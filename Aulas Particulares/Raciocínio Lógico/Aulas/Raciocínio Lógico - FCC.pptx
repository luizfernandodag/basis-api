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7BA6E-724A-BA9E-0199-C526F86113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Raciocínio Lógico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EC7721-08EF-E9A4-4DB8-E4A44E92F5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FCC</a:t>
            </a:r>
          </a:p>
        </p:txBody>
      </p:sp>
    </p:spTree>
    <p:extLst>
      <p:ext uri="{BB962C8B-B14F-4D97-AF65-F5344CB8AC3E}">
        <p14:creationId xmlns:p14="http://schemas.microsoft.com/office/powerpoint/2010/main" val="3262306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7C85FB-446F-52CD-5273-04960129C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86673"/>
            <a:ext cx="9905998" cy="1478570"/>
          </a:xfrm>
        </p:spPr>
        <p:txBody>
          <a:bodyPr/>
          <a:lstStyle/>
          <a:p>
            <a:r>
              <a:rPr lang="pt-BR" dirty="0"/>
              <a:t>Múltiplo de Um número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574E7E-F48B-C0A2-29F0-11C5A8A48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837" y="1660849"/>
            <a:ext cx="11308701" cy="4130352"/>
          </a:xfrm>
        </p:spPr>
        <p:txBody>
          <a:bodyPr>
            <a:normAutofit/>
          </a:bodyPr>
          <a:lstStyle/>
          <a:p>
            <a:r>
              <a:rPr lang="pt-BR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Para obtermos os múltiplos de um número qualquer, multiplicamos os números de um conjunto de números naturais por esse número</a:t>
            </a:r>
          </a:p>
          <a:p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</a:rPr>
              <a:t>O zero é múltiplo de qualquer número</a:t>
            </a:r>
          </a:p>
          <a:p>
            <a:r>
              <a:rPr lang="pt-BR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 único múltiplo de zero é o próprio zero</a:t>
            </a:r>
          </a:p>
          <a:p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</a:rPr>
              <a:t>Para sabermos o MMC entre números temos que saber os múltiplos </a:t>
            </a:r>
            <a:r>
              <a:rPr lang="pt-BR">
                <a:solidFill>
                  <a:srgbClr val="000000"/>
                </a:solidFill>
                <a:latin typeface="Arial" panose="020B0604020202020204" pitchFamily="34" charset="0"/>
              </a:rPr>
              <a:t>dos números</a:t>
            </a:r>
            <a:endParaRPr lang="pt-BR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B391498-7E4C-180A-4FA3-1DB9D8A9A335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</p:spTree>
    <p:extLst>
      <p:ext uri="{BB962C8B-B14F-4D97-AF65-F5344CB8AC3E}">
        <p14:creationId xmlns:p14="http://schemas.microsoft.com/office/powerpoint/2010/main" val="1379871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F1E923-DB16-363C-64E7-A4B0C3B97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248016-19BD-2A52-7EA3-3898716F6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</a:rPr>
              <a:t>Se quisermos ter os múltiplos de 3 vamos multiplicar por todos números naturais </a:t>
            </a:r>
          </a:p>
          <a:p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</a:rPr>
              <a:t>3 *[0,1,2,3,4,5,6,7,8,9,10....] = [0,3,6,9,12,15,18, 21, 24,27,30....]</a:t>
            </a:r>
            <a:endParaRPr lang="pt-BR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F99C955-273E-C57A-CDE3-DC2A54E42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563" y="753714"/>
            <a:ext cx="2324301" cy="102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349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9F69FE-E306-7DD3-CFE6-98C5A09B1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saber se um número é divisor de outro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EDAB77-56C8-FBC9-8DCE-5614C23AE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104313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14</TotalTime>
  <Words>103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7" baseType="lpstr">
      <vt:lpstr>Arial</vt:lpstr>
      <vt:lpstr>Tw Cen MT</vt:lpstr>
      <vt:lpstr>Circuito</vt:lpstr>
      <vt:lpstr>Raciocínio Lógico</vt:lpstr>
      <vt:lpstr>Múltiplo de Um número</vt:lpstr>
      <vt:lpstr>Exemplo</vt:lpstr>
      <vt:lpstr>Como saber se um número é divisor de outro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luizfernandodag@outlook.com</dc:creator>
  <cp:lastModifiedBy>Luiz Gadêlha</cp:lastModifiedBy>
  <cp:revision>3</cp:revision>
  <dcterms:created xsi:type="dcterms:W3CDTF">2023-07-31T19:06:40Z</dcterms:created>
  <dcterms:modified xsi:type="dcterms:W3CDTF">2023-08-01T00:29:24Z</dcterms:modified>
</cp:coreProperties>
</file>