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7BA6E-724A-BA9E-0199-C526F8611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C7721-08EF-E9A4-4DB8-E4A44E92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230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1379871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</TotalTime>
  <Words>11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Tw Cen MT</vt:lpstr>
      <vt:lpstr>Circuito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luizfernandodag@outlook.com</dc:creator>
  <cp:lastModifiedBy>Luiz Gadêlha</cp:lastModifiedBy>
  <cp:revision>1</cp:revision>
  <dcterms:created xsi:type="dcterms:W3CDTF">2023-07-31T19:06:40Z</dcterms:created>
  <dcterms:modified xsi:type="dcterms:W3CDTF">2023-08-16T22:10:51Z</dcterms:modified>
</cp:coreProperties>
</file>