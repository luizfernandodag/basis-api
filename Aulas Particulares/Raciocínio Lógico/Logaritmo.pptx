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1:49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3 1761,'13'-1'1221,"0"0"1,0 0 0,0 1-1,-1 1 1,1 0 0,17 4-1,-12-2-1008,12 2 549,-1 2 0,0 0 1,0 2-1,0 2 0,-1 0 0,31 19 1,-29-15 365,-1 1 1,-1 2-1,0 1 1,42 38-1,-67-54-924,1 1 0,-1-1 1,0 1-1,0 0 0,0 0 0,0 0 0,-1 1 0,0-1 1,1 1-1,-2-1 0,1 1 0,-1 0 0,2 6 0,4 15 473,4 1-34,-8-22-446,-1 1-1,1 0 1,-1 0 0,0 0 0,-1 0 0,0 0 0,0 1 0,1 7 0,-2 41-344,0-57-30,0 1 1,0-1-1,-1 0 1,1 0-1,0 0 1,0 0-1,-1 1 1,1-1-1,-1 0 1,0 0-1,1 1 1,-1-1-1,0 0 0,0 1 1,0-1-1,0 1 1,-1-1-1,1 1 1,0 0-1,-3-2 1,-7-10-239,4 5 353,0 0 0,0 1 0,-1 0-1,-1 0 1,1 0 0,-1 1 0,0 1 0,0-1 0,-1 2-1,1-1 1,-1 1 0,0 0 0,0 1 0,-1 1 0,-18-4 0,3 3 245,0 0 1,0 1-1,0 2 1,-1 0-1,-38 7 1,27 0 322,-1 2 1,-56 20 0,80-24-254,1 1 1,0 0-1,0 1 1,0 1-1,1 0 1,0 1-1,1 0 1,-22 22-1,32-28-199,0 1-1,0-1 1,0 1-1,1 0 1,0 0-1,0-1 1,0 1-1,0 0 0,0 0 1,1 0-1,0 0 1,0 4-1,0-1 77,0 0-1,0-1 0,1 1 1,0 0-1,0-1 1,4 11-1,-2-11-69,0-1 0,0 0 0,1 0 0,0-1 0,0 1 0,0-1 0,0 0 0,1 0 0,-1 0 0,1 0 0,0-1 0,0 0 0,8 4 0,8 3 162,1-1 1,32 9 0,-23-10-270,-1-2 0,1-1 0,0-1 0,0-2 1,0-1-1,0-1 0,0-2 0,52-10 1,-50 5-2849,43-15 0,-45 11-3731,43-23 0,-9-5-4032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1:51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45 489 160,'0'-1'122,"0"0"0,1 0-1,-1 0 1,1 0 0,-1 0 0,1 0-1,-1 0 1,1 0 0,-1 0 0,1 0-1,0 1 1,0-1 0,-1 0 0,1 1-1,0-1 1,0 0 0,0 1 0,0-1-1,0 1 1,0-1 0,0 1-1,0-1 1,0 1 0,0 0 0,2-1-1,3-1 396,5-15 777,7-1-306,-14 15-764,0-1-1,0 0 1,0 0 0,0 0-1,-1-1 1,0 1 0,1-1-1,2-7 1,11-49 1790,73-123 2183,-66 138-3205,-23 44-856,0-1 0,0 1 0,0-1-1,0 0 1,0 0 0,0 1 0,-1-1-1,1 0 1,-1 0 0,0 0 0,0 1 0,0-1-1,0 0 1,-1 0 0,1 0 0,-1 0-1,1 1 1,-1-1 0,0 0 0,0 1-1,0-1 1,-1 1 0,1-1 0,-1 1-1,1-1 1,-1 1 0,0 0 0,0 0 0,0 0-1,0 0 1,0 0 0,0 0 0,0 1-1,-1-1 1,1 1 0,-1-1 0,1 1-1,-1 0 1,0 0 0,1 0 0,-1 0 0,0 1-1,0-1 1,-5 0 0,3 1 1064,6 10-733,1 1 0,-2-1 0,0 0 0,0 0 0,-1 0 0,0 0 0,0 1-1,-4 11 1,0-10-253,0 0-1,-1-1 1,0 1-1,0-1 1,-10 11-1,10-15-189,1 1-1,0 0 0,0 0 0,0 1 1,1-1-1,0 1 0,1 0 1,0 0-1,0 0 0,1 0 1,-2 15-1,4 52 257,0-74-279,0 0 0,0-1 0,0 1 0,0-1 1,0 1-1,0 0 0,1-1 0,-1 1 0,1-1 0,-1 1 0,1-1 0,0 1 0,-1-1 0,1 1 0,0-1 0,0 1 1,0-1-1,0 0 0,0 0 0,0 0 0,0 1 0,1-1 0,-1 0 0,0 0 0,1-1 0,-1 1 0,3 1 0,0 1-4,2 5-75,-6-8 75,0 0 0,0 0 0,0 1 0,0-1 1,0 0-1,0 0 0,0 0 0,0 0 1,0 1-1,0-1 0,0 0 0,0 0 1,0 0-1,0 0 0,0 0 0,0 1 0,1-1 1,-1 0-1,0 0 0,0 0 0,0 0 1,0 0-1,0 0 0,1 0 0,-1 1 1,0-1-1,0 0 0,0 0 0,0 0 0,1 0 1,-1 0-1,0 0 0,0 0 0,0 0 1,0 0-1,1 0 0,-1 0 0,0 0 1,0 0-1,0 0 0,0 0 0,1 0 1,-1 0-1,6-2 8,1 0-1,-1-1 1,0 1 0,0-1 0,0 0 0,10-8 0,-14 10 1,8-13 20,7-1 34,21-24 414,-27 14-194,-8 19-188,1 1 0,1-1 1,-1 1-1,1 0 0,-1 0 0,2 0 0,-1 1 0,0 0 1,1 0-1,7-4 0,14-4 228,-21 10-257,0 0 0,1 0 0,-1 0 0,0 1 0,1 0 0,0 0 0,-1 1 0,1-1 0,-1 1 1,1 1-1,-1 0 0,10 1 0,-6 0-3,12 1 39,0 2-1,0 0 0,-1 2 0,1 0 0,26 14 0,-16-5 101,57 38 1,-85-51-188,1 1 1,-1-1-1,0 0 1,0 1-1,0 0 1,-1 0-1,1 0 1,-1 1-1,5 8 1,-7-12-12,-1 0 0,1 0 1,-1 0-1,1 1 0,-1-1 0,0 0 1,1 0-1,-1 0 0,0 0 0,0 0 0,0 1 1,0-1-1,0 0 0,0 0 0,0 0 1,0 1-1,-1-1 0,1 0 0,0 0 0,-1 0 1,1 0-1,-1 0 0,1 0 0,-1 0 1,1 0-1,-2 2 0,-25 15 6,24-15-7,-13 4 0,1 0 0,-1-1 0,0 0 0,0-1 0,-27 4 0,-86 5 0,91-12 0,-35 5-118,-1-4 0,0-3 0,-128-17 0,156 9-4319,58 2-8774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1:53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2644 84 1441,'1'-1'284,"24"-12"1167,-24 12-1381,-1 1 1,1 0-1,-1 0 1,0 0-1,1-1 1,-1 1-1,1 0 0,-1-1 1,0 1-1,1 0 1,-1-1-1,1 1 1,-1-1-1,0 1 1,0 0-1,1-1 1,-1 1-1,0-1 0,0 1 1,0-1-1,1 1 1,-1-1-1,0 1 1,0-1-1,0 1 1,0-1-1,0 1 1,0-1-1,0 1 0,0-1 1,0 1-1,0-1 1,0 1-1,-1-1 1,1 1-1,0-1 1,0 1-1,0-1 0,-1 1 1,1-1-1,0 1 1,0 0-1,-1-1 1,1 1-1,0-1 1,-1 1-1,1 0 1,-1-1-1,1 1 0,0 0 1,-1 0-1,0-1 1,-9-5 282,-1 0 1,0 1-1,1 0 1,-2 0-1,1 2 1,0-1-1,-16-2 1,-9 2-153,0 2 0,0 1-1,-45 4 1,-106 23 423,97-5-215,-126 46 1,159-48-255,-297 85 192,256-76-147,-130 21 0,213-46-153,1 0-1,-1 1 1,1 0 0,-1 1-1,1 1 1,1 0 0,-1 1-1,1 1 1,-17 12 0,-22 28 1555,28-24-1229,-31 23 0,38-36-377,12-8 57,1 0 1,-1 0 0,1 1 0,0-1 0,-1 1-1,2 0 1,-1 0 0,-5 7 0,-2 23 439,5-24-436,-1 0-1,0 0 1,-1-1-1,0 0 0,-1-1 1,0 1-1,-19 12 1,-10 12 118,31-25-95,-1 1 0,1 0 1,-9 16-1,9-14 57,-1 1 1,-15 16 0,-31 25 355,33-30-320,6-5-13,-1-1 1,-36 29-1,8-11 480,1 1 1,-53 58-1,91-89-584,1 0 1,1 1-1,-1-1 0,1 1 1,0-1-1,0 1 0,1 0 0,0 1 1,0-1-1,-2 13 0,-5 14 152,5-23-125,0-1 1,-1 1-1,-10 14 0,10-16-21,0 0-1,0 1 1,1-1-1,-3 10 0,-2 14 124,6-18-118,-1-1 0,-1 0 0,0 0 0,-7 14 1,-7 4-29,13-22-23,0 0 0,1 0 0,0 1-1,0-1 1,1 1 0,1 0 0,-1 0 0,1 1-1,1-1 1,-2 17 0,5-11 100,-1-11-101,0 0 0,0-1 1,0 1-1,0 0 0,-1-1 1,0 1-1,0-1 0,-2 8 0,-19 29-175,11-2 80,8-32 82,2-5 1,0-1 1,0 1-1,0 0 1,0 0-1,0 0 0,0-1 1,0 1-1,1 0 1,-1 0-1,1 0 0,0 0 1,0 0-1,-1 0 0,1 0 1,0 0-1,1 0 1,-1 0-1,0 0 0,0 0 1,1 0-1,0 0 1,-1 0-1,1 0 0,0 0 1,0 0-1,0-1 1,0 1-1,0 0 0,0-1 1,2 3-1,1 15-68,-4-18 59,0 0-1,0 0 0,0 0 0,0 0 0,1 0 1,-1 0-1,0 0 0,0 1 0,1-1 1,-1 0-1,1 0 0,-1 0 0,1 0 0,-1 0 1,1 0-1,-1-1 0,2 2 0,20 17-6,-19-16 12,0 0 1,1 0-1,-1 0 0,1 0 1,0-1-1,0 0 0,0 1 1,0-2-1,0 1 0,0 0 1,1-1-1,-1 0 0,1 0 1,-1 0-1,1 0 0,-1-1 1,7 0-1,24 5-14,60 5-64,60 9 198,-40 0 144,150 33 75,-194-34-221,113 15 1,-151-29-113,29 5-41,-24-5 106,0 3-1,58 17 1,28 9 189,40 14-91,-142-40-145,0-2 0,0 0 0,0-2 0,0 0 0,37-1 0,-9-3 401,56-9 1,49-15 87,-76 10-210,16 0 0,137-28 983,-114 7-64,167-75-1,-9-28-753,-212 111-413,4-2 419,88-52 1,-82 28-198,-48 34-262,1 0 1,41-21 0,-39 26 4,12-5 111,66-44 1,-97 57-116,0 0-1,-1-1 1,0 0 0,0 0 0,-1-1-1,0 0 1,-1 0 0,1-1 0,-2 0 0,0 0-1,0-1 1,4-11 0,-5 6-15,-5 12 0,1-1 0,1 1 0,-1 0 0,0 0 0,1 0 0,3-4 0,15-18 0,-15 21 0,0-1 0,-1 1 0,0-1 0,0 0 0,0-1 0,-1 1 0,0-1 0,4-11 0,-6 16 0,5-11 0,-2-1 0,1 0 0,-2 1 0,0-2 0,-1 1 0,2-21 0,-4 29 0,0-20 0,-4-35 0,2 52 0,1 1 0,-2-1 0,1 1 0,-1 0 0,0 0 0,-1 0 0,-7-13 0,-17-16 0,21 29 0,1-1 0,-1 0 0,-5-11 0,3-3 0,8 20 0,0 0 0,0 0 0,0 0 0,0 0 0,-1 0 0,1 1 0,-1-1 0,0 0 0,0 1 0,0-1 0,0 1 0,0 0 0,0 0 0,-1 0 0,1 0 0,-5-3 0,-24-12 0,18 11 0,0-1 0,1-1 0,-12-9 0,6 1 0,11 9 0,-1 0 0,0 1 0,-1 0 0,-12-7 0,-5 1 0,13 6 0,-1-1 0,1 0 0,-13-9 0,8 4 0,-1 1 0,-27-13 0,33 18 0,1 0 0,-1 0 0,1-1 0,1-1 0,-1 0 0,1-1 0,-12-12 0,-37-37 21,-10-9-127,52 49 7,-1 2 1,-1 0-1,0 1 1,-1 1 0,0 1-1,-1 0 1,-28-10 0,13 3-105,4 3 366,11 10-61,7 3-158,0 0-1,-26-14 1,33 14 30,-1 1 0,1-1 0,-1 1 1,0 1-1,0-1 0,0 2 0,0-1 0,0 1 1,-12 0-1,-74 5 44,-41 8 129,-16-10-67,124 1-405,0 1 0,1 1 1,-1 2-1,1 1 1,-31 13-1,50-18-420,0 0 0,0 1 0,1 0 0,-1 0-1,1 0 1,-7 7 0,13-10 239,0 0 0,0 0 0,0 0-1,0 0 1,0 0 0,1 0 0,-1 1-1,0-1 1,1 0 0,-1 1 0,1-1-1,-1 0 1,1 1 0,0-1 0,-1 1 0,1-1-1,0 0 1,0 1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1:56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911 15 1121,'0'-1'145,"-1"0"1,1 1-1,-1-1 1,1 1-1,-1-1 1,0 0-1,1 1 1,-1-1-1,0 1 1,1-1-1,-1 1 1,0 0-1,1-1 1,-1 1-1,0 0 1,0-1-1,0 1 1,1 0 0,-1 0-1,0 0 1,0 0-1,0 0 1,0 0-1,1 0 1,-1 0-1,-1 0 1,-31 0 4123,26 1-3610,2-1 541,-1 0-172,-150-7 2373,54 16-2596,46-2-196,-80 19 778,-49 14 1,185-40-1386,-1 0 0,1 0 0,0 0 0,0 0 0,0 0-1,0 0 1,-1 0 0,1 0 0,0 0 0,0 0 0,0 0 0,0 0 0,-1 0 0,1 0 0,0 0 0,0 0 0,0 0 0,0 0 0,-1 0 0,1 0 0,0 0 0,0 1 0,0-1 0,0 0 0,-1 0 0,1 0 0,0 0 0,0 0 0,0 0 0,0 1 0,0-1-1,0 0 1,0 0 0,0 0 0,0 0 0,-1 1 0,1-1 0,0 0 0,0 0 0,0 0 0,0 0 0,0 1 0,0-1 0,0 0 0,0 0 0,0 0 0,0 1 0,0-1 0,0 0 0,0 0 0,-5 3-22,-3-2 53,0 0 0,1 1 1,-1-1-1,1 2 1,-9 3-1,5 7-100,4-10 36,6-3 30,0 0 0,-1 1 0,1-1 0,0 1 0,0-1 0,0 1 0,0-1 0,0 1 0,0 0 0,0-1 0,1 1 0,-1 0 0,0 0 0,0-1 0,0 1 0,1 0 0,-1 0 0,0 0 0,1 0 0,-1 0 0,1 0 0,-1 0 0,1 1 0,0-1 0,-1 0 0,1 0 0,0 0 0,0 0 0,0 0 0,0 1 0,0-1 0,0 0 0,0 0-1,0 2 1,0-2 9,-1 1 0,0-1 1,0 0-1,0 0 0,0 0 0,0 1 0,0-1 0,0 0 0,0 0 0,0-1 0,0 1 0,-1 0 0,1 0 0,0 0 0,-1-1 0,1 1 0,0-1 0,-1 1 0,-1 0 0,-5 2 58,-1 3 17,0 0-1,1 1 0,-14 13 0,10-8-64,11-10 34,0 0 1,0 0-1,0 0 1,0 0-1,0 0 0,1 0 1,-1 0-1,1 0 0,-1 0 1,1 1-1,0-1 1,0 0-1,0 0 0,0 0 1,0 1-1,1-1 0,0 3 1,-1 4 45,0-8-84,0-1 1,0 1 0,0 0 0,0-1 0,0 1 0,0 0 0,0-1 0,0 1 0,0 0 0,1-1 0,-1 1-1,0-1 1,0 1 0,0 0 0,1-1 0,-1 1 0,0-1 0,1 1 0,-1-1 0,1 1 0,-1-1 0,0 1-1,1-1 1,-1 1 0,1-1 0,-1 1 0,1-1 0,0 0 0,-1 1 0,1-1 0,-1 0 0,1 0 0,0 1 0,-1-1-1,1 0 1,-1 0 0,1 0 0,0 0 0,-1 0 0,1 0 0,0 0 0,0 0 0,0 0-10,-1 0 0,1 0 0,0 0 1,-1 0-1,1 0 0,-1 0 0,1 0 1,0 1-1,-1-1 0,1 0 1,-1 0-1,1 0 0,0 1 0,-1-1 1,1 0-1,-1 1 0,1-1 0,-1 0 1,1 1-1,-1-1 0,1 1 0,-1-1 1,0 0-1,1 1 0,-1-1 0,0 1 1,1-1-1,-1 1 0,0 0 0,0-1 1,1 1-1,-1-1 0,0 1 0,0 0 1,0-1-1,0 1 0,0-1 0,0 1 1,0 0-1,0-1 0,0 1 0,0 0 1,0 1 19,0-1 1,0 1 0,0-1 0,0 1 0,0-1-1,0 0 1,1 1 0,-1-1 0,1 1 0,-1-1 0,1 1-1,-1-1 1,1 0 0,0 1 0,-1-1 0,1 0-1,0 0 1,0 0 0,0 1 0,0-1 0,0 0 0,0 0-1,1 0 1,1 1 0,7 7 89,-9-8-103,0 0 0,-1 0 0,1 0-1,-1 0 1,1 0 0,-1 0 0,1 0 0,-1 0 0,0 0 0,1 0 0,-1 0 0,0 0-1,0 1 1,0-1 0,0 0 0,0 1 0,0-1 1,0 1 0,0-1 1,0 0-1,0 0 0,0 0 0,0 0 1,0 0-1,0 0 0,1 0 0,-1 0 0,0 0 1,1 0-1,-1 0 0,1 0 0,-1 0 1,2 2-1,5 3 54,-7-6-62,1 0 0,-1 1 1,0-1-1,1 0 0,-1 0 0,0 0 0,1 1 0,-1-1 0,0 0 0,1 0 0,-1 1 0,0-1 0,1 0 0,-1 1 0,0-1 0,0 0 0,1 1 0,-1-1 0,0 0 0,0 1 0,0-1 0,1 1 1,-1-1-1,0 0 0,0 1 0,0-1 0,0 1 0,0-1 0,0 1 0,0-1 0,0 0 0,0 1 0,0-1 0,0 1 0,0-1 0,0 1 0,0-1 0,-1 0 0,1 1 0,0-1 0,0 1 0,0-1 1,-1 0-1,1 1 0,0-1 0,0 0 0,-1 1 0,1-1 0,0 0 0,-1 0 0,1 1 0,0-1 0,-1 0 0,0 1 0,-7 8 50,7-8-47,1 0 0,-1 0 0,0 0 0,1 0 0,-1 0 0,0 0 0,1 0 0,-1 0 0,1 0 0,0 0 0,-1 0 0,1 1 0,0-1 0,0 0 0,-1 0 0,1 0 0,0 0 0,0 1 0,0-1 0,1 0-1,-1 0 1,0 0 0,1 2 0,15 18 78,-15-20-77,1 0 0,-1 0-1,1 1 1,-1-1-1,0 1 1,0-1-1,1 1 1,-1 0-1,0-1 1,-1 1-1,1 0 1,0 0-1,0-1 1,-1 1-1,1 3 1,-1-3-3,0-1 0,1 1 1,-1 0-1,0-1 0,0 1 0,1-1 1,-1 0-1,0 1 0,1-1 1,0 1-1,-1-1 0,1 1 1,0-1-1,0 0 0,0 0 1,0 1-1,0-1 0,0 0 1,0 0-1,0 0 0,0 0 1,2 1-1,-2-1-2,1 0-1,-1-1 1,0 1-1,0 0 1,0 0-1,0 0 1,0 1-1,0-1 1,-1 0-1,1 0 1,0 0-1,0 1 1,-1-1 0,1 0-1,-1 1 1,1-1-1,-1 0 1,0 1-1,1-1 1,-1 1-1,0-1 1,0 2-1,0-1-3,0-1 0,0 0 0,1 1 0,-1-1 0,0 1 0,1-1 0,-1 0 0,1 0 0,-1 1 1,1-1-1,0 0 0,0 0 0,-1 0 0,1 0 0,0 0 0,0 0 0,0 0 0,0 0 0,0 0 0,0 0 0,0 0 0,1 0 0,-1-1 0,2 2 0,4 3-14,30 31-130,-27-28 134,-1 1 1,0 0 0,0 0-1,-1 1 1,8 13 0,-7-6 75,-9-14-68,1-1 0,0 0 0,1 1 0,-1-1-1,0 0 1,0 0 0,1 0 0,0 0 0,-1 0 0,1 0 0,0 0 0,0-1 0,0 1 0,0-1 0,0 1 0,0-1 0,0 0 0,5 2 0,23 10-104,-16-8 26,0 1-1,20 13 1,-20-11 71,0 0 0,28 11 0,19 9 142,-50-22-116,1 0 0,0-1-1,0 0 1,0-1 0,1 0-1,0-1 1,-1-1 0,16 2-1,-18-3 21,10 1-61,0-2 0,0 0 0,29-5 0,27 0-120,-50 4 192,0-2-1,0 0 1,0-2 0,0-1-1,-1-1 1,0-1 0,44-20 0,7-11 213,70-49 1,-127 77-220,-1-1-1,24-13 99,52-44-1,-84 61-83,0-1 0,-1 0-1,0-1 1,0 1 0,-1-2 0,0 1 0,-1-1-1,0-1 1,-1 1 0,6-16 0,-9 15-32,-1 1 0,0-1 1,-1 0-1,-1 0 0,1 0 0,-3-17 1,0-8-88,2 32 62,0 1 0,0 0 0,-1 0 0,1-1 0,-1 1 0,0 0 0,-1 0 0,1 0 0,-1 0 0,1 0 0,-1 0 0,0 0 0,-1 1 0,-2-5 0,-2 1 43,0 0 0,0 0 0,-1 1 0,-11-8 0,1 1-37,6 4-314,-1 0 1,-1 0-1,1 1 0,-1 1 1,-16-6-1,-41-7-5283,5 6-4039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1:5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912 112 640,'0'0'2161,"-6"0"-13,6 0-1900,-2 0-42,1 0 1,0 0-1,-1 1 0,1-1 1,-1 0-1,1 0 0,-1-1 1,1 1-1,-1 0 0,1 0 1,0-1-1,-1 1 0,1-1 1,-1 1-1,1-1 0,0 0 0,-2-2 3055,-24 3-1019,27 1-2223,0-1 1,-1 0 0,1 0 0,0 0 0,0 0 0,0 0 0,0 0 0,0 0 0,0 0 0,-1 0 0,1 0 0,0 0 0,0 0 0,0 0 0,0 0 0,0 0-1,-1 0 1,1 0 0,0 0 0,0 0 0,0 0 0,0 0 0,0 0 0,-1 0 0,1 0 0,0 0 0,0 0 0,0 0 0,0 0 0,0 0 0,0 0 0,-1 0 0,1 0-1,0 0 1,0-1 0,0 1 0,0 0 0,0 0 0,0 0 0,0 0 0,0 0 0,-1 0 0,1-1 0,0 1 0,0 0 0,0 0 0,0 0 0,0 0 0,0 0-1,0 0 1,0-1 0,0 1 0,0 0 0,0 0 0,0 0 0,0 0 0,0 0 0,0-1 0,0 1 0,0 0 0,0 0-3,0-1 1,1 1 0,-1 0-1,0 0 1,0 0 0,0 0-1,0-1 1,0 1 0,0 0-1,0 0 1,0 0 0,0-1-1,0 1 1,0 0 0,0 0-1,-1 0 1,1 0 0,0-1-1,0 1 1,0 0 0,0 0-1,0 0 1,0 0 0,0-1-1,0 1 1,-1 0-1,1 0 1,0 0 0,0 0-1,0 0 1,0 0 0,0-1-1,-1 1 1,1 0 0,0 0-1,0 0 1,0 0 0,0 0-1,-1 0 1,1 0 0,0 0-1,0 0 1,0 0 0,-1 0-1,1 0 1,0 0 0,0 0-1,0 0 1,-1 0 0,1 0-1,0 0 1,-1 0 18,0 0-30,0 0 1,0 0 0,0 0-1,-1 0 1,1 0-1,0 0 1,0 0-1,0-1 1,0 1-1,0 0 1,0-1 0,0 1-1,-1-1 1,1 1-1,0-1 1,1 1-1,-1-1 1,0 0 0,0 0-1,0 1 1,0-1-1,0 0 1,1 0-1,-2-2 1,1 1-36,0 0-1,0 0 1,0-1 0,0 1 0,0 0-1,-1 0 1,1 0 0,-1 1-1,1-1 1,-1 0 0,0 0 0,0 1-1,1-1 1,-1 1 0,0 0 0,0-1-1,-1 1 1,1 0 0,0 0-1,0 0 1,-4 0 0,-47-16-74,8 6 619,-13-1-5,-67 7 209,114 4-675,0 0 0,1 2 0,-1-1 0,1 1 0,-1 1-1,1 0 1,-1 0 0,1 1 0,-10 4 0,-34 11 27,43-14-125,0 1 1,0 0 0,1 0-1,0 1 1,-12 9-1,-39 22 901,43-30-370,12-5-342,1 0 0,0 0 0,0 0 0,0 0-1,0 1 1,0 0 0,0 0 0,1 0-1,-1 1 1,1-1 0,-6 8 0,8-8-132,0 1 0,-1 0 0,0-1 0,0 1 0,0-1 0,0 0 0,-5 4 0,4-3-10,3-3-4,0 0-1,0 1 1,0-1-1,0 1 0,0-1 1,1 1-1,-1 0 1,1-1-1,-1 1 0,1 0 1,0-1-1,-1 1 1,1 0-1,0 0 0,0-1 1,0 1-1,0 0 1,1 0-1,0 3 0,-1-3 25,1 0 1,-1 0-1,0 0 0,0 0 0,0 0 0,0 0 0,0 0 0,0 0 1,-1 0-1,1 0 0,-1 0 0,1 0 0,-1 0 0,-1 2 0,-20 17 200,-11 14-107,32-31-98,-1 1 1,1-1 0,0 1-1,0 0 1,0-1-1,0 1 1,1 0 0,0-1-1,0 1 1,0 0 0,2 9-1,-1 2 9,-1 117 1449,0-132-1461,0 0-1,1-1 1,-1 1-1,0 0 1,1 0-1,-1 0 1,1 0-1,-1 0 1,1-1-1,-1 1 0,1 0 1,-1 0-1,1-1 1,0 1-1,0-1 1,-1 1-1,1 0 1,0-1-1,0 1 1,-1-1-1,1 0 1,0 1-1,0-1 1,0 0-1,0 1 0,0-1 1,0 0-1,1 0 1,5 3 9,31 25 132,-31-25-134,9 6 60,0-1 1,0-1-1,21 7 0,33 11 47,88 18 254,-141-40-348,202 42 518,-161-36-235,104 2-1,-122-11-227,10 1 35,0-3-1,71-11 0,-33-1 106,173-32 278,-27 4 62,-225 38-536,0 1 0,0-1 0,0 0 0,-1-1 1,1 0-1,-1 0 0,0-1 0,9-9 0,-6-12 55,10-6 0,-10-1-13,-5 24-58,-5 8-6,1 0-1,-1 0 1,0 0 0,0 0-1,0 0 1,0-1-1,-1 1 1,1 0-1,0 0 1,-1-1 0,1-2-1,-10-29 73,1 11-17,5 6-15,2 12-28,0 0 0,0 0-1,-1 0 1,1 0 0,-1 0-1,0 0 1,-5-8 0,-4-1 10,-1 1 0,0 0 0,-1 0 0,0 1 1,-30-20-1,16 14 9,0 2 0,-49-23 0,34 21 86,1 2 0,-78-18 0,59 18-720,39 6-143,14 7 284,0 0-1,0 0 1,0 0 0,0 1-1,0 0 1,0 1 0,-1-1 0,1 1-1,-11 0 1,-47 6-7211,-1 3-4389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01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153 235 1281,'0'-16'9400,"0"-22"222,-6 32-8408,1 4-954,-4-4 588,17-2 130,9-5 297,43-16 659,-40 16-1491,0 2 0,1 0 0,0 1 0,33-11 0,98-20 1024,-135 38-1209,-1 0-1,0 1 1,28 1 0,-41 1-224,1 0 1,-1 0-1,1 0 1,-1 0-1,0 1 0,1 0 1,-1-1-1,1 1 0,-1 1 1,0-1-1,0 0 1,0 1-1,0-1 0,0 1 1,0 0-1,0 0 1,0 0-1,-1 1 0,1-1 1,-1 1-1,4 3 0,5 38 292,-3-18-250,11 47 0,-18-66-75,0-1 0,0 1-1,-1-1 1,0 1 0,0-1-1,-1 1 1,0-1 0,0 0 0,-1 1-1,-2 6 1,-3 0-1,0 0 0,-1-1 0,-1 0 0,0 0 0,-15 14 0,-4 6 0,17-18-2,1 0 1,-2-1-1,0-1 0,-1 0 1,0 0-1,0-2 0,-1 0 0,-1 0 1,1-1-1,-28 12 0,-116 32-3,140-48-93,-1-1 1,0-1-1,0-1 0,0-1 0,-1 0 1,1-1-1,-38-6 0,47 4 50,1 0 0,0-1 0,0 0 0,-13-7 0,19 9 39,1 0 1,0 0-1,0 0 0,-1 0 1,1 0-1,0 0 1,0-1-1,1 1 0,-1-1 1,0 0-1,0 1 1,1-1-1,-1 0 0,1 0 1,-1 0-1,-1-3 0,3 4 10,1 1-1,-1-1 0,0 1 0,0 0 0,0-1 0,0 1 0,1-1 1,-1 1-1,0-1 0,1 1 0,-1 0 0,0-1 0,1 1 0,-1 0 1,0-1-1,1 1 0,-1 0 0,1 0 0,-1-1 0,0 1 0,1 0 0,0-1 1,0 1 0,0 0 0,0-1 1,0 1-1,-1-1 0,1 1 1,0-1-1,0 1 1,-1-1-1,1 1 0,-1-1 1,1 0-1,0 1 0,-1-1 1,1 0-1,-1 0 0,1 0 1,-1 1-1,0-1 1,1 0-1,-1 0 0,0 0 1,1 0-1,-1 0 0,0 1 1,0-1-1,0-1 0,0 1-1,0 0 0,0 0 0,0 0 0,0 0 0,1 0 0,-1 1 0,0-1 0,0 0 0,1 0 0,-1 0 0,0 0 0,1 1 0,-1-1 0,1 0 0,-1 1 0,1-1 0,-1 0 0,1 1 0,0-1 0,-1 0 0,1 1 0,0-1 0,-1 1 0,1-1 0,0 1 0,0-1 0,0 1 0,-1 0 0,1 0 0,2-1 0,-3 1 0,1 0 0,0-1 0,0 1 0,0 0 0,-1-1 0,1 1 0,0 0 0,0-1 0,-1 1 0,1-1 0,0 1 0,-1-1 0,1 1 0,0-1 0,-1 0 0,1 1 0,-1-1 0,1 0 0,-1 0 0,1 1 0,-1-1 0,0 0 0,1 0 0,-1 1 0,0-1 0,0 0 0,0 0 0,1 0 0,-1 0 0,0-1 0,0 2 2,0-1-1,0 1 0,0-1 0,0 1 0,1-1 0,-1 1 0,0-1 0,0 1 0,1-1 0,-1 1 0,0-1 0,0 1 0,1 0 0,-1-1 0,1 1 0,-1 0 0,0-1 0,1 1 0,-1 0 0,1-1 0,-1 1 0,1 0 0,-1 0 0,1 0 0,-1-1 0,1 1 1,-1 0-1,2 0 0,16-2 89,-15 1-50,0 1-11,-1 0 1,0 0-1,0 0 1,0 0-1,1 0 1,-1 1 0,0-1-1,0 0 1,0 1-1,0 0 1,0-1 0,0 1-1,0 0 1,0 0-1,0 0 1,0 1 0,0-1-1,-1 0 1,1 1-1,2 2 1,28 19 256,174 101-201,-190-114-104,0-2 0,0 0 0,1 0 0,0-2 0,0 0-1,1-1 1,33 6 0,-21-10-566,0 0-1,0-2 1,54-8 0,-10-4-5648,-56 8 2075,-1-1-1,26-11 1,23-17-7167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02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41 2801,'21'-11'2244,"-14"7"-1004,0 1 0,0 0 0,0 0 0,9-2 0,-8 3-106,4-1 450,-1 1 1,1 0 0,20 0-1,-28 2-1264,0 0-1,-1 0 0,1 1 0,-1 0 1,1-1-1,-1 1 0,1 0 1,-1 1-1,0-1 0,0 1 1,1-1-1,-1 1 0,0 0 0,0 0 1,-1 1-1,1-1 0,2 3 1,13 10 994,-13-12-988,-1 0-1,1 1 1,-1-1-1,0 1 1,0 0-1,6 9 1,-9-12-254,0 0 0,-1 1 1,1-1-1,-1 1 0,1-1 0,-1 1 0,0-1 1,1 1-1,-1-1 0,0 1 0,0-1 0,0 1 1,0-1-1,0 1 0,-1-1 0,1 1 0,0-1 1,-1 1-1,1-1 0,-1 0 0,1 1 0,-1-1 1,0 1-1,0-1 0,0 0 0,1 0 0,-1 1 1,0-1-1,0 0 0,-1 0 0,1 0 0,-1 1 1,-6 4 51,0 1 0,0-2 0,-1 1 0,0-1 1,0 0-1,0-1 0,-10 4 0,-8 1 241,-53 12 0,-126 4 238,83-22-603,73-3 0,23-6 0,157-16 0,-55 16 0,0 3 0,0 3 0,0 3 0,98 18 0,-170-21 0,84 16 0,-81-15 0,0 1 0,0 0 0,0 0 0,0 0 0,0 1 0,0 0 0,-1 0 0,1 0 0,8 8 0,-12-9 0,-1 0 0,1 0 0,-1 0 0,0 0 0,0 0 0,0 0 0,0 1 0,0-1 0,1 5 0,2 5 0,6 5 0,-8-15 0,-1-1 0,0 1 0,1 0 0,-1-1 0,0 1 0,0 0 0,0 0 0,0 0 0,0 0 0,-1 0 0,1 0 0,-1 0 0,1 0 0,-1 0 0,1 0 0,-1 0 0,0 0 0,0 0 0,0 0 0,0 0 0,-1 0 0,1 1 0,-1-1 0,0 3 0,-3 1 0,0 0 0,-1 0 0,1-1 0,-1 0 0,0 0 0,0 0 0,0-1 0,-1 0 0,0 0 0,0 0 0,0 0 0,0-1 0,-10 3 0,-4 2 0,-1-1 0,0-1 0,-30 5 0,-265 21 0,121-15 0,151-11 131,25-3-399,1-1 1,-31 0-1,34-2-1474,15 0 1653,0 0-1,0 0 0,0 0 1,0 0-1,0-1 1,0 1-1,0 0 0,0 0 1,0 0-1,0 0 0,0 0 1,47-13-19505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33 240,'0'0'3682,"0"-6"3121,0 0-4002,33 6-320,-33-6-320,26 6-400,39-9-320,-32 9-241,32-6-399,1 6-481,-1 6-640,0-6-881,-32 9-1600,0-3-1761,-33 6-1521,-33 3 560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0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1121,'33'0'4402,"0"0"320,32 9-80,0 3-640,-6 3-961,39 6-880,33 6-4322,-33-7-6803,-66-13-1361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0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1557 72 1361,'0'0'2454,"0"0"-2330,-1 0-1,1 0 1,0 0-1,0-1 0,0 1 1,0 0-1,0 0 1,0-1-1,0 1 1,0 0-1,0 0 1,0 0-1,0-1 1,0 1-1,0 0 1,0 0-1,0-1 1,0 1-1,0 0 1,0 0-1,0 0 1,0-1-1,0 1 1,0 0-1,0 0 1,0-1-1,0 1 1,0 0-1,0 0 1,1 0-1,-1-1 0,0 1 1,0 0-1,0 0 1,5-2 3051,50-8 293,-48 5-2661,-3 1-640,-4 3-133,1 0 11,1 1-1,0-1 0,-1 0 0,1 0 1,0 1-1,0-1 0,0 1 0,-1-1 0,1 1 1,0 0-1,0 0 0,0 0 0,2 0 1,-4-1 221,0 1-258,-1 0 0,1 0 1,0 0-1,0 0 0,0-1 1,0 1-1,0 0 0,0 0 1,0 0-1,0 0 0,0-1 1,0 1-1,0 0 0,0 0 1,0 0-1,0 0 0,0-1 1,0 1-1,0 0 0,0 0 0,0 0 1,1 0-1,-1 0 0,0-1 1,0 1-1,0 0 0,0 0 1,0 0-1,0 0 0,0 0 1,0-1-1,1 1 0,-1 0 1,0 0-1,0 0 0,0 0 0,0 0 1,0 0-1,1 0 0,-1 0 1,0 0-1,0 0 0,0 0 1,0 0-1,1 0 0,-1 0 1,0 0-1,0 0 0,0 0 1,0 0-1,1 0 0,-1 0 1,87-16-783,-33 9 142,-36 4 763,1 1-1,26 1 1,206 1 4684,-245 4-3833,-7-1 971,0-4-1886,0 0 1,0 0-1,0 0 1,0 1-1,0-1 0,0 0 1,0 1-1,0-1 1,0 1-1,-1-1 0,1 1 1,0 0-1,0 0 1,0-1-1,-1 1 1,1 0-1,0 0 0,0 0 1,-1 0-1,1 0 1,-2 1-1,-35 1 664,-61 9 302,47-7-791,1 3-1,-1 1 1,1 3 0,-63 22-1,-46 20 3,65-23-168,82-25 53,1 0 0,0 0 0,-20 13 0,-8 4 716,-18 3-1,-42 20-87,15-5-880,56-27 103,-1 1 1,2 2 0,-27 18 0,-21 18 109,40-28 27,1 1-1,-41 39 1,-2 7-42,-35 36-163,100-92 141,0 2 1,1-1 0,1 2 0,1-1 0,-16 37 0,8-17-17,10-17-2,0-1-1,-8 36 1,11-34 2,-1 0-1,-16 35 0,6-30-61,0 0 1,-2-2-1,-1 0 0,0-1 0,-28 24 0,-42 51-13,47-37 185,34-51-99,1-2-24,0 1 0,0 0 0,1 1 0,-8 16 1,13-22-31,-1 0 0,1 1 1,0-1-1,0 1 1,0-1-1,1 1 1,0-1-1,-1 1 1,2 0-1,-1-1 1,0 1-1,1-1 1,0 1-1,0-1 1,3 8-1,18 31-34,-12-2-93,7-2-41,-16-35 156,0-1 1,1 1-1,-1-1 0,1 0 0,-1 0 0,1 0 0,0 0 0,1 0 0,-1 0 0,0 0 0,1-1 1,-1 1-1,1-1 0,0 0 0,0 0 0,0 0 0,6 3 0,10 7-33,8 6 78,0-1-1,1-2 1,49 20 0,-67-31-14,36 17 8,-12-5-98,55 17 0,38-2 0,-76-21 98,-1 2 0,74 30 0,-83-26-149,1-2-1,1-1 1,75 12 0,-41-10-266,11-2 623,0-4 0,153-4 1,-195-5 149,-20-3-141,-1 0 0,34-10 0,15-3-26,100-15-212,196-29 0,-207 35 0,-131 20 0,-103 12 0,-282 9 0,332-16 0,1 0 0,-42-7 0,61 7 0,0-1 0,0 1 0,-1-1 0,1 1 0,0-1 0,0 0 0,0 1 0,0-1 0,1 0 0,-1 0 0,0 0 0,0 0 0,0 0 0,1 0 0,-1 0 0,0 0 0,1 0 0,-1 0 0,1 0 0,-1 0 0,1-1 0,-1 1 0,1 0 0,0 0 0,0 0 0,0-1 0,0 1 0,0 0 0,0 0 0,0-1 0,0 1 0,0 0 0,0 0 0,1 0 0,0-3 0,0-6 0,-1 7 0,0 0 0,0 0 0,0 0 0,1 0 0,0 0 0,-1 1 0,1-1 0,0 0 0,0 0 0,1 0 0,-1 1 0,0-1 0,1 0 0,0 1 0,3-4 0,2-2 0,1 1 0,1 1 0,13-10 0,-16 12 0,446-254 0,-397 229 0,-39 21 0,271-129 0,-200 104 0,173-69 0,-174 67 0,1 3 0,94-20 0,-18 11 0,-124 34 0,-30 7 0,0-2 0,0 1 0,0-2 0,0 1 0,0-1 0,0 0 0,-1-1 0,1 0 0,14-9 0,23-21 0,-33 27 0,-1-1 0,-1 0 0,1-1 0,-1-1 0,-1 0 0,0 0 0,17-23 0,-16 11 0,-9 17 0,0 1 0,0 0 0,1-1 0,-1 1 0,1 0 0,0 0 0,0 1 0,4-5 0,1 0 0,-1-1 0,0 1 0,-1-2 0,0 1 0,8-16 0,-7 11 0,-5 9 0,-1 0 0,1 0 0,-1 0 0,0 0 0,-1 0 0,1-1 0,-1 1 0,0 0 0,0-1 0,-2-9 0,0-9 0,3 0 0,0 17 0,0 1 0,-1-1 0,0 0 0,0 0 0,-1 1 0,0-1 0,0 1 0,-3-12 0,-14-9 0,9 1 0,-13 0 0,11-13 0,6 28 0,0 1 0,0-1 0,-1 1 0,-1 0 0,0 1 0,0 0 0,0 0 0,-1 0 0,-1 1 0,-14-12 0,-12-5 0,-60-33 0,25 17 0,62 36 0,-1 0 0,1 1 0,-1 0 0,-1 1 0,-11-4 0,12 4 0,-1 0 0,1 0 0,0-1 0,0 0 0,-10-7 0,-25-11 0,-1 1 0,-1 3 0,-73-20 0,117 37 0,-31-7 0,-1 1 0,-1 2 0,1 1 0,-37 1 0,56 2 0,-257-13 0,-55 14 0,284 4-1541,-59 14 1,96-17-6,1 1 0,0 1-1,-1-1 1,1 1 0,-6 4 0,-22 14-13180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2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294 165 1121,'-7'-2'463,"6"2"-327,0 0-1,-1-1 1,1 1 0,0 0 0,0-1-1,0 1 1,0-1 0,-1 1 0,1-1 0,0 1-1,0-1 1,0 0 0,0 0 0,0 1 0,1-1-1,-1 0 1,0 0 0,0 0 0,0 0-1,1 0 1,-1 0 0,1 0 0,-1 0 0,0 0-1,1-1 1,0 1 0,-1 0 0,1 0 0,0 0-1,0-1 1,-1 1 0,1 0 0,0 0-1,0-2 1,0 2-97,0 1 0,0 0 0,0-1 0,0 1 0,0-1 0,0 1 0,-1 0 0,1-1 0,0 1 0,0 0 0,-1-1 0,1 1 0,0 0 0,-1-1 0,1 1 0,0 0 0,-1 0 0,1-1 0,0 1 0,-1 0 0,1 0-1,0 0 1,-1-1 0,1 1 0,-1 0 0,1 0 0,-1 0 0,1 0 0,0 0 0,-1 0 0,1 0 0,-1 0 0,-14 0 477,13 0-290,2 0-192,0 0 0,0 0 1,0 0-1,0 0 0,0 0 0,0 1 1,0-1-1,-1 0 0,1 0 1,0 0-1,0 0 0,0 0 0,0 0 1,0 0-1,0 0 0,-1 0 0,1 0 1,0 0-1,0 0 0,0 0 0,0 0 1,0 0-1,-1 0 0,1 0 1,0 0-1,0 0 0,0 0 0,0 0 1,0 0-1,0 0 0,-1 0 0,1 0 1,0 0-1,0 0 0,0 0 0,0 0 1,0-1-1,0 1 0,0 0 1,-1 0-1,1 0 0,0 0 0,0 0 1,0 0-1,0 0 0,0 0 0,0-1 1,0 1-1,0 0 0,0 0 0,0 0 1,0 0-1,0 0 0,0-1 1,0 1-1,0 0 0,0 0 0,0 0 1,0 0-1,0 0 0,0-1 0,0 1 17,0 0 0,0 0 0,0 0 0,0-1 0,0 1-1,0 0 1,0 0 0,0 0 0,0 0 0,0-1-1,0 1 1,0 0 0,0 0 0,0 0 0,0 0 0,0 0-1,0-1 1,0 1 0,0 0 0,-1 0 0,1 0-1,0 0 1,0 0 0,0-1 0,0 1 0,0 0 0,0 0-1,0 0 1,-1 0 0,1 0 0,0 0 0,0 0-1,0 0 1,0-1 0,0 1 0,-1 0 0,1 0 0,0 0-1,0 0 1,0 0 0,0 0 0,-1 0 0,1 0 0,0 0-1,0 0 1,0 0 0,0 0 0,-1 0 0,1 0-1,0 0 1,0 0 0,0 0 0,-1 1 0,-11-3 1387,8 2-811,0 0 1,0 0-1,0-1 0,-1 1 0,1-1 0,0 0 0,0 0 1,0-1-1,-6-3 0,10 5-484,0 0 0,0-1 0,0 1 1,0-1-1,0 1 0,0-1 0,1 1 0,-1 0 0,0-1 0,0 1 1,1-1-1,-1 1 0,0 0 0,0-1 0,1 1 0,-1 0 1,0-1-1,1 1 0,-1 0 0,1 0 0,-1-1 0,0 1 0,1 0 1,0 0-1,17-5 168,-16 5 121,2-2-121,0 0 1,1-1-1,-1 1 0,0-1 1,0 1-1,-1-1 0,7-6 1,-7 6-127,0 0 0,1 0 1,0 0-1,-1 1 1,1-1-1,7-3 0,8 0 172,-1 0-1,0 1 1,1 1-1,20-1 0,12-4 397,-25 6-515,1 1 0,30 1 0,-48 1-205,-4 0-11,-1 0-1,1 0 1,-1 0 0,1 1-1,-1-1 1,0 1 0,1 0-1,-1 1 1,0-1 0,0 1-1,1-1 1,-1 1 0,-1 1 0,8 4-1,-10-7-17,-1 1 0,1-1 0,-1 1 0,1 0 0,-1-1 0,1 1 0,-1 0 0,0 0 0,1-1 0,-1 1 0,0 0 0,1 0 0,-1-1 0,0 1 0,0 0 0,0 0 0,0 0 0,0-1 0,0 1 0,0 0 0,0 1 0,-1 3-2,0 0-1,1 0 0,-2-1 0,1 1 0,0-1 1,-1 1-1,0-1 0,0 0 0,-1 1 1,1-1-1,-1 0 0,1 0 0,-1-1 0,-1 1 1,1-1-1,0 1 0,-1-1 0,-6 5 0,-8 4-2,0 0 0,-33 15 0,34-18 0,11-5 1,-1 0 0,0-1 0,-1 0 0,1 0 0,-1 0 0,1-1 0,-1 0 0,0-1 0,1 1 0,-1-2 0,-12 1 0,-20 1 0,13-2 0,27 0 0,0 0 0,0 0 0,0 0 0,0 0 0,0 0 0,0 0 0,0 0 0,0 0 0,1-1 0,-1 1 0,0 0 0,0 0 0,0 0 0,0 0 0,0 0 0,0 0 0,0 0 0,0 0 0,0-1 0,0 1 0,0 0 0,0 0 0,0 0 0,0 0 0,0 0 0,0 0 0,0-1 0,0 1 0,0 0 0,0 0 0,0 0 0,0 0 0,0 0 0,0 0 0,0-1 0,0 1 0,0 0 0,0 0 0,0 0 0,0 0 0,0 0 0,-1 0 0,1 0 0,0 0 0,0-1 0,0 1 0,0 0 0,0 0 0,0 0 0,8-2 0,1 0 0,0 0 0,18 0 0,18-3 0,142-17 0,-158 20 0,1 1 0,0 2 0,-1 1 0,41 7 0,-64-7 0,0-1 0,0 1 0,-1-1 0,1 2 0,-1-1 0,1 1 0,-1-1 0,0 2 0,0-1 0,0 0 0,0 1 0,-1 0 0,1 0 0,4 7 0,-6-8 0,-1 1 0,0 0 0,0 0 0,0 0 0,-1 0 0,1 0 0,-1 0 0,0 0 0,0 1 0,-1-1 0,1 0 0,-1 1 0,0-1 0,0 1 0,0-1 0,-1 0 0,1 1 0,-3 6 0,1-4 0,1 0 0,-2 0 0,1-1 0,-1 1 0,0-1 0,0 1 0,-1-1 0,1 0 0,-2 0 0,1-1 0,0 1 0,-1-1 0,0 0 0,-1 0 0,1-1 0,-7 5 0,-135 60 0,119-55-37,-2-1 0,0-1 0,0-2-1,-1-1 1,0-2 0,0-1 0,-1-1 0,0-2 0,0-1 0,0-1 0,-59-7-1,39 2-1347,1 0-1869,-3-1-3939,-12-3-5933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3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0 1681,'-33'15'2241,"33"33"1200,-32 27 321,-1-7-1201,7 15-640,-40 21 640,-31 13-240,31-1-1200,34-26-961,-1-13-1281,0-9-2960,33-14-9366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3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1281,'33'-20'1120,"-33"-16"-1440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1 240,'0'12'852,"-1"1"-1,0 0 0,-1 0 1,0-1-1,-1 0 1,-1 1-1,0-1 0,0 0 1,-2 0-1,1-1 1,-1 0-1,-1 0 1,-13 18-1,6-13-55,-1 0 0,-1-1 0,0-1 0,-1-1 0,0 0 0,-1-1 0,-20 10 0,5-1-235,33-21-558,0 0 0,0 0 0,0 0 1,-1 0-1,1 0 0,0 1 0,0-1 0,0 0 1,0 0-1,0 0 0,0 0 0,0 0 1,0 0-1,-1 0 0,1 0 0,0 0 0,0 1 1,0-1-1,0 0 0,0 0 0,0 0 1,0 0-1,0 0 0,0 0 0,0 1 0,0-1 1,0 0-1,0 0 0,0 0 0,0 0 1,0 0-1,0 0 0,0 1 0,0-1 0,0 0 1,0 0-1,0 0 0,0 0 0,0 0 0,0 0 1,0 1-1,0-1 0,0 0 0,1 0 1,-1 0-1,0 0 0,0 0 0,0 0 0,0 0 1,0 0-1,0 0 0,0 1 0,0-1 1,1 0-1,-1 0 0,0 0 0,0 0 0,0 0 1,0 0-1,0 0 0,0 0 0,1 0 1,-1 0-1,0 0 0,0 0 0,0 0 0,0 0 1,0 0-1,15-2 30,-14 2-32,-1 0 1,1 0 0,-1 0-1,1 0 1,-1 0 0,1 0-1,-1 0 1,1 0 0,-1 0-1,1-1 1,-1 1 0,1 0-1,-1 0 1,1 0 0,-1-1-1,0 1 1,1 0 0,-1-1-1,1 1 1,-1-1 0,0 1-1,1 0 1,-1-1 0,0 1-1,0-1 1,1 1 0,-1-1-1,0 1 1,0 0 0,0-1-1,0 1 1,1-1 0,-1 1-1,0-1 1,0 0 0,0 1-1,0-1 1,0 1 0,0-1-1,0 1 1,0-1 0,0 1 0,-1-1-1,1 1 1,0-1 0,0 1-1,0-1 1,-1 1 0,1 0-1,0-1 1,0 1 0,-1-1-1,1 1 1,0 0 0,-1-1-1,1 1 1,-1-1 0,1 1-1,0 0 1,-1 0 0,1-1-1,-1 1 1,-6-6 20,7 6-20,-1 0-1,1 0 1,0 0 0,-1 0 0,1 0-1,0 0 1,-1 0 0,1 0-1,0-1 1,-1 1 0,1 0-1,0 0 1,0 0 0,-1 0 0,1-1-1,0 1 1,0 0 0,-1 0-1,1-1 1,0 1 0,0 0 0,0-1-1,-1 1 1,1 0 0,0-1-1,0 1 1,0 0 0,0 0-1,0-1 1,0 1 0,0 0 0,0-1-1,0 1 1,0-1 0,0 1-1,0 0 1,0-1 0,0 1-1,0 0 1,0-1 0,0 1 0,0 0-1,0-1 1,0 1 0,0 0-1,1 0 1,-1-1 0,0 1-1,0 0 1,0-1 0,1 1 0,-1 0-1,0 0 1,0-1 0,1 1-1,-1 0 1,0 0 0,0 0 0,1 0-1,-1-1 1,0 1 0,1 0-1,-1 0 1,0 0 0,1 0-1,-1 0 1,8-7 22,-8 7-20,1-1-1,0 0 1,-1 1-1,1-1 1,-1 0-1,1 1 1,-1-1-1,0 0 1,1 0-1,-1 0 1,0 0 0,1 1-1,-1-1 1,0 0-1,0 0 1,0 0-1,0 0 1,0 0-1,0-1 1,5-16 18,-1 14-11,0-1 1,0 0-1,1 1 0,-1 0 0,1 0 0,0 0 0,0 1 0,8-4 0,52-24 70,-28 15-35,2 1-36,1 1 1,0 2-1,1 1 0,0 3 0,63-6 0,-99 13-4,17-2-16,0 1 1,1 1 0,-1 1-1,0 1 1,27 5-1,-42-5 33,0 1 0,1 0-1,-1 0 1,0 1 0,0 0-1,0 1 1,0-1 0,-1 1 0,1 0-1,-1 1 1,0 0 0,0 0-1,-1 0 1,1 0 0,7 12 0,-10-13 47,0 0 0,0 1 0,-1-1 0,1 0 0,-1 1 0,0-1 0,0 1 0,-1 0 0,0 0 0,1 0 0,-2-1 0,1 1 0,0 0 0,-1 0 0,0 0 0,0 0 0,-1 0 0,1 0 0,-1 0 0,0 0 0,0 0 0,-1 0 0,0-1 0,0 1 0,0 0 0,0-1 1,-4 7-1,-7 7-8,-3 7 129,12-6-4433,4-36-2201,0-4-1067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452 124 1841,'136'-41'9964,"16"0"-7269,-54 6 1440,-96 34-3891,0 0-1,0 0 1,1 1 0,-1-1-1,0 0 1,0 1-1,1-1 1,-1 1-1,0 0 1,3 0 0,1 0 104,-1 0 373,-5 1-651,0-1 1,-1 1 0,1 0 0,0 0 0,0-1 0,0 1-1,0 0 1,0 0 0,0-1 0,0 1 0,0 0 0,0-1-1,0 1 1,0 0 0,0 0 0,1-1 0,-1 1 0,0 0-1,0-1 1,1 1 0,-1 0 0,1-1 0,-1 1 0,0-1 0,1 1-1,-1 0 1,1-1 0,1 2 0,1-1 2,0 1 0,1-1 0,-1 1 0,0 0 0,0 1 0,0-1 1,0 0-1,-1 1 0,1 0 0,0-1 0,-1 1 0,0 0 0,0 0 0,0 1 0,0-1 0,0 0 1,-1 1-1,1-1 0,-1 1 0,0-1 0,0 1 0,0-1 0,-1 1 0,1 5 0,-1 4 147,1-6-94,-1 0 0,0 1 0,0-1-1,0 1 1,-1-1 0,0 0 0,-1 1 0,0-1 0,0 0 0,0 0 0,-1 0-1,0 0 1,0-1 0,-6 10 0,-13 12 568,11-11-219,-2 0 1,0-2-1,-1 1 0,0-2 0,-1 0 0,-18 13 0,-45 39-143,-2 3-290,45-41-42,-2-3 0,0 0 0,-2-3 0,-80 34 0,91-47 0,-1 0 0,0-2 0,-39 4 0,57-10 0,0 0 0,0-1 0,0 0 0,0 0 0,0-1 0,0-1 0,0 0 0,0 0 0,0-1 0,1-1 0,-1 1 0,-18-11 0,26 12 0,1 0 0,0 1 0,0-1 0,0 0 0,0 0 0,0 0 0,0 0 0,0 0 0,1-1 0,-1 1 0,1-1 0,-1 1 0,1-1 0,0 1 0,0-1 0,-1-3 0,1-2 0,0 0 0,0-1 0,1 1 0,0-10 0,0 4 0,0 12 0,0-1 0,1 1 0,-1 0 0,0-1 0,1 1 0,0 0 0,-1 0 0,1 0 0,0 0 0,0 0 0,0 0 0,0 0 0,1 0 0,-1 0 0,0 0 0,1 0 0,0 1 0,-1-1 0,1 1 0,0-1 0,0 1 0,-1-1 0,1 1 0,0 0 0,0 0 0,1 0 0,-1 0 0,4 0 0,5-3 0,1 2 0,0 0 0,1 0 0,14 0 0,-18 1 0,32 0 0,0 1 0,50 7 0,-47-2 0,472 65 0,-302-20-1206,-136-29-2947,92 11 1,-66-24-11260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34 1040,'32'-27'7764,"-32"20"-3362,0 14-1200,0-1-81,0 2-960,0 5-320,33 64 1520,-33 53 161,0 8-1921,-33-1-849,-32 0-752,0-20 0,-1 1 0,1 5 0,0-13 0,65-6-912,32-21-10454,34-29-4001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78 1441,'-2'1'3506,"9"3"-2530,29 1 1338,0-1 0,1-2 0,49-3 0,123-19 1670,-157 14-3044,324-28 3173,10 31-1277,-224 19-1683,40 0 322,482-24 1513,-285-16-2866,170-5-145,235 49 23,-637 1 0,-68-8 0,11 0 0,204 51 0,-268-53 0,-19-5 0,0 2 0,36 14 0,12 7 0,41 18 0,-75-29 0,1-2 0,1-2 0,0-2 0,1-1 0,1-3 0,57 4 0,280-8 0,-184-8 0,225 9 0,-52-4 0,-334-2 131,-30-1-1,-14 0-1437,-63-13-12312,-12 2 4001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4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1 1281,'0'1'114,"-1"0"-1,1 0 1,-1 0 0,0 1 0,1-1 0,-1 0 0,0 0 0,0 0 0,0-1 0,0 1 0,0 0 0,0 0 0,0 0 0,0-1-1,0 1 1,0 0 0,0-1 0,0 1 0,-1-1 0,1 0 0,0 1 0,0-1 0,0 0 0,-2 1 0,-4 1 426,-30 14 2967,-46 27 0,65-32-2919,1 0-1,0 2 0,1 0 1,-19 19-1,26-20-309,1 0 1,-1 1-1,2 0 1,0 0-1,1 1 1,-6 15-1,11-25-239,-11 28 318,9-23-260,0 0-1,-1 0 1,0 0-1,-8 12 1,-1-2 151,1 0-1,-11 24 1,20-34-113,-1 0 1,2 0 0,-1 1-1,1-1 1,1 0-1,-1 1 1,1 15-1,1-12 82,-2 0-1,1 0 0,-2 0 0,-7 24 0,6-25-5,1 1-1,0 0 1,0 0 0,0 26 0,3 169 1336,-1-204-1512,1 1 0,0-1 0,-1 0 0,0 1-1,0-1 1,0 0 0,-1 1 0,1-1 0,-1 0-1,0 0 1,-4 6 0,-4 8 107,10-17-132,-1 1-1,0-1 0,1 1 0,-1-1 0,1 1 0,0 0 0,-1-1 0,1 1 0,0-1 0,0 1 0,0 0 1,0-1-1,0 1 0,1-1 0,-1 1 0,0-1 0,1 1 0,-1 0 0,1-1 0,-1 1 0,1-1 1,0 0-1,0 1 0,0-1 0,0 0 0,0 1 0,0-1 0,0 0 0,0 0 0,1 1 0,0 0 4,0 0-1,-1-1 1,1 1-1,-1 0 0,0 0 1,1 0-1,-1 0 1,0 0-1,0 1 0,0-1 1,-1 0-1,1 0 0,-1 0 1,1 1-1,0 3 1,-1 26 173,1-33-199,0 1 1,0-1-1,1 0 0,-1 0 0,0 1 0,1-1 0,-1 1 0,1-1 0,-1 1 0,0-1 0,1 1 1,-1 0-1,1 0 0,-1 0 0,1 0 0,-1 0 0,1 0 0,-1 0 0,1 0 0,1 1 0,52 4 410,-43-4-349,56 1 414,-28-3-284,260-8 769,-104-2-604,851-73 2142,-745 41-2185,174-21 481,-233 34-324,518-44 740,-465 64-608,382 35 1,-5 62-510,-559-68-80,202 47 0,0 13 0,-184-47 0,34 6 0,536 81 0,-600-99 0,-60-10 0,74 6 0,53-15 0,-161 0 0,0-1 0,0 0 0,-1 0 0,1-1 0,0 0 0,0 0 0,13-5 0,1 1 0,10 3 0,-4-4 0,-28 6-143,0 0 1,1 0-1,-1 0 0,1-1 1,-1 1-1,0 0 0,1 0 1,-1-1-1,0 1 1,1 0-1,-1-1 0,0 1 1,1 0-1,-1-1 0,0 1 1,0-1-1,1 1 0,-1 0 1,0-1-1,0 1 0,0-1 1,0 1-1,0-1 0,1 1 1,-1 0-1,0-1 1,0 1-1,0-1 0,0 1 1,0-1-1,-1 0 0,-11-27-10664,-42-48-3867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50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52 1040,'27'-40'8684,"-23"33"-5771,-8 6-1010,-1 1-1330,5 0-518,-1 0 1,0-1-1,1 1 1,-1 0 0,0 0-1,1 0 1,-1 0-1,0 0 1,1 0 0,-1 0-1,0 0 1,0 0 0,1 0-1,-1 0 1,0 0-1,1 0 1,-1 1 0,0-1-1,1 0 1,-1 1-1,0-1 1,1 0 0,-1 1-1,1-1 1,-1 1-1,1-1 1,-1 1 0,1-1-1,-1 1 1,1-1-1,-1 1 1,1-1 0,0 1-1,-1 0 1,1-1-1,0 1 1,0-1 0,-1 1-1,1 0 1,0-1-1,0 3 1,0-2 371,-5-1 120,-12 0 66,16-1-495,1 1-1,-1-1 0,1 1 1,0-1-1,-1 0 0,1 1 1,-1-1-1,1 0 0,0 1 1,0-1-1,-1 0 1,1 0-1,0 1 0,0-1 1,0 0-1,0 0 0,0 1 1,0-1-1,0-1 0,0-2 1353,1 17 116,0 30 1012,0-28-2012,-1 1-1,0-1 0,0 0 1,-2 1-1,0-1 1,-7 27-1,-3-17-256,-1 0-1,0 0 0,-23 28 1,-10 20-82,28-42-212,-9 12-28,2 2 1,2 0-1,3 2 1,-30 96-1,40-104-7,3 0 0,1 0 0,2 1 0,2 0 0,1 0 0,2-1 0,2 1 0,1 0 0,3-1 0,13 49 0,-6-42 0,1-2 0,3 0 0,2 0 0,1-2 0,2-1 0,2-1 0,2 0 0,32 35 0,-45-60-158,0 0 0,2-2 0,-1 0-1,1 0 1,1-2 0,0 0 0,1-1 0,0 0 0,1-2 0,35 12 0,49 4-8540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1431 2801,'37'-36'4177,"-24"26"-2891,-1-2 0,0 0 0,0 0 1,-2-1-1,0-1 0,9-14 0,-7 0 1249,-8 20-1906,-1 0 1,1 0-1,1 0 1,5-8-1,88-129 4200,-92 135-4494,0 0 0,-1-1 0,0 0 0,-1 0 0,4-19 0,-5 18-134,0 1-1,1-1 1,1 1 0,-1 0 0,2 1-1,6-12 1,61-67 753,-21 27-667,-14 16-224,-10 14-15,30-49 1,-18 7 84,-2 21-53,15-20-107,-26 31-408,-10 15 158,15-30 0,-28 48 301,-1 1 0,0-1 0,0 0 0,0 0 0,-1 0 0,-1 0 0,1 0 0,-1-10 0,-1 13-1,0 1 1,1-1 0,0 1-1,0-1 1,0 1-1,1 0 1,0-1 0,0 1-1,0 0 1,4-6-1,3-8 38,-8 17-55,-1 1 1,1 0-1,0-1 1,-1 1-1,0-1 1,1 1-1,-1-1 0,0 1 1,0-1-1,0 0 1,0 1-1,0-1 1,0 1-1,0-1 1,0 1-1,-1-1 0,1 1 1,-1-1-1,1 1 1,-1 0-1,0-1 1,1 1-1,-1-1 1,0 1-1,0 0 1,0 0-1,0 0 0,0-1 1,0 1-1,0 0 1,-2-1-1,2 1 15,-1 0 1,1 0-1,0-1 0,0 1 0,-1-1 0,1 1 0,0-1 0,0 1 1,1-1-1,-1 1 0,0-1 0,0 0 0,1 1 0,-1-1 0,1 0 1,-1 0-1,1-2 0,-1 3-5,1 0 0,-1 0 0,1 0 0,-1 1 0,0-1-1,1 0 1,-1 0 0,0 0 0,0 1 0,0-1 0,1 0 0,-1 1 0,0-1 0,0 1 0,0-1 0,0 1 0,0-1 0,0 1 0,0 0 0,0-1 0,-1 1 0,1 0 0,0 0 0,0 0-1,0 0 1,0 0 0,0 0 0,0 0 0,-2 1 0,-1-2 39,-10 1 10,-1 1 0,0 0 0,1 1 0,-22 5-1,-55 17 26,75-19-76,1 1 0,0 1 1,0 0-1,-17 12 0,23-14-18,-171 123 94,99-66-55,54-42-35,1 2 0,2 1 0,0 1 0,-33 43 0,46-48 0,1 1 0,0-1 0,2 2 0,0-1 0,-7 35 0,6-26 0,-1 5 0,-7 48 0,6 31 0,4-76 0,4-24 0,1-1 0,-2 25 0,6-17 0,1 0 0,1 0 0,1-1 0,1 0 0,0 0 0,10 20 0,-4-9 0,-6-15 90,0 1 1,1-2-1,13 21 0,-16-29-240,0-1-1,0 0 1,1 1-1,0-2 0,0 1 1,0-1-1,1 1 0,-1-2 1,1 1-1,0 0 1,9 3-1,-4-3-1069,0-1 0,1 1 0,0-2 0,-1 0 1,1 0-1,0-1 0,21-1 0,-16-1-3044,-1-2-1,0 0 1,0-1-1,23-9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1 341 560,'0'-1'110,"1"0"0,-1 0-1,1 0 1,0 1 0,-1-1 0,1 0-1,-1 1 1,1-1 0,0 1 0,0-1-1,-1 1 1,1-1 0,0 1 0,0-1-1,0 1 1,0 0 0,-1-1 0,1 1-1,0 0 1,0 0 0,0-1 0,0 1-1,0 0 1,1 0 0,0 0 188,-1-1 66,-1-1 0,1 1-1,0-1 1,-1 1 0,1-1 0,-1 1 0,1-1 0,-1 1 0,0-1 0,0 1 0,0-1 0,0 0 0,0 1 0,0-1 0,0 1 0,-1-4 0,1 4-122,0 0-116,0 0-1,0 0 1,0-1-1,1 1 0,-1 0 1,0 0-1,1 0 1,-1 0-1,1-1 1,-1 1-1,1 0 1,-1 0-1,1 0 0,0 0 1,-1 0-1,1 0 1,0 0-1,0 1 1,0-1-1,0 0 1,0 0-1,0 1 0,2-2 1,-2 1-16,0 1 0,0-1 1,0 0-1,0 0 0,0 0 0,0 0 0,0 0 1,0 0-1,0 0 0,0 0 0,0 0 1,-1 0-1,1 0 0,0-1 0,-1 1 0,1 0 1,-1 0-1,1-1 0,-1 1 0,0 0 1,0-1-1,1 1 0,-1-3 0,-2-24 2371,1 20-1986,1 0 0,-1 1 0,1-1 0,1 0 0,-1 1 0,1-1 0,1 0 1,3-13-1,5 5 169,-8 13-541,0 1 0,0-1 0,0 0 0,-1 0 1,1 1-1,-1-1 0,0 0 0,0 0 0,0-1 0,0 1 0,-1 0 0,1 0 0,-1-5 0,0 6-61,0 0 0,1 0-1,-1 0 1,0 0 0,1 0-1,-1 0 1,1 0 0,-1 0-1,1 1 1,0-1 0,0 0-1,0 0 1,0 0 0,0 1-1,0-1 1,1 1 0,-1-1-1,0 1 1,1-1 0,2-1-1,4-4 165,-7 5-160,0 0 0,1 0 0,-1 1 0,1-1-1,0 1 1,-1-1 0,1 1 0,0 0 0,0 0 0,0-1-1,0 1 1,4-1 0,0 0 52,27 37 1376,-32-32-1465,0 0-1,1-1 1,-1 1-1,-1 0 1,1 0 0,0 0-1,-1 0 1,1 0-1,-1 0 1,0 0 0,0 0-1,0 0 1,-1 0-1,0 4 1,0 6 116,1 53 735,0-66-874,1 1 0,-1 0 1,0-1-1,0 1 0,0-1 0,0 1 0,0-1 0,0 1 1,0-1-1,0 1 0,-1 0 0,1-1 0,0 1 1,0-1-1,0 1 0,-1-1 0,1 1 0,0-1 1,0 1-1,-1-1 0,1 0 0,0 1 0,-1-1 1,1 1-1,-1-1 0,1 0 0,-1 1 0,-12 2-21,13-3 14,1 0-1,-1 0 1,0 0 0,0 0 0,0-1-1,0 1 1,0 0 0,1 0 0,-1 0-1,0 0 1,0 0 0,0 0 0,0 0-1,1 0 1,-1-1 0,0 1 0,0 0-1,0 0 1,0 0 0,1 0 0,-1 0-1,0 0 1,0 0 0,0 0 0,1 0-1,-1 0 1,0 0 0,0 0 0,0 0-1,1 0 1,-1 0 0,0 1 0,0-1-1,0 0 1,0 0 0,1 0 0,-1 0-1,0 0 1,0 0 0,0 1 0,0-1-8,-1 0 0,0 0 0,1 0 1,-1 0-1,0 0 0,1 0 1,-1 0-1,0 0 0,1 0 0,-1 0 1,0-1-1,1 1 0,-1 0 1,1 0-1,-1-1 0,0 1 0,1 0 1,-1-1-1,1 1 0,-1-1 0,1 1 1,-1 0-1,1-1 0,-1 1 1,0-2-1,35-17 8,-1-1 1,39-32-1,-53 38 3,-8 6 16,1 0-1,0 1 1,0 0 0,1 1 0,0 0 0,0 1-1,0 1 1,24-6 0,-20 7 51,0 0-1,-1 1 1,2 1-1,-1 0 1,0 1 0,33 5-1,-43-3-43,0 0 0,0 0 0,0 1 0,-1 0 0,1 0 0,-1 0-1,0 1 1,0 0 0,0 0 0,-1 1 0,1-1 0,-1 1 0,0 0 0,7 11 0,-9-13-99,-1 0 1,1 0 0,-1 0-1,0 0 1,0 1 0,0-1-1,0 1 1,-1-1 0,0 1-1,1 0 1,-1 0-1,-1 0 1,1-1 0,0 7-1,-1-3-797,-1-1-1,0 1 0,-1-1 0,1 1 0,-1-1 0,-5 12 0,6-15-685,0 0 0,0 1-1,0-1 1,1 1-1,-1-1 1,1 1 0,0 5-1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4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39 2961,'21'-5'1044,"-11"4"-209,-1-1 1,1 0-1,-1-1 1,0 0-1,16-8 0,-14 4 1980,-2 5-1177,-3 0-287,-38 6 5478,8-1-5802,0 2 0,0 0 0,1 2 0,-39 16 1,17-3-254,2 1 0,1 3 0,1 1 0,-72 58 1,95-68-613,1 1 0,0 1 1,1 1-1,1 0 0,0 1 1,2 0-1,0 1 0,2 1 1,0 0-1,1 1 0,1 0 1,-9 34-1,13-31-162,2 1 0,1-1 0,1 35 0,1-57 0,-1 16 0,1 1 0,1-1 0,1 0 0,1 1 0,1-1 0,0 0 0,1-1 0,1 1 0,1-1 0,1 0 0,0 0 0,16 22 0,-11-21-100,1 0 0,0-1 0,2 0 0,0-1 0,32 25 0,-32-31-778,0 0 0,0-1 0,1 0 1,25 9-1,0-5-5768,74 15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63 80,'7'0'1031,"1"-1"-1,0-1 1,-1 1-1,1-1 1,-1 0-1,0-1 1,0 0-1,11-5 1,30-13 2206,-37 17-2801,0 0-1,0 1 0,1 0 0,0 1 0,-1 0 0,1 1 0,0 1 0,-1-1 0,1 2 0,0 0 0,0 0 0,17 4 0,-19-2-296,-3-3-55,-1 2 0,1-1 0,-1 1 0,0 0 0,1 0 0,-1 0 0,0 1 0,-1 0 0,1 0 0,0 1 1,8 7-1,-5-3 104,0 1 1,-1 0 0,0 1 0,7 10 0,-13-17-146,-1 0 0,1 1 0,0-1 1,-1 1-1,0-1 0,1 1 0,-1-1 0,-1 1 0,1 0 0,0 0 0,-1-1 1,0 1-1,0 0 0,0 0 0,0-1 0,-1 1 0,-1 6 0,-3 3 83,-1 1 0,0-1-1,-1-1 1,0 1 0,-1-1-1,0-1 1,-1 1 0,-1-1-1,1-1 1,-20 16 0,-4 1 511,-2-1 1,-49 27-1,66-43-323,0 0-1,0-1 0,-1-2 1,0 1-1,-30 5 1,41-11-262,-1 0 1,1-1-1,-1 0 1,1-1-1,-1 0 1,1 0 0,0-1-1,-1 0 1,1 0-1,-1-1 1,1 0-1,0-1 1,0 0-1,0 0 1,-13-8-1,2 1-24,-13-12 84,30 20-125,1 0 0,-1 1 0,1-1 0,0 0 0,0 0 0,0 0 0,0 0 0,0 0 1,0 0-1,1 0 0,-1 0 0,0 0 0,1-1 0,0 1 0,0 0 0,-1-4 0,2 5-10,0 0-1,0-1 1,-1 1 0,1-1-1,0 1 1,0 0-1,0 0 1,0 0-1,0-1 1,1 1-1,-1 0 1,0 0-1,0 1 1,1-1 0,-1 0-1,0 0 1,1 1-1,-1-1 1,1 0-1,1 1 1,31-12-432,-30 12 470,-1 0 0,1 0 0,-1 0 0,0 0 0,1 1 0,-1-1 0,0 1 0,1 0 0,-1-1-1,0 2 1,0-1 0,0 0 0,0 1 0,0-1 0,0 1 0,0 0 0,0 0 0,3 4 0,12 5 382,3 3 207,40 25 956,1-2-1,69 28 1,-107-55-1496,0-1 0,1-1-1,0-1 1,0-2 0,0 0 0,1-2 0,0 0 0,-1-2 0,51-4 0,-50-1-533,0-1 0,0-1-1,28-11 1,-26 7-2748,35-20 1,35-24-9657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7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57 1601,'5'-1'989,"109"-27"8794,-69 18-6578,85-6-1,-110 15-2457,0 1 0,1 1 1,39 6-1,-55-6-564,0 0-1,0 0 1,0 1 0,1 0-1,-2 0 1,1 0 0,0 0 0,0 1-1,-1 0 1,1 0 0,-1 0-1,0 0 1,0 1 0,0-1-1,0 1 1,-1 0 0,1 1 0,-1-1-1,3 5 1,-5-6-71,1 0-1,-1 0 1,0 0 0,0 1 0,-1-1-1,1 0 1,0 0 0,-1 1 0,0-1-1,0 0 1,0 0 0,0 1 0,0-1-1,-1 0 1,0 1 0,1-1-1,-1 0 1,0 0 0,-1 0 0,1 0-1,0 0 1,-1 0 0,0 0 0,-3 4-1,-2 1 49,-1 0-1,0 0 1,0-1-1,-1 0 0,1-1 1,-1 0-1,-12 6 1,-48 21 293,-1-2 1,-1-4-1,-126 30 1,171-50-333,8-2 2,1 0 0,-1-2 1,0 1-1,0-2 0,0-1 0,0 0 1,-33-3-1,51 2-117,0-1 0,-1 1 1,1 0-1,0 0 0,-1 0 1,1-1-1,0 1 0,0 0 0,-1 0 1,1-1-1,0 1 0,0 0 1,-1 0-1,1-1 0,0 1 1,0 0-1,0-1 0,0 1 0,-1 0 1,1-1-1,0 1 0,0 0 1,0-1-1,0 1 0,0-1 0,0 1 1,0 0-1,0-1 0,0 1 1,0 0-1,0-1 0,0 1 1,0 0-1,0-1 0,1 1 0,-1-1 1,0 1-1,0 0 0,0 0 1,0-1-1,1 1 0,-1 0 0,0-1 1,0 1-1,1 0 0,-1 0 1,0-1-1,0 1 0,1 0 0,-1 0 1,0 0-1,1-1 0,6-3-3,0 0 0,0 0-1,1 0 1,-1 1-1,1 0 1,0 1 0,8-2-1,3-2-4,37-10 2,0 2 0,94-10 0,-92 16 0,1 3 0,84 4 0,-122 2 0,0 1 0,0 2 0,-1 0 0,1 1 0,32 14 0,-45-17 0,0 1 0,0 0 0,-1 1 0,0 0 0,0 0 0,0 0 0,0 1 0,-1 0 0,9 9 0,-14-13 0,0 1 0,0-1 0,0 1 0,0-1 0,0 1 0,0 0 0,0-1 0,-1 1 0,1 0 0,-1 0 0,1 0 0,-1-1 0,0 1 0,1 0 0,-1 0 0,0 0 0,-1 2 0,1-1 0,-1 0 0,0 0 0,0-1 0,0 1 0,-1 0 0,1-1 0,-1 1 0,1-1 0,-1 1 0,0-1 0,0 0 0,0 1 0,-4 2 0,-20 15 0,0-2 0,-1-1 0,-49 23 0,47-25 0,11-6 0,0-2 0,0 0 0,-1-1 0,0 0 0,0-2 0,-1 0 0,-21 1 0,22-3 0,-2 1 0,-1-1 0,1-1 0,-1-1 0,1-1 0,-29-5 0,40 4-443,1-1-1,-1 0 1,1 0-1,-16-9 1,-10-13-9025,33 23 8556,1 1 0,0 0 1,0-1-1,0 1 1,0-1-1,1 1 1,-1-1-1,0 1 0,1-1 1,-1 1-1,1-1 1,-1 0-1,1 1 1,0-1-1,0 0 0,-1 1 1,1-1-1,1-3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2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77 1681,'0'-4'507,"-1"-1"538,1 0 0,0-1 0,1 1 0,-1 0 0,3-9 0,-2 13-899,0-1-1,-1 1 0,1 0 0,0 0 1,0-1-1,0 1 0,1 0 0,-1 0 1,0 0-1,0 0 0,0 0 1,1 1-1,-1-1 0,0 0 0,1 1 1,-1-1-1,1 1 0,1-1 0,30-12 3044,-28 11-1602,-2 16 2472,12 0-2787,5 4-373,2 5 14,0 1 1,-2 1 0,30 49 0,-47-67-805,0 0 1,-1 1-1,-1-1 1,2 10 0,2 6 115,1-1-7,-4-17-134,0 1 0,0 0-1,-1 0 1,0 0 0,1 9 0,-3-5 86,-1 0 1,-1 0-1,1 0 1,-2 0-1,1-1 1,-1 1 0,-1-1-1,-6 11 1,-8 20 668,-35 95 507,35-82-788,-2-2 0,-49 88 0,43-98-558,27-39-286,-1 0 0,0-1 0,0 1 0,0 0 0,1-1 0,-1 0 0,-1 1 0,1-1 0,0 1 0,0-1 0,0 0 0,-1 0 0,1 0 0,-1 0 0,1 0 0,-1 0 0,-1 1 0,4-9-5173,15-9-1054,16-15-8654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1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7538 821 1601,'0'0'2534,"1"-9"3447,0 8-5829,-1 1 0,0-1-1,0 0 1,0 1 0,0-1 0,0 0 0,0 0-1,0 1 1,0-1 0,0 0 0,0 0 0,0 1-1,-1-1 1,1 0 0,0 1 0,-1-1 0,1 0 0,0 1-1,-1-1 1,1 0 0,0 1 0,-1-1 0,1 1-1,-1-1 1,1 1 0,-1-1 0,0 0 0,-17-4 1273,0-1 0,1-1 0,-1-1 0,2 0 0,-28-19 0,-43-6 2137,51 20-2109,31 11-1270,0 1 0,-1-1 0,1 0 0,0-1 0,1 1 0,-6-4 0,-42-14 951,11 6-427,23 7-362,-2 1 0,-33-6 0,-19-5 253,4-1-519,43 12-78,-45-17-1,-60-20 0,49 18 0,-1 3 0,-136-18 0,73 31 0,51 5 0,-53 8 0,126-2 0,-98 2 0,33-6 0,25 0 0,-81 8 0,62-1 0,-114-7 0,49-1 0,37 2 0,47-3 0,-95-4 0,108 7 0,-79-12 0,68 5 0,19 3 0,-2 1 0,-1-2 0,1-2 0,-42-14 0,51 9 0,0-2 0,1-1 0,-53-37 0,45 22 0,28 22 0,1 0 0,-1 1 0,-17-9 0,6 5 0,-1 2 0,-1 0 0,0 2 0,0 1 0,0 0 0,-1 2 0,-35-2 0,-114-23 0,-8 0 0,141 27 0,11 2 0,-54-10 0,73 9 0,-1 0 0,0 0 0,-16 1 0,-34-6 0,49 4 0,1 1 0,-1 1 0,1 0 0,-21 1 0,-14 1 0,20-1 0,-168 5 0,29 10 0,-247 41 0,358-45 0,-56 5 0,96-14 0,0 0 0,0 1 0,-28 9 0,35-8 0,-10-1 0,-13 0 0,19 0 0,7-1 0,1 0 0,-1-1 0,1 1 0,-1-1 0,0 0 0,0-1 0,-6 1 0,-1 0 0,8-1 0,1 1 0,0-1 0,-1 1 0,1 0 0,0 0 0,0 0 0,0 0 0,0 1 0,0-1 0,0 1 0,0 0 0,-4 4 0,-2 0 0,0 0 0,-1 0 0,0-1 0,-19 6 0,-28 15 0,3-4 0,51-18 0,0-1 0,-1 1 0,0-1 0,1 0 0,-1 0 0,0-1 0,0 1 0,-1-1 0,1 0 0,0-1 0,-1 1 0,-6 0 0,5 0 0,-1 1 0,1-1 0,-1 1 0,1 1 0,0 0 0,0 0 0,1 0 0,-1 1 0,-8 7 0,8-6 0,0-1 0,0 1 0,-1-2 0,-14 8 0,-3-3 0,19-7 0,0 0 0,0 0 0,0 0 0,1 1 0,-1 0 0,1 0 0,-1 0 0,1 1 0,0-1 0,0 1 0,1 0 0,-1 1 0,-4 4 0,-3 6 0,-1-1 0,-1-1 0,0 0 0,-1-1 0,-21 14 0,-43 37 0,54-37 0,-16 13 0,28-31 0,12-8 0,0 1 0,0-1 0,0 1 0,0-1 0,0 1 0,0-1 0,0 1 0,0-1 0,0 1 0,0 0 0,0-1 0,1 1 0,-1 0 0,0 0 0,0 0 0,1 0 0,-1-1 0,1 1 0,-1 0 0,1 0 0,-1 0 0,1 0 0,0 0 0,-1 0 0,1 1 0,0-1 0,0 1 0,-1-1 0,1 1 0,-1-1 0,1 1 0,-1-1 0,0 1 0,0-1 0,1 0 0,-1 1 0,0-1 0,0 0 0,0 0 0,0 0 0,-1 0 0,1 0 0,0 0 0,0 0 0,-1 0 0,1 0 0,0 0 0,-1-1 0,1 1 0,-1-1 0,1 1 0,-1-1 0,1 1 0,-1-1 0,-1 0 0,1 0 0,1 1 0,-1-1 0,1 0 0,-1 1 0,1-1 0,-1 1 0,1-1 0,-1 1 0,1 0 0,0-1 0,-1 1 0,1 0 0,0 0 0,0 0 0,-1 0 0,1 0 0,0 0 0,0 0 0,0 1 0,0-1 0,1 0 0,-1 1 0,0-1 0,0 0 0,1 1 0,-1-1 0,0 3 0,1-3 0,0 1 0,-1 0 0,1-1 0,-1 1 0,0 0 0,1-1 0,-1 1 0,0-1 0,0 1 0,0-1 0,0 0 0,0 1 0,0-1 0,0 0 0,0 0 0,-1 0 0,1 0 0,0 0 0,-1 0 0,1 0 0,-1 0 0,1 0 0,-1-1 0,0 1 0,1 0 0,-3 0 0,-3 2 0,-22 11 0,1 2 0,-40 29 0,-60 41 0,93-63 0,4-4 0,0-2 0,-38 16 0,64-31 0,0 1 0,-1 1 0,1-1 0,1 1 0,-1 0 0,0 0 0,-4 6 0,-7 5 0,16-15 0,-1 1 0,1-1 0,0 0 0,-1 1 0,1-1 0,-1 1 0,1-1 0,0 1 0,-1-1 0,1 1 0,0-1 0,0 1 0,0-1 0,-1 1 0,1-1 0,0 1 0,0 0 0,0-1 0,0 1 0,0-1 0,0 2 0,0-2 0,0 0 0,0 0 0,0 0 0,0 1 0,0-1 0,0 0 0,0 0 0,0 0 0,0 1 0,0-1 0,0 0 0,0 0 0,0 1 0,0-1 0,-1 0 0,1 0 0,0 0 0,0 1 0,0-1 0,0 0 0,0 0 0,0 0 0,-1 0 0,1 1 0,0-1 0,0 0 0,0 0 0,0 0 0,-1 0 0,1 0 0,0 0 0,0 1 0,0-1 0,-1 0 0,1 0 0,0 0 0,0 0 0,0 0 0,-1 0 0,1 0 0,0 0 0,-1 0 0,-15 0 0,32-5 0,-15 5 0,-1-1 0,1 1 0,-1 0 0,0 0 0,1 0 0,-1-1 0,0 1 0,1 0 0,-1 0 0,0-1 0,1 1 0,-1 0 0,0-1 0,0 1 0,1 0 0,-1-1 0,0 1 0,0 0 0,0-1 0,1 1 0,-1 0 0,0-1 0,0 1 0,0-1 0,0 1 0,0 0 0,0-1 0,0 1 0,0-1 0,0 0 0,4-8 0,18-1 0,-6-11 0,9 4 0,-14 11 0,-1-1 0,0-1 0,-1 0 0,13-13 0,-12 10 0,-1 0 0,-1 0 0,13-22 0,-18 26 0,0 1 0,0-1 0,-1 0 0,0 0 0,-1 0 0,1 0 0,-1 0 0,-1 0 0,1-8 0,0-7 0,0 17 0,-1 0 0,1 0 0,-1 0 0,0 0 0,0 0 0,-1-1 0,0 1 0,1 0 0,-2 0 0,1 1 0,0-1 0,-1 0 0,-4-8 0,0 8 0,1 1 0,-1-1 0,0 1 0,-1 0 0,1 1 0,-1-1 0,0 2 0,1-1 0,-1 0 0,0 1 0,-1 1 0,-13-3 0,-3 1 0,-1 1 0,-44 1 0,45 3-83,0 1 0,0 0 0,0 2-1,1 1 1,-43 16 0,51-16-639,0 0 0,0 1 0,1 1 0,-19 12 0,30-18 191,1-1-1,-1 1 1,1 0-1,0 0 0,0 0 1,0 0-1,0 0 0,0 0 1,0 0-1,1 1 0,-1-1 1,1 1-1,-1-1 0,1 1 1,0 0-1,0-1 0,-1 6 1,2-6-285,1 0 0,0 0 0,-1-1 0,1 1 0,0 0 0,0 0 0,0-1 0,0 1 0,0 0 0,0-1 1,0 1-1,1-1 0,-1 1 0,0-1 0,1 0 0,-1 0 0,4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99 675 320,'0'-2'136,"0"1"1,-1 0-1,1 0 0,0 0 1,0 0-1,-1 0 0,1 0 1,-1 0-1,1 0 0,-1 0 1,1 0-1,-1 1 0,1-1 0,-1 0 1,0 0-1,1 0 0,-1 1 1,0-1-1,0 0 0,0 1 1,0-1-1,0 0 0,0 1 1,1 0-1,-1-1 0,0 1 1,0-1-1,-2 1 0,-4-4 353,-5-5 349,10 8-746,1 0 0,-1 0-1,0 0 1,0-1 0,1 1-1,-1 0 1,1-1 0,-1 1-1,1-1 1,0 0 0,-1 0-1,1 1 1,0-1 0,0 0-1,0 0 1,1 0 0,-1 0-1,0 0 1,1 0 0,-1 0-1,0-3 1,2 3-1,-2 0 1,1 1 0,0-1-1,0 0 1,0 1 0,-1-1-1,1 0 1,-1 1 0,0-1-1,1 0 1,-1 1 0,0-1-1,0 1 1,0 0 0,0-1-1,0 1 1,0 0 0,0-1-1,0 1 1,-2-1 0,1 1 17,1-1 0,0 1 0,-1 0 0,1-1 0,0 1 0,0-1 0,0 0 0,0 1 0,0-1 0,0 0 0,0 0 1,0 0-1,1 1 0,-1-1 0,1 0 0,-1 0 0,1 0 0,0 0 0,0 0 0,0-2 0,0-31 1751,3-76 2549,-2 98-4058,2-1-1,-1 1 1,2 0 0,-1 0 0,2 0-1,6-14 1,37-59 2410,62-86 1,-104 155-2949,-11 16-5350,-17 9-345,11 3-574,-17-3 520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1761,'0'0'1921,"0"6"4161,33-6-3760,-1 0-1,34 8-80,-1-8-240,0 0-241,33-14-239,59-7 240,6-6-320,66-15-561,-99 1-880,34-1-560,-40 9-1921,6 12-5683,-64 13-6403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4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1841,'3'-7'8902,"8"5"-5690,12 10-3059,-22-7 399,4 1-312,1 1 240,1-1 1,-1 1-1,0 1 0,-1-1 0,1 1 1,-1 0-1,1 0 0,8 10 0,-8-9-160,1 0 0,0-1 1,0 1-1,0-2 0,1 1 0,15 5 0,92 31 1490,2-5 0,184 31-1,-247-58-1555,66-1 0,-80-5-114,77 11-1,-102-9-280,1 0 0,-1 1-1,0 0 1,17 10-1,-32-15 47,1 0 1,-1 0-1,1 1 0,0-1 0,-1 0 0,1 1 0,-1-1 0,1 0 0,-1 1 0,1-1 0,-1 1 0,1-1 1,-1 1-1,1-1 0,-1 1 0,1-1 0,-1 1 0,0-1 0,1 1 0,-1 0 0,0-1 0,0 1 1,1-1-1,-1 1 0,0 0 0,0-1 0,0 1 0,0 0 0,0-1 0,0 2 0,0-1-57,0-1 0,0 1 1,0-1-1,0 0 0,0 1 0,0-1 0,0 1 0,0-1 0,0 0 0,0 1 0,0-1 1,1 1-1,-1-1 0,0 0 0,0 1 0,0-1 0,0 1 0,1-1 0,-1 0 0,0 1 0,1-1 1,-1 0-1,0 1 0,0-1 0,1 0 0,0 1 0,9 4-3092,-6-1-1577,-22 0 76,16-3 4482,-30 7-5553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9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3522,'0'0'7376,"-5"0"-4214,-17 0 8110,27 0-9151,5 0-1233,1 1 1,-1 0 0,18 5 0,38 5-363,15-5-175,103 5-2127,-68-13-6883,-104 0 5071,1 1-1,-1-2 1,22-6 0,-2-4-2469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39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1601,'0'0'7203,"0"-7"-5362,33 7-400,-33-6-1,32-2-79,-32 2-81,65-1-159,-6 7-481,39 0-1760,65 13-6724,-65 1-1040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2:53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1196 152 1681,'-103'-25'9602,"15"3"-6012,76 20-3230,1 1 0,-1 0 0,0 1-1,0 0 1,-12 2 0,-2 0 56,-72 12 891,48-6-676,0 2-1,1 3 0,-78 29 0,71-15-169,-30 16-41,-66 39 87,140-75-497,0 1 0,0 0 0,1 1 0,0 0 0,0 1 0,1 0 0,-9 13 0,8 4-24,-11 0 14,11-7 0,9-16 0,0 0 0,0 0 0,0 0 0,-1-1 0,1 1 0,-1-1 0,0 0 0,-5 4 0,7-6 1,-7 5 41,1 1 0,0 0 0,0 0 0,-7 10 0,12-14-23,0 1-1,0 0 1,0 0 0,1 0-1,-1 0 1,1 0 0,0 0-1,1 0 1,-1 0 0,1 0 0,-1 1-1,1 3 1,0-6-2,0-1 0,0 1 0,0-1 0,1 0 1,-1 1-1,0-1 0,1 1 0,-1-1 0,0 0 0,1 1 0,-1-1 0,1 0 0,0 0 1,0 1-1,-1-1 0,1 0 0,0 0 0,0 0 0,0 0 0,0 0 0,0 0 1,2 1-1,4 5 96,36 35 674,-3-14-585,-33-24-180,0 0 0,-1 0 0,0 0 0,1 1-1,7 8 1,-6-3 22,-7-8-37,0 0 0,1 0 0,-1-1 0,1 1 0,-1 0-1,1-1 1,0 1 0,0-1 0,-1 1 0,1-1 0,0 0 0,0 0-1,1 0 1,3 1 0,5 2 218,0 1 0,-1 0 0,1 1 1,-1 0-1,0 0 0,-1 1 0,11 10 0,-12-7-34,-7-8-184,1 0 0,-1 0 0,1 0-1,-1 0 1,1-1 0,0 1 0,-1-1 0,1 1-1,0-1 1,0 0 0,0 0 0,0 0 0,0 0 0,4 2-1,22 9 38,-19-7-7,1-1-1,0 0 1,0 0 0,0-1-1,0-1 1,0 1 0,1-2-1,17 2 1,130-2-10,287-43 466,-393 31-421,58-18 0,6-3-203,-111 30 122,132-37-434,-119 33 372,0-1 0,0-1-1,-1-1 1,-1 0-1,31-24 1,-44 31 79,0 0-1,-1-1 1,1 1 0,-1-1-1,0 0 1,1 1-1,-1-1 1,-1 0 0,1 0-1,0-1 1,-1 1 0,0 0-1,1 0 1,-1-1 0,0 1-1,0-7 1,6-16 169,0 2-34,-2 13-108,-2-1-1,0 0 1,0 0 0,-1 0 0,0 0 0,0-13 0,-2 3-36,0 2 13,0-1 0,-4-22 1,3 36-25,-1-1 0,0 1 1,0-1-1,-1 1 1,0 0-1,0 0 0,-1 0 1,0 0-1,-5-7 1,-17-16-170,0 1 1,-37-30-1,58 55 149,-12-11-109,-1 2 1,-1 0-1,0 0 0,0 2 0,-40-17 0,-106-26-1239,127 43 804,26 8 19,0-1 0,1 0 0,-14-7 0,4-8-4752,-34 9-3548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5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69 3041,'0'0'3282,"-33"-8"-1,33 2-159,0 0-561,0-3-320,33 3-320,0 0-80,-1 0-241,34-3-319,-1 3-160,33 0-481,0 6-640,-7 0-1041,7 6-1520,0 0-1921,-32 3-1521,-34-3 1,-32 0 1199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1921,'32'8'3842,"33"-8"-81,66 7 481,32 7-1761,-32-1-5682,26-5-7364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6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327 102 3201,'7'-2'933,"-6"1"-715,1 1 0,-1 0 0,0-1 0,0 1 0,0 0 0,1-1 0,-1 0 1,0 1-1,0-1 0,0 0 0,0 1 0,0-1 0,0 0 0,0 0 0,0 0 0,0 0 0,0 0 0,-1 0 0,1 0 0,0 0 1,-1 0-1,1 0 0,0-1 0,-1 1 0,0 0 0,1 0 0,-1-1 0,1 0 0,-1 0 49,0 1 1,0 0-1,0 0 0,1-1 0,-1 1 1,1 0-1,-1 0 0,1 0 0,-1-1 1,1 1-1,0 0 0,0 0 1,-1 0-1,1 0 0,0 0 0,0 0 1,0 0-1,0 1 0,2-2 0,25-14 2012,-11 7-285,-13 6-1553,0 1 1,-1-1-1,1 1 0,0 0 1,0 0-1,0 0 0,0 1 1,5-2-1,1 1-107,-1 1 1,1 0-1,19 0 0,-23 1-219,0 0 1,0 1 0,0 0-1,-1 0 1,1 0-1,0 1 1,-1 0-1,1 0 1,-1 0-1,0 1 1,7 3-1,-1 3-10,1 0 0,19 19 0,-28-24-85,5 4 15,0 0 1,0 1 0,-1 0-1,-1 1 1,12 19-1,-16-24-9,0-1 0,0 1 0,0 0 0,-1 0 0,0 0 0,0 0 0,0 0 0,-1 1 0,1-1 0,-1 0 0,0 0 0,-1 0-1,1 0 1,-1 0 0,0 1 0,0-1 0,-4 9 0,-17 23 268,11 2-1,-11-5 174,20-29-333,0-1 1,-1 0-1,1 0 1,-1 0-1,0 0 0,0 0 1,-1 0-1,-6 6 1,10-10-131,-5 15 452,4-17-219,1 1-221,0 0 0,0 0 0,0 1-1,0-1 1,-1 0 0,1 0 0,0 1-1,-1-1 1,1 0 0,0 0 0,-1 1-1,1-1 1,-1 0 0,1 1-1,-1-1 1,0 1 0,1-1 0,-1 0-1,1 1 1,-1-1 0,0 1 0,1 0-1,-1-1 1,0 1 0,-1-1 0,-26-6 140,10 2-1,-10-1 0,0 1 0,0 1 0,-1 1 0,0 2 0,0 0 0,-54 8 0,49-5-61,10-1-77,0 1 0,1 1 0,-1 1 1,1 1-1,0 0 0,-37 16 0,44-15-17,-18 10 0,33-15 0,-1 0 0,1 0 0,0 1 0,0-1 0,0 0 0,0 1 0,0-1 0,0 1 0,0-1 0,0 1 0,0-1 0,1 1 0,-1 0 0,1-1 0,-1 1 0,1 0 0,0-1 0,-1 1 0,1 0 0,0 2 0,0-1 0,0 0 0,0 0 0,0-1 0,1 1 0,-1 0 0,1 0 0,0 0 0,-1 0 0,1 0 0,0-1 0,1 1 0,-1 0 0,0-1 0,1 1 0,0-1 0,-1 1 0,1-1 0,0 0 0,0 0 0,0 0 0,1 0 0,-1 0 0,0 0 0,1-1 0,-1 1 0,1-1 0,4 2 0,24 13 92,0-2 0,2-1 0,-1-2 0,1-1 0,67 11 0,-14-10-1471,111 1 0,-39-11-9653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9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1004 880,'0'1'138,"0"-1"-1,0 1 1,0 0-1,0 0 0,-1 0 1,1 0-1,0 0 0,-1-1 1,1 1-1,-1 0 1,1 0-1,-1-1 0,1 1 1,-1 0-1,1-1 0,-1 1 1,0 0-1,1-1 1,-1 1-1,0-1 0,0 1 1,1-1-1,-1 1 0,0-1 1,0 0-1,0 1 1,1-1-1,-1 0 0,0 0 1,0 1-1,0-1 0,0 0 1,-1 0-1,-4 1 488,-17 6 2319,19-7-2593,0 0 516,3 0-803,1 1 0,0-1 0,0 0 0,-1 1 0,1-1 0,0 1 1,0-1-1,-1 0 0,1 1 0,0-1 0,-1 0 0,1 1 0,0-1 0,-1 0 0,1 0 0,-1 1 0,1-1 0,0 0 0,-1 0 0,1 0 0,-1 0 0,1 1 1,-1-1-1,1 0 0,-1 0 0,1 0 0,-1 0 0,1 0 0,-1 0 0,1 0 0,-1 0 0,1 0 0,0 0 0,-1-1 0,1 1 0,-1 0 0,0 0-35,1-1-1,-1 1 1,1 0-1,-1 0 1,0 0-1,1 0 1,-1 0-1,1 0 1,-1 0-1,1 0 1,-1 0-1,1 0 1,-1 0-1,0 0 1,1 0-1,-1 0 1,1 1-1,-1-1 1,1 0-1,-1 0 1,1 1-1,-1-1 1,1 0-1,-1 1 1,1-1-1,0 0 1,-1 1-1,1-1 1,-1 1-1,1-1 1,0 0-1,-1 1 1,1-1-1,0 1 1,0-1-1,-1 1 1,1-1-1,0 2 1,0 0 64,0-1 0,1 1 0,-1 0 0,0-1 0,0 1 0,0 0 0,-1-1 0,1 1 0,0-1 0,-1 1 0,1 0 0,-1-1 0,1 1 0,-1-1 0,0 1 0,0-1 0,0 1 0,1-1 0,-1 0 1,-1 1-1,1-1 0,0 0 0,0 0 0,0 0 0,-1 0 0,1 0 0,0 0 0,-1 0 0,1 0 0,-1 0 0,1-1 0,-1 1 0,1-1 0,-1 1 0,0-1 0,1 0 0,-1 1 0,0-1 0,-1 0 0,-19 1 788,17-1 1200,5-22 6443,0 21-8457,1 1 0,0-1 0,0 1 0,0-1 0,0 1 0,0-1 1,0 1-1,0-1 0,1 1 0,-1 0 0,0 0 0,0 0 0,0-1 1,0 1-1,0 0 0,0 0 0,0 0 0,1 1 0,-1-1 0,0 0 1,0 0-1,0 1 0,0-1 0,0 0 0,0 1 0,0-1 0,0 1 1,0 0-1,1 0 0,4 1 106,14 2 67,1 2 1,29 11-1,-28-11-80,-17-4-14,1-1-52,16 3-14,-17-3 99,-4-2-171,0 0 0,0 0 0,-1 1 1,1-1-1,0 0 0,0 1 0,0-1 1,0 0-1,1 1 0,-1 0 0,0-1 1,0 1-1,0 0 0,0-1 0,0 1 1,3 0-1,14-5 25,7-6-33,-9 5 0,0-1 0,20-11 0,-25 11 0,1 1 0,0 0 0,0 1 0,14-4 0,4-2 0,156-65 0,-79 30 0,-44 21 0,5-2 0,-1-3 0,72-42 0,-110 52 0,39-35 0,-23 18 0,-30 25 0,0-2 0,-1 1 0,0-2 0,-1 0 0,-1-1 0,0 0 0,-1 0 0,13-28 0,-9 19 0,1 1 0,21-24 0,-12 15 0,-21 27 0,1-1 0,-1 0 0,0 0 0,-1-1 0,0 1 0,0-1 0,0 0 0,-1 0 0,2-11 0,-2-3 0,-1 0 0,-1-23 0,0 15 0,0 26 0,0 0 0,0 0 0,0-1 0,-1 1 0,0 0 0,1 0 0,-2 0 0,1 0 0,0 1 0,-1-1 0,1 0 0,-1 0 0,0 1 0,0-1 0,-1 1 0,1 0 0,-1 0 0,0 0 0,0 0 0,0 0 0,-4-3 0,-14-14 0,18 17-4,-1 0-1,1 0 1,-1 1-1,0 0 1,0 0 0,0 0-1,0 0 1,0 0 0,0 1-1,-1 0 1,1 0-1,0 0 1,-1 0 0,1 1-1,-1 0 1,1 0-1,-5 0 1,-16-1-117,16 0 17,1 1 0,0 0 0,0 1 0,0 0 0,0 1-1,0-1 1,0 1 0,0 1 0,1 0 0,-11 5 0,-6 4 57,-38 28 1,50-31 51,-15 10-131,-44 42-1,65-55 126,1 0 1,-1 1 0,2 0-1,-1-1 1,-5 12-1,-19 26 31,16-29-24,0 1 1,0 0 0,1 1-1,1 0 1,-14 31 0,15 8 366,-15 11 402,17-49-633,1 1 0,-8 35 0,11-19-125,2-1 0,2 51 0,1-36-23,-1-32-159,0 0 1,1-1-1,1 1 1,1 0-1,1 0 1,0-1-1,7 17 0,-9-26-173,1-1 0,1 0-1,-1 0 1,1 0 0,0 0-1,0-1 1,1 1 0,-1-1-1,1 0 1,0-1 0,1 1-1,-1-1 1,1 0-1,0 0 1,0-1 0,0 1-1,0-1 1,1-1 0,12 4-1,68 11-13379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0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42 880,'0'0'1708,"5"-1"-201,-2-1-1058,-1 1-235,-1 1 0,1-1-1,-1 0 1,1 1 0,0-1 0,-1 1 0,1-1-1,0 1 1,-1 0 0,1 0 0,0 0 0,2 0-1,-4-4 3054,1 4-3021,-1-1-1,0 0 1,0 1-1,0-1 1,1 1-1,-1-1 1,0 0-1,0 1 1,0-1-1,0 0 1,0 1-1,-1-1 1,1 0-1,0 1 1,0-1-1,0 0 1,0 1-1,-1-1 1,1 1-1,0-1 0,-1 0 1,1 1-1,0-1 1,-1 1-1,1-1 1,-1 1-1,1-1 1,-1 1-1,0-1 1,-21-3 901,5-1 996,-9 2-1004,21 3-1002,-14 0 310,0 1 1,0 0-1,1 1 1,-27 7-1,-4 4 22,19-6-58,-54 21-1,77-25-284,0 0 1,0 0-1,0 1 1,1 0-1,-1 1 1,1 0-1,0 0 1,0 0 0,0 0-1,1 1 1,0 0-1,-7 10 1,11-14-93,0 0 1,0 0-1,0 1 1,0-1-1,0 0 1,0 0-1,1 1 1,-1-1-1,1 0 1,-1 1-1,1-1 1,0 1-1,0-1 1,0 1-1,1-1 1,-1 0-1,0 1 1,1-1-1,0 0 1,-1 1-1,1-1 1,0 0-1,0 0 1,0 0-1,0 1 1,1-1-1,-1 0 1,3 3-1,3 1 66,-1 0 0,0-1 0,1 1 0,0-1 0,14 7 0,4 1-530,0-2 0,0 0-1,1-2 1,0-1-1,1-1 1,0-1-1,0-1 1,0-2 0,1-1-1,-1-1 1,1-1-1,-1-1 1,0-2 0,46-9-1,-56 6-304,0-1 0,-1 0 0,0-2 0,0 1-1,-1-2 1,0 0 0,-1-1 0,24-22 0,-35 29 402,1 0 0,-1 0 0,1 0 0,-1-1 0,-1 1 0,1-1 0,0 1 0,-1-1 0,0 0 0,0 0 1,-1 0-1,1 0 0,-1 0 0,0 0 0,-1-1 0,1 1 0,-1 0 0,0-1 0,0 1 0,0 0 0,-1 0 0,0-1 0,-2-5 0,-1-2-906,0-1 0,-2 1 0,-6-13 0,11 23 1006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1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1326 6 1201,'-136'-6'11431,"110"7"-10211,-1 1-1,1 1 0,0 1 0,-48 14 1,69-17-1101,1 1-1,0 0 1,0 0 0,1 0 0,-1 0 0,0 0 0,1 1 0,-1-1 0,1 1 0,0 0 0,0 0 0,0 1 0,0-1 0,1 0 0,-1 1 0,1 0 0,0-1 0,0 1 0,0 0-1,0 0 1,1 0 0,0 1 0,0-1 0,0 0 0,0 0 0,0 1 0,1-1 0,0 0 0,0 1 0,0-1 0,1 0 0,-1 1 0,1-1 0,0 0 0,2 6 0,1-4-51,0 1 0,0-1 0,1-1-1,0 1 1,0-1 0,0 0 0,1 0 0,-1 0 0,1-1 0,0 0 0,1 0 0,7 4 0,15 6 236,43 15-1,-65-27-286,154 49 160,-141-46-182,0-2 0,0 0 0,0-1 0,0 0 0,40-4 0,-51 0-150,0 1 0,-1-1 0,1-1 0,-1 0 0,0 0 1,0-1-1,0 0 0,10-6 0,1-1-212,-17 11 324,0-1 0,-1 0 1,1 0-1,0 0 0,0 0 0,0 0 1,-1 0-1,1-1 0,0 1 0,-1 0 1,0-1-1,1 1 0,-1-1 0,0 0 1,1 1-1,-1-1 0,0 0 0,0 0 1,-1 0-1,1 0 0,0 0 0,-1 0 0,1 0 1,-1 0-1,1 0 0,-1 0 0,0 0 1,0 0-1,0 0 0,0 0 0,0 0 1,-1 0-1,1 0 0,-1 0 0,1 0 1,-1 0-1,1 0 0,-3-3 0,-6-10-43,0 1-1,-1 1 1,0-1-1,-1 2 1,-1 0-1,0 0 0,-24-17 1,17 15 336,-1 1 1,-1 0 0,0 2-1,-39-15 1,51 23 45,8 3-199,-1 0 0,1 0 0,-1-1 0,0 1 0,1 0 1,-1-1-1,1 0 0,-1 1 0,1-1 0,0 0 0,-1 0 0,1 0 0,0 0 0,-1 0 0,1 0 0,0 0 0,0 0 0,0 0 0,0-1 0,-2-2 334,2 6-150,8 3-229,15 5 41,-6 10-13,44 12-40,-25-12-73,0 2 0,-2 1-1,43 40 1,-65-52 16,-2 0 0,1 1 1,-2 0-1,0 1 0,10 19 0,-5-9 25,-10-17 22,1 0 0,-1 0 0,0 0 0,0 0 0,-1 1 0,0-1 0,0 1 0,0-1 0,-1 1 0,0 0 0,0 0 0,-1-1 0,0 1 0,0 0 0,0 0 0,-1 0 0,0-1 0,0 1 0,-1 0 0,0-1 0,0 1 0,-1-1 0,1 0 0,-2 0 0,1 0 0,0 0 0,-6 6 0,-6 7 475,-1-1-1,-1-1 1,0 0 0,-1-1-1,-1-1 1,-1-1 0,0-1-1,-1 0 1,-33 14-1,-25 7 550,-103 29 0,177-61-1098,-145 42-133,-2-6 0,-1-7 1,-262 18-1,235-46-5474,157-5 914,0-1 0,-45-13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288 219 320,'0'-50'10767,"0"-24"-2552,0 72-8116,0 1 0,1-1 0,-1 1 0,0 0 0,0-1 0,1 1 0,-1 0 0,0-1 0,1 1 0,-1 0 0,1 0 0,0 0 0,-1-1 0,1 1 0,0 0 0,0 0 0,0 0 1,0 0-1,0 0 0,0 0 0,0 0 0,0 1 0,2-2 0,-2 1-8,1 0 1,-1 1-1,0-1 1,0 0 0,0 1-1,-1-1 1,1 0 0,0 0-1,0 0 1,0 0-1,-1 0 1,1 0 0,0 0-1,-1 0 1,1 0 0,-1 0-1,1-1 1,-1 1-1,0 0 1,1 0 0,-1 0-1,0-1 1,0-1 0,0 2-24,0 0 1,0-1 0,0 1-1,0 0 1,0 0 0,0 0-1,0-1 1,0 1 0,0 0-1,1 0 1,-1 0-1,1-1 1,-1 1 0,1 0-1,-1 0 1,1 0 0,-1 0-1,1 0 1,0 0 0,0 0-1,-1 0 1,1 0 0,0 1-1,0-1 1,0 0 0,0 0-1,0 1 1,0-1 0,0 0-1,1 1 1,-1-1 0,0 1-1,0 0 1,0-1 0,0 1-1,1 0 1,1 0 0,-3 0-64,7-6 1782,-8 12-1093,0-6-685,1 1 0,-1 0 0,0 0 0,1 0 0,-1 0 0,0 0 0,0-1 0,0 1 0,0 0 0,1-1 0,-1 1 0,0-1 0,0 1 0,0-1 0,0 1 0,0-1 0,0 0 0,-1 1 0,1-1 0,0 0 0,0 0 0,-1 0 0,-9 3 24,7-1-20,0 0 0,0 1 0,1-1 0,-1 1-1,1 0 1,-1 0 0,1 0 0,0 0 0,0 1-1,0-1 1,-3 6 0,-15 17 113,-15 7 105,26-26-138,0 2 0,0 0 0,1 0 0,0 0 0,1 1 0,0 0-1,-11 20 1,15-17-45,3-10-37,0-1-1,0 1 1,0 0 0,0 0 0,0-1-1,0 1 1,-4 4 0,-24 17 115,23-20-70,0 0 0,1 0-1,-1 0 1,1 1-1,1 0 1,-1 0-1,0 0 1,-6 11 0,0 17 370,1-18-278,8-13-124,0 0 0,1 0 0,-1 1 1,1-1-1,-1 0 0,1 0 0,0 1 0,0-1 0,0 1 0,0-1 0,1 1 1,-1-1-1,1 1 0,-1-1 0,1 5 0,0-5-5,-1 1 1,1-1-1,0 1 0,0-1 1,0 0-1,0 1 0,1-1 0,-1 1 1,1-1-1,-1 0 0,1 1 1,0-1-1,0 0 0,0 1 1,0-1-1,0 0 0,0 0 0,1 0 1,-1 0-1,1 0 0,-1-1 1,1 1-1,0 0 0,0-1 1,0 1-1,0-1 0,0 1 0,0-1 1,3 1-1,5 4-19,0-1 0,1-1 0,-1 0 0,1 0 0,0-1 0,0 0 0,13 1 0,14 3 0,-32-7 0,-1 0 0,1 0 0,0-1 0,-1 0 0,1 0 0,-1-1 0,1 1 0,-1-1 0,1 0 0,6-4 0,11-4 0,-20 9 0,0-1 0,0 1 0,0-1 0,0 1 0,0-1 0,0 0 0,-1 0 0,1-1 0,-1 1 0,0 0 0,3-4 0,20-17 0,-20 20 0,-1-1 0,0 1 0,0-1 0,0 0 0,-1 0 0,1 0 0,-1-1 0,4-5 0,20-25 0,-21 28 0,0 1 0,-1-1 0,1-1 0,4-9 0,-4 8 0,-1 0 0,1 0 0,10-10 0,12-17 0,-20 25 0,1 0 0,16-17 0,24-12 0,-32 14 0,5 15 0,-23 11 0,1 0 0,0 0 0,0 0 0,0 0 0,0 0 0,0 1 0,0-1 0,0 0 0,0 0 0,0 0 0,0 0 0,0 0 0,0 0 0,0 0 0,0 1 0,1-1 0,-1 0 0,0 0 0,0 0 0,0 0 0,0 0 0,0 0 0,0 0 0,0 1 0,0-1 0,0 0 0,0 0 0,0 0 0,0 0 0,1 0 0,-1 0 0,0 0 0,0 0 0,0 0 0,0 0 0,0 0 0,0 0 0,0 0 0,1 0 0,-1 0 0,0 0 0,0 0 0,0 0 0,0 0 0,0 0 0,0 0 0,1 0 0,-1 0 0,0 0 0,0 0 0,0 0 0,0 0 0,0 0 0,0 0 0,0 0 0,1 0 0,-1 0 0,0 0 0,0 0 0,0 0 0,0 0 0,0 0 0,0-1 0,0 1 0,0 0 0,1 0 0,-10 18 0,7-14 0,-90 155 0,71-127 0,-1-1 0,-2-1 0,-35 35 0,43-50 0,-4 3 0,0 1 0,1 0 0,1 2 0,1 0 0,-25 40 0,-9 56 0,32-69 0,12-30-750,1 0 1,-8 32-1,9 8-6952,5-1-11512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3201,'22'-15'3117,"-1"0"0,34-31 0,-47 38-2160,1 0 0,1 0-1,-1 1 1,1 0 0,0 1-1,1 0 1,0 0-1,0 1 1,0 1 0,0 0-1,0 0 1,1 1 0,23-2-1,-10 3 25,1 2-1,34 4 0,-50-3-788,1 1-1,-1 0 1,1 1-1,-1 0 0,0 0 1,0 1-1,0 1 1,-1-1-1,12 8 1,5 7 145,-17-14-206,-1 1 0,0 0-1,0 1 1,11 12 0,-16-15-81,-1-1-1,0 1 1,0 0 0,0-1 0,0 1 0,-1 0 0,1 0 0,-1 0 0,0 1 0,0-1 0,-1 0 0,1 0-1,-1 0 1,0 5 0,0-4-33,0-1 1,0 0-1,-1 0 0,1 1 0,-1-1 0,0 0 0,0 0 0,-1 0 0,1 0 1,-1 0-1,0 0 0,-2 4 0,-2-1-16,0 0 0,0-1 0,0 0 0,-12 9 0,9-8-2,1 0 1,-1-1 0,-1 0 0,1-1 0,-1 0 0,0 0 0,0-1 0,-18 5 0,-4-2 0,-37 4 0,41-7 0,19-2 0,1-1 0,-1 0 0,0 0 0,0-1 0,0 0 0,0-1 0,0 1 0,0-2 0,1 1 0,-1-1 0,0-1 0,-10-4 0,8 4 0,9 2 0,0 1 0,1-1 0,-1 0 0,0 1 0,0-1 0,0 0 0,1 0 0,-1 0 0,0 0 0,1-1 0,-1 1 0,1 0 0,0-1 0,-1 1 0,1 0 0,0-1 0,0 0 0,0 1 0,0-1 0,0 0 0,0 0 0,0 1 0,1-1 0,-1 0 0,1 0 0,-1 0 0,1 0 0,0 0 0,-1 0 0,1 0 0,0 0 0,1 0 0,-1 0 0,0 0 0,0 1 0,1-1 0,-1 0 0,1 0 0,0 0 0,-1 0 0,1 0 0,0 1 0,2-4 0,3 0 0,0-1 0,0 1 0,1 0 0,-1 1 0,1 0 0,0 0 0,0 0 0,1 1 0,-1 0 0,13-4 0,-15 5 0,18-6 0,-13 3 0,1 1 0,-1 0 0,1 1 0,0 1 0,0-1 0,0 1 0,1 1 0,-1 0 0,0 1 0,0 0 0,1 1 0,-1 0 0,0 1 0,0 0 0,0 1 0,14 4 0,66 23 0,0 3 0,102 54 0,-166-71 0,0 1 0,34 30 0,8 5 0,-26-26 460,-24-14-1397,-1-1-1,27 23 0,-12-11-10827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5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4802,'33'-14'6563,"-7"8"-3681,7-1-1762,-1-1-480,1 2-239,32 0-241,-32 6-401,65 0-1039,-33 0-2562,33 6-1520,-33-6 559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6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5122,'32'-8'5763,"34"-5"-240,97-14 1440,157-8-320,-92 20-4242,-64 30-3282,-40 6-4881,39 14-8165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5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1521,'21'0'1701,"-10"0"1680,-11 5-420,0 1-2202,1 0 0,0 1 0,0-1 0,0 0 0,0 0 0,1 0 0,0 0 0,0 0 0,1 0 0,3 6 0,7 15 1711,-7-13-1421,1 1 0,0-1 1,1-1-1,0 0 0,21 24 1,-20-27-768,1-1 0,0-1 0,0 0 0,0 0 1,1-1-1,1 0 0,-1-1 0,1 0 0,0-1 1,0 0-1,1-1 0,24 4 0,3 0-82,0-2 0,0-2 1,1-2-1,-1-1 0,79-10 0,-12-7 153,129-35 1,-216 44-237,0-1 0,34-19 0,-7 4-15,-16 10-79,31-15-32,-85 45 7,-38 35 1,47-39 4,-59 54 19,-99 117 1,117-102-23,28-39 0,-32 43 0,-40 63 0,67-97-231,-79 96 0,-1-29-4296,15-33-9725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07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27 965 1521,'-2'1'380,"0"0"1,1 1-1,-1-1 0,0 1 1,0 0-1,1-1 1,-1 1-1,1 0 1,-1 0-1,1 0 1,0 0-1,0 0 0,0 0 1,0 0-1,0 1 1,0-1-1,1 0 1,-1 0-1,1 1 1,-1-1-1,1 0 0,0 1 1,0-1-1,0 5 1401,0-17 3512,5 7 366,87-5-4792,-5 8-373,-81 0 613,-6 1-1086,1 0 0,-1-1 1,1 1-1,-1 0 0,1-1 0,-1 1 0,1 0 1,0-1-1,-1 1 0,1-1 0,0 1 1,0-1-1,0 0 0,-1 1 0,1-1 0,0 0 1,0 1-1,0-1 0,0 0 0,-1 0 1,1 0-1,0 0 0,0 0 0,0 0 0,0 0 1,0 0-1,-1 0 0,1 0 0,0 0 1,0 0-1,1-1 0,5 0 487,-7 5 627,0-6-816,0 0-239,28 8 27,102 21-227,-89-21 83,0-1 0,0-2 1,43-2-1,-31-5 24,-1-2-1,1-3 1,72-21 0,-54 7 240,80-36-1,-20 6 94,-81 31 37,-41 18-206,0-1 0,1 1 0,15-4 0,-10 5 2,7-2 166,0 0-1,0 2 1,28-1-1,33-4 233,-41 2-368,10 3-44,-13 0 47,70 3 1,43 6-187,-48 8 0,-61-14 0,0-2 0,67-11 0,12-17 0,6-2 0,-50 19 0,148-17 0,-74 12 0,-10 4 0,-107 9 0,1-2 0,49-17 0,2-2 0,-81 24 0,0 1 0,0-2 0,0 1 0,0-1 0,-1 0 0,1 0 0,-1 0 0,0-1 0,7-6 0,2-1 0,11-11 0,-1-2 0,-1 0 0,28-40 0,-44 55 0,24-28 0,-19 25 0,0-1 0,-1-1 0,-1 0 0,0 0 0,-1-1 0,-1 0 0,9-22 0,-13 25 0,-4 8 0,1 1 0,0 0 0,0-1 0,0 1 0,0 0 0,1 0 0,-1 0 0,1 0 0,0 0 0,-1 0 0,2 1 0,-1-1 0,0 0 0,0 1 0,1 0 0,-1-1 0,5-1 0,10-9 0,-9 8 0,0-1 0,0 1 0,11-13 0,-18 16 0,0 0 0,1-1 0,-1 1 0,1 1 0,0-1 0,-1 0 0,1 0 0,0 1 0,0-1 0,0 1 0,0-1 0,0 1 0,0 0 0,1 0 0,-1 0 0,0 0 0,1 0 0,3 0 0,52-20 0,-56 16 0,2 3 0,28 1 0,-22 0 0,0 0 0,-1 0 0,1-1 0,0 0 0,-1 0 0,1-1 0,9-5 0,24-6 0,-19 6 0,12-3 0,-10 11 0,-25 0 0,-1 0 0,0 0 0,0 0 0,0 0 0,1 0 0,-1 0 0,0 0 0,0 0 0,0 0 0,1 0 0,-1 0 0,0 0 0,0 0 0,0 0 0,1 0 0,-1 0 0,0 0 0,0 1 0,0-1 0,0 0 0,1 0 0,-1 0 0,0 0 0,0 1 0,0-1 0,0 0 0,0 0 0,0 0 0,0 0 0,1 1 0,-1-1 0,0 0 0,0 0 0,0 0 0,0 1 0,0-1 0,0 0 0,0 0 0,0 1 0,0-1 0,0 6 0,2-2 0,-4-5 0,-1 0 0,0 1 0,0-1 0,0 0 0,0 1 0,0 0 0,0 0 0,0 0 0,-5 0 0,-40-4-4112,20 0-780,-86-9-10227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4377 373 2561,'33'6'21674,"-33"-14"-22885,0 7 1248,0 0 0,-1 0 0,1 0 1,0 1-1,0-1 0,0 0 0,-1 0 0,1 0 0,0 0 1,-1 0-1,1 0 0,-1 1 0,1-1 0,-1 0 0,1 0 1,-1 1-1,0-1 0,1 0 0,-1 1 0,0-1 0,0 1 1,1-1-1,-1 1 0,0-1 0,0 1 0,0-1 0,-1 1 1,1-1-12,0 1 0,0-1 0,0 1 0,0-1 1,0 1-1,0-1 0,1 0 0,-1 1 0,0-1 1,0 0-1,0 0 0,1 0 0,-1 0 0,0 0 1,1 1-1,-1-1 0,1 0 0,-1 0 0,1-1 0,-1 1 1,1 0-1,0 0 0,-1 0 0,1 0 0,0 0 1,0 0-1,0-2 0,0 1 4,0 0 1,0 1-1,-1-1 0,1 0 0,0 1 1,-1-1-1,1 1 0,-1-1 1,0 0-1,1 1 0,-1-1 0,0 1 1,0 0-1,0-1 0,0 1 1,0 0-1,0-1 0,-1 1 0,1 0 1,-3-2-1,-5-6 134,-24-39 503,26 35-480,6 11-149,-1 0 1,1 0-1,0 0 0,-1 0 1,1 0-1,-1 0 1,1 0-1,-1 0 0,0 1 1,0-1-1,0 0 0,0 1 1,0 0-1,0-1 0,-4 0 1,-16-11 406,-1 1 1,0 2-1,0 0 1,-49-13-1,43 16-172,1-2 0,-35-14-1,36 11-201,-55-13 1,-54-2-72,-146 5 67,14 39-219,86-3-70,121-10 226,-76 17-1,8-1 137,2-9-69,-72 11 125,-279 34-276,424-54 91,-1-3 1,-99-15 0,123 12 33,-18-6 105,-11 0-167,33 8 76,-61-4-159,1 3 1,-129 13-1,64 3 487,-142 6-67,275-16-283,1 0 0,-1 0 1,-26 11-1,15-5 187,9-4-226,1 2-1,-1 1 0,1 0 1,-27 17-1,38-20-55,-1 0-1,0 0 1,1-1-1,-14 3 1,11-3-52,1 0 1,0 1-1,0 0 0,-14 9 1,-73 52 1122,68-40-1070,-5 1 61,25-22-4,8-5-13,1 1 0,0-1 0,0 0 0,0 1 0,0-1 0,0 1 1,0-1-1,0 1 0,0 0 0,0-1 0,0 1 0,0 0 0,0 0 0,0-1 1,1 1-1,-1 0 0,0 0 0,1 0 0,-1 0 0,0 0 0,1 0 1,-1 0-1,1 0 0,-1 0 0,1 0 0,0 1 0,0-1 0,-1 1 1,-4 1-42,4-3 50,0 0 9,0 0 0,0 0 0,0 0 0,-1 0 0,1 0 0,0 1 0,0-1 0,0 0 0,0 1 0,0-1 0,0 1 0,0-1 0,0 1 0,0-1 0,0 1 0,0 0 0,0 0 0,1-1 0,-1 1 0,0 0 0,0 0 0,1 0 0,-1 0 0,0 0 0,1 0 0,-1 0 0,1 0 0,-1 0 0,1 0 0,0 0 0,0 0-1,-1 0 1,1 0 0,0 0 0,0 1 0,0-1 0,0 0 0,0 0 0,0 0 0,1 2 0,-1-3-22,-1 1 1,1-1-1,0 1 0,0 0 0,0-1 0,0 1 0,0-1 1,1 1-1,-1-1 0,0 1 0,0-1 0,0 1 0,0-1 0,1 1 1,-1-1-1,0 1 0,0-1 0,1 1 0,-1-1 0,0 1 1,1-1-1,0 1 0,15 1-180,7-1-6,65 12-645,-18 3-3106,17 13-4810,-16-7-2414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183 153 400,'1'-2'132,"0"1"0,0 0 0,0 0 0,0-1 0,0 1 0,0 0 0,0 0 0,0 0 0,0 0 0,0 0 0,1 0 0,-1 1 0,0-1 0,1 0 0,-1 1 0,1-1-1,-1 0 1,0 1 0,1 0 0,1-1 0,3-1 285,148-52 4147,-74 27-2405,-28 14-619,1 1 0,78-6 0,-85 12-584,-40 5-834,1 1 0,-1 0 0,1 0 0,-1 0 0,1 1 0,-1 0 0,1 0 0,-1 0 0,7 3 0,-12-3-83,1-1-1,0 1 1,-1 0-1,1 0 1,-1 0-1,1 0 1,-1 0-1,0 0 1,1 0 0,-1 0-1,0 1 1,0-1-1,0 0 1,0 1-1,0-1 1,0 1-1,0-1 1,0 1-1,-1-1 1,1 1-1,0 0 1,-1-1-1,0 1 1,1 0 0,-1 0-1,0-1 1,0 1-1,0 0 1,0 0-1,0-1 1,0 1-1,-1 0 1,1 0-1,0-1 1,-1 1-1,1 0 1,-1-1-1,0 1 1,-1 1 0,-8 20 587,-1-1 0,-1-1 1,-23 33-1,-57 62 1596,36-47-640,47-59-1330,0-1-1,0 0 0,0-1 1,-19 13-1,-1 1 173,-7 11 157,23-21-281,-1 0 0,-26 18 0,-119 57 1350,89-51-966,-49 18-17,116-53-658,1 0 0,0 0 1,0 0-1,0 0 0,-1 0 0,1 0 1,0-1-1,-1 1 0,1-1 0,-1 1 0,-3-1 1,-1-1-41,7 1-65,-1 0-1,1-1 1,-1 1 0,1 0-1,0-1 1,-1 1 0,1 0-1,-1-1 1,1 1 0,0-1-1,-1 1 1,1-1 0,0 1 0,-1-1-1,1 1 1,0-1 0,0 1-1,0-1 1,-1 0 0,1 1-1,0-1 1,0 1 0,0-2-1,-3-6-659,-5 1 416,8 7 326,0 0 0,-1 0 0,1 0 0,0 0 0,-1 0 0,1 0 1,0 0-1,-1-1 0,1 1 0,0 0 0,-1 0 0,1 0 0,0-1 0,0 1 0,-1 0 0,1 0 0,0-1 0,0 1 0,0 0 0,-1 0 1,1-1-1,0 1 0,0 0 0,0-1 0,0 1 0,0 0 0,0-1 0,-1 1 0,1 0 0,0-1 0,0 1 0,0 0 0,0-1 0,0 1 1,0 0-1,0-1 0,0 1 0,1 0 0,-1-1 0,0 1 0,0 0 0,0-1 0,0 1 0,0 0 0,0-1 0,1 1 0,-1 0 1,0 0-1,0-1 0,0 1 0,1 0 0,-1 0 0,0-1 0,1 1 0,-1 0 0,0 0 0,0 0 0,1-1 0,-1 1 0,0 0 0,1 0 1,-1 0-1,0 0 0,1 0 0,-1 0 0,1 0 0,6-6-74,-7 6 80,0-1 0,1 1 0,-1-1 0,1 1 0,-1 0 0,0-1 0,1 0 0,-1 1 0,0-1 0,1 1 0,-1-1 0,0 1 0,0-1 0,0 0 0,1 1 0,-1-1-1,0 1 1,0-1 0,0 0 0,0 1 0,0-2 0,0 2 4,0-1-1,0 0 0,0 1 1,0-1-1,0 0 0,0 1 0,0-1 1,0 0-1,0 1 0,1-1 1,-1 0-1,0 1 0,0-1 1,1 1-1,-1-1 0,0 0 1,1 1-1,-1-1 0,1 1 1,-1-1-1,1 0 0,21-13-75,-18 11 65,0 0-1,0 1 1,0 0 0,1-1-1,-1 1 1,0 1-1,1-1 1,-1 1 0,1-1-1,0 1 1,-1 1-1,1-1 1,0 1 0,0 0-1,0 0 1,-1 0 0,1 0-1,0 1 1,8 2-1,0 0 42,-1 1-1,1 1 0,-1 0 0,0 0 0,0 1 0,-1 1 0,12 8 0,157 127 656,-175-138-712,0 1 1,0-1-1,0 1 1,0 0-1,-1 0 1,5 6-1,-6-6-202,-3-3 31,1-1 0,-1 0 1,0 0-1,1 0 0,-1 0 0,1 0 1,-1 0-1,1 0 0,0 0 1,0 0-1,-1 0 0,1 0 0,0 0 1,0-1-1,0 1 0,0 0 1,0 0-1,0-1 0,0 1 0,0-1 1,0 1-1,0-1 0,0 1 1,0-1-1,0 0 0,1 0 0,-1 1 1,0-1-1,0 0 0,0 0 1,0 0-1,1 0 0,-1 0 1,0 0-1,0-1 0,2 1 0,29-11-10469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158 358 1040,'0'-143'15826,"0"-72"-4039,-6 217-11547,6-2-218,-3 0-7,1 0 0,-1 0 0,1 0 1,-1 1-1,1-1 0,0 1 0,0 0 0,-1 0 0,-2 1 1,5-1-20,0-1 0,0 1 0,0-1 0,0 1 1,-1-1-1,1 1 0,0-1 0,0 0 1,0 1-1,-1-1 0,1 1 0,0-1 0,-1 0 1,1 1-1,0-1 0,-1 1 0,1-1 0,-1 0 1,1 0-1,0 1 0,-1-1 0,1 0 1,-1 0-1,1 1 0,-1-1 0,1 0 0,-1 0 1,1 0-1,-1 0 0,1 0 0,-1 0 0,1 0 1,-1 0-1,1 0 0,-2 0 0,2 0 3,-1 0 0,0 0-1,0 0 1,1 0 0,-1 0 0,0 0-1,1 0 1,-1 0 0,0 1-1,1-1 1,-1 0 0,0 0-1,1 1 1,-1-1 0,0 0 0,1 1-1,-1-1 1,1 1 0,-1-1-1,0 1 1,1-1 0,-1 1 0,1-1-1,0 1 1,-1-1 0,1 1-1,-1 0 1,1-1 0,0 1-1,0 0 1,-1-1 0,1 1 0,0 0-1,0 0 1,0-1 0,0 1-1,0 0 1,0 0 0,-1 19-104,0-16 110,0 0-1,1 1 0,0-1 1,0 1-1,0-1 0,0 1 1,1-1-1,0 0 0,0 1 0,0-1 1,0 0-1,1 0 0,0 0 1,2 6-1,22 19 253,0-2-1,1 0 1,47 34 0,-52-44-254,1-1 0,1-1 0,1-1 0,0-1 0,0-1 0,2-1 0,-1-1 0,32 6 0,-40-12-255,1-1 1,32 1-1,-46-3 162,1-1 0,-1-1-1,0 1 1,0-1 0,0 0 0,0 0 0,0 0-1,0-1 1,0 0 0,-1 0 0,1 0 0,0-1-1,-1 1 1,7-6 0,14-11 181,-13 10-20,-1 1 0,0-1-1,17-20 1,5-19 169,-32 46-229,0 1 1,0-1 0,0 0-1,-1 0 1,1 1 0,-1-1-1,1 0 1,-1 0 0,1 0-1,-1 0 1,0 0-1,0 0 1,0 1 0,0-1-1,0 0 1,-1-3 0,0-1 43,-4 4 12,-6 4 7,0 1 0,0 1 1,1 0-1,-1 0 0,1 1 1,-19 12-1,-10 9 563,2 1-1,-40 37 1,43-34-135,-2-1-1,-71 44 1,85-61-437,-6 2-55,1 2-1,1 1 0,1 1 1,-32 28-1,-107 123-1690,137-143-6248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5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80,'-6'6'15380,"6"-5"-15162,-2-1-47,1 0 1,-1 0 0,1 0-1,-1 0 1,1 0 0,0 0 0,-1 0-1,1 0 1,-1 0 0,1-1 0,-1 1-1,1-1 1,0 1 0,-1-1-1,1 1 1,0-1 0,-2-1 0,3 1 1068,201 7 2989,175 1-4709,-328-5-877,71 4-7184,-53 0 284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6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4162,'32'0'8964,"-32"8"-6083,33-8-880,0-8-320,-1 16-400,33-8-241,33 6-160,33 9-719,32-9-3523,-71 9-6082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17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59 358 2161,'8'-3'1541,"0"-1"-1,0 0 1,0 0 0,0-1 0,12-10-1,-9-3 1262,4 3-627,-11 13-1781,-1-1 0,1 0 0,-1-1 1,1 1-1,-1 0 0,0-1 1,-1 0-1,1 0 0,0 0 1,-1 0-1,0 0 0,0 0 0,0-1 1,-1 1-1,3-9 0,-4 9-222,1 0-1,0 1 0,0-1 0,0 1 0,0-1 1,0 1-1,1-1 0,0 1 0,0 0 0,0 0 1,0 0-1,0 0 0,0 0 0,1 0 0,0 0 1,5-4-1,-4 4 29,0-1-1,-1 1 1,0-1 0,1 0-1,3-8 1,-6 9-73,0 0 0,0 0 1,0 0-1,-1 1 0,1-1 0,-1 0 1,0 0-1,0-5 0,0 6-22,0-1-1,0 1 1,0-1-1,0 0 1,1 1-1,-1-1 0,1 1 1,0-1-1,0 1 1,1-5-1,9-4 287,-10 10-343,0 0 0,1 0 0,-1 0 0,0 0 1,0 0-1,0-1 0,0 1 0,0 0 0,0-1 0,0 1 0,0-1 0,-1 1 0,1-1 0,0 1 0,-1-1 1,0 1-1,1-1 0,-1 0 0,0 1 0,1-3 0,-1 3-23,0 0-1,0 0 1,0 0-1,0-1 1,0 1 0,1 0-1,-1 1 1,0-1-1,1 0 1,-1 0-1,1 0 1,-1 0 0,1 0-1,-1 0 1,1 0-1,0 1 1,-1-1 0,1 0-1,0 0 1,0 1-1,0-1 1,0 1 0,-1-1-1,1 1 1,0-1-1,0 1 1,0-1 0,0 1-1,0 0 1,0-1-1,2 1 1,3-2 68,-25 15-623,1 2 0,0 0 0,-20 23-1,21-20 334,-1-2-1,-37 29 0,20-19 298,35-25-87,-1-1 1,1 0 0,-1 1-1,1-1 1,-1 1-1,1 0 1,-1-1-1,1 1 1,0-1 0,0 1-1,-1 0 1,1-1-1,0 1 1,0-1-1,0 1 1,-1 0 0,1-1-1,0 1 1,0 0-1,0-1 1,0 2 0,0-1-6,1-1 1,-1 1-1,0-1 1,0 1-1,0-1 1,-1 1-1,1-1 1,0 1-1,0-1 1,0 1-1,0-1 1,0 1-1,0-1 1,-1 1-1,1-1 1,0 0-1,0 1 1,-1-1-1,1 1 1,0-1-1,-1 0 1,1 1 0,0-1-1,-1 0 1,0 1-1,-48 26 606,48-25-561,-1-1 0,1 0 0,-1 0 0,0 1 0,0-1 0,1 0 0,-1 0 1,0-1-1,0 1 0,0 0 0,0-1 0,-3 2 0,0-1 84,-1 0 330,12-1-561,15 0-159,-15 0 79,-2 1 94,77 20 107,83 18 93,-61-19 20,-37-5-80,-36-9-117,-17-3-89,-1 0-1,1-1 1,0 0 0,0-1-1,0 0 1,0-1 0,0-1 0,17-2-1,-24 2 202,1 0 0,-1-1 0,0 0 0,0 0 0,0 0 0,0-1 0,11-6 0,-5-4 168,14-10 128,-21 19-285,0 0 1,0-1-1,0 0 0,0 0 0,-1 0 1,0 0-1,0-1 0,-1 1 0,5-9 1,15-22 244,-14 26-225,-7 8-67,-1 1 0,1-1 0,-1 0 0,1 0 0,-1 0 0,0 0 0,1 0 0,-1 0 0,0 0 0,-1 0 0,1 0 0,0 0 0,0-1 0,-1 1 0,0 0 1,1 0-1,-1-1 0,0 1 0,0-3 0,1 4-19,-1 0 0,1 0 0,0 0 0,-1 0 0,1 0 1,0 0-1,0 1 0,0-1 0,0 0 0,0 1 0,0-1 1,0 1-1,0-1 0,0 1 0,0-1 0,0 1 0,0-1 1,0 1-1,1 0 0,-1 0 0,0 0 0,0 0 0,0 0 1,2 0-1,-2 0-4,-1 0 2,0 0 1,1 0 0,-1 0-1,0 0 1,0 0 0,0 0 0,0 0-1,1 0 1,-1 0 0,0 0-1,0 0 1,0 0 0,1 0-1,-1 0 1,0 0 0,0 0 0,0 0-1,0 0 1,1 0 0,-1 0-1,0 0 1,0 0 0,0 0-1,0 0 1,0 1 0,1-1-1,-1 0 1,0 0 0,0 0 0,0 0-1,0 0 1,0 0 0,0 1-1,0-1 1,0 0 0,0 0-1,1 0 1,-1 0 0,0 1 0,0-1-1,0 0 1,0 0 0,0 0-1,0 0 1,0 1 0,0-1-1,0 0 1,0 0 0,0 0 0,0 0-1,0 1 1,0-1 0,-1 0-1,-3 14 109,3-12-85,-48 93 486,11-23-322,34-64-186,-7 18 0,-2 0 0,0-1 0,-2-1 0,-32 42 0,32-49 0,2 0 0,0 2 0,1-1 0,1 1 0,1 1 0,-14 36 0,12-29 0,0-1 0,-2 0 0,-1-1 0,-25 33 0,35-50-245,0-1 1,0 1-1,1 0 0,0 1 1,-5 12-1,3 21-5877,6-18-10251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1688 89 960,'0'0'2335,"-5"-1"-1081,-50-5 2494,48 3-2767,3-1-761,-94-8 2207,-86-24 775,134 26-2338,0 2 1,-1 3-1,0 2 1,-95 6-1,-28 8-384,142-8-503,0 2-1,0 1 1,-40 12 0,-129 58-151,200-76 176,-1 1-1,1 0 1,-1 0-1,1 0 1,0 0-1,-1 0 1,1 0-1,0 0 1,0 0-1,0 0 1,0 1-1,0-1 1,-1 2-1,-2 2-8,-5 4-21,7-8 13,1 0 1,0 0-1,0 0 1,-1 0-1,1 0 1,0 0-1,0 0 1,0 1-1,0-1 1,0 0-1,1 0 1,-1 1-1,0-1 1,1 1-1,-1-1 1,1 1-1,-1-1 1,1 1-1,0-1 1,-1 1-1,1 2 1,0-2-7,0 0-1,-1-1 1,1 1 0,-1 0-1,1-1 1,-1 1 0,0-1 0,0 1-1,1-1 1,-1 1 0,0-1-1,0 1 1,0-1 0,-1 0 0,1 0-1,0 1 1,-3 0 0,-32 23 200,31-23-142,0 1 0,0 1-1,0-1 1,0 1 0,0 0 0,-4 5-1,5-4-56,1 1 16,-1 0 0,0 0 0,0 0 0,-1-1 0,1 0 1,-1 0-1,-1 0 0,1 0 0,-1-1 0,1 0 0,-11 5 1,-82 51 216,89-55-199,7-5-28,1 1 0,0-1 0,0 1 0,-1-1-1,1 1 1,0 0 0,0-1 0,0 1-1,0 0 1,0 0 0,0 0 0,0-1-1,0 1 1,0 0 0,0 1 0,0-1-1,1 0 1,-1 0 0,0 0 0,1 0-1,-1 0 1,1 1 0,-1-1 0,1 0 0,0 1-1,0-1 1,-1 0 0,1 1 0,0-1-1,0 2 1,0-1 24,0-1 1,0 0-1,-1 0 0,1 0 0,-1 0 1,1 0-1,-1 0 0,1 0 1,-1 0-1,1 0 0,-1 0 0,0 0 1,0 0-1,0 0 0,1-1 1,-1 1-1,0 0 0,0 0 0,0-1 1,0 1-1,0-1 0,0 1 0,0-1 1,0 1-1,-2-1 0,-4 4 3,-58 51-106,63-52 98,1 0 1,0 0 0,0 0-1,0 1 1,0-1-1,1 0 1,-1 0-1,1 0 1,0 1 0,0-1-1,0 0 1,0 1-1,2 5 1,-2 2-178,0-8 153,0-1-1,0 0 0,0 1 0,0-1 0,1 0 0,-1 1 0,1-1 0,-1 0 0,1 1 0,1 3 0,-1-5 24,0 0 0,0 0 1,0-1-1,0 1 0,0 0 0,1 0 0,-1 0 0,0-1 0,0 1 0,0-1 1,1 1-1,1 0 0,3 1-52,-5-1 51,-1 1 0,1-1-1,0 1 1,0-1 0,-1 1 0,1-1 0,0 1-1,-1 0 1,0-1 0,1 1 0,-1 0 0,0-1-1,0 1 1,0 0 0,0-1 0,0 1 0,0 0-1,0 0 1,-2 2 0,2 3-72,0-6 66,0 0 0,0 0 1,0 0-1,0-1 1,1 1-1,-1 0 0,0 0 1,0 0-1,1-1 1,-1 1-1,0 0 0,1 0 1,-1-1-1,1 1 1,-1 0-1,1-1 0,-1 1 1,1-1-1,0 1 0,-1-1 1,1 1-1,0-1 1,-1 1-1,1-1 0,0 1 1,-1-1-1,1 0 1,0 1-1,0-1 0,1 0 1,-1 0-1,-1 1 1,1-1-1,0 0 1,0 1-1,0-1 0,0 0 1,-1 1-1,1-1 1,0 1-1,0-1 1,-1 1-1,1 0 1,0-1-1,-1 1 0,1-1 1,-1 1-1,1 0 1,0 0-1,-1 0 1,0-1-1,1 1 1,-1 0-1,0 0 0,1 0 1,-1 0-1,0-1 1,0 1-1,0 0 1,1 0-1,-1 2 1,0 64-252,0-66 250,0 0-1,0-1 1,0 1-1,0 0 1,1-1-1,-1 1 1,0 0-1,0-1 1,1 1-1,-1 0 1,0-1 0,1 1-1,-1-1 1,1 1-1,-1-1 1,1 1-1,-1-1 1,1 1-1,0-1 1,-1 1-1,1-1 1,-1 0-1,1 1 1,0-1-1,-1 0 1,1 1-1,0-1 1,-1 0 0,1 0-1,0 0 1,0 0-1,1 0 1,-2 0-1,1 0 0,0 0 0,-1 0 0,1 1 1,0-1-1,-1 0 0,1 0 0,-1 0 0,1 0 0,0 1 1,-1-1-1,1 0 0,-1 1 0,1-1 0,-1 0 0,1 1 1,-1-1-1,1 1 0,-1-1 0,1 1 0,-1-1 0,1 1 1,-1-1-1,0 1 0,1-1 0,-1 1 0,0 0 0,0-1 1,1 1-1,-1-1 0,0 1 0,0 1 0,0 6-103,-1-6 76,1 0 1,0 0 0,-1 1 0,1-1-1,0 0 1,0 0 0,0 0-1,1 0 1,-1 0 0,0 0 0,1 0-1,-1 1 1,1-1 0,0-1 0,0 1-1,2 4 1,84 28-382,-55-18 346,4 10 4,-28-18-21,23 5 1,-8-4 73,-4 4 2,-13-9 36,0 0 0,1 0 0,-1 0 0,1-1 0,13 6 0,-11-7-5,-2 0 0,-1 0-1,1 0 1,-1 1-1,0 0 1,0 0 0,0 0-1,0 1 1,6 5 0,28 9-9,-34-16-14,0 0 0,0 1 0,0 0-1,-1 0 1,1 0 0,6 5 0,0 6 8,-11-12-2,0-1-1,1 1 1,-1 0-1,1-1 1,0 1-1,0-1 1,-1 1-1,1-1 1,0 0-1,0 0 1,0 0-1,4 2 1,-2-1 4,0 0 0,-1 0 0,1 0 0,-1 0 1,1 1-1,3 4 0,-4-4-9,0-1 0,0 1 0,0-1 0,0 0 1,0 0-1,0 0 0,7 2 0,5 3 117,0 1 0,0 0-1,16 12 1,22 12 745,-32-21-832,-1-1 0,1-2 0,1 0 0,-1-1 1,38 6-1,4 0 391,0-4 1,99 3-1,-20-6-9,107 3 455,-216-5-735,97 4 67,-81-7-199,-31 0 42,0 0 0,0-1 0,1-1 0,-1-1-1,0 0 1,0-2 0,-1 0 0,19-7 0,-13 2 36,3-1 54,1-2 1,27-17 0,-45 23-102,1 1-1,-1 1 1,20-8 0,-21 10-38,0-1 0,0-1 0,-1 1 0,1-1 1,-1 0-1,0-1 0,8-7 0,-4 4-68,1 0 0,0 0 0,25-12 0,21-11-230,-38 19 190,1 2 0,40-14 0,-38 16 122,-23 7-5,1 1-1,-1 0 0,0 0 0,0 0 1,1 0-1,-1 0 0,0 0 0,1 0 1,-1 0-1,0-1 0,0 1 0,0 0 0,1 0 1,-1 0-1,0-1 0,0 1 0,1 0 1,-1 0-1,0 0 0,0-1 0,0 1 1,0 0-1,0 0 0,1-1 0,-1 1 1,0 0-1,0-1 0,0 1 0,0 0 1,0 0-1,0-1 0,0 1 0,0-1 1,5-6 80,3 5-28,-7 2-49,0-1 1,0 1-1,0 0 0,0 0 1,0-1-1,-1 1 1,1 0-1,0-1 1,0 1-1,0-1 1,0 1-1,-1-1 1,1 1-1,0-1 1,-1 0-1,1 1 1,0-1-1,-1 0 0,1 0 1,-1 1-1,1-1 1,-1 0-1,1 0 1,-1 0-1,0 0 1,1 0-1,-1 1 1,0-1-1,0 0 1,0 0-1,1 0 1,-1 0-1,0 0 0,0 0 1,0 0-1,-1-1 1,1 0 1,1 1 1,-1-1 0,0 1-1,1 0 1,-1-1-1,0 1 1,1 0-1,0 0 1,-1-1 0,1 1-1,0 0 1,0 0-1,0 0 1,-1 0-1,1 0 1,0 0 0,0 0-1,1 0 1,-1 0-1,2-1 1,7-7 64,3-12 57,12-14-6,-18 28-86,0-1 0,-1 0 0,-1 0 0,1 0 0,-2-1 0,1 0 0,-1 0 0,0 0 0,-1-1 0,0 1 0,3-17 0,-2-3 128,-2-1-1,-2-46 1,0 32-39,0 39-81,-1-1-1,0 0 0,0 1 1,0-1-1,0 0 1,-1 1-1,0-1 0,0 1 1,-1 0-1,1 0 0,-1 0 1,0 0-1,-1 0 1,1 1-1,-1-1 0,0 1 1,-4-4-1,-9-6 34,0 1 0,0 0 1,-25-12-1,-11-9 81,29 16-102,-1 2 1,-1 0-1,-37-17 0,-4-1-37,-123-54-693,97 47-1324,-95-33-8166,180 71 9505,-90-32-9147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2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96 1761,'1'-1'151,"0"0"-1,0-1 1,0 1 0,0 0 0,0 0 0,0 0 0,0 0-1,0 0 1,0 0 0,0 0 0,1 0 0,-1 0 0,0 0-1,1 1 1,-1-1 0,1 0 0,-1 1 0,1 0 0,-1-1-1,2 1 1,3-2 350,151-73 10999,-161 76-7161,-3 6-2551,-19 29 808,2 0-431,3 2 1,-21 47-1,10-7-1478,-34 97-755,60-158 68,-26 72 0,-2-19 0,14-31 0,2 2 0,1 0 0,-14 55 0,20-34 0,-11-22-739,19-27-2979,11-12 355,14-12-3909,11-14-5041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2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81 2001,'-44'4'3299,"0"2"0,-73 19 0,67-14-2351,24-4-116,0 0 1,-30 14-1,-5 1 233,57-20-993,1-1 1,-1 1 0,1 0 0,-1 0 0,1 1-1,0-1 1,0 1 0,0-1 0,0 1 0,1 0 0,-4 5-1,-18 16 509,21-22-549,1-1 0,0 1 1,0 0-1,0 0 0,0 0 1,0 0-1,1 0 1,-1 0-1,1 0 0,-1 1 1,1-1-1,0 1 1,0-1-1,0 1 0,0-1 1,0 1-1,1 0 1,-1-1-1,0 6 0,2-5 6,0 1 0,0-1 0,0 1-1,0-1 1,0 1 0,1-1-1,0 1 1,-1-1 0,1 0 0,0 0-1,1 0 1,-1 0 0,0 0 0,5 3-1,1 2-36,1-1-1,0 0 0,0 0 0,1-1 0,0 0 0,0-1 0,0 0 0,1 0 0,19 5 0,11 5 13,-31-10-74,1 0 0,-1-1 0,1 0 0,0-1 0,-1 0 0,2 0 0,-1-1 0,0-1 0,0 0 0,0-1 0,1 0 0,-1 0 0,22-5 0,-7 3 16,-13 1 40,1 0 0,-1-1 0,0 0-1,0-1 1,0-1 0,0 0 0,-1 0 0,0-1 0,1-1 0,-2 0-1,18-12 1,-11 2-67,-1-1-1,-1 0 1,0-1 0,-2 0-1,0-1 1,16-29-1,-25 39 51,2-3-23,0 0 1,0 0-1,9-27 1,-15 35 37,0 0 0,0 0 1,-1 0-1,1 0 0,-1-1 1,0 1-1,0 0 1,0 0-1,-1 0 0,1-1 1,-1 1-1,0 0 0,-1 0 1,1 0-1,0 0 1,-1 0-1,-3-4 0,3 3-16,0 0-1,-1 0 0,0 1 0,0-1 1,0 1-1,-1 0 0,1 0 1,-1 0-1,0 0 0,0 1 0,0-1 1,-1 1-1,1 0 0,-1 1 1,0-1-1,1 1 0,-9-3 0,-6 2-497,-1 0 0,1 2-1,0 0 1,-1 1 0,1 2-1,-1-1 1,1 2 0,0 1-1,0 0 1,0 1 0,-19 9-1,36-14 366,1 1 0,0-1-1,-1 0 1,1 1 0,0-1-1,0 1 1,-1 0-1,1 0 1,0-1 0,0 1-1,0 0 1,0 0 0,0 0-1,0 0 1,-2 2 0,4-2-12,-1-1 1,1 1-1,-1 0 0,1 0 1,-1-1-1,1 1 0,-1 0 1,1-1-1,-1 1 1,1 0-1,0-1 0,-1 1 1,1-1-1,0 1 0,0-1 1,-1 0-1,3 1 1,-1 1-171,4 6-3143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28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1060 0 1201,'0'1'145,"1"-1"0,-1 0 1,0 1-1,0-1 0,0 1 1,0-1-1,0 0 0,0 1 1,1-1-1,-1 1 1,0-1-1,0 1 0,0-1 1,0 0-1,-1 1 0,1-1 1,0 1-1,0-1 0,0 1 1,0-1-1,0 0 1,-1 1-1,1-1 0,0 1 1,0-1-1,0 0 0,-1 1 1,1-1-1,0 0 1,-1 1-1,1-1 0,0 0 1,-1 0-1,1 1 0,0-1 1,-1 0-1,1 0 0,-1 1 1,-21 4 1068,15 0 696,3-1-1473,-9 0 166,-1-1-1,1 0 0,-1 0 0,-15 0 1,-8 1 401,-61 17 1277,91-19-2167,0 1 0,0-1 0,0 1 0,0 0 0,1 1 0,-13 8 0,17-10-91,-1-1 0,1 1 0,-1 0 0,1 0 0,0 0-1,0 0 1,0 0 0,0 0 0,0 0 0,1 1 0,-1-1 0,1 1-1,-1 0 1,1-1 0,0 1 0,-1 3 0,3-2-11,1 0 0,-1 0 1,1 0-1,0 0 0,0-1 1,1 1-1,-1-1 0,1 1 0,0-1 1,3 3-1,16 24-14,-21-26 10,1-1 0,-1 1 0,1-1 0,0 1-1,0-1 1,0 0 0,0 1 0,1-1 0,-1 0 0,1-1-1,0 1 1,0 0 0,0-1 0,0 0 0,0 1 0,1-1-1,-1-1 1,7 4 0,1 0-23,2 2-126,0-1 1,0-1 0,0 0-1,20 5 1,-26-9-57,0 0 1,0-1-1,1 1 0,-1-1 1,0-1-1,0 1 1,0-1-1,0 0 0,13-5 1,-16 5 67,0 0 22,0 0 1,0 0 0,-1 0 0,1 0-1,0-1 1,0 0 0,-1 1 0,1-1-1,-1-1 1,0 1 0,0 0 0,0-1-1,0 0 1,0 0 0,0 0-1,0 0 1,-1 0 0,0 0 0,3-5-1,16-24-66,-10-3 213,-2 18-5,-7 15-29,0-1 1,0 1-1,-1-1 1,1 1 0,-1-1-1,0 0 1,0 1-1,0-1 1,0 0 0,0 0-1,-1 0 1,1 0 0,-1 0-1,0 0 1,0 0-1,0 0 1,0 0 0,0 0-1,-1 0 1,-1-5-1,-20-27 141,21 32-113,-1-1 0,0 1-1,0-1 1,0 1 0,0 0-1,-1 0 1,1 0 0,-1 0-1,0 0 1,-4-4 0,4 5-5,-1-7 98,4 9-104,0-1 1,0 1-1,0-1 1,0 0 0,0 1-1,0-1 1,-1 1 0,1-1-1,0 1 1,0-1 0,-1 1-1,1-1 1,0 1 0,-1-1-1,1 1 1,0-1-1,-1 1 1,1 0 0,-1-1-1,1 1 1,0-1 0,-1 1-1,0-1 1,-15 3 70,13 2 97,23 16 180,-16-16-347,76 67 542,-29-23-425,-40-38-130,9 7-67,0 1 1,-1 1-1,-1 0 1,24 36-1,-37-49 29,-1 1 0,0-1-1,-1 1 1,0 0 0,0 0-1,0 0 1,-1 0 0,0 0-1,0 1 1,-1-1 0,0 1-1,0-1 1,-1 1 0,0-1-1,0 1 1,0-1 0,-1 1-1,-1-1 1,-1 8 0,1-9 75,0-1 1,0 1 0,-1-1 0,1 0-1,-1 0 1,0 0 0,0 0 0,-1-1-1,0 1 1,-5 4 0,0 0 207,-1-1-1,0-1 1,-1 0-1,-16 8 1,-109 51 4244,-3-6-1,-162 46 1,166-71-3766,-241 32 0,256-55-4296,91-16-251,28 4 3629,1 0 0,0 0 1,-1-1-1,1 1 1,-1 0-1,1 0 0,-1 0 1,1-1-1,0 1 1,-1 0-1,1-1 0,-1 1 1,1 0-1,0-1 1,-1 1-1,1 0 1,0-1-1,0 1 0,-1-1 1,1 1-1,0-1 1,0 1-1,0 0 0,0-1 1,-1 1-1,1-1 1,0 1-1,0-1 0,1-3-1095,0 1 0,1 0-1,-1 0 1,1 0 0,0 0-1,0 0 1,0 0-1,0 0 1,0 0 0,3-2-1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0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44 1121,'0'-3'647,"0"0"0,0 0 0,0 0 1,0 0-1,0 0 0,-1 1 0,1-1 0,-1 0 1,-2-5-1,2 7-535,0 0 1,0 0-1,0 1 0,0-1 1,-1 0-1,1 0 1,0 1-1,-1-1 0,1 1 1,0-1-1,-1 1 0,1 0 1,-1-1-1,1 1 1,-2 0-1,1 3 42,1 0 1,0 0-1,0 0 1,1 1-1,-1-1 1,1 0-1,-1 0 1,1 1-1,0-1 1,1 5-1,-6 42 428,-17-16-35,11-6-120,0-16-231,10-11-167,-1 1-1,1-1 0,0 1 0,-1-1 0,1 1 0,0-1 1,0 1-1,0 0 0,0-1 0,0 1 0,1 0 1,-1 0-1,0 0 0,1 0 0,0 0 0,-1 0 1,1 0-1,0 0 0,0 2 0,0-2 6,0 1 1,-1-1-1,1 0 0,0 0 0,-1 1 0,0-1 1,1 0-1,-1 0 0,0 0 0,0 0 1,0 0-1,0 0 0,-1 0 0,1 0 0,0 0 1,-4 2-1,4-2 45,-1-1 1,1 1 0,-1 0-1,1 0 1,0 0-1,0 0 1,0 0-1,0 0 1,0 0-1,0 0 1,0 0 0,1 1-1,-1-1 1,1 0-1,-1 0 1,1 5-1,1 0 432,-1-4-403,1-1 0,-1 1 0,0 0 0,1-1 0,-1 1 1,0 0-1,-1 0 0,1-1 0,0 1 0,-1 0 1,0-1-1,1 1 0,-1-1 0,0 1 0,-2 3 0,-4-4-48,6-2-47,0 1 0,0-1 0,0 0 1,0 0-1,0 0 0,0 1 0,0-1 0,1 0 0,-1 1 1,0-1-1,0 1 0,0-1 0,1 1 0,-1-1 0,0 1 0,1 0 1,-1-1-1,0 1 0,1 0 0,-1 0 0,1-1 0,-1 1 1,1 0-1,-1 0 0,1 0 0,0-1 0,-1 1 0,1 0 0,0 0 1,0 0-1,0 0 0,0 0 0,-1 1 0,1 41 841,1-42-840,-1 0 0,0 0 0,1 0 0,-1 0 0,1-1 1,-1 1-1,1 0 0,-1 0 0,1 0 0,0-1 0,-1 1 0,1 0 0,0-1 0,0 1 0,-1-1 1,1 1-1,0-1 0,0 1 0,0-1 0,0 1 0,0-1 0,0 0 0,-1 1 0,1-1 0,0 0 0,0 0 1,0 0-1,0 0 0,0 0 0,1 0 0,2 1 29,11 4 127,0-1-1,1 0 1,0-1 0,0-1-1,0 0 1,20-1-1,351-8 2246,-350 7-2059,-1-2-1,58-10 1,-88 11-308,-1 0 0,0 0 0,1 0 0,-1-1 0,0 0 0,0 0 0,0 0 0,0 0 0,8-6 0,2-11 200,-13 15-222,0 1 0,0 0-1,1 0 1,0 0 0,0 0 0,-1 0 0,2 1 0,4-4-1,5-4-102,-1 0 0,1-1-1,-2-1 1,1 1 0,-2-2-1,1 0 1,-2 0 0,0-1-1,10-20 1,-18 33 48,0-1 0,0 1 0,0-1 0,0 1 0,-1-1 0,1 1 1,-1-1-1,1 1 0,-1-1 0,0 0 0,1 1 0,-1-1 0,0 1 0,0-1 0,0 0 1,0 1-1,-1-1 0,1 0 0,0 1 0,-1-1 0,1 1 0,-1-1 0,0-1 0,0 1 21,-1 1 0,1 0 0,0 0 0,-1 0 0,1 0 0,-1 0 0,1 0 0,-1 1 0,0-1 0,1 1 0,-1-1 0,0 1 0,1-1 0,-3 1 0,-29-5 248,25 9 28,5 0-162,-21 18 774,2 1 1,0 0 0,1 2-1,2 1 1,-18 30-1,-14 17 1173,43-62-1857,-7 9 26,1 1 1,1 0-1,1 1 0,-18 43 1,-32 76-167,38-93-61,-20 60-1,-16 52-520,54-144-629,0 1 0,-7 27 0,10-28-1798,1 1-1,0 29 1,2 26-11280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0 400,'-32'69'2561,"32"20"321,0-6-321,0 7-320,-33-1-480,7 0-481,26-5-479,0-30-801,26-19-1921,39-29-3922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3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84 1201,'-17'-2'1577,"-1"0"1,0 1 0,0 1-1,0 1 1,-25 4 0,0 2-155,-43 15 0,51-12-188,-53 23 1,79-29-1076,0 0 1,0 0 0,1 1 0,0 1 0,0-1 0,0 1 0,1 1 0,0-1 0,0 1 0,0 0 0,-6 11 0,12-17-138,1 0 1,0 1 0,-1-1-1,1 0 1,0 0-1,-1 1 1,1-1 0,0 0-1,0 1 1,0-1-1,0 0 1,0 1 0,0-1-1,1 0 1,-1 0-1,0 1 1,1-1 0,-1 0-1,1 0 1,-1 1-1,1-1 1,-1 0 0,1 0-1,0 0 1,0 0-1,0 0 1,-1 0 0,1 0-1,0 0 1,0 0-1,0 0 1,1-1 0,-1 1-1,2 1 1,4 4 150,-3-3-159,1 0 0,-1 0 0,1 0 0,0 0 0,0-1-1,0 1 1,1-1 0,-1-1 0,0 1 0,1-1 0,-1 0 0,1 0-1,6 0 1,2 0-107,-1 0 0,1-1-1,0-1 1,16-2 0,-30 2 93,1 1-1,-1 0 1,1 0 0,-1 0 0,0-1 0,1 1-1,-1 0 1,1 0 0,-1-1 0,0 1-1,1 0 1,-1-1 0,0 1 0,0 0-1,1-1 1,-1 1 0,0-1 0,0 1 0,0-1-1,1 1 1,-1 0 0,0-1 0,0 1-1,0-1 1,0 1 0,0-1 0,0 1-1,0-1 1,4-10 70,-1 7-48,0 1 1,0-1-1,-1 0 0,1 0 0,-1 0 0,0 0 1,0 0-1,-1 0 0,1-1 0,-1 1 0,0-1 1,0 1-1,0-1 0,-1 1 0,1-1 0,-1 0 1,0 1-1,-1-1 0,1 1 0,-1-1 0,0 1 1,-2-9-1,-2 4-181,0 0 0,-1 0 0,0 0 0,0 1 1,-1 0-1,0 0 0,0 0 0,-1 1 0,0 0 0,0 1 0,-12-7 1,7 4-638,-1 0 0,-1 1 1,0 1-1,0 0 0,0 1 1,-23-6-1,5 0-3874,33 12 4490,0 0 0,-1-1-1,1 1 1,0 0 0,-1 0-1,1-1 1,0 1 0,-1 0-1,1 0 1,0-1 0,0 1-1,-1 0 1,1-1 0,0 1-1,0 0 1,0-1-1,0 1 1,-1 0 0,1-1-1,0 1 1,0 0 0,0-1-1,0 1 1,0-1 0,0 1-1,0-1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4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48 1361,'0'-2'215,"0"1"0,1-1 0,-1 0 0,0 1 0,0-1 0,0 0 0,0 1 0,0-1 0,0 1 0,-1-1 0,1 0 0,-1 1 0,1-1 0,-1 1 0,1-1 0,-1 1 0,0 0 0,0-1 0,1 1 0,-1-1 0,0 1 0,0 0 0,-1 0 0,1 0 0,0 0 0,0 0 0,-1 0 0,1 0 0,0 0 0,-1 0 0,1 0 0,-1 1 0,1-1 0,-1 1 0,1-1 0,-1 1 0,1-1 0,-1 1 0,1 0 0,-1 0 0,-2 0 0,-6-1 91,1 1 0,0 0 0,0 1 0,-1 0 0,1 1 0,0 0 0,-13 4 0,5-2 34,-19 6 405,0 1-1,1 2 0,1 1 1,-64 37-1,86-42-610,1 0 1,0 0-1,0 1 0,1 1 0,0 0 1,1 0-1,0 1 0,1 0 1,0 0-1,1 1 0,1 0 0,0 0 1,0 1-1,-6 27 0,10-36-126,1 0 0,0 1-1,1-1 1,-1 0-1,1 1 1,0-1 0,1 0-1,-1 1 1,1-1 0,0 0-1,0 0 1,1 1 0,-1-1-1,1 0 1,0 0-1,1 0 1,-1-1 0,1 1-1,0-1 1,0 1 0,0-1-1,1 0 1,-1 0-1,1 0 1,0-1 0,5 4-1,-1-1-81,1-1-1,0 0 0,0 0 0,0-1 1,0 0-1,1-1 0,-1 0 0,1-1 1,0 1-1,0-2 0,0 0 0,0 0 1,17-1-1,-18 0-14,-2 0 38,1 0 0,-1 0 0,0-1 0,0 0 0,0 0-1,0-1 1,0 0 0,-1 0 0,1 0 0,0-1 0,-1 0-1,0 0 1,0-1 0,0 0 0,9-7 0,-6 3 66,55-55 52,-56 56-67,-1-1 0,-1 0-1,0-1 1,0 1-1,8-16 1,-11 14 15,-1 1 0,0 0 0,0 0 0,1-11 0,1-9 57,4 0 33,-6 25-73,-1-1-1,0 1 0,0-1 1,0 0-1,0 1 0,0-7 1,-2 9-9,1 1-1,0-1 1,-1 0 0,1 1 0,-1-1 0,1 1-1,-1-1 1,0 0 0,0 1 0,1 0 0,-1-1 0,0 1-1,-1-1 1,1 1 0,0 0 0,0 0 0,0 0-1,-1 0 1,1 0 0,-1 0 0,-1-1 0,-1 0 94,-1 0 0,1 0 1,-1 0-1,0 1 1,0 0-1,0 0 0,0 0 1,0 0-1,0 1 1,0 0-1,0 0 0,0 0 1,0 1-1,0 0 0,0 0 1,0 0-1,0 0 1,0 1-1,1 0 0,-1 0 1,0 0-1,1 0 1,0 1-1,-6 4 0,10-6-93,-1 0-1,1 0 1,-1 0-1,1 0 1,-1 0-1,1 0 1,0 0-1,-1 1 1,1-1-1,0 0 1,0 0-1,0 0 1,0 0-1,0 1 1,0-1-1,0 0 0,0 0 1,1 0-1,-1 0 1,0 1-1,1-1 1,-1 0-1,1 0 1,0 1-1,12 35 284,1-2 0,2 0 0,34 55 0,-33-64-193,-2 0 1,0 1 0,-2 1-1,19 57 1,-31-80-89,0 0 0,-1 0 0,1 1 0,-1-1 0,-1 0-1,1 0 1,-1 0 0,0 0 0,0 0 0,0 0 0,0 0 0,-1 0 0,0 0 0,0-1 0,-1 1-1,1-1 1,-1 1 0,0-1 0,-5 5 0,-6 7 125,-1 0 0,-1-2-1,-23 18 1,26-22-71,3-2-4,-1 0 1,-1-1 0,1 0 0,-1-1 0,0-1-1,-16 6 1,-4-2 47,-39 6-1,69-15-120,-282 39-1807,227-36-1109,-76-4 0,-2-17-4744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88 240,'0'-2'179,"1"1"0,-1-1-1,1 1 1,-1-1 0,1 1-1,-1 0 1,1-1 0,0 1-1,0 0 1,0-1 0,-1 1 0,1 0-1,1 0 1,-1 0 0,0 0-1,0 0 1,0 0 0,0 0 0,1 0-1,2-1 1,33-15 1651,-30 13-1223,-3 3-398,20-9 1563,47-13 0,-64 21-1637,1 1 1,0-1-1,0 2 0,0-1 1,0 1-1,0 0 0,0 1 1,0 0-1,0 0 1,10 4-1,-16-5-115,1 1-1,-1-1 1,0 1-1,0 0 1,0 0 0,0 0-1,0 0 1,-1 0-1,1 0 1,0 0 0,2 3-1,-3-2 2,0 0-1,0 0 0,0 0 1,0 0-1,-1 0 0,1 1 1,-1-1-1,1 0 0,-1 1 1,0-1-1,0 0 1,0 1-1,0 2 0,0 6 41,0 0 1,-1 0-1,-1 0 0,0 0 0,0-1 0,-1 1 0,0-1 0,-1 1 1,0-1-1,0 0 0,-9 13 0,-42 42 139,44-49-162,-8 8 145,-1-1 0,-33 32 0,19-23 93,13-12 86,-1 0-1,-37 24 1,12-15 741,-85 39 0,116-61-901,0-1 0,0 0 0,-1-1 1,0 0-1,0-2 0,0 0 0,-1-1 1,1 0-1,-23-2 0,35 0-194,1 0-1,-1-1 1,0 0-1,1 0 0,-1 0 1,1-1-1,-1 1 1,1-1-1,0 0 1,0 0-1,-1-1 1,2 1-1,-1-1 1,0 0-1,0 0 0,1 0 1,0 0-1,-1-1 1,-2-5-1,4 7-25,1-1-1,0 1 1,1-1-1,-1 0 1,0 1-1,1-1 1,-1 0-1,1 0 1,0 1-1,0-1 1,0 0-1,0 0 1,1 0 0,-1 1-1,1-1 1,-1 0-1,1 1 1,0-1-1,0 0 1,0 1-1,1-1 1,-1 1-1,0 0 1,1-1-1,0 1 1,-1 0-1,1 0 1,3-3-1,82-82-394,-82 82 383,-1 1 1,1 0 0,0 0-1,0 0 1,0 0-1,0 1 1,1 0 0,0 0-1,-1 0 1,1 1-1,0 0 1,0 0 0,0 1-1,1-1 1,-1 1-1,0 0 1,0 1 0,1 0-1,-1 0 1,0 0-1,1 1 1,-1 0 0,11 3-1,8 4 63,0 1 0,-1 1 0,-1 1 0,35 22 1,-31-17 186,-18-11-169,18 9 190,-2 0-1,0 2 0,0 1 1,-2 1-1,0 1 0,38 41 1,-53-49-80,1-1 1,0 0-1,0 0 1,1-1-1,21 14 1,-22-18-159,0 0 1,0-1-1,1 0 1,-1-1-1,1 0 1,0 0-1,0-1 1,16 1-1,0-1-760,0-2 0,0-1 0,0 0 0,-1-2 0,1-2 0,-1 0 0,35-12 0,-31 5-3752,45-26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6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256 138 1761,'39'-21'2718,"-31"18"-2088,0-1-1,0 0 1,-1-1 0,0 0-1,9-6 1,-10 5-207,-1 1 0,1 1 0,1-1 0,-1 1-1,1 0 1,0 1 0,13-6 0,14-7 409,-26 11-693,0 1-1,1 0 0,0 1 0,0 0 1,-1 1-1,2-1 0,-1 2 0,0-1 1,0 1-1,12 0 0,-18 2-128,0-1-1,1 1 1,-1 0-1,0 0 1,0 0-1,0 1 1,0-1-1,0 1 1,0-1 0,0 1-1,2 2 1,-3-3 1,-1 0 0,1 1 1,-1-1-1,0 0 0,0 0 0,0 1 1,1-1-1,-1 1 0,0-1 1,-1 1-1,1-1 0,0 1 1,0 0-1,-1-1 0,1 1 0,-1 0 1,1 0-1,-1-1 0,0 1 1,0 0-1,0 0 0,0 0 1,0-1-1,0 1 0,0 0 0,-1 0 1,1-1-1,0 1 0,-2 2 1,-5 11 162,0-1 1,-1 1 0,-1-1 0,0-1-1,-1 0 1,0 0 0,-1-1 0,-1 0-1,-25 19 1,5-2 448,-12 7 168,12-18-121,-1-1-1,-1-2 1,-1-1 0,-38 9-1,18-6 716,47-13-1310,-1-1-1,0 0 0,0-1 0,0 0 0,0 0 0,0-1 1,0 0-1,-1-1 0,1 0 0,-13-1 0,22 1-71,-1 0 0,1 0-1,0 0 1,0 0 0,0 0 0,-1 0-1,1 0 1,0 0 0,0 0-1,0 0 1,-1-1 0,1 1-1,0 0 1,0 0 0,0 0 0,-1 0-1,1 0 1,0 0 0,0 0-1,0-1 1,0 1 0,0 0 0,-1 0-1,1 0 1,0 0 0,0 0-1,0-1 1,0 1 0,0 0 0,0 0-1,0 0 1,-1-1 0,1 1-1,0 0 1,0 0 0,0 0-1,0-1 1,0 1 0,-5-8-2,-17-3-134,21 10 120,1 0 0,-1 0 0,0 0 0,1 0 0,-1 0 0,1 0 0,-1 0 0,1-1 0,-1 1 0,1 0 1,0 0-1,0 0 0,-1-1 0,1 1 0,0 0 0,0 0 0,0-1 0,0 1 0,1 0 0,-1 0 0,0-1 1,1 1-1,-1 0 0,0 0 0,1 0 0,-1-1 0,1 1 0,0 0 0,-1 0 0,2-1 0,20-5 27,-19 6 2,0 0 0,0 0 1,0 0-1,1 1 0,-1-1 1,0 1-1,0 0 0,1 0 1,-1 0-1,0 0 0,0 1 1,6 0-1,41 20 442,-23-8-194,153 76 1634,201 87 926,-379-175-2875,40 15 412,72 18 1,-97-31-890,-1 0 0,1-2 0,16 1 0,-23-2-652,0-1 0,0 0 1,0-1-1,0 0 0,0 0 1,10-5-1,44-24-9038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38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49 320,'-6'-2'1521,"-16"-3"-14,2-1 1994,8 3-3000,12 3-451,-1 0 0,1 0 0,0 0 0,0 0 0,-1 0 0,1 0 0,0 0 0,0 0-1,-1 0 1,1 0 0,0 0 0,0 0 0,0 0 0,-1-1 0,1 1 0,0 0 0,0 0 0,0 0 0,-1 0 0,1-1 0,0 1 0,0 0 0,0 0 0,0 0-1,0-1 1,0 1 0,-1 0 0,1 0 0,0 0 0,0-1 0,0 1 0,0 0 0,0 0 0,0-1 0,0 1 0,0 0 0,0 0 0,0-1 0,0 1-25,0 0 1,0-1-1,0 1 1,0 0-1,0 0 1,0 0 0,0-1-1,0 1 1,0 0-1,0 0 1,0-1-1,0 1 1,-1 0 0,1 0-1,0 0 1,0-1-1,0 1 1,0 0-1,0 0 1,-1 0-1,1 0 1,0-1 0,0 1-1,0 0 1,0 0-1,-1 0 1,1 0-1,0 0 1,0 0 0,-1-1-1,1 1 1,0 0-1,0 0 1,0 0-1,-1 0 1,-21-1 628,17 1 626,5-1-1233,-1 0-1,1 1 0,0-1 0,-1 0 1,1 1-1,0-1 0,-1 1 0,1-1 1,0 1-1,-1-1 0,1 0 1,-1 1-1,1 0 0,-1-1 0,0 1 1,1-1-1,-1 1 0,1 0 0,-1-1 1,0 1-1,1 0 0,-1-1 1,0 1-1,1 0 0,-1 0 0,0 0 1,1 0-1,-2 0 0,-31-4 97,11 2 386,3 1-267,0 1 0,0 0 0,1 2 0,-1 0-1,0 1 1,-33 10 0,-6 0 307,53-12-537,-16 3 507,-1 1 0,1 0-1,-35 15 1,50-13-668,1 0 205,-15 4 181,14-8-138,1 0 1,-1 0-1,0 1 1,1-1 0,0 1-1,-8 7 1,-7 4-46,18-14-56,-1 1 0,1-1 0,-1 1-1,1-1 1,-1 1 0,1 0 0,0 0 0,0 0 0,0 0-1,0 0 1,0 1 0,0-1 0,1 0 0,-1 1 0,1 0 0,0-1-1,0 1 1,0 0 0,0-1 0,0 1 0,0 3 0,2-2 18,0-1 0,0 1 0,1-1 0,-1 0 1,1 1-1,0-1 0,0 0 0,0 0 0,0 0 0,1-1 1,-1 1-1,1 0 0,-1-1 0,1 0 0,0 0 0,0 1 1,6 1-1,12 13 166,-5-3-188,1 0-1,0-2 1,1 0 0,0-1-1,22 9 1,-3 0-16,-16-9-35,1-1 1,0-1-1,1-1 0,0-1 0,24 4 0,0-3-459,80 2-1,-100-10 275,0-1-1,0-1 0,0-1 0,0-2 0,-1-1 0,51-17 0,-74 22 215,0 0 1,-1 0-1,1-1 1,-1 1-1,0-1 1,1 1-1,-1-1 1,0 0-1,0 0 1,0 0 0,0 0-1,0 0 1,-1 0-1,1 0 1,-1-1-1,1 1 1,-1-1-1,0 1 1,0-1-1,0 1 1,0-1-1,1-5 1,4-14-8,-1 11 4,-3 7 7,0-1 1,0 1-1,-1-1 0,1 0 1,-1 1-1,-1-1 1,2-8-1,-3 1 5,-1 0 1,0 0-1,-1 1 1,0-1-1,-1 1 0,0 0 1,-1 0-1,0 0 1,-1 1-1,0 0 0,-1 0 1,0 0-1,0 1 1,-1 0-1,0 0 0,-1 1 1,1 0-1,-16-10 1,14 13-57,0 1 1,0 0-1,0 1 1,-1 0 0,1 1-1,-1 0 1,0 0-1,0 1 1,1 0-1,-21 2 1,14 0-81,-14-2-1039,1 3 0,-34 5 0,47 0-2667,-10 7-2282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1761,'6'-1'3762,"24"-5"1107,43-9 1894,74-27-4896,-92 23-1764,0 2 1,2 2-1,69-9 1,32 5-91,-152 18-6,0 0 1,0 1-1,0 0 1,0 1-1,0-1 0,0 1 1,0 0-1,11 4 1,-17-5-7,1 0 1,-1 0-1,0 1 1,1-1-1,-1 0 1,0 0 0,1 0-1,-1 1 1,0-1-1,0 0 1,1 0-1,-1 1 1,0-1 0,0 0-1,0 0 1,1 1-1,-1-1 1,0 0-1,0 1 1,0-1 0,0 0-1,1 1 1,-1-1-1,0 0 1,0 1-1,0-1 1,0 0 0,0 1-1,0-1 1,0 0-1,0 1 1,0-1-1,-1 1 1,1-1-2,1 16 167,-2-1 1,0 1-1,-1 0 1,0-1-1,-1 1 1,-1-1-1,-1 0 1,-10 24-1,-12 14 153,16-10 41,0-22-195,9-18-147,0 1 1,0 0-1,0 0 1,0 1-1,1-1 1,-1 0-1,1 0 1,0 1-1,1-1 1,-1 0-1,1 6 1,-1-4-14,1-1 1,-1 1-1,0 0 0,-1-1 1,1 1-1,-1-1 0,0 1 1,0-1-1,-6 10 1,0-1 22,2 0 8,4-10-24,1 0 1,-1 0 0,0 0-1,-1-1 1,1 1 0,-1 0-1,1-1 1,-1 0 0,0 1-1,-6 3 1,-10 11 366,-1-2 0,0-1 0,-1 0 1,-1-2-1,-39 19 0,43-24 126,4-2-215,0 0-1,-28 7 1,39-12-307,0-1-1,0 1 1,0-1 0,-1 0-1,1 0 1,0 0 0,0 0-1,0 0 1,-1 0-1,1-1 1,0 0 0,0 0-1,0 0 1,0 0 0,0 0-1,0 0 1,1-1-1,-6-3 1,-25-22-384,32 26 383,0-1 0,0 1 0,0-1 0,1 1-1,-1-1 1,0 1 0,1-1 0,-1 0 0,1 1 0,0-1 0,-1 0 0,1 1 0,0-1-1,0 0 1,0 0 0,0 1 0,1-4 0,6-24-89,-2 22 95,1 2 0,0-1-1,0 1 1,1-1-1,-1 2 1,10-6-1,19-16 12,-31 23 13,0 0 0,0 0 0,0 1 0,0-1 0,1 1-1,-1 0 1,1 0 0,0 0 0,-1 1 0,1 0 0,0 0-1,0 0 1,0 0 0,0 1 0,0 0 0,9 1 0,-9-1-5,5 0 21,1 0 0,-1 1 0,1 1-1,0 0 1,-1 0 0,13 6 0,5 0 23,34 11 79,0 3 1,85 43-1,-115-48-2035,46 33-1,-46-29-5805,1-5-4296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1040,'0'12'3282,"-33"30"800,0 41 80,1-8-2241,32-13-1041,0 1 0,0-1-239,0 0-81,-33 7 240,-32 6 321,32 0-961,-26 8-1281,27-6-2400,-1-23-4723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2081,'-16'0'1566,"1"1"1,-1 0-1,-16 4 1,17-2-299,0-1 0,-1-1 0,-16 0 0,14 0-723,0 0 0,1 1 0,-1 1-1,1 1 1,-20 6 0,36-8-454,0-1 1,0 1-1,0 0 0,0-1 1,1 1-1,-1 0 1,0 0-1,1-1 1,0 1-1,-1 0 1,1 0-1,0 0 0,0 0 1,0 0-1,0-1 1,0 1-1,1 0 1,0 3-1,-1 1 226,0-3-227,1 0-1,-1 0 1,1 0 0,-1 0-1,1 0 1,0 0 0,0 0 0,1-1-1,-1 1 1,0 0 0,1 0-1,0-1 1,-1 1 0,1-1 0,0 0-1,0 1 1,1-1 0,2 2-1,4 3 100,0 0-1,1-1 0,14 6 0,-11-5-44,5 3-49,1-1-1,0-1 0,0-1 1,1 0-1,0-2 1,0 0-1,0-1 0,1-1 1,-1-1-1,1-1 1,0-1-1,39-4 0,-47 3-95,-10 2 1,0-2-1,0 1 0,0 0 0,0 0 1,0-1-1,0 0 0,0 0 0,0 0 1,0 0-1,0 0 0,0 0 1,0-1-1,-1 1 0,1-1 0,-1 0 1,4-3-1,16-6-43,-20 11 43,0-1 1,0 1 0,0-1-1,0 0 1,0 1 0,-1-1-1,1 0 1,0 0 0,0 0-1,-1 0 1,1 0 0,-1-1-1,1 1 1,-1 0 0,0-1-1,1 1 1,-1-1 0,0 1 0,0-1-1,0 0 1,0 1 0,0-1-1,0 0 1,-1 0 0,1 0-1,-1 0 1,1-2 0,-1-3 30,0 1 1,0-1-1,0 0 0,-1 0 1,-3-10-1,3 14-45,-1 0 0,1 0 0,-1 0 0,0 0 0,0 0 0,0 0 0,0 1 0,-1-1 0,1 1 0,-1 0-1,0-1 1,-5-2 0,-7-4-394,-1 1-1,0 1 1,-1 0-1,1 1 1,-1 1-1,0 1 1,-1 0-1,1 1 1,-23 0-1,-76-3-5553,41-1-1187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8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 2801,'-1'1'226,"0"0"0,0-1 0,0 1-1,0 0 1,0-1 0,0 1 0,0 0-1,-1-1 1,1 0 0,0 1 0,0-1 0,-1 0-1,1 1 1,0-1 0,0 0 0,-1 0-1,1 0 1,0 0 0,-2-1 0,1 2 341,-40 12 4048,10-9-3065,14-3-737,0 1 1,0 1-1,1 1 0,0 0 1,0 1-1,-31 14 0,45-17-770,1-1-1,-1 0 1,1 1-1,0-1 1,0 1-1,0 0 1,0 0-1,0 0 1,0 0-1,0 0 0,1 0 1,-1 0-1,1 1 1,-1-1-1,1 0 1,0 1-1,0-1 1,0 1-1,0 0 1,1-1-1,-1 1 1,1 0-1,0-1 0,-1 1 1,1 0-1,0 0 1,0-1-1,1 1 1,-1 0-1,1-1 1,-1 1-1,1 0 1,0-1-1,2 6 1,1 1 37,1-1 1,0 1 0,0 0 0,1-1 0,0 0 0,0-1 0,0 1 0,13 9 0,-12-11-121,0 0 1,0-1 0,1 0-1,-1 0 1,1-1 0,0 0-1,0 0 1,1-1 0,-1 0-1,1 0 1,15 2-1,-16-4 27,0-1-1,-1 0 0,1-1 0,0 0 0,0 0 0,-1 0 0,1-1 0,-1 0 0,1-1 0,-1 1 0,0-2 1,0 1-1,13-9 0,-19 11 17,1 1 14,0-1 0,-1 0 0,1 0 0,-1 0 0,1-1 0,-1 1 1,1 0-1,-1 0 0,0-1 0,1 1 0,-1-1 0,0 1 0,0-1 0,0 0 0,0 1 0,0-1 0,-1 0 0,1 0 0,0 1 0,-1-1 0,1 0 0,-1 0 0,0 0 0,0 0 0,0 0 0,0 0 0,0-3 0,0-49 1117,-1 53-1108,1 0 0,-1 0 0,0 0 0,1 0 0,-1 0 0,0 0 0,0 1 0,0-1 0,0 0 0,0 0 0,0 1 0,0-1 0,0 0 1,0 1-1,0-1 0,0 1 0,0 0 0,-1-1 0,1 1 0,0 0 0,0 0 0,0 0 0,-1 0 0,0 0 0,1-1 30,-5 0 544,6 2-679,0 0 54,0 0-1,0-1 0,0 1 1,0 0-1,0 0 1,0 0-1,0 0 1,0 0-1,0-1 0,0 1 1,0 0-1,1 0 1,-1 0-1,0-1 1,1 1-1,-1 0 1,0 0-1,1-1 0,-1 1 1,1 0-1,-1-1 1,2 2-1,20-2 93,-23 0-62,1 0-1,0 0 1,0 0 0,0-1 0,0 1 0,0 0 0,0 0-1,-1 0 1,1 0 0,0 0 0,0 0 0,0-1 0,0 1-1,0 0 1,0 0 0,0 0 0,0 0 0,0 0-1,0-1 1,0 1 0,0 0 0,0 0 0,0 0 0,0 0-1,0-1 1,0 1 0,0 0 0,0 0 0,0 0 0,0 0-1,0 0 1,0-1 0,0 1 0,0 0 0,0 0-1,0 0 1,0 0 0,0 0 0,1-1 0,-1 1 0,0 0-1,0 0 1,0 0 0,0 0 0,0 0 0,1 0 0,-23-5 101,15 1 137,3 0-192,2 4-27,1 1-17,0-1 1,-1 0-1,1 0 1,0 0-1,0 0 1,-1 0-1,1-1 0,0 1 1,-1 0-1,1 0 1,0-1-1,0 1 1,0-1-1,-1 1 1,1-1-1,0 0 1,0 1-1,0-1 1,-1-1-1,4 0 20,-2 1-17,-30-10 33,22 7-50,7 4 3,0 0 1,-1-1-1,1 1 1,0 0-1,0-1 1,-1 1-1,1-1 1,0 0 0,0 1-1,0-1 1,0 0-1,0 0 1,0 0-1,0 0 1,0 0-1,0 0 1,0 0 0,0 0-1,1 0 1,-2-2-1,2 2 6,0 1 0,0-1 0,-1 0-1,1 1 1,0-1 0,0 0 0,-1 1-1,1-1 1,0 1 0,-1-1 0,1 1 0,-1-1-1,1 1 1,0-1 0,-1 1 0,1-1-1,-1 1 1,0-1 0,1 1 0,-1 0 0,1-1-1,-1 1 1,1 0 0,-1 0 0,0-1 0,1 1-1,-1 0 1,0 0 0,1 0 0,-1 0-1,0 0 1,0 0 0,0 0 1,1 0 0,-1 0 0,0 0 0,0 0 0,1-1 0,-1 1 0,0 0 1,1 0-1,-1 0 0,0-1 0,1 1 0,-1 0 0,1-1 0,-1 1 0,1 0 0,-1-1 0,0 1 0,1-1 0,-1 1 0,1-1 0,0 1 1,-1-1-1,1 1 0,-1-1 0,1 0 0,0 1 0,-1-1 0,1 1 0,0-1 0,0 0 0,0 1 0,-1-2 0,1 1 1,0 0 1,0 0-1,0 0 0,-1 0 0,1 1 0,0-1 0,-1 0 0,1 0 0,0 0 1,-1 0-1,1 1 0,-1-1 0,1 0 0,-1 1 0,0-1 0,1 0 0,-1 1 1,0-1-1,1 1 0,-1-1 0,0 1 0,0-1 0,1 1 0,-1-1 0,0 1 1,0 0-1,0-1 0,0 1 0,0 0 0,0 0 0,1 0 0,-1 0 0,0 0 1,-2 0-1,-1-1-2,-1 0-82,10 2-387,12 6 441,-1 1 0,1 0 0,-2 1 1,1 0-1,-1 2 0,20 18 0,-9-9 100,2 1 52,-4-5-38,-1 2 0,-1 1 0,-1 0 0,0 1 0,30 41 0,-28-28-78,-10-17 47,-1 1 0,-1 1-1,-1 0 1,14 31-1,-23-45-51,0 1-1,-1 0 0,1 0 1,-1-1-1,0 1 0,-1 0 0,1 0 1,-1-1-1,0 1 0,0 0 1,0-1-1,0 1 0,-1 0 0,0-1 1,0 0-1,0 1 0,-1-1 0,-4 6 1,1 1 34,-12 18 370,-2-2 0,0 0 0,-2-2 0,0 0 0,-2-1 0,-1-2 0,0 0 0,-55 34 0,61-44-389,0-1-1,-1-1 1,0-1-1,-1 0 1,0-2 0,0-1-1,-1 0 1,0-1-1,1-2 1,-2 0-1,1-1 1,0-2 0,0 0-1,-36-5 1,45 3-775,1 0 0,-1-1 1,1 0-1,-13-5 0,21 6 135,0 0 1,0 0-1,0 0 0,0 0 0,0-1 0,1 1 0,-1-1 0,1 0 0,0 0 0,0 0 0,0 0 0,-4-7 1,5 5-639,0 0 0,0 0 1,1 0-1,-1-1 1,1 1-1,1 0 1,-1-1-1,1 1 1,0-1-1,0-5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4:59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809 244 640,'-1'-1'157,"1"-1"0,1 1 0,-1 0-1,0-1 1,0 1 0,0 0 0,1-1-1,-1 1 1,1 0 0,-1 0 0,1-1-1,-1 1 1,1 0 0,0 0 0,0 0-1,0 0 1,-1 0 0,1 0 0,0 0-1,0 0 1,0 0 0,0 0-1,1 0 1,0 0 0,-1 0 18,0 1 0,0-1 0,0 0 1,0 0-1,0 0 0,0 1 0,0-1 0,0 0 0,0 0 0,0 0 1,0-1-1,-1 1 0,1 0 0,-1 0 0,1 0 0,-1 0 0,1-1 0,-1 1 1,0 0-1,1 0 0,-1-1 0,0 1 0,0 0 0,0-2 0,0 0 123,0 1-1,0-1 1,0 0-1,0 1 1,1-1-1,-1 0 0,1 1 1,0-1-1,0 1 1,0-1-1,0 1 1,0-1-1,0 1 0,1 0 1,-1-1-1,1 1 1,-1 0-1,1 0 0,4-3 1,-1-1-30,-4 5-180,0 0 0,-1 0 0,1 0 0,0 0 1,-1 0-1,1 0 0,-1 0 0,0 0 0,1 0 0,-1 0 1,0 0-1,1 0 0,-1 0 0,0 0 0,0 0 1,0 0-1,0-2 0,0 2-34,0 0 0,0 0 1,0 0-1,0 0 0,0 0 0,0 0 1,0 0-1,1 0 0,-1 0 0,0 0 1,1 0-1,-1 0 0,1 0 0,0-2 1,21-16 678,-16 13-642,1 0 0,-1 1 0,1 0 0,0 0 0,0 1 0,1 0 0,-1 0 0,1 1 0,0 0 0,14-4 0,5 1-131,54-5 0,-80 11 42,52-3-265,-29 5 54,-24-2 206,0 0 0,1 0-1,-1 1 1,1-1 0,-1 0 0,1 0 0,-1 0 0,1 0 0,-1 1 0,0-1 0,1 0-1,-1 0 1,1 0 0,-1 1 0,0-1 0,1 0 0,-1 1 0,0-1 0,0 0 0,1 1-1,-1-1 1,0 1 0,0-1 0,1 0 0,-1 1 0,0-1 0,0 1 0,0 0 0,-21 25-51,-14 26 116,18-26 60,-29 36 1,31-45-45,0 0 0,-1-1 0,-1-1 1,0-1-1,-1-1 0,-26 16 0,-173 87 896,32-6 1067,151-88-1598,-1-1 0,-1-2 0,-50 19 0,67-31-310,-1-1 1,0-1 0,0 0-1,0-1 1,0-2 0,-1 0-1,-39-2 1,2-10-73,54 9-69,1 0-1,0 0 1,-1-1-1,1 1 1,0-1-1,0 0 1,0 0 0,0 0-1,0 0 1,1 0-1,-4-4 1,-27-34-446,33 40 448,0-1 1,-1 1-1,1 0 0,0-1 0,-1 1 0,1 0 0,0-1 0,0 1 0,0-1 0,-1 1 0,1-1 0,0 1 1,0 0-1,0-1 0,0 1 0,0-1 0,0 1 0,0-1 0,0 1 0,0-1 0,0 1 0,0 0 0,0-1 1,0 1-1,0-1 0,0 1 0,0-1 0,1 1 0,-1-1 0,0 1 0,0 0 0,0-1 0,1 1 0,-1 0 1,0-1-1,1 1 0,-1 0 0,0-1 0,1 1 0,-1-1 0,17-9-39,-13 9 26,4-7 3,-6 7 12,-1 0-1,1-1 1,-1 1 0,1 0-1,0 0 1,0 0 0,-1 0-1,1 0 1,0 1 0,0-1-1,0 1 1,0-1 0,0 1-1,0-1 1,0 1 0,0 0-1,3 0 1,17-4-30,-12 1 6,1 2 1,-1-1-1,1 1 1,-1 1-1,1 0 1,12 1-1,54 10-21,-1 4 1,108 34-1,-4 14 102,-166-59-338,0 2-1,0 0 1,-1 0-1,0 1 1,0 1-1,-1 0 1,0 1-1,0 0 1,17 18-1,-26-23-476,1-1 0,-1 0 0,1 0 0,0 0 0,0 0 0,0-1 0,8 4 0,48 11-8775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02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4916 248 2241,'2'0'258,"0"0"0,-1 0 1,1-1-1,-1 1 0,1 0 0,0-1 0,-1 1 0,1-1 1,-1 0-1,1 0 0,-1 1 0,0-1 0,1 0 0,-1 0 1,0 0-1,1 0 0,1-3 0,-2 1 527,0 0 0,-1 0 0,1 0 0,0 0 0,-1 0 0,0 0 0,0 0 0,0-6 0,0 8-656,0 0 0,0 0 1,0 0-1,-1 0 0,1 0 0,0 0 0,-1 0 0,1 0 1,-1 0-1,1 0 0,-1 0 0,1 0 0,-1 0 0,1 0 1,-1 0-1,0 1 0,0-1 0,1 0 0,-1 0 0,0 1 1,0-1-1,0 1 0,0-1 0,0 0 0,0 1 0,0 0 1,0-1-1,-1 0 0,-6-3 687,-5-7 908,11 9-1533,0 0 0,0 0 0,-1 1 0,1-1-1,-1 0 1,1 1 0,-1 0 0,-3-2 0,-1 0 92,0 1 1,0-1-1,0-1 1,1 1-1,0-1 0,0-1 1,-8-6-1,5 0 199,8 9-414,-1-1 0,1 1-1,-1 0 1,0 0-1,0 0 1,0 0 0,0 1-1,-1-1 1,1 0-1,0 1 1,-1 0-1,-2-2 1,-11-5 142,-28-17 300,38 21-462,-1 0-1,1 0 0,-1 1 0,0 0 0,0 0 1,0 1-1,0-1 0,-1 1 0,-10-1 1,-65-6 146,16 7-150,0 4-1,0 3 0,-85 16 1,-24 15 193,15-3 19,-411 51 398,468-70-671,-389 61-33,249-13-457,42-8 387,174-47-174,-46 19-1,13-3 164,45-18 211,0 1 0,1 1 0,-1 0 0,-19 13 0,20-12-45,-1 0-1,1-1 1,-2-1-1,1-1 1,-1 0-1,0-1 1,-19 2-1,-11 3 50,-273 39 357,259-43-455,33-3-13,-1 1 1,1 1-1,0 1 0,-32 11 1,25-4 168,0-2 0,-63 10 1,61-15-138,-366 52 443,370-49-267,31-7-192,-1 0 0,1-1-1,-1 1 1,1 0 0,-1-1 0,1 1 0,-1-1-1,-4 0 1,2 0-242,-1 1-54,-59 25-240,48-22 567,-4 1 9,1 1-1,0 1 0,-27 14 0,-71 32 163,35-18-48,-74 19-143,141-49 22,13-4-125,16 2 51,25 4 198,-37-7-122,-1 0-1,0 0 1,0 0-1,1 0 1,-1 0-1,0 0 1,0 0-1,1 0 1,-1 0-1,0 1 1,0-1-1,1 0 1,-1 0-1,0 0 1,0 0-1,1 1 1,-1-1-1,0 0 1,0 0-1,0 1 1,0-1-1,1 0 1,-1 0-1,0 1 1,0-1-1,0 0 1,0 0-1,0 1 1,0-1-1,0 0 1,0 0-1,0 1 1,0-1-1,0 0 1,0 1-1,0-1 1,0 0-1,0 0 1,0 1-1,0-1 1,0 1-1,0-1-4,0 0-1,0 1 1,0-1 0,-1 0-1,1 0 1,0 1 0,0-1 0,0 0-1,0 1 1,0-1 0,0 0-1,0 1 1,1-1 0,-1 0-1,0 0 1,0 1 0,0-1-1,0 0 1,0 1 0,0-1-1,1 0 1,-1 0 0,0 1-1,0-1 1,0 0 0,0 0 0,1 0-1,-1 1 1,0-1 0,0 0-1,1 0 1,-1 0 0,0 0-1,0 1 1,1-1 0,-1 0-1,0 0 1,1 0 0,-1 0-1,15 1-10,-15 0-4,0-1 0,1 0-1,-1 0 1,1 0 0,-1 0-1,1 0 1,-1 0 0,1 0-1,-1 0 1,1 0 0,-1 0-1,0-1 1,1 1 0,-1 0 0,1 0-1,-1 0 1,1 0 0,-1-1-1,0 1 1,1 0 0,-1-1-1,0 1 1,1 0 0,-1 0 0,0-1-1,1 1 1,-1-1 0,0 1-1,0 0 1,1-1 0,-1 1-1,0-1 1,0 1 0,0-2 289,0 0-163,0 0 0,0 0 0,1-1-1,-1 1 1,0 0 0,1 0 0,-1 0-1,1 0 1,0 0 0,1-4 0,7 0-49,-8 5-56,1 0 0,-1 0 0,0 0 0,1 0 0,-1-1 0,0 1-1,0 0 1,0 0 0,0-1 0,0 1 0,0-1 0,0 1 0,0-1 0,-1 1 0,1-1 0,-1 1 0,1-1-1,-1 0 1,1 1 0,-1-1 0,0 0 0,0 0 0,0 1 0,0-1 0,0 0 0,0 1 0,-1-3 0,1-3 35,1 5-55,-1 0 0,0 0 0,0-1 0,0 1 0,0 0-1,0 0 1,0 0 0,-1 0 0,1 0 0,-1 0 0,0 0-1,1 0 1,-1 0 0,-1-2 0,0 2-4,-2-3-7,0-1-1,0 1 1,1-1 0,-1 0 0,-1-6 0,4 10-54,0-1-1,0 1 1,0-1 0,1 1 0,-1-1-1,1 1 1,0-1 0,0 0 0,0 1 0,0-1-1,0 1 1,1-1 0,-1 1 0,1-1 0,0 1-1,-1-1 1,1 1 0,0-1 0,3-3-1,26-32-5743,0 2-2110,28-35-6612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0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2801,'65'-6'3042,"1"-8"-81,32 1 80,0-1-319,98-7 479,-1 0-960,-38 0-3041,6 0-4243,-65 1-4321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03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0 426 880,'34'-23'2737,"-27"19"-2198,0 0 0,0 0 0,-1-1 0,0 0 0,0 0 0,7-8 0,-3-4 671,-8 14-1025,0 0-1,0 0 1,0 0-1,0 0 0,1 0 1,-1 1-1,1-1 1,0 1-1,4-4 1,156-131 3536,-131 113-3282,-15 10-339,0 1 0,0 1 1,1 1-1,1 0 1,30-12-1,103-18-4369,-54 20-2614,-60 13 3468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04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0 383 1121,'0'-1'63,"1"1"1,-1-1 0,0 1-1,0-1 1,1 1 0,-1 0-1,0-1 1,0 1 0,1 0-1,-1-1 1,1 1 0,-1 0 0,0 0-1,1-1 1,-1 1 0,1 0-1,-1 0 1,0-1 0,1 1-1,-1 0 1,1 0 0,-1 0-1,1 0 1,-1 0 0,1 0 0,-1 0-1,1 0 1,-1 0 0,1 0-1,14 0 533,-15 0-435,4 0 181,0 0 0,-1 0 0,1-1 0,0 1 0,-1-1 0,1 0 0,-1 0 0,1-1-1,6-2 1,18-5 1255,103-4 2151,-85 10-2959,331-30 2838,-225 17-3240,-146 12-361,-12 2 41,5 2-47,0 0-11,-1 0 0,1 0 0,0 0 0,0 0 0,0-1 0,-1 1 0,1 0 0,0 0 0,0-1 0,0 1 0,0-1 0,0 1 0,0-1 0,0 1 0,-1-1 0,2 0 0,-1 1 0,0-1 0,0 0 0,0 0 0,0 0 0,-1-1 0,-3-1 97,-17-1 28,17 2-27,5-2-1,0 3-159,70-12-401,17 6 294,-81 6 227,-12 0 26,-64-20 441,-195-33 1388,187 41-1403,49 8-467,25 5-84,-1 0-1,0-1 1,0 1-1,1-1 0,-1-1 1,0 1-1,1-1 1,0 1-1,-1-1 1,1 0-1,0-1 1,0 1-1,0-1 1,0 0-1,0 0 1,1 0-1,-4-4 1,-15-7-315,22 14 344,1 0 1,-1 0 0,0 0-1,0 0 1,0 0-1,0 0 1,0 0 0,1 0-1,-1-1 1,0 1-1,0 0 1,0 0 0,0 0-1,0 0 1,1 0-1,-1 0 1,0 0 0,0-1-1,0 1 1,0 0 0,0 0-1,0 0 1,0 0-1,0 0 1,0-1 0,1 1-1,-1 0 1,0 0-1,0 0 1,0 0 0,0-1-1,0 1 1,0 0-1,0 0 1,0 0 0,0 0-1,0 0 1,0-1 0,0 1-1,0 0 1,0 0-1,-1 0 1,1 0 0,0-1-1,0 1 1,0 0-1,0 0 1,0 0 0,0 0-1,0 0 1,0-1-1,0 1 1,-1 0 0,1 0-1,0 0 1,0 0 0,0 0-1,0 0 1,0 0-1,-1 0 1,1 0 0,0-1-1,0 1 1,0 0-1,0 0 1,-1 0 0,36-9-4,-1 1-1,1 2 1,50-3 0,-51 5 4,78-6-121,0 5-1,-1 4 1,157 20-1,-252-17 20,0 1 0,0 1 0,0 0 0,24 10 0,-40-14 102,0 0 0,1 0 0,-1 0 0,0 0-1,0 0 1,1 0 0,-1 0 0,0 0 0,0 0 0,1 1-1,-1-1 1,0 0 0,0 0 0,1 0 0,-1 0 0,0 1-1,0-1 1,0 0 0,0 0 0,1 0 0,-1 1 0,0-1 0,0 0-1,0 0 1,0 1 0,0-1 0,1 0 0,-1 0 0,0 1-1,0-1 1,0 0 0,0 1 0,0-1 0,0 0 0,0 0-1,0 1 1,0-1 0,0 0 0,0 1 0,0-1 0,0 0 0,-1 0-1,1 1 1,0-1 0,0 0 0,0 0 0,0 1 0,0-1-1,-1 0 1,1 0 0,0 0 0,0 1 0,0-1 0,0 0-1,-1 0 1,1 0 0,0 1 0,0-1 0,-1 0 0,1 0-1,0 0 1,0 0 0,-1 0 0,1 0 0,0 0 0,-1 0 0,1 1-1,-41-4 664,-71-14-1,93 13-553,-14-3 113,-45-15 0,68 19-200,9 3-24,0 0 0,1 0-1,-1 0 1,0 0-1,0-1 1,0 1 0,0 0-1,0-1 1,0 1-1,0 0 1,0-1 0,0 1-1,1-1 1,-1 1-1,0-1 1,0 0 0,1 1-1,-1-1 1,0 0-1,1 0 1,-1 1 0,0-1-1,1 0 1,0 0-1,-1 0 1,1 0 0,-1 1-1,1-1 1,0 0-1,-1 0 1,1 0 0,0 0-1,0 0 1,0 0-1,0 0 1,0 0 0,0-2-1,1 2-2,-1 1-1,1-1 1,0 0 0,-1 0-1,1 1 1,0-1-1,-1 0 1,1 1 0,0-1-1,0 1 1,0-1 0,0 1-1,0 0 1,0-1-1,-1 1 1,1 0 0,0-1-1,0 1 1,0 0-1,0 0 1,0 0 0,0 0-1,0 0 1,0 0-1,0 0 1,0 0 0,0 1-1,2-1 1,7 0-32,27-2-150,0 1 1,48 6 0,-63-2-1026,35 10 0,-39-8-1275,0 2 1,24 11 0,-10-2-3128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0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29 560,'0'0'53,"0"-1"0,0 1 0,-1-1 0,1 1 0,0-1 0,0 1 0,-1-1-1,1 1 1,0-1 0,-1 1 0,1 0 0,-1-1 0,1 1 0,-1 0 0,1-1 0,0 1 0,-1 0-1,1-1 1,-1 1 0,1 0 0,-1 0 0,0 0 0,1-1 0,-1 1 0,1 0 0,-1 0 0,1 0-1,-1 0 1,1 0 0,-1 0 0,1 0 0,-1 0 0,0 0 0,1 0 0,-1 0 0,1 1 0,-1-1-1,0 0 6,1 0-1,-1 1 0,1-1 0,-1 0 0,1 0 0,-1 0 1,1 0-1,-1 0 0,1 0 0,-1 0 0,1 0 1,-1 0-1,1 0 0,-1 0 0,1 0 0,-1 0 0,1-1 1,0 1-1,-1 0 0,1 0 0,-1-1 0,1 1 0,-1 0 1,1 0-1,0-1 0,-1 1 0,1 0 0,0-1 1,-1 1-1,1 0 0,0-1 0,-1 1 0,1-1 0,0 1 1,-1-1-1,1 0-1,0 1 0,0-1 0,-1 1 0,1 0 0,0-1 0,-1 1 0,1-1 0,0 1 0,-1 0 0,1-1 0,-1 1 0,1 0 0,0-1 0,-1 1 0,1 0 0,-1 0 0,1-1 0,-1 1 0,1 0 0,-1 0 0,1 0 0,-1 0 0,0 0 0,1 0 0,-1 0 0,1 0 0,-1 0 0,1 0 0,-1 0 0,1 0 0,-1 0 0,1 0 0,-2 0 0,2 1-11,-1-1-1,1 0 1,-1 0 0,1 0 0,-1 0 0,1 0 0,-1 0-1,1 0 1,-1 0 0,0 0 0,1 0 0,-1 0 0,1 0-1,-1 0 1,1 0 0,-1 0 0,1-1 0,-1 1 0,1 0-1,-1 0 1,1-1 0,-1 1 0,1 0 0,-1-1 0,1 1-1,0 0 1,-1-1 0,1 1 0,-1-1 0,1 1 0,0 0-1,0-1 1,-1-2 2641,1 4-2671,-1-1 0,1 0 0,0 1 0,0-1 0,0 1 1,0-1-1,0 1 0,0-1 0,-1 0 0,1 1 0,0-1 0,0 1 0,0-1 0,1 1 0,-1-1 0,0 0 0,0 1 0,0-1 0,0 1 0,0-1 0,0 1 0,1-1 0,-1 0 0,0 1 0,0-1 1,0 0-1,1 1 0,-1-1 0,0 0 0,1 1 0,-1-1 0,0 0 0,1 0 0,-1 1 0,0-1 0,1 0 0,-1 0 0,1 1 0,6 0 10,-6-1-23,0 0 0,0 0-1,-1 0 1,1 1 0,0-1 0,0 0 0,0 0-1,-1 0 1,1 1 0,0-1 0,0 0 0,0 1-1,-1-1 1,1 0 0,0 1 0,-1-1 0,1 1-1,0 0 1,-1-1 0,1 1 0,-1-1 0,1 1-1,-1 0 1,1-1 0,-1 1 0,1 0 0,-1 0-1,0-1 1,0 1 0,1 0 0,-1 0 0,0 0 0,0-1-1,0 1 1,0 0 0,1 0 0,-2 1 0,2-1 3,-1 0 1,0 0 0,0 0 0,1 0 0,-1 0 0,0 0 0,1 0 0,-1 0 0,1 0 0,-1 0 0,1 0 0,0 0 0,-1-1 0,1 1-1,0 0 1,0 0 0,-1-1 0,1 1 0,0 0 0,0-1 0,0 1 0,0-1 0,0 1 0,0-1 0,1 1 0,8 5 53,1 12 61,-2-9-50,-7-8-49,-1 1-1,0-1 0,1 0 0,-1 0 0,0 1 0,0-1 0,0 1 1,0-1-1,0 1 0,0-1 0,0 1 0,0-1 0,-1 1 0,1 0 0,0 0 1,-1-1-1,0 1 0,1 0 0,-1 0 0,0-1 0,0 1 0,0 3 1,0-4-14,0 0 0,0 0 0,0 0 0,0 0 0,0 0 0,0 0 0,1 0 0,-1 0 0,0 0 0,1 0 0,-1 0 0,0 0 0,1 0 0,0 0 0,-1 0 0,1 0 0,-1-1 0,1 1 0,0 0 0,0 0 0,-1-1 0,1 1 0,0 0 0,0-1 0,0 1 0,0-1 0,0 1 0,1-1 0,-1 1 6,0-1-1,0 1 0,0-1 0,0 1 1,0 0-1,-1-1 0,1 1 1,0 0-1,0-1 0,0 1 1,-1 0-1,1 0 0,0 0 0,-1 0 1,1 0-1,0 0 0,-1 0 1,1 0-1,-1 0 0,0 0 0,1 0 1,-1 0-1,0 0 0,0 0 1,0 0-1,1 0 0,-1 0 1,-1 2-1,1 84 1789,1-86-1789,-1 0-1,0 1 1,0-1 0,0 0 0,-1 1 0,1-1-1,0 0 1,0 1 0,-1-1 0,1 0 0,-1 0-1,1 1 1,-1-1 0,1 0 0,-1 0 0,0 0 0,0 0-1,0 0 1,1 0 0,-1 0 0,0 0 0,0 0-1,0 0 1,0 0 0,-1-1 0,-1 2 0,2-1-7,0-1 1,0 1-1,0-1 1,0 1-1,0 0 1,1-1-1,-1 1 1,0 0-1,0 0 1,0 0-1,1 0 0,-1 0 1,0 0-1,1 0 1,-1 0-1,1 0 1,-1 0-1,1 0 1,0 0-1,-1 0 1,1 0-1,0 0 1,0 0-1,0 0 1,0 1-1,0 1 1,-1 2 29,0 0 1,-1 0 0,1 0-1,-1 0 1,0 0-1,0 0 1,-1-1 0,0 1-1,1-1 1,-1 1 0,-1-1-1,1 0 1,-6 5 0,-13 20 172,21-26-171,0-1 1,-1 1-1,1-1 1,-1 1 0,1-1-1,-1 1 1,0-1 0,0 0-1,0 0 1,0 0-1,-4 3 1,-3 1 31,8-3-51,0-1 0,0 1 0,0-1 0,0 1 0,0 0 0,1 0 1,-1-1-1,1 1 0,0 0 0,-1 0 0,1 0 0,1-1 0,-1 1 0,1 5 0,0 2 58,-1 22 110,-6-28-66,-11 11-43,2 0-47,5-7-2,-13 14 171,13-13-158,0 0 1,-1-1-1,0 0 1,0-1-1,-1 0 1,-23 10-1,-23 13-11,23-2 64,29-22-54,-1 0 0,0 0 0,0-1 0,0 0 0,0-1 0,-14 7 0,-131 49 80,147-58-110,1 1 0,-1-1 1,0 1-1,1 0 0,0 0 1,0 1-1,-4 3 0,5-4 15,0 0 0,-1 0-1,1 0 1,0-1 0,-1 1-1,0-1 1,-4 2 0,-32 20 72,35-20-77,0 0 0,-1 0 1,1-1-1,-1 0 1,0 0-1,1 0 0,-1-1 1,-8 2-1,-10 3 425,0 1 1,0 0-1,1 2 1,-34 20 0,41-11 394,10-15-821,0 1 0,-1-1 1,1-1-1,-1 1 0,-7 2 0,-27 17-147,8 3 261,33-26-131,-1 0-1,1 0 1,0 1 0,-1-1 0,1 0-1,0 0 1,-1 0 0,1 1 0,0-1-1,0 0 1,-1 0 0,1 1 0,0-1-1,0 0 1,-1 1 0,1-1 0,0 0-1,0 0 1,0 1 0,0-1 0,-1 0-1,1 1 1,0-1 0,0 1 0,0-1-1,0 0 1,0 1 0,0-1 0,-5 8-66,-49 20-3,44-21 10,0 1 0,1 0 0,-10 10 0,-31 27-4624,47-43 4074,1-1 0,-1 1 0,1-1 0,-1 0 0,0 1 0,1-1 0,-1 0 0,0-1 1,-5 2-1,-25-7-6984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5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3824 317 880,'32'0'1908,"-32"2"-623,0 3-994,-5-2 4136,-17 1-3867,-3 4 1106,23-6-1575,-1-1 0,0 0 0,0 0 0,1 0 0,-1 0 0,0-1 0,0 1 0,0-1 0,0 1 0,0-1 0,0 0 0,0 0 0,0-1-1,0 1 1,-5-2 0,-79-11 496,77 9-465,-19-7 524,-36-9 0,57 18-570,-18-3 259,-1-2 0,-48-19 0,61 21-201,0 1 1,-1 0-1,-17-2 0,14 3 132,1 0-1,-18-7 1,17 5-53,1 0 0,-34-4 0,0 0 95,3-1-15,-99-26 454,81 1-427,66 35-319,-22-8 143,0 2 0,-1 1 0,1 0 0,-25-1 0,-138-15 736,50 7-386,-17 4-27,60 1-304,42 2-73,49 7-87,-150-14 141,-109 7-131,214 7-15,19-1-19,0 2-1,-42 6 0,62-6 19,-19 4 15,-1-2-1,0 0 1,0-2 0,0-1-1,-28-4 1,-15-5 27,-143 2-1,202 7-35,-336 7 131,217-7-14,81-4-50,4 9-87,41-5 17,-62 13-67,-32 14 27,91-26 71,0 1 1,0-1-1,0 1 0,1 1 0,-1-1 0,0 1 0,1 0 0,-10 7 0,-23 3 41,31-12-79,1 1-1,0 0 1,-1 0-1,1 1 1,-10 5-1,0 3 57,-1-1 0,-34 14 0,30-13 43,-20 19-37,34-26-186,9-7 9,6-5-3521,5 8 1959,1-1 0,-1-1 0,1-1 0,-1 1 0,0-2 0,0 0 0,22-10 0,30-24-3039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1106 531 560,'93'-48'7644,"-89"41"-6158,-4 6-1366,0 1-1,0 0 1,0-1 0,0 1 0,0 0 0,0 0 0,0-1 0,0 1 0,1 0 0,-1-1 0,0 1 0,0 0 0,0 0-1,0-1 1,0 1 0,0 0 0,1 0 0,-1-1 0,0 1 0,0 0 0,0 0 0,1 0 0,-1-1 0,0 1 0,0 0-1,1 0 1,-1 0 0,0 0 0,0 0 0,1-1 0,-1 1 0,0 0 0,0 0 0,1 0 0,-1 0 0,1 0-1,20-4 388,-15 3 160,-6 0-634,0 0-1,0 0 0,0 0 1,0 0-1,0 1 0,0-1 0,0 0 1,0 0-1,0 0 0,0 0 1,-1 0-1,1 1 0,0-1 0,-1 0 1,1 0-1,-1 0 0,1 1 1,-1-1-1,1 0 0,-1 0 1,1 1-1,-1-1 0,0 1 0,1-1 1,-1 0-1,0 1 0,1-1 1,-1 1-1,0 0 0,0-1 0,0 1 1,1 0-1,-1-1 0,0 1 1,-1 0-1,-8-5 59,9 5-83,1 0-1,-1-1 1,1 1 0,0 0-1,-1-1 1,1 1-1,-1-1 1,1 1 0,0-1-1,0 1 1,-1-1-1,1 1 1,0-1 0,0 1-1,-1-1 1,1 1-1,0-1 1,0 1 0,0-1-1,0 0 1,0 1-1,0-1 1,0 1-1,0-2 1,0 2 3,0-1-1,0 0 1,0 1 0,0-1-1,0 0 1,0 0 0,0 1-1,0-1 1,0 0 0,-1 1-1,1-1 1,0 0 0,0 1-1,-1-1 1,1 1 0,-1-1-1,1 0 1,0 1-1,-1-1 1,0 0 0,-8-5 96,-1 0-1,0 1 1,0 0 0,0 1 0,0 0 0,-1 1 0,0 0-1,1 0 1,-1 1 0,-21-1 0,-4 0 57,0 3 0,-47 4 0,48-1-153,11-1 77,0 0-1,1 2 0,-34 8 0,-28 12 602,45-13 61,-58 22-1,93-26-713,5-7-34,0 0 1,0 1-1,0-1 1,0 0-1,0 1 1,0-1-1,0 0 1,0 0-1,0 1 1,-1-1-1,1 0 1,0 1-1,0-1 1,0 0-1,0 0 1,0 1-1,-1-1 0,1 0 1,0 0-1,0 0 1,0 1-1,-1-1 1,1 0-1,0 0 1,0 0-1,-1 0 1,1 0-1,0 1 1,0-1-1,-1 0 1,1 0-1,0 0 1,-1 0-1,-12 4 68,12-4-61,-1 0 1,0 0-1,0 1 1,0-1-1,1 0 1,-1 1-1,0 0 1,1-1-1,-1 1 1,0 0-1,1 0 1,-1 0-1,1 0 1,-1 0-1,1 0 1,0 0-1,-1 0 1,1 1-1,0-1 1,0 0-1,0 1 1,0-1-1,0 1 1,0 0-1,0-1 1,1 1-1,-1 0 1,0-1-1,1 1 1,-1 0-1,1 2 1,0-4-9,0 1 0,0 0 1,0-1-1,0 1 0,0 0 1,0 0-1,0-1 0,-1 1 1,1 0-1,0-1 0,0 1 1,-1 0-1,1-1 1,0 1-1,-1 0 0,1-1 1,0 1-1,-1-1 0,1 1 1,-1-1-1,1 1 0,-1-1 1,1 1-1,-1-1 0,0 1 1,1-1-1,-1 0 1,1 1-1,-1-1 0,0 0 1,1 0-1,-1 1 0,0-1 1,1 0-1,-1 0 0,0 0 1,0 0-1,0 0 0,0 0 1,1 0-1,-1 0 1,0 0-1,1 0 1,-1 0-1,0 1 0,1-1 1,-1 0-1,1 0 1,-1 0-1,0 1 0,1-1 1,-1 0-1,1 1 1,-1-1-1,1 0 1,-1 1-1,1-1 0,-1 1 1,1-1-1,-1 1 1,1-1-1,0 1 0,-1-1 1,1 1-1,0-1 1,-1 1-1,1-1 1,0 1-1,0 0 0,0-1 1,-1 1-1,1 0 1,0-1-1,0 1 0,0-1 1,0 2-1,0-1 2,0 1-1,0-1 1,-1 0-1,1 0 1,0 0-1,-1 0 1,1 0-1,-1 0 1,1 0-1,-1 1 1,0-1-1,1-1 1,-1 1-1,0 0 1,0 0-1,1 0 1,-1 0 0,0 0-1,0-1 1,0 1-1,0 0 1,0-1-1,0 1 1,0-1-1,-2 1 1,-5 4-2,-6 7-1,-10 3 0,18-12-5,0 0 1,1 1-1,-1 0 1,1 0-1,-6 5 0,-15 12 100,17-16-81,-146 87 385,151-90-396,0 1-1,0 0 0,0 0 1,0 1-1,0-1 0,1 1 1,-6 7-1,-20 18-7,23-24 12,-3 1-28,1 1 0,0 0-1,0 0 1,-8 10 0,15-15 15,-1 0 1,1-1 0,0 1-1,0 0 1,0-1 0,0 1-1,0 0 1,0 0 0,1 0-1,-1 0 1,0 0 0,1 0-1,0 0 1,-1 0 0,1 0-1,0 0 1,0 0 0,0 0-1,0 0 1,1 0 0,-1 0-1,1 0 1,-1 0 0,1 0-1,-1 0 1,1 0 0,0 0-1,2 3 1,7 5 5,-8-10-1,-1 1 0,0 0-1,0 0 1,0-1 0,0 1 0,0 0-1,0 0 1,0 0 0,0 1 0,0-1 0,0 0-1,-1 0 1,1 0 0,0 0 0,-1 1 0,1-1-1,-1 0 1,0 1 0,1-1 0,-1 0 0,0 3-1,0-3-7,1 0-1,-1 0 0,0 0 0,1 0 0,-1 0 0,0 0 0,1 0 0,-1 0 0,1 0 0,0 0 0,-1 0 0,1 0 1,0 0-1,-1 0 0,1-1 0,0 1 0,0 0 0,0-1 0,0 1 0,1 1 0,26 11-37,-10-4 49,15 23-122,-31-29 123,1 0 0,0 0 0,-1-1 1,1 1-1,0-1 0,0 0 0,1 0 0,-1 0 0,0 0 0,1 0 1,-1-1-1,6 2 0,11 5-4,25 14-123,-25-11 122,0-1 0,1-2 0,0 0 0,26 6 1,197 49 14,-81-15 40,-130-39-53,-19-4 0,0-1 0,29 4 0,55 8-213,-67-13 214,139 8 158,-52-7 133,-60-1 536,1-2-1,91-10 0,-98 4-376,-33 5-231,0-2 1,-1 0 0,1-2-1,-1 0 1,28-9 0,7-6 172,-44 17-332,0 0 0,-1-1 0,1-1 0,-1 1 0,1-1-1,-1-1 1,9-6 0,6-6 163,-1-1 0,-1-1 0,0-1 0,23-30 1,-13 15-66,-23 27-123,0-1 1,0 1-1,-1-2 0,0 1 0,-1-1 1,6-11-1,-2-13 31,12-1-41,-11 2 54,-2 17-13,-6 13-55,-1 0 0,0-1 1,-1 1-1,1 0 1,0-1-1,-1 1 1,0-1-1,0 1 0,0-1 1,0 0-1,-1 1 1,1-1-1,-1-7 1,1-2 16,-1 0 0,-1-1 0,0 1 0,0 0 0,-1-1 0,-1 1 0,0 0 0,-1 0 1,0 1-1,-11-21 0,-142-302 2439,149 318-2386,0-1 1,-2 1 0,0 0-1,-1 1 1,-1 0 0,0 1-1,-1 0 1,0 1 0,-2 1 0,1 0-1,-23-14 1,-23-16-83,52 36 0,-1 0 0,0 1 0,-1 0 0,1 0 0,-1 1 0,0 0 0,-1 1 0,1 0 0,-1 1 0,0 0 0,1 0 0,-13 0 0,-17-2 0,-68 2 0,103 3 0,-1 0-212,-1 0 0,0 0 1,0 0-1,0 1 0,0 0 0,1 0 0,-1 1 1,0 0-1,1 0 0,-1 0 0,1 1 1,-12 7-1,-2 13-7032,-56 26-7282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4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30 754 560,'-5'0'4029,"-19"-3"18411,39-5-20229,5-3-970,105-83 916,-115 86-2127,180-132 85,-114 85-131,-48 36 16,-2-2 0,0 0 0,-2-2 0,41-47 0,71-123 0,-76 118 0,-56 65 0,-9 7 0,-13 7 0,15-3 0,3-1 0,0 0 0,-1 0 0,1 0 0,0 0 0,-1 0 0,1 1 0,0-1 0,-1 0 0,1 0 0,0 0 0,0 1 0,-1-1 0,1 0 0,0 0 0,0 1 0,-1-1 0,1 0 0,0 1 0,0-1 0,0 0 0,-1 1 0,1-1 0,0 0 0,0 1 0,0-1 0,0 0 0,0 1 0,0-1 0,0 0 0,0 1 0,0 0 0,1 4 0,-1 1 0,-1 1 0,0-1 0,0 0 0,-1 0 0,1 0 0,-1 1 0,-1-2 0,1 1 0,-1 0 0,0 0 0,0-1 0,-1 1 0,0-1 0,-4 5 0,-28 34 0,-2-2 0,-73 63 0,105-100 0,-86 66 0,32-26 0,11 7-32,-5-13-64,10 6 192,17-24-60,20-16-36,1-1-1,-1 1 1,1 1-1,0-1 1,1 1-1,-1 0 1,-6 10-1,9-10 1,-3 2 0,-11-7 0,34-6 0,-17 5 0,0 0 0,0 0 0,1 0 0,-1 0 0,0-1 0,1 1 0,-1 0 0,0 0 0,0 0 0,1 0 0,-1 0 0,0-1 0,0 1 0,1 0 0,-1 0 0,0-1 0,0 1 0,0 0 0,0 0 0,1-1 0,-1 1 0,0 0 0,0 0 0,0-1 0,0 1 0,0 0 0,0 0 0,0-1 0,0 1 0,1 0 0,-1-1 0,0 1 0,0-1 0,3-5 0,84-50 0,-64 42 0,-15 9 0,0 0 0,0 1 0,16-7 0,96-18 0,-103 25 0,-4 0 0,0 0 0,1 1 0,0 1 0,0 0 0,0 1 0,0 0 0,14 2 0,-17-1 0,-4-1 0,0 1 0,0 0 0,0 1 0,0-1 0,10 4 0,-15-4 0,-1 1 0,1-1 0,0 1 0,-1-1 0,1 1 0,-1 0 0,1 0 0,-1 0 0,0 0 0,1 0 0,-1 0 0,0 0 0,0 1 0,0-1 0,0 0 0,0 1 0,0-1 0,0 0 0,0 1 0,0-1 0,-1 1 0,1 0 0,-1-1 0,1 1 0,-1-1 0,1 1 0,-1 0 0,0-1 0,0 1 0,0 2 0,0 2 0,-1 1 0,1-1 0,-1 1 0,-1-1 0,1 0 0,-1 1 0,0-1 0,-1 0 0,1 0 0,-1-1 0,0 1 0,-1 0 0,1-1 0,-1 0 0,0 0 0,0 0 0,-1 0 0,0-1 0,1 0 0,-2 1 0,1-2 0,0 1 0,-1-1 0,1 0 0,-1 0 0,0 0 0,0-1 0,0 0 0,-1 0 0,1-1 0,-8 2 0,3-2-601,-1-1 1,0 0-1,-19-3 1,14 0-1679,1 0 0,0-1 1,-26-11-1,3-5-6499,7 1 148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 1841,'0'-8'3201,"-26"8"161,26-7-1,0 14-159,26 1-81,-26 4-239,98 30 639,32 35-79,-64-8-2082,-34-22-1200,1-13-240,-33 1-400,32-14-1281,-64-7-2481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4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1601,'66'-12'4722,"25"-9"1121,7 7-321,0-1-1680,32 3-3202,-32 3-4081,-32 9-2882,-1 9-80,-32-3 1360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8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427 105 400,'0'-1'102,"0"1"-1,1-1 1,-1 0 0,1 0-1,-1 0 1,1 1 0,-1-1-1,1 0 1,0 0 0,-1 1-1,1-1 1,0 1 0,0-1-1,0 1 1,-1-1-1,1 1 1,0-1 0,0 1-1,0 0 1,0-1 0,0 1-1,0 0 1,0 0 0,-1 0-1,1-1 1,0 1-1,0 0 1,0 0 0,0 1-1,2-1 1,-1 0 295,-2 0-359,0 0-1,0 0 1,0 0-1,0 0 1,0 0-1,1 0 1,-1 0-1,0 0 0,0 0 1,0 1-1,0-1 1,1 0-1,-1 0 1,0 0-1,0 0 1,0 0-1,0 0 0,0 0 1,1 0-1,-1 0 1,0-1-1,0 1 1,0 0-1,0 0 1,0 0-1,1 0 0,-1 0 1,0 0-1,0 0 1,0 0-1,0 0 1,0 0-1,0 0 1,1-1-1,-1 1 0,0 0 1,0 0-1,0 0 1,0 0-1,0 0 1,0 0-1,0-1 1,0 1-1,0 0 0,0 0 1,0 0-1,0 0 1,0 0-1,0-1 1,0 1-1,0 0 1,0 0-1,0 0 0,0 0 1,0-1-1,0 1 1,0 0-1,0 0 1,0 0 2,0 0 1,0-1 0,0 1 0,0 0 0,0 0 0,0 0-1,0 0 1,0-1 0,0 1 0,0 0 0,0 0 0,0 0-1,0 0 1,0-1 0,0 1 0,0 0 0,0 0 0,0 0-1,0 0 1,0 0 0,0-1 0,1 1 0,-1 0-1,0 0 1,0 0 0,0 0 0,0 0 0,0-1 0,0 1-1,0 0 1,1 0 0,-1 0 0,0 0 0,0 0 0,0 0-1,0 0 1,0 0 0,1 0 0,-1 0 0,0 0-1,0 0 1,0 0 0,0 0 0,1 0 0,-1 0 0,0 0-1,0 0 1,0 0 0,0 0 0,1 0 0,-1 0 0,0 0-1,0 0 1,0 0 0,1 0 0,0 0 90,1 0 1,-1-1 0,1 1-1,-1-1 1,1 1-1,-1-1 1,1 0-1,-1 0 1,1 1-1,-1-1 1,0 0 0,2-1-1,-2 0 177,0 0-1,0 0 1,0 1-1,-1-1 1,1 0-1,0 0 1,-1 0 0,0 0-1,1 0 1,-1 1-1,0-1 1,0 0-1,0-4 1,0 5-41,13 0-159,0-1 1,0-1 0,14-4-1,5-1-49,66-12 75,-44 18-118,-44 3-19,-3-1 5,0 0 0,0 0-1,0 1 1,-1 0 0,1 0 0,0 0 0,0 1 0,-1 0-1,1 0 1,6 4 0,-8-3 3,-1 1-1,1-1 1,-1 1 0,0 0-1,0 0 1,-1 1-1,1-1 1,-1 1 0,0-1-1,0 1 1,0 0-1,2 7 1,-1-3 15,-2-7-12,-1 1-1,1-1 0,-1 1 1,0 0-1,0-1 0,0 1 0,0 0 1,0 0-1,0 5 0,-2-3 7,1-1-1,-1 0 0,0 0 1,0 0-1,-1 1 0,-2 5 1,-2 5 26,-1 5 4,7-16-35,-1-1-1,0 0 0,0 0 1,0 0-1,0 0 1,-1 0-1,1 0 0,-1 0 1,0 0-1,1-1 0,-1 1 1,-1-1-1,1 1 0,0-1 1,-1 0-1,-4 3 1,-52 31 284,46-18-166,11-16-105,1 1-1,-1-1 0,1 0 1,-1 0-1,0 0 1,0 0-1,0 0 1,-4 3-1,-19 10 110,-9 7 18,24-11-15,8-8-124,0-1 1,0 0 0,0 0-1,0 0 1,-1 0 0,1 0-1,0 0 1,-1-1 0,-5 3-1,-2 1-38,0 0 0,0 1 0,0 0 0,1 1 0,0-1-1,0 2 1,0-1 0,-7 11 0,6 1 121,9-17-86,0 1 0,0-1 0,0 0 0,0 0 0,0 1 0,-1-1 0,1 0 0,-1 0 0,0-1 0,1 1 0,-1 0 0,0 0 0,0-1 1,0 1-1,0-1 0,0 0 0,-1 0 0,-2 2 0,-115 40 99,91-28-32,11-6-49,0-1-1,-20 7 0,18-9-54,0 0-1,0-1 0,-1-2 0,0 0 1,1-1-1,-1-1 0,0-1 1,0 0-1,-23-5 0,40 4 25,-1 0 0,1-1 0,-1 0 0,1 0 0,0 0 0,0 0 0,-8-5 0,10 5-6,1 1 1,-1 0-1,0-1 1,1 1-1,-1-1 1,1 1-1,-1-1 1,1 0-1,0 0 1,0 0-1,0 1 1,0-1-1,0 0 1,0 0-1,0-1 1,1 1 0,-1 0-1,0-4 1,1-5-24,-1 8 33,1 0-1,0-1 0,0 1 1,0 0-1,0 0 0,1-1 0,-1 1 1,1 0-1,0 0 0,0 0 1,1-4-1,20-21 70,-12 9-16,-8 16-48,-1 0-1,1 0 0,0 0 1,-1 0-1,1 0 0,0 0 1,1 1-1,-1-1 1,0 1-1,1 0 0,3-3 1,-1 1-11,-1 1 1,1-1-1,0 1 0,0 1 1,0-1-1,0 1 1,0 0-1,0 0 0,1 0 1,-1 1-1,1 0 1,-1 0-1,1 0 1,-1 0-1,1 1 0,9 1 1,0 3 10,0 0 0,-1 1 0,1 0 0,-1 1 1,0 1-1,14 9 0,211 125 450,-227-135-518,0-1 0,0 0 0,0-1 0,1-1 0,-1 0 0,1 0 0,0-1 0,0-1 0,0 0 0,20-1 0,-28 0-20,70-6-2676,12-7-3549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8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0 800,'0'15'1281,"0"-1"-321,0-1-159,-33 16 319,0 31 961,-25 23-80,-8 7-640,1 14-81,-33 18 241,33-3 320,32-23-480,0-13-401,1-8-1200,32-13-2161,0 0-8084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195 111 800,'-26'2'1463,"12"-2"-661,0 1 1,0 1-1,0 0 0,-1 0 1,2 2-1,-1 0 1,0 0-1,-17 9 0,30-12-637,-17 9 529,18-10-672,0 0-1,-1 0 0,1 1 0,-1-1 0,1 0 0,0 0 1,-1 1-1,1-1 0,0 0 0,-1 0 0,1 1 0,0-1 1,0 0-1,-1 1 0,1-1 0,0 1 0,0-1 0,0 0 1,-1 1-1,1-1 0,0 1 0,0-1 0,0 0 1,0 1-1,0-1 0,0 1 0,0-1 0,0 1 0,0-1 1,0 0-1,0 1 0,0-1 0,0 1 0,0-1 0,0 0 1,1 1-1,-1-1 0,0 1 0,0-1 0,0 0 0,1 1 1,-1-1-1,0 0 0,0 1 0,1-1 0,-1 1 1,41 18 826,-16-9-456,3 3-51,12 4 172,0-2 0,53 14 1,-77-25-479,35 8 185,76 10 1,-112-21-300,0 1 1,0-2-1,1 0 1,-1-1 0,0-1-1,0 0 1,0-1-1,-1 0 1,1-1 0,22-10-1,-35 13 29,1-1 1,-1 1-1,0-1 0,1 0 1,-1 1-1,0-1 1,0 0-1,-1 0 0,1-1 1,0 1-1,-1 0 0,1-1 1,-1 1-1,0 0 0,0-1 1,0 0-1,0 1 0,0-1 1,0 0-1,-1 1 0,1-1 1,-1 0-1,0 0 0,0 1 1,0-1-1,0 0 0,-1-4 1,0 2 4,0-1 0,-1 1 0,0-1 0,0 1 1,0 0-1,0-1 0,-1 1 0,0 0 0,0 1 0,0-1 1,-1 0-1,0 1 0,0 0 0,0 0 0,-5-4 0,-17-10-19,0 2 0,-1 0-1,-1 2 1,0 1-1,-1 1 1,0 2-1,0 1 1,-1 1-1,-1 1 1,1 2-1,-33-1 1,-127 4-2831,152 2-760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15 320,'-10'-3'707,"0"0"0,-1 0 0,1 1 0,0 1 0,-1-1 0,1 2 0,-1-1 0,0 2 0,1-1 0,-1 2 0,1-1 0,-1 1 0,1 1 0,-13 4 0,-1 2 163,0 1-1,0 1 1,1 0 0,-29 21 0,48-29-762,1 0 0,-1 0-1,1 0 1,-1 1 0,1 0 0,0-1 0,0 1 0,1 0 0,-4 7 0,5-8-70,0-1-1,0 0 1,0 1-1,1-1 1,-1 1 0,1 0-1,0-1 1,0 1 0,0-1-1,0 1 1,0-1-1,0 1 1,1 0 0,0 2-1,2 1-11,-1-1 0,1 0-1,0 1 1,1-1-1,-1 0 1,1-1 0,0 1-1,1-1 1,-1 1-1,1-1 1,-1-1-1,1 1 1,0-1 0,6 4-1,-2-2-22,7 6 71,1-1 0,-1-1 0,1 0 0,1-2 0,-1 0 0,31 8-1,-26-12-174,1-1 0,-1-2-1,1 0 1,40-5 0,-58 4 52,0 1-1,0-1 1,-1 0 0,1-1 0,0 1 0,0-1 0,0 0 0,-1 0 0,1 0 0,-1-1 0,0 0 0,0 0 0,0 0 0,0 0 0,0 0 0,-1-1 0,5-5-1,17-16-254,-22 22 295,0 1-1,0-1 1,-1 0-1,1 0 1,-1 0-1,0 0 1,0-1-1,0 1 1,0-1-1,-1 1 0,2-5 1,8-15 3,0 8 8,-10 13 3,1 1 1,-1-1-1,1 1 0,-1-1 1,0 1-1,0-1 1,0 0-1,0 0 0,0 1 1,0-1-1,-1 0 1,1 0-1,-1 0 0,1 0 1,-1 0-1,1-3 1,-1 4 2,0 0 1,0 0-1,0 0 1,0 0 0,0 1-1,0-1 1,1 0-1,-1 0 1,0 0-1,0 1 1,1-1-1,-1 0 1,1 0 0,-1 1-1,0-1 1,1 0-1,0 1 1,-1-1-1,1 1 1,-1-1 0,1 1-1,0-1 1,-1 1-1,1-1 1,0 1-1,-1-1 1,1 1 0,0 0-1,0-1 1,0 1-1,-1 0 1,1 0-1,0 0 1,0 0 0,0-1-1,-1 1 1,1 0-1,0 0 1,1 1-1,8-3 277,-10 27 395,1 4-274,-2 0-1,-8 48 1,7-65-273,-2 0 0,1 0 0,-2-1 0,1 1 0,-2-1 0,1 0 0,-2 0 1,1-1-1,-13 16 0,1-7 442,0-1 0,-1 0 0,-1-1 0,0-2 0,-32 20 0,15-14-609,-1-1 0,-56 20 0,79-34-511,1-2-1,-1 0 1,-1 0-1,1-2 1,0 0-1,-1-1 1,1 0 0,-27-3-1,35 2-93,0-1 1,0 0-1,0 0 1,0 0-1,0-1 0,0 0 1,-10-5-1,13 4-351,-1 0-1,1-1 1,-1 0-1,1 0 1,0 0-1,1 0 1,-6-7-1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30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94 560,'-13'-6'2935,"0"-1"0,-21-15-1,33 21-2778,1 0 0,-1 1-1,0-1 1,1 0-1,-1 0 1,1 0 0,-1 0-1,1 0 1,0 0 0,-1 0-1,1 0 1,0 0-1,0 0 1,0 0 0,0 0-1,0 0 1,0 0 0,0 0-1,0 0 1,0 0-1,0 0 1,0 0 0,1 0-1,-1 0 1,0 0 0,1 0-1,-1 0 1,1 0-1,-1 0 1,1 0 0,-1 0-1,2-1 1,6-2 24,0 1 0,0 0-1,0 0 1,0 1 0,0 0 0,1 0 0,9 0 0,59-3 35,-55 7-142,0 0 0,0 1 0,-1 2 0,0 0 0,1 1 0,-2 1 0,1 1-1,-1 0 1,-1 2 0,1 1 0,-2 0 0,1 1 0,-2 1 0,19 17 0,-26-22 140,-1 0 0,0 1 1,15 19-1,-21-24-121,-1 0 1,1 0-1,-1 0 1,0 1-1,-1-1 0,1 1 1,-1-1-1,0 1 1,0 0-1,-1-1 0,1 1 1,-1 7-1,1-4 111,0 1-1,0-1 0,0 0 1,1 1-1,4 10 0,-3-13-60,-2 0-1,1 0 0,-1 0 1,2 13-1,-3-16-86,-1 1 0,0-1 0,1 1 0,-1 0 0,-1-1 1,1 1-1,-3 4 0,-2 8 118,-5 31 334,-11-6 39,14-21-232,8-18-279,-1 1-1,0-1 1,0 0 0,0 1-1,0-1 1,0 1-1,-1-1 1,1 0 0,-1 0-1,1 0 1,-1 0 0,0 0-1,0 0 1,0-1-1,0 1 1,0 0 0,0-1-1,0 0 1,0 1-1,-4 0 1,-14 7 157,-2-1 0,1-2 0,-1 0 0,0-1-1,0-1 1,0-1 0,-27 0 0,-157-5 818,205 2-1007,-129-12 490,123 7-789,19 3-542,135 17 552,169 40-1,-269-42 150,0 2 0,-1 2 1,74 38-1,-39-2-63,-50-35 121,-20-13 3,-1 0 1,0 1-1,0 1 0,-1 0 0,0 0 1,0 1-1,0 0 0,9 11 1,-15-15-430,0 1 0,0-2 0,1 1 0,0 0 0,0-1 0,7 6 0,-8-8-258,-1 0 0,1 0 0,0 0 0,0-1 1,-1 1-1,1-1 0,0 1 0,0-1 0,5 0 1,-8 0 733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7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1521,'33'0'2401,"-33"6"560,26 36 1041,6 20-560,34 15-2002,-1-2-799,-32-6-161,32-7 80,-32-14-240,-1-7-560,1-20-800,0-8-1121,-66-26-10405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7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33 227 2321,'-33'-6'6883,"33"-9"-2881,33-6-1601,-1 9-800,1-3 0,32 1 79,1-7 161,188-19 1361,73-16-721,-98 36-3682,-105 13-4241,6 7-3522,-32 0-2802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8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 1841,'-33'6'2881,"-32"27"1121,-66 30 160,33 5-2081,33-12-1521,0-2-400,32-4 80,0-16 80,33 1-320,0-8-560,0-15-1201,33-3-3121,0-18-3442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8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1 1761,'-94'58'5981,"37"-21"-3838,32-23-1098,-48 18 0,-3 0 266,45-19-829,-25 14 770,55-27-1046,1 0-161,0 0-1,0 0 1,1 0-1,-1 0 1,0 0-1,0 0 0,0 0 1,0 1-1,1-1 1,-1 0-1,0 0 1,0 0-1,0 0 1,0 0-1,1 0 0,-1 0 1,0 1-1,0-1 1,0 0-1,0 0 1,0 0-1,0 0 0,0 1 1,0-1-1,1 0 1,-1 0-1,0 0 1,0 0-1,0 1 1,0-1-1,0 0 0,0 0 1,0 0-1,0 1 1,0-1-1,0 0 1,0 0-1,0 0 0,0 1 1,0-1-1,-1 0 1,1 0-1,0 0 1,0 0-1,0 1 1,0-1-1,0 0 0,0 0 1,0 0-1,0 0 1,-1 0-1,1 1 1,0-1-1,0 0 0,0 0 1,0 0-1,0 0 1,-1 0-1,1 0 1,0 0-1,0 1 1,22 2-34,0 0 1,1-1-1,0-1 0,-1-1 1,24-3-1,111-18 201,33-20-159,-188 41-77,-1-1 1,1 1-1,0-1 1,0 1-1,0-1 1,0 0-1,0 0 0,-1 0 1,1 0-1,0 0 1,-1 0-1,1 0 0,-1 0 1,1-1-1,-1 1 1,0-1-1,1 1 0,-1-1 1,0 1-1,0-1 1,0 0-1,1-3 0,-2 4-15,0 1 0,0-1 0,0 0 0,0 0 0,0 1-1,-1-1 1,1 0 0,0 1 0,0-1 0,-1 0 0,1 1-1,0-1 1,-1 0 0,1 1 0,-1-1 0,1 1-1,-1-1 1,1 1 0,-1-1 0,1 1 0,-1-1 0,1 1-1,-2-1 1,-1-1-98,0 1-1,0 0 0,-1-1 1,1 1-1,0 1 1,0-1-1,-1 0 0,-3 0 1,-95 0-3105,-72 8-2387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86 160,'0'-10'4477,"-6"7"1491,-15 3-4754,10 5 760,9-5-1796,1 0-117,0 0 0,0 0 0,0 0 0,0 0 0,0 0-1,0 0 1,-1 0 0,1 0 0,0 0 0,0 0 0,0 1 0,0-1 0,0 0 0,0 1 0,0-1 0,0 1 0,0-1 0,0 1 0,0-1 0,0 1 0,0 0 0,0 0 0,-1 1 0,2-1-171,0-7-683,0 5 737,0 0 0,0 0-1,0 0 1,1-1 0,-1 1-1,0 0 1,0 0 0,1 0-1,-1 0 1,1 0 0,-1 0-1,1 0 1,-1 0 0,2-1-1,6-4-103,-6 5 139,-1 0 0,0 0 0,1 0 1,-1 0-1,0 0 0,0-1 1,1 1-1,-1 0 0,0 0 0,0-1 1,-1 1-1,1-1 0,0 1 0,0-1 1,-1 1-1,1-1 0,-1 0 1,1 1-1,-1-1 0,0 0 0,1 1 1,-1-1-1,0 0 0,0 1 0,0-1 1,-1-2-1,1 4 27,0-1 0,0 0-1,0 1 1,0-1 0,0 0 0,0 1 0,0-1-1,0 0 1,0 1 0,-1-1 0,1 0 0,0 1 0,0-1-1,-1 0 1,1 1 0,-1-1 0,1 1 0,0-1-1,-1 1 1,1-1 0,-1 1 0,1-1 0,-1 1 0,1-1-1,-1 1 1,1 0 0,-1-1 0,0 1 0,1 0-1,-1 0 1,0-1 0,1 1 0,-1 0 0,0 0 0,1 0-1,-1 0 1,0 0 0,1 0 0,-1 0 0,0 0-1,1 0 1,-1 0 0,0 0 0,1 0 0,-1 0-1,0 0 1,0 1 0,-4-1 48,-1 0 93,6 8 93,1-7-224,-1 1-1,0-1 1,0 0-1,0 0 1,0 0-1,0 0 1,0 0-1,0 0 1,-1 0-1,1 0 0,0 1 1,-1-1-1,1 0 1,0 0-1,-1 0 1,1 0-1,-1 0 1,0-1-1,1 1 1,-1 0-1,0 0 1,1 0-1,-1 0 1,0-1-1,0 1 1,0 0-1,0-1 0,0 1 1,0-1-1,0 1 1,0-1-1,0 1 1,0-1-1,0 0 1,-2 1-1,-8 3 69,-94 41 657,19-9-135,-6 2 528,91-37-1073,-1 0 0,1 0 0,0 1 0,0-1 0,0 1 0,0-1 0,0 1 1,1-1-1,-1 1 0,0-1 0,1 1 0,-1 0 0,1 0 0,0-1 0,-1 1 0,1 0 0,0-1 1,0 1-1,0 0 0,0 0 0,1-1 0,-1 1 0,0 0 0,1 0 0,-1-1 0,1 1 0,-1-1 1,1 1-1,0 0 0,1 2 0,3 0-34,0 0 1,0 0-1,1-1 0,-1 1 1,1-1-1,-1 0 1,1-1-1,0 1 0,0-1 1,0 0-1,1-1 1,6 2-1,16 1-42,40 1 0,-57-5 22,14 2-66,1-1 0,-1-1 0,1-2 0,-1-1 0,0 0 0,44-14 0,174-62-768,-237 76 812,0-1 1,0 0-1,0 0 1,-1 0 0,0-1-1,7-6 1,10-8 21,-15 14 23,-6 5-16,0-1 1,-1 0-1,1 0 1,-1 1-1,1-1 1,-1 0-1,0-1 1,0 1 0,1 0-1,-1 0 1,0 0-1,0-1 1,0 1-1,0-1 1,0 1-1,0-1 1,-1 1 0,1-1-1,0 1 1,-1-1-1,1 1 1,-1-1-1,0 0 1,1 1-1,-1-1 1,0 0-1,0 0 1,0 1 0,0-1-1,-1-2 1,0 3 5,0 0 1,0 1 0,0-1 0,0 1-1,0-1 1,0 1 0,-1 0 0,1-1-1,0 1 1,0 0 0,0 0 0,0 0 0,-1 0-1,1 0 1,0 0 0,0 0 0,0 0-1,0 1 1,-1-1 0,1 0 0,-2 2-1,-3-1 71,3-1-43,1 1 0,-1-1 0,0 1 0,0 0 0,0 0 1,0 0-1,1 1 0,-1-1 0,1 1 0,-1-1 0,1 1 0,0 0 1,-1 0-1,1 0 0,0 0 0,0 0 0,0 1 0,1-1 1,-1 1-1,0-1 0,1 1 0,0-1 0,-1 1 0,1 0 0,-1 5 1,1-3-2,-1 0 1,1 0 0,0 1 0,1-1 0,-1 1-1,1-1 1,0 1 0,1-1 0,-1 1-1,1-1 1,0 0 0,0 1 0,4 7-1,-1-5-10,1 0-1,-1-1 0,2 0 0,10 13 1,-9-14-25,-2 1 0,1 0 1,-1 0-1,0 0 1,0 1-1,-1 0 0,6 13 1,-8-16 16,-1 2 0,1-1 0,-1 0 1,0 0-1,-1 0 0,1 0 0,-1 1 0,0-1 1,-1 0-1,1 0 0,-1 0 0,-1 1 1,1-1-1,-1 0 0,0 0 0,0-1 1,-1 1-1,0 0 0,0-1 0,0 0 1,0 1-1,-1-1 0,0 0 0,0-1 1,-1 1-1,1-1 0,-1 0 0,0 0 1,0 0-1,-6 3 0,-10 5 110,-1-1 0,0 0 1,-1-2-1,0 0 0,0-2 0,-33 6 0,-9-1-648,-1-3-1,0-2 1,0-4-1,-112-8 1,153 4-730,1-2 0,-1-1 0,1-1 0,0-1 0,0-1 0,1-1 0,-31-15 0,49 20 557,1 0-1,0 0 1,-1-1-1,1 1 1,1-1-1,-1 0 1,0 0-1,1-1 1,0 1-1,0-1 1,-4-9-1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1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 3842,'-163'54'7443,"65"8"-3681,0 1-3202,0-1-560,33 0 480,0-14 81,38-6-161,27-24-560,0 3-721,27-13-1760,71-22-4082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1 4642,'-28'17'4629,"34"-18"-4297,0-1 0,0 1 1,0 0-1,0 0 0,0 1 0,1 0 1,5 0-1,65 3-702,-57-1 643,8-2-186,1 3 0,-1 0-1,44 11 1,-68-13-58,-1 0 0,0 0 1,0 0-1,0 0 0,0 1 0,-1-1 1,1 1-1,0 0 0,-1 0 1,1 0-1,-1 0 0,1 0 0,-1 0 1,0 1-1,0-1 0,0 1 0,0 0 1,0-1-1,-1 1 0,1 0 0,-1 0 1,0 0-1,0 0 0,0 0 0,0 0 1,-1 0-1,1 1 0,-1-1 0,1 0 1,-1 0-1,0 0 0,-1 7 1,-1-3 117,0 1 0,-1-1 1,0 0-1,0 0 0,0 0 1,-1 0-1,0 0 0,0-1 1,0 0-1,-1 0 1,0 0-1,-11 9 0,2-4 201,0-2 0,-1 1 0,-1-2 0,1 0 0,-1-1 0,-23 7 0,12-4 178,-34 14 1261,-68 16 0,95-32-1036,-1-2-1,1-1 1,-60 1-1,62-6-249,0-1 1,-1-1 0,1-2-1,-62-15 1,92 18-472,0 0 0,0 0 0,0 1 0,-1-1 1,1 0-1,0-1 0,0 1 0,1 0 0,-1 0 0,0-1 0,0 1 1,1-1-1,-1 0 0,0 1 0,1-1 0,-2-3 0,2 1-1,0 0-1,0 1 0,0-1 1,0 0-1,1 0 0,0 0 1,0-7-1,0 7-34,0 3 4,0 0-1,1 0 1,-1 1-1,0-1 1,0 0-1,0 0 0,1 0 1,-1 1-1,1-1 1,-1 0-1,0 1 1,1-1-1,-1 0 1,1 1-1,0-1 0,-1 0 1,1 1-1,-1-1 1,1 1-1,0-1 1,-1 1-1,1-1 0,1 1 1,26-9-7,-17 8 7,0 0-1,0 0 1,14 2-1,60 7-1331,161 38 0,-142-16-879,70 16-5151,-158-42 5510,1-2-1,-1 0 1,27-1 0,-38-1 857,1-1 1,-1 1-1,0-1 0,0 0 1,0-1-1,8-2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0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 3121,'0'83'7044,"-33"0"-3203,0-29-2560,1 2-321,-1 13 1041,-32 6 561,-27 2-1,27-9-640,32-20-721,-32-6-640,65-21-960,0-15-2081,0-12-4322,0-9-4722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1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28 2081,'-33'-6'3762,"1"-9"7843,32 9-9604,32 6-80,1 0-160,32 0-241,33 0-159,0 6-561,0 0-1280,0 3-1921,-32-3-2801,-8 0-2002,-58 2 561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21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6163,'0'7'9284,"59"-7"-5362,-26 6-2642,64 2-959,34-2-1202,98-12-6322,-33-15-5203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3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0 800,'0'0'2215,"6"0"-121,37 0 6864,-32 0-9032,0 5 2075,-4-4-1625,-6-2-304,0 1 0,-1 0 0,1 0 0,0 0 0,-1 0 0,1 0 0,-1 0 0,1 0 1,0 0-1,-1 0 0,1 0 0,0 0 0,-1 0 0,1 1 0,0-1 0,-1 0 0,1 0 1,-1 1-1,1-1 0,0 0 0,-1 1 0,1-1 0,-1 0 0,1 1 0,-1-1 0,1 1 0,-1-1 1,0 1-1,1-1 0,-1 1 0,0-1 0,1 1 0,-1 0 0,0-1 0,1 1 0,-1-1 1,0 1-1,0 0 0,0-1 0,0 1 0,0 0 0,0-1 0,0 2 0,1-1 5,0 0 0,0 0 0,0 0-1,0 0 1,0-1 0,0 1 0,0 0-1,0 0 1,0-1 0,0 1 0,0 0-1,0-1 1,1 1 0,-1-1 0,0 0 0,0 1-1,1-1 1,-1 0 0,0 0 0,2 0-1,0 1 166,7 9 759,12 11 79,-5 17 521,-3-16-896,15 25 604,-26-39-1075,-1 0 0,0 0 0,0 0 0,1 13-1,0 1 172,5 4 64,0 0-1,2 0 0,0-1 0,2 0 0,1 0 0,31 43 0,-22-33-99,31 62 1,-10 16-285,34 30-85,-28-57 0,96 144 0,-133-213 0,65 92 0,-44-70 34,-19-23-88,0 0 1,0 2 0,-2-1 0,0 1 0,14 30 0,10 26-2828,-7-29-4977,4-2-8923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37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0 960,'-27'0'1494,"27"0"-1431,-1 0 0,1 0 0,0 0 0,0 0-1,-1 0 1,1 0 0,0 0 0,0 0 0,0 0-1,-1 0 1,1 0 0,0 0 0,0 0 0,0 0-1,-1 0 1,1 1 0,0-1 0,0 0 0,0 0 0,0 0-1,-1 0 1,1 0 0,0 0 0,0 1 0,0-1-1,0 0 1,-1 0 0,1 0 0,0 0 0,0 1-1,0-1 1,0 0 0,0 0 0,0 0 0,0 1-1,0-1 1,0 0 0,0 0 0,0 0 0,0 1-1,0-1 1,0 0 0,0 0 0,0 1 0,6 11 1446,-2-6-1013,0 0 1,-1 1-1,0-1 1,0 1-1,0 0 1,-1 0-1,1 0 1,1 15-1,-3-12-35,2 0 0,-1 0 0,1-1 0,1 1 0,0-1 0,0 1 0,1-1 0,10 16 0,13 9 586,26 35 734,-30-28-614,-2 1 0,17 46-1,18 36 830,-15-50-361,80 105 1,-36-57-318,54 106 843,-13-34-1202,50 82 4,-142-215-842,-3 1 1,38 105-1,-61-138-1667,-1-1 0,7 54 0,-9 50-10095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80,'0'0'1441,"0"6"-1121,-33 2-640,33-1-1041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1040,'1'-1'178,"-1"0"0,1 0-1,0 0 1,-1 0-1,1 0 1,0 1-1,-1-1 1,1 0-1,0 0 1,0 1-1,0-1 1,0 1-1,0-1 1,0 1 0,0-1-1,0 1 1,0-1-1,0 1 1,0 0-1,0 0 1,0-1-1,0 1 1,0 0-1,0 0 1,0 0-1,2 0 1,-1 0 351,11 3 9989,4 7-7789,26 24-3438,-35-27 1724,138 92 1344,-85-61-1690,113 87 465,-124-92-1075,82 59 473,-113-77-658,-1 1-1,-1 0 1,0 2 0,23 30 0,-7-9-3222,-12-23-2589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0 463 2801,'0'-7'3682,"33"-1"-1361,-1-13-560,34 0-721,90-39 561,138-44 240,-65 21-641,-1 29-399,-71 6-241,6 19-320,-65 17-1680,0-3-5204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6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3201,'0'0'3122,"32"0"-321,1 0-400,0 0-400,32-6-480,33 6-481,65 0-319,-6 0-81,6 6-240,-32 0-560,-66 3-1281,0 3-2080,-65 3-2162,0-9 721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4882,'33'0'3282,"-1"0"-1682,34 0-559,-1 0-81,98 8 241,66 5-81,-72 2-1040,6-15-3121,-33-7-5123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256 117 3282,'-23'-1'4802,"39"-3"-2202,-14 4-2706,-2 0 173,0 0 1,0 0-1,1 0 0,-1 0 0,0 0 1,1 0-1,-1-1 0,0 1 0,0 0 1,1 0-1,-1 0 0,0 0 0,0 0 0,1-1 1,-1 1-1,0 0 0,0 0 0,0 0 1,1 0-1,-1-1 0,0 1 0,0 0 1,0 0-1,0-1 0,0 1 0,1 0 0,-1 0 1,0-1-1,0 1 0,0 0 0,0 0 1,0-1-1,0 1 0,0 0 0,0-1 1,0 1-1,0-1 0,5-6 633,27-5 405,67-15 1,-40 12-689,3 1-284,1 3 1,1 2-1,-1 4 0,77 2 1,-131 3-133,51 3-3,-57-3 2,0 0 1,0 1 0,0 0 0,0 0 0,0 0 0,0 0 0,0 0-1,0 0 1,0 1 0,-1-1 0,1 1 0,-1 0 0,1 0 0,-1 0-1,1 0 1,3 4 0,-6-4 3,0-1 0,1 0-1,-1 0 1,1 1 0,-1-1 0,0 0-1,0 1 1,0-1 0,0 0 0,0 1-1,0-1 1,0 0 0,0 1-1,-1-1 1,1 0 0,0 0 0,-1 1-1,1-1 1,-1 0 0,0 0 0,1 0-1,-1 1 1,0-1 0,-1 1 0,-6 9 38,0 0 1,0-1 0,-1-1 0,0 1 0,-1-1-1,0-1 1,-17 11 0,-92 52 256,82-51-233,-254 116 1059,256-122-890,-14 4 336,-74 18 0,39-14-85,72-18-433,-1 0 0,1-2 1,-1 1-1,0-2 0,1 0 1,-1 0-1,-23-2 0,35 0-64,1 1 0,0 0 0,-1 0 0,1-1 0,-1 1 0,1 0 0,0 0 0,-1-1 0,1 1 0,0 0 0,0-1 0,-1 1 0,1-1 0,0 1 0,0 0 0,-1-1 0,1 1 0,0-1 0,0 1 0,0-1 0,0 1 0,0 0 0,0-1 0,-1 1 0,1-1 0,0 1 0,0-1 0,0 1 0,1-1 0,-1 1-1,0-1 1,0 1 0,0 0 0,0-1 0,0 1 0,0-1 0,1 1 0,-1-1 0,0 1 0,0 0 0,1-1 0,-1 1 0,0 0 0,1-1 0,-1 1 0,0 0 0,1-1 0,-1 1 0,0 0 0,1 0 0,0-1 0,53-27-203,-48 24 214,0 1 0,-1-1 0,1 2 0,1-1 0,-1 1 0,0-1 0,12-1 0,-1 2 0,0 1 0,31 2 0,42 7 72,1 3 0,118 30 0,-192-37-61,15 3 8,148 38 107,-151-36-115,1 2-1,-1 1 0,52 31 1,-21 0-437,-44-32-1140,-1 0 1,34 18 0,16-5-8053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93 1761,'-5'-2'336,"1"0"0,-1-1 0,1 1 0,0-1 0,-6-5 1,7 5-154,-1 1 0,1-1 0,-1 1 0,0-1 0,1 1 0,-1 0 0,-5-1 0,-83-19 2966,91 21-3061,0-1 1,0 1 0,1-1-1,-1 1 1,0-1 0,1 1-1,-1-1 1,1 0 0,0 1-1,0-1 1,-1 0 0,1 1-1,1-4 1,-1 0 799,0 23 557,2 0-701,-1-1 0,7 23 0,-4-21-162,-1-1-1,1 28 0,-5-30-355,-2-1 0,0 1 0,0-1 0,-2 0 0,0 0 0,0 0 0,-1-1 0,-14 23 0,-11 28 341,14-16-47,1 0 0,-16 87 1,21-44-148,2-50-332,4-25 1,2 0 0,0 0 0,-2 34 0,5-46-167,1 1-1,-1-1 0,1 0 0,0 1 1,0-1-1,1 0 0,0 0 0,0 0 1,0 0-1,0 0 0,1 0 0,-1-1 1,1 1-1,1-1 0,-1 0 0,0 0 1,7 5-1,1 0-1037,0-2 0,1 1 1,0-2-1,1 0 0,15 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5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974 348 720,'12'-4'901,"-7"3"-553,-1 0 1,0 0-1,0-1 0,0 0 0,0 0 0,0 0 1,0 0-1,0 0 0,-1-1 0,1 0 1,-1 0-1,0 0 0,5-6 0,0 5 661,-7 3-832,1 1 0,-1 0 0,0-1 0,0 1 0,0-1 0,0 1 0,0-1 0,0 0 0,0 0 0,0 1 0,0-1 0,0 0 0,0 0 0,0 0 0,-1 0 0,1 0 0,0 0 0,-1 0 0,2-2 0,3 2 1531,104 8 1600,190-11-2088,-224 0-986,638-64 1166,-289-8 1121,185-32-1253,-266 86-644,-165 15-274,-75 4-137,0 4 0,-1 5 1,1 4-1,127 30 1,42 15 466,18-14 932,-162-25-770,422 21 1407,-491-34-2110,147-9 277,-86 0-298,109-2 162,-229 9-227,0 4 27,5-3-13,12 2-13,-1 1 1,-1 1-1,1 0 0,27 17 0,58 40 88,-96-60-141,6 5 17,1 1 0,-1 0 1,0 0-1,-1 2 1,0-1-1,-1 1 0,0 0 1,0 1-1,8 17 1,-12-21-32,-1 0 1,-1 1 0,0 0-1,0-1 1,0 1 0,-1 1-1,-1-1 1,1 0 0,-2 0-1,1 1 1,-1-1 0,-1 0-1,1 0 1,-2 1 0,-2 11-1,-2-3 87,-1-1 0,-17 33 0,1-4 11,10-18-65,2-4 78,0 1-1,-14 48 0,14 5 285,7-60-347,-2 1 1,-10 20-1,8-20-42,1-1 0,-6 27 0,3 36 7,2-37 0,3-24 0,2 1 0,-2 38 0,5 35 0,0-92 0,0-1 0,0 1 0,0-1 0,1 1 0,-1-1 0,1 1 0,-1-1 0,1 0 0,0 1 0,-1-1 0,1 0 0,0 1 0,0-1 0,0 0 0,0 0 0,0 0 0,0 0 0,0 0 0,1 0 0,-1 0 0,0 0 0,2 1 0,37 14 0,-14-5 0,-26-11 0,0 0 0,0 0 0,0 0 0,0 0 0,0 0 0,0 0 0,-1 0 0,1 0 0,0 1 0,0-1 0,0 0 0,0 0 0,0 0 0,0 0 0,0 0 0,-1 0 0,1 0 0,0 1 0,0-1 0,0 0 0,0 0 0,0 0 0,0 0 0,0 0 0,0 1 0,0-1 0,0 0 0,0 0 0,0 0 0,0 0 0,0 0 0,0 1 0,0-1 0,0 0 0,0 0 0,0 0 0,0 0 0,0 0 0,0 1 0,0-1 0,0 0 0,0 0 0,0 0 0,1 0 0,-1 0 0,0 0 0,0 1 0,0-1 0,0 0 0,0 0 0,0 0 0,0 0 0,1 0 0,-1 0 0,0 0 0,0 0 0,0 0 0,0 1 0,-21-1 0,15-4 0,-36 10 0,-84 5 0,-156 33 0,70-9 0,93-17 0,-19 1 0,-241 4 0,88-16 0,-92-1 0,277-8 0,-343-15 0,-18-31 0,0-41 0,332 50 0,36 10 0,-129-20 0,-261 18 0,369 28 0,15 4 0,53 1 0,-57-6 0,-141-8 0,-43-4 0,37 4 0,128 19 0,-37-1 0,-194 8 0,326-9 0,0 3 0,6-4 0,27-4 0,0 0 0,1 0 0,-1 0 0,0 0 0,0 0 0,0 0 0,0 0 0,0 0 0,0-1 0,0 1 0,0 0 0,0 0 0,0 0 0,0 0 0,0 0 0,0 0 0,0 0 0,0-1 0,0 1 0,0 0 0,0 0 0,0 0 0,0 0 0,0 0 0,0 0 0,0-1 0,0 1 0,0 0 0,0 0 0,0 0 0,0 0 0,0 0 0,0 0 0,0 0 0,0-1 0,0 1 0,0 0 0,0 0 0,0 0 0,0 0 0,0 0 0,-1 0 0,8-6 177,-24 8-267,-11 1-2145,-15-15-7228,-44-23-7131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1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2236 259 640,'-4'0'272,"2"1"-185,1-1-1,-1 0 0,1 0 0,-1 0 0,1 0 0,0 0 0,-1 0 0,1 0 0,-1 0 0,1 0 0,-1-1 0,1 1 0,0-1 0,-1 1 1,1-1-1,0 1 0,-1-1 0,-1-1 0,3 1 794,0 0 161,0 1-1023,0-1 1,0 1 0,0 0-1,0 0 1,0 0 0,0-1-1,0 1 1,0 0 0,0 0-1,0 0 1,0 0 0,0-1-1,0 1 1,0 0 0,0 0-1,0 0 1,0-1 0,0 1-1,0 0 1,0 0 0,0 0-1,0-1 1,0 1 0,0 0 0,1 0-1,-1 0 1,0 0 0,0-1-1,0 1 1,0 0 0,0 0-1,0 0 1,1 0 0,-1 0-1,0 0 1,0 0 0,0-1-1,0 1 1,1 0 0,-1 0-1,0 0 1,0 0 0,0 0-1,1 0 1,-1 0 0,0 0-1,0 0 1,0 0 0,0 0-1,1 0 1,-1 0 0,0 0 0,0 0-1,1 0 1,-1 0 66,2 0-32,-1 0 1,1 0 0,-1 0 0,1-1 0,0 1 0,-1-1-1,0 1 1,1-1 0,-1 1 0,1-1 0,-1 0 0,0 1-1,1-1 1,-1 0 0,0 0 0,0 0 0,2-2 0,-3 2 453,0 1-488,0 0 0,0 0 0,0 0 0,0-1 0,1 1 0,-1 0 0,0 0 0,0 0 0,0 0 0,0-1 0,0 1 0,0 0 0,0 0 0,0 0 0,0 0 0,0-1 1,0 1-1,0 0 0,0 0 0,0 0 0,0 0 0,0-1 0,0 1 0,0 0 0,0 0 0,0 0 0,0-1 0,0 1 0,0 0 0,0 0 0,0 0 0,0 0 0,-1 0 0,1-1 1,0 1-1,0 0 0,0 0 0,0 0 0,0 0 0,-1 0 0,1 0 0,0-1 0,0 1 0,0 0 0,0 0 0,0 0 0,-1 0 0,1 0 0,0 0 0,0 0 0,0 0 1,-1 0-1,1 0 0,0 0 0,0 0 0,0 0 0,0 0 0,-1 0 0,1 0 0,0 0 0,0 0 0,0 0 0,0 0 0,-1 0 0,1 0 0,0 0 0,0 1 0,0-1 0,-1 0 1,-26-3 404,16 1-187,-1 1 1,0 0-1,-18 1 0,-43 12 352,-38 3-127,97-14-328,0 0 0,0-1 0,0-1 0,-1 0 0,-19-5 0,27 8 245,4 1-291,-95 6 472,27 10-133,1 2 0,-104 48-1,139-56-257,26-10-75,-1 1 1,1 0-1,0 0 0,-17 11 1,18-10-20,2 1-10,-1-1 0,-1 0 1,1-1-1,-1 0 0,-13 6 1,-44 21 107,58-28-166,1 0-1,0 1 1,0 0 0,1 0 0,-1 1-1,1-1 1,-9 12 0,8-10 19,-1 1 1,0-1 0,0 0-1,-15 10 1,-130 55 413,91-31-423,46-30-71,-1 1-1,-27 12 0,-82 44 269,120-65-215,0 1 1,0 0 0,1 1-1,0-1 1,-7 7 0,-21 15 108,1-9-14,1 2-1,-39 30 0,46-31-113,-1-1-1,0-1 0,-28 13 0,11-7 11,-2 10-56,34-24 31,1 0 0,-1-1 0,0 0 1,-10 5-1,11-9 10,7-2 29,0 1-1,0-1 0,0 0 0,-1 0 0,1 1 0,0-1 0,0 1 1,0-1-1,0 1 0,0 0 0,0-1 0,0 1 0,0 0 0,0 0 1,0-1-1,0 1 0,0 0 0,0 0 0,1 0 0,-1 0 1,0 0-1,1 0 0,-1 1 0,1-1 0,-1 0 0,1 0 0,0 0 1,-1 3-1,1-4 4,0 1 1,0 0 0,-1 0 0,1 0 0,0 0-1,0-1 1,-1 1 0,1 0 0,0 0 0,-1 0 0,1-1-1,-1 1 1,1 0 0,-1-1 0,1 1 0,-1 0-1,0-1 1,1 1 0,-1-1 0,0 1 0,1-1-1,-1 1 1,0-1 0,0 0 0,1 1 0,-1-1-1,0 0 1,0 1 0,0-1 0,1 0 0,-3 0-1,-5 3 24,-3 11-58,-3-3-66,0 0-1,-24 13 1,-10 18 13,16-22 13,31-18 54,0-1 0,0 1 0,0-1 0,1 1 0,-1 0-1,0-1 1,1 1 0,-1 0 0,1-1 0,0 1 0,-1 0 0,1 0-1,0-1 1,0 1 0,0 0 0,0 0 0,1-1 0,-1 1-1,1 2 1,0 3-44,-2-6 60,1 0-1,0 0 1,1-1 0,-1 1-1,0 0 1,0-1-1,0 1 1,0 0 0,1 0-1,-1-1 1,0 1-1,0 0 1,1-1 0,-1 1-1,1-1 1,-1 1-1,1 0 1,-1-1 0,1 1-1,-1-1 1,1 1 0,-1-1-1,1 1 1,-1-1-1,1 0 1,0 1 0,-1-1-1,1 0 1,0 1-1,-1-1 1,1 0 0,0 0-1,1 0 1,-1 1-5,-1-1-1,1 0 1,0 0 0,0 1 0,0-1 0,0 0-1,-1 1 1,1-1 0,0 1 0,0-1-1,-1 1 1,1-1 0,0 1 0,-1-1 0,1 1-1,0 0 1,-1-1 0,1 1 0,-1 0-1,1 0 1,-1-1 0,1 1 0,-1 0 0,0 0-1,0 0 1,1 0 0,-1 0 0,0-1 0,0 1-1,0 0 1,0 0 0,0 0 0,0 2-1,0-2 6,0 0-1,-1 0 1,1 0-1,0 0 1,0 0-1,0 0 0,0 0 1,0 0-1,0 0 1,1 0-1,-1 0 1,0 0-1,0 0 0,1 0 1,-1 0-1,1 0 1,-1 0-1,1 0 1,-1 0-1,1 0 0,-1 0 1,1 0-1,0 0 1,0-1-1,-1 1 1,1 0-1,0 0 0,0-1 1,0 1-1,1 0 1,7 5-12,-8-6 9,-1 1 0,1 0 0,-1 0 0,1 0 0,-1 0 0,1 0 0,-1 0 0,1 0 0,-1 0 0,0 0 0,0 0 0,0 0 0,1 0 0,-1 0-1,0 0 1,0 0 0,0 0 0,0 0 0,-1 0 0,1 1 0,0 0 1,-1-1 0,1 0 0,0 0-1,0 1 1,0-1 0,0 0 0,0 1 0,0-1-1,1 0 1,-1 0 0,0 0 0,1 1 0,-1-1-1,1 0 1,-1 0 0,1 0 0,1 2-1,52 27 67,-10 4-67,10-12 0,-43-15 0,-8-5 0,-1 0 0,0-1 0,0 0 0,1 1 0,-1-1 0,1 0 0,-1 0 0,1-1 0,0 1 0,-1 0 0,4-1 0,146 27 80,-107-17 1,52 8 12,24 3 148,-38-6-75,136 8 0,-26-24 231,98 2-167,-216 1-108,-1-3 0,134-20 1,144-47 566,-327 63-651,32-5-62,83-5-1,-5 3 234,-57 2-120,126-18 569,-178 26-511,-20 3-134,0 0 54,-1 4 0,14 0 29,0 0 1,0-2-1,1 0 1,35-1 0,4 2-20,71 9-157,-114-10-16,0 0 0,21 9 1,19 4-472,-31-8 314,-17-5 207,0-1 0,0 1 1,0-1-1,0-1 0,1 0 0,14 1 0,15 4 89,22 1-72,-7-7 78,185 3-174,-168 1-164,92 16 0,-149-17 191,-1 1 1,23 10-1,-34-13 88,-1 1 0,1-1 0,0 1 0,0-1 0,0 1 0,-1 0 0,1-1 0,-1 1 0,0 0 0,1 0 0,-1 0 0,0-1 0,0 1 1,0 0-1,0 0 0,0-1 0,0 1 0,-2 3 0,2 2 185,0-5-151,1 0-1,-1-1 0,1 1 0,0-1 0,-1 1 0,1 0 1,0-1-1,0 0 0,0 1 0,0-1 0,0 1 0,1-1 0,-1 0 1,0 0-1,0 0 0,1 0 0,-1 0 0,3 1 0,2 2 51,0-1-1,0 0 1,0 0-1,0 0 0,7 1 1,32 5 310,0-2 0,0-2 0,80-2 0,-64-3 62,64 10 0,-92-3-246,-29-4-1215,-2 7 10666,-3-15-8216,0 6-1373,0 0 0,0 0 0,0-1 0,0 1 0,0-1-1,0 1 1,-1-1 0,1 1 0,0-1 0,0 1 0,-1-1 0,1 0 0,0 0 0,-1 0 0,1 0 0,0 0 0,-1 0 0,-1 0-1,1 0 57,-30 8-105,31-8-22,1 0 1,0 0-1,-1 0 0,1 0 1,0 0-1,-1 0 0,1 1 1,0-1-1,0 0 0,-1 0 1,1 0-1,0 0 0,0 1 0,-1-1 1,1 0-1,0 0 0,0 1 1,0-1-1,-1 0 0,1 1 1,0-1-1,0 0 0,0 0 1,0 1-1,0-1 0,-1 0 0,1 1 1,0-1-1,0 0 0,0 1 1,0 0-6,0 0 0,0-1 0,0 1 0,-1 0 1,1-1-1,0 1 0,-1 0 0,1-1 0,0 1 0,-1 0 1,1-1-1,-1 1 0,1-1 0,-1 1 0,1-1 1,-1 1-1,1-1 0,-1 1 0,1-1 0,-1 0 0,-1 1 1,-20 11 15,-15 8 10,-62 22 0,23-21-8,-95 12 0,131-26-38,-268 24 473,268-28-332,-82-1 35,86-3-137,25 1-138,11 0 99,0 0 1,0-1-1,0 1 0,0 0 1,0 0-1,0 0 0,0-1 1,0 1-1,0 0 0,0 0 1,0 0-1,0-1 0,0 1 1,1 0-1,-1 0 0,0 0 1,0 0-1,0-1 0,0 1 1,0 0-1,0 0 1,0 0-1,1 0 0,-1 0 1,0-1-1,0 1 0,0 0 1,0 0-1,1 0 0,-1 0 1,0 0-1,0 0 0,0 0 1,1 0-1,-1 0 0,0 0 1,0 0-1,0 0 0,1 0 1,-1 0-1,0 0 0,0 0 1,1 0-1,24-11-950,20-10 781,75-21 536,381-100 668,-434 130-911,120-7 0,57 17 82,-146 2-17,-5-8-222,-88 8-93,-5 3-134,0-3 290,0 0-1,0 0 1,0 1-1,0-1 1,0 0 0,0 0-1,0 0 1,0 0-1,0 1 1,0-1-1,-1 0 1,1 0-1,0 0 1,1 1 0,-1-1-1,0 0 1,0 0-1,0 0 1,0 1-1,0-1 1,0 0 0,0 0-1,0 0 1,0 0-1,0 1 1,0-1-1,0 0 1,0 0-1,1 0 1,-1 0 0,0 0-1,0 1 1,0-1-1,0 0 1,0 0-1,1 0 1,-1 0-1,0 0 1,0 0 0,0 0-1,1 0 1,-1 1-1,0-1 1,0 0-1,0 0 1,0 0 0,1 0-1,-1 0 1,0 0-1,0 0 1,0 0-1,1 0 1,-1 0-1,0 0 1,0-1 0,1 1-1,3 1-21,4 0-64,1 1 0,0 0 0,15 5-1,4 10-35,47 21-1,-46-22 77,8 3-47,-22-15 65,1 2 0,-1 0 0,0 1 0,16 10 0,-28-14 27,1-1 0,-1 0-1,0 0 1,1 0 0,-1 0 0,1-1 0,0 1-1,-1-1 1,1 0 0,0 0 0,0 0 0,0-1-1,6 1 1,37 8-29,-17-1 16,2-1-1,-1-1 1,47 2-1,98-5 39,-137-3-19,66 0 186,159-22-1,-237 19-114,452-75 1057,-34-25-8,-347 77-962,168-36 47,-196 47-206,-42 14 0,6-1 0,-30-1 0,74-7 0,127-2 0,-165 14 0,54 8 0,-27-2 0,-60-8-6,-6 0 1,0 0 0,1 0-1,-1 0 1,0 0 0,1 0-1,-1 0 1,1 0 0,-1 0-1,0 0 1,1 1 0,-1-1-1,0 1 1,0-1 0,1 1 0,-1-1-1,0 1 1,0 0 0,2 0-1,1-1-66,13-2 53,-13 2 18,-1 0 0,1 0 1,0-1-1,0 1 0,-1-1 0,1 0 1,0-1-1,-1 1 0,7-3 1,14-10 29,1 2 1,49-17 0,26-11-93,-95 37 61,-1 0-1,0 0 1,1 0-1,-1 0 1,6-7-1,-7 7 5,0 0 0,1 0 0,-1 0 0,1 0 0,0 0-1,0 1 1,4-3 0,24-7 48,-21 8-33,-1 0-1,0 0 1,-1-1 0,12-7 0,-15 8-12,0 0 0,0 0 0,1 1-1,0 0 1,-1 0 0,14-4 0,-11 5-2,0-2 0,0 1-1,15-9 1,-15 7-3,0 1 0,0 0 0,0 0 0,1 1 0,-1 1 0,20-4 0,-14 4 0,1-2 0,27-9 0,59-28 0,-79 34 0,37-18 0,-23 8 0,61-30 0,-95 45 0,1 0 0,-1 0 0,1-1 0,-1 1 0,1-1 0,-1 1 0,0-1 0,0 0 0,3-5 0,23-18 0,-13 16 0,-9 6 0,-1 0 0,1 0 0,-1-1 0,12-10 0,-7 0 0,-9 12 0,1-1 0,-1 1 0,1 0 0,0 0 0,1 0 0,-1 0 0,4-2 0,-5 3-2,1 0 0,-1 0 0,1 0 0,-1-1 1,0 1-1,0 0 0,0-1 0,0 0 0,-1 1 0,1-1 0,-1 0 0,0 0 1,1 0-1,0-5 0,0-1-14,-1-1 0,0 1 0,-1-18 1,-1 8-6,2 15 10,-1-1-1,0 1 1,0 0-1,0-1 1,-1 1-1,0 0 1,1-1-1,-1 1 1,-1 0 0,1 0-1,-1 0 1,0 0-1,0 0 1,0 0-1,0 0 1,0 1 0,-1-1-1,0 1 1,0 0-1,-3-4 1,0 1-8,1 0-1,0-1 1,0 1 0,1-1-1,0 0 1,0-1 0,-3-8-1,-19-31-79,23 43 85,-1-1 0,1 1 0,0-1-1,0 1 1,1-1 0,-1 0 0,1 0 0,0 0-1,0 0 1,1-1 0,0 1 0,0 0-1,0-1 1,0-10 0,0 9-3,1 0-1,-1 0 1,-1-1 0,1 1 0,-1 0-1,-1 0 1,1 0 0,-5-8 0,-1-5-81,2 4 6,6 14 92,-1-1 0,0 1 0,0-1-1,0 1 1,0-1 0,0 1 0,0 0 0,-1-1 0,1 1 0,-1 0 0,1 0 0,-1 0 0,0 0 0,0 0 0,0 1-1,0-1 1,0 0 0,0 1 0,-3-2 0,-26-15-236,-1 2 1,0 0-1,-1 3 0,0 0 1,-62-13-1,-9 1-39,-52-11-264,-300-26 393,311 56 104,107 8 31,0-3 1,0-1 0,1-2 0,-59-14-1,-57-17-909,145 32 849,0 1 1,-1-2-1,1 0 1,0 0-1,-10-7 0,9 5-63,0 1 0,0 0 0,-13-4-1,-131-34-1145,-47-5-41,137 33 828,0 3-1,-1 3 1,-67-1-1,21 12 213,18 1 295,22-3 26,-272-7-266,200 2 452,-172 17 1,203-6-232,-257 29-57,126-1 153,-32 6 685,245-34-779,-56 1-1,30-3 358,44-2-346,0-1 0,-1 0 1,0-1-1,-15-2 0,8 2-75,-9 5-5,25-4 76,0 0-1,-1 0 0,1-1 1,-1 0-1,1 1 1,0-1-1,-1-1 1,1 1-1,-1 0 1,1-1-1,-1 1 0,-3-3 1,-10 2 33,1 0-1,0 1 1,-22 2 0,32 3-135,6-10 142,-5 4 90,4 1-118,-13 0 23,13 0-33,1 0 1,-1 0 0,1 0-1,-1 0 1,1 0-1,-1 0 1,1 0 0,0 0-1,-1 0 1,1 0-1,-1 0 1,1 0 0,-1-1-1,1 1 1,-1 0 0,1 0-1,0 0 1,-1-1-1,1 1 1,-1 0 0,1-1-1,0 1 1,-1 0-1,1-1 1,0 1 0,0 0-1,-1-1 1,1 1 0,0-1-1,-1 0 1,1 1-1,0-1 1,0 1-1,-1 0 1,1-1 0,0 1-1,0 0 1,-1-1-1,1 1 1,0 0 0,-1-1-1,1 1 1,-1 0-1,1-1 1,0 1 0,-1 0-1,1 0 1,-1 0-1,1 0 1,-1-1-1,1 1 1,-1 0 0,1 0-1,0 0 1,-1 0-1,1 0 1,-1 0 0,1 0-1,-2 0 1,-12 0 22,13 0-16,-69-8 321,42 7-275,-44-9 0,48 6-78,-36-2 0,14 12 112,21-2-40,-62 1 268,58-5-304,-241-7 259,236 6-390,0 1-1,0 2 0,-65 11 1,-27 2-15,115-15 157,1 2 1,-1-1-1,0 1 1,1 1-1,-1 0 0,1 0 1,-13 7-1,13-6 0,-1-1 1,0 0-1,-12 1 0,18-3 19,0-1 180,-1-5-40,-18-4-96,0 1 0,-1 1 0,-1 1 0,1 1 0,-36-2 0,27 4-19,-35-7-64,-29 9 126,33-2-74,40 1 76,-48 2 1,66 0-114,-5 2 51,-1-1 0,0-1 0,0 0 0,0 0 0,-13-3 0,-1 0-37,-1 2-1,1 1 1,-54 7-1,54-4-155,-137 22 346,134-22-137,-70 3 273,25-7-1395,36 0-2248,-1 1 1,-66 10-1,46 3-6952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9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1 167 1040,'2'-1'419,"0"1"-247,-1-1 0,1 1 0,-1-1 0,1 1 0,-1-1-1,1 0 1,-1 1 0,0-1 0,1 0 0,-1 0 0,0 0-1,1 0 1,-1 0 0,0 0 0,0 0 0,0 0 0,0-1 0,0 1-1,0 0 1,-1-1 0,1 1 0,0-1 0,-1 1 0,1 0 0,-1-1-1,1 0 1,-1 1 0,1-3 0,-1 2 36,0 1 0,0-1-1,1 1 1,-1-1 0,1 1 0,-1-1 0,1 1 0,0 0 0,0-1-1,-1 1 1,1 0 0,0 0 0,0-1 0,0 1 0,0 0-1,1 0 1,-1 0 0,2-1 0,28-18 1543,-14 10-408,55-32 3061,-25 17-2338,-45 24-1999,-1 0 1,0 0-1,0 0 1,1 0 0,-1 0-1,1 1 1,-1-1-1,1 0 1,-1 1-1,1-1 1,-1 1-1,1 0 1,-1-1-1,1 1 1,-1 0 0,3 0-1,2 1 79,-5-1-133,-1 0 0,0 0 0,1 0 0,-1 1 1,1-1-1,-1 0 0,0 1 0,1-1 0,-1 0 1,0 1-1,1-1 0,-1 1 0,0-1 0,1 0 0,-1 1 1,0-1-1,0 1 0,0-1 0,1 1 0,-1-1 1,0 1-1,0-1 0,0 1 0,0-1 0,0 0 0,0 1 1,0 0-1,4 10-35,-3-11 19,0 1 0,0 0 0,0-1 0,0 1 1,0 0-1,-1 0 0,1-1 0,0 1 0,0 0 1,-1 0-1,1 0 0,-1 0 0,1 0 1,-1 0-1,1 0 0,-1 0 0,1 0 0,-1 0 1,0 0-1,0 1 0,1-1 0,-1 0 0,0 0 1,0 0-1,0 0 0,0 0 0,-1 1 0,1-1 1,0 0-1,0 0 0,-1 0 0,1 0 1,0 0-1,-1 0 0,1 0 0,-1 0 0,0 0 1,1 0-1,-2 1 0,-5 14-6,-4 25 36,2-19-36,6-16-4,0 1 1,1-1 0,-1 1 0,1 0-1,1 0 1,-1 0 0,1 0-1,0 11 1,1 14 250,0-27-172,0-22-357,0 16 297,0-1 0,0 1-1,0-1 1,0 1 0,-1-1-1,1 1 1,0-1 0,-1 1-1,1-1 1,-1 1 0,1 0-1,-1-1 1,0 1 0,1 0-1,-1-1 1,0 1 0,0 0-1,0 0 1,0 0 0,0 0-1,0 0 1,-1 0 0,1 0-1,0 0 1,-2-1 0,-5-4 7,2 2 23,1 1 1,-1-1 0,0 1 0,0 0 0,0 1 0,0-1-1,0 1 1,0 0 0,-1 1 0,-9-2 0,4 2 93,0 0 0,1 1 1,-1 0-1,0 1 0,-15 3 1,26-4-117,0 0 0,0 0 0,0 0 0,0 0 0,1 0 0,-1 1 0,0-1 0,0 0 0,1 0 0,-1 1 0,0-1 0,0 0 0,1 1 0,-1-1 0,0 1 0,1-1 0,-1 1 0,1-1 0,-1 1 0,0 0 0,1-1 0,-1 1 0,1 0 0,0-1 0,-1 1 0,1 0 0,0 0 0,-1-1 0,1 1 0,0 0 0,0 0 0,-1 0 0,1-1 0,0 1 0,0 0 0,0 0 0,0 0-1,0-1 1,0 1 0,0 0 0,1 0 0,-1 0 0,0-1 0,0 1 0,1 0 0,-1 0 0,0-1 0,1 1 0,-1 0 0,1 0 0,-1-1 0,1 1 0,-1-1 0,1 1 0,0 0 0,5 6 64,0 0-1,0-1 0,0 0 0,1 0 0,-1-1 0,2 0 0,7 5 0,20 7-621,0-2-1,0-1 0,1-1 1,1-3-1,58 10 0,66-1-7524,-159-19 7988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2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442 366 1201,'0'0'1960,"5"-1"-212,16-7-580,-1 0 0,0 0 0,0-2 1,30-20-1,70-56 1368,-45 15-242,-47 50-1688,31-26 656,-35 28-716,-22 17-443,1 1 0,0-1 0,0 0 0,-1 0 0,1 0 0,-1 0 0,0 0-1,1-1 1,-1 1 0,0 0 0,0-1 0,-1 0 0,1 0 0,0 1 0,-1-1 0,0 0 0,0 0 0,1 0 0,-2 0 0,2-6 0,-29 32 1684,11 10-1533,-8-2-112,-2-1 1,0-1-1,-31 26 1,-49 53 154,68-63 643,-60 55 1,87-91-764,10-8-142,-1 0 1,1 0-1,-1 0 1,1 0 0,0 0-1,-1 0 1,1 1 0,0-1-1,0 0 1,0 1-1,0-1 1,0 1 0,0-1-1,0 1 1,0 0-1,1-1 1,-1 1 0,1 0-1,-1 0 1,1-1 0,-1 4-1,7-6 85,-1-2-74,-1 1-1,1-1 1,-1 0-1,0 0 1,0 0-1,0 0 0,0-1 1,0 0-1,-1 0 1,0 0-1,0 0 1,5-8-1,-2 3-19,1 0 0,0 0-1,10-8 1,2 0 5,65-50 373,-74 60-361,0 0-1,1 1 1,0 0 0,0 1-1,1 0 1,15-4 0,-23 8-42,-1 1 0,0-1 0,1 1 0,-1 0 0,1 1 0,-1-1 1,1 0-1,-1 1 0,0 0 0,1 0 0,-1 0 0,0 0 1,0 0-1,0 1 0,0 0 0,0-1 0,0 1 0,0 0 0,0 0 1,-1 1-1,1-1 0,-1 0 0,0 1 0,0 0 0,3 3 1,1 2 9,-1 0 0,0 0 0,0 1 1,-1-1-1,0 1 0,-1 0 0,4 13 1,-6-17 20,0 0 1,0 0 0,-1 0 0,0 0 0,1 0 0,-2 0-1,1 0 1,-1 0 0,1 0 0,-1 0 0,-1-1-1,1 1 1,-1 0 0,0 0 0,0-1 0,0 1-1,-1-1 1,1 0 0,-1 0 0,0 1 0,0-2 0,-1 1-1,-6 6 1,-6 3 515,0-1 0,-1-1 0,-1 0 0,-35 15 0,29-16-287,0 0 1,-1-2-1,0-1 1,-31 4 0,-110 8 97,85-13-442,-115-7 1,176-1-487,1 0 0,-28-9 1,44 11 150,0-1 0,0 0 0,0 0-1,-1 0 1,1-1 0,0 1 0,1-1 0,-1 0 0,0 1 0,0-1 0,1-1 0,-1 1 0,1 0 0,-3-3 0,5 3-57,0 1 0,0-1 0,0 1 0,0 0 0,0-1 1,0 1-1,0-1 0,1 1 0,-1 0 0,0-1 0,1 1 1,-1 0-1,1 0 0,0-1 0,-1 1 0,1 0 0,0 0 1,0 0-1,0 0 0,0 0 0,0 0 0,0 0 0,0 0 1,1-1-1,0 0-354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22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 1761,'-26'0'22290,"30"0"-20116,149-5 1575,-60 10-3534,109 22 0,-78 0-7729,-151-19-11134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2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3041,'33'-8'10085,"0"1"-5603,32 7-640,98 7 480,131 28-1601,-72 6-6563,-59-14-9364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23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13 800,'0'-6'2482,"32"0"2800,-32 12-2721,33 8 320,0 20 1361,65 49 3202,0-8-3362,-66-19-3122,1-15-1280,0 1-240,-1-15-1681,1 0-3442,-1-13-5202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23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1 475 9925,'98'-55'11765,"98"-13"-5842,98-15-3682,58 8-1521,7 4 0,-39 11-640,-26 18-7203,-98 22-10565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3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1018 1281,'0'0'79,"0"1"1,0-1-1,0 0 1,0 1 0,0-1-1,0 1 1,-1-1 0,1 0-1,0 1 1,0-1-1,-1 0 1,1 1 0,0-1-1,-1 0 1,1 1 0,0-1-1,-1 0 1,1 1-1,0-1 1,-1 0 0,1 0-1,0 0 1,-1 1 0,1-1-1,-1 0 1,1 0-1,0 0 1,-1 0 0,1 0-1,-1 0 1,1 0 0,-1 0-1,-16 0 6845,39 0-5724,-22 0-1112,0 0 0,1 0 0,-1 0 0,0 0-1,0 0 1,0 0 0,1 0 0,-1 0 0,0 0 0,0 0 0,0 0-1,1 0 1,-1 0 0,0 0 0,0 0 0,0 0 0,0 0 0,1 0 0,-1 1-1,0-1 1,0 0 0,0 0 0,0 0 0,1 0 0,-1 0 0,0 0-1,0 1 1,0-1 0,0 0 0,0 0 0,0 0 0,0 0 0,1 1-1,-1-1 1,0 0 0,0 0 0,0 0 0,0 1 0,0-1 0,0 0-1,0 0 1,0 0 0,0 1 0,0-1 0,0 0 0,0 1-47,0-1 0,0 0 0,0 0 0,0 0 0,0 1 0,0-1 0,0 0 0,0 0 0,0 1 1,0-1-1,0 0 0,0 0 0,0 0 0,0 1 0,0-1 0,1 0 0,-1 0 0,0 0 0,0 1 0,0-1 0,0 0 0,0 0 1,1 0-1,-1 0 0,0 1 0,0-1 0,0 0 0,1 0 0,-1 0 0,0 0 0,0 0 0,0 0 0,1 0 0,-1 0 0,0 0 1,0 0-1,1 1 0,2-1 271,-2-1-234,0 1 0,0 0 0,0 0 0,0 0-1,0 0 1,0 0 0,-1 0 0,1 0 0,0 0 0,0 0 0,0 0-1,0 1 1,0-1 0,0 0 0,0 1 0,0-1 0,0 1 0,-1-1-1,1 1 1,0-1 0,0 1 0,0-1 0,-1 1 0,1 0-1,0 0 1,0 1 0,0-1 40,0 0-1,0 0 0,-1 0 0,1-1 1,0 1-1,0 0 0,0 0 1,1 0-1,-1-1 0,0 1 1,0-1-1,0 1 0,0-1 1,1 1-1,-1-1 0,0 1 1,0-1-1,1 0 0,-1 0 1,2 0-1,-1 1 220,36 18 1771,-7-5-906,4 1-83,30 13 735,-26-18-822,-25-5-673,1-1 0,-1-1 0,29 2 0,61 2 788,118-14-1128,-186 9-19,50 8 0,-13 0 0,-7 8 0,9-10 0,78-2 0,-125-6 0,-9-1 0,-1 1 0,1 1 0,33 6 0,-37-5 0,0-1 0,-1-1 0,28-3 0,62-9 0,-34 7 0,-10 1 0,107-4 0,-93 6 0,-1-3 0,129-26 0,-166 15 0,-12 4 0,-5 6 0,11-3 0,52-23 0,-72 27 0,1 0 0,0 1 0,19-4 0,0 0 0,112-40 0,-137 46 0,41-13 0,0-2 0,-2-2 0,43-25 0,-66 33 0,0 2 0,1 0 0,39-10 0,-1 0 0,-1 4 0,-47 7 0,-10 6 0,0 1 0,0 0 0,0 0 0,0 0 0,0 0 0,0 0 0,0 0 0,0 0 0,1 0 0,2 0 0,93-20 0,-59 15 0,0-1 0,46-15 0,220-54 0,-181 49 0,-101 21 0,0-1 0,-1-1 0,0-1 0,0 0 0,-1-2 0,31-21 0,-13 4 0,-23 17 0,0 0 0,-1-1 0,0-1 0,20-24 0,-1 1 0,57-47 0,-73 69 0,-11 10 0,-1-1 0,0-1 0,0 1 0,-1-1 0,1 0 0,-1-1 0,7-11 0,10-4 0,-15 13 0,-5 7 0,-1-1 0,1 1 0,0 0 0,0 0 0,0 0 0,0 0 0,0 0 0,1 1 0,-1-1 0,1 1 0,-1-1 0,4 0 0,5-5 0,-1 1 0,0-1 0,14-12 0,24-19 0,-25 24 0,-5 4 0,-1-1 0,18-15 0,-23 17 0,0 0 0,0 1 0,1 0 0,0 1 0,1 0 0,0 1 0,25-8 0,-22 14 0,-44 8-365,-13-1-1495,-6-3-2211,-150 5-18638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34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5212 869 1761,'0'-118'13886,"0"115"-13736,-1 0 0,1 1-1,-1-1 1,0 1 0,1-1-1,-1 1 1,0-1 0,-1 1-1,1-1 1,0 1 0,-1 0-1,1 0 1,-1 0 0,0 0-1,-3-3 1,-39-32 1233,11 11-332,20 15-469,0 1-1,-1 1 1,-24-14 0,24 15-228,-47-20 1012,50 24-1175,0-1 0,1 0 0,-1 0 0,-15-12 0,10 8 128,1 0 0,-2 0 0,0 2 0,0 0 0,0 1 0,-35-8 0,2 1 170,37 9-400,1 1-19,0-1 0,0 0 0,1 0 1,0-2-1,0 1 0,0-1 0,0-1 0,-16-13 0,21 15-22,-111-82 287,94 71-240,-1 2-1,0 0 0,-38-14 0,-492-137 573,472 147-874,-2 4 0,-130-6-1,-180 16-598,228 6 607,-10-1-775,-1 8 0,-274 49 0,27 33-1040,92-33 1110,175-33 381,-156 37 348,251-49 177,-92 24 64,-84 14-279,119-28 606,70-11-239,40-9-59,0 0 0,0 0 0,0 1 0,-14 8 1,-10 5 281,20-12-219,8-3-149,-1 0-1,1 0 1,0 1-1,0-1 0,-6 5 1,10-5 35,0-1 0,-1 0 1,1 1-1,0-1 0,0 1 0,0-1 1,0 1-1,0 0 0,0-1 1,0 1-1,0 0 0,1 0 0,-1 0 1,1-1-1,-1 1 0,1 0 0,0 0 1,0 0-1,0 3 0,0-4-14,1 0-1,-1 0 1,0 0 0,1 0-1,-1 0 1,1 0-1,0 0 1,-1 0-1,1 0 1,0-1 0,0 1-1,-1 0 1,1 0-1,0 0 1,0-1-1,0 1 1,0-1-1,0 1 1,0 0 0,0-1-1,0 0 1,0 1-1,2-1 1,4 4 181,5 10 258,-11-12-431,0-1 0,0 1 1,0-1-1,1 0 0,-1 1 0,0-1 0,1 0 1,-1 0-1,1 0 0,-1 0 0,1 0 0,0 0 1,-1 0-1,1 0 0,3 0 0,10 4-104,0-2 0,1 1-1,30 1 1,19-7-3764,-49-1 2455,-13 3 266,1-1-1,-1 1 1,0-1-1,0 0 1,0 0-1,1 0 0,-1 0 1,0 0-1,0-1 1,3-2-1,-7 2 686,0 0-1,-1 1 0,1-1 1,-1 1-1,1-1 1,-1 1-1,0-1 0,1 1 1,-1 0-1,0 0 0,-2-1 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35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0 468 560,'33'-6'1441,"0"0"400,-1-15 320,34 0 400,-1 0 320,-32-8 321,32-4 399,-6-2-319,39-5-161,0-16-159,32 8-1202,1 0-1359,-33 13-722,-33 14-1039,0 0-2562,-32 9-1440,0 4-2562,-7 1-160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3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2081,'0'8'3361,"33"25"2322,0 30 1841,58-7-3603,7-8-3440,0-7-962,0-8-639,0-6-3762,32-6-5683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69 800,'0'-6'1361,"0"-9"80,0 9-161,-33-8-159,33 7-241,0 1-320,0 0-239,0-2-482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6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516 256 800,'0'-8'1030,"-1"7"-836,1-1-1,0 0 1,-1 0 0,1 1-1,0-1 1,0 0-1,0 0 1,1 1 0,-1-1-1,0 0 1,1 1 0,-1-1-1,1 0 1,-1 1 0,1-1-1,0 0 1,0 1 0,1-2-1,63-61 4916,-11 29-3175,-36 12-843,-16 19-871,1 0-1,-1 1 1,1-1 0,0 1-1,0-1 1,7-4-1,4-3 317,-9 8-187,1-1 0,-1 0 0,0 0 0,9-10 0,-21 9 89,6 5-375,1 0 0,-1 0 0,0 0 0,1 0 1,-1 0-1,0-1 0,1 1 0,-1 0 0,0-1 0,1 1 0,-1 0 1,1-1-1,-1 1 0,1-1 0,-1 1 0,1-1 0,-1 1 0,1-1 1,-1 1-1,1-1 0,-1 1 0,1-1 0,0 0 0,-1 1 0,1-1 0,0 0 1,0 1-1,0-1 0,-1 0 0,1 1 0,0-1 0,0-1 0,0 1 578,-5 1-148,-23 0 148,28 16-241,0-14-396,0-1 0,0 0 1,-1 0-1,1 0 1,-1 0-1,1 0 0,-1 0 1,0 0-1,1 0 0,-1 0 1,0 0-1,0 0 0,0 0 1,1-1-1,-1 1 0,0 0 1,0-1-1,0 1 0,0 0 1,0-1-1,0 1 0,-1-1 1,0 1-1,-11 6 39,4 1-24,0 1 1,1 0 0,0 0-1,1 0 1,0 1 0,0 0-1,-9 20 1,-11 15 169,-8 3 105,-27 46 373,54-82-595,0 0 0,0 0 0,-1-1 0,-1 0 0,-16 14-1,9-9 147,-22 28 0,28-32-140,0 0 0,-1-1 0,-23 17 0,11-8-57,-32 30 81,-29 22 10,51-52-336,26-16-272,0 0-1,0 1 1,1 0 0,0 0 0,-8 7-1,14-11 190,1 0-1,-1-1 1,1 1-1,-1 0 1,1-1-1,-1 1 0,1 0 1,0 0-1,-1-1 1,1 1-1,0 0 1,0 0-1,0 0 1,-1 0-1,1-1 1,0 1-1,0 2 0,0 9-8456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6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1 960,'-69'3'6778,"28"3"-4304,-76 22 0,-8 16 1461,114-39-3373,1 1 0,0 0 0,0 0 0,0 0 0,1 2-1,0-1 1,-15 17 0,24-24-547,-1 1 0,1-1-1,0 0 1,0 1 0,-1-1-1,1 0 1,0 1-1,0-1 1,-1 0 0,1 1-1,0-1 1,0 1 0,0-1-1,-1 0 1,1 1 0,0-1-1,0 1 1,0-1-1,0 1 1,0-1 0,0 0-1,0 1 1,0-1 0,0 1-1,0-1 1,0 1 0,1-1-1,-1 1 1,0-1 0,0 0-1,0 1 1,0-1-1,1 1 1,-1-1 0,0 0-1,0 1 1,1-1 0,-1 0-1,0 1 1,1-1 0,4 5 3,1 0 1,-1-1-1,1 0 1,0 0-1,0 0 1,0-1-1,1 0 1,-1 0-1,1-1 1,0 0-1,13 3 0,-3-2-1,0-2 0,0 0 0,0 0 0,24-4 0,-25 2 20,1-2-1,-1 0 0,16-6 1,-27 8-7,1-1 1,-1 0-1,0 0 1,0 0 0,0-1-1,0 1 1,-1-1-1,1-1 1,-1 1 0,0-1-1,1 1 1,-2-1-1,7-8 1,-9 11-17,0 0-1,-1-1 1,1 1-1,-1 0 1,1-1-1,-1 1 1,0-1-1,1 1 1,-1 0-1,0-1 1,0 1-1,0-1 1,0 1-1,0 0 1,-1-1-1,1 1 1,0-1-1,-1 1 1,1 0-1,-1-1 1,1 1-1,-2-1 1,-20-28 263,17 24-238,-3-2-218,-1 1 1,0-1-1,0 2 0,-1-1 0,0 1 1,0 0-1,-1 1 0,0 1 1,1-1-1,-1 2 0,-1-1 0,1 2 1,0-1-1,-1 2 0,-19-2 1,4 2-1607,1 1 1,-1 1-1,0 2 1,0 0-1,-29 8 1,50-9 450,0 0 0,0 0 0,0 0 0,0 0 0,1 1 0,-9 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7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15 1841,'16'0'958,"-6"-1"-21,1 0 0,-1 2 0,0-1 0,1 1 0,-1 0 0,0 1 0,0 0 0,17 7 0,6 11 837,-33-19-1759,0-1 1,1 0 0,-1 1-1,1-1 1,-1 0-1,0 1 1,1-1-1,-1 0 1,0 1-1,1-1 1,-1 0-1,0 1 1,0-1-1,0 1 1,1-1 0,-1 1-1,0-1 1,0 1-1,0-1 1,0 0-1,0 1 1,0-1-1,0 1 1,1-1-1,-2 1 1,1-1-1,0 1 1,0-1-1,0 1 1,0-1 0,0 1-1,0-1 1,0 1-1,-1-1 1,1 1-1,0-1 1,0 0-1,-1 1 1,1-1-1,0 1 1,0-1-1,-1 0 1,1 1-1,-1-1 1,1 0 0,0 1-1,-1-1 1,1 0-1,-1 0 1,0 1-1,-19 11 182,20-12-199,-5 2 19,-1 0 0,1 0 0,-1 0 0,1-1 0,-1 0 0,0 0 1,1-1-1,-1 1 0,0-1 0,0 0 0,1-1 0,-8-1 0,-16 1 41,-120-2 636,-82 0 3855,204 4-4041,-6-1 407,-35 6 1,56-5-563,1 2 0,0-1 0,0 2 0,0-1-1,0 1 1,0 1 0,-11 7 0,5 2 327,17-14-661,0 1 1,0-1 0,-1 0-1,1 1 1,0-1-1,0 1 1,0-1-1,0 1 1,0-1 0,0 1-1,0-1 1,0 1-1,0-1 1,0 0 0,0 1-1,0-1 1,0 1-1,0-1 1,0 1-1,0-1 1,1 1 0,-1-1-1,0 1 1,0-1-1,1 1 1,2 2 65,1 1-1,0-1 1,0 0 0,1 0-1,-1 0 1,9 3-1,4 4 2,4 1 5,1-1 0,0-1 0,1-1-1,43 9 1,95 9 202,-145-24-253,-1 0 0,28-1 0,-37-2-123,-1 0-1,1 0 0,-1 0 1,1-1-1,-1 1 0,0-1 1,0-1-1,0 1 0,0-1 1,9-5-1,3-2-301,-15 10 353,0-1-1,0 0 1,0 0 0,0 0 0,0 0 0,0 0 0,0 0-1,-1 0 1,1 0 0,0-1 0,-1 1 0,1-1 0,-1 1-1,1-1 1,-1 0 0,0 0 0,0 1 0,0-1 0,0 0-1,0 0 1,0 0 0,0 0 0,-1 0 0,1 0 0,-1 0-1,1-5 1,-1-88 32,0 93 30,0 0-1,0 0 0,0 0 1,-1 0-1,1 0 0,0 0 1,-1 0-1,0 0 0,1 0 1,-1 0-1,0 0 0,0 0 1,0 1-1,0-1 1,-1 0-1,1 1 0,0-1 1,-1 0-1,1 1 0,-1 0 1,1-1-1,-1 1 0,0 0 1,0 0-1,1 0 0,-1 0 1,-2-1-1,-19-14 403,21 14-383,1 1 0,-1-1 0,1 1 1,-1-1-1,1 1 0,-1 0 0,0 0 0,0 0 0,1 0 0,-1 0 0,-4-1 1,-2-1 54,3-2-15,5 5-85,0 0-1,0 0 1,0 0 0,0 0 0,1 0-1,-1 0 1,0 1 0,0-1-1,0 0 1,0 0 0,0 0-1,0 0 1,0 0 0,0 0-1,0 0 1,0 0 0,1 0-1,-1 0 1,0 0 0,0 0-1,0 0 1,0 0 0,0 0-1,0 0 1,0 0 0,1 0-1,-1 0 1,0 0 0,0 0-1,0 0 1,0 0 0,0 0-1,0 0 1,0 0 0,1 0 0,-1 0-1,0 0 1,0 0 0,0 0-1,0 0 1,0 0 0,0 0-1,0 0 1,0 0 0,1 0-1,-1 0 1,0-1 0,0 1-1,0 0 1,0 0 0,0 0-1,0 0 1,0 0 0,0 0-1,0 0 1,0 0 0,0-1-1,0 1 1,0 0 0,0 0-1,0 0 1,0 0 0,0 0-1,0 0 1,0 0 0,0-1 0,0 1-1,0 0 1,0 0 0,14 5-52,-7-1-3,0-1 1,1 0 0,0-1-1,0 1 1,0-2 0,13 3-1,-16-3-29,22-1 240,-21-1-80,-7 0-74,1 0 0,0 0 0,-1 0 0,1 1 0,0-1 0,-1 0 0,0 0-1,1 1 1,-1-1 0,1 0 0,-1 1 0,0-1 0,1 1 0,-1-1 0,0 1-1,1-1 1,-1 1 0,0-1 0,0 1 0,0 0 0,1 0 0,-1-1-1,0 1 1,0 0 0,0 0 0,0 0 0,0 0 0,1 0 0,-1 0 0,0 0-1,0 0 1,0 0 0,0 0 0,0 0 0,0 1 0,0-1 23,-4-1 35,-29-6 502,-1 2-1,-54-2 0,-3 14-391,69-4-102,2 3-144,21-6 68,-2 0 4,1 0-1,0 0 1,-1 0 0,1 0-1,0 0 1,0 0-1,-1 1 1,1-1-1,0 1 1,-1-1-1,1 1 1,0-1-1,0 1 1,0-1-1,0 1 1,0 0-1,0 0 1,0 0-1,0 0 1,-2 1-1,-2 5-12,2-6-77,1 0-7,0 0 1,0 0 0,0 0-1,0 0 1,0-1 0,0 1-1,0-1 1,0 0 0,-5 1-1,8 0-604,-2 3 438,7-2-3108,16 2 196,-17-3-1774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3:18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1424 1 480,'-2'1'5933,"9"4"-5409,7 1 128,-1-1 1,0 2-1,0 0 1,-1 1-1,18 13 1,-26-17-531,1 0-1,-1-1 1,0 2 0,0-1 0,-1 0 0,1 1-1,-1-1 1,0 1 0,0 0 0,-1 0 0,1 0-1,-1 1 1,0-1 0,-1 0 0,1 1 0,-1-1-1,0 1 1,0 6 0,-2-3 86,0 0 0,0-1 0,-1 1 0,0 0 0,0-1 0,-1 1 0,-5 8 0,-33 64 1232,15-33-515,14-27-494,-1 0 1,-1-1 0,-1-1 0,-22 22 0,-24 34 997,49-57-1122,0-1-1,-2-1 1,1 0 0,-2 0 0,0-2 0,-1 0 0,0 0-1,-1-2 1,-32 18 0,14-12 81,0-2 1,-1-2-1,-1-1 0,-45 9 0,-160 23 873,231-43-1222,-95 14-15,-116 1-1,6-24-5125,80-11-4289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32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134 188 240,'-2'-22'8648,"2"20"-8382,0-1 1,0 1-1,0 0 1,0-1-1,0 1 1,1 0-1,-1 0 1,1-1-1,-1 1 1,1 0 0,0 0-1,0 0 1,1-3-1,64-50 3416,-54 47-3476,1 1 1,1 0-1,0 1 0,0 0 1,0 1-1,17-4 1,9-4 42,-25 9-235,1 1 0,-1 0 0,1 0 0,0 2 0,-1 0 0,1 1 0,0 0 1,0 1-1,-1 1 0,1 1 0,0 0 0,-1 1 0,0 0 0,0 2 0,0 0 0,-1 0 0,17 11 0,-29-16-11,1 1-1,-1 0 1,0 0-1,0 0 1,0 0-1,0 0 1,0 0-1,0 0 1,-1 1-1,1-1 1,-1 1-1,1 0 0,-1-1 1,0 1-1,0 0 1,1 4-1,-1 3 43,0 0-1,0-1 0,-1 18 0,-1-8 31,1-15-68,0 0 1,0 0 0,-1 0-1,0-1 1,1 1-1,-2 0 1,1 0 0,0-1-1,-1 1 1,1-1 0,-1 1-1,0-1 1,0 0-1,-1 0 1,-3 5 0,-2 0 4,-1 0 0,-1 0 0,-15 10 0,3-3-9,2-3 53,-1 0-1,0-1 1,-1-1-1,0-1 1,-45 11 0,13-3 77,7-4-16,-1-1 0,1-3-1,-61 3 1,102-11-155,0-1-1,1 0 1,-1-1-1,0 1 1,1-1-1,-1-1 1,0 1-1,1-1 1,0 0 0,-1 0-1,1 0 1,0-1-1,0 1 1,0-1-1,0-1 1,-6-5-1,10 8 38,0 1 0,1-1 0,-1 1 0,1-1 0,-1 1 0,0-1 0,1 0 0,-1 1 0,1-1 0,0 0 0,-1 1 0,1-1 0,0 0 0,-1 0 0,1 1 0,0-1 0,0 0 0,-1 0 0,1 1 0,0-1 0,0 0 0,0 0 0,0 0 0,0 0 0,0 1 0,1-1 0,-1 0 0,0 0 0,0 1 0,0-1 0,1 0 0,-1 0 0,0 1 0,1-1 0,-1 0 0,1 0 0,-1 1 0,1-1 0,0-1 0,22-15-48,-22 16 32,3-9-34,-4 9 47,0 1 0,0-1 0,0 1 0,0-1 0,0 1 0,1-1 0,-1 1 0,0-1 0,0 0 0,0 1 0,0 0 0,1-1-1,-1 1 1,0-1 0,0 1 0,1-1 0,-1 1 0,0-1 0,1 1 0,-1 0 0,1-1 0,-1 1 0,0 0 0,1-1 0,-1 1 0,1-1 0,54-24-143,-51 21 155,0 1 0,1 0 0,-1 1 0,1-1 0,0 1-1,-1 0 1,1 0 0,0 1 0,0-1 0,0 1 0,1 0 0,-1 0 0,0 1 0,9 0 0,-6 0 54,0 1 0,0 1 0,0-1 0,0 1 0,0 0 0,-1 1-1,1 0 1,-1 0 0,0 1 0,9 5 0,21 18 247,-26-18-229,0-1-1,1 0 1,0 0 0,0-1 0,1-1 0,0 0-1,17 5 1,36-3-1467,-41-7-1046,-1-1 0,0-2-1,0 0 1,36-9 0,-54 9 1638,-1 0-1,0 0 0,1-1 0,-1 1 0,6-6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33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196 141 720,'24'-13'1615,"12"-10"1386,-25 11-1417,-10 10-1395,0 0 0,1 0 0,0 0 0,-1 1 0,1-1 0,0 1 0,0-1 1,0 1-1,0 0 0,0 0 0,0 0 0,4-2 0,55-25 2244,-40 17-1888,0 2 0,34-12 0,-52 20-496,0 1-1,0-1 1,0 1-1,0 0 1,-1-1-1,1 1 1,0 0-1,0 1 1,0-1-1,0 0 1,0 1-1,0 0 0,0 0 1,-1 0-1,1 0 1,0 0-1,-1 0 1,1 1-1,-1-1 1,1 1-1,-1 0 1,0 0-1,1-1 1,-1 2-1,0-1 1,0 0-1,-1 0 1,1 1-1,0-1 1,1 5-1,0-3 79,-1 1-1,0 0 1,0 0 0,-1-1-1,1 1 1,-1 0-1,0 0 1,-1 1-1,1-1 1,-1 0-1,0 0 1,0 0 0,-1 0-1,-1 10 1,-2-6-26,0-1 0,0 0 0,0 0 1,-1 0-1,0 0 0,-1-1 0,0 0 1,0 0-1,-13 11 0,6-7-47,0 0-1,-1-2 1,0 1 0,-21 9-1,-14 4 227,-130 69 521,175-90-777,1 0-1,-1 0 1,1-1 0,-1 0-1,0 1 1,0-1 0,1 0 0,-6 0-1,-46 1 84,9-5-187,45 3 62,0 0 0,0 0 0,0 0 0,0-1 1,0 1-1,0 0 0,0 0 0,0 0 1,0-1-1,0 1 0,0-1 0,0 1 1,0-1-1,0 1 0,0-1 0,0 0 0,0 1 1,0-1-1,0 0 0,1 0 0,-1 1 1,0-1-1,1 0 0,-1 0 0,1 0 0,-2-1 1,3 1 7,-1 0 1,1 0 0,-1-1 0,1 1 0,0 0-1,-1 0 1,1 0 0,0 0 0,-1 1 0,1-1-1,0 0 1,0 0 0,0 0 0,0 1 0,0-1-1,0 0 1,0 1 0,0-1 0,0 1 0,0-1-1,1 1 1,-1 0 0,0-1 0,2 1 0,1-2-1,7-3 34,0 1 1,1-1 0,-1 2-1,1 0 1,0 0 0,0 1 0,0 1-1,21-1 1,-23 2 6,13-1 123,0 2-1,0 1 1,1 1 0,-2 0 0,39 12-1,-59-14-141,347 95 1669,-260-62-2599,-37-14-5048,-41-17-6106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0 1521,'0'0'5522,"33"0"-2881,-66 21-1440,1 68 1120,-66 28-240,0-7-880,0 0-481,0 9-400,6-24-240,27-12-320,-33-20-640,65-15-1682,1-36-2800,32-24-2722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8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0 3442,'-46'13'1157,"-31"7"1306,-125 51-1,150-52-1968,26-10-54,-49 24 0,73-32-393,0 0-1,0 0 1,0 0 0,0 0-1,0 1 1,0-1-1,0 1 1,0 0-1,0-1 1,1 1-1,-1 0 1,1 0 0,-1 0-1,1 0 1,0 0-1,0 0 1,0 0-1,0 0 1,0 1-1,0-1 1,0 3-1,1-2 5,1-1 0,-1 0-1,1 0 1,0 1-1,0-1 1,0 0 0,0 0-1,0 0 1,0 0-1,1 0 1,-1-1 0,1 1-1,-1 0 1,1 0-1,0-1 1,-1 1-1,1-1 1,0 0 0,0 0-1,0 1 1,0-1-1,3 1 1,17 8 109,0-1-1,1 0 1,0-2 0,0-1-1,1-1 1,43 5 0,-11-6 28,102-5 0,-73-7 49,0-3 0,-1-4-1,141-45 1,-216 57-217,12-3 14,0-1 1,-1 0-1,0-1 0,-1-2 0,0 0 0,0-1 0,29-22 1,-46 32-51,-1-1 1,1 1-1,0 0 1,-1-1-1,0 1 1,1-1-1,-1 0 1,0 1 0,0-1-1,0 0 1,0 0-1,0 0 1,0 1-1,0-1 1,-1 0-1,1 0 1,-1 0 0,1-3-1,-1 4-20,-1 0 0,1 0-1,-1 0 1,1-1 0,-1 1 0,1 0-1,-1 0 1,0 0 0,0 0 0,1 0-1,-1 0 1,0 0 0,0 0 0,0 1-1,0-1 1,0 0 0,0 0 0,0 1-1,0-1 1,0 1 0,-1-1 0,-1 0-1,-14-4-564,0 1-1,-1 0 1,1 1-1,-23 0 0,-107-6-4120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973 57 720,'2'-1'164,"0"1"-1,0 0 1,0-1-1,0 1 1,-1-1-1,1 0 1,0 0-1,0 1 0,-1-1 1,1 0-1,0 0 1,-1-1-1,1 1 1,1-2-1,-2 0 486,0 0 0,0 1 0,0-1 0,-1 0 0,1 1 0,-1-1 0,0 0 0,0 0 0,0 1 0,0-4 0,-6 3 525,-6 1-747,0 0 0,-1 1 0,1 0 0,-1 1 1,0 0-1,-21 4 0,-85 21 976,86-17-1114,-5 0 20,-73 21 384,97-24-667,0 0 1,1 1-1,0 0 1,0 1-1,1 1 1,-15 11 0,20-11-41,1-1 1,0 1 0,0 0 0,1 0 0,0 1-1,0 0 1,1 0 0,0 0 0,-2 11-1,0-4 40,4-13-21,1 0-1,0 0 1,0 0-1,0 0 1,0 0 0,0 1-1,1-1 1,-1 0 0,1 1-1,0-1 1,0 0 0,1 1-1,-1-1 1,0 0 0,1 1-1,0-1 1,0 0-1,0 0 1,0 1 0,1-1-1,-1 0 1,1-1 0,0 1-1,-1 0 1,1 0 0,1-1-1,-1 1 1,0-1-1,1 1 1,3 2 0,1-1-49,0 1-1,1-1 1,-1-1 0,1 0 0,-1 0-1,1 0 1,0-1 0,0 0 0,0-1 0,0 0-1,10 1 1,-2-2 63,0 0 0,1 0 0,-1-2 0,23-4 0,-31 4 18,1-1 1,-1 1-1,0-1 1,-1-1-1,1 0 1,0 0-1,-1 0 0,0-1 1,0 0-1,8-7 1,29-25 119,-35 30-126,0 1 0,-1-2-1,9-8 1,-5-11 147,-8 13-49,6-1 68,-9 14-162,1 0 1,-1-1-1,0 1 0,0 0 1,0-1-1,0 1 0,0-1 1,0 1-1,0-1 0,0 1 1,-1-1-1,1 0 1,-1 0-1,1 1 0,-1-1 1,1 0-1,-1 0 0,0 1 1,0-1-1,0 0 1,0 0-1,0 1 0,-1-1 1,1 0-1,0 0 0,-1 1 1,0-3-1,-10-5 321,10 8-304,0 0 0,0 1 1,0-1-1,0 0 0,0 0 1,0 0-1,0 0 0,0 0 1,0 0-1,0 0 1,1 0-1,-1 0 0,0 0 1,1 0-1,-1 0 0,1 0 1,-1-1-1,1 1 0,-1 0 1,1-1-1,0-1 0,-1 3-25,1-1-1,0 1 0,0-1 0,-1 1 0,1-1 0,0 1 0,0-1 0,-1 1 0,1 0 0,-1-1 0,1 1 0,0-1 0,-1 1 0,1 0 0,-1 0 1,1-1-1,-1 1 0,1 0 0,-1 0 0,1-1 0,-1 1 0,1 0 0,-1 0 0,0 0 0,1 0 0,-1 0 0,1 0 0,-1 0 0,1 0 0,-1 0 1,0 0-1,1 0 0,-1 0 0,1 0 0,-1 1 0,0-1-17,1-1 1,-1 1-1,1 0 1,0 0-1,-1 0 0,1 0 1,0 0-1,-1 0 1,1 0-1,0 0 0,-1 0 1,1 0-1,0 1 1,-1-1-1,1 0 0,0 0 1,-1 0-1,1 0 1,0 0-1,-1 1 0,1-1 1,0 0-1,-1 0 1,1 1-1,0-1 0,0 0 1,-1 0-1,1 1 1,0-1-1,0 0 0,0 1 1,0-1-1,-1 0 1,1 1-1,0-1 0,0 0 1,0 1-1,0-1 1,0 0-1,0 1 0,0-1 1,0 0-1,0 1 1,0-1-1,0 0 0,0 1 1,0-1-1,0 0 1,0 1-1,0-1 0,0 1 1,71 102 510,-42-72-481,-15-16-39,25 31 1,-36-41-9,1 0 0,-1 0 1,-1 0-1,1 0 0,-1 1 0,0-1 1,0 1-1,0-1 0,-1 1 0,0-1 0,1 12 1,-3-8-17,1-1 0,-2 1 0,1-1 0,-2 0 0,1 0 0,-1 1 0,0-2 0,0 1 0,-1 0 0,0-1 0,-8 11 0,4-6 42,-1-1 0,0 0 0,-1-1 1,0 0-1,-1-1 0,-19 14 1,-14 4 483,0-2 0,-2-1 0,0-3 1,-2-2-1,-94 24 0,85-30-1453,0-3 0,-101 4 0,128-13-819,0-2 0,-34-5 1,31-1-2527,-38-12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9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862 62 240,'22'-9'1921,"0"-1"0,37-23 0,-50 27-1334,-4 3 206,-35 12 628,-44 14-687,-92 36 173,101-32-571,0 4 0,2 2 0,2 3 0,-59 45 1,37-24 395,-42 33 554,110-77-993,0 1 0,1 0 0,0 1-1,1 0 1,-18 30 0,27-40-228,1 1 1,0-1-1,1 1 1,-1 0-1,1 0 1,0 0-1,1 0 1,-1 0-1,1 0 1,0 0-1,1 0 1,-1 11-1,2-13-162,0 0 0,0-1-1,0 1 1,0 0 0,1 0-1,0-1 1,-1 1-1,1-1 1,1 0 0,-1 1-1,0-1 1,1 0 0,-1 0-1,1-1 1,0 1 0,0 0-1,0-1 1,0 0 0,1 0-1,-1 0 1,1 0 0,4 1-1,-2 0-395,0-1-1,1 0 1,0 0-1,0 0 1,-1-1-1,1 0 0,0-1 1,10 0-1,103-9-7576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00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3 880,'44'0'787,"-24"-2"-296,0 2 1,0 0-1,1 2 1,-1 0-1,25 6 0,-43-7-390,1 0-1,-1-1 0,0 1 0,0 0 0,0 1 0,-1-1 0,1 0 0,0 0 1,0 1-1,-1-1 0,1 1 0,-1 0 0,1-1 0,-1 1 0,0 0 0,1 0 1,-1 0-1,0 0 0,0 0 0,0 0 0,-1 0 0,1 0 0,0 0 1,0 5-1,-1-3 78,0 1 1,0 0 0,0 0-1,0 0 1,-1-1 0,0 1-1,0 0 1,0-1 0,-1 1-1,-2 4 1,0 0 50,-1 0 0,0-1 1,-1 0-1,0 0 0,0-1 0,-1 1 0,0-1 1,-10 7-1,-68 48 945,81-59-1129,-316 208 3476,211-144-2063,95-59-1292,0-1 0,0-1 0,0 0 0,-1-1 1,-28 5-1,40-9-196,1-1 0,-1 0 1,1 0-1,-1-1 0,1 1 1,-1 0-1,1-1 0,-1 0 0,1 1 1,-1-1-1,1 0 0,-1 0 1,1 0-1,0-1 0,0 1 1,0-1-1,0 1 0,0-1 1,0 0-1,0 1 0,-1-3 0,-16-11-223,15 12 219,-17-11-41,21 14 82,-1-1 0,1 1 0,-1 0-1,1-1 1,0 1 0,-1-1 0,1 1 0,0 0 0,-1-1 0,1 1 0,0-1 0,-1 1-1,1-1 1,0 1 0,0-1 0,0 0 0,0 1 0,0-1 0,-1 1 0,1-1 0,0 1-1,0-1 1,0 1 0,0-1 0,1 0 0,-1 1 0,0-1 0,0 1 0,0-1 0,0 1 0,0-1-1,1 1 1,-1-1 0,0 1 0,1-1 0,-1 1 0,0-1 0,1 0 0,21-17 219,-11 5-145,-9 12-84,0 0 1,1 0 0,-1 0 0,0 1-1,1-1 1,-1 1 0,1-1 0,-1 1 0,1 0-1,-1 0 1,4 1 0,5 0 37,0 1 1,0 0 0,-1 1-1,1 0 1,-1 1-1,0 0 1,0 1-1,10 6 1,72 31-289,125 39-1,-211-78-149,1-1 1,-1-1-1,1 1 0,0-1 0,-1 0 0,1-1 1,0 1-1,10-2 0,-10-1-644,1 0-1,-1-1 0,0 1 1,0-1-1,0-1 1,0 0-1,9-6 1,44-28-3996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00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71 2561,'30'-19'3471,"-26"16"-2947,0 0-1,0 0 1,0 1 0,0-1-1,1 1 1,6-3 0,16-3 872,2 0 0,29-3 0,-51 10-1278,0 0 0,1 0 0,-1 0 0,0 1 1,1 1-1,-1-1 0,0 1 0,0 0 0,1 1 1,-1 0-1,0 0 0,0 0 0,8 5 0,-15-7-94,1 1-1,-1-1 0,1 1 0,-1-1 0,0 1 0,1-1 0,-1 1 0,1-1 0,-1 1 0,0 0 0,0-1 0,1 1 1,-1-1-1,0 1 0,0 0 0,0-1 0,0 1 0,0-1 0,1 1 0,-1 0 0,0-1 0,0 1 0,-1 0 1,1-1-1,0 2 0,0 3 112,-1 0-1,1 1 1,-1-1 0,-1 0 0,1 0 0,-1 0 0,0 1 0,0-2 0,0 1-1,0 0 1,-1 0 0,0-1 0,0 1 0,0-1 0,-1 0 0,0 0 0,-4 4 0,-27 24 643,0-2 1,-50 32 0,-11 8 660,46-34 201,-78 42 1,116-72-1426,11-11-178,3-7 5,-1 9-36,-1-1 0,2 1 0,-1 0 1,0-1-1,0 1 0,1 0 1,0 0-1,0-1 0,0 2 1,0-1-1,0 0 0,1 0 1,-1 1-1,1-1 0,-1 1 1,6-4-1,2-1 36,0-1 1,1 1 0,0 1-1,13-6 1,-5 5-82,0 0-1,1 2 1,-1 0 0,1 1 0,0 1 0,33-1 0,136 12-2889,-39 9-1566,5 10-4458,-79-11 161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6:0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0 2481,'33'0'3362,"-33"50"3441,0 73 2881,-33 28-3681,0 1-2401,-32 0-2770,33 12-832,-1 9 0,-32-9 0,-1-25 0,-32-37 0,7-39-9396,-40-49-5971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20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33 166 1361,'-33'0'2694,"33"-1"-2427,1-14 9348,4 10-8065,86-25-176,-11 3-991,150-31 0,-197 51-335,0 0 5,1 0 1,0 3-1,0 1 1,54 2-1,-78 1-28,0 1 1,0 0-1,0 1 0,-1 0 1,1 1-1,-1-1 0,0 2 1,0 0-1,0 0 0,0 0 1,0 1-1,-1 1 0,0-1 1,0 1-1,-1 1 0,0-1 1,0 1-1,0 0 0,8 12 0,10 26 290,-24-42-293,0-1 0,0 1 0,0 0 0,0 0 0,-1 0 0,1-1 0,-1 1 0,0 0 0,0 0 0,0 0 0,0 0 0,-1 0 0,1-1 0,-1 1 0,-1 5 0,-3 1 42,-1 0 0,0-1 0,0 0 0,-1 0-1,0 0 1,0 0 0,-1-1 0,0-1 0,0 1-1,-16 9 1,-4 3-19,3 1 79,-1-2-1,0-2 1,-38 18-1,-2 1 104,-78 32 388,33-18 197,84-38-613,0-2-1,-1-1 1,0-1 0,0-2-1,0 0 1,-1-2-1,1-1 1,-31-3 0,59 1-233,0 0 0,0 0 0,0 0 1,1 0-1,-1 0 0,0 0 0,0 0 1,0-1-1,0 1 0,0 0 0,1 0 1,-1 0-1,0 0 0,0-1 0,0 1 1,0 0-1,0 0 0,0 0 0,0 0 1,0-1-1,0 1 0,0 0 1,0 0-1,0 0 0,0-1 0,0 1 1,0 0-1,0 0 0,0 0 0,0-1 1,0 1-1,0 0 0,0 0 0,0 0 1,0-1-1,0 1 0,0 0 0,0 0 1,0 0-1,0 0 0,-1-1 0,1 1 1,0 0-1,0 0 0,0 0 0,0 0 1,0 0-1,-1-1 0,1 1 1,0 0-1,130 0-246,-28 3 977,184 31 0,-169-17-157,85 10 194,-139-28-2853,-46-1-663,0-1 0,0 0 0,20-8 0,1-8-4194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2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1040,'0'0'4242,"32"6"-1760,-32 8 319,33 13 160,91 57 1761,7-10-1760,-66 1-881,33 2 960,-33-8-1360,-32-13-1281,0-8-800,-33-7-1761,0-7-2801,0-20-6404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21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11445,'0'-21'8084,"33"15"-6003,32 0-1361,0-3 1,164-30 1199,124-17 161,-60 14-2161,-64 15-3601,-1 0-7765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2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2401,'59'0'2561,"39"14"561,131 13-401,-66-12-3922,0-9-4161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22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69 240,'33'0'3202,"-1"-13"-961,1 5 0,32-5 160,33-1 80,0 1-160,0 5-480,-6 8-401,71 15-559,-65 5-3602,0 1-5763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2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 22 1281,'28'-13'1534,"-27"12"-1373,0 0-1,0 0 1,1 0 0,-1 1 0,0-1 0,1 0 0,-1 1 0,1-1 0,-1 1-1,1 0 1,-1-1 0,1 1 0,-1 0 0,1 0 0,2 0 0,7 0 5756,-18 5-4268,-17 5-1011,21-10-521,1 1 1,-1 0-1,1 0 1,-1 0-1,1 0 0,-1 0 1,1 0-1,0 1 1,0-1-1,-1 1 1,1 0-1,-3 3 0,2-2 14,-1 0 0,1 0 0,-1 0 0,0 0 0,0-1 0,0 1 0,-7 2 0,2-2-9,-1 1 15,0 1 0,0 0 0,0 0 0,1 0 0,-1 2 0,-14 12 0,9-6-41,-1 0 0,-22 13 0,14-10-24,-17 12 64,-59 47-99,46-32-50,15 5 40,15-25 23,17-17-36,0 0-1,1 0 1,0 0 0,0 1-1,1-1 1,0 1 0,0 1-1,1-1 1,-7 14 0,3 8-33,6-20 16,-1 0 0,1 0 0,-1-1 0,-1 0 0,0 1 0,-8 11 0,7-12 16,0-1 0,0 1 1,1 0-1,-4 10 0,-3 29 81,-11-6 52,11-6-119,3-21-209,3-1-779,18 3-1498,-2-6-3010,16-14-2695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164 158 400,'-1'0'94,"1"0"-1,0-1 1,0 1 0,-1-1-1,1 1 1,0-1-1,-1 1 1,1 0 0,0-1-1,-1 1 1,1 0-1,-1-1 1,1 1 0,-1 0-1,1 0 1,0-1-1,-1 1 1,1 0 0,-1 0-1,1 0 1,-1 0-1,1 0 1,-1 0 0,1 0-1,-1 0 1,1 0 0,-1 0-1,0 0 1,-19 0 3074,-22 2 386,-14 3-892,53-5-2627,2 0 0,0 0-1,0 0 1,-1 0-1,1 0 1,0 1-1,0-1 1,0 0-1,0 0 1,0 1 0,-1-1-1,1 1 1,0-1-1,0 1 1,0-1-1,0 1 1,0-1-1,0 1 1,0 0-1,1 0 1,-1 0-1,0-1 1,0 1-1,1 0 1,-1 0-1,0 0 1,1 0 0,-1 0-1,1 0 1,-1 0-1,1 0 1,-1 1-1,1-1 1,0 0-1,0 0 1,-1 0-1,1 0 1,0 2-1,0-2-19,0 1-1,1-1 0,-1 0 1,0 0-1,0 0 0,1 1 0,-1-1 1,0 0-1,1 0 0,-1 0 1,1 0-1,0 0 0,-1 0 0,1 0 1,0 0-1,0 0 0,-1 0 1,1 0-1,0 0 0,0 0 1,0-1-1,0 1 0,2 1 0,-2-2-8,0 1 0,1 0 0,-1 0-1,0-1 1,0 1 0,0 0-1,0 0 1,0 0 0,-1 0 0,1 0-1,0 1 1,0-1 0,-1 0-1,1 0 1,0 0 0,-1 1 0,1-1-1,-1 0 1,0 1 0,1-1-1,-1 0 1,0 1 0,0 2 0,0-2-2,0 0 1,1 0 0,-1 0-1,0 0 1,1 0 0,0 0-1,-1 0 1,1 0 0,0 0-1,0 0 1,0-1 0,0 1-1,0 0 1,1 0 0,-1-1-1,0 1 1,4 2 0,4 6 17,-1 2 42,-8-11-57,1 1 1,1 0-1,-1 0 0,0-1 0,0 1 0,1-1 0,-1 0 0,1 1 0,-1-1 0,1 0 1,-1 0-1,1 1 0,0-2 0,0 1 0,-1 0 0,1 0 0,0 0 0,0-1 0,0 1 1,4 0-1,-3 0 2,87 23 100,-77-21-127,1-1 1,0 0-1,-1-1 1,1 0 0,15-1-1,-15-2 152,0 0-1,0-1 1,0 0-1,-1-1 1,0 0 0,14-7-1,-20 7-3,0 0-1,0-1 0,-1 0 0,1 0 0,-1 0 0,0-1 1,-1 0-1,0 0 0,0 0 0,0-1 0,0 0 0,6-13 1,-8 14-42,-1 0 0,1-1 1,-1 1-1,0 0 1,0-1-1,-1 1 1,0-1-1,0 1 0,-1-1 1,0 0-1,0 1 1,0-1-1,-1 0 0,0 1 1,0-1-1,-1 1 1,1 0-1,-1-1 1,-1 1-1,1 0 0,-1 0 1,-1 0-1,1 0 1,-1 1-1,1-1 1,-2 1-1,1 0 0,-1 0 1,1 1-1,-1-1 1,0 1-1,-1 0 0,1 0 1,-10-4-1,-1 1-335,-1 1-1,1 0 0,-1 2 0,-1 0 1,1 0-1,-33-1 0,50 6-31,-1-1 1,1 0-1,-1 0 0,1 1 0,0-1 0,-1 0 0,1 1 1,0-1-1,-1 0 0,1 1 0,0-1 0,-1 0 1,1 1-1,0-1 0,0 1 0,0-1 0,-1 1 0,1-1 1,0 0-1,0 1 0,0-1 0,0 1 0,0-1 1,0 1-1,0-1 0,0 1 0,0-1 0,0 1 0,0-1 1,0 1-1,0-1 0,0 0 0,0 1 0,0-1 0,1 1 1,-1-1-1,0 1 0,0-1 0,1 0 0,-1 1 1,0-1-1,0 1 0,1-1 0,-1 0 0,0 1 0,1-1 1,-1 0-1,1 0 0,-1 1 0,1-1 0,26 1-3576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4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47 1281,'7'-1'612,"-6"1"-501,0 0-1,0 0 0,0 0 0,0 0 0,0 0 1,0-1-1,0 1 0,0 0 0,0 0 0,0-1 0,0 1 1,0-1-1,0 1 0,0-1 0,0 1 0,0-1 1,0 0-1,-1 1 0,1-1 0,0 0 0,0 0 0,-1 0 1,1 1-1,-1-1 0,1 0 0,0 0 0,-1 0 1,0 0-1,1 0 0,0-1 0,-1 1-39,0 0 0,0 1 0,0-1 0,0 1 0,1-1 0,-1 0 0,0 1 0,1-1 0,-1 1 0,0-1 0,1 1 0,-1-1 0,1 1 0,-1-1 0,0 1 0,1 0 0,-1-1 0,1 1 0,0 0 0,-1-1 0,1 1 0,-1 0 0,1 0 0,-1-1 0,1 1 0,0 0 0,-1 0 0,1 0 0,-1 0 0,1 0 0,0 0 0,-1 0 0,1 0 0,0 0 0,0 0 18,0 0 1,-1 0-1,1 0 1,-1 0-1,1 0 0,0 0 1,-1 0-1,1 0 0,-1 0 1,1 0-1,-1 0 0,1-1 1,-1 1-1,1 0 0,0 0 1,-1-1-1,1 1 0,-1 0 1,0-1-1,1 1 0,-1 0 1,1-1-1,-1 1 0,1-1 1,-1 1-1,0-1 0,1 1 1,-1-1-1,0 1 0,0-1 1,1 1-1,-1-1 0,0 0 1,-5 0 630,-6-1-606,-1 1 0,1 0 0,0 1-1,0 0 1,-1 0 0,-13 4 0,-75 21-224,91-23 130,-263 93 180,262-90-131,0 0 0,0 0 0,0 1 0,0 0-1,1 1 1,-11 10 0,17-14-21,0 0 0,0 0-1,1 1 1,-1-1 0,1 1 0,0 0-1,0 0 1,0 0 0,1 0 0,-1 0-1,1 0 1,0 0 0,0 1 0,0-1-1,1 0 1,-1 8 0,1-10-23,0 0-1,1 0 1,-1 0-1,0 0 1,1 0-1,-1 0 1,1 0 0,-1 0-1,1 0 1,0 0-1,0 0 1,0 0 0,0 0-1,0-1 1,0 1-1,1 0 1,-1-1 0,3 3-1,1-1-7,-1 1 0,1-2 0,0 1 0,0-1 0,6 3 0,3 1 41,15 6-81,1-1 0,0-1 0,0-2 0,1-1 1,0-1-1,44 1 0,-50-4-192,1-2-1,-1-1 1,1-1-1,0-1 1,-1-1 0,50-13-1,-71 15 223,-1 0 0,0 0 0,1 0 0,-1 0 0,0-1 0,0 1 0,1-1 0,-1 0 0,0 0 0,-1 0 0,1 0 0,0-1 0,-1 1 0,1-1 0,-1 1-1,0-1 1,0 0 0,0 0 0,0 0 0,0 0 0,-1 0 0,1-1 0,-1 1 0,1-5 0,-2 5 18,-1 1 0,0-1 0,1 1 0,-1 0 0,0-1 0,0 1 0,-1 0 0,1 0 0,0-1-1,-1 1 1,0 0 0,1 1 0,-1-1 0,0 0 0,0 0 0,0 1 0,0-1 0,-4-1 0,-46-27 488,43 26-353,1 0-43,1 1-1,-1 0 1,0 0-1,0 1 1,0 0-1,0 0 1,-15 0 0,-24-6 497,44 8-560,0-1 0,0 1-1,0-1 1,0 1 0,0 0-1,0 0 1,0 0-1,-3 1 1,5-1-53,1 1-1,-1-1 1,1 0-1,0 0 1,-1 0 0,1 0-1,0 0 1,-1 0-1,1 0 1,0 1 0,-1-1-1,1 0 1,0 0 0,-1 1-1,1-1 1,0 0-1,-1 0 1,1 1 0,0-1-1,0 0 1,-1 1-1,1-1 1,0 0 0,0 1-1,0-1 1,0 0-1,-1 1 1,1-1 0,0 0-1,0 1 1,0-1-1,0 1 1,0-1 0,0 0-1,0 1 1,0-1 0,0 1-1,0-1 1,0 0-1,0 1 1,0-1 0,1 0-1,-1 1 1,0-1-1,0 1 1,0-1 0,0 0-1,1 0 1,-1 1-1,0-1 1,0 0 0,1 1-1,-1-1 1,0 0-1,1 0 1,-1 1 0,0-1-1,1 0 1,-1 0-1,0 0 1,1 1 0,55 49 68,-42-39-47,-1 0 0,0 1-1,-1 0 1,-1 0 0,17 25 0,-16-5-21,-8-16 51,-1-10-23,-1-2 67,-1 0 1,1 0 0,-1 0-1,0 0 1,1 1-1,-2-1 1,2 6 0,-3-7-10,1 0 0,-1 0 0,0 0 0,0 0 0,0-1 0,0 1 1,-1 0-1,1-1 0,-1 1 0,1-1 0,-1 1 0,-3 2 0,-7 9 110,0-1 0,-1-1 0,-1 0 0,0-1-1,0 0 1,-1-1 0,0-1 0,-19 9-1,-19 5 112,-61 19 1,97-36-175,-238 62 786,225-61-1172,1-2 0,-45 2 0,61-7-503,0-1-1,-24-4 1,25 2-661,-1 0 1,1-1-1,-15-8 1,-39-25-8990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5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928 46 80,'60'-29'2081,"-37"16"-492,-14 9 4079,-177 63-4148,81-23-842,2 4 1,1 3-1,3 4 0,1 4 0,-101 84 0,78-36 29,83-82-596,2 1 0,0 1 0,1 1 1,1 0-1,-26 43 0,39-58-103,0 0 1,1 0-1,-1 0 1,1 1-1,0-1 1,0 1-1,-1 7 0,4-10-39,-1 0-1,0-1 0,1 1 0,0 0 1,0 0-1,-1 0 0,2-1 1,-1 1-1,0 0 0,0-1 0,1 1 1,0-1-1,-1 0 0,1 1 0,2 1 1,0 1-349,0 1 1,1-1 0,0 0 0,-1-1 0,1 1-1,6 3 1,-1-3-1237,1 0-1,0 0 1,17 4-1,-28-9 1600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5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92 240,'6'-3'619,"-1"0"0,0-1-1,1 1 1,-1-1 0,4-4-1,20-14 1766,-10 11-1636,-10 5-213,1 0 0,-1 1 0,16-6 1,-22 10-479,0 0 1,-1 0 0,1 0-1,0 1 1,0-1 0,-1 1-1,1 0 1,0 0 0,0 0-1,0 0 1,0 0 0,-1 1-1,1-1 1,0 1 0,0 0-1,-1 0 1,1 0 0,0 0-1,2 2 1,-4-2-58,0-1 0,0 1 0,0 0-1,0 0 1,0 0 0,-1 0 0,1 0 0,0 1 0,0-1 0,-1 0-1,1 0 1,-1 0 0,1 0 0,-1 1 0,0-1 0,1 0 0,-1 1-1,0-1 1,0 0 0,0 0 0,0 3 0,0 2 3,-1-1-1,0 0 1,0 1 0,0-1 0,-5 10-1,2-4 35,-1 0-1,-1 0 0,0-1 0,0 0 0,-1 0 1,-9 9-1,0-5 148,0 0 0,-1-1 0,-1-1 0,-29 15 0,-84 35 670,111-53-743,-16 6 305,1-1 0,-2-1-1,-58 11 1,91-23-404,-1 0-1,1-1 0,-1 0 1,1 0-1,-1-1 1,1 1-1,-1-1 1,1 0-1,-1 0 0,1 0 1,0-1-1,-1 1 1,1-1-1,0 0 0,-6-5 1,3 1 13,0 1 0,1-2 0,0 1 0,0-1 0,-7-10 0,3 4 82,10 13-104,0 0-1,-1-1 0,1 1 0,0 0 0,0 0 0,-1-1 1,1 1-1,0 0 0,0-1 0,-1 1 0,1-1 0,0 1 1,0 0-1,0-1 0,0 1 0,0 0 0,-1-1 0,1 1 1,0-1-1,0 1 0,0-1 0,0 1 0,0 0 0,0-1 1,0 1-1,1-1 0,-1 1 0,0 0 0,0-1 1,0 1-1,0-1 0,0 1 0,1 0 0,-1-1 0,0 1 1,0 0-1,0-1 0,1 1 0,-1 0 0,0 0 0,1-1 1,-1 1-1,5-4 7,-2 1-12,0-1 0,1 1 0,-1 1 0,1-1 0,-1 0 0,1 1 0,0 0 0,0 0 0,0 0 0,0 0 0,1 1 0,-1-1 0,0 1 0,1 0 0,-1 1 0,1-1 0,-1 1 0,1-1 0,-1 2 0,9 0 0,15 8 139,-1 2 0,-1 1-1,0 1 1,-1 1-1,28 20 1,-21-11 393,-2 2 0,0 1-1,44 50 1,-38-37 424,-34-36-1091,1 0-1,0 0 0,0-1 1,0 1-1,1-1 0,-1 0 1,1 1-1,-1-1 1,5 1-1,-6-2-179,0-1 0,0 1-1,0-1 1,0 0 0,0 0 0,0 0 0,0 0-1,0 0 1,0 0 0,0 0 0,0-1 0,3 0 0,28-16-7273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5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1921,'-32'-7'3602,"32"14"-241,0 13 561,0 57 3041,0-2-3041,65-12-2962,-32-7-880,-1-2 80,1 0-480,0-19-2561,-1-14-2962,-64-15-1200,-1-6-1521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6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1040,'65'-12'5923,"-33"4"-2081,34-13-881,64-6-159,99-21 79,58 6-2401,-58 9-6723,-33 4-6162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98 152 2321,'-33'-14'3762,"1"1"-401,32-1-399,0 7-401,-33-7-400,66 8-320,-33-9-561,65 3-239,0 3-401,59-3-400,40-3-800,32 3-1361,-33 3-640,-98 9 160,-32 9-801,-33-3-479,0 0-321,-33 9 320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5:5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5923,'32'0'5282,"1"0"-3441,65 0-1681,196-6-880,-7-7-961,-26-8-4322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3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799 483 160,'16'-5'261,"0"0"0,0-1 0,-1-1 0,0 0 0,-1-2 1,25-16-1,206-132 366,-166 110-220,47-26 1307,-28 18 1994,-80 42-2849,-18 14-850,0-1 0,0 0 1,-1 0-1,1 0 0,0 0 0,0 0 1,0 0-1,0 0 0,0 0 1,0 0-1,0 0 0,0 0 1,0-1-1,0 1 0,-1 0 0,1 0 1,0 0-1,0 0 0,0 0 1,0 0-1,0 0 0,0 0 0,0 0 1,0 0-1,0 0 0,0 0 1,0 0-1,0 0 0,0 0 1,-1 0-1,1 0 0,0-1 0,0 1 1,0 0-1,0 0 0,0 0 1,0 0-1,0 0 0,-75 32 357,-282 140 1020,128-60-237,193-94-927,-373 170 2544,368-171-2470,-185 82 2396,139-55-611,55-24-937,33-20-1150,1 0-1,0 0 0,0 0 0,-1 0 0,1 0 0,0 0 0,-1 0 0,1-1 0,0 1 0,-1-1 0,1 1 0,0-1 0,-1 1 0,2-2 0,198-50-806,-84 15 452,-2-6 1,-2-4 0,113-66 0,-158 77 311,228-133 1912,-41 11 357,-75 50-1465,-174 101 106,-15 7-583,8 0-336,0 1 0,0-1 0,0 0 0,0 0 1,1 1-1,-1-1 0,0 0 0,0 1 0,0-1 0,0 1 1,0-1-1,1 1 0,-1 0 0,0-1 0,1 1 0,-1 0 1,0-1-1,1 1 0,-1 0 0,1 0 0,-1-1 0,1 1 1,-1 0-1,0 2 0,1-3 51,0 1-1,0-1 1,0 0 0,0 1-1,0-1 1,-1 1 0,1-1-1,0 1 1,0-1 0,-1 1-1,1-1 1,0 0 0,-1 1 0,1-1-1,0 0 1,-1 1 0,1-1-1,0 0 1,-1 1 0,1-1-1,-1 0 1,1 0 0,0 0-1,-1 1 1,1-1 0,-1 0-1,1 0 1,-1 0 0,1 0 0,-2 0-1,-278 138 674,125-57-438,105-53-216,2 2-1,-75 61 1,117-86-7,1 0 15,-1-1 0,1 0 0,-1 0 0,1-1 0,-1 0 0,0 0 0,0 0 0,-1 0 0,-7 1 0,14-4-46,0 0 1,-1 0-1,1 0 0,0 0 0,-1 0 1,1 0-1,0 0 0,0-1 1,-1 1-1,1 0 0,0 0 1,0 0-1,-1 0 0,1-1 0,0 1 1,0 0-1,-1 0 0,1 0 1,0-1-1,0 1 0,0 0 0,0 0 1,-1-1-1,1 1 0,0 0 1,0-1-1,0 1 0,0 0 0,0 0 1,0-1-1,0 1 0,0 0 1,0-1-1,0 1 0,0 0 0,0-1 1,0 1-1,0 0 0,0 0 1,0-1-1,0 1 0,0 0 0,0-1 1,0 1-1,1 0 0,4-14-1005,1 11 783,0 1 0,0 0 0,0 0 0,0 1 0,0-1 0,0 1 0,9 0 0,15-3-370,-18 0 132,0-1-1,-1 0 0,1 0 0,19-14 0,-25 16-73,-1-1 1,0 0-1,0 0 0,-1 0 1,1-1-1,-1 0 0,0 0 1,0 0-1,-1 0 1,5-8-1,-7 9-204,0-1 1,0 1-1,0 0 0,0-1 0,-1 1 1,1-1-1,-2-5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5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34 271 320,'-6'0'1734,"5"0"-1421,0 0-199,0 0-1,0 0 1,0 1 0,-1-1-1,1 0 1,0 0 0,0 0-1,0 0 1,0 0 0,0-1 0,0 1-1,0 0 1,0 0 0,0-1-1,0 1 1,0-1 0,0 1-1,0-1 1,0 1 0,0-1 0,0 1-1,0-1 1,-1-3 2574,2 1 558,0 3-3167,0 0 1,0 0 0,0-1 0,0 1-1,-1 0 1,1 0 0,0-1-1,0 1 1,0 0 0,0 0-1,0-1 1,0 1 0,0 0-1,0-1 1,0 1 0,0 0-1,0 0 1,0-1 0,0 1-1,0 0 1,0 0 0,1-1-1,-1 1 1,0 0 0,0 0-1,0 0 1,0-1 0,0 1 0,1 0-1,-1 0 1,0-1 0,0 1-1,0 0 1,1 0 0,-1 0-1,0 0 1,0 0 0,0-1-1,1 1 1,-1 0 0,0 0-1,0 0 1,1 0 0,-1 0-1,0 0 1,0 0 0,1 0-1,-1 0 1,22 0 294,-16 0-41,-1 0 1,115 0 2120,-49-9-1720,-25 10-543,-23 0-22,-1 0 0,1-2 0,31-6 0,19 2 50,-55 5-177,0-1 1,37-7 0,-44 6-26,1 1 0,0 1 1,17 1-1,25-1 47,-6-8-52,-32 8 6,18 3 32,-27-2-42,2 0 17,0-1 1,0 2-1,-1-1 0,1 1 1,11 5-1,7-1-12,-24-5-12,21 4 19,1-1 0,0-2-1,34 1 1,321 9 61,-335-10-81,8-2 0,-38-2-30,0 0 0,0 2 0,26 2 0,-37-2 19,0 1 0,0-1 0,0 0 0,0 0 0,0-1 0,0 1 0,0-1 0,0 0 0,0 1 0,6-4 0,44-9 171,-25 5 190,-36 5 18,-4 1-285,4-3 486,3 2-391,-30-2 467,-24-5 431,-77-31 498,79 26-1325,15 4-260,-47-18-1,67 22-469,-9-4 86,29 11 175,0-1 0,0 1 0,0-1-1,0 0 1,0 0 0,0 1-1,0-1 1,1 0 0,-1 0 0,0 0-1,1 0 1,-1 0 0,0 0-1,1 0 1,0 0 0,-1 0 0,1 0-1,-1 0 1,1 0 0,0 0-1,0-1 1,0 1 0,0-1 0,0 0-160,1 0 1,-1 1-1,1-1 1,0 1-1,-1-1 1,1 1-1,0 0 1,0-1-1,0 1 1,0 0-1,0-1 1,1 1-1,-1 0 1,0 0-1,0 0 1,1 0-1,-1 0 0,1 0 1,2 0-1,39-20-4661,-39 19 4333,56-19-3907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59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0 880,'-33'9'881,"-32"-3"-161,33 6 0,-34 9 161,1 0-161,-26 8-320,25-2-79,-32 0 159,0 8 80,0-1 400,0 1-159,33-2-241,32-12-320,33 0-720,33-21-2241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0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1 480,'-3'16'4212,"3"-15"-4153,-1-1 0,0 1 0,1 0 0,-1-1 0,0 1 0,0 0 0,1-1 0,-1 1 0,0-1 0,0 1 1,0-1-1,0 1 0,0-1 0,0 0 0,-1 1 0,-19 8 200,-34 15-126,-36 37 361,-12 11-121,75-51-199,26-18-145,-2 1 0,1-1 0,0 1 0,-1-1 0,1 0 0,-1-1 0,0 1 0,0-1 0,0 1 0,0-1 0,0 0 0,-6 1 0,2 0 13,0 1 0,0-1 0,1 1 0,-12 8 0,-141 128-139,157-137 87,-57 44-1964,54-38-721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01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9 320,'1'10'307,"0"-8"-265,-1 1-1,0-1 1,1 1-1,-1-1 1,0 1 0,0-1-1,0 0 1,0 1-1,-1-1 1,1 1-1,-1-1 1,0 0 0,1 1-1,-1-1 1,0 0-1,-2 4 1,-6-1-52,8-5 9,0 0-1,0 1 1,0-1-1,0 1 0,0-1 1,0 1-1,0-1 1,1 1-1,-1 0 1,0-1-1,0 1 1,0 0-1,1 0 0,-1 0 1,0-1-1,1 1 1,-1 0-1,1 0 1,-1 0-1,1 0 1,-1 0-1,1 0 0,-1 0 1,1 0-1,0 0 1,0 0-1,0 2 1,0-2 1,0-1 0,-1 0 1,1 0-1,1 0 0,-1 1 1,0-1-1,0 0 0,0 0 1,0 1-1,0-1 0,0 0 0,0 0 1,0 0-1,0 0 0,0 1 1,0-1-1,0 0 0,1 0 1,-1 0-1,0 1 0,0-1 1,0 0-1,0 0 0,1 0 1,-1 0-1,0 0 0,0 0 1,0 1-1,0-1 0,1 0 1,-1 0-1,0 0 0,0 0 1,0 0-1,1 0 0,-1 0 1,0 0-1,0 0 0,0 0 1,1 0-1,21 0 53,-17-4-26,1 1 40,5 1-33,-7 1-24,0 0 1,0 0 0,0 0-1,0 0 1,0-1 0,0 1 0,-1-1-1,1 0 1,0 0 0,-1 0 0,1-1-1,3-3 1,42-21 149,-24 9 88,-18 14-189,19-7 176,-18 9-116,-9 3 274,-6 2-270,-24 17 581,10-7-440,-1-1-1,0 0 1,0-2-1,-39 12 1,33-12-68,0 1 1,-34 19 0,14 4-11,25-23-141,19-10-32,-1 1 0,1 1 0,0-1-1,0 1 1,0-1 0,0 1 0,1 1 0,-1-1 0,-3 4 0,1-3 13,4-4-21,1 1-1,-1-1 0,1 1 0,0 0 0,-1-1 0,1 1 1,0 0-1,-1 0 0,1 0 0,0 0 0,0 1 0,0-1 1,0 0-1,0 0 0,-1 2 0,5-2 14,-1-1 1,1 0-1,0 1 0,-1-2 0,1 1 1,0 0-1,-1 0 0,1-1 0,-1 1 1,1-1-1,0 0 0,-1 0 0,4-1 1,52-18 352,78-35 29,-131 53-397,38-16 123,56-16-1,-81 29-104,-5 2 6,-13 3-34,0 0 0,0 0 0,0 0 0,0 0 0,0 0 1,0 0-1,0 0 0,0 0 0,0 0 0,0 0 0,0 0 0,0 0 0,0 0 0,0 0 0,0 0 0,0 1 0,0-1 0,0 0 0,0 0 0,0 0 1,0 0-1,0 0 0,0 0 0,0 0 0,0 0 0,0 0 0,0 0 0,0 0 0,0 0 0,0 0 0,0 0 0,-63 31-110,34-19 101,-155 58 149,174-67-112,1 0 0,-1 1 0,1 0 0,0 0-1,0 1 1,-11 8 0,20-13-20,-10 4 54,0-1 0,0 0 0,0 0 0,-14 1 0,1 0 150,23-4-195,-1 0-1,1 0 1,0 0-1,0 1 1,-1-1 0,1 0-1,0 0 1,0 0-1,-1 0 1,1 0-1,0 0 1,0-1-1,-1 1 1,1 0 0,0 0-1,0 0 1,-1 0-1,1 0 1,0 0-1,0 0 1,-1 0-1,1 0 1,0-1 0,0 1-1,0 0 1,-1 0-1,1 0 1,0-1-1,0 1 1,0 0 0,0 0-1,0 0 1,-1-1-1,-2-2 66,1 2-25,0 1-35,1 0 0,0 0-1,-1 0 1,1 0 0,0-1 0,0 1-1,-1-1 1,1 1 0,0 0 0,0-1 0,0 0-1,0 1 1,-1-1 0,1 0 0,0 0 0,0 1-1,0-1 1,0 0 0,1 0 0,-2-2 0,2 2 3,1 1 1,-1-1-1,1 0 1,-1 0-1,1 0 1,0 0 0,0 1-1,-1-1 1,1 0-1,0 1 1,0-1-1,0 0 1,0 1 0,-1-1-1,1 1 1,0-1-1,0 1 1,0 0-1,0-1 1,0 1 0,0 0-1,0 0 1,2 0-1,3-2 70,5-12 139,-5 9-189,0 0 0,0 1 0,0 0 0,1 0 0,0 1 0,-1-1 0,1 1 0,9-2 0,65-17 167,-44 13-112,13-6 11,-39 11-106,1 0 0,0 2 1,1-1-1,-1 1 0,18 0 1,-20 1-22,1 0 0,-1 1 0,0 1 0,0 0 0,0 0 0,11 3 1,-21-4 18,1 1 0,-1-1 1,1 0-1,-1 1 1,0-1-1,1 1 1,-1-1-1,0 0 0,1 1 1,-1-1-1,0 1 1,1-1-1,-1 1 1,0-1-1,0 1 1,0 0-1,1-1 0,-1 1 1,0-1-1,0 1 1,0-1-1,0 1 1,0-1-1,0 1 1,0 0-1,0-1 0,0 1 1,-1-1-1,1 1 1,0-1-1,0 1 1,0-1-1,-1 1 1,1-1-1,0 1 0,0-1 1,-1 1-1,1-1 1,0 1-1,-1-1 1,1 0-1,-1 1 1,1-1-1,-1 1 0,-8 8 19,0-1-1,0 0 0,-1-1 0,0 1 1,-1-2-1,1 0 0,-1 0 0,-1-1 1,1 0-1,-15 4 0,7-4-530,0-1 0,-1 0 0,1-2 0,-1 0 0,0-1 0,-22-3 1,-18-3-4114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11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49 800,'-8'-1'540,"7"1"-460,1 0 1,-1 0-1,0-1 0,1 1 0,-1 0 0,0 0 1,0 0-1,1 0 0,-1 0 0,0 0 0,1 0 1,-1 0-1,0 0 0,0 0 0,1 0 0,-1 0 1,0 0-1,1 1 0,-1-1 0,0 0 0,1 0 1,-1 1-1,0-1 0,1 1 0,-1-1 0,1 0 1,-1 1-1,0-1 0,1 1 0,-1 0 0,1-1 1,0 1-1,-1-1 0,1 1 0,-1 0 0,1-1 1,0 1-1,0 0 0,-1-1 0,1 1 0,0 0 1,0-1-1,0 2 0,0-1 1294,0-1-1360,-1 0 0,1 0 0,0 0 0,0 0 0,0-1 1,0 1-1,0 0 0,0 0 0,0 0 0,-1 0 0,1-1 0,0 1 0,0 0 1,0 0-1,0 0 0,0-1 0,0 1 0,0 0 0,0 0 0,0 0 0,0-1 1,0 1-1,0 0 0,0 0 0,0 0 0,0 0 0,0-1 0,1 1 0,-1 0 1,0 0-1,0 0 0,0-1 0,0 1 0,0 0 0,0 0 0,0 0 0,0 0 1,1 0-1,-1-1 0,0 1 0,0 0 0,0 0 0,0 0 0,1 0 0,-1 0 1,0 0-1,0 0 0,0 0 0,0 0 0,1 0 0,-1 0 0,0 0 0,0 0 1,0 0-1,1 0 0,-1 0 0,0 0 0,0 0 0,0 0 0,1 0 0,-1 0 1,0 0-1,0 0 0,0 0 0,0 0 0,1 0 0,-1 0 0,22 6 333,-22-6-324,0 0-1,1 0 1,-1 0 0,0 0-1,0 0 1,1 0-1,-1 0 1,0 0 0,0 0-1,1 1 1,-1-1 0,0 0-1,0 0 1,0 0-1,1 0 1,-1 0 0,0 1-1,0-1 1,0 0 0,1 0-1,-1 0 1,0 1-1,0-1 1,0 0 0,0 0-1,0 1 1,0-1 0,1 0-1,-1 0 1,0 1-1,0-1 1,0 0 0,0 0-1,0 1 1,0-1 0,0 0-1,0 0 1,0 1-1,0-1 1,0 0 0,0 0-1,0 1 1,-1-1 0,1 0-5,0 0 1,0 1 0,0-1 0,0 0 0,0 0 0,0 0 0,0 1 0,0-1 0,0 0 0,0 0 0,0 0-1,0 0 1,0 1 0,0-1 0,0 0 0,0 0 0,0 0 0,0 0 0,0 1 0,0-1 0,0 0 0,0 0-1,0 0 1,1 0 0,-1 1 0,0-1 0,0 0 0,0 0 0,0 0 0,0 0 0,0 0 0,1 0 0,-1 1-1,0-1 1,0 0 0,0 0 0,0 0 0,0 0 0,1 0 0,-1 0 0,0 0 0,0 0 0,0 0 0,1 0-1,-1 0 1,0 0 0,0 0 0,0 0 0,0 0 0,1 0 0,-1 0 0,0 0 0,0 0 0,0 0 0,1 0-1,19 0 383,0 0 39,1 0 0,0-1 0,27-6 0,32-8 163,-22 5-31,60-18 1,-63 15-160,-51 12-186,-8 2-67,-3 1-126,0 1 0,0 0 0,1 1 1,-1-1-1,1 1 0,0 0 0,0 1 0,-8 7 0,-78 59 400,-126 105 186,207-166-804,1 1 0,0 0 0,0 1 0,-14 24-1,23-34-150,0 0-1,0 0 1,0 0-1,1 0 0,-1 0 1,1 0-1,-1 1 1,1-1-1,0 0 0,0 0 1,0 0-1,0 3 1,0 0-2026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1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1004 263 1841,'-294'1'4295,"125"16"-2911,11-1-647,142-15-655,-1 1-1,0 1 1,1 0-1,-1 1 1,1 1-1,0 0 1,1 1-1,-22 12 1,5-4 164,-83 42 455,108-52-657,1 1 1,0 0-1,1 0 1,-1 1-1,1 0 1,0 0-1,0 0 1,1 0-1,0 1 1,0 0-1,-4 10 0,7-15-23,0 1-1,1 0 0,-1 0 0,1 0 1,0 0-1,0 0 0,0 0 0,0 0 0,0 0 1,1 0-1,-1-1 0,1 1 0,0 0 1,0 0-1,0 0 0,0-1 0,0 1 0,1 0 1,-1-1-1,1 0 0,0 1 0,0-1 1,0 0-1,2 3 0,4 5 61,-1-1-20,1 0 0,1 0 0,-1-1 0,1 0-1,1-1 1,-1 0 0,1 0 0,18 8 0,-2 0 5,2 2-18,1-1 1,1-2-1,1-1 1,0-1-1,59 13 1,-50-18-9,1-1 1,0-2-1,1-3 1,50-3 0,-14-5 34,150-34 1,69-46-294,-189 48-222,-2-4-1,196-113 1,-284 144 443,0 0 0,28-25 0,-41 32 9,1 0-1,-1-1 0,-1 0 1,1 0-1,-1 0 0,0-1 0,0 1 1,-1-1-1,0 0 0,3-7 1,-6 9-2,1 1 1,0 0-1,-1 0 1,0-1 0,0 1-1,0 0 1,0-1 0,-1 1-1,1 0 1,-1 0-1,0-1 1,-1 1 0,1 0-1,-1 0 1,0 0-1,0 0 1,0 1 0,0-1-1,0 0 1,-1 1-1,0 0 1,0-1 0,-4-2-1,-8-8-34,-1 0 0,-1 1 0,-28-16 0,18 11-108,9 5-697,-1 1-1,0 1 0,-1 1 0,-34-13 1,-12 8-4921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0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1521,'0'0'2161,"0"6"-320,32-6 1280,1 8-1680,-1-8-241,1 13-239,32 1-81,-32-1-240,32 1-79,-32 7-161,26 15-80,6 11-560,0 1-1121,-65-15-1600,0-12-2722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0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2081,'33'-6'2401,"32"0"-240,1-9-160,32 0-320,65-3 240,26-3-801,-58 6-1760,-33 1-3442,-33 1-560,-65-1 720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4 1361,'49'-2'1822,"-31"1"-1195,0 0 0,36 4 1,-47-2-509,-1 1 0,0-1 1,0 1-1,1 0 0,-1 0 1,-1 1-1,1 0 1,0 0-1,-1 1 0,1-1 1,-1 1-1,7 6 0,-11-8-100,1-1 0,0 1-1,0 0 1,-1 0 0,1 0 0,-1 0-1,0 0 1,0 0 0,1 0-1,-1 0 1,0 0 0,-1 1-1,1-1 1,0 0 0,-1 1 0,1-1-1,-1 0 1,0 1 0,0-1-1,0 1 1,0-1 0,0 1-1,0-1 1,-1 0 0,1 1 0,-1-1-1,0 0 1,0 1 0,0-1-1,0 0 1,0 0 0,0 0-1,0 0 1,-2 2 0,-2 3 34,-1-1 0,0 0 1,0 0-1,0-1 0,0 1 1,-1-1-1,0-1 0,0 1 0,-11 4 1,-5 1 311,-2-1 0,1-1 0,-1-1-1,0-1 1,-1-2 0,-32 3 0,-154-6 2883,60-15-513,151 15-2707,1-1-1,0 0 1,-1 0 0,1-1 0,-1 1 0,1 0-1,-1 0 1,1 0 0,-1 0 0,1 0 0,-1 0-1,1-1 1,-1 1 0,1 0 0,0 0-1,-1-1 1,1 1 0,0 0 0,-1-1 0,1 1-1,0 0 1,-1-1 0,1 1 0,0 0 0,-1-1-1,1 1 1,0-1 0,0 1 0,0-1 0,-1 0-1,1 1 1,0 0-1,0-1 1,0 1 0,0 0-1,0 0 1,1-1-1,-1 1 1,0 0-1,0 0 1,0 0-1,0-1 1,0 1-1,0 0 1,1 0 0,-1 0-1,0 0 1,0-1-1,0 1 1,0 0-1,1 0 1,-1 0-1,0 0 1,0 0 0,0 0-1,1 0 1,-1-1-1,0 1 1,0 0-1,1 0 1,-1 0-1,0 0 1,0 0-1,0 0 1,1 0 0,-1 0-1,1 0 1,45 9 154,64 4 0,-38-5-119,-9-1-26,276 46-261,-272-30-176,-64-21 360,19 10-464,-22-12 489,0 0 0,0 0 0,1 0 0,-1 0 0,0 0 0,0 0 0,0 1 0,0-1 0,0 0 0,1 0 0,-1 0 0,0 0 0,0 1 0,0-1 0,0 0 0,0 0 0,0 0 0,0 1 0,0-1 0,0 0 0,0 0 0,0 0 0,0 1 0,1-1 0,-2 0 0,1 0 0,0 0 0,0 1 0,0-1-1,0 0 1,0 0 0,0 1 0,0-1 0,0 0 0,0 0 0,0 0 0,0 0 0,0 1 0,-1-1 0,1 0 0,0 0 0,0 0 0,0 0 0,0 1 0,-5 1-286,0 0 0,0 0-1,0-1 1,0 1 0,-10 0-1,0 1-232,-71 5-3028,-110 0-3614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98 750 160,'0'-5'589,"0"1"-24,0 1 1,0-1-1,0 0 1,1 1-1,-1-1 1,1 0-1,1-4 1,-2 8-480,1-1 0,0 0 0,-1 0 0,1 1 0,0-1 0,0 0 0,-1 1 0,1-1 0,0 1 0,0-1 0,0 1 0,0-1 0,0 1 0,0 0 0,0-1 1,0 1-1,0 0 0,0 0 0,0 0 0,0 0 0,0 0 0,0 0 0,0 0 0,0 0 0,1 0 0,3 0 1582,-6 1-1619,1-1 0,-1 1 0,0-1 1,0 1-1,1-1 0,-1 1 1,0-1-1,0 1 0,0-1 1,0 0-1,0 0 0,0 1 1,1-1-1,-1 0 0,0 0 0,-2 0 1,-8 4 85,-5 25 212,-8-1-152,18-22-174,0 0 0,0-1 0,1 2 1,0-1-1,1 1 0,-1 0 0,1 0 0,0 0 0,1 0 1,0 1-1,0-1 0,1 1 0,-1 0 0,2 0 1,-2 14-1,3 211 552,0-230-548,0-1-1,1 0 0,-1 0 1,1 1-1,0-1 1,0 0-1,0 0 0,0 0 1,0 0-1,0 0 1,0 0-1,1 0 0,-1 0 1,1 0-1,-1-1 1,1 1-1,0-1 0,0 1 1,0-1-1,0 0 1,0 1-1,0-1 0,0 0 1,0 0-1,0-1 1,0 1-1,1 0 0,-1-1 1,0 1-1,0-1 0,1 0 1,-1 0-1,0 0 1,4 0-1,2-3 676,-5 0-466,52-12 1006,-33 1-794,42-16-1,35-19-175,335-235 784,-317 202-869,54-43 323,-132 92-317,58-45 379,-88 72-529,-1 1 1,0 1-1,0-2 0,-1 1 0,0-1 0,0-1 0,0 1 0,-1-1 0,0 0 0,0 0 0,8-15 0,-3-18 146,11 11 40,-13 10-47,-8 17-157,-1 0 0,1 0 0,0 0 0,0 0 0,0 1 0,1-1 0,-1 0 0,0 1-1,1-1 1,-1 0 0,1 1 0,-1 0 0,1-1 0,0 1 0,2-2 0,4 0 62,-7 2-68,1 1-1,-1 0 1,0-1-1,1 1 0,-1-1 1,0 0-1,1 1 1,-1-1-1,0 0 0,0 0 1,0 0-1,0 0 0,0 0 1,0 0-1,0 0 1,0 0-1,0 0 0,0 0 1,1-3-1,-4 2 36,8-2 19,17-4 113,-6 1-104,0 1 0,0 1 0,30-4 0,42-6-50,95-29 0,-92 21-23,52-10 77,1 7 1,239-13-1,-144 27-217,20 21 194,-206-5-55,252 25 83,-220-19-58,-38-4 69,0-2 0,1-3 0,-1-1 0,0-2 0,64-12 0,-106 12-168,-1 0-1,1 0 1,0 0-1,-1-1 1,7-4 0,8-3-656,-14 7 322,-8 1-764,-13 0-3522,-67-3-2329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3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57 480,'0'0'881,"0"0"-818,0 0 1,0 0 0,-1-1 0,1 1 0,0 0-1,0 0 1,0-1 0,0 1 0,0 0-1,0 0 1,0-1 0,0 1 0,0 0 0,0 0-1,0-1 1,0 1 0,0 0 0,0 0 0,0-1-1,0 1 1,0 0 0,0 0 0,0-1 0,0 1-1,0 0 1,0 0 0,0 0 0,1-1-1,-1 1 1,0 0 0,0 0 0,0 0 0,0-1-1,1 1 1,-1 0 0,0 0 0,0 0 0,0 0-1,1-1 1,-1 1 0,0 0 0,0 0-1,0 0 1,1 0 0,-1 0 0,0 0 0,0 0-1,1 0 1,-1 0 0,0 0 0,0 0 0,1 0-1,-1 0 1,0 0 0,88-26 3377,-75 20-2520,-9 4-779,1-1-1,-1 1 0,1 1 1,0-1-1,0 1 0,0 0 1,0 0-1,0 0 1,9 0-1,-22 1-4498,-11 0 2724,14 0-701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4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21 240,'-1'-2'2222,"8"-1"-1683,9 0 496,5-2-27,1 2 1,-1 1 0,24-1-1,-22 4-607,-1 2 0,1 0 0,41 11 0,0 1 90,-59-14-442,1 0 1,-1 1 0,0 0 0,1 0-1,-1 0 1,0 0 0,0 1-1,-1 0 1,1 0 0,4 4 0,-9-6-48,1-1 1,-1 0 0,0 1 0,1-1-1,-1 1 1,0-1 0,1 1 0,-1 0-1,0-1 1,0 1 0,1-1 0,-1 1-1,0-1 1,0 1 0,0 0 0,0-1 0,0 1-1,0-1 1,0 1 0,0 0 0,0-1-1,0 1 1,0-1 0,0 1 0,-1-1-1,1 1 1,0 0 0,0-1 0,0 1-1,-1-1 1,1 1 0,0-1 0,-1 1-1,1-1 1,-1 1 0,0 0 0,-20 15 49,16-12-33,-20 13 46,-1-2-1,0-1 1,-1-2 0,0 0-1,-1-2 1,-29 8 0,44-14-38,-20 2 40,26-4-59,-6 0-8,28-6 5,-15 4-2,1 0-1,-1 0 1,0 0-1,1 0 1,-1 0 0,0-1-1,1 1 1,-1 0-1,0 0 1,1 0-1,-1-1 1,0 1-1,1 0 1,-1-1-1,0 1 1,0 0-1,0-1 1,1 1 0,-1 0-1,0-1 1,0 1-1,0 0 1,0-1-1,0 1 1,1 0-1,-1-1 1,0 1-1,0-1 1,0 1 0,0-1-1,4-8 13,8 4 6,1 1 0,0 0 0,0 1 0,0 0 0,16-1 0,3-1 13,-3-1 9,-13 2-30,0 0 0,0 2 0,1 0 0,-1 0 0,0 2 0,1 0 0,-1 1 0,21 4 0,-32-4-8,0 0 0,0 1 1,0 0-1,0 1 0,0-1 0,-1 1 1,1 0-1,5 4 0,-8-6 13,-1 0 0,0 1 0,1-1 0,-1 0-1,0 0 1,0 1 0,0-1 0,0 0 0,0 1 0,0-1-1,-1 1 1,1 0 0,0-1 0,-1 1 0,1-1 0,-1 1-1,1 0 1,-1-1 0,0 1 0,0 0 0,0 0-1,0-1 1,0 1 0,0 0 0,0-1 0,-1 1 0,1 0-1,-1-1 1,1 1 0,-1 0 0,1-1 0,-1 1 0,-1 1-1,-2 2 112,1-1-1,-1 0 1,0 0-1,0 0 0,0-1 1,0 1-1,-7 3 1,-17 9 364,0-1 1,-1-1 0,-1-1 0,0-2 0,0-1 0,-1-2-1,-48 8 1,-2-5-628,-156 2-1,216-11-1774,42-7-2718,11-12-3497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2081,'32'0'4322,"27"-8"-2561,6 8-321,1 0-399,32 8-641,32 5-1520,34 1-2962,-34-14-801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1441,'-33'0'2241,"66"7"-400,25 1 320,40 11 640,33-5-480,65-8-1281,-33-6-639,33 0-1442,-72-6-5202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2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180 110 320,'-5'0'1414,"-37"0"2317,33 0-127,32 0-1374,19-8 301,-18 2-1728,18-9 546,-14 4-710,26-7-35,0 3-1,0 2 1,100-10-1,-138 22-617,0 1 0,0 1 0,22 3-1,-26-3-8,-7-1 0,0 1-1,0-1 1,0 1-1,-1 0 0,1 1 1,0-1-1,0 1 1,-1-1-1,1 2 0,-1-1 1,0 0-1,5 4 1,24 35-311,-33-41 327,1 1 1,-1 0-1,1-1 1,-1 1-1,1 0 1,-1 0-1,0-1 0,0 1 1,1 0-1,-1 0 1,0 0-1,0-1 1,0 1-1,0 0 0,0 0 1,0 0-1,0 0 1,0-1-1,0 1 0,0 0 1,0 0-1,-1 0 1,1 0-1,0-1 1,-1 1-1,1 0 0,0 0 1,-1-1-1,1 1 1,-1 0-1,1-1 1,-1 1-1,1-1 0,-1 1 1,-1 0-1,-32 22-63,3-8 81,-1-2-1,-1-1 1,0-2-1,-52 10 1,-148 12 547,141-21-88,51-6-143,-49-1-1,37-3-152,167 18-1,-75-17-115,242 24 31,-272-25-115,0 0 1,-1 0 0,0 1-1,1 1 1,-1-1-1,0 1 1,0 1-1,0 0 1,-1 0-1,9 6 1,-13-1 1,-17 4 21,-33 8 72,-1-1 1,-1-3-1,-1-2 1,-60 11-1,106-25-60,-44 7 300,-64 5 0,54-13-322,56 0-62,1 0 0,-1 0 1,1 1-1,-1-1 0,1 0 0,-1-1 1,0 1-1,1 0 0,-1 0 1,1-1-1,-1 1 0,1 0 1,0-1-1,-1 0 0,1 1 1,-1-1-1,0-1 0,24-7-5260,15-6 9,18-17-757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3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1457 0 480,'-6'0'1121,"-15"0"13,13 3 657,5 1-1475,-52 7 1245,55-11-1559,0 0 0,0 0-1,-1 0 1,1 0 0,0 0 0,0 0 0,-1 0-1,1 0 1,0 0 0,0 0 0,-1 0 0,1 0-1,0 0 1,0 1 0,0-1 0,-1 0 0,1 0 0,0 0-1,0 0 1,0 0 0,0 1 0,-1-1 0,1 0-1,0 0 1,0 0 0,0 1 0,0-1 0,0 0-1,0 0 1,-1 0 0,1 1 0,0-1 0,0 0 0,0 0-1,0 1 1,0-1 0,0 0 0,0 0 0,0 0-1,0 1 1,0-1 0,0 0 0,0 0 0,0 1-1,0-1 1,1 0 0,-1 1-2,0-1 0,0 0 1,0 0-1,0 0 0,0 1 0,0-1 0,0 0 1,0 0-1,0 1 0,0-1 0,0 0 0,0 0 0,0 0 1,0 1-1,0-1 0,0 0 0,0 0 0,0 0 0,-1 1 1,1-1-1,0 0 0,0 0 0,0 0 0,0 1 0,0-1 1,0 0-1,-1 0 0,1 0 0,0 0 0,0 1 1,0-1-1,0 0 0,-1 0 0,1 0 0,0 0 0,0 0 1,0 0-1,-1 0 0,1 0 0,0 0 0,0 0 0,0 0 1,-1 1-1,1-1 0,0 0 0,-1-1 0,-53 16 280,47-18-399,3 0-68,-34-2-33,0 1-1,0 2 1,-59 4 0,81-1 228,0-1-1,-22-3 1,10 0 63,28 3-65,0 0 0,0 0 0,1 0 1,-1 0-1,0 0 0,0 0 1,0 0-1,0-1 0,0 1 1,0 0-1,1 0 0,-1 0 0,0 0 1,0 0-1,0 0 0,0-1 1,0 1-1,0 0 0,0 0 0,0 0 1,0 0-1,0 0 0,0-1 1,0 1-1,0 0 0,0 0 0,0 0 1,0 0-1,0-1 0,0 1 1,0 0-1,0 0 0,0 0 1,0 0-1,0-1 0,0 1 0,0 0 1,0 0-1,0 0 0,0 0 1,0 0-1,-1-1 0,1 1 0,0 0 1,0 0-1,0 0 0,0 0 1,0 0-1,0 0 0,-1 0 1,1 0-1,0-1 0,27 0 2142,-27-2-491,0 5-1007,6-1-9,15-1-94,-15 0 266,-1 0-492,11 2-207,-1 0 0,0 2 1,1 0-1,-1 0 0,-1 1 1,20 10-1,-29-11-116,0-1 0,-1 1 0,1 0 0,-1 0 0,0 1 0,-1-1 0,1 1 0,-1 0 0,0 0 0,0 0 0,0 0 0,-1 0 0,0 1 0,0-1 0,0 1 0,0-1 0,-1 1 0,0 0 0,0 9 0,-1-14 5,0 1 0,0-1 0,0 0 0,0 0 0,0 0 0,0 1 0,0-1 0,0 0 0,-1 0 0,1 0 0,-1 0 0,1 1 0,-1-1 0,1 0 0,-1 0 0,0 0 0,1 0 0,-1 0 0,0 0 0,0 0 1,-1 0-1,-9 8 38,-1 0 1,-1-1 0,0 0 0,0-1-1,-23 8 1,-72 22 121,51-22 455,-88 13 0,113-23-293,-126 9 1542,158-14-1859,0 0 0,0 0 0,0 0 0,0 0 0,0-1-1,0 1 1,1 0 0,-1 0 0,0 0 0,0 0 0,0 0-1,0-1 1,0 1 0,0 0 0,0 0 0,0 0 0,0 0 0,0-1-1,0 1 1,0 0 0,0 0 0,0 0 0,0 0 0,0-1 0,0 1-1,0 0 1,-1 0 0,1 0 0,0 0 0,0 0 0,0-1-1,0 1 1,0 0 0,71 0 121,9-2-61,0 4 0,135 20 1,-157-4-275,-56-17 198,1 0 1,-1 0 0,1 0 0,-1 0 0,1 0-1,-1 0 1,0 1 0,1-1 0,-1 1 0,0 0-1,0 0 1,0 0 0,3 3 0,-11 2-2,0 0 1,-1-1 0,0 1-1,0-1 1,0-1 0,0 0-1,-12 7 1,-1-1 42,-1-1 0,0-1 0,-39 11-1,-82 13 452,85-20-224,-102 16 288,-57 15-405,-21 0-1224,143-32-2379,39-5-766,45-6-4032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3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35 537 1441,'-3'2'141,"0"1"1,1 0-1,-1-1 1,0 1-1,1 0 1,0 0-1,0 0 1,0 1-1,0-1 1,0 1-1,1-1 1,-1 1-1,1-1 1,0 1-1,0 0 1,0-1-1,1 1 1,0 0-1,-1 0 1,1 0-1,0-1 1,2 8-1,-3 2 134,0-9-197,1 0 0,0 0 1,0 0-1,0 0 0,0 0 0,1-1 0,-1 1 0,1 0 0,0 0 0,3 7 0,4 2 85,-5-9-108,-1 0 0,0 0 1,0 0-1,0 0 0,0 0 0,-1 0 0,0 1 1,1-1-1,-2 0 0,1 1 0,0-1 1,-1 8-1,0 116 1212,0-125-1251,0 1-1,0-1 1,1 0-1,-1 0 1,1 0 0,0 0-1,-1 0 1,1 0-1,1 0 1,-1 0 0,0-1-1,1 1 1,-1 0-1,1 0 1,0-1 0,0 0-1,0 1 1,0-1 0,0 0-1,1 0 1,4 4-1,20 22 69,-16-2 9,0-13-26,-9-12-54,-1 0-1,0 0 1,1 1 0,-1-1-1,0 1 1,0-1 0,0 1 0,0-1-1,0 1 1,0 0 0,-1-1-1,1 1 1,0 0 0,-1-1 0,0 1-1,1 0 1,-1 0 0,0 0-1,0 0 1,0 2 0,0-3-4,1 1 1,-1-1 0,1 0-1,-1 0 1,1 0 0,-1 0-1,1 0 1,0 0 0,0 0-1,-1 0 1,1 0 0,0 0-1,0 0 1,0 0 0,0 0-1,0-1 1,0 1 0,0 0-1,0-1 1,0 1 0,1-1-1,-1 1 1,0-1 0,0 0-1,0 1 1,2-1 0,2 1 51,0 1 0,0-2 0,0 1 0,0 0 0,10-1 0,-12-1-35,3 1 48,0 0 0,0-1 0,-1 0 0,1 0 0,0 0 0,-1-1 0,1 1 0,-1-2 0,1 1 0,5-4 0,-1 0-6,1 1 0,0 0 1,16-5-1,-18 7-48,0 0 1,0 0 0,-1-1-1,1-1 1,-1 1 0,0-1-1,0-1 1,0 1-1,-1-1 1,0-1 0,7-7-1,139-165 447,-145 169-431,1 0-1,-2 0 1,1-1-1,-2 0 1,1 0 0,-1 0-1,-1-1 1,0 0-1,-1 0 1,0-1-1,2-14 1,2-5 71,-4 20-70,-1 0 0,-1 0 1,0 0-1,1-19 1,-4 6 0,0 15-7,1 0-1,0 1 1,1-1 0,0 0-1,0 0 1,3-10 0,7-6 82,-8 20-83,-1 0 1,0 1-1,1-1 0,-2-1 1,1 1-1,-1 0 1,0 0-1,0-8 1,-2-6 58,1 15-50,-1 1 0,1-1 1,0 0-1,0 0 0,0 0 0,1 0 0,-1 0 0,1 0 1,0 0-1,4-8 0,2 4-18,2 1 0,-1 0 0,15-11 0,-16 13 15,-3-4 19,-4 10-51,0-1 0,0 1 0,1-1 0,-1 1 0,0-1 0,0 1 0,0-1-1,0 1 1,0 0 0,0-1 0,1 1 0,-1-1 0,0 1 0,0-1 0,0 1-1,1 0 1,-1-1 0,0 1 0,1 0 0,-1-1 0,0 1 0,1 0 0,-1-1 0,1 1-1,-1 0 1,1-1 0,64-27 156,-43 17-56,0 1-1,0 1 0,38-9 1,-57 16-55,1 1 1,0-1-1,0 0 0,-1 0 1,1 0-1,-1 0 0,7-6 1,20-11 328,-3 8 25,1 1 0,1 2 0,-1 1 0,56-7 0,-16 6 266,59-3 489,393 43 947,-334-16-1315,28 5 170,154 7 334,-308-27-1200,-57 1-4083,-9-1 2170,-18-1-1418,-36-12-4393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8:3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1 960,'27'7'1681,"23"1"7631,25-6-7208,1 1-1608,-42-1-412,-1 3-1,0 1 0,58 18 1,0 23-4,-90-47-80,-1 0 0,0 0 0,1 0 0,-1 0 0,0 0 0,0 1 0,1-1 0,-1 0 0,0 0 0,1 0 0,-1 1 0,0-1 0,0 0 0,0 0 0,1 1 0,-1-1 0,0 0 0,0 1 0,0-1 0,1 0 0,-1 0 0,0 1 0,0-1 0,0 0 0,0 1 0,0-1 0,0 0 0,0 1 0,0-1 0,0 1 0,0-1 0,0 0 0,0 1 0,0-1 0,0 0 0,0 1 0,0-1 0,0 0 0,0 0 0,-1 1 0,1-1 0,0 0 0,0 1 0,0-1 0,-1 0 0,1 1 0,0-1 0,0 0 0,0 0 0,-1 0 0,1 1 0,0-1 0,-1 0 0,1 0 0,0 0 0,0 1 0,-1-1 0,1 0 0,-1 0 0,-18 10-13,0-2 1,0 0-1,-22 6 1,14-5-5,-66 20 124,-1-4 0,-104 13-1,162-33 114,-64-2 1,99-3-222,-14 0 26,21-1 71,47-5 517,-22 2-485,0 1 0,49 3-1,60 8 35,-139-8-160,17 1 12,-11-1-13,0 0 1,0 1-1,0-1 0,0 2 0,0-1 0,-1 1 0,1 0 0,0 0 1,-1 1-1,12 6 0,-17-9 0,0 1 1,1 0-1,-1 0 1,0 0 0,1 0-1,-1 0 1,0 0-1,0 0 1,0 0-1,0 0 1,0 1-1,0-1 1,0 0 0,-1 1-1,1-1 1,0 1-1,-1-1 1,1 1-1,-1-1 1,1 1-1,-1-1 1,0 1-1,0-1 1,0 1 0,1 0-1,-2 2 1,0-1 7,0 0 1,0 0 0,0-1-1,-1 1 1,1 0 0,-1 0-1,0-1 1,0 1 0,0-1-1,0 1 1,0-1 0,-1 0-1,1 0 1,-5 3 0,-10 6 87,-1-2 1,0 0 0,0-1 0,-1 0 0,0-2-1,-1 0 1,1-1 0,-35 3 0,-465 40 1210,516-48-1309,-10 1-13,-55 3-813,-84-4 1,143 0-75,0-1 1,-1-1 0,1 0-1,0 0 1,-10-4-1,14 4-830,-1-1 0,1 0-1,1 0 1,-1-1 0,-8-7-1,13 11 1689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5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72 960,'4'-21'5693,"-3"19"-5484,0 1 0,1-1 0,-1 1 1,1 0-1,-1 0 0,1 0 0,-1 0 1,1 0-1,0 0 0,-1 0 0,1 0 1,3-1-1,6-2 889,3 0-244,1 0 0,0 1 0,26-2-1,-12 2-92,-11 0-308,1-1 780,0 2 0,21-1 0,-34 3-847,1 1 1,-1 0-1,1 0 1,-1 0-1,1 1 1,-1 0-1,0 0 1,0 0-1,9 5 1,48 24 2182,83 29-1,-94-41-1986,0 2 0,48 29 0,-76-36-487,0-1 0,29 10 0,-45-19-73,3 1-231,0 1 1,0 1-1,-1 0 1,0 0 0,0 1-1,-1 0 1,0 0-1,-1 1 1,9 11-1,-9-9-2111,0 0 0,0 1-1,-1 0 1,7 18-1,-12-27 951,-1 1-1,0 0 1,-1-1-1,1 1 0,0 0 1,-1 0-1,0 6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5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0 358 2321,'0'-21'2641,"66"0"241,32-6 1360,222-48 4001,-26 13-3440,-99 35-3603,1 6-1040,-6-8-80,6 2-1681,-33 6-4882,0-6-6002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5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1601,'33'-6'2481,"-1"-8"160,1 1 240,228-29 2402,66-14-561,-73 29-3521,-123 21-1442,32 12-239,1 15-720,-34-8-2082,-6-5-1680,-58-2-1761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9:5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4802,'65'0'2641,"33"0"-1760,91 0-241,7 9-960,-65 3-2801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0:0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1 400,'93'5'1734,"31"4"921,-124-9-2650,-1 0 1,1 1-1,0-1 1,0 0-1,0 0 0,0 0 1,0 0-1,-1 0 1,1 0-1,0 0 1,0 0-1,0 1 1,0-1-1,0 0 0,0 0 1,0 0-1,-1 0 1,1 0-1,0 1 1,0-1-1,0 0 0,0 0 1,0 0-1,0 0 1,0 1-1,0-1 1,0 0-1,0 0 0,0 0 1,0 0-1,0 1 1,0-1-1,0 0 1,0 0-1,0 0 0,0 0 1,1 1-1,-1-1 1,0 0-1,0 0 1,0 0-1,0 0 1,0 0-1,0 1 0,0-1 1,0 0-1,1 0 1,-1 0-1,0 0 1,0 0-1,0 0 0,0 0 1,1 1-1,-47 21 1209,-81 29 0,115-43-454,12-8-734,0 0 0,0 1 1,0-1-1,0 0 0,0 0 1,0 1-1,0-1 0,0 0 1,0 0-1,1 0 0,-1 1 1,0-1-1,0 0 0,0 0 1,0 1-1,0-1 1,0 0-1,1 0 0,-1 0 1,0 0-1,0 1 0,0-1 1,1 0-1,-1 0 0,0 0 1,0 0-1,0 0 0,1 0 1,-1 1-1,0-1 0,0 0 1,1 0-1,-1 0 1,0 0-1,0 0 0,1 0 1,-1 0-1,19 2 109,-1 0 1,1-2 0,21-1-1,-18-1 10,-1 2-1,1 1 1,39 6-1,-32-3-122,41 9 1,-65-12-25,0 0 0,0 1 0,0-1 1,-1 1-1,1 0 0,0 0 0,-1 0 1,1 1-1,6 5 0,-1 10 69,-2-10-51,-7-7 2,1 0 1,-1 0 0,1 0 0,-1 1-1,1-1 1,-1 1 0,0-1 0,0 1-1,0-1 1,0 1 0,0 0 0,0-1-1,0 1 1,0 0 0,0 0 0,-1 0 0,1 0-1,-1 0 1,0-1 0,1 1 0,-1 0-1,0 0 1,0 0 0,0 0 0,-1 0-1,1 0 1,0 0 0,-1 0 0,1 0-1,-1 0 1,1 0 0,-1-1 0,-2 4-1,-1 1 115,0 0 0,0-1 0,-1 0-1,0 0 1,0 0 0,-1 0 0,1-1-1,-1 1 1,-6 2 0,-57 29 1621,35-19-916,7-4 36,0-1 1,-1-1-1,-52 13 0,-180 26 2674,105-18-3645,-71 14-7689,123-23-191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0:09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0 320,'0'6'1361,"-32"9"-241,-1 12 161,0 0-401,1-6 241,-34 6-401,34 0-240,-33 14 1,-33 36 79,32-2 160,1 2-80,0 12 161,6 1 79,26-1-320,1-14-239,-1-27-802,33-7-1520,33-26-2801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0:12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1880 309 1521,'142'6'4081,"-83"-2"-2462,-1-2-1,75-8 1,151-47 230,-281 52-1844,125-29 278,100-20 1,-172 40-2,0 3 1,63 0-1,300 1 3120,255-15-281,-215 22 487,-109 4-946,-336-6-2563,239 2 1416,-50-7-563,-52 0-410,191-7 546,-61 0-389,622-37 654,-522 17-1353,-318 27 0,-18 1 0,-1 1 0,76 5 0,-66 4 0,-16-2 0,-11 2 0,-5 3 0,-13-5 0,1 1 0,0 0 0,-1 0 0,1 1 0,-1 0 0,15 12 0,-18-13-75,0-1 1,0 1-1,0-2 1,1 1-1,8 2 1,-5-2-168,-1 1 1,1 0-1,14 8 1,-22-11 198,0 0 0,0 1 1,0-1-1,-1 1 0,1-1 0,-1 1 1,1-1-1,-1 1 0,0 0 1,1-1-1,-1 1 0,0 0 0,0 0 1,0 0-1,0 0 0,-1 0 1,1 0-1,0 0 0,-1 1 0,0-1 1,1 4-1,-1-3-52,0 0 8,1-1 0,-1 1 1,0-1-1,0 1 0,0-1 1,0 1-1,0-1 0,-1 1 1,1-1-1,-1 1 0,1-1 1,-1 1-1,0-1 1,0 0-1,0 1 0,-1-1 1,1 0-1,0 0 0,-1 0 1,1 0-1,-1 0 0,0 0 1,0 0-1,0 0 0,0-1 1,0 1-1,0-1 1,0 0-1,0 1 0,0-1 1,-4 1-1,-40 24 20,2 2 1,1 2-1,-68 62 0,68-50 143,25-24-92,0 1 1,1 0-1,-23 34 1,31-40 8,0-2 1,-1 1 0,0-1-1,-15 12 1,-5 5 11,-13 26-59,6-19 3,-19 19 36,56-53 15,-7 8 9,-1 0 1,0-1-1,0 0 1,-1 0-1,0-1 1,-12 8-1,-28 16-9,37-12 4,7-9 6,3-8-6,0 1 0,0-1 0,-1 0-1,1 1 1,-1-1 0,0 0 0,0-1 0,-4 3 0,5-3-6,0 0 0,0-1 0,0 1 0,1 0 0,-1 1 0,0-1 0,0 0 0,1 0 0,-1 1 0,1-1 0,-1 1 0,1-1 0,0 1 0,-1-1 0,1 1 0,0 0 0,0 0 0,0 0 0,1 0 0,-1 0 0,0 0 0,1 0 0,-2 4-1,2-5 5,0 0 0,0 0 0,0 0 0,0 0 0,-1 1 0,1-1 0,-1 0-1,1 0 1,-1 0 0,1 0 0,-1 0 0,1 0 0,-1 0 0,0 0 0,0 0-1,1 0 1,-1 0 0,0 0 0,0-1 0,0 1 0,0 0 0,0-1 0,0 1-1,0-1 1,0 1 0,0-1 0,-3 1 0,-2 2 12,1 5-24,-1 1-20,-48 36 230,50-42-188,1 1-1,0-1 1,0 1-1,0 0 1,0 0-1,0-1 1,-1 6-1,2-5-15,0-1-1,0 1 1,0-1 0,0 0-1,-1 0 1,1 0 0,-1 0-1,0 0 1,0-1 0,0 1-1,0-1 1,0 0 0,-1 0-1,-3 2 1,-2 0-15,-11 6-1,0 1-1,-23 16 1,-17 9 60,55-32-51,1-1 0,-1 0 0,0 0 0,0 0 0,0 0 0,-1-1 1,-10 4-1,2-2-49,8-1-73,6-3 54,0 1 80,0-1 1,0 0-1,1 1 0,-1-1 0,0 0 1,0 0-1,0 1 0,0-1 0,0 0 0,0 1 1,0-1-1,0 0 0,0 0 0,0 1 1,0-1-1,-1 0 0,1 1 0,0-1 1,0 0-1,0 0 0,0 1 0,0-1 1,0 0-1,-1 0 0,1 1 0,0-1 1,0 0-1,0 0 0,-1 0 0,1 1 0,0-1 1,0 0-1,-1 0 0,1 0 0,0 0 1,0 0-1,-1 1 0,1-1 0,0 0 1,-1 0-1,1 0 0,-55 23-54,54-22 55,0 0 0,-1 0 1,1 0-1,0 0 0,-1 0 0,1-1 1,-1 1-1,1-1 0,-1 1 0,1-1 1,-1 0-1,1 1 0,-1-1 0,-2 0 1,-4 1 16,8-1-19,0 0 1,0 0-1,0 0 0,0 0 0,0 0 1,0 0-1,0 0 0,1 0 0,-1 0 1,0 0-1,0 0 0,0 1 0,0-1 1,0 0-1,0 0 0,0 0 0,0 0 1,0 0-1,0 0 0,0 0 0,0 1 1,0-1-1,0 0 0,0 0 0,0 0 1,0 0-1,0 0 0,0 0 0,0 1 1,0-1-1,0 0 0,0 0 0,0 0 1,0 0-1,0 0 0,0 0 0,0 1 1,0-1-1,0 0 0,0 0 0,0 0 1,0 0-1,0 0 0,0 0 0,0 0 1,-1 1-1,1-1 0,0 0 0,0 0 1,0 0-1,0 0 0,0 0 0,21 0 0,-42 0-146,20 0 146,1 1 1,-1-1 0,1 0-1,-1 0 1,1 1-1,-1-1 1,1 1 0,0-1-1,-1 0 1,1 1 0,0-1-1,-1 1 1,1-1-1,0 1 1,0-1 0,-1 1-1,1-1 1,0 1 0,0-1-1,0 1 1,0-1-1,0 1 1,-1-1 0,1 1-1,0-1 1,0 1 0,0-1-1,0 1 1,1-1-1,-1 1 1,0-1 0,0 1-1,0 0 1,0-1 0,1 1-1,-1 0 4,0-1-1,0 1 1,1-1 0,-1 1-1,0 0 1,0-1-1,0 1 1,0-1-1,0 1 1,0 0 0,0-1-1,0 1 1,0-1-1,0 1 1,0 0-1,-1-1 1,1 1 0,0-1-1,0 1 1,0-1-1,-1 1 1,1-1-1,0 1 1,-1-1 0,1 1-1,-1-1 1,1 1-1,0-1 1,-1 1-1,0 0 1,-92 47 63,86-46-74,6-1 4,0-1-1,0 0 1,-1 0 0,1 1 0,0-1 0,0 1-1,0-1 1,0 1 0,-1 0 0,1-1-1,0 1 1,0 0 0,0 0 0,0-1 0,1 1-1,-1 0 1,0 0 0,0 0 0,0 0-1,1 0 1,-1 0 0,0 1 0,1-1 0,-1 0-1,1 0 1,0 0 0,-1 1 0,1-1 0,0 0-1,0 2 1,0-2 6,0 0-1,-1 0 0,1 0 1,0 0-1,0 0 1,0 0-1,-1 0 1,1 0-1,0 0 1,-1 0-1,1 0 1,-1 0-1,1 0 0,-1 0 1,0 0-1,1 0 1,-1-1-1,0 1 1,0 0-1,1 0 1,-1-1-1,0 1 1,0 0-1,0-1 0,0 1 1,0-1-1,-1 1 1,1-1-1,0 1 0,0-1 1,0 1-1,0-1 0,0 1 1,1-1-1,-1 1 0,0-1 1,0 1-1,0 0 0,1-1 1,-1 1-1,1 0 0,-1 0 0,0 0 1,1-1-1,-1 1 0,1 0 1,0 0-1,-1 0 0,1 0 1,0 0-1,-1 0 0,1 0 1,0 0-1,0 0 0,0 1 0,0-1-3,0 0 0,0 0-1,0 0 1,0 0-1,0 0 1,0 0-1,0 0 1,0 0 0,0-1-1,-1 1 1,1 0-1,0 0 1,-1 0-1,1 0 1,-1 0 0,1-1-1,-1 1 1,1 0-1,-2 1 1,-19 4-105,4-4 54,-167 33 1079,-81 2-719,139-24-163,-320 39 482,132-21-38,199-21-457,-107 0-99,58-5 27,-124 2 247,-44-8-147,194-5-49,-109-2-22,-42 23-196,136-8 334,-42-1-174,-43-24-493,-334 23 267,271 11-14,173-10 107,42 3 36,-24 2 261,36-12-244,-172 8-52,-6 9-373,-83 11 170,78-4 444,123-14-257,108-9 161,-41-5 1,-90-3-27,119 8 174,32-5-428,-114-16 14,120 21 188,-1 0 1,1 0-1,0 0 1,-1-1-1,1 1 0,-1 0 1,1 0-1,0-1 1,-1 1-1,1 0 0,-1-1 1,1 1-1,0 0 1,-1-1-1,1 1 0,0-1 1,0 1-1,-1 0 1,1-1-1,0 1 0,0-1 1,0 1-1,0-1 1,-1 1-1,1-1 0,-2-5-73,-4 3 10,-11-9-104,17 12 170,-1-1 0,1 1 0,0-1 0,-1 1 0,1-1 0,0 1 0,0-1 0,-1 1 0,1-1 0,0 1 0,0-1 0,0 1 0,0-1 0,0 0 0,0 1 0,0-1 0,0 1 0,0-1 0,0 0 0,0 1 0,0-1 0,0 1 0,0-1 0,0 1 0,1-1 0,-1 1 0,0-1 0,0 0 0,1 1 0,-1-1 0,0 1 0,1 0 0,0-2 0,10-9-95,1-1 0,0 1 0,1 1 0,15-10 0,40-22-3,2 3 0,129-53 1,21 7 268,-110 44-30,201-104 0,-298 137-112,-1 0-1,-1-1 1,13-12-1,-12 10 17,0 1 1,19-13-1,-4 7 38,-11 7-89,0-1 1,-1 0-1,0-1 0,15-15 0,-29 25 6,-1 1-1,1 0 1,-1 0-1,0 0 1,1-1-1,-1 1 0,0 0 1,1-1-1,-1 1 1,0 0-1,1 0 1,-1-1-1,0 1 1,1-1-1,-1 1 1,0 0-1,0-1 1,0 1-1,1-1 0,-1 1 1,0 0-1,0-1 1,0 1-1,0-1 1,0 1-1,0-1 1,0 1-1,0 0 1,0-1-1,0 1 1,0-1-1,0 1 1,0-1-1,0 1 0,0-1 1,-1 1-1,1 0 1,0-1-1,0 1 1,0-1-1,-1 1 1,1 0-1,0-1 1,0 1-1,-1 0 1,1-1-1,0 1 1,-1 0-1,1 0 0,-1-1 1,1 1-1,-1 0 1,-22-4-831,18 4 785,4 0 8,-24-3-2422,-47 2-1,60 2-142,0 0 0,0 2 0,-17 4 0,-4 4-3378,1-9 1028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38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100 112 1201,'0'-1'91,"0"1"1,0-1 0,-1 0 0,1 1 0,0-1 0,0 0 0,-1 1 0,1-1 0,0 1 0,-1-1 0,1 1-1,-1-1 1,1 0 0,-1 1 0,1 0 0,-1-1 0,1 1 0,-1-1 0,1 1 0,-1 0 0,0-1 0,1 1 0,-1 0-1,1-1 1,-1 1 0,0 0 0,1 0 0,-1 0 0,0 0 0,1 0 0,-2 0 0,1 0 3,0 0 1,1 0 0,-1-1-1,0 1 1,1 0 0,-1 0-1,0 0 1,1 0 0,-1-1-1,0 1 1,1 0 0,-1-1-1,1 1 1,-1 0 0,0-1 0,1 1-1,-1-1 1,1 1 0,-1-1-1,1 1 1,-1-1 0,1 1-1,0-1 1,-1 0 0,1 1-1,0-1 1,-1 0 0,1 1-1,0-1 1,0 0 0,-1 0-1,1-28 6363,0 3-3325,0 25-3041,-1 0-1,1-1 1,-1 1-1,0 0 1,0 0-1,0 0 1,0 0-1,0 0 1,0 0-1,0 0 1,0 0-1,0 0 1,0 0-1,0 0 0,0 1 1,-1-1-1,1 1 1,0-1-1,-1 1 1,1-1-1,-2 0 1,0 0 203,2 0-195,0 1 0,-1-1 0,1 0-1,0 0 1,-1 0 0,1 1 0,-1-1 0,1 1-1,-1-1 1,1 1 0,-1 0 0,1-1 0,-1 1-1,1 0 1,-3 0 0,-3 0 211,6 0-247,1 0 1,0 0 0,-1 0-1,1 0 1,0 0 0,-1 0-1,1 0 1,0 0 0,0 0-1,-1 0 1,1 0 0,0 1-1,0-1 1,-1 0 0,1 0-1,0 0 1,0 0 0,-1 1-1,1-1 1,0 0 0,0 0-1,0 0 1,-1 1 0,1-1-1,0 0 1,0 0 0,0 1-1,0-1 1,0 0 0,0 1-1,-1-1 1,1 0 0,0 1-1,0 0-61,1 0 0,-1 0-1,0 0 1,0 0-1,1 0 1,-1 0-1,0 0 1,1 0-1,-1 0 1,1 0-1,-1 0 1,1-1-1,0 1 1,-1 0-1,1 0 1,0-1-1,-1 1 1,1 0-1,0-1 1,0 1-1,1 0 1,79 54 1125,162 82 1,-2-3 82,-223-123-1284,1 0 0,23 9 0,15 7-2496,-24-15-1034,-33-11 3312,1-1 0,0 1 1,0-1-1,0 0 1,-1 1-1,1-1 0,0 0 1,0 0-1,0 0 1,0 1-1,0-1 0,0 0 1,-1 0-1,1 0 1,0 0-1,0-1 0,0 1 1,0 0-1,0 0 1,0 0-1,-1-1 0,1 1 1,1-1-1,-23-11-9313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38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34 429 960,'-33'0'2642,"66"-8"1279,-1 8-239,1-7-1361,32-7-960,0-7-321,66-18 241,98-59 800,-66 15-641,-6 35-1039,-59 21-321,32 6-1121,1 0-2720,-66-20-6164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3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4 162 720,'-1'-18'2688,"0"13"-1781,1-1 1,-1 1 0,1-1 0,0 0-1,0 1 1,1-1 0,0 1 0,0-1-1,0 1 1,4-11 0,8 7-44,1 0 1,1 1-1,0 1 0,20-8 1,-22 10-587,0 1 0,-1 1 1,2 0-1,15-1 0,-17 2-95,3 0 55,1 1 0,-1 1 0,1 0 0,-1 1 0,0 0 0,1 1 0,-1 1 0,17 5 0,0 3 377,-1 2 1,43 23-1,-54-26-188,-1 1 0,30 23 0,-46-31-359,0 0 0,0 0 0,0 0 0,0 0 0,0 1-1,0-1 1,2 6 0,-4-8-44,-1 1-1,1-1 0,-1 0 0,1 1 1,-1-1-1,1 1 0,-1-1 1,0 1-1,0-1 0,0 1 0,0-1 1,0 1-1,0-1 0,0 1 0,-1-1 1,0 3-1,0-1-3,-1 0 1,-1 0-1,1 0 1,0-1-1,-1 1 1,1 0-1,-1-1 1,0 0-1,0 0 1,0 0-1,0 0 0,0 0 1,0 0-1,-1-1 1,1 1-1,-1-1 1,-5 1-1,-20 6 132,-2 0-1,1-3 0,-1 0 1,0-2-1,-36-1 0,3-3 182,-92-15 0,148 15-303,6 1-24,1 1 0,0-1 0,-1 0 0,1 0 0,0 0 0,-1-1 0,1 1 0,0 0 0,-1 0 0,1-1 0,0 1 0,0-1 0,-1 1 0,1-1 0,0 1 0,0-1 0,0 0 0,0 0 0,0 1 0,0-1 0,0 0 0,0 0 0,-1-2 0,1 3-5,1 0 1,0-1 0,0 1 0,0 0 0,0 0-1,1-1 1,-1 1 0,0 0 0,0 0 0,0-1-1,0 1 1,0 0 0,0 0 0,0-1 0,0 1-1,0 0 1,1 0 0,-1 0 0,0-1 0,0 1 0,0 0-1,0 0 1,1 0 0,-1 0 0,0-1 0,0 1-1,0 0 1,1 0 0,-1 0 0,0 0 0,0 0-1,1 0 1,-1 0 0,0 0 0,0 0 0,1-1-1,64 0 13,104 9-1,194 26 214,-327-28-193,-11-3-17,0 1 0,-1 2 0,0 0 1,38 16-1,-61-22-19,0 0 0,-1 0 0,1 0 0,-1 0 0,1 1 0,0-1-1,-1 0 1,1 0 0,-1 1 0,1-1 0,-1 0 0,1 1 0,-1-1 0,1 1 0,-1-1 0,1 1 0,-1-1 0,1 0 0,-1 1 0,0 0 0,1-1 0,-1 1 0,0-1 0,0 1 0,1-1-1,-1 1 1,0 0 0,0-1 0,0 1 0,0-1 0,0 1 0,1 0 0,-1-1 0,0 1 0,-1 0 0,1-1 0,0 1 0,0-1 0,0 1 0,0 0 0,0-1 0,-1 1 0,1-1 0,0 1-1,0 0 1,-1-1 0,1 1 0,-1-1 0,1 1 0,0-1 0,-1 1 0,1-1 0,-1 0 0,1 1 0,-2 0 0,-25 14 483,27-15-460,-24 9 627,-1-2 0,1 0 0,-1-2 0,-43 3 0,0 1-55,-50 12-215,-173 21-262,271-41-842,-1-1 1,-34-3-1,49 2 328,-17 3-3354,15 1-343,39 12-18090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3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59 720,'-3'0'353,"2"0"-96,-1 0 1,0 0-1,0 0 1,0 0-1,0 0 0,1-1 1,-1 1-1,0 0 0,0-1 1,1 1-1,-4-2 1,5 1 324,-1 0 1,0 0 0,0 0-1,1-1 1,-1 1 0,1 0 0,-1 0-1,1-1 1,-1 1 0,1 0 0,0 0-1,0-1 1,-1 1 0,1 0 0,0-1-1,0 1 1,1 0 0,-1-2 0,1 2-478,0 0 0,-1 0 0,1 0 0,0 0 0,0 0 0,0 0 0,0 0 0,0 1 0,1-1 0,-1 0 0,0 1 0,0-1 0,0 1 0,1-1 0,-1 1 0,0 0 0,0 0 0,1-1 0,-1 1 0,2 0 0,-1 0 184,9-4 68,0 1-1,0 0 1,0 0-1,1 2 0,-1-1 1,17 1-1,66 4-565,-87-3 124,91 12-4026,-27-3-4064,-39-4 3814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4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2081,'0'0'6083,"32"8"-3762,1-8-720,0 0-161,32 0-239,33 0-81,157 0 241,6-8-1121,-65 1-6243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0:34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1105 7 80,'2'2'425,"-9"1"-263,-47 12 1332,48-14 1868,1-1-3122,-148-12 1921,88 24-1828,54-7-253,-11-4-13,17 0 46,4-1-112,1 0-1,0 0 0,0 0 0,0 0 1,0 0-1,0 0 0,0 0 0,0 0 0,0 0 1,0 0-1,0 0 0,0 0 0,0 1 1,0-1-1,-1 0 0,1 0 0,0 0 0,0 0 1,0 0-1,0 0 0,0 0 0,0 0 0,0 0 1,0 0-1,0 0 0,0 0 0,0 0 1,0 0-1,0 0 0,0 0 0,0 1 0,0-1 1,0 0-1,0 0 0,0 0 0,0 0 1,0 0-1,0 0 0,0 0 0,0 0 0,0 0 1,0 0-1,0 0 0,0 0 0,0 1 0,0-1 1,0 0-1,0 0 0,0 0 0,0 0 1,0 0-1,0 0 0,0 0 0,0 0 0,0 0 1,1 0-1,-1 0 0,0 0 0,0 0 1,0 0-1,0 0 0,0 0 0,0 0 0,0 0 1,-32 5 44,-1 0 40,1 2-1,-60 19 1,27 9 288,26-16-82,7-2-102,-27 11-15,-1-2 293,59-25-462,1-1 1,0 0-1,0 0 1,-1 0-1,1 0 1,0 0 0,-1 0-1,1 0 1,0 0-1,0 1 1,-1-1-1,1 0 1,0 0-1,0 0 1,0 1-1,-1-1 1,1 0 0,0 0-1,0 1 1,0-1-1,0 0 1,-1 0-1,1 1 1,0-1-1,0 0 1,0 0-1,0 1 1,0-1-1,0 0 1,0 1 0,0-1-1,0 1 1,-5 7 131,-17 4 23,19-10-142,1 0 0,-1 0 0,0 0 0,0 0 0,0 0 0,0-1 0,0 1 0,0-1 0,-1 0 1,-3 1-1,4-1-9,0-1 1,0 1-1,0 0 1,1 1 0,-1-1-1,0 0 1,1 1 0,-1-1-1,1 1 1,-1 0 0,1 0-1,0 0 1,-3 3-1,-50 35 298,-10 18 187,54-35-441,0-13-37,9-9-10,1-1-1,0 1 1,0-1 0,1 1 0,-1 0-1,0 0 1,0-1 0,0 1 0,0 0 0,1 0-1,-1 0 1,0 0 0,1 0 0,-1 0-1,1 0 1,-1 0 0,1 0 0,-1 0 0,1 0-1,0 0 1,-1 1 0,1-1 0,0 0-1,0 2 1,0-2 0,0 0 0,0 0 0,0 0 0,0 0 0,0 0-1,0 0 1,0 0 0,-1-1 0,1 1 0,0 0 0,-1 0 0,1 0-1,0 0 1,-1 0 0,1-1 0,-1 1 0,1 0 0,-1 0 0,0-1 0,1 1-1,-1 0 1,0-1 0,1 1 0,-1-1 0,0 1 0,0-1 0,0 1-1,1-1 1,-1 1 0,-2-1 0,2 1-1,0-1 1,0 1-1,0-1 0,1 0 1,-1 1-1,0 0 0,0-1 1,0 1-1,0 0 0,0-1 1,1 1-1,-1 0 0,0 0 1,1-1-1,-1 1 0,1 0 1,-1 0-1,1 0 0,-1 0 0,1 0 1,-1 0-1,1 0 0,0 0 1,0 0-1,-1 0 0,1 0 1,0 0-1,0 0 0,0 0 1,0 2-1,0-1 3,0 0-1,0 0 1,0 0-1,0 0 1,-1 0 0,1 0-1,-1 0 1,1 0-1,-1 0 1,0 0-1,0 0 1,0 0 0,0-1-1,0 1 1,0 0-1,-1-1 1,1 1 0,0-1-1,-1 1 1,-3 2-1,-2 2 7,6-4 3,0-1-1,1 1 0,-1-1 1,0 0-1,1 1 0,-1 0 1,1-1-1,-1 1 0,1-1 1,0 1-1,-1-1 0,1 1 0,0 0 1,0-1-1,0 1 0,0 0 1,1-1-1,-1 1 0,0-1 1,1 1-1,-1-1 0,1 1 0,-1 0 1,1-1-1,0 0 0,1 3 1,13 6-8,35 19 88,10 1 37,-49-26-99,-1 1 1,1 0 0,10 7 0,30 15 234,-32-19-220,-7-2-15,0-1 1,1 0-1,0-1 1,16 3-1,-11-5 13,1 1-1,-1 1 1,0 1 0,0 1-1,-1 0 1,33 16 0,53 32 18,-93-50-90,0 0 1,0-1-1,0 0 0,1-1 0,15 3 1,17 3 85,-2 1-78,-21-5-28,-1 1 1,25 8-1,-30-8 13,0-1-1,0 0 0,1-1 0,-1-1 0,1 0 1,0-1-1,-1-1 0,28-2 0,2 0-68,119-6 86,-123 8 11,1-1-35,80 10-1,-93-6 9,1 0 0,-1-2-1,1-1 1,0-1 0,-1-2-1,1-1 1,-1-1 0,0-1-1,0-2 1,35-14 0,-48 16 32,-1-1 1,0-1 0,0-1-1,21-16 1,36-37 237,-62 54-160,-1-1 0,0 0 0,0 0 0,-1-1 0,0 0 0,6-12 0,-11 17-47,-1-1 0,1 0 0,-1 0-1,0 0 1,-1 1 0,1-1-1,-1 0 1,0 0 0,-2-8-1,1-8 55,1 16-54,-1 1 1,-1 0-1,1-1 1,-1 1-1,0 0 1,0 0-1,0 0 1,-1 0-1,0 1 1,0-1-1,0 1 1,0-1-1,-8-7 1,-16-24 244,11 12-41,0 1 0,-2 0-1,-24-24 1,24 28-66,-1 2 0,-1 0-1,0 0 1,-45-25 0,19 17 450,-1 3 1,-59-20-1,29 12 76,-23-16 256,68 29-671,-1 2 0,-1 1 0,-61-16 0,89 29-135,7 7-2837,-1-5 2066,0 0-1,1 0 1,-1 0 0,0 0 0,0 0-1,0 0 1,0 0 0,0 0 0,0 1-1,0-1 1,-1 0 0,1 0 0,0 0-1,0 0 1,-1 0 0,1 0-1,-1 0 1,1 0 0,-1 0 0,1 0-1,-1-1 1,-1 3 0,-25-1-4085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42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284 138 240,'0'-3'733,"-1"0"-1,1 0 1,1 0 0,-1 1-1,0-1 1,1 0 0,-1 0-1,1 0 1,2-5-1,-2 7-602,0 0 1,0-1-1,1 1 0,-1 0 0,1 0 0,-1 0 0,1 0 0,-1 0 0,1 0 0,-1 1 0,1-1 0,3 0 1,-5 0-75,1 1 1,-1 0-1,1 0 1,-1 0-1,0 0 1,1-1-1,-1 1 1,0 0-1,1-1 1,-1 1 0,0 0-1,0 0 1,1-1-1,-1 1 1,0 0-1,0-1 1,1 1-1,-1-1 1,0 1-1,0 0 1,0-1-1,0 1 1,0-1 0,0 1-1,0 0 1,1-1-1,-1 1 1,0-1-1,0 1 1,-1 0-1,1-1 1,0 1-1,0-1 1,0 1 0,0-1-1,0 1 1,0-1-1,-1 1-4,1-1-1,0 1 1,0 0-1,0-1 1,0 1-1,0-1 1,0 1-1,0-1 0,0 1 1,0-1-1,0 1 1,0 0-1,0-1 1,0 1-1,0-1 1,0 1-1,0-1 1,0 1-1,1-1 1,-1 1-1,0 0 1,0-1-1,0 1 1,1 0-1,-1-1 1,0 1-1,1 0 1,-1-1-1,0 1 1,1 0-1,-1-1 1,0 1-1,1 0 0,-1 0 1,1-1-1,30-10 1117,58-11-1,-41 12-1055,1 2 0,1 2 0,-1 2 0,1 3 0,-1 2 0,1 2 0,-1 2 0,0 2 0,89 25 0,-121-26-120,-1 0 0,1 1 0,-1 0 0,21 15 0,-36-22 14,1 1-1,-1-1 0,0 1 1,0 0-1,0-1 0,0 1 1,0 0-1,0 0 0,0 0 0,-1 0 1,1 0-1,0 0 0,0 0 1,-1 0-1,1 0 0,-1 0 1,1 0-1,-1 0 0,1 0 1,-1 1-1,1-1 0,-1 0 1,0 0-1,0 0 0,0 1 0,0-1 1,0 0-1,0 0 0,0 1 1,0-1-1,0 0 0,0 0 1,-1 1-1,0 0 0,-2 4 41,0 0 1,-1-1-1,0 0 0,0 0 0,-10 9 0,-2 4-2,2-4-65,-1-2-1,1 1 0,-2-2 1,0 0-1,0-1 1,-35 16-1,-3 3 0,-15 10 128,-280 145 1,180-109-27,87-49 67,44-11-55,31-12-112,0 0 1,0-1 0,0 1-1,0-1 1,0-1 0,0 1-1,0-1 1,-1-1-1,1 1 1,0-1 0,-1 0-1,-9-2 1,7 0-17,1 0 1,-1 0 0,-14-6-1,22 8 44,0 0 1,0-1-1,1 0 0,-1 1 0,0-1 1,0 0-1,0 0 0,1 0 0,-1 0 1,0 0-1,1-1 0,-1 1 1,1 0-1,-1-1 0,1 1 0,0-1 1,0 1-1,0-1 0,0 0 0,0 0 1,-1-1-1,4-5-6,1 0 1,0 1-1,0-1 1,1 1-1,0 0 0,0 0 1,1 1-1,0-1 1,0 1-1,11-10 1,1 4 26,-1 1 1,1 1 0,1 0-1,0 1 1,21-6-1,-27 11-12,0 0 0,0 2 0,0-1 0,0 2 0,1 0 0,-1 0 0,1 1 0,-1 0 0,15 3-1,-1 3-1,-1 2 0,1 0-1,-1 2 1,0 1 0,26 15-1,51 22-1337,-90-44 604,1 0 0,-1 0-1,1-1 1,0-1 0,0 0 0,17 0 0,-26-2 163,1 0 0,-1-1 0,1 1 1,-1-1-1,1 0 0,-1 0 0,0-1 0,9-3 1,68-36-5715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42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96 2321,'-6'-1'935,"5"2"-752,0-1 0,0 0 0,0 0-1,-1 0 1,1 0 0,0-1 0,0 1-1,0 0 1,0 0 0,0-1-1,0 1 1,0 0 0,0-1 0,0 1-1,0-1 1,0 0 0,0 1 0,0-1-1,0 0 1,0 1 0,1-1 0,-1 0-1,0 0 1,0 0 0,1 0 0,-2-1-1,3 1-4,0-1 0,0 1 0,0 0 0,0 0 0,0 0-1,0 0 1,0-1 0,0 1 0,0 1 0,0-1 0,1 0-1,-1 0 1,0 0 0,0 1 0,1-1 0,-1 0 0,1 1-1,-1-1 1,1 1 0,-1 0 0,3-1 0,0 0 271,47-13 224,0 2-1,74-7 1,100 4 524,-203 14-1190,0 0 0,0 2-1,41 7 1,-46-2 56,-13 0 22,-6-3-56,0 0 0,1-1 1,-2 0-1,1 1 0,0-1 0,0 0 0,-1 0 1,1 0-1,-4 1 0,-26 19 340,-2-2 0,-51 24 0,62-33-249,-24 11 114,-151 83 986,10-12 36,120-62-944,-94 57 1,98-45-66,-90 79 0,151-119-323,-1 0-1,1 0 1,0 1 0,0-1 0,1 1-1,-1-1 1,1 1 0,-1 0 0,1 0-1,0 0 1,1 0 0,-1 1 0,1-1 0,0 0-1,0 1 1,0-1 0,0 1 0,1-1-1,0 1 1,0 6 0,0-11 76,0 3-372,1 1 0,-2 0 0,1 0 0,0 0 0,-1-1 0,1 1 0,-1 0 0,-2 5 0,-14 9-6551,39-27-2415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7:4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2801,'65'-12'3042,"27"3"-81,104 3 561,130 21-561,-130 12-6403,-72-13-7122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0:3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713 63 160,'6'-1'233,"-5"1"-123,0 0-1,0 0 1,0 0 0,0-1-1,0 1 1,0 0 0,0 0 0,0-1-1,0 1 1,0 0 0,0-1-1,0 1 1,0-1 0,0 1 0,0-1-1,0 0 1,0 1 0,-1-1-1,1 0 1,0 0 0,0 1 0,-1-1-1,1 0 1,0 0 0,-1 0 0,1 0-1,-1 0 1,0 0 0,1 0-1,-1 0 1,1 0 0,-1 0 0,0 0-1,0 0 1,0 0 0,0 0-1,0-2 1,0 2 770,-69-10 2722,-106 16-2015,170-4-1573,-10 0 98,0 1-1,0 1 1,0 0-1,1 1 1,-21 9 0,-30 8 165,61-20-264,-28 6 107,0 2 0,0 2 0,-59 28 1,68-27-59,16-9-28,-1 0 1,1 1-1,0 0 1,0 1 0,0 0-1,0 0 1,1 0-1,-7 7 1,2 13 5,2-15-19,8-9-17,-1 0 0,1 0 0,0 0 0,0 0 0,-1 0 0,1 0 0,0 1 0,0-1 0,0 0 0,0 1 0,0-1 0,0 1 0,1-1-1,-1 1 1,0-1 0,1 1 0,-1 0 0,1-1 0,0 1 0,-1 0 0,1-1 0,0 1 0,0 0 0,0 0 0,0-1 0,0 1 0,1 0 0,-1-1 0,0 1 0,1 0 0,0-1 0,-1 1 0,1-1 0,1 4 0,4 4 16,-3-4-15,0 0 0,1 0 0,-1 0 0,1 0 0,0-1 0,1 1 0,-1-1 0,1 0 0,-1 0 0,1-1 0,11 6 0,28 8 52,1-2-1,1-2 1,1-3-1,85 10 1,-30-13 2,118-7-1,-178-1-15,0-3-1,0-1 0,0-2 0,-1-2 1,76-26-1,-108 31 27,-1-1 1,1-1-1,-1 1 1,0-1 0,0-1-1,-1 1 1,0-1-1,0-1 1,-1 1-1,1-1 1,6-12-1,-7 12 31,-4 5-66,1 0 0,-1 0 1,0 0-1,-1 0 0,1 0 1,0 0-1,-1-1 1,0 1-1,0-1 0,0 1 1,0 0-1,1-6 0,-3 5-11,1 1 0,-1-1 0,0 1-1,0 0 1,0-1 0,-1 1-1,1 0 1,-1 0 0,1 0-1,-1 0 1,0 0 0,0 0-1,-1 0 1,-3-4 0,-8-6 21,-1 0 1,0 1 0,0 1 0,-2 0-1,1 1 1,-1 1 0,0 0 0,-1 1-1,0 1 1,-19-4 0,-37-9-125,-85-12-1,150 31 43,-21-3-1682,-42-1 0,39 4-1003,-32-4-5320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44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1940 59 720,'-3'-6'10074,"-3"2"-3684,-16-3-1465,-28-1-8032,38 7 4834,5-4-1461,3 1-185,-50-8 1320,47 7-487,3 2-734,-10 1 31,-1 1 0,1 0-1,-21 3 1,-7-1-54,14 0-164,-1 2 0,1 1 0,-36 10 0,-74 27-125,70-11 53,32-13 65,-160 57-226,-27 12-107,143-49 338,12-4 27,-76 25 0,-14-1-165,97-34 117,-14 9 73,61-25 4,0 0 0,1 1-1,0 0 1,1 1 0,-15 13-1,15-3-166,10-16 107,0 0 0,0-1-1,0 1 1,0 0 0,-1-1-1,1 1 1,-1-1 0,1 0-1,-1 0 1,-5 4-1,-10 3-19,10-4 51,0 0 0,0 0 0,-13 10 0,19-13-14,0 0 0,0 0-1,0 1 1,0-1 0,0 0 0,1 1 0,-1-1-1,1 1 1,0-1 0,0 1 0,0 0 0,0 0-1,0-1 1,0 1 0,1 0 0,-1 0-1,1 4 1,0-5-15,0 1-1,-1-1 0,1 0 1,0 0-1,-1 0 0,1 1 1,-1-1-1,0 0 1,0 0-1,0 0 0,0 0 1,0 0-1,0 0 0,0 0 1,-1-1-1,1 1 1,-3 2-1,2-3 15,1 1-1,0-1 1,-1 1 0,1 0 0,0-1-1,0 1 1,0 0 0,0 0 0,0 0-1,0-1 1,1 1 0,-1 0-1,0 0 1,1 0 0,0 0 0,-1 0-1,1 3 1,0 86 651,0-90-655,0 0 0,0 0-1,0 1 1,0-1 0,1 0 0,-1 0 0,0 0 0,1 0 0,-1 0 0,0 0 0,1 0-1,0 0 1,-1 0 0,1 0 0,-1 0 0,1 0 0,0 0 0,0 0 0,0 0 0,-1 0-1,1-1 1,0 1 0,0 0 0,0-1 0,2 2 0,-2-2 0,0 1 0,0 0 0,0-1 0,0 1 0,0 0 0,0 0 0,0-1 0,0 1 0,0 0 0,0 0 1,0 0-1,-1 0 0,1 1 0,0-1 0,-1 0 0,1 0 0,-1 0 0,0 0 0,1 1 0,-1-1 0,0 0 0,1 0 0,-1 1 0,0-1 0,0 2 0,0-1 12,0 0 0,0 0 0,0 0 0,1-1 0,-1 1 0,1 0-1,-1 0 1,1-1 0,0 1 0,0 0 0,-1-1 0,1 1-1,0-1 1,1 1 0,-1-1 0,1 2 0,8 10 138,-4-1 9,-5-9-151,0-1 0,0 1 0,0-1-1,1 0 1,-1 1 0,1-1 0,0 0-1,0 0 1,0 0 0,0 0 0,0 0 0,0 0-1,0-1 1,1 1 0,2 1 0,65 45-247,83 13 933,-102-42-709,-39-14 27,1 0 0,0-2 1,0 1-1,26 2 0,36 3 129,0-5 0,0-2 0,146-17 0,203-46 981,-347 46-791,133-44 0,-138 37 64,-31 9-38,-1-1-1,41-22 1,138-59 919,-149 67-803,57-37 336,-91 46-428,-32 16-311,0 0 1,0 0 0,0 0-1,0 0 1,-1-1 0,0 1-1,5-6 1,-5 4-38,1 1-1,0 0 1,0-1 0,0 2-1,8-7 1,-8 8-30,-2 1-2,-1 1 0,1-1 0,0 0 0,0 0 0,-1 0 1,1 0-1,-1-1 0,1 1 0,-1 0 0,0-1 0,1 1 0,-1-1 1,0 1-1,0-1 0,0 0 0,0 1 0,0-1 0,0 0 0,-1 0 0,1 0 1,-1 1-1,1-1 0,0-4 0,-1 5 0,0 0 0,0 0 0,0-1 0,0 1 0,0 0 0,1 0 0,-1 0 0,0-1 0,1 1 0,-1 0 0,1 0 0,0 0 0,-1 0 0,1 0 0,0 0 0,-1 0 0,1 0 0,0 0 0,0 0 0,0 0 0,0 1 0,0-1 0,0 0 0,1 0 0,0 0 0,-1 0 0,0 1 0,0-1 0,0 0 0,0 0 0,0 0 0,0 0 0,0 0 0,0 0 0,0 0 0,-1 0 0,1 0 0,0-1 0,-1 1 0,1 0 0,-1 0 0,1-1 0,-1 1 0,1 0 0,-1-1 0,0 1 0,0 0 0,0-1 0,0-1 0,0-23 0,-1 15 0,1-1 0,0 0 0,1 1 0,0-1 0,4-12 0,17-24 0,-13 5 0,0 21 0,-7 17 0,0-1 0,0 1 0,0-1 0,0 0 0,-1 1 0,0-1 0,0-8 0,-1-45 0,-1 56 0,0 0 0,0-1 0,0 1 0,0 0 0,-1 0 0,0 0 0,1 0 0,-1 0 0,0 0 0,0 0 0,-1 1 0,1-1 0,-1 1 0,1 0 0,-1 0 0,0-1 0,1 2 0,-1-1 0,-4-2 0,-8-6 0,3 0-722,-1 0 1,-20-11-1,-12 0-6170,-48-13-9775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1 1681,'-33'12'2961,"1"30"1441,-34 26-400,1 1-2161,32 8-801,-32 4 401,-33 23 1520,-33 6-720,33-14-1120,7 1-641,-7 20-320,0-7-240,0-21-480,65-26-1521,33-42-4162,33-48-7203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3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0 263 320,'0'-3'176,"1"-1"-1,-1 1 1,1 0-1,-1 0 1,1 0-1,0 0 1,0 0-1,1 0 1,-1 0-1,1 0 1,-1 0-1,1 0 1,0 1-1,0-1 1,0 1 0,3-3-1,3-3 257,1 1 1,20-14-1,-6 5 103,-2-2-365,1 1 0,1 1 1,0 1-1,1 1 0,1 1 1,0 1-1,0 1 0,2 1 1,-1 2-1,1 1 0,0 0 1,30-2-1,-51 9-188,0-1 0,0 1 1,-1 0-1,1 0 0,0 1 0,0-1 0,8 3 0,-13-2 24,0-1 0,0 0 0,0 1 0,-1-1-1,1 1 1,0-1 0,-1 1 0,1-1 0,0 1-1,-1-1 1,1 1 0,0 0 0,-1-1 0,1 1-1,-1 0 1,0 0 0,1-1 0,-1 1 0,1 0-1,-1 0 1,0 0 0,1 0 0,-1 1 27,0 1 0,0-1 0,-1 0 0,1 0 0,0 0 0,-1 0 0,1 0 0,-1 0 0,0 0 0,1 0 0,-1 0 0,0 0 1,-2 2-1,-8 14 446,-2 0 0,0-1 0,-1-1 1,-27 26-1,13-18 265,0 0 0,-36 21 0,-16 13 471,60-42-808,0-1-1,-2-1 1,-25 13 0,47-27-398,0 0 1,0 0 0,0 0-1,0 0 1,0 0-1,0-1 1,0 1 0,0 0-1,-1 0 1,1 0 0,0 0-1,0 0 1,0 0 0,0 0-1,0-1 1,0 1 0,0 0-1,0 0 1,0 0-1,0 0 1,0 0 0,0 0-1,0 0 1,0 0 0,-1 0-1,1 0 1,0 0 0,0 0-1,0 0 1,0-1-1,0 1 1,0 0 0,0 0-1,0 0 1,-1 0 0,1 0-1,0 0 1,0 0 0,0 0-1,0 0 1,0 0-1,0 0 1,0 0 0,-1 0-1,1 0 1,0 0 0,0 0-1,0 1 1,0-1 0,0 0-1,0 0 1,0 0-1,0 0 1,-1 0 0,1 0-1,0 0 1,0 0 0,0 0-1,0 0 1,0 0 0,0 0-1,0 1 1,0-1 0,5-7 253,7-2 5,0 0 0,1 1 0,17-7-1,22-15 143,37-32-590,-56 37-27,1 1 0,70-35 0,-83 49 147,-1 1 0,1 1 0,1 1 0,0 0 0,-1 2 0,2 1 0,-1 0 0,0 2 0,46 1 0,-66 1 56,1 1-1,0 0 0,-1-1 1,1 1-1,0 1 1,-1-1-1,1 0 0,-1 0 1,1 1-1,-1-1 1,0 1-1,0 0 0,0 0 1,0 0-1,0 0 1,0 0-1,0 0 0,-1 0 1,1 1-1,-1-1 1,1 1-1,-1-1 0,0 1 1,0-1-1,0 1 1,-1 0-1,1 0 0,0 4 1,-2-1 73,0 0 0,0-1 1,-1 1-1,0 0 0,0 0 1,-5 7-1,1 1 99,0 2 40,-1 0 105,0 0 0,-11 16 1,2-9 12,-2-1 1,0-1 0,-2-1 0,0-1 0,-40 30-1,57-47-342,0-1-1,1 1 0,-1 0 1,1 0-1,0 0 0,-1 0 1,1 1-1,0-1 0,-2 5 0,4-7 5,0 0-1,-1 0 1,1 0-1,0 1 1,0-1-1,0 0 1,0 0-1,0 1 1,0-1-1,0 0 0,0 0 1,0 0-1,1 1 1,-1-1-1,0 0 1,0 0-1,0 1 1,0-1-1,0 0 1,0 0-1,0 0 0,0 0 1,1 1-1,-1-1 1,0 0-1,0 0 1,0 0-1,0 0 1,1 1-1,-1-1 0,0 0 1,0 0-1,0 0 1,1 0-1,-1 0 1,17 3-997,-14-3 559,0-1 1,1 1-1,-1 0 1,0-1-1,0 0 1,0 1-1,-1-1 1,1 0-1,3-2 1,27-21-8489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3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1 720,'-196'54'8644,"1"-19"-4962,31 0-2962,34 34 2082,-27 20 1359,26 1-959,66 6-1761,32-7-1201,66 0-560,0-20-881,-1-21-1120,66-13-2161,-6-35-5122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1281,'0'-1'184,"1"0"0,0 0 0,0 0 0,0 0 0,0 0 0,0 0 0,0 0 0,0 1 0,0-1 0,0 1 1,1-1-1,-1 1 0,0-1 0,0 1 0,0-1 0,1 1 0,-1 0 0,0 0 0,1 0 0,-1 0 0,2 0 1,2-1 460,20-5 633,1 0 0,-1 2 0,1 2 0,36-1 0,-58 3-1260,11 0 241,0 0 0,-1 1 0,25 5-1,-39-6-184,1 1 0,-1-1 0,1 1 0,-1-1 0,1 1 0,-1 0 0,1-1 0,-1 1-1,0 0 1,1-1 0,-1 1 0,0 0 0,0 0 0,1-1 0,-1 1 0,0 0-1,0 0 1,0-1 0,0 1 0,0 0 0,0 0 0,0-1 0,0 1 0,0 0-1,-1 0 1,1-1 0,0 1 0,0 0 0,-1 0 0,1-1 0,0 1 0,-1 0 0,1-1-1,-1 1 1,1 0 0,-1-1 0,1 1 0,-1 0 0,-19 8 1051,-7 4 105,26-13-1143,0 1 1,0-1-1,0 1 1,1-1 0,-1 1-1,0 0 1,0-1-1,1 1 1,-1 0 0,0 0-1,1 0 1,-1 0-1,1 0 1,-1 0 0,1-1-1,-1 1 1,1 0-1,0 0 1,-1 0 0,1 1-1,0 0 1,-1 2 99,1-1 0,0 0 0,1 1 1,-1-1-1,0 1 0,1-1 0,0 0 1,2 6-1,-2-7-167,0 0-1,1 0 1,-1-1 0,1 1-1,0-1 1,-1 0 0,1 1-1,0-1 1,0 0 0,0 0 0,0 0-1,0 0 1,3 1 0,17 6 4,-1 0 1,1-2-1,0 0 0,1-2 1,25 3-1,-41-7 8,1 0 107,0 1 1,1-1-1,-1 2 0,0-1 0,9 4 0,-16-5-82,0 0 0,-1 1 0,0-1-1,1 0 1,-1 1 0,1-1 0,-1 1-1,1-1 1,-1 1 0,0-1-1,1 1 1,-1-1 0,0 1 0,1-1-1,-1 1 1,0-1 0,0 1-1,0-1 1,0 1 0,1 0 0,-1-1-1,0 1 1,0-1 0,0 1 0,0 0-1,0-1 1,0 1 0,-1-1-1,1 1 1,0 1 0,-12 22 1319,-18 11-191,-1-1-1,-2-1 1,-1-2-1,-50 35 1,47-39-1181,27-18-305,0-1 0,-1 0-1,-1-1 1,1 0-1,-1 0 1,0-2 0,0 1-1,-24 6 1,35-12 177,1 0-1,0 0 1,0 0-1,0 0 1,-1 0-1,1 0 1,0 0 0,0 0-1,0 0 1,0 0-1,-1 0 1,1 0-1,0 0 1,0 0 0,0 0-1,-1 0 1,1 0-1,0 0 1,0 0-1,0-1 1,0 1 0,-1 0-1,1 0 1,0 0-1,0 0 1,0 0-1,0 0 1,0-1 0,0 1-1,-1 0 1,1 0-1,0 0 1,0 0-1,0 0 1,0-1 0,0 1-1,0 0 1,0 0-1,0 0 1,0-1-1,0 1 1,0 0 0,0 0-1,0 0 1,0 0-1,0-1 1,0 1 0,0 0-1,0 0 1,0 0-1,0-1 1,0 1-1,0 0 1,0 0 0,0 0-1,1-1 1,4-10-3682,22-26-7600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0 240,'32'0'3122,"-32"15"559,98 47 2562,-32 27-1041,-34-14-3841,-64 0-561,-1 17 1922,-32 10-881,-33-5-1281,0 5-560,0-19-80,-33 0-400,-32 13-2002,-26 0-4961,-40-13-3522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6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0 240,'-1'21'749,"0"-13"-374,1-1 0,-1 1 0,2-1 0,-1 1 0,1-1 0,0 0 0,4 12-1,2-1 192,-3-11-303,-1 0 0,0 1-1,-1-1 1,0 1 0,0 0 0,0 0 0,0 15-1,-2 288 4381,-2-278-4150,-2 0 0,-1 0 1,-1 0-1,-2-1 1,-1 0-1,-16 34 1,19-48-253,-6 10 392,-1 0 1,-1 0 0,-18 26 0,10-19 125,-21 50 829,35-71-1537,-64 116 773,32-41-5341,35-62-4194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8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1 321 320,'0'-1'68,"0"-1"0,0 1 1,1 0-1,-1-1 0,1 1 0,-1-1 0,1 1 1,0 0-1,-1 0 0,1-1 0,0 1 0,0 0 0,0 0 1,0 0-1,0 0 0,0 0 0,0 0 0,0 0 0,1 0 1,-1 0-1,0 1 0,0-1 0,1 0 0,1 0 1,6-5 347,62-56 2319,49-19-254,-101 67-2079,1 0 0,0 2-1,1 1 1,1 0 0,0 1 0,0 2 0,27-8 0,-40 14-242,0 0 0,1 1 0,-1 0 0,14 0 0,-23 1-151,0 0 0,1 0 0,-1 0 0,0 0 0,1 0 0,-1 1 0,0-1 0,1 0 0,-1 0 0,0 0 0,0 1 0,1-1 0,-1 0 0,0 1 0,0-1 0,1 0 0,-1 0 0,0 1 0,0-1 0,0 0 0,1 1 0,-1-1 0,0 0 0,0 1 0,0-1 0,0 1 0,0-1 0,0 0 0,0 1 0,0-1 0,0 0 0,0 1 0,0-1 0,0 1 0,0-1 0,0 0 0,0 1 0,0-1 0,0 0-1,-1 1 1,1 1 37,0 2-21,-1 1 0,1-1 0,-1 1 0,0-1 0,0 1 0,0-1 0,-1 0 1,1 1-1,-1-1 0,0 0 0,-1 0 0,1 0 0,-1 0 0,-3 4 1,-6 10 50,-9 10 25,-35 36 0,24-28-23,31-35-79,0 1 0,-1 0-1,1-1 1,0 1 0,0 0-1,1-1 1,-1 1 0,0 0-1,0 0 1,0 3 0,2-4-350,-1-12 9,0 9 331,1 0 1,-1 0-1,1 0 0,-1 0 0,1 0 0,0 0 1,0 0-1,0 0 0,0 0 0,0 0 0,0 0 1,0 1-1,0-1 0,1 0 0,-1 1 0,1-1 1,-1 1-1,1 0 0,0-1 0,0 1 0,2-1 1,2-3 7,55-42 116,2 3 1,2 3-1,88-41 1,-145 78-91,1 0 1,0 0-1,0 1 0,14-4 1,-17 7 16,1 0 1,0 0-1,0 0 1,0 1-1,-1 0 0,10 3 1,-6-2 5,-5-2-2,0 1 0,0 0 0,0 1 0,0-1 0,0 1-1,0 0 1,-1 0 0,1 1 0,-1-1 0,1 1 0,-1 0 0,0 0 0,0 1 0,0-1 0,-1 1 0,1-1-1,-1 1 1,6 9 0,3 4 177,0 1-1,-1 0 0,-1 0 1,12 30-1,-20-40-176,1-1-1,-1 0 0,-1 0 0,1 1 1,-1-1-1,-1 1 0,1-1 0,-1 1 1,-1 0-1,1-1 0,-1 1 0,0-1 1,-1 1-1,0-1 0,0 0 1,-1 0-1,-4 10 0,-20 37 10,21-40-116,6-12-24,0 0-1,0-1 0,0 1 0,-1-1 1,1 1-1,-1-1 0,1 0 0,-1 1 0,0-1 1,1 1-1,-1-1 0,0 0 0,0 0 0,0 1 1,0-1-1,0 0 0,0 0 0,0 0 0,0 0 1,-1 0-1,1 0 0,0 0 0,-1-1 0,1 1 1,0 0-1,-1-1 0,-2 1 0,0-1-1377,8-4-311,23-9-2560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1 4162,'-98'35'3602,"0"-8"-2402,32 6-640,-64 24 561,32 26 1200,6 12 0,-6 15-240,1-6-80,64-22-961,66-14-1200,64-18-1360,34-31-1362,58-26-4721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1 320,'0'6'961,"0"2"399,33 13 481,32 39 1361,66 17-161,-72-8-1921,6-21-719,0-1-321,1 3-80,-1-16-321,-33-14-959,1 1-1521,-33-6-1601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0 289 1921,'66'-6'2161,"58"-23"-80,137-32-240,33-22-1601,-105 27-2001,-91 2-1761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9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1521,'98'69'3041,"-33"0"-1520,0-7-1041,-65-14-80,33 0 321,-7 1-161,-26 20 1281,-26 0 79,-39-1-1119,32-14-561,-65 2-320,33-1-1281,-33-14-2000,33-14-2002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0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 1681,'-33'-6'1841,"0"6"1520,1 0 801,64 0 400,-32 6-2641,33 3-160,32-3-401,131 15 241,92-7-720,-92-14-1922,-33-8-2881,-33 2-2321,-32-9-1280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 6323,'33'-13'6083,"-1"-1"-4403,99-1-1519,65-12 79,157 7 400,-27 7-880,1 13-4082,-7 0-5603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5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1137 1 1201,'0'1'215,"0"0"0,0 0 0,0-1 0,0 1 0,-1 0 0,1 0 0,0 0 0,0-1 0,-1 1 0,1 0 0,-1 0 0,1-1 0,-1 1 0,1 0 0,-1-1 0,1 1 0,-1-1 0,1 1 0,-1 0 0,0-1 0,0 0 1,1 1-1,-1-1 0,0 1 0,0-1 0,1 0 0,-3 1 0,-30 6 205,11-4 409,-131 32 1412,88-19-1470,46-10-443,-38 5 0,-161 29 899,218-40-1225,0 0 1,0 0-1,-1 0 0,1 0 1,0 0-1,0 0 1,0 0-1,-1 0 0,1 0 1,0 0-1,0 0 0,0 0 1,-1 0-1,1 0 0,0 0 1,0 0-1,0 0 0,0 1 1,-1-1-1,1 0 0,0 0 1,0 0-1,0 0 0,0 0 1,-1 0-1,1 1 0,0-1 1,0 0-1,0 0 0,0 0 1,0 0-1,0 0 0,0 1 1,0-1-1,-1 0 0,1 0 1,0 0-1,0 1 0,0-1 1,0 0-1,0 0 1,0 0-1,0 1 0,0-1 1,0 0-1,0 0 0,0 0 1,0 0-1,0 1 0,1-1 1,-1 0-1,0 0 0,0 0 0,0 1 0,0-1 1,0 0-1,0 0 0,0 0 0,0 0 0,0 0 1,0 0-1,0 1 0,0-1 0,0 0 0,0 0 1,0 0-1,0 0 0,0 0 0,0 0 0,0 0 1,0 1-1,0-1 0,-1 0 0,1 0 0,0 0 1,0 0-1,0 0 0,0 0 0,0 0 0,0 0 0,0 1 1,0-1-1,0 0 0,0 0 0,-1 0 0,1 0 1,0 0-1,0 0 0,0 0 0,0 0 0,0 0 1,0 0-1,0 0 0,-1 0 0,1 0 0,0 0 1,0 0-1,0 0 0,0 0 0,0 0 0,0 0 1,-1 0-1,1 0 0,0 0 0,0 0 0,0 0 1,0 0-1,0 0 0,0 0 0,0 0 0,-1 0 1,-11 2 37,0 1 0,0 1 0,1 1 0,-1-1 0,1 2 0,0-1 0,0 2 0,-16 12 0,2 1-122,-21 14 44,-79 42 131,-6 0 614,127-74-681,-1 1-1,1 0 1,0 0-1,0 0 1,1 1-1,-7 7 1,-21 17 35,28-27-58,1 0-1,0 1 0,0-1 1,0 1-1,0 0 1,0 0-1,0-1 0,0 1 1,1 0-1,-1 1 1,1-1-1,-1 0 1,1 0-1,-2 5 0,2 0 9,-1 0-1,2 1 0,-1-1 1,1 13-1,0-18-4,0 134 2461,0-134-2475,0 0-1,0 0 1,1 0-1,-1 0 0,1 0 1,-1 0-1,1 0 1,-1 0-1,1-1 0,0 1 1,0 0-1,0 0 1,0-1-1,0 1 0,1 0 1,-1-1-1,0 0 1,1 1-1,1 1 0,6 7 8,-4-4 0,1 0 0,-1 0 0,1-1 0,0 0 0,1 0 0,13 8 0,-10-6-14,0 0 0,0 0 0,9 10 0,3 3 4,-8-8 81,-1 1-1,0 0 1,17 24-1,-22-27-89,1-1 0,-1 1-1,2-2 1,-1 1 0,1-1 0,0 0 0,1-1 0,0 0-1,0-1 1,1 0 0,20 7 0,23 7 6,63 15 1,-111-33 42,41 10-49,143 35-217,-150-39 238,1-2 0,65 2 0,105-19 380,-184 8-208,-1-2-1,1-1 0,-1-1 0,-1-1 0,45-20 0,211-127 1176,-270 148-1297,34-23 77,65-31 0,-88 49 155,0-1 1,-1-1 0,35-28 0,52-56 1088,-105 94-1354,-1 1 27,1 0 0,-1 0 0,0-1 0,0 1-1,-1-1 1,5-7 0,-6 9-21,0 0 0,0 0 0,-1-1 0,0 1 0,1 0 0,-1 0 0,0-1 0,0 1 0,0 0 0,0-1 0,0 1 0,-1 0 0,1 0 0,-1-1 0,1 1-1,-1 0 1,0 0 0,-1-3 0,-8-15-60,-1 0 0,-1 0-1,0 1 1,-2 0 0,0 2-1,-1-1 1,-18-15 0,-1 3 279,-1 1 1,-63-39 0,22 18 336,23 15 204,-74-37-1,45 38-1666,23 18-2556,-28-4-5218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20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0 220 480,'3'-1'246,"-1"0"-1,1 0 1,-1-1 0,1 1-1,-1 0 1,1-1-1,-1 0 1,4-3-1,-5 3 295,0 0 0,0 0-1,0 0 1,-1 0-1,1 0 1,0 0 0,-1 0-1,0 0 1,1 0-1,-1-1 1,0 1 0,0 0-1,0-3 1,5 5-460,20-3 228,0-1-1,0 0 1,-1-2 0,0-1 0,0-2 0,26-11-1,14-5 327,245-62 553,-290 84-1208,-1 1-1,1 1 1,-1 0 0,1 2 0,-1 0 0,1 1-1,-1 1 1,0 0 0,0 2 0,0 0-1,0 1 1,-1 0 0,0 2 0,0 0 0,-1 1-1,0 1 1,-1 0 0,0 1 0,0 0-1,-1 2 1,16 17 0,-26-26 28,0 0 0,-1 0 0,1 1 0,-1-1 0,0 1 0,0-1 0,-1 1-1,1 0 1,-1 0 0,0 0 0,-1 1 0,1-1 0,-1 0 0,0 1 0,0-1 0,-1 1 0,1-1 0,-1 1 0,0-1 0,-1 0 0,0 1 0,1-1 0,-2 1-1,-1 6 1,-19 34 60,12-14-54,9-26-12,-1-1 1,0 1-1,0-1 0,0 1 0,0-1 1,-1 0-1,0 0 0,0 0 0,0 0 1,-7 7-1,-13 8 3,-1 0 1,0-2-1,-50 28 0,28-18-88,-18 11 131,-2-3-1,-1-3 1,-1-3 0,-2-3 0,-78 19-1,123-39-19,0-2 0,-1-1-1,1-1 1,-32 0 0,55-3-74,-1 1-1,1-1 1,0 0 0,0-1 0,-1 1 0,1 0 0,0-1 0,0 1 0,-1-1 0,-2-1 0,0 0-76,5 1 75,-1 1 0,1-1-1,-1 1 1,1-1 0,-1 1-1,1-1 1,-1 0-1,1 1 1,0-1 0,-1 0-1,1 1 1,0-1 0,0 0-1,-1 1 1,1-1 0,0 0-1,0 0 1,0 1 0,0-1-1,0 0 1,0 0-1,0 1 1,0-1 0,0 0-1,0 0 1,0 1 0,1-1-1,-1 0 1,0 0 0,0 1-1,1-1 1,-1 0 0,1 1-1,-1-1 1,0 1 0,1-1-1,-1 0 1,1 1-1,0-1 1,32-14 21,-6 11 41,-13 5 34,0 0 0,0 1 1,0 0-1,-1 1 0,24 8 0,63 32 288,-73-30-254,158 84-509,-179-94 260,-1 0-78,0-1-1,0 1 0,0-1 0,1 0 0,-1-1 0,1 1 0,9 0 0,-7-2-672,1 0 1,-1-1-1,1 0 0,8-2 0,70-14-4418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2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452 222 1601,'0'-53'4869,"0"52"-4816,0 0 1,0 0 0,0 0 0,0 0-1,0 1 1,0-1 0,0 0 0,1 0 0,-1 0-1,0 0 1,0 1 0,1-1 0,-1 0-1,1 0 1,-1 1 0,1-1 0,-1 0-1,1 0 1,-1 1 0,1-1 0,-1 1 0,1-1-1,0 1 1,-1-1 0,1 1 0,0-1-1,0 1 1,-1-1 0,1 1 0,0 0-1,0-1 1,0 1 0,0 0 0,0 0-14,0-1 0,0 1 0,0 0 0,-1 0 0,1-1 0,0 1 0,0 0 0,0-1 0,-1 1 0,1-1 0,0 1 0,-1-1 0,1 0 0,0 1 0,-1-1 0,1 1 0,-1-1 0,1 0 0,-1 0 0,1 1 0,-1-1 0,0 0 0,1 0 0,-1 1 0,0-1 0,0 0 0,1 0 0,-1 0 0,0 0 0,0 1 0,0-1 0,0 0 0,0-1 0,-1-3 162,1 3-109,0 0-1,-1 0 1,1 0-1,0 0 0,0 0 1,0 0-1,0 0 1,1 0-1,-1 0 1,0 0-1,1 0 1,0 0-1,-1 0 1,1 0-1,0 1 0,1-4 1,7-1 56,-8 5-115,1 0 0,-1 0 1,0 0-1,0 1 0,0-1 0,1-1 1,-1 1-1,0 0 0,-1 0 1,1 0-1,0 0 0,0-1 1,0 1-1,-1 0 0,1-1 0,0 1 1,-1-1-1,0 1 0,1 0 1,-1-1-1,0 1 0,0-1 0,1 1 1,-1-1-1,-1-2 0,1 2 32,0 0 0,0 0 0,0 0 0,0 0 0,0 0-1,1 0 1,-1 0 0,1 0 0,-1 0 0,1 0 0,0 0 0,0 0-1,1-3 1,-1 4-35,1 0 0,-1 0-1,0 0 1,1 0 0,-1 1-1,0-1 1,1 0 0,-1 1-1,1-1 1,-1 1 0,1-1-1,2 1 1,-4 0-9,-1 0 1,1 0-1,0 0 0,0-1 1,0 1-1,0 0 0,0 0 0,0 0 1,0 0-1,0 0 0,0 0 1,0 0-1,0 0 0,0 0 1,0 0-1,0 0 0,0 0 1,0 0-1,0 0 0,0 0 1,0 0-1,0 0 0,0 0 1,0-1-1,0 1 0,0 0 0,0 0 1,0 0-1,0 0 0,0 0 1,0 0-1,0 0 0,1 0 1,-1 0-1,0 0 0,0 0 1,0 0-1,0 0 0,0 0 1,0 0-1,0 0 0,0 0 1,0 0-1,-10-1 209,9 1-217,1 0 0,-1 0-1,0 0 1,1 0 0,-1 0 0,0 0 0,1 0 0,-1 0-1,0 1 1,1-1 0,-1 0 0,0 0 0,1 1-1,-1-1 1,0 0 0,1 1 0,-1-1 0,1 0-1,-1 1 1,1-1 0,-1 1 0,1-1 0,-1 1 0,1-1-1,-1 1 1,1-1 0,-1 1 0,1 0 0,-1 0-1,1 0-5,0 0 0,0-1 0,0 1 0,0 0 0,0-1 0,-1 1 0,1 0 0,0-1 0,0 1-1,-1 0 1,1-1 0,0 1 0,-1-1 0,1 1 0,-1-1 0,1 1 0,-1-1 0,1 1 0,-1-1-1,1 1 1,-1-1 0,1 0 0,-1 1 0,0-1 0,1 0 0,-2 1 0,-26 15 154,13-8-87,0 1-1,1 0 0,0 1 0,-14 13 0,-15 28 167,9-22 12,-2-2 0,-47 28 1,67-44-151,0 1-1,-18 17 1,24-20 36,-1 1-1,0-2 0,-1 1 1,-14 7-1,-34 19 783,61-35-918,-1 0 0,0 0 0,0 0 0,0 0 1,1 0-1,-1 0 0,0 0 0,0 0 0,0 1 0,0-1 1,1 0-1,-1 0 0,0 0 0,0 0 0,0 0 1,0 0-1,0 1 0,0-1 0,1 0 0,-1 0 0,0 0 1,0 1-1,0-1 0,0 0 0,0 0 0,0 0 0,0 0 1,0 1-1,0-1 0,0 0 0,0 0 0,0 0 1,0 1-1,0-1 0,0 0 0,0 0 0,0 0 0,0 1 1,0-1-1,0 0 0,0 0 0,0 0 0,0 1 0,0-1 1,-1 0-1,1 0 0,0 0 0,0 0 0,0 1 1,0-1-1,0 0 0,-1 0 0,1 0 0,0 0 0,0 0 1,0 0-1,0 0 0,-1 1 0,1-1 0,0 0 0,0 0 1,-1 0-1,45 8 306,135 24 182,-82-17-262,-62-8-267,1-2 1,1-2 0,58 0 0,-68-5-56,-8 2-25,0-2-1,24-4 1,-36 5 124,0-1-1,-1 0 1,0 0 0,1-1-1,-1 0 1,0 0-1,0-1 1,-1 1-1,1-1 1,8-8-1,84-96 516,-94 103-518,-1 1 1,1-1 0,-1 0 0,0 0 0,0 0 0,3-9-1,6-11-3,-5 13-13,1 1 0,1-1-1,0 2 1,12-13 0,-20 23 1,0-1 1,-1-1 0,1 1 0,0 0 0,-1 0 0,1 0 0,-1 0-1,0 0 1,1 0 0,-1-1 0,0 1 0,1 0 0,-1 0-1,0-1 1,0 0 0,-1-5-190,1 11-353,-6 5 514,-50 46 825,-8 10 297,62-62-1027,-92 111 2173,82-96-1831,0 1 0,1 0 1,1 0-1,-12 31 0,12-27-175,-1 0 1,-1-1-1,-1-1 0,-1 0 1,0-1-1,-35 36 1,15-18-99,29-33-156,1 1 0,-1 0 0,1 0 0,0 1 0,0-1 0,-4 11 0,8-16-22,0-1-1,-1 1 0,1 0 1,0 0-1,0 0 1,0 0-1,0 0 0,0 0 1,0 0-1,0-1 0,0 1 1,0 0-1,0 0 1,1 0-1,-1 0 0,0 0 1,0 0-1,1-1 0,-1 1 1,1 0-1,-1 0 1,1 0-1,-1-1 0,1 2 1,1-1-147,0 0 0,0 0 0,0 0 0,0 0 0,0 0 1,1 0-1,-1-1 0,0 1 0,0-1 0,0 1 0,1-1 0,-1 0 0,0 0 1,4 0-1,16-1-1486,0-1 1,-1-1-1,1-1 1,-1 0-1,0-2 1,24-9-1,22-23-6389,-64 37 7775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2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21 2081,'-26'-1'7828,"45"-3"-6081,58-2-1811,16-2-109,-86 7 104,1 1 0,-1 0 0,0 0 0,0 1 0,1-1 0,-1 2 0,0-1 0,0 1 0,0 0 0,0 0 0,7 4 1,-14-5 68,0-1 0,1 1 1,-1 0-1,1-1 0,-1 1 1,0-1-1,1 1 1,-1-1-1,0 1 0,0 0 1,0-1-1,1 1 1,-1 0-1,0-1 0,0 1 1,0 0-1,0-1 1,0 1-1,0 0 0,0-1 1,0 1-1,-1 0 1,1-1-1,0 1 0,0 0 1,0-1-1,-1 1 1,1 0-1,0-1 0,-1 1 1,1-1-1,0 1 0,-1-1 1,1 1-1,-1-1 1,1 1-1,-1-1 0,1 1 1,-2 0-1,-26 21 311,27-21-291,-1 1 2,-28 18 518,0 0-1,-39 18 1,27-22-49,28-11-178,0 0-1,1 1 1,-1 1 0,-14 9-1,-32 13 1302,60-29-1611,0 0 0,-1 0 0,1 0 0,0 0 0,0 0 0,-1 0 0,1 0 0,0 0 0,0 1 0,-1-1 0,1 0 0,0 0 0,0 0 0,-1 0 0,1 1 0,0-1 0,0 0 0,0 0 0,-1 0 0,1 1 0,0-1 0,0 0 0,0 0 0,0 1 0,0-1 0,0 0 0,0 0 0,-1 1 0,1-1 0,0 0 0,0 1 0,0-1 0,0 0 0,0 0 0,0 1 0,0-1 0,0 0 0,0 1 0,0-1 0,1 0 0,-1 0 0,0 1 0,0-1 0,0 0 0,0 0 0,0 1 0,0-1 0,1 0 0,-1 0 0,0 0 0,0 1 0,0-1 0,0 0 0,1 0 0,-1 0 0,0 1 0,0-1 0,1 0 0,-1 0 0,0 0 0,0 0 0,1 0 0,-1 0 0,0 0 0,0 1 0,1-1 0,32 8 24,-24-6-38,0 0 0,0 1 1,-1 0-1,11 5 0,-15-6-2,0 0 0,0 0 0,0 0 0,0 0 0,0-1 0,0 0 0,1 0 0,-1 0 0,0 0 0,1-1 0,6 1 0,-4-1-62,1 0-1,-1 1 0,0 0 1,11 4-1,101 35-1204,-114-38 1235,0 0 1,0 1 0,-1-1 0,1 1 0,-1 0-1,0 0 1,0 1 0,0-1 0,0 1-1,-1 0 1,0 0 0,1 0 0,-1 0-1,-1 1 1,1-1 0,-1 1 0,1-1 0,1 8-1,-3-10 69,0 1-1,-1-1 0,1 0 1,-1 0-1,0 1 1,1-1-1,-1 0 0,0 0 1,0 1-1,0-1 1,-1 0-1,1 1 0,-1-1 1,1 0-1,-1 0 0,0 0 1,0 0-1,0 1 1,0-1-1,0 0 0,0 0 1,0-1-1,-1 1 1,1 0-1,-1 0 0,1-1 1,-1 1-1,-2 1 0,-6 4 270,0 0 0,0-1 0,0-1 0,-16 7 0,12-6 19,-238 92 5799,58-26-897,55-23-2253,49-18-4139,37-11-5861,108-44-4046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25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98 125 160,'0'0'67,"0"-1"-1,0 1 1,-1 0 0,1-1 0,0 1-1,0 0 1,0-1 0,0 1-1,0-1 1,0 1 0,0 0-1,0-1 1,0 1 0,0 0 0,0-1-1,0 1 1,0 0 0,0-1-1,0 1 1,0-1 0,0 1-1,1 0 1,-1-1 0,0 1 0,0 0-1,0 0 1,0-1 0,1 1-1,-1 0 1,0-1 0,0 1-1,1 0 1,-1 0 0,0-1-1,1 1 1,-1 0 0,0 0 0,1 0-1,-1 0 1,0-1 0,1 1-1,0 0 1,1 0 95,-1-1-96,1 1-1,-1 0 1,1 0 0,-1-1 0,1 1 0,-1-1-1,1 1 1,-1-1 0,1 0 0,-1 0 0,0 0 0,1 1-1,-1-1 1,0 0 0,0-1 0,2 0 0,2 1 507,22-5 3176,-33 5-2368,5 2-1376,0-1 1,0 0 0,0 1-1,0-1 1,0 0 0,0 0-1,0 0 1,0 0 0,0 0-1,0 0 1,0 0 0,0 0-1,0-1 1,0 1 0,0 0-1,0-1 1,0 1 0,0 0-1,0-1 1,1 1 0,-1-1-1,0 1 1,0-1 0,0 0-1,1 1 1,-2-2 0,-4 0 60,-21 2-52,-5 1-3,29 2 15,0 1 3,-5-2-19,8-2-8,-1 0 1,0 0 0,0 0-1,0 1 1,1-1 0,-1 0-1,0 0 1,0 0 0,0 1 0,1-1-1,-1 0 1,0 1 0,1-1-1,-1 0 1,0 1 0,1-1 0,-1 1-1,0 0 1,1-1 0,-1 1-1,1-1 1,-1 1 0,1 0 0,-1-1-1,1 1 1,0 0 0,-1-1-1,1 1 1,0 0 0,0 0 0,-1 0-1,1-1 1,0 1 0,0 0-1,0 1 1,0-1 0,0-1 0,-1 1 0,1-1 0,0 1 0,0-1 0,0 1 0,-1-1 0,1 1 0,0-1 0,-1 0 0,1 1 0,0-1 0,-1 1 0,1-1 0,-1 0 0,1 1 0,0-1 0,-1 0 0,1 1 0,-1-1-1,1 0 1,-1 0 0,1 0 0,-1 1 0,1-1 0,-1 0 0,0 0 0,1 0 0,-1 0 0,1 0 0,-1 0 0,1 0 0,-1 0 0,1 0 0,-2 0 0,2 0 0,-1 0 1,1-1-1,-1 1 0,0 0 0,1 0 0,-1 0 1,1 1-1,-1-1 0,0 0 0,1 0 1,-1 0-1,1 0 0,-1 0 0,0 1 1,1-1-1,-1 0 0,1 1 0,-1-1 1,1 0-1,-1 1 0,1-1 0,-1 0 1,1 1-1,-1-1 0,1 1 0,0-1 0,-1 1 1,1-1-1,0 1 0,-1-1 0,1 1 1,0 0-1,0-1 0,0 1 0,-1-1 1,1 2-1,0 210 384,0-212-388,1 1 0,-1 0 0,1-1-1,-1 1 1,0 0 0,1-1 0,-1 1 0,1-1 0,-1 1 0,1-1 0,-1 1 0,1-1 0,0 1 0,-1-1 0,1 0 0,0 1 0,-1-1 0,1 0 0,0 1-1,-1-1 1,1 0 0,0 0 0,1 1 0,26 5-151,-11-3 50,12 13 72,13 4 46,13 4 4,-39-16-80,1-1 0,24 8 0,112 18-100,-17-11 147,-113-17-10,0-1 1,34 2-1,36 1-56,-61-2 66,20-3 97,-33-3-22,41-7-48,0 0-14,-59 8 3,1-1 0,0 1 1,-1-1-1,1 1 0,-1-1 1,1 0-1,-1 1 0,0-1 0,1 0 1,-1 0-1,3-2 0,8-5 24,28-11 58,-38 18-77,-1 0 1,1 0-1,-1 0 0,1 0 1,0 0-1,-1 0 1,0 0-1,1-1 1,-1 1-1,0-1 1,0 1-1,0-1 1,0 1-1,0-1 1,0 0-1,0 1 1,0-1-1,-1 0 0,2-2 1,-2 3-5,0 0 0,0 0-1,0 0 1,0 0 0,0 1 0,0-1 0,0 0 0,1 0-1,-1 0 1,0 1 0,1-1 0,-1 0 0,1 0 0,-1 1-1,1-1 1,-1 0 0,1 0 0,-1 1 0,1-1-1,-1 1 1,1-1 0,0 1 0,0-1 0,-1 1 0,1-1-1,0 1 1,0 0 0,-1-1 0,1 1 0,0 0 0,1-1-1,-1 1 1,0 0 0,-1 0-1,1-1 1,0 1 0,0 0-1,0-1 1,-1 1 0,1-1 0,0 1-1,0-1 1,-1 1 0,1-1-1,0 1 1,-1-1 0,1 0-1,-1 1 1,1-1 0,-1 0-1,1 0 1,-1 1 0,0-1-1,1 0 1,-1 0 0,0 0-1,1 0 1,-1 1 0,0-1-1,0 0 1,0 0 0,0 0-1,0-1 1,0 1 0,0 0-1,0 1 1,0-1 0,0 0 0,0 0-1,0 0 1,-1 0 0,1 1 0,0-1-1,-1 0 1,1 0 0,0 0 0,-1 1-1,1-1 1,-1 0 0,1 1 0,-1-1-1,1 0 1,-1 1 0,0-1 0,1 1-1,-1-1 1,0 1 0,0-1-1,1 1 1,-1-1 0,0 1 0,0 0-1,1 0 1,-1-1 0,-1 1 0,1 0 0,0 0 0,0-1 0,0 1 0,1 0 1,-1 0-1,0-1 0,0 1 0,1-1 0,-1 1 0,0 0 1,1-1-1,-1 1 0,0-1 0,1 0 0,-1 1 1,1-1-1,-1 1 0,1-1 0,-1 0 0,1 1 0,0-1 1,-1 0-1,1 0 0,0 1 0,-1-1 0,1 0 1,0 0-1,0 1 0,0-1 0,0 0 0,0-1 0,-1 1 4,1 0 0,-1 0 0,1 0 0,-1 0 0,1 0 0,-1 0 0,0 0 0,1 0 0,-1 0 0,0 0 0,0 0 0,0 0 0,1 0 0,-1 1 0,0-1 0,0 0 0,0 1 0,0-1 0,0 1 0,-1-1 0,1 1 0,0 0 0,-2-1 0,-3-2 14,-43-33 144,-2 2 0,-1 3 0,-60-27 0,84 44-96,-32-10 73,49 21-108,1-1 1,-1 0-1,0 0 0,-17-12 1,4 1 126,0 0 0,-1 2 1,0 1-1,-1 1 0,-46-12 0,22 10 147,33 7-133,0 2-1,-1 0 1,1 1 0,-27-1 0,28 4-71,10-1-140,-1 1 1,0 0-1,0 0 0,1 0 1,-1 1-1,0 0 1,1 0-1,-1 0 1,1 1-1,0 0 0,-1 1 1,1-1-1,0 1 1,-11 7-1,-7 11-3080,-39 47 1,61-66 2724,1 0 1,0 0-1,0 0 1,0 0-1,0 0 1,0 1-1,0-1 1,0 0-1,1 1 1,-1-1-1,1 1 1,0-1-1,0 1 1,0 3-1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31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10 480,'-1'-10'4118,"8"15"1275,-2-3-5158,1 0-1,0 0 1,-1 1 0,0 0-1,1 0 1,4 4 0,44 24 763,66 10-197,-74-23-625,59 14 0,37 14-3076,-137-44 2264,16 7-358,-14 0-2832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31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7 560,'33'0'3602,"0"0"-2161,-1-6-161,34 6-159,-1 0 79,66 6-159,32 2-81,26 5-1440,-91 1-1201,-32-14-1840,-66-6-1522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3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28 800,'43'-11'1442,"-30"7"-1032,0 1 1,0 0 0,1 0 0,21 0-1,-21 3 21,62 3 802,-71-2-1193,0 0 1,0 0-1,0 0 0,0 1 1,0-1-1,0 1 0,0 0 1,0 1-1,-1-1 1,8 6-1,-11-5 9,0 0-1,0 0 1,0-1 0,0 1-1,0 0 1,-1 0 0,1 0-1,-1 0 1,0 0 0,0 0 0,0 0-1,0 0 1,-1 0 0,1 0-1,-1 0 1,0 0 0,1-1-1,-1 1 1,-2 3 0,-9 2 148,5-3-31,1 0 0,-2-1 0,1 0 0,-13 5 0,8-6-43,10-2-82,0-1 0,0 1 0,0-1 0,1 1-1,-1 0 1,0-1 0,0 1 0,0 0-1,1 0 1,-1 1 0,0-1 0,-1 2-1,-2 0 58,-1 0-1,0-1 0,0 1 0,0-1 0,-1 0 1,-6 1-1,8-2 410,5 0-427,5 5-14,114 29 14,-34-1-65,-53-22 5,-1 0-1,-1 3 1,48 28 0,-76-41-7,1 0 1,-1-1 0,1 1-1,-1 0 1,1 0-1,-1 0 1,0 1-1,0-1 1,0 1 0,0-1-1,-1 1 1,1-1-1,-1 1 1,0 0 0,3 5-1,-4-6 40,-1-1 0,1 1-1,0-1 1,0 1 0,-1-1 0,1 1 0,-1-1-1,1 1 1,-1-1 0,1 1 0,-1-1 0,0 0-1,0 0 1,0 1 0,0-1 0,0 0-1,0 0 1,0 0 0,0 0 0,0 0 0,-1 0-1,1 0 1,0 0 0,0-1 0,-1 1 0,1 0-1,-1-1 1,1 1 0,-3 0 0,-11 5 559,0-1 1,0 0-1,-27 4 1,4-1 85,19-3-391,-55 14 487,-132 17-1,66-27-1917,123-9 365,0 0-1,0-1 0,0 0 0,1-2 0,-31-7 0,46 9 617,0 1 0,0-1-1,0 1 1,0-1-1,0 1 1,0-1 0,0 1-1,0-1 1,1 0-1,-1 0 1,0 1 0,0-1-1,1 0 1,-1 0-1,0 0 1,1 0 0,-1 0-1,1 0 1,0 0-1,-1 0 1,1 0 0,0 0-1,-1 0 1,1 0-1,0 0 1,0 0 0,0 0-1,0 0 1,0 0-1,0 0 1,0-2 0,0-34-5553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4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 15 1361,'-60'-7'4962,"55"7"-3468,5 14 3468,0-8-4855,5-4-27,28 4 80,-6 1-51,-25-4-89,1-1-2,79 6 395,-12-2-13,-44-3-340,-17-1-16,0 0-1,0-1 0,1 0 1,-1-1-1,11 0 1,-14 0 596,-7-1-615,1 1-1,0-1 1,0 1 0,0-1-1,-1 1 1,1-1 0,0 1 0,-1-1-1,1 1 1,0-1 0,-1 1 0,1 0-1,-1-1 1,1 1 0,-1 0-1,1-1 1,0 1 0,-1 0 0,1-1-1,-1 1 1,0 0 0,1 0-1,-1 0 1,1 0 0,-1-1 0,1 1-1,-1 0 1,1 0 0,-1 0-1,1 0 1,-1 0 0,0 0 0,1 0-1,-1 1 1,1-1 0,-1 0 0,0 0-1,1 1-8,-1-1 1,1 0-1,-1 0 0,1 0 0,-1 0 0,1 0 0,-1 0 0,1 0 1,-1 0-1,1 0 0,-1 0 0,1 0 0,-1 0 0,1 0 0,-1 0 1,1 0-1,-1 0 0,1-1 0,0 1 0,-1 0 0,1 0 1,-1-1-1,1 1 0,-1 0 0,1 0 0,0-1 0,-1 1 0,1 0 1,0-1-1,-1 1 0,1-1 0,0 1 0,0 0 0,-1-1 0,1 0 1,-1 0 14,0 0 1,0 0 0,0 0 0,0 0 0,0 0 0,0 0 0,0 0 0,0 0 0,0 1 0,0-1-1,-1 0 1,1 1 0,0-1 0,-1 1 0,1-1 0,0 1 0,-1 0 0,1 0 0,-2-1-1,1 1 52,-64-21 811,32 13-509,9 3-237,18 3-133,0 0-1,0 1 0,0 0 0,0 0 1,0 1-1,0-1 0,0 1 1,0 1-1,0-1 0,1 1 1,-14 4-1,13-4-12,-1 1-2,0 0 0,0 1 0,0 0 0,1 0 0,-10 5 0,-3 2 0,-26 12 40,-60 41 0,59-33 11,32-22-49,0 2 0,1 0 1,0 0-1,0 2 0,1-1 0,-19 23 0,21-19 3,-1-1-1,0-1 1,-1 0-1,-1-1 1,-22 15-1,32-24 21,-12 9 101,27-6-177,-7-4 18,-4-2 28,1 0 0,-1 1 0,1-1 0,-1 0 0,0 0 0,1 1 0,-1-1 0,0 0 0,0 1 0,1-1 0,-1 0 0,0 1 0,0-1 0,1 1 0,-1-1 0,0 0 0,0 1 0,0-1 0,0 1 0,0-1 0,1 1 0,-1-1 0,0 0 0,0 1 0,0-1 0,0 1 0,0-1 0,-1 1 0,1 0 0,0-1 3,0 0 0,0 0-1,0 1 1,0-1 0,0 0-1,0 1 1,0-1-1,0 0 1,0 0 0,0 1-1,0-1 1,0 0 0,0 0-1,0 1 1,0-1 0,0 0-1,0 1 1,0-1-1,0 0 1,0 0 0,1 1-1,-1-1 1,0 0 0,0 0-1,0 0 1,0 1 0,1-1-1,-1 0 1,0 0-1,0 0 1,1 1 0,-1-1-1,0 0 1,0 0 0,0 0-1,1 0 1,-1 0 0,0 0-1,1 0 1,-1 1-1,0-1 1,0 0 0,1 0-1,162-7 257,-123 10-223,0 1 0,65 16 0,-101-19-17,0 0 0,0 1 1,0-1-1,0 1 0,0 0 0,-1 0 0,1 0 0,-1 1 0,0-1 0,1 1 1,-1 0-1,0 0 0,0 0 0,-1 0 0,1 0 0,-1 1 0,1-1 0,-1 1 0,0-1 1,-1 1-1,1 0 0,-1 0 0,1 0 0,-1 0 0,0 0 0,0 0 0,-1 0 1,0 0-1,1 0 0,-1 1 0,0-1 0,-1 0 0,1 0 0,-1 0 0,0 0 1,0 0-1,0 0 0,-1 0 0,1 0 0,-1 0 0,0 0 0,0-1 0,0 1 1,0-1-1,-1 1 0,0-1 0,1 0 0,-1 0 0,0 0 0,-6 4 0,-84 42 907,87-45-778,-1 1-1,-1-1 1,1-1 0,-1 1 0,1-1 0,-10 2-1,2-3 225,0 0 0,0-1 1,-16-1-1,-19 0 575,-15 1-439,-81-10-1,108 6-691,22 2-717,-1-1 0,-26-6-1,60 8-13633,-12 1 9111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8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1104 0 1681,'33'0'6096,"-28"0"-5242,-2 0-618,60 1 2417,-37-1-2652,-1 2 0,1 1 0,-1 1 0,31 8 0,-53-11 2,0 0 1,1 1-1,-1-1 0,0 0 0,0 1 0,0 0 1,0 0-1,0 0 0,0 0 0,0 0 0,-1 1 0,1-1 1,-1 1-1,1-1 0,-1 1 0,0 0 0,0 0 0,-1 0 1,1 0-1,0 0 0,-1 1 0,0-1 0,0 0 0,0 1 1,0-1-1,0 1 0,-1-1 0,0 1 0,1-1 1,-1 1-1,-1-1 0,1 1 0,0-1 0,-1 1 0,0-1 1,0 1-1,0-1 0,0 1 0,0-1 0,-1 0 0,-3 6 1,-2 1 119,-2 0 1,0-1 0,0 1 0,-1-2-1,0 1 1,0-1 0,-18 10-1,12-7 142,-12 7 486,0-1 0,-1-1 1,0-2-1,-2-1 1,1-1-1,-1-2 1,-1-1-1,0-1 1,0-2-1,-1-1 1,-57 0-1,90-5-695,-1 0 0,1 0 1,0 0-1,-1 0 0,1 0 0,0-1 0,-1 1 1,1 0-1,0 0 0,0-1 0,-1 1 0,1 0 1,0 0-1,0-1 0,-1 1 0,1 0 0,0-1 1,0 1-1,0 0 0,0-1 0,-1 1 0,1 0 0,0-1 1,0 1-1,0-1 0,0 1 0,0 0 0,0-1 1,0 1-1,0-1 0,0-3-138,1 10 103,4-6-88,14-4 70,-1 1-1,1 1 1,0 1 0,0 0-1,27 3 1,113 23-726,-150-23 668,93 23-622,-89-21 539,-1 0 0,1 1 0,0 0 0,-1 1 0,20 13-1,-28-15 131,0 0 0,0 0 0,-1 0 0,0 1 0,0-1 0,0 1 0,0 0 0,-1-1 0,1 1-1,-1 0 1,-1 1 0,1-1 0,-1 0 0,0 0 0,0 1 0,0-1 0,-1 1 0,0-1 0,0 1-1,0-1 1,-1 0 0,1 1 0,-1-1 0,-1 0 0,1 1 0,-1-1 0,-4 8 0,-1-3 189,0-1-1,-1 0 1,0 0 0,-1-1 0,0 0 0,-1 0 0,1-1 0,-17 9 0,-98 47 2419,38-29-723,0-2-1,-166 34 0,188-54-2274,-2-2 0,1-4 0,-125-4 0,134-6-2801,0-2-1,-83-20 0,3-18-8672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39 720,'0'-2'1090,"1"1"-723,-1 0-1,0 0 1,0 0-1,0 0 1,1 0-1,-1-1 0,0 1 1,0 0-1,0 0 1,-1 0-1,1 0 1,0 0-1,0 0 1,0 0-1,-1 0 0,1 0 1,-1 0-1,1 0 1,-1 0-1,1 1 1,-1-1-1,1 0 0,-2-1 1,-13 3 433,30-3-226,-15 2-556,0 0 0,0 0 0,1 0 1,-1 0-1,0 0 0,0 0 0,0 0 0,1 0 0,-1 0 1,0 0-1,0 0 0,0-1 0,1 1 0,-1 0 0,0 0 1,0 0-1,0 0 0,0 0 0,1 0 0,-1 0 0,0-1 1,0 1-1,0 0 0,0 0 0,0 0 0,1 0 0,-1 0 1,0-1-1,0 1 0,0 0 0,0 0 0,0 0 1,0-1-1,0 1 0,0 0 0,0 0 0,0 0 0,0-1 1,0 1-1,0 0 0,0 0 0,0 0 0,0-1 0,0 1 1,0 0-1,0 0 0,0-1 22,6-3-40,15 4-40,-20 0 48,-1 1 1,1-1 0,-1 0 0,0 0-1,1 0 1,-1 1 0,0-1 0,1 0-1,-1 1 1,0-1 0,1 0-1,-1 1 1,0-1 0,1 0 0,-1 1-1,0-1 1,0 0 0,0 1 0,1-1-1,-1 1 1,0-1 0,0 1 0,0-1-1,0 0 1,0 1 0,0-1 0,0 2-1,4 8 428,-1-8-331,-1 1 1,1-1 0,-1 1-1,0 0 1,0 0-1,0 0 1,0 0-1,-1 0 1,3 6 0,-3-2 120,1 1 0,-1 0 1,-1-1-1,0 14 1,-1 6 443,-2 0 1,-12 51 0,7-44-336,0 15 112,5-34-252,1 1-1,-2-1 1,0 0-1,0 0 1,-14 29-1,-8 2 212,15-30-269,1 2 0,1 0 0,1 0 0,0 0 0,-7 30 0,11-21 46,1 1 1,2-1-1,2 31 1,0-14-91,-1-42-218,0 1 1,0-1-1,0 1 1,0-1-1,1 1 1,-1-1-1,1 1 1,-1-1-1,1 1 1,0-1-1,0 0 1,0 0-1,0 1 1,1-1-1,-1 0 1,0 0-1,1 0 1,0 0-1,-1 0 1,1-1-1,0 1 1,0 0-1,0-1 1,0 1-1,0-1 1,0 0-1,1 0 1,-1 0 0,4 2-1,13 7-2530,-14-4-3174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89 960,'0'1'74,"1"-1"0,-1 0 0,0 0 0,0 0 0,0 0 0,0 0 0,0 1 0,0-1 0,0 0 0,0 0 0,0 0 0,0 0 0,1 1 0,-1-1 0,0 0-1,0 0 1,0 0 0,0 0 0,0 1 0,0-1 0,0 0 0,0 0 0,0 0 0,-1 1 0,1-1 0,0 0 0,0 0 0,0 0 0,0 0 0,0 1 0,0-1-1,0 0 1,0 0 0,0 0 0,0 0 0,-1 0 0,1 1 0,0-1 0,0 0 0,0 0 0,0 0 0,0 0 0,-1 0 0,1 0 0,0 0 0,0 0 0,0 0-1,0 0 1,-1 1 0,1-1 0,0 0 0,0 0 0,0 0 0,-1 0 0,1 0 0,0 0 0,0 0 0,0 0 0,0 0 0,-1-1 0,1 1 0,0 0 0,0 0 0,0 0-1,0 0 1,-1 0 0,1 0 0,0 0 0,0 0 0,-86-6 5218,55 3-4263,-1 1-1,-37 2 0,65 1-947,-1 0 1,1 0-1,0 0 0,-1 0 0,1 1 0,0 0 0,0 0 0,0 0 1,0 0-1,1 0 0,-1 1 0,0 0 0,-3 4 0,-1 1 141,1 1 0,0 0 0,-9 15 1,11-15-73,2-6-96,1 0 0,0 1 0,0-1 0,0 1 0,1 0 0,-1-1 0,1 1 0,0 0 0,0 0 0,0 0 1,0 6-1,2-3 36,0-1 0,0 1 0,1-1 1,-1 1-1,6 10 0,-7-16-80,7 22 192,-6-20-192,0 0-1,-1 0 0,1-1 0,0 1 1,0 0-1,1 0 0,-1-1 0,0 1 1,1 0-1,0-1 0,-1 0 0,1 1 0,0-1 1,0 0-1,1 0 0,-1 0 0,0 0 1,1 0-1,4 2 0,-4-2-17,3 1-12,0 1 0,0-1-1,0 0 1,1-1-1,-1 0 1,1 0 0,-1 0-1,1-1 1,0 0-1,-1 0 1,1 0-1,0-1 1,9-1 0,60-8-181,-70 8 181,-1-1-1,0 1 1,1-1-1,-1 0 1,0 0-1,0 0 0,0-1 1,-1 0-1,9-5 1,10-8-28,-15 11-5,0 1-1,0-2 1,0 1 0,-1-1-1,0 0 1,0-1 0,0 0-1,-1 0 1,0 0-1,-1-1 1,1 0 0,-2 0-1,7-12 1,1-1-250,-2 4-201,16-36 1,-24 49 359,0-1 1,-1 1-1,1-1 0,-1 1 1,0-1-1,-1 0 0,1 0 1,-1 0-1,0 0 0,0 1 1,0-1-1,-1 0 0,-2-8 0,2 10 10,0 1 0,0 0 0,0 0 0,0-1 0,-1 1 0,1 0 0,-1 0 0,0 0 0,1 1 0,-1-1 0,0 0 0,0 1 0,0-1 0,0 1 0,-1 0 0,1-1 0,0 1 0,-3-1 0,-44-9-2449,41 10 1990,-57-7-4663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3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28 560,'-6'-1'410,"5"1"-324,0 0 0,0 0-1,-1 0 1,1 0 0,0 0 0,0 0-1,-1-1 1,1 1 0,0 0 0,0-1-1,0 1 1,-1-1 0,1 1 0,0-1-1,0 1 1,0-1 0,0 0 0,0 0-1,0 1 1,0-1 0,0 0 0,1 0-1,-2-1 1,2 1-40,0 1 1,0 0-1,0-1 0,-1 1 0,1-1 1,0 1-1,0 0 0,0-1 0,-1 1 1,1 0-1,0-1 0,0 1 0,-1 0 1,1-1-1,0 1 0,-1 0 0,1-1 1,0 1-1,-1 0 0,1 0 0,-1 0 1,1-1-1,0 1 0,-1 0 0,1 0 1,-1 0-1,1 0 0,0 0 0,-1 0 1,1 0-1,-1 0 0,0 0 0,-14 0 370,14 0-210,-5 0 687,1-1-106,-17-3-133,17 3-80,-1 1-41,-16 0-106,17 0-27,0 0-13,-27 0 8,1 1-1,0 2 1,0 1-1,0 2 0,0 1 1,-32 11-1,53-13-163,-1 0 0,1 1-1,0 0 1,1 0-1,-1 1 1,1 0 0,-15 16-1,20-19-144,0 1 0,1 0 0,-1 0 0,1 0 0,0 1 0,0-1 0,1 1 0,-1 0 0,1 0 0,1 0 0,-1 0 0,1 0 0,0 0 0,0 12 0,1-11-60,0-1-1,1 0 1,0 1 0,0-1-1,0 0 1,1 0 0,0 0-1,0 0 1,1 0 0,0 0-1,0 0 1,0-1 0,7 10-1,4-1-56,-1 1 1,2-2-1,19 15 0,-17-14-5,-6-5-120,1-1-1,0-1 1,1 0-1,0 0 1,0-1-1,0-1 1,1 0-1,0-1 1,0 0-1,0-1 1,0-1-1,0 0 1,0-1-1,1 0 1,-1-1-1,28-4 1,-28 2-140,0-1 0,-1 0-1,1-1 1,-1 0 0,0-1 0,0-1 0,-1 0 0,0 0 0,0-1 0,0-1 0,-1 0 0,0-1-1,0 0 1,-1 0 0,0-1 0,-1-1 0,9-11 0,-16 17 296,0 1 0,0 0 0,-1-1 0,1 0 0,-1 1 0,0-1 0,0 0 0,-1 0 0,1 0 0,-1 0 0,0 1 0,-1-1 0,1 0 0,-1 0 0,0 0 0,0 1 0,-3-9 0,0 4 274,-1-1 1,0 1-1,-1 1 0,0-1 1,0 1-1,-1 0 0,0 0 1,0 1-1,-10-7 0,0-3 331,6 7-244,0 1 0,-1 0 1,0 1-1,0 0 0,-1 1 0,0 0 0,0 1 0,0 0 0,-1 1 0,0 1 0,0 0 1,0 1-1,-16-2 0,25 4 266,3 3-457,9 4-260,91 40-137,-46-13 264,81 68-1,-127-97-29,10 9 18,-5-5-9,0 1 0,0 0 0,0 1 0,-1 0 0,-1 0 0,0 1 0,0 0-1,-1 1 1,0 0 0,9 21 0,5 15-8,-3-6 43,-1 1-1,16 60 1,-33-96-11,0 0-1,0 0 1,-1 0-1,0-1 0,0 1 1,0 0-1,-1 0 1,0 0-1,0 0 1,-1 0-1,0-1 0,0 1 1,-1 0-1,0-1 1,0 0-1,0 0 1,-1 0-1,0 0 1,0 0-1,0-1 0,-1 0 1,0 0-1,0 0 1,-9 6-1,-5 3 366,-1 0 0,0-2 0,-1-1-1,-1 0 1,-36 12 0,2-4 601,-1-3 1,-86 14-1,62-20-998,0-3-1,-149-8 1,220 1-92,-33-2-528,-54-10 0,78 8-145,1-1 1,0 0-1,0-2 1,0 0-1,1-1 1,-18-10 0,-63-47-6755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5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54 1681,'0'0'79,"0"-1"1,0 1-1,0-1 1,0 1-1,-1-1 1,1 1-1,0-1 0,0 1 1,-1-1-1,1 1 1,0 0-1,0-1 1,-1 1-1,1-1 1,0 1-1,-1 0 1,1-1-1,-1 1 1,1 0-1,0 0 0,-1-1 1,1 1-1,-1 0 1,1 0-1,-1-1 1,1 1-1,-1 0 1,1 0-1,-1 0 1,1 0-1,-1 0 0,0 0 8,0 0-1,1 0 1,-1 0-1,0-1 1,1 1-1,-1 0 1,0 0-1,1-1 1,-1 1-1,1 0 1,-1-1-1,0 1 1,1 0-1,-1-1 0,1 1 1,-1-1-1,1 1 1,-1-1-1,1 1 1,0-1-1,-1 1 1,1-1-1,0 0 1,-1 1-1,1-1 1,0 1-1,0-1 0,-1 0 1,1 1-1,0-1 1,0 0-1,0 1 1,0-2-1,4 0 808,51-13 800,-18 12-1332,4-2-82,0 2-1,68 4 1,-100 0-249,8 0 47,1 1 1,31 8-1,-49-10-71,1 0-1,-1 1 0,1-1 0,-1 0 1,0 1-1,1-1 0,-1 1 0,1-1 0,-1 0 1,0 1-1,1-1 0,-1 1 0,0-1 0,0 1 1,1-1-1,-1 1 0,0-1 0,0 1 0,0-1 1,0 1-1,0-1 0,1 1 0,-1 0 0,0-1 1,0 1-1,0-1 0,-1 1 0,1-1 1,0 2-1,0-1 10,-1 1 1,0-1 0,1 1 0,-1-1-1,0 1 1,0-1 0,0 1-1,0-1 1,0 0 0,0 1-1,0-1 1,0 0 0,-1 0 0,1 0-1,-2 1 1,-22 14 207,-1-2-1,-1-1 1,0-1 0,-53 16-1,-142 28 1874,173-49-1323,38-5 79,16-2-879,185 13-148,-85-8 92,-33-4 33,0 4-1,0 3 1,124 29-1,-186-34 40,0 0 0,-1 0 0,16 8 0,-24-10 16,0 0 1,0-1-1,0 1 1,0 0-1,0 0 1,0 0-1,-1 0 1,1 0-1,0 0 1,-1 0-1,1 0 1,-1 1-1,1-1 1,-1 0-1,1 0 1,-1 0-1,0 1 1,0-1-1,0 0 1,1 0-1,-1 1 1,0-1-1,-1 0 1,1 1-1,0-1 1,0 0-1,0 0 1,-1 0-1,1 1 1,-1-1-1,1 0 1,-1 0-1,1 0 1,-1 0-1,0 0 1,0 2-1,-3-1 62,1 1 0,-1-1 1,1 1-1,-1-1 0,0 0 0,0 0 0,0-1 1,-4 2-1,-142 40 1182,87-27-860,24-6-347,-1-1-1,-82 6 0,99-14-628,-1-2 0,1 0 0,-1-1 0,1-1 0,-1-1 0,-24-8 0,41 10 102,0-1-1,1 0 0,-1 0 1,1 0-1,0 0 0,0-1 1,1 0-1,-6-5 0,3 1-1152,1 0-1,0 0 1,-8-14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4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80,'0'0'1614,"5"0"-747,38 0 5018,-31 0-5860,-7 0 762,-5 1-751,0-1 1,0 0-1,0 0 0,0 0 1,0 0-1,0 1 1,-1-1-1,1 0 1,0 0-1,0 0 1,0 0-1,0 1 1,0-1-1,0 0 1,0 0-1,0 0 1,0 1-1,0-1 1,0 0-1,0 0 1,0 0-1,0 1 1,0-1-1,0 0 0,0 0 1,0 0-1,0 1 1,0-1-1,1 0 1,-1 0-1,0 0 1,0 0-1,0 1 1,0-1-1,0 0 1,0 0-1,1 0 1,-1 0-1,0 0 1,0 1-1,0-1 1,0 0-1,1 0 0,-1 0 1,0 0-1,0 0 1,0 0-1,1 0 1,-1 0-1,0 0 1,0 0-1,0 0 1,1 0-1,-1 0 1,0 0-1,0 0 1,0 0-1,1 0 1,-1 0-1,0 0 1,0 0-1,0 0 1,1 0-1,53 6 778,-54-6-814,1 0 0,-1 0 0,0 0 0,0 0 0,0 0 0,1 0 0,-1 0 0,0 0 0,0 0 0,1 0 0,-1 0 0,0 0 0,0 0 0,0 1 0,0-1 0,1 0 0,-1 0 0,0 0 0,0 0 0,0 0 0,0 0 0,1 1 0,-1-1 0,0 0 0,0 0 0,0 0 0,0 1 0,0-1 0,0 0 0,0 0 0,0 0 0,1 1 0,-1-1 0,0 0 0,0 0 0,0 0 0,0 1 0,0-1 0,0 0 0,0 0 0,0 1 1,0 0 0,0-1 0,1 1 0,-1-1 0,0 1 1,1-1-1,-1 1 0,0-1 0,1 0 0,-1 1 0,1-1 0,-1 1 1,1-1-1,-1 0 0,1 1 0,-1-1 0,1 0 0,-1 0 0,1 1 1,-1-1-1,1 0 0,-1 0 0,1 0 0,0 0 0,-1 0 0,1 1 1,-1-1-1,1 0 0,0 0 0,-1-1 0,1 1 0,-1 0 0,1 0 0,0 0 1,0-1-1,-1 1 0,1 0 1,-1 0 0,1 0-1,-1 0 1,1 0-1,-1 0 1,1 0-1,-1 0 1,1 0 0,-1 0-1,1 0 1,-1 0-1,1 0 1,-1 0 0,1 0-1,-1 0 1,1 0-1,-1 1 1,0-1-1,1 0 1,-1 0 0,1 1-1,-1-1 1,0 0-1,1 1 1,-1-1 0,1 0-1,-1 1 1,0-1-1,1 0 1,-1 1-1,0 0 1,0 0 65,20 1 12,-2 3 2,37 7 412,-67-14-407,-18-4 145,-48-3-1,63 9-140,0 1-1,-1 1 1,-15 3-1,5 0 60,12-3-24,1 1 0,0 0 0,0 1 0,0 1 0,-14 7 0,22-10-53,0 1 0,0 0-1,0 0 1,1 0 0,-1 1 0,1-1 0,0 1 0,0 1 0,0-1-1,0 0 1,1 1 0,0 0 0,0-1 0,-4 10 0,-4 27 275,1-19-265,8-19-84,-1 1 1,1 0 0,0-1-1,0 1 1,1 0 0,-1 0-1,1 0 1,0 0 0,0 1 0,0-1-1,1 0 1,-1 0 0,1 1-1,0-1 1,0 0 0,1 0-1,-1 1 1,1-1 0,0 0-1,0 0 1,2 5 0,19 17 134,-19-23-129,0-1 0,1 1-1,-1-1 1,0 0 0,1 0 0,0 0-1,-1 0 1,1-1 0,0 1-1,0-1 1,0 0 0,0 0-1,0-1 1,0 1 0,0-1 0,1 0-1,-1 0 1,0 0 0,8-2-1,2 2-77,14-2-157,0-1 0,1-1 0,41-12 0,-29 6 61,21-6-61,-43 10 166,0 2 0,22-4 0,-26 6 20,0 1 0,0 0 0,0 1 0,0 0 0,18 3 0,-30-2 48,0-1 1,-1 1-1,1 0 1,0 0-1,-1 0 1,1 0-1,0 0 1,-1 0-1,0 1 1,1-1-1,-1 1 1,0 0-1,0-1 1,0 1-1,0 0 1,2 3-1,-3-3 22,0 0-1,0 1 1,0-1 0,-1 1 0,1-1-1,-1 1 1,1-1 0,-1 1 0,0-1-1,0 1 1,0-1 0,0 1 0,-1-1-1,1 1 1,-1-1 0,1 1-1,-1-1 1,0 1 0,0-1 0,0 0-1,-3 4 1,-5 11 220,-1-1 0,0-1 0,-2 0 0,0 0 0,0-1 0,-26 22 0,19-20 25,0 0 0,-2-2 0,0 0 0,0-1 0,-30 12 0,-31 4 37,59-21-740,0 0 1,-23 3-1,36-9-282,0-1 0,0 0-1,0-1 1,0-1 0,-17-1 0,-11-11-6222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1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38 320,'9'1'609,"10"-4"475,-19 3-912,1 0 1,-1-1-1,1 1 0,-1 0 1,0-1-1,1 1 0,-1-1 1,0 1-1,1-1 0,-1 1 0,0-1 1,0 1-1,0-1 0,1 1 1,-1-1-1,0 1 0,0-1 1,0 1-1,0-1 0,0 1 0,0-1 1,0-1 1907,0 9-598,0-7-1396,0 1-1,1 0 1,-1 0-1,0 0 1,0-1-1,0 1 1,0 0-1,0 0 1,0 0-1,0-1 1,0 1-1,0 0 1,0 0-1,0 0 1,0-1-1,0 1 1,-1 0-1,1 0 1,0-1-1,-1 1 1,1 0-1,-1-1 1,1 1-1,0 0 0,-1-1 1,1 1-1,-1 0 1,-1 0-1,-29-3 833,-1 0-1,1-3 0,-32-7 0,41 5-555,16 5-254,0 0 0,-1 0 0,0 1 0,1 0 0,-1 1 0,0-1 0,1 1 0,-13 2 0,14-2-108,0 1 0,0 0 0,1 0 0,-1 1 0,0-1 1,1 1-1,-1 0 0,1 0 0,-1 1 0,1-1 0,0 1 0,0 0 0,0 0 1,-6 7-1,-26 17 158,24-20-136,-25 18-4,26-3-15,6-11 7,-17 13 110,12-5 143,9-17-233,0 1 0,0-1 0,0 0 1,-1 0-1,1 0 0,-1 0 0,1 0 0,-1 0 0,0 0 0,0 0 0,0 0 0,-2 1 0,-3 2-17,5-5-20,1 1 1,-1 0 0,1 0-1,-1 0 1,1 0 0,-1 0-1,1 0 1,0 1-1,0-1 1,-1 0 0,1 1-1,0-1 1,0 1-1,0-1 1,0 1 0,1 0-1,-1-1 1,0 1-1,1 0 1,-1 0 0,1-1-1,0 1 1,-1 0-1,1 2 1,0-3 3,0 1 1,0-1-1,0 1 1,0-1-1,-1 1 0,1-1 1,-1 1-1,1-1 0,-1 1 1,1-1-1,-1 0 0,0 1 1,1-1-1,-1 0 1,0 1-1,0-1 0,0 0 1,0 0-1,0 0 0,0 0 1,-1 0-1,-1 1 0,2-1 3,0 0-1,0 0 0,0 0 0,0 0 0,0 0 0,0 0 1,0 0-1,0 0 0,0 0 0,0 0 0,0 1 0,1-1 0,-1 0 1,1 0-1,-1 1 0,1-1 0,-1 1 0,1-1 0,0 0 1,0 1-1,-1-1 0,1 3 0,0-4 4,0 1-1,0 0 1,0 0 0,1 0-1,-1 0 1,0-1 0,0 1 0,0 0-1,1 0 1,-1 0 0,0-1-1,1 1 1,-1 0 0,1-1-1,-1 1 1,1 0 0,-1-1-1,1 1 1,-1 0 0,1-1-1,0 1 1,-1-1 0,1 1-1,0-1 1,-1 1 0,1-1-1,0 0 1,0 1 0,0-1 0,-1 0-1,2 0 1,-1 1 0,0-1 1,0 0 0,0 1-1,-1-1 1,1 0-1,0 1 1,0-1-1,0 1 1,-1-1 0,1 1-1,0 0 1,0-1-1,-1 1 1,1 0-1,0-1 1,-1 1 0,1 0-1,-1 0 1,1-1-1,-1 1 1,0 0-1,1 0 1,-1 0 0,0 0-1,1 0 1,-1 0-1,0 0 1,0 0-1,0-1 1,0 1 0,0 2-1,0 224-190,0-223 186,1-1 0,-1 0 0,1 0-1,-1 0 1,1 0 0,0 1 0,0-1-1,1 0 1,-1 0 0,0-1 0,1 1 0,0 0-1,0 0 1,0-1 0,0 1 0,0-1-1,0 0 1,5 4 0,17 24-82,-20-25 47,-1 0 1,1 0-1,0 0 1,0-1-1,0 1 1,1-1 0,0 0-1,0 0 1,0 0-1,0-1 1,0 0-1,1 0 1,-1 0-1,11 3 1,7 1-105,0-1 0,37 4 1,-45-7 89,143 12-285,-55-7 110,-37-4 83,1-3-1,82-9 1,-17-12-194,-25 2 352,-39 14 78,-40 3-54,-1-1 0,41-7-1,-6-1-6,-46 8-5,0 0 0,-1-2 1,1 1-1,22-10 0,-29 9 4,2 0-14,0-1 0,0 0 0,14-10-1,-22 14-10,-1-1 1,0 0-1,0 1 0,0-1 0,0 0 0,0 0 0,0 0 0,0-1 1,-1 1-1,1 0 0,-1-1 0,0 1 0,1-1 0,-1 1 0,0-1 1,-1 0-1,1 1 0,0-1 0,-1 0 0,1-4 0,-1-10 47,1 9-2,-1 1 0,0-1-1,-1 1 1,1-1 0,-1 1 0,-1-1 0,0 1 0,-4-12-1,-1 3 116,-2 0 0,0 0 0,0 1-1,-1 1 1,-1-1 0,0 2 0,-1 0-1,-1 0 1,0 1 0,-23-16-1,-11-5 499,-2 3 0,-63-30 0,81 45-412,2-2 1,0 0-1,-45-37 1,50 34-204,13 9-92,-1 1 1,0 0-1,-1 0 1,0 2 0,-1 0-1,-18-9 1,14 11-485,0 1 1,0 1-1,0 0 1,-33-2 0,18 5-1984,1 0 1,-35 5 0,-31 10-6469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4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60 119 880,'0'0'1748,"1"0"-1598,-1-1 0,0 1 0,0-1 1,0 0-1,1 1 0,-1-1 0,0 0 0,0 1 0,0-1 1,0 0-1,0 0 0,0 1 0,0-1 0,0 0 1,-1 1-1,1-1 0,0 0 0,0 1 0,0-1 0,-1 1 1,1-1-1,0 0 0,-1 1 0,1-1 0,-1 1 0,1-1 1,-1 1-1,1-1 0,-1 1 0,0-1 0,-54-7 4733,56 8-4795,-1-1 0,0 1 0,0 0 1,0 0-1,0 0 0,1 0 0,-1 0 1,0 0-1,0-1 0,0 1 1,0 0-1,0 0 0,0 0 0,0 0 1,0-1-1,1 1 0,-1 0 0,0 0 1,0 0-1,0-1 0,0 1 0,0 0 1,0 0-1,0 0 0,0 0 1,0-1-1,0 1 0,0 0 0,0 0 1,0 0-1,-1-1 0,1 1 0,0 0 1,0 0-1,0 0 0,0 0 0,0-1 1,0 1-1,0 0 0,0 0 1,-1 0-1,1 0 0,0 0 0,0-1 1,0 1-1,-1 0 0,30-2 960,0-2 0,37-9 1,1-1-419,109-6 304,-91 12-614,101-1-99,-41 4-1216,-109 3 551,146-4-2953,-128 7 315,-54-1 2978,1 0 0,-1 0 0,0 0 1,1 0-1,-1 0 0,1 0 0,-1 0 0,0 0 0,1 0 0,-1 0 0,0 0 0,1 0 0,-1 0 0,0 0 0,1 0 0,-1 0 1,0 0-1,1 1 0,-1-1 0,0 0 0,1 0 0,-1 0 0,0 1 0,0-1 0,1 0 0,-1 0 0,0 1 0,0-1 0,1 0 1,-1 0-1,0 1 0,0-1 0,0 0 0,0 1 0,1-1 0,-1 0 0,0 1 0,0-1 0,0 0 0,0 1 0,0-1 0,0 1 1,0-1 103,0 12-5176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34 125 3282,'-33'-8'3441,"33"1"-1680,0 1 800,0-2-1841,33 2 161,-33-1 79,32-7 161,34 1-1,-34 5-79,33-4-161,33 12-320,92-9-1200,104 3-4242,-98-15-5203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31 3922,'0'0'3041,"5"0"-1400,27-2-635,50-10-1,-43 5-748,24 1-81,0 3 0,0 3 0,0 2 0,71 13 0,-26 4-20,-99-17-140,1 0 0,-1 1 0,0 0 0,0 1-1,0 0 1,13 8 0,-21-11-9,0 0 1,0-1-1,0 1 0,0 0 1,0 0-1,0 0 0,0 1 1,0-1-1,0 0 0,-1 0 1,1 0-1,-1 0 0,1 1 1,-1-1-1,1 0 0,-1 1 1,0-1-1,1 0 0,-1 1 1,0-1-1,0 0 0,0 1 1,0-1-1,0 1 0,0-1 1,-1 0-1,1 1 1,0-1-1,-1 0 0,1 0 1,-1 1-1,1-1 0,-2 1 1,-1 4 86,0 0 0,-1-1 0,0 0 0,0 0 0,-9 8 0,2-2 232,-1 0 1,0-1 0,-1 0 0,0-1 0,-1-1-1,0 0 1,-27 12 0,-26 0 1207,-111 21 0,123-33-453,1-1-1,-60-2 1,99-5-531,1 0 0,0-1 0,-1-1 1,1-1-1,0 0 0,0-1 0,-22-8 1,36 11-536,0 1 0,0 0 1,0 0-1,0 0 0,0 0 1,1 0-1,-1 0 0,0 0 1,0 0-1,0 0 1,0 0-1,0-1 0,0 1 1,0 0-1,0 0 0,0 0 1,0 0-1,0 0 0,1 0 1,-1 0-1,0-1 0,0 1 1,0 0-1,0 0 0,0 0 1,0 0-1,0 0 1,0-1-1,0 1 0,0 0 1,0 0-1,0 0 0,0 0 1,-1 0-1,1 0 0,0-1 1,0 1-1,0 0 0,0 0 1,0 0-1,0 0 0,0 0 1,0 0-1,0 0 1,0 0-1,0-1 0,0 1 1,-1 0-1,1 0 0,0 0 1,0 0-1,0 0 0,16-4 86,33-6-135,87 3-259,183 7-1089,-285 0 1216,24 1-150,-2-2-202,-1 2 0,0 3 0,91 19 0,-136-21 422,-1 1 0,1 0-1,-1 0 1,1 1-1,-1 1 1,15 9-1,-22-12 102,0-1 0,0 1-1,0-1 1,0 1 0,-1 0 0,1 0-1,0 0 1,-1 0 0,0 0-1,1 0 1,-1 0 0,0 0 0,0 0-1,0 1 1,0-1 0,-1 0-1,1 1 1,-1-1 0,1 1 0,-1-1-1,0 0 1,0 1 0,0-1 0,0 1-1,0-1 1,0 1 0,-1-1-1,0 0 1,-1 5 0,0 0 179,-1 0 0,-1 0 0,1-1-1,-1 1 1,0-1 0,-1 0 0,1 0 0,-1-1 0,-1 1 0,1-1 0,-1 0 0,1 0-1,-10 4 1,-9 4 625,-2-1 0,0-2 0,0 0 0,-35 7 0,-118 17 1749,-193 5-1215,285-36-1902,-1-3 1,-104-16-1,151 11-547,-56-16 1,85 17 543,0 0 0,1 0-1,-1-1 1,1 0 0,0-1 0,0 0 0,1-1 0,-17-14 0,24 19 248,1 0-1,0-1 1,-1 1 0,1-1-1,0 0 1,0 1-1,0-1 1,1 0 0,-1 0-1,1 0 1,0 0 0,-1 0-1,2-1 1,-1 1 0,0 0-1,0 0 1,1-1 0,0 1-1,0-1 1,0 1 0,0 0-1,1-5 1,3-5-1509,1 0 0,1 0 0,0 0 0,0 1 0,16-21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1921,'0'0'5923,"32"9"-3682,66 30 1120,33 50-159,0 9-1842,-33-15-960,26-8-239,-26-6 79,0-13-1041,32-17-1360,-65-18-2241,1-21-3361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1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34 462 8644,'-33'-6'6243,"98"-9"-4883,33-12-1600,65-14 80,66-34 640,26 6-79,6-8-481,-33 2-321,1 19-1599,-105 35-4724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 1921,'-33'-7'13366,"33"14"-11845,33 1-1041,-1-2 80,99 15 0,32 6-79,59 0-882,-59-27-1199,-32-21-1602,-33 0-2160,0 3-1601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3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28 1281,'-33'6'3521,"1"-6"481,64 0-1361,-32-6 801,33 0-2562,0-3-79,-1 3-1,66 6 0,157-6 401,72 12-321,-99 15-1040,-71-7-1360,6-1-2963,0-19-4961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4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8 800,'-21'0'1946,"9"0"7220,17-5-5844,72 3-1401,597 10-481,-642-6-1402,18 0 43,1 3-1,-1 1 1,76 21-1,-124-27-76,6 2 3,-1 0 1,0 1 0,0-1 0,0 1 0,6 5-1,-11-7-7,0 0-1,-1 0 1,1 1 0,-1-1-1,0 0 1,1 1-1,-1 0 1,0-1-1,0 1 1,0 0-1,0-1 1,0 1-1,-1 0 1,1 0 0,0 0-1,-1 0 1,1 0-1,-1 0 1,0 0-1,0 0 1,0 4-1,0-4 7,0 1 0,0 0-1,0 0 1,-1-1-1,1 1 1,-1 0 0,0-1-1,1 1 1,-1-1 0,-1 1-1,1-1 1,0 1-1,-1-1 1,1 0 0,-1 1-1,1-1 1,-1 0-1,-4 3 1,-3 2 47,0-1 1,0-1-1,0 0 1,-14 6-1,-44 16 401,-127 34 1,-90 4 1120,263-61-1445,-446 75 2018,238-56-747,296-37-1241,116-8-307,677-70-667,-345 66 134,-473 25 658,-1 3 0,1 1-1,-1 2 1,0 2 0,73 22 0,-105-26 16,-1 1 0,0 0 1,0 0-1,0 0 0,10 9 1,-17-13 12,0 1 0,0 0 0,0 0 0,0 0 0,0 0 0,0 0 0,0 0 0,0 0 0,0 0 0,-1 0 0,1 0 0,-1 0 0,1 0 0,0 1-1,-1-1 1,0 0 0,1 0 0,-1 1 0,0-1 0,0 0 0,1 1 0,-1-1 0,0 0 0,0 1 0,0-1 0,-1 0 0,1 0 0,0 1 0,0-1 0,-1 0 0,1 1 0,-1-1 0,1 0 0,-1 0 0,0 0 0,1 0 0,-1 0 0,0 0 0,0 1 0,0-2 0,0 1 0,1 0 0,-2 0 0,0 1 0,-12 8 150,-1-1 1,0 0-1,0-1 0,-18 6 1,-124 51 746,-294 78-1,-187-12-909,187-80-2414,163-47-2964,83-15-3033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2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6 400,'0'0'1347,"-6"0"-39,-16 0 26,17 0 2521,-1-1-2681,-15-3-134,21 4-996,-1 0-1,1 0 0,0-1 1,0 1-1,0 0 1,0 0-1,-1 0 0,1 0 1,0 0-1,0 0 1,0 0-1,0 0 1,-1 0-1,1 0 0,0 0 1,0 0-1,0 0 1,0 0-1,-1 1 0,1-1 1,0 0-1,0 0 1,0 0-1,0 0 0,0 0 1,-1 0-1,1 0 1,0 0-1,0 0 1,0 1-1,0-1 0,0 0 1,0 0-1,-1 0 1,1 0-1,0 0 0,0 1 1,0-1-1,0 0 1,0 0-1,0 0 1,0 0-1,0 1 0,0-1 1,0 0-1,0 0 1,0 0-1,0 0 0,0 1 1,-5 7 1240,-6-4-1084,8-3-159,-1 0 0,1 0 0,0 0 0,0 0 0,0 1 0,0-1 0,1 1-1,-1 0 1,0 0 0,1 0 0,-1 0 0,1 0 0,0 1 0,-3 2 0,-5 34 359,-12 10 0,14-16-166,6-25-176,1-1 0,-1 1 0,0-1 0,-1 0 0,0 1 0,0-1 0,-1-1 0,1 1 0,-10 11 0,-112 121 2756,99-108-2431,1 2-1,2 0 1,2 2-1,1 0 0,-28 68 1,26-50-195,16-40-188,0 0 0,0 1 0,2 0-1,0 0 1,0 0 0,1 1 0,-1 18 0,4-32-100,0 0 1,0 0 0,0 0 0,0 0-1,0-1 1,0 1 0,0 0 0,0 0-1,0 0 1,0 0 0,0-1 0,1 1-1,-1 0 1,0 0 0,1 0 0,-1-1 0,0 1-1,1 0 1,-1-1 0,1 1 0,0 0-1,-1-1 1,1 1 0,-1 0 0,2 0-1,0-1-334,1 1 0,-1-1 0,1 0-1,0 0 1,-1 0 0,1 0-1,-1 0 1,1 0 0,4-2-1,79-19-8755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353 125 480,'0'0'1988,"1"-10"1315,-1 9-3155,0 1 1,0 0 0,0-1-1,0 1 1,0-1 0,0 1-1,0 0 1,0-1 0,0 1-1,0 0 1,0-1 0,0 1-1,0 0 1,0-1 0,0 1-1,0 0 1,-1-1 0,1 1 0,0 0-1,0-1 1,0 1 0,-1 0-1,1 0 1,0-1 0,0 1-1,-1 0 1,1 0 0,0-1-1,-1 1 1,1 0 0,0 0-1,-1 0 1,1 0 0,0 0-1,-1-1 1,0 1 0,-53-7 1211,53 7-1336,0-1-1,0 1 0,1 0 0,-1-1 1,0 1-1,0 0 0,0 0 0,0 0 1,0 0-1,0 0 0,0 0 0,0 0 1,0 0-1,0 0 0,0 0 0,1 0 1,-1 0-1,0 1 0,0-1 0,0 0 1,0 1-1,-1 0 0,0 0 31,0 0 1,0 0-1,0 0 1,0-1-1,0 1 1,0 0-1,-1-1 1,1 1-1,0-1 1,-4 0-1,-135 33 1200,75-10-684,64-22-551,0 0 0,0-1-1,0 1 1,0 0 0,0 1 0,0-1-1,0 0 1,0 1 0,0-1-1,0 1 1,1-1 0,-1 1 0,1 0-1,-1 0 1,1-1 0,0 1-1,-1 0 1,1 0 0,0 1 0,0-1-1,1 0 1,-2 3 0,2-2 0,1 0-1,-1 0 1,0 0 0,1 0 0,0 0 0,0-1 0,0 1 0,0 0-1,0 0 1,1-1 0,-1 1 0,1 0 0,-1-1 0,1 0 0,0 1-1,0-1 1,0 0 0,1 0 0,-1 0 0,4 3 0,5 1 24,0 1 0,1-1 0,19 6-1,-25-9-22,-3-2-17,179 66-136,-145-57 2,0-1 0,0-1 0,53 3 0,-58-9-68,0-2 0,0-2 1,0 0-1,-1-2 0,1-2 0,-1 0 1,0-2-1,0-2 0,33-15 0,-61 24 195,0-1-1,-1 0 0,1 1 1,0-1-1,-1 0 0,0-1 1,1 1-1,-1 0 0,0-1 1,0 1-1,0-1 0,-1 1 1,1-1-1,-1 0 0,1 0 1,-1 0-1,0 0 0,0 0 1,0 0-1,-1 0 0,1 0 1,-1 0-1,1 0 0,-1 0 1,0 0-1,0-1 0,-1 1 1,1 0-1,-1-5 0,-2-2-149,0-1 0,0 0 0,-1 1-1,0-1 1,0 1 0,-1 0 0,-8-10-1,6 9-61,0 0-1,0 1 1,-1 0-1,-1 1 1,0 0-1,0 0 1,-1 1-1,0 0 1,0 0-1,-1 1 1,0 1-1,-11-6 1,3 6-353,0 2 0,0 0 0,-29-3 0,-38-6-3558,53 6 1873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41 880,'-7'-1'493,"5"1"-348,1-1 0,-1 1 0,1 0 0,0 0 0,-1 0 0,1-1 0,0 1 0,0-1 0,-1 1 0,1-1 0,0 0 0,0 1 0,0-1 0,-2-2 0,-2-14 4044,6 16-4097,0 0-1,-1 0 1,1 0 0,0 1-1,0-1 1,0 1 0,0-1 0,-1 0-1,1 1 1,0 0 0,0-1-1,0 1 1,0-1 0,0 1 0,0 0-1,0 0 1,1 0 0,-1 0-1,0 0 1,1 0 0,34-4 462,-28 3-260,10 1-97,0 0 0,-1 2-1,34 6 1,-29-4-143,-3-2 20,-1 2-1,20 6 1,-33-8-13,1 0-1,-1 0 1,0 1-1,0-1 1,0 1 0,0 0-1,0 1 1,0-1-1,4 6 1,-8-9-44,-1 1 1,1 0-1,-1-1 0,0 1 1,1 0-1,-1-1 0,0 1 1,1 0-1,-1 0 0,0 0 1,0-1-1,0 1 0,0 0 1,0 0-1,0-1 0,0 1 1,0 0-1,0 0 0,0 0 1,0-1-1,0 1 0,0 0 1,-1 0-1,1-1 0,0 1 1,-1 0-1,1 0 0,-1-1 1,0 2-1,-3 5 138,-1 0 1,0 0-1,0 0 0,-1-1 0,1 0 1,-2 0-1,1 0 0,-1-1 0,1 0 0,-1 0 1,-1-1-1,1 0 0,-15 6 0,-5 0 461,-2-1 0,-41 8 0,51-13-408,-11 0 499,17-6-14,7 2-626,-2 1-54,20 1-9,28 1-8,23 2-96,-1 4 0,0 2 0,72 23 0,-126-31 91,0 0 1,-1 0-1,1 1 0,-1-1 0,0 2 1,0-1-1,0 1 0,7 7 0,-13-10 16,1-1 0,0 1 0,-1 0 0,1-1 0,-1 1-1,0 0 1,1 0 0,-1 0 0,0 0 0,0 0-1,0 0 1,-1 1 0,1-1 0,0 0 0,-1 0 0,0 1-1,1-1 1,-1 0 0,0 1 0,0-1 0,0 0-1,0 1 1,-1-1 0,1 0 0,-1 0 0,1 1-1,-1-1 1,0 0 0,0 0 0,0 0 0,0 0 0,0 0-1,0 0 1,-1 0 0,1 0 0,-3 2 0,-4 4 82,-1 0 1,0-1-1,0 1 1,-1-2-1,1 1 1,-13 4 0,-81 37 643,25-18-148,0-5 1,-160 31-1,-162-11-1314,378-44 257,0 0 0,-27-4 0,39 2-93,0-1-1,0-1 0,1 1 1,-1-2-1,1 1 0,-14-8 1,-42-28-5665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125 129 400,'0'0'667,"0"0"-570,0 0 0,1-1 0,-1 1 0,0 0-1,0-1 1,0 1 0,0 0 0,0-1 0,0 1 0,0 0 0,0-1-1,0 1 1,1 0 0,-1-1 0,-1 1 0,1 0 0,0-1 0,0 1-1,0 0 1,0-1 0,0 1 0,0 0 0,0-1 0,0 1 0,0 0-1,-1-1 1,1 1 0,0 0 0,0 0 0,0-1 0,-1 1 0,1 0-1,0 0 1,0-1 0,-1 1 0,1 0 0,0 0 0,-1 0 0,1-1-1,0 1 1,-1 0 0,1 0 0,0 0 0,-1 0 0,1 0 0,-2 0 53,-9-1 502,1 1 0,-1 1 0,1 0 0,0 1 0,-14 3 0,22-5-560,0 1 1,-1 0 0,1 0-1,0 0 1,0 0 0,0 1 0,0-1-1,0 0 1,0 1 0,0 0-1,0-1 1,1 1 0,-1 0-1,0 0 1,1 0 0,0 0 0,-1 0-1,1 0 1,0 0 0,0 0-1,0 1 1,0-1 0,1 0-1,-1 1 1,1-1 0,-1 0 0,1 1-1,0-1 1,0 4 0,0 0-11,0 0 0,1-1 1,-1 1-1,1 0 0,0-1 1,1 1-1,0-1 0,0 1 1,0-1-1,0 0 0,1 0 1,6 10-1,-2-7-12,1 1 0,0-1 0,0-1 0,0 1 0,1-1 0,10 5 0,6 5-100,-7-4-99,1 0-1,23 10 1,-35-20 78,0 0 1,0-1-1,0 0 1,1 0-1,-1 0 1,1-1-1,-1 0 1,1 0 0,0-1-1,9 0 1,-14-1 10,0 1 0,-1-1 0,1 0 0,-1 0 0,1 0 0,-1 0 0,1 0 0,-1 0 0,0-1 0,1 1 0,-1-1 0,0 0 0,0 1 0,0-1 0,0 0 0,0 0 0,1-3 0,20-17-107,-18 17 142,1 0 0,-1 0 1,0-1-1,-1 0 0,1 0 1,-1 0-1,0-1 0,-1 1 1,1-1-1,-1 0 0,-1 0 1,1 0-1,-1 0 0,2-15 0,-2 7-43,0 0 0,-1 0-1,-1-1 1,0 1 0,-5-26-1,4 35-4,0 1 0,0-1 0,-1 1 0,0 0 0,0-1 0,0 1 0,0 0 0,-1 0-1,0 1 1,0-1 0,-1 1 0,1-1 0,-1 1 0,0 0 0,0 0 0,0 1 0,-1-1-1,1 1 1,-1 0 0,0 0 0,0 0 0,-10-3 0,-4 0-419,0 1-1,0 0 1,-1 2 0,0 0-1,-27 0 1,-78 1-2636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57 640,'0'-6'1201,"0"-2"-321,33 1-159,-33 1-321,0-2-240,0-5-480,-33 5-2322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893 30 240,'0'0'1588,"0"0"-1346,-1-1 0,1 0 0,0 1 1,0-1-1,0 0 0,0 1 0,0-1 1,-1 0-1,1 1 0,0-1 0,0 0 1,1 1-1,-1-1 0,0 0 0,0 1 1,0-1-1,0 0 0,1 1 0,-1-1 1,0 0-1,0 1 0,1-1 1,-1 1-1,1-1 0,-1 1 0,0-1 1,1 1-1,-1-1 0,1 1 0,0-2 1,54-4 1277,-50 5-1253,5 1 28,-10-1-274,1 1-1,-1 0 1,1 0 0,0-1-1,-1 1 1,1 0 0,0 0 0,-1 0-1,1 0 1,0 0 0,-1 0 0,1 0-1,0 0 1,0 0 0,-1 0-1,1 0 1,0 0 0,-1 1 0,1-1-1,-1 0 1,1 0 0,0 1-1,-1-1 1,1 0 0,-1 1 0,1-1-1,0 1 1,-1-1 0,1 1 0,-1-1-1,0 1 1,1-1 0,-1 1-1,1-1 1,-1 1 0,0-1 0,1 1-1,-1 0 1,0-1 0,0 1-1,0 0 1,1-1 0,-1 1 0,0 1-1,-1-1 25,1 0 0,-1 0-1,1 1 1,-1-1 0,0 0-1,1 0 1,-1 0 0,0 0-1,0 0 1,0-1 0,0 1-1,0 0 1,0 0 0,0-1-1,0 1 1,0 0 0,0-1-1,-1 1 1,1-1 0,0 1-1,0-1 1,-1 0 0,-1 1-1,-10 4 298,-138 62 2528,126-58-2204,-1-1 1,0-1 0,-50 8-1,76-15-644,0 0 0,-1 0-1,1 0 1,0 0 0,-1 1-1,1-1 1,0 0 0,-1 0 0,1 0-1,0 0 1,0 0 0,-1 0-1,1 0 1,0 0 0,-1 0-1,1 0 1,0 0 0,-1 0 0,1 0-1,0 0 1,-1 0 0,1 0-1,0-1 1,-1 1 0,1 0-1,0 0 1,-1 0 0,1 0 0,0-1-1,0 1 1,-1 0 0,1 0-1,0 0 1,0-1 0,-1 1 0,1 0-1,0-1 1,0 1 0,0 0-1,0 0 1,-1-1 0,1 0-1,7-5 60,5 6-112,14 4-85,103 5-84,-83-4 87,135 18-369,-144-16 369,0 1 0,70 27 0,-100-33 110,5 3-44,-1 0 0,1 1 0,17 11 1,-28-16 45,1 0 0,0 0 0,0 0 1,-1 0-1,1 1 0,-1-1 1,1 1-1,-1-1 0,0 1 0,0-1 1,1 1-1,-1 0 0,0-1 1,0 1-1,-1 0 0,1 0 1,0 0-1,-1 0 0,1 0 0,-1 0 1,1 0-1,-1 0 0,0 0 1,0 0-1,0 0 0,0 0 0,0 0 1,0 0-1,-1 0 0,1 0 1,-2 3-1,0-1 52,0-1 0,-1 1-1,1-1 1,-1 1 0,1-1 0,-1 0 0,0 0-1,-1 0 1,1-1 0,-7 5 0,-45 21 480,49-25-487,-43 17 153,-1-2 0,-1-3 0,-96 18 1,-164 3-120,-65-24-1239,343-14 336,-51-8-1,74 8 372,0-1 0,0 1 0,1-2 0,-1 1 0,1-1 0,-16-10 0,23 13 206,-1-1-1,1 1 0,0-1 0,0 0 0,0 0 1,1 0-1,-1 0 0,0 0 0,1 0 0,-1-1 1,1 1-1,0-1 0,0 1 0,-1 0 0,2-1 0,-1 0 1,0 1-1,1-1 0,-1 0 0,1 1 0,0-1 1,0-4-1,1-7-2009,1 0 0,1 0 1,8-27-1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71 2561,'-33'-8'4002,"33"2"-320,-32 0-641,32-3 1201,32 3-2961,1 0-401,32-9-480,66 9-320,65 6-560,26-8-721,-59 8-1200,-65 0-1360,-33 0-321,-65 8-2561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29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28 8244,'-32'-6'5522,"32"-3"-4001,32 3-1121,1 6 80,32-6 81,1 6 159,64 0 160,197 12 401,-72 17-1441,-27-2-3122,-97 0-4241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0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54 1521,'0'0'4002,"33"8"-1922,0 5 1,65 14 160,91 44 641,-26-11-1762,-65-25-1120,0-8-880,-32 0-1441,-1-12-2561,0-1-2642</inkml:trace>
  <inkml:trace contextRef="#ctx0" brushRef="#br0" timeOffset="1">1 426 880,'32'-27'11366,"1"0"-5844,32-14-4321,157-43-2002,40-5 881,-34 27 481,-6 14-401,-26 13-2161,-65 22-5683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6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165 875 240,'-27'0'1214,"20"-3"1457,3 0-2047,-29 0 1644,32 3-2143,0 0 0,0 0 0,0-1 0,-1 1 0,1 0 0,0 0 0,0 0 0,0 1 0,0-1 0,0 0 0,0 0 0,0 0 0,0 1 0,0-1 0,0 1 0,0-1 0,0 1 0,0-1 0,0 1 0,1-1 0,-1 1 0,0 0-1,0 0 1,0-1 0,1 1 0,-2 2 0,1-3-46,-1 1 1,1 0-1,0-1 0,0 1 0,-1 0 0,1-1 0,-1 0 0,1 1 0,0-1 0,-1 0 0,1 0 0,-1 1 0,1-1 0,-1 0 0,1-1 0,-1 1 0,-1 0 0,3 0 6,-1 0-44,1 0 0,-1 1 1,1-1-1,-1 0 0,1 1 1,-1-1-1,1 1 0,0-1 0,-1 1 1,1-1-1,-1 1 0,1-1 1,0 1-1,0-1 0,-1 1 1,1-1-1,0 1 0,0-1 0,0 1 1,0-1-1,-1 1 0,1 0 1,0 0-1,-3 9 35,-6-3-1,8-6-49,-1 0 0,1 0-1,0 0 1,0 0 0,-1 0 0,1 0-1,0 1 1,0-1 0,0 0-1,0 0 1,1 1 0,-1-1-1,0 1 1,0-1 0,1 1-1,-1-1 1,1 1 0,-1 0-1,1-1 1,0 1 0,0 2-1,0-3 535,-2-2-486,9 1 653,86 6-314,64 16 161,18 5 280,-163-25-810,132 16 805,-40-11-173,81 1 676,-38-9-332,190-25 1,-254 10-874,-49 9-21,49-5 1,91-3 225,229-11 657,-336 22-736,107-18 1,-155 19-194,37-8 169,56-20 1,-19 5-16,58-12 128,247-69 490,-301 83-674,-66 18-104,0-2 0,39-14 0,0-1 135,-53 19-105,0-1 1,-1-1 0,27-13-1,153-89 844,-192 105-931,0 1 1,-1-1 0,1 0 0,-1 0 0,1 0 0,-1 0 0,4-6 0,21-17 92,-18 18-80,-1-1 0,1 0 0,8-12-1,-11 13-18,0 1 0,0 0 0,0 0 0,9-6-1,-15 13-5,-1-1 0,1 1 0,-1-1-1,1 1 1,-1-1 0,1 1-1,-1-1 1,0 1 0,1-1-1,-1 0 1,0 1 0,1-1 0,-1 0-1,0 1 1,0-1 0,1 0-1,-1 1 1,0-1 0,0 0 0,0 1-1,0-1 1,0 0 0,0 1-1,0-1 1,0 0 0,0 0 0,-1 0-1,1 0 0,0 0 0,0 0 1,0 1-1,0-1 0,0 0 0,0 0 0,0 0 0,0 1 0,0-1 1,0 0-1,0 0 0,0 1 0,1-1 0,-1 0 0,0 0 0,1 1 0,-1-1 1,0 0-1,1 1 0,-1-1 0,1 0 0,0 0 0,8-5 27,-8 5-27,0 1 0,0-1 1,0 0-1,0 1 0,0-1 1,1 0-1,-1 0 0,-1 0 0,1 0 1,0 0-1,0 0 0,0 0 1,0 0-1,-1 0 0,1-1 1,-1 1-1,1 0 0,-1 0 1,1-1-1,-1 1 0,1 0 0,-1-1 1,0 1-1,0 0 0,0-1 1,0 0-1,1-2 0,-1 0 1,1 0-1,0 0 0,1 1 0,-1-1 1,1 0-1,-1 1 0,1-1 1,0 1-1,0 0 0,1 0 1,-1-1-1,1 2 0,-1-1 1,7-5-1,-5 5 0,-1-1 0,1-1 0,0 1 0,-1 0 0,5-10 0,1-7-4,-8 17 0,1-1 0,0 1 0,0 0 0,0-1 0,0 1 0,1 0 0,0 0 0,0 1 0,6-7 0,0 2 0,-7 7 0,-1-1 0,1 1 0,0-1 0,0 1 0,-1-1 0,1 1 0,-1-1 0,0 0 0,1 0 0,-1 0 0,0 0 0,0 0 0,0 0 0,0 0 0,-1 0 0,1 0 0,0 0 0,-1-1 0,1-2 0,-1 4 2,0 0-1,0 0 0,0 0 0,0 0 1,0 0-1,0 0 0,1 1 0,-1-1 1,0 0-1,0 0 0,1 0 0,-1 0 1,1 1-1,-1-1 0,1 0 0,-1 0 1,1 1-1,-1-1 0,1 0 0,0 1 1,-1-1-1,1 1 0,0-1 0,0 1 1,-1-1-1,1 1 0,0 0 0,0-1 1,0 1-1,0 0 0,-1-1 0,1 1 1,1 0-1,-1 0 0,0 0 1,-1 0 0,1 0-1,-1 0 1,1-1-1,0 1 1,-1 0-1,1 0 1,-1-1 0,1 1-1,-1 0 1,1-1-1,0 1 1,-1 0 0,1-1-1,-1 1 1,0-1-1,1 1 1,-1-1 0,1 1-1,-1-1 1,0 1-1,1-1 1,-1 1 0,0-1-1,0 1 1,1-1-1,-1 0 1,0 1-1,0-1 1,0 0 0,0-1 318,0 4-109,0-2-202,0 1 1,1-1-1,-1 0 0,0 0 0,0 0 1,0 0-1,0 1 0,0-1 0,0 0 0,0 0 1,0 0-1,0 1 0,0-1 0,0 0 1,0 0-1,0 0 0,0 0 0,0 1 1,0-1-1,0 0 0,0 0 0,0 0 1,0 0-1,-1 1 0,1-1 0,0 0 0,0 0 1,0 0-1,0 0 0,0 1 0,0-1 1,0 0-1,-1 0 0,1 0 0,0 0 1,0 0-1,0 0 0,0 0 0,-1 1 1,1-1-1,0 0 0,0 0 0,0 0 1,0 0-1,-1 0 0,1 0 0,0 0 0,0 0 1,0 0-1,-1 0 0,1 0 0,0 0 1,0 0-1,0 0 0,0 0 0,-1 0 1,1 0-1,-22 0-143,22 0 89,0 0 0,-1 0 0,1 0-1,0 0 1,-1 0 0,1 0-1,0 0 1,0 0 0,-1 0 0,1 0-1,0 1 1,0-1 0,-1 0 0,1 0-1,0 0 1,0 0 0,0 1 0,-1-1-1,1 0 1,0 0 0,0 0-1,0 1 1,0-1 0,0 0 0,-1 0-1,1 1 1,0-1 0,0 0 0,0 1-1,0-1 1,0 0 0,0 0-1,0 1 1,0-1 0,0 0 0,0 0-1,0 1 1,0-1 0,0 0 0,0 1-1,-5 12-1713,-6-5 225,-1 0 0,0-1 0,-1 0 0,1-1 0,-26 9 0,-54 8-8044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3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3795 462 400,'1'2'1349,"-8"2"-950,1-2-68,5-2-268,0 0 1,0 0-1,0 0 1,0 0-1,1 0 1,-1 1-1,0-1 0,0 0 1,0 0-1,1 1 1,-1-1-1,0 0 1,0 1-1,1-1 0,-1 1 1,0-1-1,1 1 1,-1-1-1,1 1 0,-1-1 1,0 1-1,1 0 1,-1-1-1,1 1 1,0 0-1,-1 0 0,1-1 1,0 1-1,-1 0 1,1 0-1,0 0 0,0-1 1,-1 1-1,1 0 1,0 1-1,0-1-37,0-1 0,0 1-1,-1-1 1,1 0 0,0 1 0,0-1-1,-1 1 1,1-1 0,0 0 0,-1 1-1,1-1 1,0 0 0,-1 0-1,1 1 1,0-1 0,-1 0 0,1 0-1,-1 1 1,1-1 0,-1 0 0,1 0-1,0 0 1,-1 0 0,1 0 0,-1 0-1,1 0 1,-1 0 0,1 0 0,-1 0-1,1 0 1,-1 0 0,1 0 0,0 0-1,-1 0 1,1 0 0,-1-1-1,0 1 1,0 0-1,1 0 0,-1 0 0,1 0 1,-1 0-1,1-1 0,-1 1 0,1 0 0,-1 0 1,0 0-1,1 0 0,-1 0 0,1 1 0,-1-1 1,1 0-1,-1 0 0,1 0 0,-1 0 1,1 1-1,-1-1 0,1 0 0,-1 1 0,1-1 1,-1 0-1,1 1 0,-1-1 0,1 0 0,0 1 1,-1-1-1,1 1 0,0-1 0,-1 1 1,1-1-1,0 1 0,-1-1 0,1 1 0,0-1 1,0 1-1,0 0 0,-1 0 15,1-1 1,0 1-1,0 0 1,0 0-1,0-1 0,0 1 1,0 0-1,0 0 1,0-1-1,0 1 0,1 0 1,-1 0-1,0-1 0,0 1 1,1 0-1,-1-1 1,0 1-1,1 0 0,-1-1 1,1 1-1,-1-1 1,1 1-1,-1-1 0,1 1 1,-1-1-1,1 1 0,-1-1 1,1 1-1,0-1 1,-1 1-1,1-1 0,0 0 1,0 0-1,-1 1 1,1-1-1,0 0 0,-1 0 1,1 0-1,0 0 0,0 0 1,-1 0-1,1 0 1,0 0-1,0 0 0,-1 0 1,1 0-1,0 0 1,0 0-1,1-1 0,6 1 1316,-8-2-268,0 1-1064,0 1 0,0 0 0,0 0-1,0 0 1,0 0 0,0-1 0,0 1 0,0 0-1,0 0 1,0 0 0,0 0 0,0-1-1,0 1 1,0 0 0,0 0 0,0 0 0,0-1-1,0 1 1,0 0 0,0 0 0,0 0 0,0 0-1,0-1 1,0 1 0,0 0 0,0 0-1,0 0 1,0 0 0,1-1 0,-1 1 0,0 0-1,0 0 1,0 0 0,0 0 0,0 0 0,1 0-1,-1-1 1,0 1 0,0 0 0,0 0-1,0 0 1,1 0 0,-1 0 0,0 0 0,0 0-1,0 0 1,0 0 0,1 0 0,-1 0-1,0 0 1,0 0 0,0 0 0,1 0 0,-1 0-1,0 0 1,0 0 0,1 0 0,26 0 1737,-27 0-1719,0 0 1,0 0-1,0 0 1,0 0-1,1-1 1,-1 1-1,0 0 1,0 0-1,0 0 1,0-1-1,0 1 1,0 0-1,0 0 1,0 0-1,0-1 1,0 1-1,0 0 1,0 0-1,0 0 1,0-1-1,0 1 1,0 0 0,0 0-1,0 0 1,0 0-1,0-1 1,0 1-1,0 0 1,0 0-1,0 0 1,-1-1-1,1 1 1,0 0-1,0 0 1,0 0-1,0 0 1,0 0-1,-1-1 1,1 1-1,0 0 1,0 0-1,0 0 1,0 0-1,-1 0 1,1 0-1,0 0 1,0 0-1,0 0 1,-1 0 0,1-1-1,0 1 1,0 0-1,0 0 1,-1 0-1,1 0 1,0 0-1,0 0 1,0 1-1,-1-1 1,1 0-1,0 0 1,0 0-1,-1 0 1,-33-11 1425,32 11-1402,1-1 1,0 1 0,-1-1-1,1 0 1,-1 1 0,1-1-1,0 0 1,-1 0 0,1 0-1,0 0 1,0 0 0,0 0-1,0 0 1,0 0 0,0 0-1,0-1 1,0 1 0,0 0-1,0-1 1,0-2 0,0 3-33,1 0-1,0 0 1,0 0 0,-1-1 0,1 1 0,0 0-1,-1 0 1,1 0 0,-1 0 0,0 0 0,1 0 0,-1 0-1,0 0 1,1 1 0,-1-1 0,0 0 0,0 0-1,0 1 1,0-1 0,0 0 0,0 1 0,0-1 0,0 1-1,0-1 1,0 1 0,-2-1 0,-4-3 160,-5-7 253,0-1 0,1 0 0,-19-27-1,25 32-286,4 4-115,-1 1 1,1-1 0,-1 1 0,0 0 0,0 0-1,0-1 1,0 1 0,0 1 0,-1-1 0,1 0-1,0 0 1,-1 1 0,-4-3 0,-58-43 901,-164-68 987,131 78-1160,82 27-751,10 6-18,-1 0 0,0 1 0,0 0 0,0 0 0,-8-3 0,-84-20 302,-149-22 0,174 39-138,-119-10 195,-333 20-14,210 3-660,-195-4 1324,370-6-1241,-12 12-226,100-5 253,-57 7 0,46 5 400,49-10-189,0 0 0,1 1 0,-27 11-1,-5 2-107,22-8 90,-23 7 81,38-14-43,-22 4 121,0 2 1,1 1-1,-37 17 0,-74 16 1364,31-11-1177,83-25-273,22-5 108,10-1-54,17 2-94,-22-2-26,0 0 0,0 0 0,-1 0-1,1 0 1,0 0 0,0 0 0,0 0-1,0 0 1,0 0 0,0 1 0,0-1-1,0 0 1,0 0 0,-1 0 0,1 0-1,0 0 1,0 0 0,0 0 0,0 1-1,0-1 1,0 0 0,0 0 0,0 0-1,0 0 1,0 0 0,0 0 0,0 1-1,0-1 1,0 0 0,0 0 0,0 0-1,0 0 1,0 0 0,0 0 0,0 1-1,0-1 1,0 0 0,0 0 0,1 0-1,-1 0 1,0 0 0,0 0 0,0 0-1,0 1 1,0-1 0,0 0 0,0 0-1,0 0 1,0 0 0,1 0 0,-1 0-1,0 0 1,-2 0-21,1 0 5,-1 0-1,1 0 1,-1 0 0,0 0 0,1 0 0,-1 1 0,1-1-1,-1 0 1,1 1 0,-1-1 0,1 1 0,0-1 0,-1 1-1,1 0 1,-2 1 0,8 1-77,-3-3 64,-1 1 1,1 0 0,-1-1 0,0 1 0,1 0 0,-1 0 0,0 0-1,1 0 1,-1 0 0,0 0 0,0 0 0,0 0 0,0 0 0,0 0-1,0 1 1,0-1 0,-1 0 0,1 1 0,0-1 0,0 2 0,2 37-2795,-3-39 2702,0 25-4175,0-19-1092,6-26-5618,21-7 5924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4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0 240 880,'28'0'1374,"-28"0"-1143,1-1 1,-1 1-1,1 0 0,-1-1 0,1 1 0,-1-1 0,1 1 0,-1-1 1,0 1-1,1-1 0,-1 1 0,0-1 0,1 0 0,-1 1 0,0-1 0,0 1 1,0-1-1,0 0 0,1 1 0,-1-1 0,0 0 0,0 1 0,0-1 1,0 0-1,0 1 0,0-1 0,-1 1 0,1-1 0,0 0 0,0 1 0,-1-2 1,1-1 482,0 2-637,0 0 0,1 0 0,-1 0 0,0 0 0,1 0 0,-1 0 0,0 0 0,1 0 0,-1 0 0,1 0 0,0 0 0,-1 1 0,1-1 0,0 0 0,-1 0-1,1 0 1,0 1 0,0-1 0,0 1 0,0-1 0,0 0 0,-1 1 0,1-1 0,0 1 0,2-1 0,6-5 390,6-11 353,-14 14-748,2 0 1,-1 1-1,0-1 1,0 1 0,1 0-1,0-1 1,4-2-1,39-28 559,-32 22-485,1 1 0,0 0-1,31-16 1,-28 20-89,-13 4-24,0 0 0,1-1 0,-1 1 0,-1-1-1,1 0 1,0 0 0,8-8 0,23-3 173,-18 8-78,-12 1 255,-6 6 107,0 13-349,-2 14 176,-1-1 1,-8 32-1,-1 10 131,8-14-110,2 68-1,3-69-305,-2-39-293,1-1 0,0 0-1,1 1 1,1-1 0,0 0 0,1 1 0,0-1-1,2-1 1,-1 1 0,1 0 0,9 14-1,-2-12-2005,0 0-1,24 24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1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41 240,'1'-1'123,"-1"-1"0,0 1 0,1 0 1,0 1-1,-1-1 0,1 0 0,-1 0 0,1 0 0,0 0 0,0 0 0,-1 0 0,1 1 0,0-1 1,0 0-1,0 1 0,0-1 0,0 1 0,0-1 0,0 1 0,0-1 0,0 1 0,0 0 0,0-1 1,0 1-1,0 0 0,0 0 0,0 0 0,2 0 0,31-3 1269,-28 3-591,-1-2 26,7 1-94,1 0 1,-1 1 0,0 1-1,1 0 1,-1 0 0,0 1-1,0 0 1,20 8 0,-23-7-408,0 0 0,1 0 1,0 0-1,-1-1 0,1-1 0,0 0 1,14 0-1,4 1-55,32-2 316,-60 0-565,1 0 1,-1 0-1,0 0 0,1 0 0,-1 0 0,0 0 1,0 0-1,1-1 0,-1 1 0,0 0 1,0 0-1,1 0 0,-1 0 0,0 0 1,0-1-1,0 1 0,1 0 0,-1 0 0,0 0 1,0-1-1,0 1 0,0 0 0,1 0 1,-1-1-1,0 1 0,0 0 0,0 0 1,0-1-1,0 1 0,0 0 0,0 0 0,0-1 1,0 1-1,0 0 0,0-1 0,0 1 1,0 0-1,0 0 0,0-1 0,0 1 1,0 0-1,0 0 0,0-1 0,0 1 0,0 0 1,0 0-1,-1-1 0,1 1 0,0 0 1,0 0-1,0-1 0,0 1 0,-1 0 1,1 0-1,0 0 0,0-1 0,0 1 1,-1 0-1,1 0 0,0 0 0,0 0 0,-1 0 1,1 0-1,0-1 0,-1 1 0,1 0 1,0 0-1,-1 0 0,-33-9 1320,3 0-424,-1 2-1,-56-7 1,46 14-704,-1 2-1,1 2 1,0 1-1,0 2 0,1 3 1,0 0-1,-73 31 1,104-36-214,1 0 0,0 1 0,0 0 0,0 1 0,1-1 0,0 2 0,0-1 0,-8 10 0,-12 12 160,20-22-109,-12 10 42,20-17-93,-1 0 0,1 1 0,0-1 0,-1 1 0,1-1 1,0 1-1,0-1 0,-1 1 0,1-1 0,0 1 0,0 0 0,0-1 0,-1 1 0,1-1 0,0 1 0,0-1 0,0 1 0,0 0 0,0-1 1,0 1-1,0-1 0,1 1 0,-1-1 0,0 1 0,0 0 0,0-1 0,0 1 0,1-1 0,-1 1 0,0-1 0,1 1 0,-1-1 0,0 1 0,1-1 1,0 1-1,20 12-120,-18-12 111,0 1 1,-1-1 0,1-1 0,0 1 0,-1 0 0,1-1 0,0 1-1,0-1 1,0 0 0,0 0 0,4 0 0,26 3-1,4 7-111,-1-2 0,2-1 0,42 1 0,-53-6 78,1 0 1,0 2-1,0 1 1,-1 1-1,0 1 1,0 1-1,-1 2 1,44 22-1,-69-31 45,1-1-1,-1 1 1,1 0-1,-1 0 1,0 0 0,1 0-1,-1 0 1,0 0-1,0 0 1,0 1 0,0-1-1,0 0 1,0 1-1,0-1 1,0 0 0,0 1-1,-1-1 1,1 1-1,-1-1 1,1 1 0,-1 0-1,1-1 1,-1 1-1,0-1 1,0 1 0,0 0-1,0-1 1,0 1-1,-1 3 1,-1 1 52,-1 0-1,1 0 1,-2 0 0,1 0-1,-1-1 1,-5 8 0,-9 13 271,12-18-160,0 0 1,-1 0-1,1-1 1,-2 0-1,1 0 0,-1-1 1,0 0-1,0 0 0,-1 0 1,0-1-1,0-1 0,-13 5 1,6-1 98,-33 16 340,-1-2 0,-1-3 1,-1-2-1,-1-2 0,0-2 1,0-3-1,-82 6 0,-55-6-685,166-8-416,-71 6-1257,30-6-5456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5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1784 28 80,'1'-1'36,"-1"1"-32,0 0-1,0-1 0,0 1 0,0 0 0,1 0 1,-1 0-1,0 0 0,0 0 0,0-1 0,0 1 1,0 0-1,0 0 0,0 0 0,1 0 1,-1-1-1,0 1 0,0 0 0,0 0 0,0 0 1,0-1-1,0 1 0,0 0 0,0 0 0,0 0 1,0-1-1,0 1 0,0 0 0,0 0 1,0 0-1,0 0 0,0-1 0,-1 1 0,1 0 1,0 0-1,0 0 0,0-1 0,0 1 0,-3-1 12,1 0 0,0 1 0,-1-1-1,1 0 1,0 1 0,-1 0-1,1 0 1,-1-1 0,1 1-1,-4 1 1,-26-2 79,-1-4 319,28 5 14,-1-2 267,-17-1-136,1 0 1,-1 2 0,0 0 0,0 2 0,0 1 0,-34 6 0,-74 3 704,104-10-1120,0 1 1,1 2-1,-52 12 0,-74 34 223,86-27-211,-41 18 44,73-26-144,14-7-41,-58 27-21,69-30 21,0 0 1,0 0-1,0 1 0,0 0 1,-11 12-1,16-15-5,1-1 0,-1 0 0,1 1 1,-1-2-1,0 1 0,-5 2 0,-15 8 7,-8 16-3,31-28-10,1 1-1,-1-1 1,1 1-1,-1-1 0,1 0 1,0 1-1,-1-1 1,1 1-1,0-1 1,-1 1-1,1-1 0,0 1 1,0-1-1,0 1 1,-1 0-1,1-1 1,0 1-1,0-1 0,0 1 1,0-1-1,0 2 1,0-2-3,0 1 0,0-1 1,-1 1-1,1-1 1,0 1-1,0-1 1,-1 0-1,1 1 0,0-1 1,0 1-1,-1-1 1,1 0-1,0 1 0,-1-1 1,1 0-1,-1 0 1,1 1-1,0-1 0,-1 0 1,1 0-1,-1 1 1,1-1-1,-1 0 0,1 0 1,-1 0-1,1 0 1,-1 0-1,1 0 0,-1 0 1,1 0-1,-1 0 1,1 0-1,-1 0 0,1 0 1,0 0-1,-1 0 1,1 0-1,-1-1 0,0 1 0,1 0 0,-1 0-1,1-1 1,-1 1-1,0 0 1,1 0 0,-1 0-1,1 0 1,-1 0-1,1 0 1,-1 0 0,1 0-1,-1 0 1,1 0-1,-1 1 1,1-1 0,-1 0-1,1 0 1,-1 0 0,1 1-1,-1-1 1,1 0-1,-1 0 1,1 1 0,0-1-1,-1 0 1,1 1-1,-1-1 1,1 1 0,0-1-1,-1 0 1,1 1-1,0-1 1,0 1 0,-1-1-1,1 1 1,0-1-1,0 1 1,-1 0 0,1 0-3,0 0 0,0 0 0,0 0 0,0 0 0,-1 0 0,1 0 1,0 0-1,-1-1 0,1 1 0,-1 0 0,1 0 0,-1 0 0,1 0 0,-1-1 0,0 1 1,1 0-1,-1-1 0,0 1 0,0 0 0,1-1 0,-1 1 0,-2 0 0,-15 15 70,-2 6-116,-1-2 1,0 0 0,-30 19 0,-27 25-213,61-47 207,10-10 30,0 1 1,-1-1-1,0-1 0,-15 10 0,3-5-5,8-5 19,0 1 0,1 0-1,-1 1 1,-14 13 0,9-5 10,9-9 0,0 0 0,0 1 0,-11 15 0,13-13 2,3-4 11,0-1 0,-1 0 0,1 0 0,-1 0 0,-1 0 0,-5 5 0,7-6 5,0-1-1,0 1 1,0 0-1,0-1 1,1 1 0,-1 1-1,1-1 1,-3 8-1,-6 12 39,1-8-45,8-13-15,0-1 0,0 1 1,0 0-1,1-1 0,0 1 1,-1 0-1,1 0 0,0 0 1,0 0-1,1 0 0,-1 0 1,0 0-1,1 6 0,0 67 151,0-74-143,0 1-1,0-1 1,1 0 0,-1 0-1,0 0 1,1 0-1,0 0 1,-1 0-1,1 0 1,0-1-1,0 1 1,0 0 0,0 0-1,0-1 1,1 1-1,-1 0 1,0-1-1,3 2 1,6 10 8,-1 2 22,-8-12-30,1-1-1,-1 1 1,1 0-1,-1-1 1,1 0-1,0 1 1,0-1 0,0 0-1,0 0 1,1 0-1,-1 0 1,5 2-1,151 86 91,-138-79-62,0 0 0,0-1 1,1-2-1,1 0 1,-1-1-1,29 5 0,194 39 329,-16-12-321,77 2 653,-246-35-555,-1-2 0,76-6 0,452-25 1076,-340 38-357,-172-6-687,182 19 243,-17-17-39,-159-3 5,90 16 0,-95-10 62,144 3 1,-46-21-120,104-2-111,-227 12-140,0-4 0,0-1 1,0-2-1,-1-3 0,61-17 0,130-58 267,-122 40-222,35-17 137,-124 49 131,51-27 0,-53 24-58,-19 10-184,0 0-1,1-1 1,-2 1 0,1-2 0,-1 1-1,1-1 1,8-9 0,-12 10-33,2 2 0,-1-1 0,0 0 0,1 1 0,11-5 1,-8 4 89,-1 0 1,1-1 0,14-11 0,108-106 1787,26-15-146,-156 136-1825,0 0-1,-1 1 1,1-1-1,-1 0 1,1 0-1,-1 0 1,1 0-1,-1 1 1,1-1 0,-1 0-1,0 0 1,1 0-1,-1 0 1,0 0-1,0 0 1,0 0-1,0 0 1,0 0-1,0-1 1,0 1 1,0 0 1,0 0-1,0 0 1,0 0 0,0 0-1,0 0 1,1 0-1,-1 0 1,0 0-1,0 0 1,1 0-1,-1 0 1,1 0-1,0-1 1,9-7 147,-9 8-140,1 0-1,-1 0 1,0 0-1,0 0 1,0 0 0,0 0-1,0 0 1,0-1 0,0 1-1,0 0 1,0 0-1,0-1 1,-1 1 0,1-1-1,0 1 1,-1-1 0,0 1-1,1-1 1,-1 1-1,0-1 1,1-2 0,-1 2 5,0-1 0,0 1 1,0 0-1,1 0 0,-1-1 0,1 1 1,-1 0-1,1 0 0,0 0 1,0 0-1,0 0 0,0 0 0,1 0 1,-1 0-1,0 0 0,4-3 1,-3 4-5,-1-1 0,1 1 0,-1-1 0,0 0 1,0 0-1,1 0 0,-1 0 0,0 0 1,-1 0-1,1 0 0,0 0 0,0 0 0,-1 0 1,0 0-1,1-1 0,-1-3 0,0 2 19,0 0-1,0 0 1,0 1-1,0-1 0,1 0 1,-1 0-1,1 1 1,0-1-1,0 0 1,0 1-1,1-1 1,-1 1-1,1-1 1,0 1-1,0 0 1,0-1-1,4-3 1,-5 5-4,0-1 0,0 0 1,0 0-1,0 0 1,-1 0-1,1 0 1,-1 1-1,0-1 1,1 0-1,-2 0 1,1 0-1,-1-6 0,0-2 128,1 10-164,0 1 0,0-1 0,0 1 0,0-1 1,0 1-1,0-1 0,0 1 0,0-1 1,-1 1-1,1-1 0,0 1 0,0-1 1,-1 1-1,1-1 0,0 1 0,0 0 1,-1-1-1,1 1 0,-1-1 0,1 1 0,0 0 1,-1-1-1,1 1 0,-1 0 0,1 0 1,-1-1-1,1 1 0,-1 0 0,1 0 1,-1 0-1,1-1 0,-1 1 0,1 0 0,-2 0 1,2 0 2,-1 0 0,0 0 0,1 0 1,-1 0-1,0-1 0,1 1 0,-1 0 1,1 0-1,-1-1 0,0 1 0,1 0 1,-1-1-1,1 1 0,-1 0 0,1-1 1,-1 1-1,1-1 0,0 1 0,-1-1 1,1 1-1,-1-1 0,1 1 0,0-1 1,-1 0-1,1 1 0,0-1 0,0 1 1,0-1-1,-1 0 0,1 1 0,0-1 1,0 0-1,0 1 0,0-1 0,0-1 1,0 2-3,0-1 1,0 0-1,0 0 1,-1 0-1,1 0 1,0 0-1,0 1 1,-1-1-1,1 0 1,-1 0-1,1 0 1,-1 1-1,1-1 1,-1 0-1,1 1 1,-1-1-1,1 0 1,-1 1-1,0-1 1,0 1-1,1-1 1,-1 1-1,0-1 1,0 1-1,1 0 1,-1-1 0,0 1-1,0 0 1,0 0-1,0 0 1,0-1-1,1 1 1,-3 0-1,-3-1 26,6 0-26,-1 1 0,1 0 0,-1 0 0,1 0-1,0-1 1,-1 1 0,1 0 0,0-1 0,-1 1 0,1 0 0,0-1-1,-1 1 1,1 0 0,0-1 0,0 1 0,0-1 0,-1 1 0,1 0-1,0-1 1,0 1 0,0-1 0,0 1 0,0-1 0,0 1-1,0 0 1,0-1 0,0 1 0,0-1 0,0 1 0,0-1 0,0 1-1,0-1 1,0 1 0,0-1 0,1 1 0,-1-1-1,0 1 1,0-1-1,0 1 1,0-1-1,0 1 1,0 0 0,0-1-1,0 1 1,0-1-1,0 1 1,0-1 0,0 1-1,0-1 1,0 1-1,0 0 1,0-1-1,-1 1 1,1-1 0,0 1-1,0 0 1,0-1-1,-1 1 1,1 0 0,0-1-1,-1 1 1,1 0-1,0-1 1,-1 1-1,1 0 1,0 0 0,-1-1-1,1 1 1,-1 0-1,-13-5 44,0 0 0,0 2 0,-1 0 0,1 0 0,-29 0 0,-266-24-865,91 7-2890,86 8-3164,3 9-4362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09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66 922 640,'-60'0'894,"54"0"-454,12 0-80,16 0 27,-17 0 27,-5 4 312,6-2 3110,15-4-3184,0-2 0,0 0-1,33-11 1,-20 6-498,71-24 586,176-81 1,-122 30-336,-135 68-358,0-1 0,-2 0 0,0-2 0,25-28 0,73-71-895,-77 78-479,-1-2 0,36-50 0,-34 30-207,-14 32 855,-20 21 385,-1 0 1,15-19-1,-22 24 248,1 0 0,-1 0-1,0 0 1,0 0 0,0 0 0,-1 0 0,0-1-1,1 1 1,-1 0 0,-1-1 0,1 1-1,-1-7 1,1 2 31,-1 5 59,0 0 0,0-1 1,0 1-1,-1 0 0,1 0 1,-3-6-1,3 9-36,-1 0 0,1 0 0,-1 0 0,0 1-1,1-1 1,-1 0 0,0 1 0,1-1 0,-1 0 0,0 1-1,0-1 1,0 1 0,1-1 0,-1 1 0,0 0 0,0-1 0,0 1-1,0 0 1,0 0 0,0-1 0,0 1 0,0 0 0,0 0 0,0 0-1,0 0 1,-2 1 0,-4 2 128,3 0-85,-11 4 194,0 1 1,0 1-1,1 0 1,-16 13-1,-11 8 422,35-26-576,-27 18 594,2 1 1,-30 29 0,-61 47 986,0-1-263,110-86-1320,0 0 0,-1-1 0,-1-1 0,0 0 0,-24 12 0,23-15-27,1 1 1,0 0 0,-17 14-1,25-18-35,1 0 0,0 1 0,1 0 0,-1 0 0,1 1 0,0-1 0,0 1 0,0 0 0,1 0 0,-4 10 0,-4 29 93,0-23-33,9-20-81,1 1 0,-1-1 0,1 1 0,-1-1 0,1 1 0,0 0 0,0 0 0,0-1 0,1 1 0,-1 0 0,1 0 0,-1 0 0,1 0 0,0 0 0,0 0 0,0-1 0,0 1 0,1 0 0,-1 0 0,2 4 0,20 31-46,-18-30-46,-3-4-101,0 0 1,1 0-1,0 0 1,0 0-1,0 0 1,0-1-1,0 1 1,1-1-1,0 0 1,-1 0-1,1 0 1,0 0-1,1 0 1,-1 0-1,0-1 1,1 0 0,0 0-1,-1 0 1,1 0-1,0 0 1,0-1-1,7 3 1,49 4-5484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99 189 1361,'-15'4'816,"11"-4"-583,1 1 1,-1-1 0,1 1 0,0 0-1,-1 0 1,1 1 0,0-1-1,0 1 1,-1 0 0,1 0-1,1 0 1,-1 0 0,0 0-1,0 0 1,1 1 0,-4 3-1,-5 4 553,10-9-687,0 0 0,-1 0 1,1 0-1,0 0 0,0 0 1,0 1-1,0-1 0,0 0 0,0 1 1,0-1-1,0 1 0,1-1 1,-1 1-1,0-1 0,1 1 1,-1 0-1,1-1 0,0 1 1,-1 0-1,1-1 0,0 1 1,0 0-1,0-1 0,1 4 1,-1-1-42,0 0 0,0 0 1,1-1-1,-1 1 1,1 0-1,0 0 1,0-1-1,1 1 0,-1-1 1,1 1-1,-1-1 1,1 1-1,0-1 0,0 0 1,1 0-1,-1 0 1,1 0-1,-1 0 1,1-1-1,0 1 0,0-1 1,0 0-1,0 0 1,1 0-1,-1 0 0,0 0 1,1-1-1,6 3 1,1 0-16,-4 0-17,0-1 1,0 0-1,1 0 1,-1-1-1,0 0 1,1 0-1,0-1 1,-1 0-1,1 0 0,0-1 1,-1 0-1,1-1 1,15-2-1,-17 2-23,0-1-1,0 0 1,0-1-1,0 1 0,0-1 1,-1 0-1,1-1 1,-1 1-1,0-1 1,9-8-1,-2 1-83,-1 0-1,1-1 1,-2-1 0,0 0 0,0 0-1,-1 0 1,-1-1 0,0-1 0,-1 0-1,10-29 1,-15 36 60,0 0 1,0 0-1,-1 0 0,0 0 0,0-1 1,-1 1-1,-1-13 0,1 17 46,-1 1 0,1-1-1,-1 0 1,0 1 0,-1-1 0,1 1 0,-1-1-1,1 1 1,-1 0 0,0 0 0,0 0 0,-1 0-1,1 0 1,0 0 0,-1 0 0,0 1 0,-4-4-1,-1 1 66,-1 1-1,1 0 0,0 1 0,-1 0 0,0 0 1,0 1-1,0 0 0,0 0 0,0 1 0,0 1 1,0-1-1,0 1 0,-1 1 0,1 0 0,-16 3 1,-13 6-210,-49 20 0,84-30 83,1 1 1,-1 0 0,1 1-1,-1-1 1,1 0 0,-1 1 0,1-1-1,0 1 1,0 0 0,0 0 0,0 0-1,-3 3 1,5-4-24,0 0 0,-1 0 0,1-1 1,0 1-1,-1 0 0,1 0 0,0 0 0,0 0 0,0-1 0,0 1 0,0 0 1,0 0-1,0 0 0,0 0 0,0 0 0,0-1 0,0 1 0,1 0 0,-1 0 0,0 0 1,1-1-1,-1 1 0,0 0 0,1 0 0,0 1 0,2 1-376,0 0-1,1-1 1,-1 1 0,1 0-1,-1-1 1,1 0 0,0 0-1,-1 0 1,1 0 0,0-1-1,0 1 1,1-1 0,5 1-1,23 4-3151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46 1361,'-5'0'2187,"-34"1"332,-1 1-1,-41 9 0,62-7-2249,0 0-1,0 1 0,1 1 0,-1 1 0,-32 17 0,48-23-259,0 1 0,0 0 0,1 0 0,-1 0 0,0 1 0,1-1 0,-1 1 0,1-1 0,0 1 0,0 0 0,0 0 0,0 0 0,1 0 0,-1 0 0,-1 4 0,2 0-26,-1 0 1,1 0-1,1 0 1,-1 0-1,2 10 1,-1-6-2,0-7 25,0-1 0,1 1 0,-1-1-1,1 0 1,0 1 0,0-1 0,0 1-1,0-1 1,1 0 0,-1 0 0,1 0 0,0 0-1,0 0 1,0 0 0,0 0 0,1-1 0,-1 1-1,1-1 1,-1 0 0,1 0 0,0 0 0,5 3-1,0-1 5,0 0-1,0 0 1,0-1-1,0-1 1,0 1-1,1-1 1,9 1-1,-6-2 30,-1 0 0,0 0 0,1-1 0,-1-1 0,0 0 0,0-1 0,1 0 0,-1 0 0,0-1 0,-1-1 0,1 0 1,0 0-1,13-9 0,-15 9 40,-1-1 0,0-1 0,0 0 0,0 0 0,-1-1 0,1 1 0,-2-2 0,1 1 0,-1-1 0,0 0 0,5-10 0,0-22 400,0 18-212,-9 19-205,1-1 0,-1 0 0,-1 0 0,1 0 0,0-1 0,-1 1 0,0 0 0,0-1 0,0 1 0,0-7 0,-1 0 107,1 9-127,-1 0-1,0-1 1,0 1 0,0 0-1,0-1 1,0 1 0,0 0 0,0-1-1,-1 1 1,1 0 0,-1-1-1,0 1 1,0 0 0,0 0 0,-1-3-1,-8-1 115,9 6-136,0-1-1,0 1 0,0 0 1,0-1-1,0 1 1,1-1-1,-1 1 0,0-1 1,0 1-1,0-1 0,1 0 1,-1 1-1,0-1 1,1 0-1,-1 0 0,1 0 1,-1 1-1,1-1 0,-1 0 1,1 0-1,-1 0 0,1 0 1,0 0-1,-1 0 1,1 0-1,0-1 0,1 23-45,1 1 0,1-1 0,1 0-1,1 0 1,12 32 0,-9-32-8,-2-1 1,0 2-1,-2-1 1,0 1-1,1 35 1,-4-26 37,-1-14 22,0 1 1,-3 27-1,1-38-9,1-1 1,-1 0-1,0 0 0,0 0 0,0 0 1,-1 0-1,0 0 0,0-1 1,-1 0-1,0 1 0,-4 4 0,-7 4 154,0 0 0,-1-1 0,0 0 0,-1-1 0,-1-1 0,0-1 0,0-1 0,-1 0-1,-35 10 1,-2-2-158,-1-3 0,-65 7 0,-170 1-7617,156-21-2175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24 160,'43'-8'1181,"0"1"-1,1 2 1,-1 3-1,1 1 1,60 6-1,-93-3-860,-2 0-1,1 1 0,0 0 1,0 1-1,-1 0 0,0 0 1,10 7-1,-2-2 194,-9-5-248,-1 1-1,1-1 1,-1 2 0,0-1-1,-1 1 1,1 0-1,-1 1 1,-1-1-1,1 1 1,6 11-1,-10-15-227,0 0 0,-1 0-1,0 0 1,1 0 0,-1 0 0,0 1-1,-1-1 1,1 0 0,-1 0-1,1 1 1,-1-1 0,0 0 0,0 0-1,0 1 1,-1-1 0,1 0 0,-1 1-1,0-1 1,0 0 0,0 0 0,0 0-1,0 0 1,-1 0 0,1 0-1,-1 0 1,0 0 0,0-1 0,0 1-1,0-1 1,0 1 0,-1-1 0,-4 4-1,-19 14 129,-1-1-1,0-2 0,-1-1 1,-1-1-1,0-1 0,-62 19 1,44-19 137,-1-3 1,1-2 0,-97 6-1,107-14-44,1-1 0,-49-8 0,74 7-232,1-1-1,0-1 1,-1 0 0,1 0-1,1-1 1,-1-1 0,-10-5-1,18 9-17,1 0-2,1 1 0,-1-1-1,0 1 1,1-1-1,-1 0 1,0 1 0,1-1-1,-1 0 1,1 0-1,-1 1 1,1-1 0,-1 0-1,1 0 1,-1 0-1,1 0 1,0 0 0,0 1-1,-1-1 1,1 0-1,0-1 1,0 1-11,0 1 0,0 0 0,0 0 0,0-1 0,0 1 0,-1 0 0,1-1 0,0 1 1,0 0-1,0-1 0,1 1 0,-1 0 0,0-1 0,0 1 0,0 0 0,0-1 0,0 1 0,0 0 0,0-1 0,0 1 0,1 0 0,-1 0 0,0-1 0,0 1 1,0 0-1,1 0 0,-1-1 0,0 1 0,0 0 0,1 0 0,-1 0 0,0-1 0,1 1 0,-1 0 0,0 0 0,0 0 0,1 0 0,-1 0 0,1-1 0,75 26 32,75 16 160,452 172-460,-510-177-468,-22-9-2220,-6-12-3135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132 192 720,'-3'0'165,"-14"-1"799,21-1 220,6-2-402,-10 4-711,1 0-1,-1 0 1,0 0 0,1 0-1,-1 0 1,0 0 0,0 0-1,1-1 1,-1 1 0,0 0-1,1 0 1,-1 0 0,0-1-1,0 1 1,0 0 0,1 0-1,-1 0 1,0-1 0,0 1-1,0 0 1,0 0 0,1-1-1,-1 1 1,0 0 0,0-1-1,0 1 1,0 0 0,0-1-1,0 1 1,0 0 0,0 0-1,0-1 1,0 1 0,0 0-1,0-1 1,0 1 0,0 0-1,0-1 1,0 1 0,0-1-1,0 1 9,-1 0 1,1-1-1,0 1 0,0-1 0,0 1 0,0 0 1,0-1-1,0 1 0,0-1 0,0 1 0,0 0 0,0-1 1,0 1-1,0-1 0,1 1 0,-1 0 0,0-1 0,0 1 1,0 0-1,0-1 0,1 1 0,-1 0 0,0-1 1,0 1-1,1 0 0,-1-1 0,0 1 0,1 0 0,-1 0 1,0-1-1,1 1 0,-1 0 0,1-1 0,98-46 3751,60-10-2183,-69 26-1014,-76 26-570,-1 1 0,1 1 1,0-1-1,19 0 0,10-3 34,-42 7-92,1 0-1,-1 0 1,0-1-1,1 1 0,-1 0 1,0 0-1,1 1 1,-1-1-1,0 0 0,1 0 1,-1 1-1,0-1 1,1 0-1,-1 1 0,0 0 1,0-1-1,1 1 1,-1 0-1,1 0 0,-2 0-2,1-1 0,-1 0-1,1 1 1,-1-1-1,0 1 1,1-1-1,-1 1 1,0-1 0,0 1-1,1-1 1,-1 1-1,0 0 1,0-1 0,0 1-1,0-1 1,1 1-1,-1-1 1,0 1-1,0 0 1,0-1 0,0 1-1,-1-1 1,1 1-1,0-1 1,0 1 0,0 0-1,0-1 1,-1 1-1,1-1 1,0 1 0,0-1-1,-1 1 1,1-1-1,0 1 1,-1-1-1,0 1 1,-4 4 10,-1 0 1,0-1-1,0 1 0,-1-1 0,1-1 1,-1 0-1,0 1 0,1-2 1,-9 3-1,-12 6 38,-180 59 271,199-67-301,0-1 0,0-1 0,0 1-1,0-2 1,-1 1 0,1-1 0,-15-1 0,-11-1-6,-184 6 226,213-4-53,10 1-307,295 44-27,-86-7 280,267 84 1,-416-97-2348,-26-8-3536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3041,'0'0'2962,"33"0"-321,32 0-400,0 6-480,33 9-561,98 5-239,-65-5-881,-7-15-1761,-59-8-2561,-32 1 0,-33-7 400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2401,'0'-7'2961,"65"1"-479,0 6-481,66 0-241,65 6 81,32 15-960,-136 0-3763,-27-15-6162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4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0 352 2241,'0'0'3068,"6"-1"-267,83-22 2764,-61 13-5046,1-1 1,-1-1 0,26-17 0,164-95 507,-190 109-854,35-26 1,-18-1 106,-23 29-104,40-17 0,-60 30-168,-2 0-3,0 0-1,1 0 1,-1 0-1,0 0 1,1 0-1,-1 0 1,0 0-1,1 0 1,-1 0-1,0 0 1,0 0-1,1 0 1,-1 0-1,0 1 0,0-1 1,1 0-1,-1 0 1,0 0-1,0 1 1,1-1-1,-1 0 1,0 0-1,0 1 1,0-1-1,0 0 1,1 0-1,-1 1 1,0-1-1,0 0 1,0 0-1,0 1 1,0-1-1,0 0 1,0 1-1,0-1 1,0 0-1,0 0 1,0 1-1,0-1 1,0 0-1,0 1 1,0-1-1,0 0 1,0 1-1,0-1 1,0 0-1,0 0 1,0 1-1,0-1 1,-1 1-1,0 3 70,1 1 0,-1-1 0,-1 0 0,1 1 0,-1-1 0,-3 6 0,-21 36 746,-3-1 0,-38 44 0,-44 69 1149,78-85-1254,17-35-430,-15 22-66,18-37-212,1 0-1,-10 27 0,19-42-470,1-1-1,0 1 1,0 0-1,0 0 1,1 0-1,1 0 1,-1 1-1,1-1 1,1 0-1,0 0 1,1 10 0,3-4-3191,-1 0 1,13 24-1,-15-35 3133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6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1719 49 400,'-1'-1'63,"1"0"-1,-1 0 0,1 1 1,-1-1-1,0 0 0,1 0 1,-1 1-1,0-1 0,0 1 1,0-1-1,1 1 0,-1-1 1,0 1-1,0-1 0,0 1 1,0 0-1,0-1 0,0 1 1,0 0-1,0 0 1,0 0-1,0-1 0,0 1 1,0 0-1,0 1 0,-1-1 1,-7-2 2268,4 2-1237,-17 0-13,17 0 106,-1 0 80,-62 3 1587,26-1-1346,-82-7-1,-512-30 948,535 36-2393,0 5 0,-191 36 1,113 13-10,141-37 107,37-18-151,-41 13-75,41-12 55,-1 0-1,1-1 0,0 1 1,-1 0-1,1 0 1,0 0-1,0 0 0,0 0 1,-1 0-1,1 0 1,0 0-1,0 0 0,1 0 1,-1 1-1,0-1 1,0 0-1,1 1 1,-1-1-1,0 0 0,1 1 1,-1-1-1,1 1 1,0-1-1,-1 3 0,1 0 32,0 0-1,-1 0 1,2 0-1,-1 0 0,0 0 1,1 0-1,-1 0 1,1 0-1,0 0 0,1 0 1,-1-1-1,1 1 1,-1 0-1,1-1 0,0 0 1,1 1-1,-1-1 1,0 0-1,1 0 0,0 0 1,4 4-1,3 3-46,0 1 1,-1 1-1,0 0 0,13 22 1,-12-9 1,-7-17 27,0 0 1,1 1-1,0-1 0,10 13 0,84 109 212,-93-123-195,0 0-1,0 1 1,-1-1 0,4 11-1,-5-11-17,-1 1-1,1-1 0,1 0 0,-1 0 1,1 0-1,1 0 0,-1-1 0,1 0 1,0 0-1,1 0 0,7 7 1,-10-10-5,25 27-48,-20-20 42,0-1-1,1 0 1,13 10 0,-4-6 2,0 0 1,1-2 0,0 0-1,1-1 1,0-1-1,1 0 1,-1-2 0,26 6-1,237 49 235,-197-46-154,-38-5-71,1-3 1,62 2-1,-24-9-142,173-20 0,-173 1 140,120-40 0,-189 50 45,-1 0-1,1-1 1,-2 0 0,0-2 0,0 0 0,-1 0-1,0-2 1,26-27 0,-18 17 19,-17 16 35,0 0 0,0 0 0,-1 0 0,7-12 0,18-25 606,-23 37-578,3-2 150,-2-1-1,16-20 1,-22 25-211,1 1 0,-1-1 0,0 1-1,-1-1 1,1 0 0,-1 0 0,0 0 0,0 1 0,0-1 0,-1 0 0,1-6 0,-1-7 108,0 3 102,0 0 0,-4-27 1,3 37-221,-1 0 1,1 0-1,-1 0 1,0 0-1,0 0 1,-1 0-1,1 0 1,-1 1-1,0-1 1,0 1-1,-7-7 1,-45-35 49,12-4-813,32 40-76,-1 1 0,0 0 0,-23-13 0,-42-16-7984,40 14 537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17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1233 29 1281,'-9'3'302,"0"0"0,0-1 0,0 0 0,-13 0 0,16-2-103,1 1 1,-1-1 0,0 1 0,1 1 0,-1-1 0,1 1-1,0 0 1,-1 0 0,-5 3 0,-5 3 313,-1-1 0,0-1-1,0-1 1,-1 0 0,-30 4 0,18-3-42,-26 7 536,-29 3 334,43-10-956,-12 0 36,0 3-1,1 3 1,-93 31 0,30-3 339,85-31-493,1 1 0,-53 26-1,50-22-24,27-12-212,1 0 0,0 0 1,-1 1-1,1-1 0,0 1 0,0 0 0,0 1 0,1-1 1,-1 1-1,-3 4 0,-5 13 102,11-17-123,0 0-1,0 0 1,-1-1-1,1 1 1,-1-1-1,0 0 0,-5 5 1,5-5-16,0-1-1,0 1 1,1-1 0,-1 1-1,1 0 1,0 0 0,0 0-1,0 0 1,0 0 0,1 0-1,-1 0 1,0 4 0,0 2 76,1-1 0,0 0 0,1 0 0,0 11 1,0-8 66,1 13-94,0-16-69,0 1 0,-1 0 0,0 0 0,-1-1 0,0 1 0,0 0 0,-5 15 0,-3-7 88,7-13-61,-1 1 1,1-1-1,0 0 1,0 1-1,1-1 1,-1 1 0,1-1-1,0 1 1,0 0-1,0 8 1,-1 31-76,1-32 81,0 0 0,1 1 0,0-1 0,1 0 0,0 0 0,1 0 0,4 14 0,-2-16-24,2 1-1,-1-1 1,1 0-1,1 0 1,0-1-1,0 0 1,1 0-1,0 0 1,1-1-1,16 12 1,12 6 55,59 32-1,-66-41-26,31 17 429,95 39 0,-114-58-365,-1-2 0,2-2 0,70 10 0,-10-11-32,0-4 0,0-5 0,0-5 0,0-4 0,-1-4 0,146-38 0,-208 39-106,-1-3 0,42-20 0,-61 25 96,0-2 0,-1 0 0,-1-1 0,0-1 0,26-24 0,83-85 437,61-62 209,-173 165-620,0 0-1,-2-1 1,23-42 0,-7 9 44,-11 26-50,-11 17-24,0-1 1,-1 0 0,6-13 0,-10 19-18,-1 0 0,0 1-1,1-1 1,-1 0 0,-1 0 0,1 0-1,-1 1 1,0-1 0,0 0 0,-1 0 0,1 0-1,-2-6 1,-8-19 24,-2 0-1,-1 1 1,-26-45 0,20 40-201,13 23-15,-1-1-1,0 1 0,-1 1 0,-1-1 1,1 1-1,-18-14 0,1 4-2657,-40-24 0,63 43 2680,-63-41-8219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0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264 847 1040,'62'-26'1607,"31"-10"739,-2-5 0,135-81-1,-144 61-1451,-27 26-571,48-34 315,-70 43-369,-3 3-17,32-32 0,106-112 362,-164 164-605,-1 0 0,0-1-1,-1 0 1,1 1 0,0-1 0,-1 0 0,0 0 0,0-1 0,0 1 0,1-7-1,-1 0 10,-1 0 0,0 0 0,-1-15 0,0 18-27,0 5 17,0 1 0,0 0 0,0 0 0,-1 0 0,1 0 0,-1 0 0,0-1 0,1 1 0,-1 0 0,0 0 0,0 1 0,0-1 0,0 0 0,-1 0 0,1 0 0,0 1 1,-1-1-1,-2-2 0,0 1 0,0 0 0,0 1 1,-1 0-1,1-1 1,0 2-1,-1-1 0,1 0 1,-7 0-1,-8-2 9,1 2-1,-1 0 0,-25 1 0,44 1-16,-48 0 55,0 2 1,0 2-1,0 2 0,0 3 0,1 1 0,1 3 0,-83 33 0,117-41-45,-25 10 127,1 2 1,1 1-1,-62 44 1,-39 56 209,103-92-273,-103 87 466,114-93-420,1 2 0,0 0 0,-29 42 0,44-54-112,0 0 1,1 1 0,1 0 0,0 0-1,0 0 1,1 0 0,0 0 0,1 1 0,0-1-1,1 1 1,1 0 0,0-1 0,0 1 0,1 0-1,0-1 1,6 20 0,-4-20-232,0 1 1,1-1 0,1 0-1,0-1 1,1 1 0,0-1-1,8 11 1,-8-13-392,1 0 1,0-1 0,0 1-1,1-2 1,0 1 0,0-1-1,0 0 1,16 7 0,68 23-7978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319 155 1921,'-46'-14'4374,"36"10"-3878,0 0 1,0 1 0,0 0 0,-1 1-1,1 0 1,0 1 0,-1 0-1,-19 1 1,15 1-192,12-1-253,0 0 0,-1 0 0,1 0 0,0 1 0,0-1 0,0 1 0,0 0 0,0-1 0,0 2 0,0-1 0,1 0 0,-1 0 0,0 1 0,1 0 0,-1-1 0,1 1 0,-4 3-1,-25 24 283,23-22-288,-1 1 1,1 0 0,1 0 0,-1 1-1,-8 13 1,16-21-46,-1 0 0,1 0 0,-1 0 0,1 0-1,0 0 1,-1 0 0,1 0 0,0 1 0,0-1 0,0 0 0,0 0-1,0 0 1,0 0 0,0 0 0,0 1 0,0-1 0,1 0 0,-1 0-1,0 0 1,1 0 0,-1 0 0,1 0 0,-1 0 0,1 0-1,0 0 1,-1 0 0,1 0 0,0 0 0,0 0 0,-1-1 0,1 1-1,0 0 1,0-1 0,0 1 0,0 0 0,0-1 0,0 1 0,2 0-1,3 2-1,1 0 0,0-1-1,0 1 1,10 1 0,-16-4 1,30 13 17,-28-11-9,1 0 0,-1-1 0,1 1 0,-1-1-1,1 1 1,0-1 0,5 1 0,6-2 72,0 0 0,-1 0 0,1-2 0,-1 0 0,1 0 0,-1-1 0,0-1 0,22-9 0,-10 1 151,31-17-1,-37 18-131,0-3 25,-1 0 0,-1-1 0,0-2 0,-1 0 0,0 0 0,26-40-1,-41 55-110,0-1 0,-1 1-1,0-1 1,0 0-1,0 1 1,0-1-1,0 0 1,0 0-1,-1 1 1,1-1-1,-1 0 1,0 0 0,0 0-1,0 0 1,0-3-1,-1-5 1,1 10-24,0 1 1,0-1-1,0 0 0,0 0 1,0 0-1,-1 0 0,1 0 1,0 1-1,-1-1 0,1 0 1,0 0-1,-1 1 0,1-1 1,-1 0-1,0 1 1,1-1-1,-1 0 0,1 1 1,-1-1-1,0 1 0,1-1 1,-1 1-1,0-1 0,-1 0 1,-26-6-434,-30 9-2034,-1 5-3592,53-6 2642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1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1521,'-39'4'3263,"0"-2"1,-46-3 0,68 0-2771,0 1 1,0 0 0,-25 4-1,42-4-481,-1 0 0,1 1 0,0-1-1,-1 0 1,1 1 0,-1-1 0,1 0 0,-1 1-1,1-1 1,0 1 0,-1-1 0,1 1 0,0-1 0,0 1-1,-1-1 1,1 0 0,0 1 0,0 0 0,0-1-1,0 1 1,-1-1 0,1 1 0,0-1 0,0 1 0,0-1-1,0 1 1,0-1 0,0 1 0,0-1 0,1 1-1,-1 0 1,0-1 0,0 1 0,6 15-27,4-9 9,0-1 1,0 0-1,0-1 0,1-1 1,0 1-1,0-2 1,17 5-1,-3-1 51,-23-6-43,55 21 9,-52-20-10,-1 1 1,0-1-1,0 1 0,-1 0 0,1 0 0,-1 0 1,1 1-1,-1-1 0,0 1 0,4 6 1,12 14 45,-15-19-33,1 0 1,-1 0-1,1 1 0,-2 0 1,6 9-1,-2 2-14,0-1 0,10 18 0,-16-32-1,1 0 1,-1 0-1,0 0 1,0 0-1,1-1 1,-1 1-1,1 0 1,-1-1-1,1 1 1,0-1-1,-1 1 1,1-1-1,0 0 1,0 0-1,0 0 0,0 0 1,0 0-1,0 0 1,0 0-1,1-1 1,-1 1-1,0-1 1,0 1-1,1-1 1,-1 0-1,0 0 1,0 0-1,1 0 0,3-2 1,5 2 16,16 0 110,0-1-1,-1-2 1,1 0-1,30-9 1,-49 10-85,0 0 1,0 0-1,-1-1 0,1 0 1,-1-1-1,0 0 1,0 0-1,0 0 1,0-1-1,-1 0 1,0 0-1,0-1 1,0 1-1,-1-1 1,0-1-1,0 1 1,7-12-1,-11 14-13,1-1 1,-1 0-1,0 1 1,0-1-1,-1 0 0,0 0 1,1 0-1,-1 0 1,-1-5-1,0-5 8,1 13-35,0 0 0,0 1 0,0-1 0,0 0 0,0 0 0,-1 1 0,1-1 0,-1 0 0,1 1 0,-1-1 0,1 1 0,-1-1 0,0 0 0,0 1 0,0-1 0,0 1 0,0 0 1,0-1-1,0 1 0,-1 0 0,1 0 0,0 0 0,-1 0 0,-1-2 0,-4 1-21,1-1 1,-1 1 0,1 0-1,-1 0 1,-9 0-1,14 1 18,-27-2-79,0 0-1,0 2 1,-56 4 0,-80 21-275,158-23 184,-1 0-1,1 1 1,0 0-1,0 0 1,0 0-1,0 1 1,1 0-1,-1 0 1,1 1-1,0-1 1,0 1-1,0 1 1,0-1-1,-9 11 1,-17 20-4150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1104 0 480,'-27'8'774,"27"-8"-764,0 0 0,0 0 1,0 0-1,0 0 0,0 0 1,0 0-1,1 0 0,-1 1 0,0-1 1,0 0-1,0 0 0,0 0 1,0 0-1,0 0 0,0 0 0,1 0 1,-1 1-1,0-1 0,0 0 0,0 0 1,0 0-1,0 0 0,0 0 1,0 0-1,0 1 0,0-1 0,0 0 1,0 0-1,0 0 0,0 0 1,0 0-1,0 1 0,0-1 0,0 0 1,0 0-1,0 0 0,0 0 0,0 0 1,0 1-1,0-1 0,0 0 1,0 0-1,0 0 0,0 0 0,-1 0 1,1 0-1,0 1 0,0-1 1,0 0-1,0 0 0,0 0 0,0 0 1,0 0-1,-1 0 0,1 0 0,0 0 1,0 0-1,0 0 0,0 1 1,0-1-1,21 5 443,-21-5-438,1 0-1,-1 0 0,0 0 0,0 0 1,0-1-1,0 1 0,1 0 0,-1 0 0,0 0 1,0 0-1,0 0 0,0 0 0,1 0 1,-1 0-1,0 1 0,0-1 0,0 0 0,1 0 1,-1 0-1,0 0 0,0 0 0,0 0 1,0 0-1,0 0 0,1 0 0,-1 0 1,0 1-1,0-1 0,0 0 0,0 0 0,0 0 1,0 0-1,0 0 0,1 0 0,-1 1 1,0-1-1,0 0 0,0 0 0,0 0 0,0 0 1,0 1-1,0-1 0,0 0 0,0 0 1,0 0-1,0 1 0,0-1 0,0 0 0,0 0 1,0 0-1,0 1 0,0-1-2,0 0 0,0 0 0,0 0 0,0 0 0,-1 1-1,1-1 1,0 0 0,0 0 0,0 0 0,0 0 0,0 1 0,0-1 0,0 0-1,0 0 1,0 0 0,0 0 0,0 1 0,0-1 0,0 0 0,0 0 0,1 0 0,-1 0-1,0 1 1,0-1 0,0 0 0,0 0 0,0 0 0,0 0 0,0 0 0,0 1-1,1-1 1,-1 0 0,0 0 0,0 0 0,0 0 0,0 0 0,0 0 0,1 0-1,-1 0 1,0 0 0,0 1 0,0-1 0,0 0 0,0 0 0,1 0 0,-1 0 0,0 0-1,0 0 1,0 0 0,1 0 0,-1 0 0,0 0 0,0 0 0,0 0 0,0 0-1,1-1 1,-1 1 0,0 0 0,4 1-5,-3-1 52,0 0 1,0 0-1,0 0 0,0 0 0,0 0 0,0 1 0,0-1 1,0 0-1,0 0 0,0 1 0,0-1 0,-1 1 1,1-1-1,0 1 0,0-1 0,0 1 0,-1 0 0,1-1 1,0 1-1,-1 0 0,1-1 0,0 1 0,-1 0 1,1 0-1,-1 0 0,1-1 0,-1 1 0,0 0 0,1 0 1,-1 0-1,0 0 0,0 0 0,1 0 0,-1 0 1,0 0-1,0 0 0,0 0 0,0 0 0,-1 1 0,2-1-47,-1-1 0,0 1 0,0-1 0,1 1 0,-1-1 0,0 1 0,1-1-1,-1 1 1,0-1 0,1 0 0,-1 1 0,0-1 0,1 0 0,-1 1 0,1-1-1,-1 0 1,1 1 0,-1-1 0,1 0 0,-1 0 0,1 0 0,-1 0-1,1 1 1,0-1 0,-1 0 0,1 0 0,-1 0 0,1 0 0,-1 0 0,1 0-1,0-1 1,0 1-4,0 0 0,-1 0 0,1 0 1,0 0-1,-1 0 0,1 0 0,-1 0 0,1 0 0,0 1 0,-1-1 0,1 0 0,0 0 0,-1 0 0,1 1 0,-1-1 0,1 0 0,0 1 0,-1-1 0,1 0 0,-1 1 0,1-1 0,-1 1 1,1-1-1,-1 1 0,0-1 0,1 1 0,-1-1 0,0 1 0,1-1 0,-1 1 0,0-1 0,1 1 0,-1 1 0,0-1 43,0 0 1,1 0-1,-1 0 1,0 1-1,0-1 0,0 0 1,-1 0-1,1 0 0,0 0 1,0 1-1,-1-1 0,1 0 1,0 0-1,-1 0 0,1 0 1,-1 0-1,-1 2 1,1-3-16,0 0 1,-1 0-1,1 1 1,0-1-1,-1 0 1,1 0-1,-1 0 1,1-1 0,0 1-1,-1 0 1,1 0-1,0-1 1,-3 0-1,-3-1-111,-36-17 328,17 10-193,-84-25 301,90 29-169,-1 0-1,0 2 1,-32-2-1,26 5 50,27 0-202,1-1 1,-1 1 0,0 0-1,0 0 1,0 0 0,0 0-1,0 0 1,0-1 0,0 1-1,0 0 1,1 0 0,-1 0-1,0 0 1,0-1 0,0 1-1,0 0 1,0 0 0,0 0 0,0 0-1,0-1 1,0 1 0,0 0-1,0 0 1,0 0 0,0 0-1,0-1 1,0 1 0,0 0-1,-1 0 1,1 0 0,0 0-1,0-1 1,0 1 0,0 0-1,0 0 1,0 0 0,0 0 0,0 0-1,-1-1 1,23 1 213,-17 0 1428,1 1-1614,13 4-43,0 0-1,0 1 1,-1 1 0,0 1-1,0 0 1,0 2 0,-1 0-1,16 13 1,-10-6 16,-1 2 0,-1 0 0,-1 2 0,-1 0 0,18 25 0,-35-43-16,1-1-1,-1 1 0,0 0 1,-1 0-1,1 0 0,0 0 1,-1 1-1,0-1 0,0 0 1,0 1-1,0-1 0,0 5 1,-1-5 2,-1 0 0,1 0 0,-1 0 0,0 0 0,0-1 0,0 1 0,0 0 0,-1-1 1,1 1-1,-1-1 0,0 1 0,1-1 0,-1 0 0,0 0 0,0 0 0,-3 2 0,-50 46 775,28-20-157,20-21-438,-1 0 1,0 0-1,-1-1 0,0 0 0,0-1 1,-1 0-1,-12 7 0,-20 7 212,-2-2-1,0-2 1,-69 17 0,-142 20-543,187-41-154,35-7-47,-7 4-644,0-3-1,0-1 1,0-2-1,-1-2 0,-61-5 1,92 2 31,0 0 0,1-1 0,-1 0-1,-11-4 1,16 3-320,-1 0-1,1 0 0,0 0 0,0 0 0,-7-7 1,12 10 1227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65 160 960,'24'-12'1598,"-16"7"-947,0 1 0,0 0 0,15-4 0,66-12 2633,45-12 62,24-19-2172,-132 41-1094,-8-1 27,-17 11-105,-1 0-1,0 0 0,0-1 0,0 1 0,0 0 1,1 0-1,-1 0 0,0 0 0,0 0 0,0-1 1,0 1-1,1 0 0,-1 0 0,0 0 0,0 0 1,1 0-1,-1 0 0,0 0 0,0 0 0,0 0 1,1 0-1,-1 0 0,0 0 0,0 0 0,1 0 1,-1 0-1,0 0 0,0 0 0,0 0 0,1 0 0,-1 0 1,0 0-1,0 0 0,0 0 0,1 1 0,-1-1 1,0 0-1,0 0 0,0 0 0,1 0 0,-1 0 1,0 1-1,0-1 0,-31 20 119,-1 11 88,-38 45-1,-13 15 232,52-61-285,-7 7 262,2 1-1,-50 68 0,29-31 123,43-58-451,0 0 0,1 1 0,0 0 0,2 1 1,0 1-1,-14 35 0,25-53-133,-1 0 0,0 0 0,1 0 0,-1 0 0,1 0 0,-1-1 0,1 1 0,0 0 0,0 0 0,0 0 0,0 0 0,0 0 0,1 0 0,-1 0 0,1 0 1,-1 0-1,1 0 0,-1 0 0,1 0 0,0 0 0,0-1 0,0 1 0,0 0 0,0-1 0,2 3 0,0-3-204,0 1 1,-1-1-1,1 0 0,0 0 0,0 0 1,0 0-1,0-1 0,0 1 0,0-1 1,0 0-1,0 0 0,0 0 0,0 0 1,0 0-1,0-1 0,0 1 0,0-1 1,0 0-1,4-1 0,80-28-6686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4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 1441,'-6'1'2227,"-5"2"-1438,0 1-1,1 0 1,-1 1-1,1 0 0,0 0 1,-14 11-1,9-4-140,-1 1-1,2 1 1,0 0 0,0 1-1,-11 16 1,21-26-556,0 1 0,0-1 0,1 1 0,0-1 0,0 1 0,0 0 0,1 0 1,-1 0-1,2 0 0,-1 1 0,-1 9 0,3-12-75,0 1 0,1-1 0,0 0 0,-1 0 0,1 0 0,1 0 0,-1 0 0,0 0 0,1 0-1,0 0 1,0 0 0,0 0 0,1-1 0,-1 1 0,1-1 0,0 0 0,-1 0 0,5 3 0,10 9 55,0-1 0,1 0 0,0-1-1,1-2 1,1 0 0,0 0 0,0-2 0,1-1 0,37 10 0,-45-14-5,1-1 1,-1 0-1,1-1 1,0-1-1,-1 0 1,1-1 0,0-1-1,-1 0 1,1 0-1,-1-2 1,1 1 0,-1-2-1,0 0 1,0 0-1,0-2 1,22-11-1,-31 15-62,-1 0 0,1-1 0,-1 1-1,1-1 1,-1 0 0,0 0-1,0 0 1,0 0 0,-1-1-1,1 1 1,-1-1 0,0 1 0,1-1-1,-2 0 1,1 0 0,0 0-1,-1 0 1,0 0 0,0 0-1,1-5 1,-3-1-96,1 1 1,-1 0-1,-1 0 0,0 0 1,0 0-1,-1 0 0,-4-12 1,3 11-141,1 1 1,-1-1 0,-1 0 0,0 1-1,0 0 1,-1 0 0,-8-9 0,8 12-15,0 1 0,0-1 0,0 2 0,-1-1 0,0 1 1,0 0-1,0 0 0,-1 1 0,1 0 0,-16-4 0,-9 0-1142,-1 1 0,-60-4-1,-98 7-3654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5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67 166 480,'0'0'1534,"5"0"80,57-7 3374,28-14-2906,-4-6-618,-30 6-673,3 4-250,-28 9-132,37-16 1,35-10 391,-81 28-628,-22 6-169,0 0-1,0 0 1,0 0-1,0 0 1,-1 0 0,1 1-1,0-1 1,0 0-1,0 0 1,0 0 0,0 0-1,0 0 1,0 0-1,0 1 1,0-1 0,0 0-1,0 0 1,0 0 0,0 0-1,0 0 1,0 0-1,1 0 1,-1 1 0,0-1-1,0 0 1,0 0-1,0 0 1,0 0 0,0 0-1,0 0 1,0 0-1,0 0 1,0 1 0,0-1-1,0 0 1,1 0-1,-1 0 1,0 0 0,0 0-1,0 0 1,0 0-1,0 0 1,0 0 0,1 0-1,-1 0 1,0 0-1,0 0 1,0 0 0,0 0-1,0 0 1,0 0-1,0 0 1,1 0 0,-1 0-1,0 0 1,0 0 0,0 0-1,0 0 1,0 0-1,-14 16 61,-364 299 914,223-193-769,147-116-217,-8 6-203,1 2 0,-19 19 0,31-30 138,0 1 0,0 0 1,0 0-1,0 0 0,1 1 0,0-1 0,0 0 0,0 1 0,0 0 1,1-1-1,-1 1 0,1 0 0,0 0 0,0 7 0,1-11 30,0-1 0,0 1-1,0-1 1,0 1-1,0 0 1,0-1 0,0 1-1,0-1 1,0 1 0,0 0-1,1-1 1,-1 1 0,0-1-1,0 1 1,1-1 0,-1 1-1,0-1 1,1 1 0,-1-1-1,0 1 1,1-1-1,-1 1 1,1-1 0,-1 1-1,0-1 1,1 0 0,-1 1-1,1-1 1,0 0 0,-1 1-1,1-1 1,0 0 0,23-1-852,-20 0 712,62-13-2458,26-11-2028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5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3 1201,'-6'0'512,"1"0"0,0 0 1,-1 1-1,1-1 0,0 1 1,0 1-1,-7 1 0,-42 28 2900,36-20-2732,-50 34 1527,61-39-1903,-1 0 0,0 0 0,1 1 0,1 0 0,-1 0 0,-5 8 0,11-13-241,0-1 0,0 1 1,0 0-1,0-1 0,0 1 0,0 0 0,1 0 0,-1-1 0,1 1 0,-1 0 0,1 0 0,0 0 0,0 0 0,0 0 0,0 0 1,0 0-1,0-1 0,0 1 0,1 0 0,-1 0 0,2 3 0,-1-2 0,1-1 1,0 1-1,0-1 1,0 1-1,0-1 1,0 0-1,0 0 0,1 0 1,-1 0-1,1 0 1,-1-1-1,5 3 1,7 3 90,2-1 1,-1-1-1,1 0 1,16 2 0,-27-5-113,31 4 158,1-1 0,0-2 0,0-2 0,72-5 0,141-33 348,-203 29-541,0-2 1,0-3 0,-1-1-1,-1-2 1,0-2-1,70-40 1,-62 23 19,-52 35-43,0-1 1,-1 0-1,1 1 1,0-1-1,-1 0 1,1 1-1,-1-1 1,1 0-1,-1 0 1,1 0 0,-1 0-1,0 0 1,1 1-1,-1-1 1,0 0-1,0 0 1,1 0-1,-1 0 1,0 0-1,0 0 1,0 0-1,0 0 1,0 0-1,0 0 1,-1 0-1,1 0 1,0 0-1,0 0 1,-1 1 0,1-1-1,-1 0 1,1 0-1,-1 0 1,1 0-1,-1 1 1,1-1-1,-1 0 1,0 0-1,1 1 1,-1-1-1,0 1 1,1-1-1,-1 0 1,0 1-1,0 0 1,0-1-1,0 1 1,0-1 0,-1 1-1,-3-3-232,-1 0 1,1 1-1,-1 0 0,0 0 0,1 0 1,-7 0-1,-2 0-1146,0 1 0,0 0 0,0 1 0,0 1 0,1 0 0,-1 1 0,-14 3 0,-5 1-3088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2641,'0'0'9044,"32"0"-6803,1 13-1440,32-5-81,0 5-160,1 1-79,32 1-321,32-9-641,1-6-1520,-40-15-2801,-25 9 0,-34-8 720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6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6323,'-33'21'6723,"99"-21"-7283,32 0 400,-33 9 240,26-9-80,40 6-2321,65-12-4803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7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163 250 4242,'1'1'202,"-1"0"0,0 0 1,1 0-1,0-1 0,-1 1 1,1 0-1,-1 0 0,1-1 0,0 1 1,-1 0-1,1-1 0,0 1 1,0-1-1,0 1 0,-1-1 0,1 1 1,0-1-1,0 0 0,0 1 0,0-1 1,0 0-1,0 0 0,0 0 1,0 1-1,0-1 0,-1 0 0,3-1 1,34 3 1423,-32-2-1059,16-1-45,-1-1 1,1-1-1,-1 0 1,0-2-1,20-6 1,300-110 298,-321 113-775,143-58 381,-91 34-161,-59 22-161,-12 8-103,-6 5-29,-43 24 41,-436 258 3667,430-248-2820,1 3-1,3 2 1,-87 90-1,116-107-1952,0 2 1,-33 56-1,51-77 552,-24 31-6757,24-33 2023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28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1851 175 1361,'0'-1'156,"0"0"0,0 0 0,0 0 0,0 0 0,0 0 0,-1 0 0,1 0 1,0 0-1,-1 1 0,1-1 0,-1 0 0,1 0 0,-1 0 0,1 0 0,-1 0 0,0 1 1,1-1-1,-1 0 0,0 0 0,1 1 0,-1-1 0,0 1 0,0-1 0,0 1 1,0-1-1,0 1 0,-1-1 0,1 0-26,0 1 0,0 0 0,0-1 1,0 1-1,0-1 0,1 0 0,-1 1 1,0-1-1,0 0 0,0 1 0,1-1 0,-1 0 1,0 0-1,1 0 0,-1 0 0,1 0 0,-1 1 1,1-1-1,-1 0 0,1 0 0,-1 0 0,1 0 1,0-1-1,0 1 0,0 0 0,0 0 0,0-1 1,-1 0-13,1 1 1,0 0 0,0 0 0,0 0-1,0 0 1,-1 0 0,1 0 0,0 0 0,-1 0-1,1 0 1,-1 0 0,0 0 0,1 0-1,-1 0 1,1 1 0,-1-1 0,0 0 0,0 0-1,0 1 1,1-1 0,-1 0 0,0 1-1,0-1 1,0 1 0,0-1 0,0 1 0,0-1-1,-2 1 1,-5-5 585,-12-14 1263,16 15-1758,1 0-1,-1 1 1,0-1 0,0 1 0,0 0 0,-1 0 0,1 0 0,-1 1 0,-8-4-1,-32-7 222,-1 3-1,0 1 1,0 3-1,-80-2 1,40 10-203,-133 19 0,189-17-179,1 1 1,-37 13 0,41-11 35,1 0-1,-1-2 1,-37 4 0,7-1-32,-54 19 42,74-16-122,-1 1 1,2 2 0,-37 19-1,-7 3 98,58-26-130,1 0 0,-30 22 0,29-17-23,-36 17-1,-26 6-43,-59 29-307,138-66 429,1 1 1,-1 0-1,1 0 0,-1 0 0,1 0 0,-1 0 0,1 0 0,0 1 0,0-1 0,0 1 0,1 0 0,-1-1 0,1 1 0,-1 0 0,1 0 0,0 0 0,0 0 1,-1 5-1,0 3 11,1-1 1,1 1-1,0 0 1,1 11-1,0 6 29,-1 96 98,1-118-141,-1 0 1,1 0-1,0 0 0,1 0 0,0 0 0,0 0 1,0 0-1,0 0 0,1-1 0,0 1 0,0-1 1,7 8-1,6 7-32,35 32 1,-19-20 19,-19-20 21,0 0-1,2-1 1,-1-1 0,1 0-1,1 0 1,-1-2 0,23 9-1,-14-6 8,5 1 24,0-2-1,1-1 1,0-1-1,1-1 1,44 3 0,-39-5-62,109 9 127,213-5-1,-273-9-62,-4 0 63,0-3 0,-1-3-1,90-20 1,-62-1 379,-1-5 0,168-75-1,-185 54 345,-22 12-52,89-63 552,-71 32-936,-36 27 46,-40 38-337,-1-2 1,1 1-1,-1-2 1,13-15-1,10-19 214,-31 43-303,-1 0 0,0 1 0,1-1 0,-1 1 0,1-1 0,-1 1 0,0-1 0,0 0 0,1 1 1,-1-1-1,0 0 0,0 1 0,0-1 0,0 0 0,0 1 0,0-1 0,0 0 0,0 0 0,0 1 0,0-1 0,0 0 1,0 1-1,0-1 0,-1 0 0,1 1 0,0-1 0,0 0 0,-1 1 0,1-1 0,-1 1 0,0-2 0,-18-14 126,11 10-70,-4-4 3,0-1-13,-1 1-1,0 0 1,-1 1-1,0 1 1,-17-8-1,-36-13 161,-1 2 0,-2 4 0,-106-22 0,70 26-1437,0 4 0,-122-2 0,120 26-4603,10 0-2813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30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1850 70 320,'-18'-8'1347,"-1"1"1,0 1-1,-1 1 0,-29-5 1,-125-17 3641,139 23-4505,0 1 1,-42 3 0,-26 11-125,0 5 0,-191 55 0,-282 118-187,419-124 121,147-62-257,1 1 1,0 1-1,0 0 0,0 0 1,1 1-1,0 0 0,0 0 1,0 1-1,-12 14 0,6 4-56,12-21 16,0 0 1,0 0-1,0 0 1,-1 0-1,0-1 1,1 1-1,-6 4 0,5-5 11,0-1-1,0 1 0,0 0 0,1 0 1,-1 0-1,1 0 0,0 0 0,0 0 0,0 1 1,1-1-1,-1 1 0,1-1 0,-1 1 1,1-1-1,1 1 0,-1 0 0,0 0 0,1 0 1,0-1-1,0 1 0,0 0 0,0 0 1,1 3-1,-2 0-17,1-1-1,0 1 1,1-1 0,-1 1 0,1-1 0,0 0-1,1 1 1,-1-1 0,1 0 0,0 0 0,1 0-1,0 0 1,0 0 0,0-1 0,0 1 0,6 5-1,15 22 113,-16-21-90,1 1 0,1-2 0,-1 1 0,2-1 0,21 18 0,22 3 108,-18-4-38,-21-17-29,0 0-1,23 13 1,3-2 9,-12-6 3,1 0-1,1-2 1,39 12-1,16-2-51,-64-16-13,17 7 9,1-2 0,55 10 0,33-5 178,0-5 0,1-7-1,226-16 1,-251 0-36,-1-5 0,124-34 1,-185 40-122,-16 4-7,0-1 0,0-2 0,33-14 0,-51 19 62,0-1 1,0-1-1,-1 0 0,1 0 0,-1 0 0,0-1 1,-1 0-1,1-1 0,-1 1 0,0-1 0,-1 0 1,0 0-1,0-1 0,6-14 0,-5 10 42,-1 0 0,0-1-1,-1 0 1,0 0 0,-1-1 0,-1 1-1,0-1 1,-1 1 0,0-1 0,-1 1-1,-1-1 1,0 1 0,-3-15-1,1 14-58,-1 0 1,0 1-1,-1 0 0,0-1 0,-1 2 0,0-1 0,-1 1 0,0 0 0,-12-14 0,-5 4 17,-1 2 1,-2 0 0,-46-27-1,38 25-14,-17-11-236,-3 3-1,0 1 1,-1 4 0,-79-26-1,100 42-692,0 2 0,-1 1 0,-69-3 0,-6 0-3033,42-3-1378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08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1311 280 2801,'-2'0'319,"0"-1"0,0 0-1,1 0 1,-1 0-1,0 0 1,1-1 0,-1 1-1,1 0 1,-1-1-1,1 1 1,-1 0 0,1-1-1,0 0 1,0 1-1,0-1 1,0 0 0,0 0-1,0 0 1,0-2-1,1 4-205,0-1 0,0 0 0,0 0 0,0 0 0,0 0 0,1 1 0,-1-1 0,0 0 0,1 0 0,-1 0 0,1 1 0,-1-1 0,1 0-1,-1 1 1,1-1 0,-1 0 0,1 1 0,0-2 0,25-13 760,136-41 2401,-151 53-3133,387-129 3754,-369 122-3221,40-8 0,-69 18-665,0 0 1,0 0-1,0 0 1,0 0-1,0 0 1,0 0-1,-1 1 1,1-1-1,0 0 1,0 0-1,1 0 1,-1 0-1,0 0 1,0 0-1,0 0 1,0 1 0,0-1-1,0 0 1,0 0-1,0 0 1,0 0-1,0 0 1,0 0-1,0 0 1,0 0-1,0 1 1,0-1-1,0 0 1,0 0-1,1 0 1,-1 0-1,0 0 1,0 0-1,0 0 1,0 0 0,0 0-1,0 0 1,0 0-1,1 0 1,-1 0-1,0 0 1,0 0-1,0 0 1,0 0-1,0 0 1,0 0-1,0 0 1,1 0-1,-1 0 1,0 0-1,0 0 1,0 0-1,0 0 1,0 0 0,0 0-1,0 0 1,0 0-1,1 0 1,-1 0-1,0 0 1,0 0-1,0 0 1,0-1-1,-10 11 262,-66 42 849,-108 53 548,-110 37 101,87-43-804,85-39-490,-723 380 4266,839-437-4708,-31 18 21,1 1-1,0 1 0,2 3 0,-46 41 0,78-64-53,-1-1 0,1 0 0,-1 1 0,1 0 0,0-1 0,0 1 0,0 0 0,-2 3 0,5-5 0,-1-1 0,0 0 0,1 0 0,-1 1 0,0-1 0,1 0 0,-1 0 0,0 0 0,1 0 0,-1 1 0,0-1 0,1 0 0,-1 0 0,1 0 0,-1 0 0,0 0 0,1 0 0,-1 0 0,1 0 0,-1 0 0,0 0 0,1 0 0,-1 0 0,1 0 0,-1 0 0,0-1 0,1 1 0,-1 0 0,0 0 0,1 0 0,-1 0 0,0-1 0,1 1 0,-1 0 0,0 0 0,1-1 0,-1 0 0,69-38 0,-31 15 0,369-256 0,-353 239 0,71-53 0,14 9 0,282-126 0,-388 196 0,1 1 0,0 1 0,61-13 0,-89 25 0,0 0 0,0 0 0,-1 1 0,1-1 0,0 2 0,0-1 0,-1 1 0,1-1 0,0 1 0,-1 1 0,1-1 0,0 1 0,-1 0 0,0 1 0,6 2 0,-3-1 0,-3-1 0,1 0 0,-1 0 0,0 0 0,0 1 0,0 0 0,0 0 0,-1 0 0,1 1 0,6 8 0,-10-10 0,1-1 0,0 1 0,-1-1 0,0 1 0,0 0 0,0-1 0,0 1 0,0 0 0,0 0 0,-1 0 0,0 0 0,1-1 0,-1 1 0,0 0 0,0 0 0,-1 0 0,1 0 0,0 0 0,-1 0 0,-1 3 0,-2 2 0,1 0 0,-2 0 0,1 0 0,-1-1 0,-1 1 0,1-1 0,-1-1 0,0 1 0,-1-1 0,0 0 0,0 0 0,0-1 0,0 0 0,-1 0 0,-13 5 0,-5 2 0,-1-2 0,0-1 0,-35 7 0,2-3-408,0-4 0,0-2-1,-1-2 1,-75-5 0,75-3-3067,-111-23 0,134 17-5013,-62-26 0,98 35 8171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3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39 1841,'0'-1'107,"0"1"1,0-1-1,1 0 0,-1 1 1,0-1-1,1 0 1,-1 1-1,0-1 1,1 0-1,-1 1 0,1-1 1,-1 1-1,1-1 1,-1 1-1,1-1 0,-1 1 1,1 0-1,-1-1 1,1 1-1,0 0 1,-1-1-1,1 1 0,0 0 1,0-1-1,22-5 547,-20 6-432,115-13 2924,-84 11-2516,2-1-36,0 2 1,-1 1 0,1 1 0,50 10 0,-86-11-577,1 0 0,-1 1 0,0-1-1,1 0 1,-1 1 0,1-1 0,-1 0 0,0 1-1,0-1 1,1 0 0,-1 1 0,0-1-1,0 1 1,1-1 0,-1 0 0,0 1 0,0-1-1,0 1 1,0-1 0,1 1 0,-1-1 0,0 1-1,0-1 1,0 1 0,0-1 0,0 1-1,0-1 1,0 1 0,-1-1 0,1 0 0,0 1-1,0-1 1,0 1 0,0-1 0,-1 1 0,1-1-1,0 1 1,0-1 0,-1 0 0,1 1-1,0-1 1,-1 0 0,1 1 0,0-1 0,-1 0-1,1 1 1,-1-1 0,-3 3 92,0-1 1,-1 0 0,1 0-1,0-1 1,-1 1-1,-7 1 1,-72 15 1874,-146 13 0,195-27-1513,26-3-360,-23 3 544,-1-2 0,-55-3 1,69-1-316,34 3-411,26 3 65,101 10 5,288 52-13,-407-60-23,-6-3-1,-1 1 0,19 8 1,-32-11 32,0 0 0,1 1 1,-1 0-1,0-1 1,0 1-1,0 1 1,0-1-1,-1 0 0,1 1 1,-1-1-1,1 1 1,-1 0-1,0 0 1,4 6-1,-6-8 8,1-1 0,-1 1 0,1 0-1,-1 0 1,0 0 0,0 0 0,1 0 0,-1 0 0,0 0 0,0 0-1,0 0 1,0 0 0,0 0 0,0 0 0,0 0 0,0 0 0,-1 0-1,1 0 1,0 0 0,0-1 0,-1 1 0,1 0 0,-1 0 0,1 0 0,-1 0-1,1 0 1,-1-1 0,1 1 0,-1 0 0,0 0 0,1-1 0,-1 1-1,0-1 1,0 1 0,0 0 0,1-1 0,-3 1 0,-34 15 471,0-2 1,-68 17 0,99-30-423,-109 28 154,-1-5 0,-1-5 0,-145 5-1,176-24-3354,62-2-25,16-3-950,9 3 3299,0 0 0,1 0 1,-1 1-1,1-1 0,-1 1 0,1-1 1,0 1-1,-1 0 0,1 0 1,0-1-1,2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13 1361,'-27'-2'6443,"-39"-8"0,61 9 66,10 2-5055,191 27 1548,220 66-2355,-370-82-1054,49 8-5793,-49-17-3995,-73-3 6594,-6 0 66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4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33 158 3762,'-33'-6'4482,"33"-8"-1121,33-1-319,0 3-321,-1-3-1120,34 3-401,-1-3-319,66 1-1,221-13 401,-90 20-881,-67-1-5282,-38-5-7604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1202 1 1601,'0'0'1801,"5"0"-241,239 14 1162,-224-14-2571,-1 1 0,40 6 0,-59-7-141,0 0 0,0 0 0,0 0 0,-1 0 0,1 0 0,0 0 1,0 0-1,0 0 0,0 0 0,0 1 0,0-1 0,0 0 0,0 0 0,0 0 0,-1 0 0,1 0 0,0 0 0,0 0 0,0 1 0,0-1 0,0 0 1,0 0-1,0 0 0,0 0 0,0 0 0,0 0 0,0 1 0,0-1 0,0 0 0,0 0 0,0 0 0,0 0 0,0 0 0,0 0 0,0 1 0,0-1 1,0 0-1,1 0 0,-1 0 0,0 0 0,0 0 0,0 0 0,0 0 0,0 1 0,0-1 0,0 0 0,0 0 0,0 0 0,0 0 0,1 0 0,-1 0 1,0 0-1,-54 6 1204,5-3-281,-266 30 7538,228-32-6684,82-2-1520,10-5-174,9 5-60,0 0-1,0 1 0,0 1 0,0 0 1,27 6-1,6-1 41,-5 0 81,52 11-1,-75-13-125,19 5 61,0 0-1,51 21 1,-80-26-83,1 0 1,-1 0 0,17 12-1,-25-16-4,0 1 0,-1-1 0,1 1 0,0-1 0,-1 1 1,1 0-1,0-1 0,-1 1 0,1 0 0,-1 0 0,0-1 0,1 1 0,-1 0 0,1 0 0,-1 0 0,0 0 0,0-1 0,1 1 0,-1 0 0,0 0 0,0 0 0,0 0 0,0 0 0,0 0 1,0 0-1,0-1 0,-1 1 0,1 0 0,0 0 0,0 0 0,-1 0 0,1 0 0,0-1 0,-1 1 0,1 0 0,-1 0 0,1-1 0,-2 3 0,-2 0 55,1 1 1,-1-1-1,0 0 0,-1 0 0,1 0 0,-8 4 0,-43 16 397,0-2-1,-1-2 0,-89 16 0,107-26-345,-440 75 66,143-48-2094,122-18-3524,44-4-3853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2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37 320,'6'-3'890,"-4"3"-706,-1 0 1,1-1-1,-1 1 0,1-1 1,-1 1-1,0-1 1,1 1-1,-1-1 0,0 0 1,1 0-1,-1 0 1,0 0-1,0 0 1,0 0-1,0 0 0,1 0 1,-2 0-1,1 0 1,0-1-1,1 0 0,-1 1-9,0 0-1,0 0 0,0 1 1,0-1-1,0 0 0,0 1 1,0-1-1,1 1 0,-1-1 0,0 1 1,0-1-1,1 1 0,-1 0 1,0 0-1,1 0 0,-1 0 1,0 0-1,0 0 0,2 0 1,-1 0 247,15-3 475,0 1 1,0 1 0,0 0-1,0 1 1,30 4-1,-22-1-304,1 1-1,46 15 1,-66-16-473,1-1 1,-1 1-1,0 0 1,0 0-1,0 1 1,0 0-1,-1 0 0,0 0 1,1 1-1,-1 0 1,-1 0-1,7 9 1,-9-12-91,-1 0 0,0 0 1,0 0-1,0 0 0,0 0 1,0 0-1,-1 0 0,1 1 1,-1-1-1,1 0 0,-1 1 1,0-1-1,0 0 1,0 1-1,0-1 0,0 0 1,-1 1-1,1-1 0,-1 0 1,1 0-1,-1 1 0,0-1 1,0 0-1,0 0 0,0 0 1,0 0-1,-1 0 0,1 0 1,0 0-1,-1 0 1,0-1-1,1 1 0,-1-1 1,-3 3-1,-6 3 25,-1 0 0,0 0 0,0-1 0,0-1 0,-1 0 0,0-1 0,0 0 0,-16 2 0,-1 1-3,-220 59 948,190-52-693,60-14-310,-1 0 1,0 0-1,1 0 1,-1 1-1,1-1 0,-1 0 1,1 0-1,-1 0 0,1 0 1,-1 1-1,1-1 1,-1 0-1,1 0 0,0 1 1,-1-1-1,1 0 0,-1 1 1,1-1-1,0 1 1,-1-1-1,1 0 0,0 1 1,-1-1-1,1 1 0,0-1 1,0 1-1,-1-1 1,1 1-1,0-1 0,0 1 1,0-1-1,0 1 0,0-1 1,0 1-1,0-1 1,0 1-1,0 0 0,0-1 1,0 1-1,0-1 0,0 1 1,0-1-1,0 1 1,0-1-1,1 1 0,-1-1 1,0 1-1,0-1 0,1 1 1,-1-1-1,0 0 1,1 1-1,-1-1 0,0 1 1,1-1-1,-1 0 0,1 1 1,-1-1-1,0 0 1,2 1-1,3 2-8,0-1 0,1 1 1,0-1-1,-1 0 0,1 0 0,0-1 0,0 0 1,9 1-1,56 0-104,-45-3 100,58 4 20,0 3-1,96 19 1,-166-23-3,-6-1 11,0 0 0,0 0 0,0 0 0,0 1 1,-1 1-1,1-1 0,0 1 0,-1 0 1,0 1-1,0 0 0,0 0 0,0 0 0,-1 1 1,12 10-1,-16-13 23,0 0 0,0 0 0,-1 0-1,1-1 1,0 2 0,-1-1 0,1 0 0,-1 0 0,0 0 0,0 1 0,0-1 0,2 5 0,-4-5-2,1 0 0,-1 0 0,1-1 0,-1 1 0,0 0 0,0-1-1,1 1 1,-1-1 0,0 1 0,-1-1 0,1 1 0,0-1 0,0 0 0,0 1 0,-1-1 0,1 0 0,-1 0 0,1 0 0,-1 0 0,1 0 0,-4 1 0,-18 12 442,-1 0 1,0-2 0,-41 15 0,-14-3-5,-2-3 1,0-4-1,-1-3 0,-154 4 0,225-18-711,1 0 1,0-1-1,-20-5 0,20 4-833,5-1-4584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2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2081,'0'6'2481,"33"2"0,32 13 80,98 33 1201,1 21-720,-66-13-2242,-66-20-1040,1-1-1681,0-5-2961,-1-24-1921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66 179 4802,'-66'9'7684,"99"-18"-4243,32 3-1840,33-8-560,-6 1-241,136-22-80,99-7-1360,-40 15-5443,7-14-4722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15 320,'0'-1'237,"-1"0"0,1 1 0,0-1 0,-1 0 0,1 0 0,0 1 0,-1-1 0,1 0 0,-1 1 0,1-1 0,-1 0 0,0 1 0,1-1 0,-1 1 0,0-1 0,1 1 1,-1-1-1,0 1 0,0-1 0,1 1 0,-1 0 0,0-1 0,0 1 0,0 0 0,0 0 0,1 0 0,-1 0 0,0 0 0,0 0 0,0 0 0,0 0 0,0 0 0,1 0 0,-3 0 0,-45 5 2749,18-2 2020,8-3-3859,16 0-120,1 0-147,-9 1 53,11 2 734,36 24-358,120 69 171,-111-73-1028,2-1-1,58 19 1,31 13 21,-63-26-272,-47-19-26,40 20 0,-55-25-118,0 1 1,-1 0-1,0 1 0,0 0 1,0 0-1,-1 0 0,1 1 1,7 12-1,-9-12-19,1-1 0,0 0 0,0 0 0,0 0 0,0 0 0,1-1 0,0 0 0,0-1-1,0 1 1,11 3 0,-12-5-81,-5-3-48,-1 0 0,1 0 1,-1 0-1,1 1 1,-1-1-1,1 0 0,-1 0 1,1 0-1,-1 0 0,1 1 1,-1-1-1,1 0 1,-1 1-1,1-1 0,-1 0 1,0 1-1,1-1 0,-1 0 1,0 1-1,1-1 1,-1 1-1,0-1 0,1 0 1,-1 1-1,0-1 0,0 1 1,1-1-1,-1 1 1,0-1-1,0 1 0,0-1 1,0 1-1,0 0 0,0-1 1,0 1-1,0-1 1,0 1-1,0-1 0,0 2 1,-1 0-1968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0 647 1281,'92'-48'4802,"169"-54"4802,-98 19-3361,0 27-3202,1 2-720,25-9 1841,-26-5-2849,0 5-1313,-65 9 0,-32 27 0,-66 19-512,65-13-23259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0 139 880,'7'-2'568,"-1"0"0,1-1-1,-1 1 1,0-2 0,0 1-1,-1-1 1,1 0 0,5-5-1,-3-2 841,-6 9-1118,0 0 0,0-1-1,0 1 1,0 0-1,0 0 1,0 0-1,1 0 1,-1 0-1,1 0 1,-1 1-1,4-2 1,54-30 4085,-50 24-2869,-9 8-1381,0 0-1,1 0 1,-1 0-1,0 0 1,0 0 0,1 0-1,-1 0 1,1 1-1,-1-1 1,1 0-1,-1 1 1,1-1 0,-1 1-1,3-1 1,17-4 842,1 1 0,-1 1 1,35 0-1,-39 3-808,0 1-1,-1 1 1,1 0 0,0 2-1,-1 0 1,1 0 0,-1 2-1,-1 0 1,21 10 0,-24-10-128,5 3 12,0 0 0,0 1 0,-1 0 1,0 1-1,-1 1 0,22 21 0,-35-30-32,1 1 1,-1-1-1,1 0 0,-1 1 1,0-1-1,0 1 0,-1 0 0,1 0 1,1 7-1,-2-9-6,-1 0 1,0 0-1,0-1 1,0 1 0,0 0-1,0 0 1,0 0-1,-1 0 1,1 0-1,-1 0 1,1 0-1,-1 0 1,0 0-1,0-1 1,1 1-1,-3 2 1,-1 1 9,-1 0 0,0-1 0,-1 1 0,1-1-1,-1 0 1,1-1 0,-1 1 0,0-1 0,-1 0 0,1 0 0,-1-1-1,-6 2 1,-14 4 107,0-1 0,-1-1 0,1-2 0,-1 0 0,0-2 0,-35-1 0,11-4 176,0-1 0,-55-13 0,136 21-240,42 2 1,-9-2-3,308 22-56,-279-20-100,-1 3 0,0 5 0,133 38 0,-169-31-20,-53-21 122,-1 0 0,1 0 0,-1 1 1,1-1-1,-1 0 0,1 0 0,-1 1 0,1-1 0,-1 0 1,0 0-1,1 1 0,-1-1 0,1 0 0,-1 1 0,0-1 1,1 1-1,-1-1 0,0 1 0,0-1 0,1 0 0,-1 1 1,0-1-1,0 1 0,0-1 0,1 1 0,-1-1 0,0 1 1,0-1-1,0 1 0,0-1 0,0 1 0,0-1 0,0 1 1,0-1-1,0 1 0,0-1 0,-1 1 0,1-1 0,0 1 1,0-1-1,0 1 0,-1-1 0,1 1 0,0-1 0,0 1 1,-1-1-1,1 0 0,0 1 0,-1-1 0,1 1 0,-1-1 1,1 0-1,0 1 0,-1-1 0,0 0 0,-29 13 224,0-6-32,-58 4 0,38-6-102,-7 2-420,-344 34 1481,130-30-7821,233-11-2282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2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6 480,'-33'0'7524,"1"0"1680,64 0-6963,-32-6-400,33 6-321,32 0-239,-32 0-240,32 0-241,33 0-160,-33 6-240,99 9-800,-34-2-1281,-38 1-2080,-27-8-2642,-65 3-1521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6243,'-32'-8'5042,"97"1"-1440,-32 1-1121,32-2-880,0 8-321,59 8 1,105 13 320,-1 27-801,-97-15-3921,-66-12-6164,-32-13-2160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63 2401,'80'-24'5886,"-57"15"-4446,1 2 0,0 0 0,-1 2 1,2 1-1,31-2 0,-46 5-1163,1 2-1,0-1 1,-1 2 0,1-1 0,-1 1 0,1 1-1,-1 0 1,0 0 0,0 1 0,0 1-1,12 6 1,10 5-14,88 50 408,-49-14-351,-50-39-245,-18-12-69,-1-1 0,1 1 0,-1 0 0,0 1 0,1-1-1,-1 0 1,0 1 0,0-1 0,0 1 0,0-1 0,0 1-1,0 0 1,-1 0 0,1 0 0,0 0 0,-1 0 0,0 0-1,1 1 1,-1-1 0,0 0 0,0 1 0,0-1-1,-1 1 1,1-1 0,0 6 0,0-4 17,-1 0 0,0 0 0,0 0 0,0 0 0,-1 1 0,1-1 0,-1 0 0,0 0 0,0 0 0,-1 0 0,1-1 0,-1 1 0,1 0 1,-1 0-1,0-1 0,-1 1 0,1-1 0,-1 0 0,1 0 0,-1 0 0,-4 3 0,-4 6 12,0 0 0,-1-1 0,-1 0 1,0-1-1,0 0 0,-1-1 0,0-1 0,-1 0 0,0-1 1,-28 9-1,-344 99 619,310-98-417,-2-3-1,1-4 1,-89 0-1,159-9-173,0-1 0,0 0 0,0 0 0,0-1 0,0 0 0,-14-4 0,21 5-61,1 0 1,0 0 0,0 0 0,0 0-1,-1 0 1,1 0 0,0-1 0,0 1-1,0 0 1,0 0 0,-1 0 0,1 0-1,0 0 1,0 0 0,0 0 0,0 0-1,0-1 1,-1 1 0,1 0 0,0 0-1,0 0 1,0 0 0,0-1 0,0 1-1,0 0 1,0 0 0,0 0 0,0 0-1,0-1 1,-1 1 0,1 0-1,0 0 1,0 0 0,0-1 0,0 1-1,0 0 1,0 0 0,0 0 0,1 0-1,-1-1 1,0 1 0,0 0 0,0 0-1,0 0 1,0-1 0,0 1 0,0 0-1,0 0 1,0 0 0,0 0 0,1 0-1,-1-1 1,0 1 0,0 0 0,0 0-1,0 0 1,0 0 0,1 0 0,-1 0-1,0 0 1,0-1 0,0 1 0,1 0-1,-1 0 1,0 0 0,0 0 0,1 0-1,15-11 25,-9 6-42,0 0 0,0 1 0,0 0 1,0 0-1,1 0 0,0 1 0,-1 1 0,16-4 1,35-9 65,48-10-22,-62 20 51,1 2 0,-1 1 0,1 3 0,-1 2 0,1 2 0,-1 1 0,0 3 0,-1 1 0,58 23 0,-81-26 24,-1 1-1,25 15 1,-39-20-66,-1 0 0,1 0-1,-1 1 1,0-1 0,0 1 0,0 0 0,-1 0 0,1 0-1,-1 1 1,0-1 0,0 1 0,-1 0 0,3 5-1,0 24-144,-5-31-273,0 0 1,0 0 0,1 0 0,-1 0-1,1 0 1,0 0 0,-1 0 0,3 5-1,-2-7 21,0 0 0,0 0 0,0 1 0,0-1 0,0-1 0,0 1 0,1 0 0,-1 0 0,0 0 0,0 0 0,1-1-1,-1 1 1,0-1 0,1 1 0,-1-1 0,1 0 0,-1 1 0,1-1 0,-1 0 0,1 0 0,-1 0 0,1 0 0,1 0 0,57-10-12287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8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66 2321,'0'0'102,"0"-1"0,0 1 0,-1-1 0,1 1 0,0-1 0,0 1 1,-1-1-1,1 1 0,0-1 0,-1 1 0,1-1 0,-1 1 0,1 0 0,-1-1 0,1 1 0,0 0 0,-1-1 0,1 1 0,-1 0 0,1 0 1,-1-1-1,0 1 0,1 0 0,-1 0 0,1 0 0,-1 0 0,1 0 0,-1 0 0,1 0 0,-1 0 0,0 0 0,1 0 0,-2 0 0,2 0-18,-1 0-1,1 0 1,-1 0-1,0 0 0,1 0 1,-1 0-1,0 0 1,1 0-1,-1 0 1,1 0-1,-1 0 0,1-1 1,-1 1-1,0 0 1,1 0-1,-1-1 0,1 1 1,-1 0-1,1-1 1,-1 1-1,1 0 0,-1-1 1,1 1-1,-1-1 1,1 1-1,0-1 0,-1 1 1,1-1-1,0 1 1,-1-1-1,1 1 0,0-1 1,0 0-1,-1 0 1,2 0 66,0 0 0,0 0 0,0 0 0,0 0 0,0 0 0,0 0 0,0 1 0,0-1 0,0 0-1,0 1 1,0-1 0,1 0 0,-1 1 0,0 0 0,0-1 0,1 1 0,-1 0 0,0-1 0,0 1 0,2 0 0,0 0 302,13-8 1415,-10 5-1370,-1 0 0,1 1 0,0-1 0,0 1 0,0 1 0,1-1 0,5 0 0,14-1 418,-15 1-599,-1 1 0,0 0 1,0 1-1,0 0 0,1 1 1,-1 0-1,0 0 0,12 4 1,20 7 310,50 21 0,-77-27-505,-1 1-1,1 1 1,-2 0 0,1 1-1,-1 0 1,0 1 0,12 13-1,-5-5 47,-17-16-152,0 0 1,0 1 0,0-1-1,-1 0 1,1 1-1,-1-1 1,0 1 0,1 0-1,-1 0 1,0 0 0,-1 0-1,1 0 1,1 4 0,-4-3 25,0 0 0,-1-1-1,1 1 1,-1-1 0,0 1 0,0-1 0,0 1 0,0-1 0,-5 5 0,-31 32 406,-31 12-11,13-12-154,-31 19-10,22-15-52,58-38-189,1 0 1,-1 0 0,-8 13 0,2-3 9,-50 45 80,49-50-120,1 1-1,0 0 1,1 1-1,0 0 1,1 1 0,-9 15-1,9-13-182,9-14-67,1 0-1,-1 0 1,1 0-1,-1 1 1,1-1-1,0 0 1,0 1-1,0-1 1,0 1-1,0-1 1,0 1-1,1-1 1,-1 1-1,1 4 1,0-6-88,-1 0 0,1 0 0,0-1 0,0 1 0,0 0 0,0 0 0,0 0 1,1 0-1,-1 0 0,0-1 0,0 1 0,1 0 0,-1 0 0,0 0 0,1-1 0,-1 1 0,0 0 0,1 0 1,-1-1-1,1 1 0,0 0 0,26 3-9695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1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2961,'33'-34'4482,"-7"7"0,7-2-240,97 2 481,66 13-962,66 35-2320,-8 8-5763,40-9-9764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0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80,'-5'0'2935,"5"0"-2586,-2 0-57,1 1 1,-1-1-1,1 0 1,-1 0 0,1 0-1,-1 0 1,1 0-1,-1 0 1,1-1 0,-11-5 14187,55 10-10680,-21-1-2692,-17-2-909,29 2 1816,63 14 0,126 43-9,-192-49-5955,-2-1-5513,-24-9 2699,-10-2 760,-22-6 987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31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1761,'0'0'4162,"33"-8"-961,-1 2-239,1-1-161,-1 7-160,34-6-240,64 12 0,92 7 561,7 8-1362,-98-7-5041,-33 1-9525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1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42 320,'-6'-1'734,"5"1"-610,0 0-39,-1 0 0,1 0 0,-1-1 0,1 1 0,-1 0 0,1-1 0,-1 1 0,1-1 0,-1 1 0,1-1 0,0 0 0,-1 0 0,1 0 0,0 1 0,0-1 0,-1 0 0,0-2 0,-4 1 702,-15-2-133,15 3-108,1 1-119,3 0-355,1 0-46,0 0 0,0 1 0,0-1 0,0 0 0,0 0 0,0 0 0,0 0 0,0 0-1,0 0 1,0-1 0,0 1 0,-1 0 0,1 0 0,0-1 0,0 1 0,0-1 0,0 1 0,0-1-1,1 1 1,-1-1 0,0 1 0,0-1 0,-1-1 0,2 0 174,-6 2-10,5 1-176,-1-1-1,1 0 0,0 1 0,0-1 0,-1 0 0,1 0 1,0 0-1,0 0 0,-1-1 0,1 1 0,0 0 0,0 0 1,-1-1-1,1 1 0,0-1 0,0 1 0,0-1 0,0 1 1,0-1-1,-2-2 1761,-2 2-1281,-50-4 2295,50 5 1227,10 0-3548,-4 0-366,13 0 10,-13-1-68,-1 1 1,1 0-1,-1 0 1,1 0-1,-1 0 0,0 0 1,1 1-1,-1-1 1,1 0-1,-1 0 0,1 0 1,-1 0-1,1 0 1,-1 1-1,0-1 0,1 0 1,-1 0-1,1 1 1,-1-1-1,0 0 1,1 1-1,-1-1 0,0 0 1,1 1-1,-1-1 1,0 0-1,0 1 0,1-1 1,-1 1-1,0-1 1,0 1-1,1 1 7,0-1 0,0 0 0,0 0 0,0 1 0,1-1-1,-1 0 1,0 0 0,1 0 0,-1 0 0,0 0 0,1 0 0,-1-1 0,1 1 0,-1 0-1,1-1 1,0 1 0,2 0 0,2 1 106,21 13 377,-25-12-484,0 0 0,1-1 0,-1 0 0,0 0 0,1 0-1,0 0 1,-1 0 0,1 0 0,0 0 0,0-1 0,0 0-1,0 1 1,0-1 0,6 1 0,16 6 126,60 25 350,-33-12-201,66 17 0,-108-35-288,208 57 782,-190-46-768,-7-3-1587,-10-8-2272,-38-3-899,-6 0-775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2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1 310 1281,'189'-81'7683,"-25"19"-2481,-66 27-2640,-33 14-962,-33 0-719,34 8-641,-1 5-560,-32-4-1681,32-3-2801,0-26-5923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2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44 240,'0'-2'568,"0"0"0,0 0-1,0 0 1,0 0 0,1 0-1,-1 0 1,0 0 0,1 1 0,0-1-1,-1 0 1,2-1 0,-1 1-335,1 1 0,-1-1 1,1 1-1,-1 0 0,1-1 0,-1 1 1,1 0-1,0 0 0,0 0 0,-1 1 1,1-1-1,0 0 0,0 1 1,0-1-1,0 1 0,4-1 0,17-1 533,0 1 0,0 1-1,0 2 1,37 6 0,-55-7-704,-1 1 0,0 0 0,1 0 0,-1 0 0,0 0 0,0 1 0,0 0 1,-1 0-1,1 0 0,-1 0 0,0 1 0,1-1 0,-1 1 0,-1 0 0,5 7 0,-4-8-55,-3-2 0,1 0 0,-1 0-1,1 0 1,-1 1-1,1-1 1,-1 0 0,0 0-1,0 0 1,1 0-1,-1 0 1,0 0 0,0 1-1,0-1 1,0 0 0,0 0-1,0 0 1,-1 0-1,1 1 1,0-1 0,-1 0-1,1 0 1,-1 0-1,1 0 1,-1 0 0,1 0-1,-1 0 1,1 0 0,-2 1-1,-28 25 136,19-20-79,-1 0 0,1-1 1,-1 0-1,0-1 0,-1 0 0,-19 4 1,5-3 161,0-2 1,-39 2 0,47-5-70,11-1 32,0 0-1,0 1 1,0 0-1,-12 4 1,13-5 72,-1 0 0,1 0 0,0-1 1,0 0-1,-11-3 0,12 3-60,12 1-120,157 13 93,152 22 134,-313-35-306,10 2 16,-1 0 0,1 0 0,0 1 0,-1 0 0,1 1 0,14 7 0,-25-10 2,-1-1-1,1 0 1,-1 1-1,1-1 1,-1 0-1,1 1 1,-1-1-1,1 1 1,-1-1-1,0 1 1,1-1 0,-1 1-1,0-1 1,0 1-1,1-1 1,-1 1-1,0-1 1,0 1-1,0-1 1,1 1-1,-1-1 1,0 2-1,-1-1 2,1-1 0,0 1 0,-1 0 0,1-1 0,-1 1 1,1 0-1,-1-1 0,1 1 0,-1 0 0,0-1 0,1 1 0,-1-1 0,0 1 0,0-1 0,1 0 0,-1 1 0,0-1 0,0 0 0,1 1 0,-1-1 0,0 0 0,0 0 0,0 0 0,1 0 0,-2 0 0,-457 60 485,254-47-9947,140-11 118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1521,'0'0'4162,"32"0"-2161,1 0-81,0 6-239,32 8-160,33 13-80,32 15-881,34 0-2401,-99-22-2481,-32-13-960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5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2801,'66'0'2722,"-1"6"159,124 9 400,73 6-2400,-1-30-6244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636 103 960,'21'-8'1410,"153"-53"7115,-139 51-7210,1 3-1,-1 0 1,49-1 0,-70 7-1119,65 0 1136,-75 1-1250,1 1-1,-1-1 0,1 1 1,0 0-1,-1 0 1,0 0-1,1 0 0,-1 1 1,0 0-1,0 0 1,0 0-1,0 0 1,5 4-1,-8-5-68,-1-1-1,0 1 1,1 0 0,-1-1-1,0 1 1,1 0 0,-1-1-1,0 1 1,0 0-1,0-1 1,0 1 0,0 0-1,1-1 1,-1 1 0,0 0-1,0-1 1,-1 1 0,1 0-1,0 0 1,0-1 0,0 1-1,0 0 1,-1-1 0,1 1-1,0 0 1,-1-1 0,1 1-1,0-1 1,-1 1 0,1-1-1,-1 1 1,1 0 0,-1-1-1,1 0 1,-1 1 0,1-1-1,-1 1 1,0 0 0,-17 15 184,-1-1 0,-1 0 0,0-2 0,-43 23 0,34-20-49,-12 10 112,36-22-243,0-1 0,0 1 1,-1-1-1,1-1 0,-1 1 1,1-1-1,-1 0 0,0 0 0,0-1 1,0 1-1,-6-1 0,-42 8 197,22 1-28,68-5-246,-12-1 14,37 4 13,-9-3-63,0 2 0,70 20 1,-121-26 92,1-1 0,-1 0 1,0 0-1,1 1 1,-1-1-1,0 0 1,1 1-1,-1-1 1,0 1-1,0 0 0,1-1 1,-1 1-1,0 0 1,0 0-1,0 0 1,0 0-1,0 0 1,0 0-1,0 0 0,-1 0 1,1 0-1,0 0 1,-1 1-1,1-1 1,0 0-1,0 3 1,-1-3 3,-1 0 0,1 0 1,-1 0-1,1 0 0,-1 0 1,1 0-1,-1 0 1,1 0-1,-1 0 0,0 0 1,1-1-1,-1 1 1,0 0-1,0 0 0,-1 1 1,-32 17 45,-21 2 100,0-2 1,-1-3 0,0-2-1,-1-2 1,-90 5-1,-300-3 1106,439-14-1244,-22 0-39,-4 1-486,0-1 0,0-2 0,-57-11 0,90 13 308,-1 0-1,1 0 1,-1 0-1,1 0 1,0-1 0,-1 1-1,1 0 1,0-1 0,-1 1-1,1-1 1,0 0-1,0 1 1,-1-1 0,1 0-1,0 0 1,0 0 0,0 0-1,0 0 1,0 0 0,0 0-1,0 0 1,1 0-1,-1 0 1,0 0 0,1-1-1,-1 1 1,0 0 0,0-2-1,3-2-881,-1 1 0,0 0 1,1 0-1,0 0 0,0 0 0,0 0 0,0 0 0,1 0 1,2-3-1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1:2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718 106 1281,'1'-2'157,"-2"0"1,1 0 0,0 1-1,0-1 1,0 0 0,-1 1-1,1-1 1,-1 1 0,1-1 0,-1 1-1,0-1 1,0 1 0,0-1-1,0 1 1,0-1 0,0 1-1,0 0 1,0 0 0,0-1-1,-2 0 1,1 1 7,1-1 0,-1 1 0,1 0 0,0-1 0,0 1 0,0 0 0,0-1 0,0 1 0,0-1 0,0 0 0,0 1 0,0-1 0,1 0 0,-1 0 0,1 1 0,-1-1 0,1 0 0,0 0 0,0 0 0,0-2 0,0 3-114,0 0 0,0 0 0,0 0 0,1 0 0,-1 1 0,0-1 0,0 0 0,1 0 0,-1 0 0,1 1 0,-1-1 0,0 0 0,1 1 0,0-1 0,-1 0 0,1 1 0,-1-1-1,1 0 1,0 1 0,-1-1 0,1 1 0,0 0 0,0-1 0,-1 1 0,1-1 0,0 1 0,0 0 0,0 0 0,-1-1 0,1 1 0,2 0 0,5-3 319,-3 0-180,0 1 1,1 0-1,-1 0 0,0 1 1,1-1-1,-1 1 1,1 1-1,0-1 0,6 1 1,52 2 493,-62-2-639,0 0 0,0 0-1,-1 0 1,1 1 0,0-1 0,0 1 0,-1-1 0,1 1 0,0 0-1,-1-1 1,1 1 0,-1 0 0,1 0 0,-1 0 0,1 0 0,-1 0-1,0 1 1,1-1 0,-1 0 0,0 1 0,0-1 0,0 0 0,1 4-1,-1-3 34,-1 0 0,1 0 0,-1 0 0,0 0 0,0 0 0,0 0 0,-1 1 0,1-1 0,0 0 0,-1 0 0,1 0 0,-1 0 0,0 0 0,1 0 0,-1 0 0,0 0 0,0-1 0,-1 1 0,1 0 0,0 0 0,0-1 0,-1 1 0,-1 1 0,-7 6 207,0 0 0,-1-1 1,0 0-1,0-1 0,-1 0 1,0 0-1,0-1 0,0-1 1,-1 0-1,-14 3 0,-144 30 1614,151-34-1720,-116 23 848,115-22-859,49-7 56,3 0-123,93-1-7,1 6-1,165 24 0,-252-21-109,-14-4-25,0 1-1,0 1 1,-1 2-1,0 0 1,0 2-1,25 11 1,-46-19 44,-1 1 0,1-1 0,-1 1 1,0-1-1,1 1 0,-1 0 0,0 0 1,1-1-1,-1 1 0,0 0 0,0 0 1,0 0-1,0 0 0,0 0 0,0 0 1,0 1-1,0-1 0,0 0 0,0 1 1,-1-1-1,1 0 0,0 1 0,-1-1 1,1 2-1,-2 0 14,0-1 0,0 0 0,-1 0 1,1 0-1,0 0 0,-1 0 0,0 0 0,1-1 1,-1 1-1,0-1 0,0 1 0,0-1 0,0 1 0,0-1 1,0 0-1,-4 2 0,-46 22 342,-1-2 0,-58 17 0,72-26-169,-431 112 1206,363-102-1404,-120 26-1989,171-39-382,-20 5-6331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3857 475 1441,'0'0'1587,"1"-6"4022,-8 1-4668,-118-26 4154,-328-5-869,227 26-3703,209 10-517,0 1 0,0 1 0,-21 4 0,19-3 62,-36 3 0,21-7 124,-63 4-10,75-2-122,0 0 0,-1-1 1,-41-7-1,6 0 232,4 9-23,4 2-311,-48-4 55,30-1-128,0 4-1,-122 20 1,-27 14 235,119-16-374,88-18 236,0 0 0,0-1-1,-1 0 1,1-1 0,-13 0-1,-28 4 196,-3 0-20,46-5-154,0 0 1,-1 0-1,1 1 0,-8 2 0,-81 20-179,-128 23 472,155-26-402,32-14 99,-44 13 0,12-2 7,-147 24 67,148-34-83,59-6 10,-1 0 0,1 1-1,-1 0 1,1 0 0,-11 4 0,-6 5 72,-5 6-61,-7 3-156,32-19 146,6-1 7,0 0 1,0 0-1,-1 0 0,1 0 1,0 0-1,0 1 0,0-1 1,0 0-1,0 0 0,0 1 0,0-1 1,0 1-1,0-1 0,0 1 1,0 0-1,0-1 0,0 1 1,0 0-1,0 0 0,0-1 1,1 1-1,-1 0 0,0 0 1,0 2-1,0-2-3,1-1 0,0 1 0,0 0 0,0 0 0,-1 0 0,1 0 0,0-1-1,-1 1 1,1 0 0,-1 0 0,1-1 0,-1 1 0,1 0 0,-1-1 0,1 1 0,-1-1 0,0 1 0,1-1 0,-1 1 0,0-1 0,0 1-1,1-1 1,-1 1 0,0-1 0,0 0 0,0 0 0,1 1 0,-1-1 0,0 0 0,-1 0 0,-7 4-19,-23 22-60,21-9 66,-6 7 14,-1-1 0,0-1 0,-2-1 0,-1-1 0,0 0 0,-1-2 0,-25 16 0,42-31 10,3-2-15,1-1-1,-1 1 0,0 0 0,1 0 0,-1 0 1,1 0-1,-1 0 0,1 0 0,0 1 0,-1-1 0,1 0 1,0 1-1,0-1 0,0 1 0,0-1 0,0 1 1,0-1-1,1 1 0,-1 0 0,0-1 0,1 1 1,-1 0-1,1 0 0,0-1 0,-1 1 0,1 3 1,0-4 3,0 1 1,0 0-1,0-1 1,0 1 0,-1 0-1,1-1 1,-1 1-1,1-1 1,-1 1 0,1-1-1,-1 1 1,0-1-1,0 1 1,0-1 0,0 0-1,0 1 1,0-1-1,0 0 1,0 0 0,-1 0-1,1 0 1,0 0 0,-1 0-1,1 0 1,0 0-1,-1 0 1,1-1 0,-1 1-1,0-1 1,1 1-1,-1-1 1,1 0 0,-3 1-1,-21 9 196,25-10-183,-1 1-1,1 0 0,-1-1 0,0 1 1,1 0-1,-1-1 0,1 1 0,0 0 1,-1-1-1,1 1 0,0 0 0,-1 0 1,1 0-1,0-1 0,0 1 0,0 0 1,-1 0-1,1 0 0,0 0 0,0-1 1,0 2-1,-3 15-9,-5-8 0,6-6-11,0 0 1,0 0 0,0 0 0,0 0 0,1 0-1,-1 0 1,1 0 0,0 1 0,0-1 0,0 0-1,0 1 1,0-1 0,1 1 0,-1-1 0,1 6-1,0-7 10,-1 0 0,1 0-1,-1 0 1,0 0 0,0 0-1,0 0 1,0 0 0,0-1-1,0 1 1,-1 0 0,1-1-1,-1 1 1,-2 2 0,-13 19-67,17-22 69,-1 0-1,1 0 0,0 0 0,0 0 0,0 0 0,0 0 0,0 0 1,0 0-1,0 0 0,0 0 0,0 0 0,0 0 0,0 0 0,1-1 1,-1 1-1,0 0 0,1 0 0,-1 0 0,0 0 0,1 0 0,0 0 1,-1 0-1,1-1 0,-1 1 0,1 0 0,1 1 0,39 26-181,-27-20 107,-14-8 72,0 0 1,1 1-1,-1-1 1,0 0-1,1 1 0,-1-1 1,0 0-1,1 1 1,-1-1-1,0 1 0,1-1 1,-1 1-1,0-1 1,0 0-1,0 1 1,1-1-1,-1 1 0,0-1 1,0 1-1,0-1 1,0 1-1,0-1 0,0 1 1,0-1-1,0 2 1,0-2 2,0 1 1,0 0-1,0-1 1,0 1-1,0 0 1,0-1-1,0 1 1,0 0-1,0-1 1,1 1-1,-1-1 1,0 1-1,0 0 1,1-1-1,-1 1 1,0-1-1,1 1 1,-1 0-1,1-1 1,-1 1-1,1 0 1,7 4-5,-1-1 0,1 0 0,0 0 0,0 0-1,14 3 1,-10-3-5,0 1 1,-1 0-1,13 7 0,-23-10 17,0 0 1,0 0-1,0 0 1,0 0-1,0 0 0,-1 0 1,1 0-1,-1 0 1,1 0-1,-1 0 1,0 0-1,0 0 0,0 0 1,0 1-1,0-1 1,0 0-1,-2 4 1,2 4 28,0 79 561,0-86-593,0 0 0,0 0 0,1 1-1,-1-1 1,1 0 0,0 0 0,0 0 0,0 0 0,0 0 0,1-1-1,-1 1 1,1 0 0,0-1 0,2 4 0,6 8-17,0 12-70,-6-17 85,1 0 0,0-1 0,1 0 0,0 0 0,0 0 0,1 0 0,0-1 0,0 0-1,0-1 1,1 0 0,0 0 0,1 0 0,-1-1 0,1 0 0,0-1 0,0 0 0,1 0 0,17 3 0,13 6-52,-11-4 76,-1-1 0,33 4 0,557 21 2070,-615-33-2091,442 1 499,-16 0-93,-300 3-87,199 32-1,-250-22-177,224 46 943,-9 19 589,-253-68-1482,-8-1 88,60 9 0,4-10-151,1-5 0,0-3-1,0-5 1,0-4-1,130-29 1,-168 26-109,0 2-1,1 2 1,-1 4 0,1 2-1,61 6 1,54 15 67,-131-18-96,97 10 17,-35 10 68,16 3-33,-85-27-109,-9-2 78,124 3 328,-104 1-270,-7-1-9,1 2-1,-1 1 1,59 12-1,176 30 550,-117-21-260,-27 0-444,268 10 0,-359-32-13,-22 0 27,1-1-1,-1-1 1,1-1 0,29-6-1,4-5-12,52-21-1,-40 19 34,28-1 213,150-17 440,588-60 673,-415 51-980,-184 20-293,108-13 0,-11-25 0,-310 55 0,1-1 0,35-16 0,-47 18 0,1-1 0,-1 0 0,0 0 0,-1-1 0,1 0 0,-1-1 0,12-14 0,8-15 0,-17 20 0,0 1 0,14-14 0,31-25 0,-12-6-5,12 4-57,-12 2-76,-14 27 157,-20 20 10,0-1-1,-1-1 0,9-11 0,-14 17-22,-1-1-1,1 1 1,-1-1 0,0 0-1,-1 0 1,1 0-1,-1 0 1,0-1 0,0 1-1,0 0 1,0 0-1,0-9 1,-1 11-6,0-1 0,0 1 0,1 0 0,-1-1 0,1 1 0,0 0 0,-1 0 0,1-1 0,0 1 0,0 0 0,1 0 0,-1 0 0,0 0 0,3-2 0,3-10 0,-7 11 0,-1 1 0,-1 0 0,1 0 0,0 0 0,0 0 0,-1 0 0,1 0 0,-1 0 0,1 1 0,-1-1 0,0 0 0,0 1 0,0-1 0,0 1 0,-3-2 0,3 2 0,0 0 0,0-1 0,0 1 0,0 0 0,0-1 0,0 0 0,1 1 0,-1-1 0,1 0 0,-1 0 0,1 0 0,0 0 0,-1 0 0,1 0 0,-1-3 0,1 3 0,1 1 0,-1 0 0,0 0 0,1 0 0,-1-1 0,0 1 0,0 0 0,0 0 0,0 0 0,0 0 0,0 0 0,0 1 0,0-1 0,-1 0 0,1 0 0,0 1 0,0-1 0,-1 1 0,1-1 0,0 1 0,-1-1 0,1 1 0,-2 0 0,-3-2 0,-6-3-154,0-1-1,0 0 1,0-1-1,1-1 1,0 1-1,0-2 1,1 0-1,0 0 1,0 0-1,-9-14 1,17 21 116,0 0 0,0 0 1,1-1-1,-1 1 1,1 0-1,-1-1 1,1 1-1,0-1 0,0 0 1,0 1-1,0-1 1,1 0-1,-1 1 1,1-1-1,-1 0 0,1 0 1,0 1-1,0-1 1,0 0-1,1 0 1,-1 1-1,2-6 0,1 2-3,0 0-1,1 1 1,-1-1-1,1 1 0,1-1 1,-1 1-1,1 0 0,0 1 1,7-6-1,-8 6 24,21-21-29,-24 24 51,0 0 0,-1 0 0,1 0 0,-1 0 0,1 1 0,-1-1 0,1 0 0,-1 0 0,0 0 0,1-1 0,-1 1 0,0 0 0,0 0 0,0 0 0,0 0 0,0 0 0,0 0 0,0 0 0,0 0 0,0 0 0,-1 0 0,1 0 0,0 0 0,-1 0 0,1 0 0,-1 0 0,1 0 0,-1 0 0,1 0 0,-1 0 0,0 0 0,0-1 0,-5-1 22,5 2-20,-1 1 0,1-1 0,0 0-1,-1 0 1,1 1 0,0-1-1,0 0 1,0 0 0,-1 0 0,1 0-1,0 0 1,1-1 0,-1 1-1,0 0 1,0 0 0,0-1 0,1 1-1,-1 0 1,1-1 0,-2-2-1,2 3-4,0 0 0,0 0-1,0 0 1,-1 0-1,1 0 1,0 0 0,-1 0-1,1 0 1,-1 0 0,0 0-1,1 0 1,-1 0-1,1 0 1,-1 1 0,0-1-1,0 0 1,0 0-1,1 1 1,-1-1 0,0 1-1,0-1 1,0 1 0,0-1-1,-1 0 1,-9-6 10,9 0-11,0 1 0,1-1 0,-1 0 0,1 1 0,1-1 0,-1 0 0,1 0 0,0 1 1,3-14-1,-2-1-28,-1 19 21,0-1-1,0 0 0,0 0 1,0 1-1,0-1 0,-1 1 1,1-1-1,-1 0 0,0 1 1,0-1-1,0 1 0,0-1 1,0 1-1,0 0 0,-1-1 0,1 1 1,-1 0-1,0 0 0,-2-2 1,-4-6 14,7 8-6,0 1 1,0-1 0,1 1 0,-1-1 0,1 0 0,0 1-1,-1-1 1,1 1 0,0-1 0,0 0 0,0 1 0,0-1-1,0-2 1,0 3 9,1 0-1,-1 0 0,0 0 1,0 0-1,0 0 0,0-1 1,0 1-1,0 0 0,0 0 1,-1 0-1,1 0 1,0 0-1,-1 0 0,1 0 1,-1 0-1,1 0 0,-1 0 1,1 0-1,-1 0 0,1 0 1,-2-1-1,-11-5-24,0 1 1,0 0-1,-21-5 0,-19-8-411,-15-3 159,0 1 198,-35-13 162,9 1 81,-51-15 103,57 23-221,-52-11-274,32 16 308,-58-13 185,140 26-286,1-1 1,0-1 0,1-1 0,-26-14-1,20 9-108,-1 2 1,0 1-1,-1 1 0,0 2 0,-40-6 0,45 9 38,-14-1 9,0 1 0,0 2 0,-50 2 0,-27-2 9,-296-31 8,20-16 257,196 20-139,91 21 86,-173 6 1,146 5-412,-213 12 821,-529 90 161,217-35 199,633-67-840,-333 37 512,202-20-944,78-7-2158,33-1-2196,8 3-5472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5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0 880,'-27'5'1414,"27"-4"-1361,0-1-1,-1 0 1,1 0 0,0 0-1,-1 0 1,1 0-1,0 0 1,0 0-1,-1 0 1,1 0-1,0 1 1,0-1-1,-1 0 1,1 0-1,0 0 1,0 1-1,-1-1 1,1 0 0,0 0-1,0 1 1,0-1-1,0 0 1,-1 0-1,1 1 1,0-1-1,0 0 1,0 0-1,0 1 1,0-1-1,0 0 1,0 1 0,0-1-1,0 0 1,0 1-1,0-1 1,0 0-1,0 0 1,0 1-1,0-1 1,0 0-1,0 1 1,0-1-1,1 1-5,-1-1-1,0 1 1,0-1-1,0 1 1,0-1 0,0 1-1,0-1 1,0 1-1,0-1 1,0 1-1,0-1 1,-1 1-1,1-1 1,0 1-1,0-1 1,0 1-1,-1-1 1,1 1-1,0-1 1,0 1-1,-1-1 1,1 0-1,0 1 1,-1-1-1,1 1 1,-1-1-1,0 1 1,-3 2 271,0 1 1,0 0-1,0 0 1,1 1-1,-1-1 1,1 1-1,0 0 0,0 0 1,-3 8-1,-15 25 1367,-8 7-71,14-19-703,-2 0 1,-26 29 0,-11 5 408,27-28-609,0-1-1,-2-1 1,-61 48-1,57-51-257,-53 35 374,-3 3-291,79-57-717,1 1 0,0 0-1,0 1 1,1 0-1,0 0 1,-9 17-1,14-12-1083,0-3-1122,-2-8-1978,-22-2-2758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6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2 296 1681,'0'0'80,"0"0"0,0-1 1,-1 1-1,1 0 1,0-1-1,0 1 0,0 0 1,0-1-1,0 1 0,0 0 1,0-1-1,0 1 0,0-1 1,0 1-1,0 0 0,0-1 1,0 1-1,0 0 0,0-1 1,0 1-1,0 0 0,0-1 1,1 1-1,-1 0 0,0-1 1,0 1-1,0 0 0,1-1 1,-1 1-1,0 0 1,0 0-1,1-1 0,-1 1 1,0 0-1,1 0 0,-1-1 1,0 1-1,1 0 0,-1 0 1,0 0-1,1 0 0,0-1 1,58-39 2146,-15 12-1378,16-8 50,92-46 288,-125 70-1103,103-44 339,-99 46-350,36-7 1,-65 17-89,0-1-1,0 1 1,-1 0 0,1 0 0,0 0 0,0 0 0,0 0 0,0 0 0,0 1 0,0-1 0,0 1 0,-1-1-1,1 1 1,3 1 0,-4-1 9,-1-1 1,1 1-1,-1-1 0,1 1 0,-1-1 0,1 1 0,-1-1 1,0 1-1,1 0 0,-1-1 0,1 1 0,-1 0 1,0-1-1,0 1 0,0 0 0,1-1 0,-1 1 0,0 0 1,0-1-1,0 1 0,0 0 0,0 0 0,0-1 0,0 1 1,0 0-1,-1-1 0,1 1 0,0 0 0,0 0 1,0-1-1,-1 1 0,1 0 0,0-1 0,-1 1 0,1-1 1,-1 1-1,1-1 0,-1 2 0,-7 7 11,1-1-1,-1 0 1,0 0-1,-1-1 1,1 0 0,-1 0-1,-20 10 1,-5 4 25,3 2 180,-1-3 0,-1 0 0,-67 28 0,3-8 1164,97-40-1356,-19 9 252,18-9-259,1 0 1,0 0 0,0 1-1,-1-1 1,1 0 0,0 0-1,-1 1 1,1-1 0,-1 0-1,1 0 1,0 0 0,-1 0-1,1 0 1,0 0 0,-1 0-1,1 0 1,-1 0-1,1 0 1,0 0 0,-1 0-1,1 0 1,-1 0 0,1 0-1,0 0 1,-1 0 0,1 0-1,-1 0 1,1 0 0,0-1-1,-1 1 1,1 0 0,0 0-1,-1-1 1,1 1 0,-1-1-1,2 1-9,-1-1-1,1 0 1,0 0 0,-1 0-1,1 0 1,0 0 0,-1 1-1,1-1 1,0 0-1,0 0 1,0 1 0,0-1-1,0 1 1,0-1 0,0 1-1,0-1 1,0 1-1,0 0 1,0-1 0,0 1-1,0 0 1,0 0-1,0 0 1,0 0 0,2 0-1,5-2 11,-4 1 6,1-1 1,-1 0-1,0 0 1,0 0-1,0-1 1,-1 1-1,7-6 1,17-11 126,190-90 482,-203 101-570,1 0 0,0 2 0,29-10 1,-1 2 60,-42 13-103,0 0-1,1 1 1,-1-1 0,1 1-1,-1-1 1,1 1 0,-1 0 0,1-1-1,0 1 1,-1 0 0,1 0 0,-1 0-1,1 0 1,-1 1 0,1-1 0,-1 0-1,3 1 1,-1 0 40,1 2 68,-8 5 21,-21 21-21,-1-1 0,-1-1 1,-47 36-1,48-40-2783,52-40-5845,1 4 4583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6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1 560,'-98'27'3122,"39"14"79,26 7 321,-32 8-241,0 13-79,-1 14-161,34-8-640,-1-7-1440,66-18-1842,32-16-4481,33-28-6163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1521,'32'-9'2321,"-32"3"-160,0 0 1841,33 6-2402,-1 0-159,1 0-160,32 21-1,66 33 561,0 35-240,-66-14-1121,-65-19-400,0-8-240,33-7-720,-1-14-1121,-32 0-721,0-12-879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1681,'0'0'8564,"33"0"-6804,-1 0-79,33-6-160,33-3-320,164-45-561,58-29-4082,-124 0-5282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8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1201,'7'0'1703,"76"4"6397,-78-4-7885,0 1-1,0-1 1,0 1-1,0 1 1,0-1-1,0 1 1,-1 0-1,1 0 1,0 0-1,-1 1 1,1 0-1,4 4 1,-7-3-57,-1-1-1,1 1 1,-1 0 0,-1 0 0,1 0-1,0 0 1,-1 0 0,0 0-1,0 1 1,0-1 0,0 0 0,-1 0-1,0 0 1,0 0 0,0 0-1,-3 6 1,1-7-76,-1 0-1,0 0 1,0 0-1,0 0 1,0-1-1,-5 3 1,-13 8 308,-3 3 279,17-13-551,9-3-108,-1 0 0,0 0 0,0 1 0,0-1 1,0 0-1,1 0 0,-1 0 0,0 0 0,0 0 0,0 0 1,0 0-1,0 1 0,1-1 0,-1 0 0,0 0 0,0 0 1,0 0-1,0 0 0,0 1 0,0-1 0,0 0 0,0 0 1,0 0-1,0 0 0,0 1 0,0-1 0,0 0 1,0 0-1,1 0 0,-1 0 0,-1 1 0,1-1 0,0 0 1,0 0-1,0 0 0,0 1 0,0-1 0,0 0 0,0 0 1,0 0-1,0 0 0,0 0 0,0 1 0,0-1 0,0 0 1,-1 0-1,1 0 0,0 0 0,0 0 0,0 1 1,0-1-1,0 0 0,-1 0 0,1 0 0,0 0 0,0 0 1,0 0-1,-1 0 0,67 5 408,-2 2 0,100 24 0,-33 1-218,-126-30-188,39 12 222,-42-13-201,-1-1-1,1 1 1,-1-1 0,1 1 0,-1 0 0,1 0 0,-1 0-1,1 0 1,-1 0 0,0 0 0,1 0 0,-1 0-1,0 0 1,0 1 0,0-1 0,0 0 0,0 1-1,0-1 1,-1 1 0,1-1 0,0 1 0,0 2-1,-1-2 35,-1 0-1,0 0 1,0 0-1,0 0 1,0 0 0,0 0-1,0-1 1,-1 1-1,1 0 1,0-1-1,-1 1 1,1-1-1,-4 3 1,-31 23 1002,19-19-879,0 0 1,-1 0-1,1-2 0,-1 0 0,-1-1 0,1-1 0,-22 2 0,-109-7-5663,113 0 2822,-40-3-5072,-16-8-748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9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2881,'33'74'3762,"-66"-3"-1601,0-11-480,1-12-161,6 2-79,-7-8-480,0-3-561,-32-4-640,32-14-1121,-32-21-1520,32 0-1761,33-6-801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9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1841,'0'6'18168,"32"-6"-16247,1 0-480,32 6-481,1-6-800,32 0-1520,0 8-1682,-1-8-1520,1 0-1120,-32 7 159,-34-7 1281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0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4242,'0'6'4722,"33"-6"-1841,-1 0-800,1 9-160,0-3-400,32 0-160,0 0-241,1 9-240,90 6-1840,-25-7-4883,0-14-3681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1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29 400,'158'-13'6230,"-114"6"-4945,-25 4-746,0 1 0,-1 0 0,23 2 0,-26 0-282,-5-1-83,-1 1 1,0 0-1,0 0 1,0 1-1,0 1 1,1-1-1,-2 1 0,1 1 1,13 5-1,5 5 28,-20-9-182,1-1 0,-1 1 1,0 0-1,0 1 0,8 7 0,-12-9-40,-1-1 1,0 1-1,-1 0 0,1 0 0,0-1 0,-1 1 1,1 0-1,-1 0 0,0 0 0,0 1 1,0-1-1,-1 0 0,1 0 0,-1 0 0,0 1 1,0 5-1,0-4-37,0 1 1,0 0-1,-1-1 0,0 1 1,0-1-1,0 1 0,-1-1 1,0 0-1,0 1 0,0-1 1,-1 0-1,1 0 0,-6 6 1,2-4 33,0 0 0,-1-1 0,0 0 0,0 0-1,0-1 1,-1 0 0,1 0 0,-11 3 0,9-4 102,-1 0 0,0-1 0,0 0-1,0-1 1,0 0 0,-1-1-1,1 0 1,-1 0 0,-17-3-1,23 2-34,-17-3 139,21 3-169,1 0-1,-1-1 0,1 1 1,-1 0-1,0 0 0,1-1 1,-1 1-1,1 0 0,0-1 1,-1 1-1,1 0 0,-1-1 1,1 1-1,0-1 0,-1 1 1,1-1-1,0 1 0,-1-1 1,1 1-1,0-1 0,-1 1 1,1-1-1,0 1 0,0-1 1,0 1-1,0-1 0,0 0 1,0 1-1,0-2 0,0 2-1,0-1 1,1 0-1,-1 1 0,1-1 0,-1 0 0,1 1 0,-1-1 0,1 1 1,-1-1-1,1 1 0,0-1 0,-1 1 0,1-1 0,0 1 0,-1-1 0,1 1 1,0 0-1,-1-1 0,1 1 0,0 0 0,0 0 0,0 0 0,-1 0 0,1-1 1,0 1-1,0 0 0,-1 0 0,2 1 0,16-6 130,-9 1-119,1 1-1,1 0 1,-1 0-1,0 1 1,21-1 0,58 0 63,-74 3-68,5 1 29,0 0-1,0 2 1,-1 0 0,1 1-1,22 7 1,10 4 216,-1 2-1,86 42 0,-129-54-196,1 0 17,0 0 0,0 1 0,15 12 0,-23-17-54,0 0 0,1 0 0,-1 1 0,0-1 0,0 0 0,0 1 0,0-1 0,0 0 0,0 1 0,-1 0 0,1-1 0,0 1 1,-1-1-1,1 1 0,-1 0 0,0-1 0,1 1 0,-1 0 0,0-1 0,0 1 0,0 0 0,0-1 0,0 1 0,-1 0 0,1-1 1,0 1-1,-1 0 0,-1 2 0,-1 2 113,-1 0 0,0 0 0,-1 0 0,0 0 0,0-1 1,0 0-1,0 0 0,-1-1 0,1 1 0,-1-1 0,-1 0 0,1-1 1,0 1-1,-13 3 0,-12 5-5,-64 14-1,84-24-180,-108 23-1672,0-6-1,-187 5 1,78-15-3727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1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1104 1 720,'-131'33'2161,"33"9"-240,1 5-80,-1 16 0,6 5 400,-38 9-80,-1 13-480,33 5-81,0 9-559,0-29-561,65-13-560,33 7-1601,33-27-3441,65-36-3282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2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26 270 3522,'-26'6'1466,"41"-5"598,13-7-78,-27 6-1930,0 0 0,0 0 0,0 0 0,-1 0 0,1-1 0,0 1 0,0 0 0,0-1 0,-1 1 0,1 0 1,0-1-1,-1 1 0,1-1 0,0 1 0,-1-1 0,1 1 0,-1-1 0,1 0 0,-1 1 0,1-1 0,0 0 0,-1-1-31,1 1 0,0 0 0,0 0 0,0-1 0,0 1-1,-1 0 1,2 0 0,-1 0 0,0 0 0,0 0 0,0 0-1,0 1 1,0-1 0,1 0 0,-1 0 0,0 1 0,1-1-1,-1 1 1,1-1 0,1 1 0,4-4 54,87-44 281,139-51 0,-206 89-320,1 1 0,0 1 0,47-7 0,-18 16-73,-56-2 36,0 1 0,1 0 0,-1 0-1,0 1 1,0-1 0,1 0-1,-1 0 1,0 0 0,0 1-1,0-1 1,0 1 0,1-1-1,-1 1 1,0-1 0,0 1-1,0 0 1,0 0 0,0-1-1,0 1 1,0 0 0,-1 0 0,1 0-1,0 0 1,0 0 0,-1 0-1,1 0 1,0 0 0,-1 0-1,1 0 1,-1 1 0,1 1-1,-2 2 56,0-1-1,-1 1 0,0 0 1,0-1-1,0 0 0,0 1 0,0-1 1,-5 5-1,-28 37 708,24-33-400,-1-2 1,-1 1-1,0-2 1,-25 17-1,33-24 49,5-3-418,0 0 1,-1 0-1,1-1 0,0 1 0,0 0 1,0-1-1,0 1 0,0-1 1,0 1-1,0 0 0,0-1 0,0 1 1,0 0-1,0-1 0,0 1 0,0 0 1,0-1-1,0 1 0,0-1 1,0 1-1,0 0 0,0-1 0,0 1 1,1 0-1,-1-1 0,0 1 1,0 0-1,0 0 0,1-1 0,-1 1 1,0 0-1,0 0 0,1-1 0,-1 1 1,0 0-1,1 0 0,-1 0 1,0-1-1,1 1 0,-1 0 0,0 0 1,1 0-1,24-10-381,-12 6-112,-1-2 1,0 1-1,0-1 0,11-8 1,25-15-1265,1 3 0,1 1 1,1 3-1,89-26 0,-42 19 614,-96 28 1159,0 1 0,1-1 0,-1 1 0,1-1 1,-1 1-1,1 0 0,-1 0 0,1 0 0,-1 0 0,1 0 1,-1 1-1,1-1 0,-1 1 0,0 0 0,1-1 0,-1 1 0,0 0 1,1 1-1,1 0 0,-2 0 39,-1-1 0,0 1 0,0-1 0,0 1-1,0-1 1,0 1 0,-1-1 0,1 1 0,0 0 0,-1 0 0,1-1 0,-1 1 0,0 0 0,0 0 0,1-1-1,-1 1 1,0 0 0,0 0 0,-1 0 0,1-1 0,0 1 0,-2 3 0,-1 5 140,-1-1 1,0 0 0,0 0-1,-1 0 1,-1 0-1,1-1 1,-1 0 0,-1 0-1,1-1 1,-9 7-1,-24 22 477,-1-3 1,-2-1-1,-51 30 0,25-23-304,-112 49 1,157-78-1069,1-2 1,-1-1-1,-33 7 0,47-13-83,1-1 0,-1 0 0,1 0 0,0 0 0,-1-1 0,1-1 0,-10-2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1 320,'0'6'1201,"0"0"159,0 24 1282,-66 44 1680,-64 10-641,6 19-960,-40 20 161,-32-6 79,66-14-560,32 8-640,33-1-801,65 0-799,32-21-1602,66-26-3521,163-42-7444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1 640,'33'27'2642,"0"69"2880,32 22-1760,-32-2-1921,-1 7-81,-64 8-79,-1-21-480,0 0-481,-65 9-160,0-11-240,0-10-640,0-30-800,66-41-1121,32-33-2722,0-21-1279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80,'-33'6'480,"1"-6"-400,32 7-400,32-7 80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15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0 480,'0'0'1041,"0"0"-1012,0 0 1,0 1-1,0-1 0,-1 0 1,1 0-1,0 0 1,0 0-1,0 1 1,0-1-1,0 0 0,0 0 1,0 0-1,0 1 1,0-1-1,0 0 1,0 0-1,0 0 0,0 1 1,0-1-1,0 0 1,0 0-1,0 1 1,0-1-1,0 0 0,0 0 1,0 0-1,0 0 1,0 1-1,0-1 1,0 0-1,0 0 1,1 0-1,-1 1 0,0-1 1,0 0-1,0 0 1,0 0-1,0 0 1,1 0-1,-1 0 0,0 1 1,0-1-1,0 0 1,1 0-1,-1 0 1,0 0-1,0 0 0,0 0 1,1 0-1,-1 0 1,0 0-1,0 0 1,0 0-1,1 0 0,-1 0 1,0 0-1,0 0 1,0 0-1,1 0 1,-1 0-1,0 0 0,0 0 1,104 21 2732,-67-15-2247,-1 2 0,-1 1-1,1 1 1,36 18 0,-61-24-360,-1 1 1,1-1-1,17 4 0,-20-7-72,0 2 0,0-1-1,0 1 1,0 0 0,-1 1 0,12 6-1,0 2 98,-10-8-35,-1 1 0,1 1 0,-1 0 0,0 0 0,0 0 0,11 13 0,-19-18-118,1 0 1,0 0 0,0 0 0,-1 0 0,1 0 0,-1 0 0,1 1 0,-1-1 0,1 0-1,-1 0 1,0 1 0,0-1 0,1 0 0,-1 1 0,0-1 0,0 0 0,0 1 0,-1-1-1,1 0 1,0 0 0,0 1 0,-1 1 0,-1 0 19,0 0 0,0-1 0,0 1 0,0-1 0,-1 0 0,1 1 0,0-1 0,-1 0 0,0-1 0,1 1 1,-1 0-1,0-1 0,-5 3 0,-19 7 226,0-1 0,-1-1 1,-53 9-1,-98 6 928,4-17 594,2 1 252,163-8-2211,9-2 65,7-2-65,14-3-92,0 1 0,0 1 0,1 0 0,0 2 0,22-1 0,7-1-249,-17 0 249,317-35-1854,-15 27 1355,-264 19 875,-68-6-87,0 1 1,1 0-1,-1-1 0,0 2 1,1-1-1,-1 0 0,0 1 1,0-1-1,0 1 0,0 0 1,5 4-1,-8-6-18,1 1 0,-1-1 0,1 1 0,-1-1 0,0 1 0,1-1 1,-1 1-1,0-1 0,0 1 0,1-1 0,-1 1 0,0 0 0,0-1 0,0 1 0,0-1 0,0 1 1,0-1-1,1 1 0,-2 0 0,1-1 0,0 1 0,0-1 0,0 1 0,0 0 0,0-1 1,0 1-1,-1-1 0,1 1 0,0-1 0,0 1 0,-1-1 0,1 1 0,0-1 0,-1 1 0,1-1 1,-1 1-1,1-1 0,-1 1 0,-24 18 568,18-15-421,-22 13 386,-1-1 1,0-1 0,-50 16-1,-102 20 281,110-33-691,-351 86-1693,150-53-3133,72-21-2875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4959 222 640,'0'15'5609,"0"-22"388,-6 4-5597,-53-11 1040,-93-11 885,31 2-1168,-151-23 1484,232 40-2291,-223-25 1168,82 11-730,8 1 65,-114-7-307,-3 14 33,155 10-397,-310 0 431,415 3-534,-179 5 203,-111-11 371,312 5-637,1 0 0,0 0 0,0 1 0,-1 0 0,1 0 0,0 1 0,0 0-1,0 0 1,0 1 0,-6 3 0,5-3 23,6-2-24,0 0 1,-1-1 0,1 1 0,0-1-1,-1 0 1,1 1 0,0-1 0,-1 0 0,1-1-1,-1 1 1,1 0 0,0-1 0,0 1-1,-1-1 1,1 0 0,0 1 0,0-1-1,-4-3 1,-18-4-62,10 5 4,0 0 0,0 2 0,0-1 0,-23 3 0,29-1 29,1 0 1,0 1-1,0 0 1,0 0-1,0 1 1,0-1-1,0 2 1,1-1-1,-1 1 1,0 0-1,-8 6 1,10-1 77,3-8 46,-2-1-60,-2 1 10,6 0-56,-1 1 1,0-1 0,1 0-1,-1 0 1,0 0-1,1 0 1,-1 0-1,0 0 1,1 0-1,-1 0 1,0 0-1,1 0 1,-1 0-1,0 0 1,1-1-1,-1 1 1,0 0-1,1 0 1,-1-1 0,1 1-1,-1 0 1,1-1-1,-1 1 1,0-1-1,1 1 1,0-1-1,-1 1 1,1-1-1,-1 1 1,1-1-1,-1 1 1,1-1-1,0 1 1,0-1-1,-1 0 1,1 1 0,0-1-1,0 0 1,-1 1-1,1-1 1,0-1-1,0 2-9,0-1 1,0 1-1,0-1 0,0 1 0,0-1 0,0 1 1,-1-1-1,1 1 0,0-1 0,0 1 0,-1-1 1,1 1-1,0 0 0,0-1 0,-1 1 0,1-1 0,-1 1 1,1 0-1,0-1 0,-1 1 0,1 0 0,-1 0 1,1-1-1,-1 1 0,1 0 0,0 0 0,-1-1 1,1 1-1,-1 0 0,1 0 0,-1 0 0,0 0 1,1 0-1,-1 0 0,0 0 0,-29 5-246,14 0 208,-13 5 3,0-2-1,-44 8 1,30-12 97,1 3 0,0 1-1,1 2 1,-65 24 0,86-27-40,1-2 7,0 0 0,-1-2-1,0 0 1,1-1 0,-1 0 0,-20-3-1,29 0-21,-1 0 0,1 0 0,-1 1 0,1 1 0,-1-1 0,1 2 0,0 0-1,-1 0 1,-15 6 0,16-4-18,-12 1 4,12-3-3,0 1 0,0 0 0,0 1 1,-20 9-1,12-3 50,0 1 1,1 0 0,-19 16-1,35-25-30,0 0 0,0 0 0,-1 0 0,1 0-1,-1-1 1,1 1 0,-1-1 0,0 1 0,1-1-1,-1 0 1,0 0 0,0-1 0,0 1 0,0 0-1,0-1 1,0 0 0,0 0 0,0 0-1,0 0 1,0 0 0,0-1 0,0 1 0,0-1-1,1 1 1,-1-1 0,-5-2 0,-2 0-25,0 0 0,-1 1 0,-15-2 0,-1 6 37,0 0 1,-32 8-1,21-4 7,17-3 12,0 0 0,-32 11 0,12-2-2,17-6 4,5-2-132,1 1 0,-1 1 0,-26 13 0,38-16 132,1 0 1,-1-1-1,0 0 1,0 0-1,-11 1 0,10-1-22,7-2-24,1 1-1,-1-1 1,0 1-1,1-1 0,-1 1 1,1 0-1,-1-1 1,1 1-1,0 0 1,-1-1-1,1 1 0,0 0 1,-1 0-1,1-1 1,0 1-1,0 0 0,0 0 1,0 0-1,0-1 1,0 1-1,0 0 1,0 0-1,0 0 0,0-1 1,0 1-1,0 0 1,1 1-1,-1 1-167,0-1-91,64 3-2076,-50-3 1466,0-1 1,0 0 0,16-1 0,63-16-5181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4004 129 800,'0'0'67,"0"1"-1,0-1 0,1 1 0,-1-1 1,0 0-1,0 1 0,1-1 1,-1 0-1,0 1 0,1-1 0,-1 0 1,0 1-1,1-1 0,-1 0 1,1 0-1,-1 1 0,1-1 0,-1 0 1,0 0-1,1 0 0,-1 0 1,1 0-1,-1 1 0,1-1 0,-1 0 1,1 0-1,-1 0 0,1 0 1,0-1-1,13 1 564,-13 0-461,32 0 2539,-23 5-373,-1-4-2003,-9-1-261,1 0 0,0 0 0,-1 0 0,1 0 0,0 0 0,0 0 0,-1 0 0,1 0 0,0 0 0,0 0 0,-1 1 0,1-1 0,0 0 0,-1 1 0,1-1 0,0 0 0,-1 1 0,1-1 0,-1 1 0,1-1 0,0 1 0,-1-1 0,1 1 0,-1-1-1,0 1 1,1 0 0,-1-1 0,1 1 0,-1-1 0,0 1 0,1 0 0,-1 0 0,0-1 0,0 1 0,0 0 0,0-1 0,1 1 0,-1 0 0,0 0 0,0-1 0,0 1 0,-1 0 0,1 0 0,0-1 0,0 1 0,0 1 0,0-1-33,0-1-1,0 1 1,0 0 0,0 0-1,0 0 1,0 0 0,0 0-1,1 0 1,-1 0 0,0 0-1,1 0 1,-1-1 0,1 1-1,-1 0 1,1 0 0,-1 0-1,1-1 1,-1 1 0,1 0-1,0-1 1,-1 1 0,1 0-1,0-1 1,0 1 0,-1-1-1,1 1 1,0-1 0,0 0-1,0 1 1,0-1 0,0 0-1,0 0 1,1 1 0,6 2-12,-8-3 3,0 0-1,1 0 0,-1 0 1,0 0-1,0 0 0,1 0 0,-1 0 1,0 0-1,1 1 0,-1-1 1,0 0-1,0 0 0,0 0 1,1 0-1,-1 1 0,0-1 1,0 0-1,0 0 0,1 1 1,-1-1-1,0 0 0,0 0 1,0 1-1,0-1 0,0 0 1,0 0-1,0 1 0,0-1 1,1 0-1,-1 1 0,0-1 0,0 0 1,0 0-1,0 1 0,0-1 1,-1 0-1,1 1 0,0-1 1,0 0-1,0 0 0,0 1 1,0-1-1,0 0 0,0 0 1,0 1-1,-1-1 0,1 0 1,0 0-1,0 1 0,0-1 1,-1 0-1,1 0 0,0 0 1,0 1-1,0-1 0,-1 0 0,1 0 1,0 0-1,-1 0 0,1 0 1,0 0-1,0 1 0,-1-1 1,1 0-1,-153-21 2133,-331-52-240,282 40-1342,35 4-518,-377-14-568,529 42 497,-38-1-111,1 1 0,-61 8 0,60 0 15,0 0-75,-64 1 1,-139 3-567,172 4 505,-132 40 1,125-30 270,-268 79 478,-97 19-133,233-62-121,208-58-170,0-1 1,0 0-1,0-1 0,-17-1 0,23-1-40,-1 1-1,1 0 1,-1 0 0,1 1 0,-1 0-1,1 1 1,0 0 0,0 0-1,0 1 1,0 0 0,0 1 0,0-1-1,-7 7 1,-28 18 197,-62 33 1,66-40-2,39-21-227,-1 1 1,1-1-1,0 1 0,0 0 0,-1-1 0,1 1 0,0 0 0,0 0 0,0 0 0,0 0 1,0 0-1,0 0 0,0 0 0,0 0 0,0 1 0,1-1 0,-2 2 0,2-2 4,0 1-1,1-1 1,-1 0 0,0 0-1,0 0 1,1 1 0,-1-1-1,1 0 1,-1 0-1,1 0 1,0 0 0,-1 0-1,1 0 1,1 1 0,5 8 78,4 18 146,10-3-120,-16-17-125,-4-7-70,-1 0 0,1 1 0,0-1 0,0 0 0,-1 0 0,1 0 0,0 0-1,0 0 1,0 0 0,0 0 0,0 0 0,1 0 0,-1 0 0,0-1 0,0 1 0,0 0 0,1-1 0,-1 1 0,0-1-1,1 1 1,-1-1 0,0 0 0,1 0 0,-1 1 0,0-1 0,1 0 0,1 0 0,0 0-415,-1 0 1,1 0-1,-1 0 1,0 0-1,1 0 0,-1 0 1,0 0-1,1-1 1,3-1-1,-6 2 154,1 0 0,-1-1-1,1 1 1,-1-1 0,1 0 0,-1 1-1,0-1 1,1 1 0,-1-1 0,0 0-1,0 1 1,1-1 0,-1 0 0,0 1-1,0-1 1,0 0 0,0 1-1,0-1 1,0 0 0,0 1 0,0-1-1,0 0 1,0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80,'1'-2'131,"-1"1"0,1 0 1,0-1-1,0 1 0,0 0 0,0 0 0,0 0 1,1 0-1,-1 0 0,0 0 0,0 0 1,1 0-1,-1 1 0,0-1 0,1 0 0,-1 1 1,1-1-1,-1 1 0,1 0 0,1-1 0,3-1 289,22-15 1320,-25 14-1498,1 0 1,0 0-1,0 1 1,0-1-1,0 1 0,0 0 1,0 1-1,7-3 1,40-10 262,1 2 0,0 2 0,1 3 0,0 2 0,0 2 0,78 6 0,-105-1-454,0 1 0,-1 2 0,1 0 0,-1 2 0,32 13 0,-53-18-49,-1 0 0,0 0 0,0 0 0,0 0 0,-1 0-1,1 1 1,-1-1 0,1 1 0,-1-1 0,0 1 0,0 0-1,0 0 1,3 5 0,-5-6 0,1 0 0,0 0-1,-1 0 1,1 0 0,-1 0 0,0 0 0,1 0-1,-1 0 1,0 0 0,0 0 0,-1 0-1,1 0 1,0 0 0,-1 0 0,1 0 0,-1 0-1,1 0 1,-1-1 0,0 1 0,0 0 0,0 0-1,-2 2 1,-2 1 27,1 0 1,-2 0-1,1 0 1,0-1-1,-1 0 0,0 0 1,0-1-1,-12 6 1,-56 19 389,62-24-329,-103 29 812,24-9 23,77-20-778,-3 2 186,-1-1 1,0-1-1,-29 3 1,47-7-333,0 0 0,1 0 0,-1 0 0,0 0 0,0 0 0,0 0 0,0 0 0,0-1 0,0 1 0,0 0 0,0 0 0,0 0 0,0 0 0,0 0 0,0-1 0,0 1 0,0 0 0,1 0-1,-1 0 1,0 0 0,0 0 0,0 0 0,-1-1 0,1 1 0,0 0 0,0 0 0,0 0 0,0 0 0,0 0 0,0-1 0,0 1 0,0 0 0,0 0 0,0 0 0,0 0 0,0 0 0,0 0 0,0-1 0,-1 1 0,1 0 0,22-1-161,-11-4 0,-1 3 167,0 1-1,1 0 1,-1 1 0,17 1-1,34 1 28,2 1 32,-1 3 1,-1 2 0,64 17-1,-115-21-31,0-1-1,0 1 0,-1 0 1,14 9-1,-21-13-14,0 1 0,-1 0 0,1 0 0,-1 0 0,1 0 0,-1 0 0,0 0 0,1 1 1,-1-1-1,0 0 0,0 1 0,0-1 0,0 1 0,0-1 0,0 1 0,0 0 0,0-1 0,-1 1 0,1 0 0,-1-1 0,1 1 0,-1 0 0,0 0 1,0-1-1,1 1 0,-1 0 0,-1 0 0,1 0 0,0 2 0,-3 1 91,0 0 0,-1-1 0,1 1 0,-1-1 0,0 0 0,0 0-1,0 0 1,-1 0 0,1-1 0,-1 0 0,0 0 0,-9 4 0,-13 7 595,-37 12 1,-36 6 967,-175 32 0,223-55-1414,-86 3 0,94-17-1359,42 5 926,1 0 0,0 0 0,0 0 0,0-1-1,0 1 1,0 0 0,0-1 0,0 1 0,0 0 0,0-1-1,0 1 1,0-1 0,0 0 0,0 1 0,0-1 0,0 0-1,1 0 1,-1 1 0,-1-3 0,18-24-6563,-14 23 5356,-1-1 0,0 0 1,0 0-1,0 0 0,-1 0 0,0-10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1 1521,'-131'98'3441,"33"-3"-1920,0-5-961,0 7 0,0-1 81,7-7-161,58-14-240,1-19-400,32-29-880,32-12-2402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20 248 880,'-1'-1'28,"-1"0"1,1 0-1,-1 0 0,1 0 0,-1 0 0,1 0 0,0 0 0,-1 0 0,1 0 0,0-1 0,0 1 0,0-1 0,-1-2 0,2 3-9,0 0-1,0 1 0,0-1 1,0 0-1,1 0 0,-1 0 1,0 0-1,1 0 1,-1 0-1,1 1 0,-1-1 1,1 0-1,-1 0 0,1 1 1,-1-1-1,1 0 1,1 0-1,4-7 85,1-1 109,-5 7-155,-1-1-1,1 1 1,0 0-1,0 0 1,0 0 0,0 0-1,0 0 1,1 1-1,-1-1 1,1 1-1,-1-1 1,4-1 0,4-2 175,0-1 0,-1-1 1,13-11-1,30-21 653,-18 23-665,-1 1 0,2 2 0,0 1 0,0 1 0,1 3 0,0 0 0,74-4 1,-85 12-171,0 0 1,0 2 0,-1 1-1,35 8 1,-56-10-45,-1-1 0,1 1 0,-1 0 1,1 0-1,-1 0 0,0 0 0,1 1 0,-1-1 1,0 1-1,0-1 0,2 3 0,-3-3 5,0 1-1,0-1 1,0 1-1,-1-1 1,1 1-1,-1-1 1,1 1 0,-1 0-1,0-1 1,0 1-1,1 0 1,-1-1 0,0 1-1,0 0 1,-1-1-1,1 1 1,0-1-1,-1 1 1,1 0 0,0-1-1,-2 4 1,-2 3 74,1 1 1,-1 0-1,0-1 1,-1 0-1,0 0 1,-1 0-1,1-1 1,-1 0-1,-11 10 1,5-6 91,-1 0 1,-1-2 0,0 1-1,0-2 1,-18 9 0,-66 38 1009,71-43-747,195-90-253,143-45-1014,-138 73 333,-170 49 485,26-7-53,45-6 0,-69 14 72,0-1-1,0 1 1,0 0-1,-1 0 1,1 1-1,0 0 1,0-1-1,-1 2 1,1-1-1,-1 0 1,1 1-1,-1 0 1,8 4-1,-8-4 19,-1 1 0,1-1 0,-1 0 0,0 1 0,1 0 0,-1 0 0,4 6 0,-5-7-12,-2-2-9,1 1-1,-1 0 0,0-1 1,1 1-1,-1 0 0,0 0 0,1-1 1,-1 1-1,0 0 0,0 0 1,0 0-1,0-1 0,0 1 1,0 0-1,0 0 0,0 0 0,0-1 1,0 1-1,0 0 0,-1 0 1,1-1-1,0 1 0,0 0 1,-1 0-1,1-1 0,-1 1 0,1 0 1,0-1-1,-1 1 0,1 0 1,-1-1-1,0 1 0,1-1 1,-1 1-1,-1 0 0,-22 23 321,-1-2 0,-1-1 0,-51 32-1,48-38-205,0-2-1,-1 0 0,-53 13 1,69-21-176,-24 9-745,32-8-1281,6-11-1641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6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41 800,'0'-5'1568,"-1"-16"2183,1 20-3568,0 0 1,0 1 0,0-1 0,0 0-1,0 1 1,0-1 0,0 1-1,0-1 1,1 0 0,-1 1 0,0-1-1,0 1 1,0-1 0,1 0-1,-1 1 1,0-1 0,1 1 0,-1-1-1,0 1 1,1-1 0,-1 1-1,1 0 1,-1-1 0,1 0 0,40 3 2100,-16 0-2047,22 3-171,57 13 1,-44-9-214,-60-9 153,0 0-1,1 0 1,-1 0-1,0 0 0,1 0 1,-1 0-1,0 0 0,0 0 1,1 0-1,-1 0 1,0 1-1,0-1 0,0 0 1,1 0-1,-1 0 0,0 0 1,0 1-1,0-1 1,1 0-1,-1 0 0,0 1 1,0-1-1,0 0 0,0 0 1,0 1-1,1-1 1,-1 0-1,0 0 0,0 1 1,0-1-1,0 0 0,0 1 1,0-1-1,0 0 1,0 0-1,0 1 0,0-1 1,0 0-1,0 0 0,0 1 1,0-1-1,-1 0 1,1 1-1,0-1 0,0 0 1,0 0-1,0 1 0,0-1 1,-1 0-1,1 0 1,0 0-1,0 1 0,0-1 1,-1 0-1,1 0 0,0 0 1,0 0-1,0 1 1,-1-1-1,1 0 0,0 0 1,0 0-1,-1 0 0,1 0 1,0 0-1,-1 0 1,-10 6 277,0-1-1,0-1 1,0 0 0,-1-1 0,-15 3 0,-36 13 1434,63-19-1699,0 0-1,1 0 0,-1 0 0,0 0 0,0 1 1,0-1-1,0 0 0,0 0 0,1 0 0,-1 0 0,0 0 1,0 0-1,0 0 0,0 1 0,0-1 0,0 0 1,1 0-1,-1 0 0,0 0 0,0 0 0,0 1 0,0-1 1,0 0-1,0 0 0,0 0 0,0 1 0,0-1 1,0 0-1,0 0 0,0 0 0,0 0 0,0 1 0,0-1 1,0 0-1,0 0 0,0 0 0,0 0 0,0 1 1,0-1-1,0 0 0,0 0 0,0 0 0,-1 0 0,1 1 1,0-1-1,0 0 0,0 0 0,0 0 0,0 0 1,0 0-1,-1 0 0,1 1 0,0-1 0,0 0 1,0 0-1,0 0 0,-1 0 0,1 0 0,32 1-103,0 1-1,61 13 0,70 29 281,-156-42-170,8 2 14,-1 1-1,-1 0 1,15 7-1,-26-11-12,-1-1-1,1 1 1,0 0-1,0 0 1,0 0 0,-1 0-1,1 0 1,0 0-1,-1 1 1,1-1-1,-1 1 1,0-1-1,1 1 1,-1-1 0,0 1-1,0 0 1,0-1-1,0 1 1,0 0-1,0 0 1,-1 0-1,1 0 1,-1 0 0,1 0-1,-1 0 1,0 0-1,1 0 1,-1 0-1,0 0 1,-1 0-1,1 2 1,-2 1 90,-1-1 0,1 0 0,-1 0 0,0-1 0,0 1 0,0-1 0,-1 1 0,1-1 0,-1 0 1,1 0-1,-1-1 0,-7 5 0,-64 32 1435,51-28-1008,-261 120 4229,-11-31-3419,238-85-1613,-108 26-780,81-32-2622,67-8 1040,-1-2 1,-27-3 0,-19-13-7636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7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63 800,'1'-1'96,"0"-1"-1,0 1 1,0 0-1,0 0 1,0 0 0,0-1-1,0 1 1,0 0-1,0 0 1,1 0-1,-1 1 1,0-1-1,1 0 1,-1 0-1,0 1 1,1-1-1,-1 1 1,3-1-1,-1 0 198,9-6 333,0 1 0,0 0 0,1 1 0,-1 1 0,1 0 0,1 0 0,-1 2 0,0-1 0,1 2 0,-1 0 0,1 0 0,-1 1 0,20 3 0,-22-1-288,-1 0 0,1 0 0,-1 1 0,1 0 0,18 10 0,101 58 2732,-106-56-2287,-2 1 0,1 0 0,33 35 0,-47-41-469,-1 1-1,0 0 0,8 17 0,-3-7-5,6 7-156,2-1 0,0-2-1,2 0 1,1-1 0,1-1 0,0-1-1,34 21 1,-19-15-362,-23-15-304,1-1-1,0-1 1,31 15-1,-24-16-537,1-2 1,30 7-1,-48-13 527,0 0 1,0-1-1,0 1 1,1-2 0,-1 1-1,0-1 1,0-1-1,1 0 1,-1 0 0,15-4-1,-22 5 348,0 0 1,-1-1-1,1 1 0,-1 0 0,1-1 0,0 1 0,-1-1 0,1 1 1,-1-1-1,1 1 0,-1-1 0,1 1 0,-1-1 0,1 1 0,-1-1 1,0 0-1,1 1 0,-1-1 0,0 0 0,1 1 0,-1-1 0,0 0 1,0 1-1,0-1 0,0 0 0,0 0 0,0 1 0,0-1 0,0 0 1,0 0-1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7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1 248 8244,'32'-8'5042,"66"-5"-2481,33-14-320,58-8 881,105-13 1280,-65 13-561,-1 8-1760,-38 12-1520,6 3-801,-98-3-2322,0 2-4801,-33 20-4642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 3842,'-33'-6'4402,"33"-1"-2321,33 7-881,-33-6-559,33 6 399,-1 0-480,34 6 1,90 7 79,138 22-160,-65 7-880,-66-9-2241,-72-4-1921,7-16-1121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2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3602,'0'8'5682,"65"-8"-3601,131 6-1200,66 0-81,58 9-160,39-15-320,-39 6-1520,-26-12-4563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973 47 640,'0'-1'51,"0"0"-1,0 0 1,0 0-1,0 0 1,0 1-1,0-1 0,0 0 1,0 0-1,0 0 1,1 0-1,-1 0 1,0 0-1,1 1 1,-1-1-1,0 0 1,1 0-1,-1 0 0,1 1 1,-1-1-1,1 0 1,0 1-1,-1-1 1,1 0-1,0 1 1,-1-1-1,1 1 1,0-1-1,0 1 0,-1-1 1,1 1-1,0 0 1,0-1-1,0 1 1,0 0-1,0 0 1,0-1-1,1 1 1,5-2-48,-6 2 8,-1 0-1,0 0 1,1 0 0,-1-1-1,0 1 1,1 0 0,-1 0-1,0 0 1,1-1 0,-1 1-1,0 0 1,0 0-1,1-1 1,-1 1 0,0 0-1,0 0 1,0-1 0,1 1-1,-1 0 1,0-1 0,0 1-1,0 0 1,0-1-1,0 1 1,0 0 0,0-1-1,0 1 1,0 0 0,0-1-1,0 1 1,0 0 0,0-1-1,0 1 1,0 0-1,0-1 1,0 1 0,0-1-1,0 1 3,0 0-1,0-1 0,-1 1 1,1 0-1,0 0 1,0-1-1,0 1 0,0 0 1,0 0-1,0-1 0,0 1 1,0 0-1,0-1 0,0 1 1,0 0-1,0 0 1,0-1-1,1 1 0,-1 0 1,0 0-1,0-1 0,0 1 1,0 0-1,0 0 0,0 0 1,1-1-1,-1 1 0,0 0 1,0 0-1,0 0 1,1-1-1,-1 1 0,0 0 1,0 0-1,1 0 0,-1 0 1,0 0-1,0 0 0,1-1 1,-1 1-1,0 0 1,0 0-1,1 0 0,-1 0 1,28 0 9724,-28 1-9701,0 0-1,1-1 0,-1 1 0,0-1 0,1 1 0,-1 0 0,1-1 0,-1 1 0,1-1 1,0 1-1,-1-1 0,1 1 0,0-1 0,-1 0 0,1 1 0,0-1 0,-1 0 1,1 1-1,0-1 0,-1 0 0,2 0 0,26 8 145,-11-4-79,119 43 73,-105-37-189,-3-1-33,-1 1-1,40 21 1,-67-31 46,0 0 1,0 0 0,1 0 0,-1 0 0,0 0 0,0 1-1,1-1 1,-1 0 0,0 0 0,0 0 0,0 0 0,0 1-1,1-1 1,-1 0 0,0 0 0,0 0 0,0 1-1,0-1 1,0 0 0,1 0 0,-1 0 0,0 1 0,0-1-1,0 0 1,0 0 0,0 1 0,0-1 0,0 0 0,0 0-1,0 1 1,0-1 0,0 0 0,0 0 0,0 1 0,0-1-1,0 0 1,-1 0 0,1 1 0,0-1 0,0 0 0,0 0-1,0 1 1,0-1 0,0 0 0,-1 0 0,1 0 0,0 1-1,0-1 1,0 0 0,-1 0 0,1 0 0,0 0 0,0 0-1,0 1 1,-1-1 0,1 0 0,-10 8 36,0 0 0,0 0 1,0-1-1,-1-1 0,0 1 0,0-2 0,-1 0 1,-15 5-1,14-4 35,-18 5 290,0-2 0,0 0 0,0-2 0,-1-2 1,0-1-1,-42 1 0,-55 1 547,80-6-494,48 0-396,1 0 0,0 1 0,-1-1 0,1 0-1,-1 0 1,1 0 0,-1 0 0,1-1 0,0 1-1,-1 0 1,1 0 0,-1 0 0,1 0 0,-1 0-1,1-1 1,0 1 0,-1 0 0,1 0 0,0 0 0,-1-1-1,1 1 1,0 0 0,-1-1 0,1 1 0,0 0-1,0-1 1,-1 1 0,1 0 0,0-1 0,0 1-1,-1-1 1,1 1 0,0-1 0,0 1-34,0 0 0,0-1 0,0 1 0,0 0 0,0 0 0,0-1 1,0 1-1,1 0 0,-1 0 0,0 0 0,0-1 0,0 1 0,0 0 0,0 0 1,1 0-1,-1 0 0,0-1 0,0 1 0,0 0 0,1 0 0,-1 0 0,0 0 0,0 0 1,0-1-1,1 1 0,-1 0 0,0 0 0,0 0 0,0 0 0,1 0 0,-1 0 1,0 0-1,0 0 0,1 0 0,-1 0 0,0 0 0,25 5-95,-1-2 1,39 1-1,-34-3 186,52 8 0,170 63 86,-234-66-164,-11-5-1,-1 1 0,-1-1-1,1 1 1,0 0 0,9 6 0,-13-7 4,0 0 1,1 1 0,-1-1 0,0 0 0,0 1-1,0-1 1,0 1 0,0 0 0,0-1 0,-1 1-1,1-1 1,0 1 0,-1 0 0,1 0 0,-1-1-1,0 1 1,1 0 0,-1 0 0,0 0 0,0 2-1,-1 1 33,1 0 0,-1 0-1,0 0 1,0 0-1,-1 0 1,0 0 0,1-1-1,-2 1 1,1 0-1,0-1 1,-1 0 0,0 1-1,0-1 1,0 0-1,0-1 1,-1 1 0,0 0-1,1-1 1,-1 0-1,-7 4 1,-11 7 275,0-2-1,0-1 1,-26 10 0,18-8 110,-24 7 1045,-78 18-1,-25 10 538,89-16-1383,47-21-346,1-1 1,-45 15 0,-15-7-225,-90 8 1,148-23-410,-2 1-671,-1-1-1,0-1 1,0-1 0,1-2-1,-1 0 1,-38-7 0,48 5 159,5 2 137,0-1 1,0 0 0,0-1-1,-17-7 1,22 8 82,0-1-1,0 0 1,0 0 0,0-1-1,1 0 1,0 0-1,-6-6 1,-23-30-5454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 70 480,'-17'-2'466,"0"0"-1,-21-6 0,18 4-353,19 4-103,1-1 1,-1 1 0,1-1 0,-1 1-1,1-1 1,-1 1 0,1-1 0,0 1-1,-1-1 1,1 0 0,0 1 0,-1-1-1,1 1 1,0-1 0,0 0 0,0 0 0,-1 1-1,1-1 1,0 0 0,0 1 0,0-1-1,0 0 1,0 1 0,0-1 0,1 0-1,-1 1 1,0-1 0,0 0 0,0 1-1,1-1 1,-1 0 0,0 1 0,1-1-1,-1 1 1,0-1 0,1 0 0,-1 1-1,1-1 1,-1 1 0,2-1 0,0 0 3,-1 1-8,1 0 1,-1 0-1,0 0 0,0 0 0,1-1 0,-1 1 0,0-1 0,0 1 0,1 0 0,-1-1 0,0 0 0,0 1 0,0-1 0,0 0 0,0 0 0,0 1 1,0-1-1,0 0 0,0 0 0,1-2 0,-1 2 17,0 0 0,0 0 0,0 0 1,1 0-1,-1 0 0,0 1 0,1-1 1,-1 0-1,0 0 0,1 1 0,-1-1 0,1 1 1,-1 0-1,1-1 0,-1 1 0,1 0 0,-1 0 1,1 0-1,1 0 0,6-2 308,14 0 107,-19 4 2567,-5-1-2928,0 0-1,1 0 1,-1 0 0,-1 0-1,1 0 1,0 0 0,0 0-1,0 0 1,0-1 0,-1 1-1,1 0 1,0-1 0,-1 1-1,1-1 1,0 0 0,-1 1-1,1-1 1,-3 0 0,-14 6 300,-96 40 1229,3 6 1,-143 88-1,223-121-1359,1 3-1,2 0 1,0 1 0,1 2 0,1 1 0,-22 30 0,34-38-85,-1 2 125,-31 31 0,4-16-25,31-27-235,0 1-1,0 0 1,1 1 0,0 0-1,1 0 1,-12 19-1,-6 15-1145,23-33-246,8-10-750,23-22-4167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3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63 800,'-4'0'63,"3"0"-56,-1-1-1,1 1 1,-1 0-1,1 0 1,-1 0-1,1 0 1,0 0-1,-1 0 1,1 0 0,-1 1-1,1-1 1,0 0-1,-1 1 1,1-1-1,-1 1 1,1 0-1,0-1 1,-2 2-1,8-1-73,9 0 147,-17 1-10,0-2-21,17-4-34,-14 4-14,0 0 0,1 0 1,-1 0-1,0 0 0,0 0 1,0 0-1,1 0 0,-1 0 0,0 0 1,0 0-1,0 0 0,1 0 1,-1 0-1,0 0 0,0 0 0,0 0 1,0 0-1,1-1 0,-1 1 0,0 0 1,0 0-1,0 0 0,0 0 1,0 0-1,1-1 0,-1 1 0,0 0 1,0 0-1,0 0 0,0-1 1,0 1-1,0 0 0,0 0 0,0 0 1,0 0-1,0-1 0,0 1 1,0 0-1,0-1 0,6-5 28,64-14 109,-15 6-49,-44 11-64,1 0 0,-1 0 1,1 1-1,14 0 1,27-6 100,-51 8-67,1-1-1,-1 1 1,0 0-1,0 0 1,1 0-1,-1 0 1,0 0-1,0 1 1,0-1-1,1 1 0,-1-1 1,0 1-1,0 0 1,0 0-1,0 0 1,0 0-1,0 0 1,0 0-1,0 1 1,-1-1-1,1 0 1,0 1-1,-1 0 1,1-1-1,0 3 1,-6 2 151,0 0 0,0-1 0,-1 1 0,0-1 0,-6 5 0,-10 11 491,-53 44 963,19-18-367,33-35-977,22-12-318,0 0 1,0 0-1,0 0 0,0 0 1,0 0-1,0-1 0,0 1 1,0 0-1,0 0 0,-1 0 0,1 0 1,0 0-1,0 0 0,0 0 1,0 0-1,0-1 0,0 1 0,0 0 1,0 0-1,0 0 0,0 0 1,-1 0-1,1 0 0,0 0 0,0 0 1,0 0-1,0 0 0,0 0 1,0 0-1,0 0 0,-1 0 0,1 0 1,0 0-1,0 0 0,0 0 1,0 0-1,0 0 0,0 0 0,0 0 1,-1 0-1,1 0 0,0 0 1,0 0-1,0 0 0,0 0 0,0 0 1,0 0-1,0 0 0,-1 0 1,1 0-1,0 0 0,0 0 0,0 0 1,0 0-1,0 1 0,0-1 1,0 0-1,0 0 0,0 0 0,0 0 1,0 0-1,0 0 0,-1 0 1,1 0-1,0 1 0,0-1 0,0 0 1,0 0-1,0 0 0,0-6 26,0 5-26,0 1-1,0 0 1,0 0-1,-1-1 0,1 1 1,0 0-1,0-1 1,0 1-1,0 0 0,0-1 1,0 1-1,0 0 1,0-1-1,0 1 1,0 0-1,0-1 0,0 1 1,0 0-1,0-1 1,0 1-1,0 0 1,0-1-1,0 1 0,1 0 1,-1 0-1,0-1 1,0 1-1,0 0 1,0-1-1,1 1 0,-1 0 1,0 0-1,0-1 1,1 1-1,-1 0 0,1-1 1,2 1 11,8-6-1,4-1 32,0 1-1,0 0 1,21-4-1,-3 3 32,-20 3-61,0 1-1,0 0 1,0 1 0,0 1 0,0 0 0,0 1 0,0 0 0,1 1-1,-1 1 1,13 2 0,-24-3-13,0 0 1,0 0-1,0 1 0,0-1 1,0 0-1,0 1 0,0-1 1,0 1-1,0-1 0,-1 1 1,1 0-1,-1 0 0,1 0 1,-1 0-1,0 0 0,0 0 1,0 0-1,0 0 0,0 1 1,0-1-1,0 0 0,-1 0 1,1 1-1,-1-1 0,0 1 1,0-1-1,0 0 0,0 1 0,0 3 1,-1-2-11,1-1 0,0 1-1,-1 0 1,0 0 0,0-1 0,0 1 0,-1 0 0,1-1 0,-1 1 0,0-1 0,0 0 0,0 0-1,0 1 1,0-1 0,-1-1 0,1 1 0,-1 0 0,-4 3 0,0-2-475,-1-1 0,1 1 0,0-2 0,-1 1 0,1-1 0,-9 2 0,10-3-2478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4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0 4562,'-163'90'3522,"32"-7"-2082,7 13-479,26-13 159,0-6-399,98 4-721,0-13-961,33-26-1920,32-27-3602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25 880,'-4'0'1161,"-83"6"4321,87-7-5311,-1 0 0,1 0 0,0 0 0,0 0 0,0 0 0,0 1 0,0-1-1,1 0 1,-1 0 0,0 0 0,0 0 0,1 0 0,-1 0 0,0 0 0,1 0-1,-1 0 1,1 0 0,-1 0 0,1 1 0,0-2 0,13-1-15,0 0 0,1 1 0,-1 1 0,1 0 0,-1 1 0,0 0 0,17 3 0,-16-2-110,1 1-78,-1 0 0,1 0 0,-1 2 0,21 6 0,-36-10 30,1 0 1,-1 0 0,0 1 0,1-1-1,-1 0 1,0 0 0,1 0-1,-1 0 1,0 0 0,0 1 0,1-1-1,-1 0 1,0 0 0,0 1 0,1-1-1,-1 0 1,0 0 0,0 1-1,0-1 1,1 0 0,-1 0 0,0 1-1,0-1 1,0 0 0,0 1 0,0-1-1,0 0 1,0 1 0,0-1-1,0 0 1,0 1 0,0-1 0,0 0-1,0 1 1,0-1 0,0 0 0,0 1-1,0 0 1,-11 10 77,-113 37 871,92-37-302,-54 12-1,-14 3 775,40-11-352,60-15-1078,0 0 0,0 1-1,1-1 1,-1 0-1,0 0 1,0 0-1,0 0 1,0 0 0,0 0-1,1 0 1,-1 0-1,0 1 1,0-1-1,0 0 1,0 0 0,0 0-1,0 0 1,0 1-1,0-1 1,0 0-1,1 0 1,-1 0-1,0 0 1,0 1 0,0-1-1,0 0 1,0 0-1,0 0 1,0 0-1,0 1 1,0-1 0,0 0-1,0 0 1,0 0-1,0 0 1,-1 1-1,1-1 1,0 0 0,0 0-1,0 0 1,0 0-1,0 1 1,0-1-1,0 0 1,0 0 0,-1 0-1,1 0 1,0 0-1,0 0 1,0 0-1,0 1 1,0-1-1,-1 0 1,1 0 0,0 0-1,124 14-1146,-75-10 536,60 13 1,-86-9 466,-23-7 154,1-1 0,-1 0-1,0 1 1,1-1 0,-1 0-1,1 1 1,-1-1 0,0 0-1,1 1 1,-1-1 0,0 1-1,1-1 1,-1 1 0,0-1-1,0 1 1,1-1 0,-1 1-1,0-1 1,0 1 0,0 0-1,0-1 1,0 1 0,0-1-1,0 1 1,-1 2 27,0-1 0,-1 0 0,1 0 0,-1 0 0,0 0 0,1 0 0,-1 0 0,0 0 0,0-1 0,0 1 0,-1 0 0,1-1 0,0 0 0,0 0 0,-1 1 0,1-1 0,-5 1 0,-51 21 266,-1-3 0,-1-2 1,-76 13-1,79-19-487,13-2-616,-46 3 0,75-12 122,0 0 0,0-1 1,1-1-1,-1-1 0,0 0 1,-23-6-1,32 6-279,0-1-1,1 1 1,-1-1-1,-9-6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35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1136 0 2801,'0'96'4963,"33"2"-1602,-33-24-1920,0 30-81,-33 7 801,1 11 160,-33-18-480,-33-8-400,-33 22-321,-26-1-959,-39-1-1682,-32-18-2961,-1-23-4242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1098 173 80,'-21'-8'159,"36"3"-11,-14 5-146,-1 0 0,0 0 0,0 0 0,0 0 0,0 0 0,0 0 0,1 0 0,-1 0 0,0 0 0,0 0 1,0 0-1,0 0 0,0 0 0,1 0 0,-1 0 0,0 0 0,0 0 0,0 0 0,0 0 0,0 0 0,1 0 0,-1 0 0,0 0 0,0 0 0,0 0 1,0 0-1,0 0 0,1 0 0,-1 0 0,0 0 0,0 0 0,0-1 0,0 1 0,0 0 0,0 0 0,0 0 0,1 0 0,-1 0 0,0 0 0,0-1 0,0 1 1,0 0-1,0 0 0,0 0 0,0 0 0,0 0 0,0-1 0,0 1 0,0 0 0,0 0 0,0 0 0,0 0 0,0 0 0,0-1 0,0 1 0,0 0 1,0 0-1,0 0 0,0-1 3,0 1 0,0 0 0,0 0 0,0 0-1,0 0 1,0 0 0,0-1 0,0 1 0,0 0 0,0 0 0,0 0 0,0 0 0,0-1 0,0 1 0,0 0 0,0 0 0,0 0 0,0 0 0,0-1 0,0 1 0,0 0 0,0 0 0,0 0 0,0 0 0,1 0 0,-1 0 0,0-1 0,0 1 0,0 0 0,0 0 0,0 0 0,0 0 0,1 0 0,-1 0 0,0 0 0,0 0 0,0 0 0,0 0 0,1-1-1,-1 1 1,0 0 0,0 0 0,0 0 0,0 0 0,1 0 0,-1 0 0,0 0 0,0 0 0,0 0 0,0 1 0,0-1 0,1 0 0,-1 0 0,0 0 0,0 0 0,42-11 88,42-19 1,-66 23-49,1 0-1,23-4 1,15-5 221,-36 10-176,3 0 535,1-2-1,-1 0 0,34-19 1,-33 16 1275,-17 9-1426,-15 1 3696,-25 9-3351,-65 21-285,57-17-301,-73 36 1,-109 55 246,110-37-203,61-35-21,-146 101 1112,-3 3-68,161-112-1119,0-1 124,1 2-1,-63 51 0,29-7 96,-8-13-160,31-7-213,28-33-173,18-14 32,1 0 0,-1 1 1,1-1-1,0 1 0,0-1 1,-1 1-1,1 0 0,0 0 1,0 0-1,1 0 0,-1 0 0,0 0 1,1 0-1,-1 1 0,1-1 1,0 1-1,-1-1 0,1 1 1,1-1-1,-1 1 0,0 0 1,0 5-1,1-8-58,0 1 0,-1-1 0,1 1-1,0-1 1,0 1 0,0-1 0,0 1 0,0-1 0,0 1 0,0-1 0,0 1-1,0-1 1,1 1 0,-1-1 0,0 1 0,0-1 0,0 1 0,1-1 0,-1 1-1,0-1 1,0 1 0,1-1 0,-1 0 0,0 1 0,1-1 0,-1 1 0,1-1-1,-1 0 1,0 0 0,1 1 0,26 1-8939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2:43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1202 0 2001,'0'12'14820,"-6"43"-4350,-20 40-6021,16-69-4279,0-1-1,-1 0 1,-2 0 0,0-1-1,-2-1 1,-20 26 0,-2-6-251,-81 73 1,35-48 80,-4-3 0,-104 59 0,-83 62 0,238-155 373,-46 52 0,59-58-1620,0-1 1,-47 36 0,32-40-13721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3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513 886 2561,'25'-21'2158,"-11"9"-1357,1-1 0,0 2 0,1 0-1,0 1 1,25-11 0,101-38 860,-56 25-1138,94-52 1,-7-27-195,-58 35-84,-73 52 12,-2-1-1,0-1 1,39-39 0,-45 37 670,56-37 0,-24 19-113,-51 37-634,1 0 1,30-15-1,-25 15-41,-18 9-103,-1 1 0,0 0-1,1 0 1,-1-1 0,0 0 0,0 1-1,0-1 1,0 0 0,0 0 0,0 0-1,0 0 1,-1 0 0,1-1 0,-1 1-1,0 0 1,1-1 0,-1 1 0,0-1-1,-1 1 1,1-1 0,0 0 0,-1 1-1,1-1 1,-1-3 0,0 6-28,0 0-1,0 0 1,0-1 0,1 1 0,-1 0 0,0-1-1,-1 1 1,1 0 0,0-1 0,0 1-1,0 0 1,0 0 0,0-1 0,0 1-1,0 0 1,0-1 0,0 1 0,-1 0-1,1 0 1,0-1 0,0 1 0,0 0-1,0 0 1,-1-1 0,1 1 0,0 0 0,0 0-1,-1 0 1,1-1 0,0 1 0,0 0-1,-1 0 1,1 0 0,0 0 0,-1 0-1,1 0 1,0 0 0,-1 0 0,1 0-1,0 0 1,0 0 0,-1 0 0,1 0-1,0 0 1,-1 0 0,1 0 0,0 0-1,-1 0 1,1 0 0,0 0 0,0 0 0,-1 0-1,1 0 1,-1 1 0,-172 31 1989,172-32-1993,-210 57 889,41 10-388,-191 107 1,359-173-503,-465 246 1118,354-191-620,-150 81 1185,250-128-1543,-1 0-1,1 0 0,0 1 1,1 1-1,-15 17 0,25-26-121,1 0 0,-1 0 1,1 0-1,0 0 0,0 0 0,0 1 0,0-1 0,0 0 0,0 1 0,0-1 0,1 1 1,-1 3-1,1-4-20,0-1 1,0 0 0,1 1-1,-1-1 1,0 0-1,1 1 1,-1-1 0,1 0-1,-1 1 1,1-1-1,-1 0 1,1 0 0,0 1-1,0-1 1,0 0-1,0 0 1,1 1 0,3 1-44,-1 0 0,1 0 0,0 0 0,0-1 0,0 0 0,1 0 0,-1 0 0,0-1 0,1 1 0,-1-1 0,7 0 0,24 1-269,0-1 0,1-2 0,-1-2 0,0-1 0,46-12 1,183-60-653,140-96 89,-257 104 708,42-26-114,-187 93 248,-1 0 0,1-1 1,-1 1-1,1 0 1,-1 0-1,1 1 1,0-1-1,-1 0 1,1 1-1,4-1 1,-4 5-253,-17 4-99,-182 46-5180,-9 8-2961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6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1201 78 720,'4'2'340,"0"-1"-1,1 0 1,-1 1-1,0-1 1,0 1-1,6 4 0,20 8 927,30 6 281,-44-16-21,6-2-584,-22-4-554,0 2-381,0 0 0,0 0 1,0 0-1,0-1 0,0 1 0,0 0 0,0 0 0,0 0 0,0 0 0,0-1 0,0 1 0,0 0 0,0 0 0,0 0 0,0 0 0,0-1 0,0 1 0,0 0 1,0 0-1,0 0 0,0 0 0,0 0 0,0-1 0,0 1 0,0 0 0,0 0 0,0 0 0,0 0 0,-1 0 0,1 0 0,0-1 0,0 1 0,0 0 1,0 0-1,0 0 0,0 0 0,-1 0 0,1 0 0,0 0 0,0 0 0,0 0 0,0 0 0,0 0 0,-1 0 0,1 0 0,0-1 0,0 1 0,0 0 1,0 0-1,0 0 0,-1 0 0,1 1 0,0-1 0,0 0 0,0 0 0,0 0 0,-1 0 0,1 0 0,0 0 0,0 0 0,0 0 0,0 0 0,-1 0 1,-20 0 285,10-5 201,-6 0-289,9 3-86,0 0 0,0 0 0,0 0 0,-8 1 0,9 0-76,-8 0 79,1 0 0,0-1 0,0 0 0,-15-6 1,10 4 129,1 0 0,-28-2 0,34 5-190,1 0 1,0-1-1,0 0 0,0 0 0,0-1 0,1 0 0,-20-10 0,-36-20 32,66 32-93,0 1 0,-1 0 0,1 0-1,-1 0 1,1-1 0,0 1 0,0 0 0,-1 0 0,1-1 0,0 1 0,-1 0-1,1-1 1,0 1 0,0 0 0,0-1 0,-1 1 0,1 0 0,0-1 0,0 1 0,0-1-1,0 1 1,0 0 0,0-1 0,0 1 0,0-1 0,0 0 0,0 1 0,0 0 0,0 0 0,0 0 0,0-1 0,0 1 0,0 0 0,0 0 1,-1 0-1,1-1 0,0 1 0,0 0 0,0 0 0,0 0 0,0-1 0,0 1 0,0 0 0,0 0 0,0 0 1,-1 0-1,1-1 0,0 1 0,0 0 0,0 0 0,0 0 0,-1 0 0,1 0 0,0 0 0,0-1 1,0 1-1,-1 0 0,1 0 0,0 0 0,0 0 0,0 0 0,-1 0 0,1 0 0,0 0 0,-1 0 1,0-1-26,-1 1 0,1 0 1,-1-1-1,0 1 1,1 0-1,-1 0 1,0 0-1,1 0 1,-1 0-1,0 0 1,1 1-1,-1-1 0,0 0 1,1 1-1,-1-1 1,-2 2-1,0 1-23,0 0-1,1 0 0,-1 1 1,1-1-1,-1 1 1,-4 6-1,-7 11 125,-20 38 0,26-41-22,-1-1-1,-1-1 0,0 0 0,-1 0 1,-15 15-1,24-28-42,0-1 0,0 1-1,0 1 1,1-1 0,-1 0-1,1 0 1,0 1 0,0 0-1,0-1 1,-2 8 0,3-2 11,-1-1 1,1 1-1,1-1 1,0 11-1,0-12-29,1-6-5,-1 0 0,1-1 0,-1 1 1,1 0-1,-1-1 0,1 1 0,0-1 0,-1 1 0,1-1 0,0 1 0,-1-1 0,1 0 0,0 1 0,0-1 0,-1 0 0,1 1 1,0-1-1,0 0 0,0 0 0,-1 0 0,1 0 0,0 0 0,0 0 0,0 0 0,-1 0 0,2 0 0,33 0-110,-24-1 84,59 1-17,-19 0 324,0 3 1,0 1-1,79 18 0,66 45 984,-191-65-1267,0 0-1,0 0 1,-1 0 0,1 1 0,-1 0 0,0-1 0,0 2 0,0-1 0,0 0-1,0 1 1,6 7 0,-8-6 25,0-1 0,0 1 0,0-1 0,-1 1 0,0 0 0,0 0 0,0-1 0,0 1 0,-1 0 0,0 0 0,0 6 0,0-8 14,0 0-1,-1-1 0,1 1 1,-1 0-1,0 0 0,1 0 0,-1 0 1,-1-1-1,1 1 0,0 0 1,0-1-1,-1 1 0,0-1 1,1 1-1,-1-1 0,0 0 1,0 0-1,-1 0 0,1 0 0,-2 2 1,-6 2 61,1-1 1,-1 1-1,-19 6 1,18-7-36,-34 12 289,-1-2 0,0-2-1,-1-3 1,-49 6 0,77-13-191,-61 9 285,-1-4-1,0-3 1,0-4-1,0-3 1,0-4-1,-103-20 1,152 18-673,1 0 0,-1-2 0,1-1 0,1-2 0,-42-24 0,64 33-54,1-1 0,-1 0 0,1 0 0,1 0 0,-12-13 0,16 16 105,0 0 0,1 0 0,-1-1 0,1 1 0,0 0 0,0-1-1,0 1 1,0-1 0,0 1 0,1-1 0,-1 1 0,1-1 0,-1 0-1,1 1 1,0-1 0,0 0 0,0 1 0,0-1 0,1 1 0,-1-1 0,1 0-1,1-2 1,1-3-912,0 0 0,1 0 0,1 1 0,7-11-1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7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1601,'0'7'1600,"-33"13"-79,33 34 960,-32 23-400,32-14-1520,0-9-481,-33 29 240,33 6 80,-65-6-320,32-1 1120,1-6 321,-1-7-961,0-7-560,33-22-160,0-5-800,0-28-1841,33-28-4563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8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1 1521,'-22'2'1017,"0"1"1,0 1 0,0 1-1,1 1 1,0 1-1,-39 19 1,24-10 273,25-12-1001,0 1 1,1 0-1,-1 1 1,-12 9-1,21-13-208,-1 0 1,1 0-1,0 1 0,0-1 1,0 1-1,0-1 0,0 1 0,1 0 1,-1 0-1,1-1 0,-1 1 0,1 0 1,0 0-1,0 1 0,1-1 1,-1 0-1,1 0 0,-1 0 0,1 5 1,-1 6 281,1-11-277,0 1 1,-1 0-1,1 0 1,0-1-1,1 1 1,-1 0-1,1-1 1,-1 1-1,1 0 1,0-1-1,3 6 1,1-2-47,0-1 1,1 1 0,0-1 0,0 1 0,0-2 0,1 1-1,0-1 1,0 0 0,1 0 0,-1-1 0,1 0 0,0-1-1,0 1 1,1-1 0,-1-1 0,0 0 0,1 0 0,-1-1 0,11 1-1,20 1-72,0-2 0,77-8 0,-86 4 21,70-8-290,-1-5 0,0-4 0,115-39 0,-179 48 136,-9 4-41,-1-1 0,0-1 1,0-2-1,34-19 1,-57 29 194,-1 1 0,1-2 0,0 1 0,-1 0 1,1 0-1,0 0 0,-1-1 0,0 1 0,1-1 1,-1 1-1,0-1 0,0 1 0,1-1 0,-1 0 1,-1 0-1,1 0 0,1-2 0,-2 3 11,0 0-1,0 0 1,-1 0-1,1 0 1,0 0-1,0 0 1,-1 1-1,1-1 1,0 0-1,-1 0 1,1 0 0,-1 0-1,1 0 1,-1 1-1,0-1 1,1 0-1,-1 0 1,0 1-1,1-1 1,-1 0-1,0 1 1,0-1-1,0 1 1,-1-1-1,-7-3 20,0 0-1,0 1 1,0 0-1,0 1 1,0-1-1,-14 0 1,-40-3-28,-1 3 0,-74 5 1,82 0 30,-163 8 444,-257 44 0,352-34-627,86-18-1548,59-7-2521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8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51 400,'-6'-1'877,"5"1"-709,0 0 0,0 0 0,-1 0 0,1 0 0,0 0 0,0 0 0,-1-1 0,1 1 0,0 0 0,0-1 0,0 1 0,-1-1 0,1 1 0,0-1 0,0 1 0,0-1 0,0 0 0,0 0 0,0 0 0,0 1 0,0-1 0,1 0 0,-2-1 0,2 1-47,0 0-1,-1 1 0,1-1 1,0 1-1,-1-1 1,1 1-1,-1-1 1,1 0-1,0 1 0,-1-1 1,1 1-1,-1 0 1,1-1-1,-1 1 0,0-1 1,1 1-1,-1 0 1,1-1-1,-1 1 1,0 0-1,1 0 0,-1 0 1,0-1-1,0 1 1,-24-6 995,9 2 66,7 0-787,0 1 0,0 1 0,-1 0 1,1 0-1,0 0 0,-1 1 0,1 1 0,-1-1 0,-16 3 0,1-1 83,-66 0 1650,-134 19-1,204-17-1542,-36 10 0,51-11-510,0 0-1,0 1 1,1-1-1,-1 1 1,1 0-1,-1 0 1,1 1-1,-8 7 1,12-10-62,0 0 1,1 1-1,-1-1 0,0 0 1,1 1-1,-1-1 0,1 1 1,-1-1-1,1 1 0,0-1 1,0 1-1,0-1 0,-1 1 1,1-1-1,1 1 0,-1-1 1,0 1-1,0-1 0,1 1 1,-1-1-1,1 1 0,-1-1 1,1 1-1,-1-1 1,1 0-1,0 1 0,0-1 1,0 0-1,0 1 0,0-1 1,1 1-1,11 7 12,0 0 1,0-2-1,0 1 0,1-2 1,21 8-1,82 23 10,-76-25-202,-7-1-182,1-2 1,-1-1 0,1-2 0,53 3 0,-63-9-250,1 0 0,31-5-1,-49 4 445,0 0-1,0-1 1,0 0 0,-1 0-1,1 0 1,-1-1 0,0-1-1,1 1 1,-1-1-1,-1 0 1,1-1 0,7-6-1,-13 11 152,-1-1 0,1 0-1,0 0 1,-1 0-1,1 0 1,0 0 0,-1 0-1,1 0 1,-1 0 0,1 0-1,-1 0 1,0 0-1,0 0 1,1 0 0,-1 0-1,0 0 1,0 0 0,0 0-1,0 0 1,0 0-1,0-1 1,0 1 0,-1 0-1,1 0 1,0 0-1,-1 0 1,1 0 0,0 0-1,-1 0 1,1 0 0,-1 0-1,0 0 1,-1-1-1,-26-24 103,28 25-96,-32-23 267,21 15-47,-1 0 1,1 1-1,-2 0 1,1 1-1,-1 0 1,0 1-1,0 0 1,-20-5-1,13 5-6,-1 0 582,-1 0 0,-34-4 1,56 10-796,0 0 0,0 0 1,1 0-1,-1 0 0,0 0 1,0 0-1,0 0 1,0 0-1,1 0 0,-1 1 1,0-1-1,0 0 0,0 0 1,0 0-1,1 0 1,-1 0-1,0 1 0,0-1 1,0 0-1,0 0 0,0 0 1,0 0-1,0 1 1,0-1-1,0 0 0,1 0 1,-1 0-1,0 1 1,0-1-1,0 0 0,0 0 1,0 0-1,0 0 0,0 1 1,0-1-1,0 0 1,0 0-1,0 0 0,-1 1 1,1-1-1,0 0 0,0 0 1,0 0-1,0 1 1,0-1-1,0 0 0,0 0 1,0 0-1,-1 0 0,1 0 1,0 1-1,0-1 1,0 0-1,0 0 0,0 0 1,-1 0-1,1 0 0,0 0 1,0 0-1,0 1 1,-1-1-1,1 0 0,0 0 1,38 14 88,320 133-586,-350-144 451,0 1 1,-1 0 0,1 1 0,-1-1 0,0 1-1,11 11 1,-16-13 35,0-1 0,0 1 0,0 0 0,0 0-1,-1 0 1,1 1 0,-1-1 0,0 0 0,0 1 0,0-1-1,0 0 1,-1 1 0,1-1 0,-1 1 0,0 5 0,-1-3 22,1 0-1,-1 0 1,0-1 0,0 1 0,-1 0 0,0-1 0,0 1 0,0-1-1,-1 0 1,1 0 0,-1 0 0,-1 0 0,1 0 0,0-1 0,-1 1-1,-5 4 1,-9 7 309,0-1-1,-36 23 1,51-35-261,-35 19 584,-1-2 1,-1-1-1,-83 26 1,112-41-588,-113 36-414,-2-5 1,-1-5 0,-1-6 0,-138 7 0,223-28-1462,-66-5-1,105 2 1419,-1 0 0,1 0 0,0 0 0,-1-1 0,1 0 0,0 0 0,0 0 0,-1 0 0,1-1 0,0 0 0,0 1 0,0-2 0,1 1 0,-1 0 0,-4-5 0,6 4-294,0 0-1,1-1 0,-1 1 1,1-1-1,0 1 1,0-1-1,0 0 1,1 1-1,-1-1 0,1 0 1,0 1-1,1-8 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09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1 1201,'-27'0'10391,"65"3"-10036,42 9 0,-45-7-251,-3 0 4,-19-4-95,1 1 0,0 1 0,-1 0 0,1 1 0,-1 1 1,15 6-1,-27-11-3,0 0 1,-1 1-1,1-1 1,0 0 0,-1 0-1,1 0 1,0 1-1,-1-1 1,1 0-1,-1 1 1,1-1 0,0 0-1,-1 1 1,1-1-1,-1 1 1,1-1-1,-1 1 1,1-1 0,-1 1-1,1-1 1,-1 1-1,0 0 1,1-1-1,-1 1 1,0 0-1,0-1 1,1 1 0,-1 0-1,-2 2 64,0 0 0,0 0 1,0 0-1,0-1 0,-1 1 0,1-1 0,-1 0 0,-5 4 1,-12 9 373,0 0 0,-1-1 1,-1-1-1,0-1 1,-41 15-1,-133 30 1542,170-50-1695,12-4-147,-58 16 1145,-125 15 1,191-34-1190,-44 6 631,48-6-650,1 0 0,-1 0 0,0 0 0,0 1-1,0-1 1,0 0 0,1 1 0,-1 0 0,0-1-1,0 1 1,1 0 0,-1 0 0,0 0-1,1 0 1,-1 0 0,-2 2 0,35 0 409,4-2-615,557 40-1786,-491-32 1574,228 29-561,-318-37 890,39 9-11,-49-10 18,0 1 1,1-1 0,-1 0 0,0 1 0,1-1-1,-1 1 1,0-1 0,0 1 0,1 0 0,-1-1-1,0 1 1,0 0 0,0 0 0,0 0 0,0 0-1,0 0 1,0 0 0,0 0 0,-1 0 0,1 0 0,0 0-1,0 0 1,-1 1 0,1-1 0,0 3 0,-2-3 21,1 1 1,-1 0 0,1-1 0,-1 1 0,0 0 0,0-1 0,0 1 0,0-1 0,0 1 0,0-1 0,-1 1 0,1-1 0,0 0 0,-1 0 0,1 1 0,-1-1-1,1 0 1,-1-1 0,1 1 0,-1 0 0,0 0 0,1-1 0,-4 2 0,-50 14 696,54-15-706,-352 66 1162,261-56-3547,-164-1-1,146-19-3406,-14-10-2255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1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0 880,'19'0'1009,"-1"1"-1,38 6 0,-13-1 249,0-1-374,56 0 0,-18-3-234,-12 1-149,78 15 0,-147-18-489,0 0 1,0 0-1,0 0 0,0 0 0,0 0 0,-1 1 1,1-1-1,0 0 0,0 0 0,0 0 0,0 0 1,0 0-1,0 0 0,-1 1 0,1-1 0,0 0 1,0 0-1,0 0 0,0 0 0,0 0 0,0 1 1,0-1-1,0 0 0,0 0 0,0 0 0,0 0 1,0 1-1,0-1 0,0 0 0,0 0 0,0 0 1,0 1-1,0-1 0,0 0 0,0 0 0,0 0 1,0 0-1,0 1 0,0-1 0,0 0 0,0 0 0,1 0 1,-1 0-1,0 0 0,0 1 0,0-1 0,0 0 1,0 0-1,0 0 0,1 0 0,-1 0 0,0 0 1,0 0-1,0 0 0,0 1 0,-97 29 883,-12 1-346,60-18-342,-70 28 0,103-34-113,-1-2 0,-22 6 0,19-6 15,20-5-104,0 0-1,0 1 1,0-1-1,0 0 1,0 0-1,0 0 1,0 0-1,0 0 1,0 0-1,0 0 1,0 0-1,0 0 1,0 0-1,0 0 1,0 0-1,0 0 1,0 0-1,0 1 1,0-1-1,0 0 1,0 0-1,0 0 1,0 0-1,0 0 1,-1 0-1,1 0 1,0 0-1,0 0 1,0 0-1,15-1 72,25-6-15,-26 3-52,1 0 1,0 0-1,-1 2 0,21-2 0,7 0 31,16-3 1,227-23 160,-237 27-164,-1 2 0,92 11-1,-128-9-8,-7 0-16,0-1 0,-1 1 0,1-1 0,0 1 0,0 1 0,-1-1 0,1 0 0,4 3 0,-7-3 10,1 0 1,-1 1-1,0-1 1,1 1-1,-1-1 1,0 1 0,0-1-1,0 1 1,0 0-1,0-1 1,-1 1 0,1 0-1,0 0 1,-1 0-1,1-1 1,-1 1 0,0 0-1,0 0 1,0 0-1,0 0 1,0 3-1,-1 3 44,0 0-1,0 0 0,-1 0 0,0-1 0,0 1 0,-1-1 0,0 1 0,-1-1 0,1 0 0,-1 0 0,-1 0 0,1-1 0,-1 1 0,0-1 0,-1-1 0,1 1 0,-1-1 0,-9 7 0,-4 2-9,-1 0 0,-1-1 0,1-1 1,-2-1-1,-27 10 0,-55 16 23,-158 37 1,209-62-636,-2-4 0,1-1 0,0-3 0,-103-5 0,54-16-3056,102 17 3598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1098 105 560,'0'-1'130,"0"0"0,0 1-1,0-1 1,1 1 0,-1-1 0,0 0-1,0 1 1,0-1 0,0 1-1,0-1 1,0 0 0,0 1 0,-1-1-1,1 1 1,0-1 0,0 0-1,0 1 1,0-1 0,-1 1 0,1-1-1,0 1 1,-1-1 0,1 1-1,0-1 1,-1 1 0,1-1 0,-1 1-1,0-1 1,-37-20 1773,27 14-1504,0 1 0,-1 0 0,0 1 0,0 0 0,-1 0 0,1 1 1,-25-3-1,-115-13 975,136 19-1257,-1 1 0,1 0 0,0 1 1,-1 1-1,-26 6 0,-6 2 153,-29 7 297,-94 34 0,142-39-219,-52 30-1,37-18-1,-59 38 294,102-60-639,0-1 0,0 0 0,0 0 0,0 1 0,0 0 0,0-1 0,0 1 0,0 0 0,1 0 0,-1 0 0,1 0 0,-1 0 0,1 0 0,-1 3 0,-9 12 64,1-5 1,8-10-58,1-1-1,-1 0 1,1 1 0,0-1 0,0 1 0,0 0-1,0-1 1,0 1 0,0 0 0,0 0-1,0-1 1,0 1 0,1 0 0,-1 0-1,1 0 1,0 0 0,-1 0 0,1 4-1,1 8 7,-1-9 4,0 0 0,0-1-1,0 1 1,0 0 0,-1 0 0,0 0-1,0 0 1,-2 5 0,-6 9 44,6-14-58,0 0 0,1 0 0,0 0 0,0 0 0,0 1 0,1-1 0,0 1 0,0-1 1,0 1-1,1 6 0,0 184-138,0-189 106,0 0-1,1 0 1,1 0 0,-1 0-1,1-1 1,0 1 0,0-1-1,4 8 1,-3-8 36,0-1-1,-1 2 1,0-1-1,0 0 1,-1 0 0,0 0-1,0 1 1,0 6-1,0-7 8,-1 1-1,1-1 0,0 0 0,1 0 0,-1 0 0,1 0 0,1 0 0,-1 0 0,1 0 0,4 6 0,41 53 282,-21-31 481,-17-22-694,0 0 1,0-1 0,1 0-1,1-1 1,0-1 0,0 0-1,14 8 1,100 46-142,-87-45 39,40 24 0,-62-32-124,0-1 0,0-1 0,0 0 0,1-1 0,0-1 0,1-1 0,-1-1 0,1 0 0,0-2 0,0 0 0,24-1 0,14-4-386,-1-2 0,77-18 0,-93 16 471,90-20 138,181-61 0,-298 84-86,0-2 1,-1 1-1,0-2 0,0 0 1,0 0-1,13-11 0,-21 14 6,15-11 96,-2-1-1,0 0 1,23-30 0,-35 39-52,8-10-62,-1 0 0,-1-1 0,15-33 0,-17 34-110,-6 12 111,-1-1 1,1 1 0,-1 0 0,0-1-1,-1 1 1,1-1 0,-1 0 0,0 0 0,-1 1-1,1-1 1,-1 0 0,0 0 0,-1 0 0,0-5-1,-2 3 110,0 0-1,0 0 1,0 0-1,-1 1 1,0-1-1,-1 1 0,1 0 1,-2 1-1,1-1 1,-9-8-1,-41-41 669,21 9-378,24 32-340,0 1 1,-1 1-1,0-1 0,-21-17 1,-26-16-207,-1 3 0,-2 2 1,-2 4-1,-82-38 0,126 67-415,-1 1-1,0 1 0,-1 1 1,0 1-1,0 1 1,0 1-1,-32-2 0,-72 10-5330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909 50 640,'9'-5'371,"14"-5"777,0 0 0,47-12 0,-42 20 874,-45 8-802,10-1-240,3-1-773,-4-1-76,0-1 0,-1 0 0,1 0 0,-1-1 0,-15 0 0,-13 2 84,-101 12 605,-164 39 0,140 2-159,128-44-481,22-6-151,-1 0 0,1 1 0,1 0 0,-1 0 0,1 1 0,1 1 0,-1 0 0,1 0 1,1 1-1,-11 14 0,-25 23 153,34-37-189,0 0 0,1 1 0,0 1 0,1-1 0,0 1 0,-11 21 0,9 9 74,4-23-38,3-10-22,1-1-1,0 1 0,0-1 1,1 1-1,0 0 0,1 0 1,-1 12-1,2-15-6,0 14 0,4 38 0,-2-51 0,0 1 0,0 0 0,1 0 0,0-1 0,0 1 0,1-1 0,6 10 0,6 9-2,-10-14 5,1-1-1,0 0 1,1 0-1,0-1 1,11 10-1,-1-5-32,0-1-1,2 0 1,0-2-1,0 0 1,34 14 0,-11-9-26,90 22 1,-72-27 206,0-3 0,0-3 1,108-2-1,182-30 97,-320 23-234,129-12 138,217-24-398,-376 39 262,0 0-1,0 0 1,-1 0-1,1 0 0,0 0 1,0 0-1,-1 0 0,1 0 1,0-1-1,-1 1 0,1 0 1,0-1-1,-1 1 0,1 0 1,0-1-1,-1 1 0,1-1 1,-1 1-1,1-1 0,-1 1 1,1-1-1,-1 1 0,1-1 1,-1 0-1,1 1 0,-1-1 1,0 0-1,1 1 0,-1-1 1,0 0-1,0 1 0,0-1 1,1 0-1,-1 0 0,0-1 1,-8-20 1112,-30-23-367,9 15-511,-1 1 1,-2 2 0,-1 1 0,-65-39 0,59 46-242,-2 2 0,0 1 0,-72-16 0,38 16-261,-89-7 1,-98 2-3364,192 13-814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0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1655 45 640,'-251'-13'2842,"225"10"-2643,-310-22 2993,244 21-1466,-144 15 0,206-7-1465,-1 2 0,1 1 0,0 1 0,1 2 0,0 0 0,-31 18 0,4 2 6,-99 73 0,138-90-252,2 1 0,0 1 0,1 0 0,0 1 0,1 0 0,1 1 0,-19 36 0,20-37-5,-1 0 1,0 0 0,-21 19-1,8-8-12,21-22 12,0 0-1,0 1 1,0 0 0,1 0 0,0 0 0,0 0-1,1 0 1,-1 1 0,1-1 0,1 1 0,-3 10 0,2 6 16,1-1 0,2 28 0,0-7 271,0-32-28,0 0 0,1 0-1,0 0 1,0 0-1,8 18 1,0 4 14,-3 0-211,-6-26-84,0 0-1,1 0 0,0 0 0,0-1 1,1 1-1,-1 0 0,1-1 1,1 0-1,-1 0 0,1 0 0,5 6 1,12 11 6,0-2 0,1 0 0,1-1 1,37 23-1,-18-17 55,1-2 1,52 22 0,-65-34-65,1-2 1,0-1-1,1-1 1,60 6-1,148-5-686,-91-14 105,182-29 1,134-57-668,-401 75 1080,-1-3 1,110-48 0,-157 59 157,0 0 1,0-1-1,-1-1 1,22-17-1,-33 23 29,0 1 0,-1-1 0,1 0 0,-1 0-1,0 0 1,0-1 0,-1 1 0,1-1 0,-1 0 0,0 0-1,0 1 1,-1-1 0,1 0 0,-1-1 0,0 1 0,-1 0-1,1-10 1,0 6 17,-1 1-1,-1-1 1,1 1-1,-1-1 1,-1 1-1,0 0 0,0 0 1,0-1-1,-1 1 1,0 1-1,-1-1 1,0 0-1,0 1 1,-7-9-1,-6-7-49,-1 0-1,-2 1 1,0 2 0,-41-33-1,9 19 133,-81-37-1,68 37 80,-67-35 236,-2 6 0,-247-80 0,186 94-2548,69 24-2596,55 15-1104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44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80,'0'21'0,"0"-15"0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4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2001,'0'-6'7443,"33"12"-6162,32 30 640,33 45 1760,-33-4-1520,1-15-1680,-1-14-161,-32 0-80,26-1-240,6 1-800,-33 0-2162,-32-6-2880,0-13-2242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0 200 1121,'66'-21'3601,"64"-6"401,92-35 480,39 14-2481,-97 27-4082,-34 13-2961,-32-4-2482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5:55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1 339 3602,'0'-2'1172,"-1"1"-1044,1 1-1,0-1 0,0 1 1,0-1-1,0 0 1,0 1-1,0-1 1,0 1-1,0-1 0,0 1 1,1-1-1,-1 1 1,0-1-1,0 1 1,0-1-1,1 1 0,-1-1 1,0 1-1,0-1 1,1 1-1,-1 0 1,0-1-1,1 1 0,-1-1 1,0 1-1,1 0 1,-1-1-1,1 1 1,-1 0-1,1 0 0,-1-1 1,1 1-1,-1 0 1,1 0-1,-1 0 0,1-1 1,-1 1-1,1 0 1,0 0-1,75-32 2154,342-125 734,-353 133-2899,137-45-405,-77 39 75,-125 30 209,1 0 1,-1 0-1,1 0 0,-1 0 0,1 0 1,-1 0-1,1 0 0,-1 0 1,0 0-1,1 0 0,-1-1 0,1 1 1,-1 0-1,0 0 0,1-1 0,-1 1 1,1 0-1,-1 0 0,0-1 0,1 1 1,-1 0-1,0-1 0,0 1 1,1 0-1,-1-1 0,0 1 0,0-1 1,0 1-1,1 0 0,-1-1 0,0-1-221,0 19 386,0-13 8,-1 0-1,1 0 1,-1 0 0,0 0 0,0 0 0,0-1 0,0 1 0,-1 0-1,0-1 1,0 1 0,0-1 0,0 1 0,0-1 0,0 0 0,-4 3 0,-6 11 641,3-5-277,-2 2 152,0 1 0,1 0-1,1 0 1,0 1 0,2 1 0,-1-1 0,-5 24-1,2 40 1505,-11 14-507,11 8-534,2-48-843,2-21-463,2 0 0,-1 43 0,6-69-142,0 0 0,0 0 0,1 0 0,0 0 0,0 0 0,1 0 0,0 0 0,4 11 0,-4-15-182,0 0 0,0 0 0,0 0 0,1 0 1,-1 0-1,1 0 0,0-1 0,-1 1 0,1-1 0,0 1 1,1-1-1,-1 0 0,0-1 0,7 4 0,-7-4-947,1 0 0,-1 0-1,1 0 1,0 0 0,-1 0 0,1-1-1,0 0 1,5 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6:4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1974 504 1121,'-89'-36'6355,"48"21"-3576,-57-30-1,90 40-2544,0 2 0,0-1 0,0 1 0,0 0 0,-17-3 0,3 1 136,-39-10 703,-1 3 0,-71-5 0,3 0-224,78 8-646,0 2-1,-1 2 0,1 3 1,-1 2-1,-55 8 0,83-6-85,0-1 44,0 2 0,0 1 0,-32 9 0,-101 25 289,60-17-380,75-13-63,0 0 1,1 2-1,-40 22 1,29-14 28,-95 59-159,87-51 73,37-23 42,0 0 0,0 0 0,1 1 1,-1-1-1,1 1 0,-1 0 0,-2 5 0,-22 22-9,26-29 5,-1 0 1,1 0-1,-1 0 0,1 0 1,0 1-1,0 0 0,0-1 1,0 1-1,0 0 0,0 0 1,1 0-1,0 0 0,-1 0 1,1 0-1,0 0 0,1 0 1,-1 1-1,0-1 0,1 0 1,0 1-1,0-1 0,0 0 1,1 7-1,-1-8 8,0-1 0,0 1 0,-1-1 0,1 1 1,0-1-1,-1 1 0,1-1 0,-1 1 0,1-1 0,-1 0 0,0 1 0,0-1 0,1 0 1,-1 1-1,0-1 0,0 0 0,0 0 0,-1 0 0,1 0 0,-2 2 0,-8 9 153,0 21 357,0-16-303,9-14-186,0-1 0,1 1 0,-1 0 0,0 0 0,1 0 0,0-1 0,0 1 0,0 0 0,0 1 0,0-1 0,0 0 0,1 0 0,0 4 0,-1 8-7,1-11-11,0 1 0,0 0 0,0 0 0,0-1-1,1 1 1,0 0 0,0-1 0,2 8 0,19 26-53,-10-7 41,-9-22 15,1 0 1,0 0 0,0-1 0,7 10-1,6 10 72,26 57-1,-31-58 12,1-1-1,31 48 1,11-11 141,-40-44-150,0 1-18,1 0 0,1-1-1,23 20 1,-18-20-42,13 11-39,2-1 0,70 43 0,144 52 303,-98-51-479,117 63 705,-135-68-486,-36-21 93,16 7 68,48 24-28,-98-42 260,135 53 1,-96-44-224,-60-24-39,70 22 1,336 75 1235,-300-78 514,223 91 0,-321-109-1583,55 23 304,124 33-1,95 4-192,114 32 41,-363-91-470,1-4 0,143 17 0,-186-33 0,-1-1 0,1-1 0,45-6 0,138-16 0,-195 17 0,0-2 0,0 0 0,44-20 0,-61 24 0,0-2 0,0 1 0,-1-1 0,1 0 0,-1 0 0,1 0 0,-2-1 0,1 0 0,0 0 0,6-10 0,-6 9 0,-4 5 0,51-60 0,80-124 0,-88 101 0,10-1 0,-10-7 0,9 8 0,-14 9 0,-22 51 0,-12 18 0,-1-1 0,1 1 0,-1-1 0,0 0 0,-1 1 0,0-2 0,0 1 0,0 0 0,-1-1 0,0 1 0,-1-1 0,1 0 0,-1-12 0,-1-636 0,0 651 0,-1-1 0,0 1 0,0 0 0,0-1 0,-1 1 0,1 0 0,-1 0 0,-1 0 0,1 0 0,-1 1 0,1-1 0,-1 1 0,-1-1 0,-4-5 0,-8-6 0,0 1 0,-22-17 0,18 16 0,-42-26 0,32 22 0,-11-5 0,0 1 0,-1 2 0,-63-22 0,34 15 0,-136-48 0,56 24 0,-35-7 0,84 30 0,-44-27 0,134 51 0,-78-35 0,42 19 0,-53-18 0,44 20 0,-76-36 0,117 48 0,-1 2 0,0 0 0,-25-5 0,20 6 0,0-1 0,-32-14 0,39 15 0,1-1 0,-22-3 0,3 0 0,-25-8 0,-118-41 0,135 42 0,-201-83 0,149 59 0,-2 4 0,-126-31 0,-206-26 0,226 53 0,-310-47 0,403 73-147,0 4 1,-111 4-1,165 9-316,12 0-1169,-53-3 0,89 0 963,1-1 0,-1 1 1,0-1-1,0 0 1,0 0-1,1-1 0,-9-3 1,13 4 222,0 0 1,0 0 0,0 0 0,0 0 0,0 0-1,1 0 1,-1 0 0,0 0 0,1 0 0,-1 0-1,1-1 1,-1 1 0,1 0 0,-1 0 0,1 0-1,0-1 1,0 1 0,-1 0 0,1-1 0,0 1-1,0 0 1,1-1 0,-1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15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1238 47 960,'2'-1'187,"21"-12"2356,-22 12-2026,0-1 0,0 1 1,0 0-1,-1-1 0,1 1 0,0-1 0,-1 1 1,1-1-1,-1 1 0,0-1 0,1 1 1,-1-1-1,0 1 0,0-1 0,0-3 1855,0 5-2311,0 0 0,-1 0 0,1 0 0,0 0 0,0 0 1,0 0-1,0 0 0,0 0 0,-1 0 0,1 1 0,0-1 1,0 0-1,0 0 0,0 0 0,-1 0 0,1 0 0,0 0 0,0 0 1,0 0-1,0 0 0,-1-1 0,1 1 0,0 0 0,0 0 1,0 0-1,0 0 0,0 0 0,-1 0 0,1 0 0,0 0 1,0 0-1,0 0 0,0-1 0,0 1 0,0 0 0,-1 0 0,1 0 1,0 0-1,0 0 0,0 0 0,0-1 0,0 1 0,0 0 1,0 0-1,0 0 0,0 0 0,0-1 0,0 1 0,0 0 0,0 0 1,0 0-1,0 0 0,0-1 0,0 1 0,0 0 0,0 0 1,0 0-1,0 0 0,0-1 0,0 1 0,0 0 0,0 0 1,0 0-1,0 0 0,-27 5 2006,22-5-1840,-115 7 894,39 1-741,1 3 0,0 3 0,-109 35 0,153-39-340,-48 8 0,78-17-17,-1 0-1,1 1 1,-1 0-1,1 0 1,0 1-1,-12 6 1,-1 0-7,-133 65 171,140-68-188,-1 0 1,2 1 0,-1 1 0,-18 15 0,5-3 94,-30 24 3,-50 51 1,101-91-80,-2 1 12,4-3-18,0 0 0,0-1 0,0 1-1,0 0 1,1 0 0,-1 0 0,0 0 0,1 0 0,-1 0 0,1 1 0,0-1 0,0 0 0,0 1 0,0-1 0,0 1 0,0-1 0,1 1 0,-1 0 0,1-1 0,0 4 0,0-3-8,-1 0 0,1 0 0,0 0 0,-1 0 0,0 0 0,0 0 0,0 0 0,0 0 0,0 0 0,0-1 0,-1 1 0,1-1 0,-5 6 0,5-6-1,-1 0-1,0 1 1,0 0-1,1-1 1,0 1 0,-1 0-1,1 0 1,0 0 0,0 0-1,1 0 1,-1 0 0,1 0-1,-1 6 1,0 22 16,-1-21-11,1 0 1,1-1-1,0 1 0,0 0 0,1-1 1,1 1-1,-1 0 0,4 10 0,17 10 6,-11 3 106,11-4-54,-11-5-86,-10-20 8,1 0 1,0 1 0,0-2 0,0 1-1,0 0 1,1 0 0,0-1 0,-1 1-1,6 4 1,17 16-57,-11-10 68,0-1 0,1-1 0,0 0 1,1 0-1,21 11 0,11 0 596,0-2 0,85 25 0,196 7-809,-213-38 159,8 1 76,2-5 0,210-8 1,-15-37-450,-288 28 445,6 0 93,-1-2 0,0-1 0,0-3 0,42-17 0,-8 2 123,-55 22-291,0 0-1,-1-2 0,0 0 1,0 0-1,-1-2 1,0 0-1,24-19 1,5-6 477,70-43 0,82-53 500,-93 56-426,-82 64-378,-18 9-91,0-1 1,0 1-1,0-1 1,0 1-1,0-1 0,0 0 1,-1 0-1,1-1 0,-1 1 1,1 0-1,-1-1 0,0 1 1,0-1-1,0 0 0,0 0 1,2-4-1,-2 2 0,0 3-2,-1 0 0,0 0-1,0 0 1,0 0 0,0 0 0,0 0 0,0 0-1,0 0 1,-1 0 0,1-1 0,-1-2 0,0 1 14,-1 1 0,0 0 1,0 1-1,-1-1 0,1 0 1,0 0-1,-1 0 1,0 1-1,0-1 0,1 1 1,-4-3-1,-25-36 542,22 28-399,-1 0 0,-1 1 0,0 0 1,0 0-1,-1 1 0,-1 0 0,0 1 1,-17-11-1,-14-1 11,0 2-1,-1 2 1,0 2-1,-73-17 1,-191-23 422,42 36-2530,16 25-3481,147-2-3900,90-4 5875,1-1 0,-1-1 0,-18-6 0,29 8 2962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2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 1441,'0'12'2801,"-65"44"2241,-1 25-640,34-4-2801,-1-14-1041,0 5 401,1 7 159,-1 2-319,0-17-81,1 3-160,-33-1-160,32-8 721,66-12-1601,-1-7-4323,1-23-6242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3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23 273 1361,'-4'-8'5178,"-8"8"-3836,6-1-326,10-1-29,-3 2-877,0 0-1,0 0 1,-1 0 0,1 0-1,0-1 1,0 1 0,-1 0-1,1-1 1,0 1 0,-1 0-1,1-1 1,0 1-1,-1-1 1,1 1 0,0-1-1,-1 1 1,1-1 0,-1 1-1,1-1 1,-1 1 0,1-1-1,-1 0 1,0 1 0,1-1-1,-1 0 1,0 0 0,1 1-1,-1-1 1,0 0 0,0 0-1,1 0 1,-1 0-36,0 1 0,0-1 0,0 1 0,0-1 1,0 1-1,0-1 0,0 1 0,0 0 0,0-1 0,0 1 1,1-1-1,-1 1 0,0-1 0,0 1 0,0 0 0,1-1 1,-1 1-1,0 0 0,1-1 0,-1 1 0,0 0 0,1-1 1,-1 1-1,1 0 0,50-38 2118,2 2 0,60-30 0,-103 61-2096,0 0 0,0 1-1,1 1 1,-1 0-1,20-3 1,-26 5-87,1 0 1,-1 0-1,0 1 1,1 0-1,-1 0 0,1 0 1,-1 1-1,0-1 1,1 1-1,-1 0 0,0 0 1,0 1-1,0-1 1,0 1-1,0 0 1,4 2-1,-7-3-6,0 0 0,0 0-1,-1 0 1,1 0 0,0 1 0,-1-1 0,1 0 0,-1 0-1,1 0 1,-1 0 0,0 1 0,0-1 0,1 0 0,-1 0-1,0 1 1,0-1 0,0 0 0,0 0 0,-1 1 0,1 0-1,-1 2 16,1 0 0,-1 0-1,0 0 1,-1-1-1,1 1 1,-1 0 0,-2 4-1,-22 29 165,16-25 54,0 1 0,2 0-1,-1 0 1,-10 24 0,17-29-93,-10 21 539,11-28-659,0 0 1,0 1 0,0-1 0,0 0-1,-1 0 1,1 0 0,0 0 0,-1 0 0,1 0-1,0 0 1,-1-1 0,-1 2 0,15-7 4,1 0 20,-1-1-1,1 0 1,-1 0 0,18-14-1,114-90-245,-65 52-31,-63 46 194,-4 1 36,1 2 0,0 0 1,0 0-1,0 1 0,1 1 1,28-11-1,13 4 132,-53 13-131,1 0 0,0 0 0,0 0 0,0 1 0,-1-1 0,1 1 0,0 0-1,0 0 1,0 0 0,0 0 0,0 0 0,0 1 0,-1-1 0,1 1 0,0 0 0,0 0 0,-1 0 0,1 0-1,4 2 1,-5 0-6,1-1 1,0 1-1,0-1 0,-1 1 0,0 0 0,0 0 0,1 0 0,-2 1 0,1-1 1,0 0-1,-1 1 0,1-1 0,0 5 0,2 10 29,-1-1-1,0 2 1,-1-1-1,-2 31 1,0-39 42,0 0 36,0-1 1,-1 1-1,0 0 1,0 0 0,-1 0-1,-1-1 1,1 1-1,-1-1 1,-6 10 0,-19 24-1588,-13 0-5138,8-19-6638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4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130 129 2161,'-30'6'3383,"3"0"3038,28-4-4201,17-2-1825,58 7 2686,36-9-2351,0-4-1,180-34 0,-263 37-498,14-3-43,-42 5-148,0 1 0,0 0 0,0-1 0,0 1-1,0-1 1,0 1 0,0-1 0,0 1 0,0-1 0,0 0-1,0 0 1,0 1 0,0-1 0,-1 0 0,1 0 0,0 0-1,-1 0 1,1 0 0,-1 0 0,1 0 0,-1 0 0,1 0-1,-1 0 1,0 0 0,1 0 0,-1 0 0,0 0 0,0 0-1,0-2 1,0 2 9,0-1-1,0 1 0,-1-1 0,1 1 1,-1 0-1,1-1 0,-1 1 1,0 0-1,1-1 0,-1 1 1,0 0-1,0 0 0,0 0 1,0 0-1,0 0 0,0 0 1,0 0-1,0 0 0,-1 0 1,1 0-1,-2 0 0,-5-6 236,6 5-225,0 0 0,0 0 0,0 0 0,0 0 0,-1 0 0,1 0 0,-1 0 0,1 1 0,-1-1 0,0 1-1,0 0 1,1 0 0,-1 0 0,0 0 0,0 1 0,0-1 0,0 1 0,0-1 0,0 1 0,-4 0-1,-15-2 146,-37-2 63,0 2 0,0 3-1,1 3 1,-66 12 0,95-10-101,-1 1 0,1 1-1,0 1 1,1 2 0,0 1 0,-38 22 0,57-28-109,1-1 1,-1 1 0,1 0 0,0 0 0,-10 12-1,17-17-53,0 0-1,1 0 0,-1 0 0,0 0 0,0 0 0,1 0 0,-1 1 0,0-1 1,1 0-1,0 0 0,-1 0 0,1 1 0,0-1 0,-1 0 0,1 1 0,0-1 1,0 0-1,0 1 0,0-1 0,0 0 0,0 0 0,1 1 0,-1-1 0,0 0 1,1 0-1,-1 1 0,1-1 0,-1 0 0,2 2 0,0 0-12,1 0 0,0 0 0,0 0 0,0-1 1,0 1-1,0-1 0,1 0 0,3 3 0,16 7-252,0-1 1,1-1-1,0-2 1,1 0-1,26 5 1,-12-6-2360,41 3 0,50-7-9599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894 1 1521,'0'2'220,"0"-1"1,-1 1-1,1 0 1,-1 0-1,1 0 1,-1-1-1,0 1 0,1 0 1,-1-1-1,0 1 1,0-1-1,0 1 1,0-1-1,-1 1 1,1-1-1,0 0 1,-1 1-1,1-1 1,-3 1-1,-9 10 1200,-79 92 6290,81-94-7291,-1 0 1,0 0-1,-1-1 0,0-1 0,0 0 0,-1-1 0,0 0 0,0-1 0,-20 5 1,12-3 158,-35 18 1,46-19-445,1 1 0,-1 0-1,1 0 1,1 1 0,-1 0-1,2 1 1,-1 0-1,-12 20 1,-21 24 491,-13 8 575,12 9-52,21-42-1031,-2-2 1,-29 26-1,27-28-220,-33 41 0,40-41 255,0 0-1,-36 34 0,34-33-144,21-26-22,-1 1-1,1 0 1,0 0-1,-1 0 1,1-1 0,0 1-1,0 0 1,-1 0-1,1 0 1,0 0 0,0 0-1,0 0 1,0-1 0,0 1-1,1 0 1,-1 0-1,0 0 1,0 0 0,0 0-1,1 1 1,1 0-231,1 0 1,-1 0-1,0-1 1,1 1-1,-1 0 1,1-1-1,0 0 1,0 1-1,-1-1 1,1 0-1,0 0 1,0-1-1,0 1 0,0-1 1,0 1-1,0-1 1,5 0-1,53-1-5676,30-11-2202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82 640,'-5'18'6540,"4"-17"-6399,0 0 0,0-1-1,0 1 1,0 0 0,0-1 0,0 1 0,0-1-1,0 1 1,-1-1 0,1 1 0,0-1-1,0 0 1,0 0 0,-2 1 0,-2-1 171,-2 4 2265,4 0-1912,-10 0 422,0 0 0,1-1 0,-21 2 1,19-3-702,-12 1 330,0 1-1,1 1 0,0 2 1,0 0-1,1 2 0,0 0 1,-31 18-1,53-26-692,0 0 0,0 0 0,1 0 1,-1 1-1,0-1 0,1 0 0,-1 1 0,1-1 0,-1 1 0,1-1 1,-1 1-1,1 0 0,0 0 0,0-1 0,0 1 0,0 0 0,0 0 1,1 0-1,-1 0 0,0 0 0,1 0 0,-1 3 0,2-3-9,-1 0 0,1 1 0,0-1 0,0 0 0,-1 0 0,2 0 0,-1 0 0,0 0 0,0 0 0,1 0 0,-1 0 0,1 0 0,-1 0 0,1-1 0,0 1 0,0-1 0,-1 1 0,1-1 0,0 0 0,0 0 0,5 2 0,9 6-9,1-1-1,0-1 1,0-1-1,1 0 1,27 5-1,-11-7-32,-1-1 0,1-2 0,0-1 1,0-2-1,-1-1 0,37-8 0,-19 1 23,-1-3 1,0-2-1,59-26 1,-90 32-68,0 0 0,0-1 1,-2-1-1,1-1 0,-1-1 0,-1 0 1,28-30-1,-40 39 47,0 0-1,0-1 1,-1 0-1,1 0 1,-1 0-1,0 0 1,-1 0-1,1-1 1,2-8-1,-5 12 23,0 0 0,0 0-1,0 1 1,0-1-1,0 0 1,0 0 0,0 0-1,-1 1 1,1-1-1,-1 0 1,1 1 0,-1-1-1,0 0 1,0 1-1,0-1 1,0 1 0,0-1-1,0 1 1,0-1-1,0 1 1,0 0 0,-1 0-1,1-1 1,-1 1-1,1 0 1,-1 0 0,1 1-1,-1-1 1,1 0-1,-1 0 1,0 1 0,1-1-1,-1 1 1,-2-1 0,-14-4-304,0 0 0,0 1 0,-1 1 0,1 1 0,-27 0 1,-86 4-4430,-54 10-4575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58 1040,'-5'-6'11753,"-60"6"-10380,-39 0-359,29 3-339,-1 4 0,1 3 0,0 3 0,-96 30 0,163-40-606,-20 5 279,-49 22-1,71-27-267,0 0 0,-1 0 0,2 1-1,-1 0 1,0 0 0,1 0 0,-1 1 0,1 0-1,1 0 1,-1 0 0,1 1 0,0 0-1,-4 7 1,7-12-62,0 1-1,0 0 1,1 0 0,-1-1-1,1 1 1,0 0 0,-1 0-1,1 0 1,0 0 0,0 0-1,0-1 1,1 1 0,-1 0-1,0 0 1,1 0 0,-1 0 0,1-1-1,-1 1 1,1 0 0,0 0-1,1 1 1,1 2 8,1 0 1,-1-1-1,1 1 0,0-1 1,8 7-1,0-3 13,0 0 0,0-1-1,1 0 1,0 0 0,0-2 0,0 0 0,1 0-1,0-1 1,0-1 0,23 3 0,5-2-93,-1-1 1,62-5 0,-52-4 28,0-1 0,0-3 0,-1-3 1,0-1-1,-1-3 0,62-30 0,-91 39 36,0-1 0,-1-1-1,-1-1 1,0-1 0,0 0-1,-1-1 1,-1-1 0,0-1-1,18-21 1,-30 32-22,-1-1 1,0 1-1,0-1 1,0 0-1,-1 1 1,1-1-1,-1 0 0,-1-1 1,3-6-1,-4 10 8,0 0 0,0 0 0,-1 0 1,1 1-1,0-1 0,-1 0 0,1 0 0,-1 0 0,0 0 0,1 0 0,-1 0 0,0 1 0,0-1 0,0 0 0,-1 1 0,1-1 0,0 1 0,0-1 0,-1 1 0,1-1 0,-1 1 0,0 0 0,1 0 1,-1 0-1,0 0 0,1 0 0,-1 0 0,0 0 0,0 1 0,0-1 0,-3 0 0,-15-5-38,0 1 0,0 0 0,-1 2 0,-28-2 0,-109 2-861,15 10-2375,0 6 0,-261 59 0,230-24-4207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0 1121,'-5'0'1200,"-82"8"4203,86-8-5319,0 1 0,1-1 0,-1 1 0,1 0 0,-1-1 1,1 1-1,-1-1 0,1 1 0,0 0 0,-1-1 0,1 1 1,0 0-1,0 0 0,-1-1 0,1 1 0,0 0 1,0 0-1,0-1 0,0 1 0,0 0 0,0 0 0,0 0 1,1 24 263,-1-21-125,0-3-210,0 0-1,0 0 1,0 0-1,-1-1 0,1 1 1,0 0-1,1 0 0,-1-1 1,0 1-1,0 0 1,0 0-1,0-1 0,1 1 1,-1 0-1,0 0 1,1-1-1,-1 1 0,0 0 1,1-1-1,-1 1 0,1 0 1,-1-1-1,1 1 1,-1-1-1,1 1 0,0-1 1,-1 1-1,1-1 1,-1 1-1,1-1 0,0 0 1,0 1-1,-1-1 0,1 0 1,0 0-1,0 1 1,-1-1-1,1 0 0,0 0 1,0 0-1,-1 0 1,1 0-1,0 0 0,0 0 1,0 0-1,-1 0 1,2-1-1,2 1-20,2 0 315,-12 0-227,6 0-41,-15 0-74,15 0 56,-1 0 1,1 0-1,-1 0 0,1 0 0,-1 0 0,1 0 1,-1 0-1,1 0 0,0 0 0,-1 0 0,1 0 1,-1 0-1,1 0 0,-1-1 0,1 1 1,-1 0-1,1 0 0,0-1 0,-1 1 0,1 0 1,0-1-1,-1 1 0,1 0 0,0-1 0,-1 1 1,1 0-1,0-1 0,0 1 0,-1-1 0,-4 1 246,-82 0 907,81 0-1027,1 0-40,-17 0 933,25 0-1002,1 0 0,-1 1 0,1 0 0,-1-1-1,0 1 1,1 0 0,-1 1 0,3 1 0,32 11 168,271 105 581,-295-113-762,-2-1 10,0 0 0,0 1-1,-1 0 1,1 1 0,10 9-1,-19-13-3,1 0 1,-1 0-1,0 1 0,-1-1 0,1 1 1,-1 0-1,1 0 0,-1 0 0,0 0 1,-1 0-1,1 0 0,-1 0 0,0 1 1,0-1-1,0 0 0,0 1 0,-1-1 1,0 9-1,1 5 129,0-12-100,0-1 1,-1 0-1,0 0 1,0 1 0,0-1-1,-1 0 1,0 0-1,0 1 1,0-1-1,-1 0 1,1 0 0,-6 9-1,2-9 47,0 0 0,-1 0-1,1 0 1,-1-1 0,-1 0-1,1 0 1,-1 0 0,-10 3 0,-35 14 606,-1-3 0,-88 19 1,83-23-427,28-7-253,-230 54 496,187-48-2092,-114 6-1,172-19 287,0 0 0,-25-3 0,-25-14-5167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2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0 326 480,'0'5'5416,"2"-5"-5253,-1-1 0,0 0 1,0 0-1,1 1 0,-1-1 0,1 1 0,-1-1 1,0 1-1,1 0 0,-1 0 0,1-1 0,-1 1 1,1 0-1,-1 0 0,0 0 0,1 1 0,1-1 1,-2 0 19,4 0 1085,0-1-201,27-6-182,-2-2 0,49-21-1,481-215 2104,-549 240-2894,0 0-1,1 1 0,-1 0 0,1 1 1,0 1-1,16-3 0,6 0 108,-32 4-101,-4 1-51,-9 1-37,0 0 1,11-1-10,-1 0 0,1 0-1,-1 0 1,1 0 0,-1 0 0,1 0 0,0 0 0,-1 0 0,1 0 0,-1 0 0,1 1 0,-1-1 0,1 0 0,0 0 0,-1 0 0,1 1 0,-1-1 0,1 0 0,0 1 0,-1-1 0,1 0 0,0 1 0,-1-1 0,1 0 0,0 1 0,-1 0 0,-132 124 643,-17 18-239,146-139-459,1 0-1,-1 0 1,1 1-1,0 0 1,0-1-1,0 1 0,1 0 1,-1 0-1,1 0 1,0 1-1,1-1 1,-1 0-1,1 1 0,0-1 1,1 1-1,-1 10 1,1-14-75,0-1 0,0 1-1,0 0 1,0 0 0,0 0 0,0-1 0,0 1 0,0 0 0,1 0 0,-1 0 0,1-1 0,-1 1 0,1 0 0,0-1 0,0 1-1,0-1 1,0 1 0,0-1 0,0 1 0,0-1 0,0 1 0,0-1 0,1 0 0,-1 0 0,0 0 0,1 0 0,0 0 0,-1 0-1,1 0 1,-1 0 0,1-1 0,0 1 0,-1 0 0,1-1 0,0 0 0,0 1 0,1-1 0,57 10-5382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344 191 2161,'-245'97'8911,"239"-95"-8763,0 1 0,0 1 0,0-1 0,1 1 0,0 0 0,-1 0 0,1 0 0,1 1 0,-1 0 0,1 0 1,-7 9-1,-2 4 196,12-17-306,-1 0 1,1 1 0,-1-1 0,1 1 0,0-1-1,0 1 1,0 0 0,0-1 0,0 1-1,0 0 1,0 0 0,1-1 0,-1 1-1,1 0 1,-1 0 0,1 0 0,0 0-1,-1 0 1,1 0 0,0 0 0,0 0 0,1 0-1,-1 0 1,0 0 0,1 3 0,2-1 39,0-1 0,0 1 1,1-1-1,-1 1 1,1-1-1,-1 0 1,1 0-1,0-1 1,0 1-1,0-1 0,1 0 1,4 2-1,13 5 126,0-1-1,1 0 1,-1-2-1,1-1 0,1-1 1,29 2-1,13-3 86,66-5-1,-124 2-271,37-3 188,50-7 0,-74 5-92,0 0 1,-1-1-1,1-1 1,-1-1-1,22-12 0,-27 12-63,-1-1 0,0 0 0,0-1 0,-1 0 0,-1-1 0,1 0 0,-2-1 0,15-18 0,-23 25-75,0 1 0,0 0 0,-1-1 0,1 1 0,-1-1 0,0 0 0,-1 0 0,1 0 0,-1 0 0,0 0 0,0 0 0,0 0 0,-1-1 0,0 1 0,0 0 0,0 0 0,-1 0 0,1 0 0,-1-1 0,-1 1 0,1 0 0,-1 0 0,1 1 0,-1-1 0,-1 0 0,1 1 0,-1-1 0,0 1 0,0-1 0,0 1 0,0 0 0,-1 1 0,-5-6 0,-11-7-758,-1 1-1,0 0 0,0 2 0,-2 1 1,0 0-1,0 2 0,-43-14 1,-91-18-6714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06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27 903 1040,'0'3'552,"0"1"0,0-1 0,0 0 0,-1 1 0,0-1 0,1 0 0,-1 0 0,-2 4 0,3-6-384,-1 0 1,1 0-1,-1-1 1,1 1 0,-1 0-1,1 0 1,-1 0-1,0-1 1,1 1 0,-1 0-1,0-1 1,0 1-1,1 0 1,-1-1 0,0 1-1,0-1 1,0 1 0,0-1-1,0 0 1,0 1-1,0-1 1,0 0 0,0 0-1,0 0 1,-1 1-1,29-1 1500,-26-11 9701,4 9-9439,17 2-1743,-16 1 15,-7 1-138,1-2-64,0 0 0,0 0 0,0 0 1,0 0-1,1 0 0,-1 0 0,0 0 0,0 0 1,0 0-1,0 0 0,0 0 0,0 0 0,0 0 0,0 0 1,0 1-1,0-1 0,0 0 0,0 0 0,1 0 0,-1 0 1,0 0-1,0 0 0,0 0 0,0 0 0,0 0 0,0 0 1,0 0-1,0 0 0,0 0 0,0 0 0,0 0 0,0 0 1,0 0-1,0 1 0,0-1 0,0 0 0,0 0 0,0 0 1,0 0-1,0 0 0,0 0 0,0 0 0,0 0 0,0 0 1,0 0-1,0 0 0,0 1 0,0-1 0,0 0 0,0 0 1,0 0-1,0 0 0,0 0 0,0 0 0,0 0 0,0 0 1,0 0-1,0 0 0,0 0 0,0 0 0,0 0 1,0 1-1,0-1 0,0 0 0,0 0 0,-1 0 0,33-2 177,126-13-71,-82-5-26,-59 16-68,0-2 1,-1 0-1,1 0 0,-1-2 0,0 0 0,-1-1 0,0 0 0,0-2 0,-1 1 1,13-14-1,109-124-150,-110 118 129,-4-5 9,-6 8 0,-10 18 11,1 1 0,1 0 0,-1 0 0,1 0 1,10-7-1,-12 7 1,-6 6-11,0 5 12,-6 5 81,-10 8 119,-1 1-1,-15 22 1,20-24-76,1-1-1,-2 0 0,0-1 1,-25 20-1,33-30-42,-1-3-28,-16 0-66,17 0-66,29 1-74,-43-3 40,20 2 100,-1 0 0,0 0 0,0 0 0,0 0 0,0-1 0,0 1 0,0 0 0,0 0 0,0 0 0,1 0 0,-1 0 0,0 0 0,0 0 0,0 0 0,0-1 0,0 1 0,0 0 0,0 0 0,0 0 0,0 0 0,0 0 0,0 0 0,0-1 0,0 1 0,0 0 0,0 0 0,0 0 0,0 0 0,0 0 0,0 0 0,0-1 0,0 1 0,0 0 0,0 0 0,0 0 0,0 0 0,0 0 0,0 0 0,0-1 0,0 1 0,0 0 0,0 0 0,0 0 0,-1 0 0,1 0 0,0 0 0,0 0 0,0 0 0,0 0 0,0-1 0,0 1 0,-1 0 0,14-3 12,-22 4 24,5 0-4,4-1-24,0 0 1,-1 0 0,1 1 0,-1-1 0,1 0 0,0 0-1,-1 1 1,1-1 0,0 0 0,0 1 0,-1-1 0,1 0-1,0 1 1,0-1 0,-1 1 0,1-1 0,0 0 0,0 1-1,0-1 1,0 1 0,-1-1 0,1 0 0,0 1 0,0-1-1,0 1 1,0-1 0,0 1 0,0-1 0,0 1 0,1 16 134,-1-15-124,-1 1-1,1-1 1,-1 1 0,0-1-1,0 0 1,0 1 0,0-1 0,0 0-1,-1 1 1,1-1 0,-1 0-1,1 0 1,-1 0 0,0 0 0,0-1-1,0 1 1,0 0 0,0-1-1,0 1 1,0-1 0,0 0 0,-1 0-1,-2 1 1,-16 13-9,-1 3-254,17-16 168,1 5-159,4-7 229,0 1 0,0-1 0,0 0 0,0 1 0,0-1 0,0 0-1,0 1 1,0-1 0,0 0 0,0 0 0,-1 1 0,1-1 0,0 0 0,0 0 0,0 1 0,0-1 0,-1 0 0,1 0 0,0 1 0,0-1 0,0 0 0,-1 0 0,1 0 0,0 1 0,0-1 0,-1 0 0,1 0 0,0 0 0,0 0 0,-1 0-1,1 0 1,0 1 0,-1-1 0,-6 1 2,6-1 11,1 0 1,-1 0-1,0 0 1,0 0-1,0 1 0,1-1 1,-1 0-1,0 0 0,0 1 1,0-1-1,1 0 0,-1 1 1,0-1-1,0 0 1,1 1-1,-1-1 0,0 1 1,1 0-1,-1-1 0,1 1 1,-1-1-1,1 1 0,-1 0 1,1-1-1,-1 1 1,1 0-1,0 0 0,-1-1 1,1 1-1,0 0 0,-1 0 1,1 0-1,0-1 0,0 2 1,0-1-115,0-12-467,0 13 598,0-7 19,0 5-42,0 0-1,0 0 0,0-1 0,0 1 1,0 0-1,0 0 0,0 0 1,0-1-1,0 1 0,0 0 1,0 0-1,0 0 0,0-1 1,0 1-1,1 0 0,-1 0 1,0 0-1,0-1 0,0 1 1,0 0-1,0 0 0,1 0 1,-1 0-1,0 0 0,0-1 1,0 1-1,0 0 0,1 0 1,-1 0-1,0 0 0,0 0 1,0 0-1,1 0 0,-1 0 1,0 0-1,0 0 0,0 0 1,1 0-1,-1 0 0,0 0 1,7-1 4,-6 1-2,0 1 0,-1-1 0,1 0 0,0 0 0,0 0 0,-1 0 0,1 0 0,0 0 0,0 0 0,-1 0-1,1 0 1,0-1 0,0 1 0,-1 0 0,1 0 0,0-1 0,-1 1 0,1 0 0,0-1 0,-1 1 0,1-1 0,0 1-1,-1-1 1,1 1 0,-1-1 0,1 1 0,-1-1 0,1 0 0,0 0 0,-1 1-4,0-1 1,0 1-1,0-1 1,0 1-1,0-1 1,0 1-1,0 0 1,0-1-1,1 1 1,-1-1-1,0 1 1,0 0-1,0-1 1,1 1-1,-1 0 1,0-1-1,1 1 1,-1 0-1,0-1 1,1 1-1,-1 0 1,0 0-1,1-1 0,-1 1 1,1 0-1,-1 0 1,0 0-1,1 0 1,-1-1-1,1 1 1,-1 0-1,0 0 1,1 0-1,-1 0 1,1 0-1,0 0 1,-1 0 2,1 0 0,0 0-1,-1 0 1,1 0 0,0 0 0,-1 0 0,1 0 0,-1-1 0,1 1 0,0 0 0,-1 0 0,1-1 0,-1 1-1,1 0 1,-1-1 0,1 1 0,-1-1 0,1 1 0,-1-1 0,0 1 0,1 0 0,-1-1 0,1 1 0,-1-1-1,0 0 1,0 1 0,1-1 0,-1 1 0,0-1 0,0 0 0,0 1 0,1-1 0,-1 1 0,0-1 0,0 0-1,0 1 1,0-2 0,0 1-1,0 1-1,0-1 1,0 1-1,0-1 1,0 1-1,1-1 0,-1 1 1,0-1-1,0 1 1,0-1-1,1 1 1,-1 0-1,0-1 1,1 1-1,-1-1 1,0 1-1,1 0 1,-1-1-1,1 1 0,-1 0 1,1-1-1,-1 1 1,1 0-1,-1 0 1,1-1-1,-1 1 1,1 0-1,-1 0 1,1 0-1,-1 0 1,1 0-1,-1 0 0,1 0 1,-1 0-1,2 0 1,-1 0-1,-1 0 0,1 0 0,0 0 0,0 0-1,-1-1 1,1 1 0,0 0 0,-1 0 0,1 0 0,0-1 0,0 1 0,-1 0 0,1-1 0,0 1 0,-1 0-1,1-1 1,-1 1 0,1-1 0,-1 1 0,1-1 0,-1 0 0,1 1 0,-1-1 0,1 1 0,-1-1 0,0 0 0,1 1-1,-1-1 1,0 0 0,1 1 0,-1-1 0,0 0 0,0 0 0,0 1 0,0-1 0,0 0 0,0-1 0,0 0 0,1 0 0,-1 0 0,0 0 0,1 0 0,-1 0 0,1 0 0,0 0 0,0 0 0,-1 1 0,1-1 0,1 0 0,-1 0 0,0 1 0,0-1 0,0 1 0,3-3 0,8-11 0,-2-16 0,1 15 10,-9 14-6,0 0 0,-1 0-1,1 0 1,-1-1 0,0 1 0,1 0-1,-1-1 1,0 1 0,0-1 0,-1 1-1,1-1 1,0 1 0,-1-1 0,1-4-1,-1 6-3,0-1-1,0 1 0,0-1 0,0 1 0,0 0 1,1-1-1,-1 1 0,0 0 0,1-1 0,-1 1 1,1 0-1,0 0 0,-1-1 0,1 1 1,0 0-1,0 0 0,0 0 0,0 0 0,0 0 1,0 0-1,0 0 0,0 0 0,0 0 0,2 0 1,-2 0-3,0 1 1,0-1-1,0 0 1,0 1 0,0-1-1,0 0 1,0 0-1,-1 0 1,1 0 0,0 0-1,0 1 1,-1-2-1,1 1 1,-1 0-1,1 0 1,-1 0 0,1 0-1,-1 0 1,0 0-1,1 0 1,-1-1-1,0 1 1,0 0 0,0-1-1,0-17-71,4-106-202,-2 110 226,0-1-1,1 0 0,1 1 1,0 0-1,10-23 1,-4 17-90,1 0 0,0 1-1,22-29 1,-29 44 106,0 0-1,-1 0 0,1-1 0,-1 1 0,0-1 0,-1 1 1,0-1-1,0 0 0,0 0 0,0 0 0,-1 0 0,0-1 1,0 1-1,-1 0 0,0 0 0,0-1 0,-1-6 0,1-42-1312,0 54 1427,-6 1-26,-20 1-74,23 1-31,0 1-25,-6 0 45,1 1 0,-1-1-1,1 2 1,0-1 0,-10 8 0,12-7 155,0 1 0,0 0-1,0 0 1,1 1 0,0-1 0,0 1-1,-6 13 1,1-3 167,9-15-273,0 0 0,0 0 1,0 0-1,0 1 0,0-1 1,1 1-1,-1-1 0,1 0 1,-1 1-1,1-1 0,0 1 1,0-1-1,0 1 0,1-1 1,-1 0-1,0 1 0,1-1 1,0 1-1,-1-1 1,1 0-1,0 1 0,0-1 1,0 0-1,1 0 0,-1 0 1,0 0-1,1 0 0,-1 0 1,1 0-1,3 2 0,4 7-26,2 16 141,-1-16-30,-8-10-87,-1 0 0,0 0 0,0 0 0,1 0 0,-1 0 0,0 0 0,0 0 0,0 1 0,-1-1 0,1 0 0,0 1-1,0-1 1,-1 1 0,1-1 0,-1 0 0,1 1 0,-1 0 0,0-1 0,1 1 0,-1-1 0,0 3 0,0-2-10,0-1 0,0 1-1,0 0 1,1-1 0,-1 1 0,0-1 0,1 0 0,-1 1 0,1-1 0,-1 1 0,1-1-1,0 0 1,0 1 0,0-1 0,-1 0 0,1 0 0,0 0 0,1 0 0,-1 1-1,0-2 1,2 3 0,-1-2-6,-1 0 1,0 0-1,0 0 0,0 0 0,0 0 0,0 0 0,0 0 1,0 0-1,0 0 0,0 1 0,0-1 0,-1 0 1,1 1-1,-1-1 0,1 1 0,-1-1 0,1 0 1,-1 1-1,0-1 0,0 1 0,1 2 0,-1 65 454,0-67-454,0-1 1,0 1-1,0-1 1,1 1-1,-1-1 1,1 1-1,-1-1 1,1 0-1,-1 1 1,1-1-1,0 1 0,0-1 1,0 0-1,-1 0 1,1 1-1,1-1 1,-1 0-1,0 0 1,2 1-1,-2-1 12,1 0 1,-1 1-1,0-1 0,1 0 0,-1 1 0,0-1 1,0 0-1,0 1 0,0-1 0,0 1 0,0 0 1,-1-1-1,1 1 0,-1 0 0,1-1 0,-1 1 1,1 0-1,-1 0 0,0 3 0,1 10-6,-1-9 8,0 0 0,0 0 1,0-1-1,-1 1 0,0 0 1,0 0-1,-2 7 0,-8 9 25,9-18-107,0 0 0,-1 0 1,2 0-1,-1 1 0,0-1 0,1 1 0,0 0 0,0-1 0,0 9 0,1 29-7375,0-34-1508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08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65 587 720,'0'0'1041,"-5"0"13,-49 0 5215,48 0-2934,6-16 1667,0 15-4952,0 0 0,1-1-1,-1 1 1,0 0 0,1 0 0,-1 0-1,0 1 1,1-1 0,-1 0-1,1 0 1,0 0 0,-1 0-1,1 0 1,0 0 0,-1 1 0,1-1-1,0 0 1,0 1 0,0-1-1,0 0 1,0 1 0,-1-1-1,1 1 1,0 0 0,2-1 0,6-5 245,2-16 212,-3 11-415,0 0 0,1 1 0,0 0 0,0 1 0,1 0 0,22-15 0,-16 12-35,-1 0-1,27-29 0,-22 21-27,0 0 0,1 0 0,2 2 0,-1 1 0,34-19 0,-45 31-30,-1 0 0,1 0 0,0 1 0,0 0 0,0 1 0,1 1 1,-1 0-1,1 0 0,-1 1 0,1 0 0,0 1 0,-1 0 0,1 1 0,21 4 0,-32-5 0,1 1-1,0-1 0,-1 0 1,1 1-1,0-1 0,-1 1 1,1-1-1,-1 1 0,1-1 1,-1 1-1,1 0 0,-1 0 1,1 0-1,-1 0 0,3 2 1,-3 0-2,0 0 1,0 0-1,0 0 1,-1 0 0,1 0-1,-1 0 1,1 0-1,-1 0 1,0 0-1,-1 5 1,2 16 17,-1-4 65,0 0-1,-1 1 1,-6 27-1,6-41-53,-1 1 0,-1-1-1,0 0 1,0 0 0,0 0 0,0 0-1,-1-1 1,0 1 0,-1-1 0,0 0-1,0 0 1,0-1 0,-7 7 0,5-7 49,-1 1 1,0-1-1,0-1 1,0 1 0,-13 3-1,16-6 72,4-2-118,-1 0 0,1 0 0,0 0 0,0 0 1,0-1-1,0 1 0,0 0 0,0-1 0,0 1 0,0-1 0,0 1 1,0-1-1,0 0 0,0 1 0,0-1 0,0 0 0,0 0 0,-1-1 1,3 1-24,-1 0 0,0 0 0,0 0 0,1 0 0,-1 0 0,0 1 0,1-1 0,-1 0 0,1 0 0,-1 0 0,1 0 1,-1 0-1,1 1 0,0-1 0,1-1 0,15-24 23,-12 18-23,1 1-1,-1-1 0,1 1 1,10-9-1,231-213-133,-210 198 91,2 3 1,0 1 0,2 2-1,1 1 1,52-20-1,-77 38 50,1 1 0,-1 1 1,1 0-1,0 2 0,0 0 0,0 1 0,0 1 0,0 0 1,0 1-1,0 2 0,34 7 0,-37-6 82,1 1-1,-1 0 1,0 1-1,0 1 1,-1 0-1,1 1 1,-2 0 0,1 1-1,-1 1 1,-1 0-1,1 1 1,14 18-1,-21-21 69,-1 0 0,0 1 0,0 0 0,-1 0-1,0 0 1,0 0 0,-1 1 0,-1-1 0,0 1-1,0 0 1,0 0 0,-1-1 0,-1 1-1,-1 16 1,0-7 125,-2 1 0,0-1-1,-1 0 1,-1-1-1,-1 1 1,-10 23 0,-6 0 79,-1-2-1,-2 0 1,-31 37 0,41-59-880,-2 0 0,0-1 0,-1-1-1,0-1 1,-40 25 0,50-34-76,-26 17-8335,34-23 8240,-1-1 0,1 0 0,-1 0 0,1 1 0,-1-1 0,1 0 0,0 0 0,-1 1 0,1-1 0,0 0 0,0 0 0,-1 0 0,1 0 0,0 0 0,0 1 0,0-1 1,0 0-1,0 0 0,0 0 0,0 0 0,1-1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09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159 203 7203,'11'1'7664,"14"5"-4972,37 7-1656,-40-11-888,0 0 0,0-2 0,26-2 0,-26 0-46,163-25 365,-175 25-432,0-1 1,0 0-1,0 0 1,0-1 0,-1 0-1,0 0 1,0-1-1,12-9 1,-10-4 71,-1 10-48,-9 8-52,0-1-1,0 0 1,0 1-1,0-1 0,0 0 1,0 1-1,0-1 1,0 0-1,0 0 1,0 0-1,0 0 0,-1 0 1,1 0-1,0 0 1,-1 0-1,1 0 1,-1-1-1,1 1 0,-1 0 1,0 0-1,1 0 1,-1-1-1,0 1 0,0 0 1,0-2-1,1-8 45,0 9-35,-1-1 0,0 1 0,1-1 0,-1 0 0,0 1 0,0-1 0,0 1 0,-1-1 0,1 0 0,-1 1 0,1-1 0,-1 1 0,0-1 0,0 1 0,-2-5 0,-19-7 91,16 11-71,1-1-1,-1 1 1,0 0 0,0 1-1,-1 0 1,1 0 0,0 0 0,-1 1-1,1 0 1,-1 0 0,-13 0 0,10 0 2,-37-2 200,0 2 0,-1 2-1,1 2 1,0 2 0,-49 12 0,70-9-62,-1 2-1,2 0 1,-1 2 0,1 0-1,-30 22 1,46-29-90,0 1 1,0 1-1,1-1 0,-14 15 1,20-20-55,1 1 0,0-1 0,-1 1 0,1-1 0,0 1 0,0 0 1,0 0-1,0-1 0,0 1 0,0 0 0,1 0 0,-1 0 0,0 0 0,1 0 0,0 0 1,-1 0-1,1 0 0,0 0 0,0 0 0,0 0 0,0 0 0,1 0 0,-1 0 0,1 0 1,-1 0-1,1 0 0,-1 0 0,1 0 0,0 0 0,2 3 0,3 2 39,0 1 0,0-1-1,1-1 1,0 1 0,0-1-1,1 0 1,0-1 0,0 0-1,0 0 1,0 0 0,1-1-1,15 4 1,-1-1-64,1-1 0,0-1 0,43 4 0,20-6-510,141-13-1,-223 10 471,215-27-3108,-81-3-1855,56-28-7330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7:49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354 116 1040,'-1'-2'2282,"8"-1"-1682,-6 3-297,1 0-143,-1 0 0,1 0 1,-1 0-1,1 0 0,-1 0 1,1 0-1,-1 0 0,1-1 1,-1 1-1,1 0 0,-1-1 1,1 0-1,-1 1 0,0-1 0,3-1 1,-9-1 1199,1 3-862,-14-6 131,18 5-457,-1 1 0,1 0 0,-1-1-1,1 0 1,-1 1 0,1-1 0,0 1-1,-1-1 1,1 1 0,0-1 0,-1 0-1,1 1 1,0-1 0,0 0 0,0 1-1,0-1 1,0 0 0,-1 1 0,1-2-1,-1 1-96,0 0-1,0 0 1,0 1-1,0-1 0,0 0 1,0 1-1,0-1 0,0 1 1,-1-1-1,1 1 0,0 0 1,0-1-1,-1 1 1,1 0-1,0 0 0,-1 0 1,1 0-1,0 0 0,-2 0 1,1 0 105,-41-14 1621,-175-25 613,192 37-1961,19 3-372,2-2 132,5-4-106,0 4-83,-1 1 0,1-1 1,0 0-1,-1 0 0,1 0 0,-1 1 0,1-1 1,-1 0-1,1 0 0,-1 1 0,0-1 0,1 0 1,-1 1-1,0-1 0,0 1 0,1-1 0,-1 1 1,0-1-1,0 1 0,0 0 0,1-1 0,-1 1 1,0 0-1,0 0 0,0 0 0,0-1 0,0 1 1,0 0-1,0 0 0,0 0 0,0 0 0,-1 1 0,0-1 152,100 34-323,-42-16 184,45 12 6,57 10 250,-54-11-146,-77-23-133,-22-1 26,-5-5-39,0 0 1,0 0 0,0-1-1,0 1 1,-1 0 0,1 0 0,0 0-1,0 0 1,0 0 0,0 0-1,0 0 1,0 0 0,0 0 0,0 0-1,0-1 1,0 1 0,-1 0-1,1 0 1,0 0 0,0 0 0,0 0-1,0 0 1,0 0 0,0 0-1,0 0 1,-1 0 0,1 0 0,0 0-1,0 0 1,0 0 0,0 0-1,0 0 1,0 0 0,0 0 0,-1 0-1,1 0 1,0 0 0,0 0-1,0 1 1,0-1 0,0 0 0,0 0-1,0 0 1,0 0 0,-1 0-1,1 0 1,0 0 0,0 0 0,0 0-1,0 0 1,0 1 0,0-1-1,0 0 1,0 0 0,0 0 0,0 0-1,0 0 1,0 0 0,0 0-1,0 1 1,0-1 0,0 0 0,0 0-1,0 0 1,0 0 0,0 0-1,0 0 1,0 0 0,0 1 0,-95-28 332,-71-16-41,8 10-120,113 26-94,37 7-82,1 0-6,29 0 115,146 33 2066,-59-13-1369,359 91 1478,-444-106-3186,-1-1 0,34 2 0,-49-6-349,0 0-1,0 0 1,1-1-1,-1 0 0,0 0 1,0-1-1,0 0 1,0-1-1,10-4 1,-13 4-337,0-1-1,0 1 1,0-1 0,-1 1 0,0-1 0,6-7-1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1 240,'0'6'1201,"0"0"-561,0 2 0,-33-1 1,33-1 79,0 2 640,0-2-399,33 1-721,-66-7-480,33 8-1041,0-2-1200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3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0 80,'0'0'8150,"0"8"-7483,0 3-474,-1 0-1,-1-1 0,0 1 0,0 0 0,-1-1 0,0 0 0,-1 1 0,0-2 1,-6 12-1,-10 12 505,-29 40 1,-9 12 547,-11 48 810,44-81-952,-2-2-1,-52 74 1,32-63-433,-12 15 709,-53 88 0,105-151-1352,0 0 0,1 0-1,-6 21 1,11-33-125,0 0-1,1 0 1,-1 1 0,1-1 0,-1 0-1,1 1 1,0-1 0,0 0 0,-1 1-1,1-1 1,0 0 0,0 1-1,0-1 1,0 0 0,1 1 0,-1-1-1,0 0 1,0 1 0,1-1 0,-1 0-1,1 1 1,-1-1 0,1 0 0,0 0-1,-1 0 1,1 1 0,0-1-1,0 0 1,1 1 0,3-1-760,0 0 0,0 0-1,0 0 1,1-1 0,-1 0 0,0 0 0,0 0 0,9-2-1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5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42 320,'-32'-6'1361,"32"5"-1252,0 1 0,0-1 0,0 1 1,0-1-1,0 1 0,0-1 0,0 1 0,0-1 0,0 1 1,0-1-1,0 1 0,-1-1 0,1 1 0,0-1 1,0 1-1,0-1 0,-1 1 0,1-1 0,0 1 0,-1 0 1,1-1-1,0 1 0,-1-1 0,1 1 0,0 0 1,-2-1-1,-7-1 131,0 1 0,0 0 0,0 0 0,0 1 0,0 0 0,0 1 1,0 0-1,0 1 0,0 0 0,0 0 0,0 0 0,-13 7 0,7-4-100,3-1-21,0 0 0,1 1-1,-1 0 1,-18 13 0,-24 16 414,52-32-501,0-1-1,0 1 1,0-1-1,1 1 1,-1 0-1,1 0 1,-1-1-1,1 1 1,0 0-1,-1 1 1,1-1-1,0 0 0,0 0 1,1 0-1,-1 1 1,0-1-1,1 0 1,-1 1-1,1-1 1,0 0-1,0 1 1,0-1-1,0 0 1,0 1-1,0-1 1,1 1-1,-1-1 0,1 0 1,0 1-1,0-1 1,-1 0-1,2 0 1,0 3-1,3 7 167,1 7 119,-5-15-294,0 0 1,0-1-1,0 1 0,1 0 1,-1 0-1,1-1 1,0 1-1,0-1 1,0 0-1,0 1 1,1-1-1,0 0 1,-1 0-1,1-1 1,0 1-1,0 0 1,0-1-1,1 0 1,-1 0-1,1 0 1,-1 0-1,1 0 1,6 1-1,4 1-82,0 0 1,0-1-1,0-1 0,1 0 0,-1-1 1,26-1-1,84-15-277,-103 10 274,0-1 0,0-2 1,0 0-1,-1-1 0,-1-1 0,1-1 0,-2 0 0,1-2 0,-2 0 1,20-18-1,-27 22 11,-2 2-6,-1 1 0,0-2-1,9-10 1,-14 15 38,0 0 1,0-1-1,0 1 1,0-1-1,-1 1 1,1-1 0,-1 0-1,0 1 1,0-1-1,-1 0 1,1 0-1,-1-7 1,0 9 12,0 0 0,0 0 0,0 0 0,-1 0 0,1 0 0,-1 0 1,1 0-1,-1 0 0,0 0 0,0 0 0,0 0 0,0 1 0,0-1 1,0 0-1,0 1 0,-1-1 0,1 0 0,-1 1 0,-1-2 1,-1 0-79,0 0 0,0 1 0,-1 0 1,1 0-1,0 0 0,-1 0 0,1 1 1,-7-1-1,-3-1-393,-1 1 0,0 1 0,0 1 1,-21 1-1,-2 6-1604,6-1-280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6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1104 2 400,'-46'-1'2207,"1"0"929,-57 7 0,88-5-2749,1 2 0,0-1 1,0 2-1,0-1 1,0 2-1,1 0 1,0 0-1,-22 14 1,0 3-26,2 2 1,1 1 0,1 1 0,-28 33 0,53-53-239,1 0 0,0 0-1,1 1 1,-1-1 0,1 1 0,0 0 0,1 0 0,0 0-1,0 0 1,1 0 0,-1 0 0,1 0 0,1 1 0,0-1-1,0 0 1,1 13 0,0-14-56,0 1 0,0 0 1,1-1-1,0 0 0,0 1 0,1-1 0,-1 0 0,1 0 0,0 0 1,1 0-1,0-1 0,0 1 0,0-1 0,0 0 0,1 0 0,0-1 1,0 1-1,0-1 0,8 5 0,2-3-138,0 0-1,1-1 1,0 0 0,0-1-1,1-1 1,20 1 0,-22-2-38,17 1-245,1-1 0,-1-1 0,1-2 0,-1-1 0,47-9 0,-54 6 144,-1-2 0,0 0 0,-1-1 1,1-1-1,-2-1 0,1-1 0,27-19 0,-40 22 112,0 1-1,17-18 1,-25 22 121,0 1 0,1-1 0,-1 1 0,-1-1 0,1 0 0,0 0 0,0 0 0,-1 0-1,0 0 1,0 0 0,1 0 0,-2 0 0,1-1 0,0-3 0,-1 5 39,-1 0 0,0 1-1,0-1 1,0 1 0,0 0 0,0-1 0,0 1-1,0 0 1,-1-1 0,1 1 0,0 0 0,-1 0-1,1 0 1,-1 0 0,1 0 0,-1 1 0,1-1-1,-1 0 1,0 1 0,1-1 0,-1 1-1,0 0 1,1-1 0,-3 1 0,-53-10 1257,51 10-1128,-5-1 60,1 0 1,-1 1 0,0 1 0,-16 2 0,5 0 43,15-3-166,-1 1 0,1-1 0,0 1 0,0 1 1,0-1-1,0 1 0,-8 4 0,14-6-119,0 1 1,1 0-1,-1-1 1,1 1 0,-1-1-1,1 1 1,0 0-1,-1-1 1,1 1 0,0 0-1,-1-1 1,1 1-1,0 0 1,0 0-1,0-1 1,-1 1 0,1 0-1,0 0 1,0-1-1,0 1 1,0 0 0,0 0-1,1 0 1,-1-1-1,0 1 1,0 0-1,0-1 1,1 1 0,-1 0-1,0 0 1,1-1-1,-1 1 1,0 0 0,1-1-1,-1 1 1,1-1-1,1 2 1,63 50 28,-44-39-203,2 0 0,-1-1 0,1-1 0,1-1 0,25 6 0,34 17-513,-80-32 677,-1 0-1,1 0 1,0 0 0,-1 1 0,1-1 0,-1 1 0,0 0-1,1 0 1,-1 0 0,0 0 0,0 0 0,0 0 0,0 1-1,-1-1 1,1 1 0,-1-1 0,1 1 0,-1-1 0,0 1-1,0 0 1,0 0 0,0 0 0,-1-1 0,1 1 0,-1 0-1,1 0 1,-1 0 0,0 0 0,0 0 0,-1 0 0,1 0-1,-1 3 1,0 12 172,1-15-131,0 0 0,0 0 0,0 0 0,-1 0 0,1 0 0,-1 0 0,0 0 0,0 0 0,0 0 0,-1 0 0,1 0 0,0 0 1,-1-1-1,0 1 0,0-1 0,-3 4 0,-2 1 135,-1-1 0,0 0 0,0 0 0,-11 5 1,-45 22 1818,-98 37 1,132-58-1522,-85 31 2049,-218 49-1,-116-18-2487,324-59-2864,95-18-440,29 3 2993,0-1 0,0 1 0,0-1 0,0 1 0,1-1 0,-1 1 0,0-1 0,0 0 0,0 1 0,1-1 0,-1 0 0,0 0 0,1 1 0,-1-1 0,1 0 1,-1 0-1,0-1 0,0-5-2122,-1 0 0,1 0 1,0 0-1,1 0 0,0-13 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341 151 1201,'1'-2'119,"-1"1"0,0-1 0,1 1 1,-1-1-1,1 1 0,-1-1 0,1 1 1,0-1-1,0 1 0,-1 0 1,1-1-1,0 1 0,0 0 0,1 0 1,-1 0-1,0-1 0,0 1 1,2-1-1,30-18 860,-17 11-409,10-9 167,-16 10-466,1 1 1,0 0-1,0 1 1,23-9-1,-10 7-79,0 1 0,1 1 0,-1 1 0,37-2 0,-52 7-164,-1 0 0,1 0 0,0 1 0,-1 0 0,1 1 0,14 4 0,-19-4-23,1 0-1,-2 1 1,1-1-1,0 1 1,0-1-1,-1 1 0,1 0 1,-1 1-1,0-1 1,0 1-1,0-1 0,-1 1 1,1 0-1,-1 0 1,4 8-1,-4-7 7,0 0 0,1 0 0,-2 0 1,1 1-1,-1-1 0,1 1 0,-2-1 0,1 1 0,-1 0 0,1-1 0,-1 1 0,-1-1 0,-1 12 0,-1-9 34,0 1 0,0-1 0,-1 0 0,0 0 0,0-1 0,-1 1 0,0-1 0,-9 11 0,-15 14 411,-2-1 0,0-1-1,-2-1 1,-2-3-1,0 0 1,-2-2 0,0-2-1,-2-2 1,0-1-1,-1-2 1,-1-1 0,-44 9-1,70-21-256,-1 0 0,0-2 0,0 0 0,-1-1 0,-27-1 1,37-1-158,0 1 0,0-1 0,-1-1 0,1 1 1,0-1-1,1-1 0,-1 1 0,0-1 0,1 0 1,-1-1-1,1 0 0,0 0 0,0 0 0,-9-8 1,14 10-29,-1 0 1,0 0 0,0 0 0,1 0 0,-1 0 0,1 0 0,-1-1-1,1 1 1,0 0 0,0-1 0,0 1 0,0-1 0,1 1 0,-1-1-1,1 0 1,-1-3 0,1 3-15,1 0 0,0 0 0,-1 1 0,1-1 0,0 0 0,1 0 1,-1 1-1,0-1 0,1 1 0,-1-1 0,1 1 0,0 0 0,0 0 0,0 0 0,0 0 0,3-3 0,11-7 13,0 0 1,0 0-1,28-13 0,-36 22-12,0-1 0,0 2 0,0-1 0,0 1 0,1 0 0,-1 0 0,11 0 0,-2 0-9,2 0-13,-1 0 0,1 2 0,0 0-1,0 1 1,28 5 0,85 28-119,-107-26 114,3 0 7,-8-3 20,1 1 0,-1 1-1,0 1 1,-1 1 0,0 0-1,0 1 1,33 25 0,-42-26-106,1 0 0,0 0 0,20 10 1,-23-16-706,0 0 0,0 0 1,0-1-1,1 0 0,-1 0 1,1-1-1,11 0 0,40 0-6460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7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392 338 2001,'-22'-1'1731,"25"-3"300,11-7-1418,-7 1-210,1 0 1,-2 0-1,1-1 0,-1 0 0,-1 0 0,0 0 0,6-23 1,10-20 626,-11 34-683,-7 16-261,-1 1-1,0-1 1,-1 1-1,1-1 1,-1 0-1,1 1 1,-1-1-1,0 0 1,0 0-1,-1 0 1,1-5-1,-1-59 1916,-1 67-1964,1 0 0,-1-1 0,1 1 0,-1 0 0,0 0 0,1 0 0,-1 0 0,0 0 0,0 0 0,0 0 0,0 0 0,0 0 0,0 0 0,0 1 0,0-1 0,0 0 0,0 1 0,0-1 0,-1 1 0,1-1 0,0 1 0,0-1 0,-1 1 0,-1 0 0,2-1 52,-10 0 271,8 2-325,-14 8 296,-1 4-56,-11 7-117,1 1 0,1 1 0,0 2 0,2 0 1,1 2-1,-34 47 0,41-45-70,7-12-33,0 0 0,-24 27 0,0-10 37,18-19-19,2 0 1,-17 20-1,27-29-50,1-1-1,0 1 1,0-1-1,0 1 1,1 0-1,0 0 1,0 1-1,0-1 1,0 0-1,1 1 1,0-1-1,0 1 1,0 6-1,1-11-26,0 0-1,0 0 0,1 0 1,-1 0-1,0 1 1,1-1-1,-1 0 0,0 0 1,1 0-1,-1 0 1,1 0-1,0 0 0,-1 0 1,1 0-1,0 0 1,-1 0-1,1-1 0,0 1 1,0 0-1,0 0 1,0-1-1,0 1 0,0 0 1,0-1-1,0 1 1,0-1-1,0 1 0,0-1 1,0 0-1,1 1 0,-1-1 1,0 0-1,0 0 1,0 0-1,2 0 0,6 1-37,0-1 0,1-1 0,14-2 0,-7 1-51,23 0-142,-1-3-1,40-9 0,-60 7 150,0-1-1,-1-1 0,0 0 0,0-2 0,-1 0 1,-1 0-1,27-25 0,-42 35 88,3-3 13,0 0 1,1-1-1,-2 0 0,1 0 1,0 0-1,-1 0 0,0 0 1,3-8-1,-3 6 16,0 0-1,1 1 1,0-1-1,0 1 1,7-7 0,-6 7-1,-1 0 0,1 0 0,-1 0 0,-1 0 0,5-9 0,-6 10-14,0 0-1,1 0 1,-1 1-1,1-1 1,0 1 0,1 0-1,-1-1 1,1 1-1,6-5 1,28-26 131,-36 34-141,-1 1 0,0-1 0,0 0-1,1 0 1,-1 0 0,1 1 0,-1-1 0,1 1-1,-1-1 1,1 1 0,-1 0 0,1-1-1,1 1 1,2 7 132,-4 17 180,-1-12-125,-1 0 1,0 0-1,0 0 1,-1 0-1,0 0 0,-8 20 1,2-15 96,0 0 0,-2-1 0,0 0-1,0 0 1,-18 18 0,-72 73 1667,67-74-1296,-162 172 3115,179-188-3455,0 0 0,2 2 0,0-1 0,2 2 0,-20 38 1,-1 6-2189,12-27-4295,22-37 5653,0 0-1,0 0 1,0 0-1,0 0 1,0 0-1,-1 0 0,1 0 1,0 0-1,0 0 1,0 0-1,0 0 1,0 0-1,0-1 1,0 1-1,0 0 1,0-1-1,0 1 1,0-1-1,0 1 0,-1-1 1,2-1-1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2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2001,'-1'2'5247,"7"2"-4185,1-5-310,-6 1-594,1-1 0,-1 1 0,1 0 1,-1 0-1,1 0 0,-1 0 0,1 0 1,-1 0-1,1 1 0,-1-1 0,0 0 1,1 1-1,-1-1 0,1 1 1,-1-1-1,2 2 0,30 9 841,0-2 0,0-1 0,1-1 0,40 2 0,-58-7-872,11 1 139,-16-2-188,-1 0-1,0 0 1,1 1-1,13 4 1,-25-6-72,1 0 1,0 0-1,0 1 0,0-1 0,-1 0 1,1 0-1,0 0 0,0 0 0,0 0 1,-1 0-1,1 0 0,0 0 0,0 1 1,0-1-1,0 0 0,-1 0 1,1 0-1,0 0 0,0 1 0,0-1 1,0 0-1,0 0 0,0 0 0,0 1 1,-1-1-1,1 0 0,0 0 0,0 0 1,0 1-1,0-1 0,0 0 1,0 0-1,0 0 0,0 1 0,0-1 1,0 0-1,0 0 0,0 1 0,0-1 1,0 0-1,0 0 0,1 0 0,-1 1 1,0-1-1,0 0 0,0 0 1,0 0-1,0 1 0,0-1 0,1 0 1,-1 0-1,0 0 0,0 0 0,0 0 1,0 1-1,1-1 0,-1 0 0,0 0 1,0 0-1,0 0 0,1 0 0,-1 0 1,0 0-1,0 0 0,1 0 1,-70 30 957,41-17-271,0-1-1,-38 9 0,-21-3 722,79-16-1089,-17 5 111,24-6-251,1 0 0,-1-1 1,0 1-1,0 0 0,0 0 0,1 0 0,-1 0 0,0 0 0,1 0 0,-1 0 1,1 0-1,-1 0 0,1 0 0,0 0 0,-1 0 0,1 2 0,5-3 322,15 2-247,0 1-1,-1 1 1,24 8-1,13 2-190,95 12-332,19 5-647,-162-29 853,62 19-420,-66-19 455,1-1-1,-1 2 1,0-1-1,0 0 0,0 1 1,0 0-1,0 0 1,-1 0-1,0 0 0,1 0 1,-1 1-1,4 5 1,-7-8 31,1-1 1,-1 1 0,0 0-1,1 0 1,-1-1 0,0 1 0,1 0-1,-1 0 1,0 0 0,0 0-1,0-1 1,0 1 0,1 0 0,-1 0-1,0 0 1,-1 0 0,1 0 0,0 0-1,0-1 1,0 1 0,0 0-1,-1 0 1,1 0 0,0-1 0,-1 1-1,1 0 1,-1 0 0,0 1-1,-20 13 426,15-11-284,-16 8 413,-2 0 0,0-1 0,0-2 1,-47 13-1,35-12 70,-66 18 765,-156 23 0,137-38-4722,4-9-5143,74-4-6061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 1121,'-2'-2'4547,"9"-3"-3345,-4 4 67,9-4-1074,-6 4 3082,0 0 3680,0 8-4489,20-3-1323,-1-2-1,41 0 1,-64-2-1164,52 0 757,23 1-3770,-56-2 93,1 0 0,28-5-1,-34-2-2382,11-4 346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 80,'-33'7'7283,"33"-14"-3201,33 7-1921,-1-8-560,1 8 240,-33 8-320,33-8-241,-1 7-239,66-1-81,33 8-640,-7 7-2881,-26-8-5123,-33 1-2080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6 320,'0'-6'6963,"0"12"-5682,0 1 0,0 7-161,-32 49 1201,-66 26 160,32-8-1360,-31-10-321,31-3 0,1 7-239,0-12-401,32-9-720,7-13-1441,26-14-3202,26-27-3681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2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21 1361,'-1'2'280,"1"0"-1,0-1 1,-1 1 0,1 0 0,-1-1 0,0 1 0,0 0 0,1-1 0,-1 1 0,0-1 0,0 1 0,-1-1 0,1 0 0,0 1 0,0-1 0,-3 2 0,-32 22 2578,18-13-1111,-50 29 1832,43-27-2330,0 1 1,1 1 0,-25 21-1,38-26-714,0-2 309,0 1 1,-15 20-1,25-29-804,1 0 1,-1-1-1,1 1 0,-1 0 0,1-1 0,0 1 0,-1 0 1,1-1-1,0 1 0,0 0 0,0 0 0,-1-1 0,1 1 1,0 0-1,0 0 0,0-1 0,0 1 0,0 0 0,1 0 1,-1-1-1,0 1 0,0 0 0,0 0 0,1-1 1,-1 1-1,0 0 0,1 0 0,-1-1 0,0 1 0,1-1 1,-1 1-1,1 0 0,-1-1 0,1 1 0,-1-1 0,2 1 1,27 13 460,-6-8-432,0-1 1,1-1-1,-1-1 0,45 0 1,-54-3-61,-1-1 1,1-1 0,-1 0-1,1-1 1,-1-1 0,0 0 0,0 0-1,-1-1 1,1-1 0,15-10-1,-26 15-9,15-9 25,-1 0-1,-1-1 1,1 0-1,-2-2 1,25-25-1,-38 34-51,1 1 0,-1 0 0,0 0 1,0-1-1,0 1 0,-1 0 0,1-1 0,-1 1 0,0-1 0,0 1 0,0-1 1,0 1-1,-1-6 0,-1-9-904,2-22-3491,0-2-6110,0 41 10279,0 0-1,0 0 1,0 0 0,0 1-1,1-1 1,-1 0-1,0 0 1,0 0-1,0 0 1,1 1-1,-1-1 1,0 0-1,1 0 1,-1 1 0,1-1-1,-1 0 1,2-1-1,25-18-3721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2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0 800,'-6'0'2655,"-22"3"678,0 1 1,1 2 0,-40 12-1,33-8-2007,8-3 0,0 1 1,0 1-1,-39 21 1,50-21-1000,1 0 0,0 1 0,0 1 1,1 0-1,0 1 0,1 0 0,-11 15 1,19-22-200,0 1 0,1 0 0,0 0 0,0 0 0,0 1 0,-3 11 0,-6 14 336,5-17-307,6-14-136,0 1 1,0-1 0,0 1-1,0-1 1,1 1 0,-1-1 0,1 1-1,-1-1 1,1 1 0,0-1-1,-1 4 1,2-3-10,-1-1 0,1 0 0,0 0 0,-1 0-1,1 0 1,0 1 0,0-1 0,-1 0 0,1 0 0,0 0-1,0-1 1,0 1 0,0 0 0,1 0 0,-1 0-1,0-1 1,0 1 0,0-1 0,3 2 0,28 9 95,1-10-54,-21-2-49,-1-1 1,1 0-1,-1-1 1,1 0-1,-1-1 1,0 0-1,0-1 0,0 0 1,-1 0-1,0-1 1,0-1-1,0 0 1,-1 0-1,0-1 1,-1 0-1,1-1 1,10-14-1,0 1-690,-14 18 361,-1-1 1,0 1-1,0 0 0,-1-1 0,1 0 0,-1 0 0,0 0 1,0 0-1,-1-1 0,0 1 0,0-1 0,0 1 1,0-1-1,-1 0 0,1-6 0,-2-4-1800,0-6-1823,0 7-2851,-5 15 2117,-23 5 546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2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294 196 880,'-2'-5'9443,"2"4"-9356,1 1 0,-1 0 0,0-1 0,0 1 0,0-1 0,0 1 0,0 0 0,0-1 0,0 1 0,1-1 0,-1 1 0,0 0 0,0-1 0,1 1 0,-1 0 0,0-1 0,0 1 0,1 0 0,-1 0 0,0-1 0,1 1 0,-1 0 0,1 0 0,-1 0 0,0-1 0,1 1 0,6-3 518,0-1-1,-1 0 0,1 0 0,-1-1 0,0 0 0,10-10 0,24-43 719,-33 47-1279,0 0 0,1 0 0,0 0 0,0 1 0,12-9 0,-16 11-65,-4 8 26,0 0 1,0 0 0,0 0 0,-1 0-1,1 0 1,0 0 0,0 0 0,0 0-1,0 0 1,0 0 0,0 0 0,0 0-1,0 0 1,-1 0 0,1 0 0,0 0 0,0 0-1,0 0 1,0 0 0,0 0 0,0 0-1,0 0 1,0 0 0,-1 0 0,1 0-1,0 0 1,0 0 0,0 0 0,0 0-1,0 0 1,0 0 0,0 0 0,0 0-1,-1 0 1,1 0 0,0 0 0,0 0 0,0 0-1,0 0 1,0 0 0,0-1 0,0 1-1,0 0 1,0 0 0,0 0 0,0 0-1,0 0 1,0 0 0,0 0 0,-1 0-1,1 0 1,0-1 0,0 1 0,0 0-1,0 0 1,0 0 0,0 0 0,0 0 0,0 0-1,0 0 1,0-1 0,1 1 0,-1 0-1,-38 24 1048,1 2 1,-34 32-1,64-53-918,-14 14 419,1 1-1,1 1 0,-26 36 1,9-10 113,24-34-504,0-1 0,-1 0 0,-15 11 0,19-17-180,0 1 0,0 0 0,1 0 0,0 1 0,0 0-1,1 1 1,0 0 0,1 0 0,-11 19 0,17-27-56,-1 0 0,1 0 0,-1 1 0,1-1 0,-1 0 0,1 0 0,0 1 0,-1-1 0,1 0 0,0 1 0,0-1 0,0 0 0,0 0 0,0 1 0,0-1 0,1 0 1,-1 1-1,0-1 0,1 0 0,-1 0 0,1 1 0,-1-1 0,1 1 0,1-1-188,-1 1 1,1-1-1,-1 0 0,1-1 0,0 1 1,-1 0-1,1 0 0,0-1 1,-1 1-1,1-1 0,0 1 1,0-1-1,-1 0 0,1 0 1,0 0-1,0 0 0,2 0 1,56-5-8144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2721,'3'3'6835,"-4"-2"-6657,1 0-1,0 0 1,-1 0-1,1 0 1,-1-1 0,0 1-1,1 0 1,-1 0-1,0 0 1,1-1-1,-1 1 1,0 0 0,0-1-1,0 1 1,1-1-1,-1 1 1,-2 0 0,-59 35 4436,32-19-1986,0 1 0,-53 44 1,-15 27 159,94-86-2686,1 0 0,0 0 0,0 0 1,0 1-1,0-1 0,0 1 0,1 0 1,0 0-1,0 0 0,0 0 0,0 0 1,1 0-1,-1 0 0,1 0 1,0 1-1,0-1 0,1 1 0,-1-1 1,1 1-1,0 5 0,0-7-68,0-1-1,1 1 1,-1-1 0,0 1-1,1-1 1,-1 1 0,1-1-1,0 0 1,0 1-1,0-1 1,0 0 0,0 0-1,0 1 1,1-1 0,-1 0-1,1 0 1,-1 0-1,1-1 1,0 1 0,3 2-1,1 0-53,0 0 1,1-1-1,-1 0 0,0-1 0,11 4 0,4 1 7,-8-2-40,1 0 1,0-1 0,0 0-1,0-1 1,0-1-1,1 0 1,-1-1 0,0 0-1,1-1 1,-1-1-1,1 0 1,-1-1-1,24-7 1,-33 8 15,-1-1-1,0 0 1,1 0-1,-1 0 1,0 0-1,0-1 1,0 0 0,0 1-1,-1-1 1,1-1-1,-1 1 1,4-4-1,9-10-35,-12 13 1,-1 0-1,1-1 1,-1 1 0,0-1 0,0 0 0,0 0-1,-1 0 1,1-1 0,-1 1 0,-1 0 0,1-1-1,-1 0 1,0 1 0,0-1 0,0 0 0,-1 1-1,0-1 1,0 0 0,-1 0 0,1 1 0,-1-1-1,-2-6 1,0 1-666,0 0 0,-1 0 0,0 0 0,-7-14 0,5 15-1252,0 0-1,0 0 1,-16-17-1,-11-4-7520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84 1361,'4'-12'5045,"11"6"-3465,-7 3-562,4-6 1113,-10 8-1993,0 0-1,0-1 1,0 1-1,-1 0 1,1 0-1,1 1 0,-1-1 1,0 0-1,0 1 1,0-1-1,0 1 0,0-1 1,3 1-1,-3 0-95,21-4 1191,45-12 0,-55 12-983,-1 1-1,1 0 1,0 1-1,26-2 1,2 1 50,-24 1-257,0 1 0,0 0 1,0 1-1,0 1 0,0 1 1,0 0-1,26 8 0,-40-9-37,0 0-1,0 1 1,0-1-1,0 1 1,0 0 0,0 0-1,-1 0 1,1 0-1,-1 1 1,1-1-1,3 5 1,17 16 21,-20-21-13,0 1 1,-1 0-1,1-1 1,0 1 0,-1 0-1,0 1 1,0-1-1,1 0 1,-2 1 0,1-1-1,0 1 1,-1-1-1,0 1 1,0 0 0,0-1-1,0 1 1,0 0-1,-1 0 1,0 0 0,0 0-1,0 0 1,0-1-1,0 1 1,-1 0-1,0 0 1,0 0 0,0-1-1,0 1 1,-1 0-1,1-1 1,-4 6 0,-2 0 33,-2 0 0,1 0 1,-1 0-1,-1-1 0,-11 8 1,-55 35 288,52-37-248,-1-1 1,0-1-1,-1-1 0,-36 10 1,-5 1 156,41-12-53,-2-1 0,1-1 0,-1-2-1,-1-1 1,1-1 0,-1-1 0,1-2 0,-1-1 0,0-1-1,-49-9 1,65 9-74,6 0-88,1 0 0,-1 0 1,0 0-1,1-1 1,-13-5-1,19 7-31,-1 0 0,1 0 1,0-1-1,0 1 0,-1 0 0,1 0 1,0-1-1,0 1 0,0 0 0,-1 0 1,1-1-1,0 1 0,0 0 0,0-1 1,0 1-1,0 0 0,0-1 0,0 1 0,-1 0 1,1-1-1,0 1 0,0 0 0,0-1 1,0 1-1,0 0 0,1-1 0,-1 1 1,0 0-1,0-1 0,0 1 0,0 0 1,0-1-1,0 1 0,0 0 0,1-1 0,-1 1 1,0 0-1,0 0 0,1-1 0,-1 1 1,0 0-1,0 0 0,1-1 0,-1 1 1,0 0-1,0 0 0,1 0 0,-1 0 1,1-1-1,17-10 53,-16 10-25,4-3-16,1 0 0,-1 0-1,1 1 1,0-1 0,0 2-1,0-1 1,0 1 0,1 0-1,-1 0 1,1 1 0,-1 0-1,1 1 1,12 0 0,10 1 22,1 1 1,35 9-1,23 8 606,132 48 1,-97-16 132,-120-50-731,0 1-1,-1 0 0,1 0 0,-1 0 1,1 1-1,-1-1 0,0 1 0,0 0 0,0-1 1,3 5-1,-6-6-65,1 1 0,-1-1 0,1 0 0,0 0 0,0 0 0,-1 0 0,1 0 0,0 0 0,0 0 0,0 0 0,0 0 0,0 0 0,0 0 0,0-1 0,1 1 0,-1 0 0,0-1 0,0 1 0,1-1 0,-1 1 0,0-1 0,3 1 0,-2-2-377,0 1 1,1-1 0,-1 0-1,0 0 1,0 0 0,0 0 0,0 0-1,0 0 1,0-1 0,2-1-1,15-9-2167,-16 10 2129,0 1 0,0-1 0,0 0 0,0 0 0,-1 0 0,1-1 0,-1 1 0,1-1 0,-1 1 0,0-1 0,2-3-1,6-13-4202,13-35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255 280 1601,'-15'6'3668,"2"-2"1580,13-4-5204,0 0 0,-1-1 0,1 1 0,0 0-1,0 0 1,-1 0 0,1 0 0,0-1-1,0 1 1,-1 0 0,1 0 0,0-1-1,0 1 1,-1 0 0,1-1 0,0 1-1,0 0 1,0 0 0,0-1 0,0 1 0,0 0-1,-1-1 1,1 1 0,0 0 0,0-1-1,0 1 1,0 0 0,0-1 0,0 1-1,0 0 1,0-1 0,0 1 0,1-1-1,0 0-20,-1 0 0,1 0 0,0 0 0,0 0 0,0 0-1,0 0 1,0 1 0,0-1 0,0 0 0,1 1-1,-1-1 1,0 1 0,0-1 0,0 1 0,1-1 0,-1 1-1,0 0 1,0 0 0,1-1 0,1 1 0,-1 0 84,2-3 71,1 1 0,-1-1 0,0 0 0,0 0 0,0-1 0,0 1 0,0-1 0,-1 0 0,0 0 0,0 0-1,5-9 1,13-15 369,4-1-50,-10 13-125,0 0 1,22-37-1,-35 49-205,-1 0 1,0 0-1,0-1 1,0 1 0,0 0-1,-1-1 1,0 1-1,0-1 1,0 1 0,0 0-1,-1-1 1,0 1-1,1-1 1,-2 1-1,-1-5 1,-14 25 863,1 1 0,-24 31 1,-12 12 516,-2-12-627,51-44-868,0 0 0,1 1 0,-1-1 0,1 0 0,0 1 0,-2 7 1,3-8-34,0 0 1,0-1 0,-1 1 0,0 0 0,1-1 0,-1 1 0,-1-1 0,-3 6 0,-30 26 637,-1-1 0,-53 36 0,88-68-616,-1 0 0,1 0 1,0 0-1,-1 0 0,1 0 0,0 0 0,0 1 1,0-1-1,1 1 0,-1-1 0,1 1 0,-3 5 1,3-2 41,-1 0 0,2 1 0,-1-1 0,1 0 1,0 9-1,0-14-86,0-1 0,0 0 0,0 1 1,0-1-1,0 1 0,0-1 0,0 0 0,1 1 1,-1-1-1,0 1 0,0-1 0,0 0 0,1 1 1,-1-1-1,0 0 0,1 1 0,-1-1 0,0 0 1,0 0-1,1 1 0,-1-1 0,0 0 0,1 0 1,-1 0-1,1 1 0,-1-1 0,0 0 0,1 0 1,-1 0-1,1 0 0,-1 0 0,0 0 0,1 0 1,-1 0-1,1 0 0,0 0 0,27 8-41,0-2-1,1-1 1,33 2 0,-29-6-369,1-2-1,0-1 1,0-2 0,-1-1 0,0-1 0,0-2-1,0-2 1,-1-1 0,32-15 0,-59 23 333,92-46-1399,-87 44 1316,-1-2-1,1 0 1,-1 0 0,0 0 0,0-1 0,-1-1-1,11-13 1,-13 0 20,-6 22 159,0 0 0,0-1 0,0 1 0,1-1 0,-1 1 0,0 0-1,0-1 1,0 1 0,0-1 0,0 1 0,0 0 0,-1-1 0,1 1 0,0-1 0,0 1 0,0 0 0,0-1 0,0 1-1,-1-1 1,1 1 0,0 0 0,0-1 0,0 1 0,-1 0 0,1 0 0,0-1 0,-1 1 0,1 0 0,0-1 0,-1 1-1,1 0 1,0 0 0,-1 0 0,1-1 0,-1 1 0,-37 17 863,-234 147 4470,244-143-5152,2 0 1,0 2 0,2 1 0,0 1 0,2 1 0,0 1 0,2 1 0,2 0-1,0 2 1,-14 33 0,24-47-363,1 0-1,1 1 0,-4 18 1,8-27-175,0-1 1,1 0 0,0 1-1,1-1 1,0 1 0,0-1-1,0 0 1,1 1 0,2 9-1,-2-15-9,-1 1 0,1-1 0,0 1 0,0-1 0,0 0 0,1 0 0,-1 0 0,0 0 0,1 0 0,-1 0 0,1 0 0,0 0 0,0 0 0,0-1 0,0 1 0,0-1 0,0 1 0,0-1 0,0 0 0,0 0 0,3 1 0,8 2-2142,1-1 1,-1-1 0,0 0 0,16-1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8:3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1326 1 80,'0'0'2881,"-5"0"-39,4 0-2363,-14-1 345,15 1-641,0 0 1,-1 0-1,1 0 0,-1 0 0,1 0 0,-1 0 1,1 0-1,-1 0 0,1 0 0,-1 1 1,1-1-1,0 0 0,-1 0 0,1 0 1,-1 1-1,1-1 0,-1 0 0,1 0 0,0 1 1,-1-1-1,1 0 0,0 1 0,-1-1 1,1 0-1,0 1 0,0-1 0,-1 1 1,1-1-1,0 0 0,0 1 0,0-1 0,-1 1 1,0 0 64,0 0 0,0 0 0,0 0 0,0-1 0,0 1 0,-1 0 0,1-1 1,0 1-1,-1-1 0,1 1 0,0-1 0,-1 0 0,1 0 0,0 1 0,-1-1 1,1 0-1,-1 0 0,1 0 0,-2-1 0,4 1-75,0 0-99,0 0 1,0 0-1,0 0 0,1 0 0,-1 0 0,0 0 0,0 1 1,0-1-1,0 0 0,0 0 0,0 1 0,1-1 0,-1 1 1,0-1-1,0 1 0,0 0 0,0-1 0,-1 1 1,1 0-1,0 0 0,0-1 0,0 1 0,-1 0 0,2 2 1,-1-2-38,-1 0 0,0 0 0,0 1 1,1-1-1,-1 0 0,1 0 1,-1 0-1,1 0 0,-1 0 0,1 0 1,0 0-1,0 0 0,-1 0 1,1 0-1,0 0 0,0-1 0,0 1 1,0 0-1,0 0 0,0-1 1,0 1-1,0-1 0,0 1 1,2 0-1,5 3 98,5 8 170,-11-10-285,0 0-1,0 0 1,0-1-1,1 1 0,-1-1 1,0 0-1,1 1 1,4 0-1,-5-1-8,0 0 0,0-1 0,-1 1 0,1 0 0,0 0 0,0 0 0,-1 1-1,1-1 1,0 0 0,-1 0 0,1 1 0,-1-1 0,0 1 0,1 0 0,-1-1 0,1 4 0,0-1 21,-1 0 0,-1 0 1,1 0-1,-1 0 0,1 0 1,-1 1-1,-1 3 0,1 1 31,0-6-24,0 1 0,0-1 1,-1 0-1,0 0 0,1 0 0,-1 0 1,0 0-1,-1-1 0,1 1 0,0 0 1,-1 0-1,0-1 0,1 1 0,-1-1 1,0 1-1,0-1 0,0 0 0,-1 0 1,1 0-1,0 0 0,-1 0 0,0-1 1,1 1-1,-1-1 0,-5 3 0,-5 3 181,-50 27 1192,52-30-1143,1 1 1,0 1-1,0 0 1,0 0-1,-12 11 0,20-15-183,-6 6 365,-1-1 0,1 0 0,-1 0 1,-1-1-1,1 0 0,-1 0 0,-17 6 0,21-11 216,12-1-827,82 12-133,-45-4 333,-30-7-17,28 4 6,-39-4-32,1-1 0,-1 1 0,0 0 0,1-1 0,-1 1 0,1 0 0,-1 0 0,0 1 0,0-1 0,0 1 0,0-1 0,4 4 0,-6-4 4,1 1 0,0-1-1,-1 0 1,1 1-1,-1-1 1,0 1 0,0 0-1,1-1 1,-1 1 0,0-1-1,0 1 1,0-1 0,0 1-1,-1-1 1,1 1-1,0-1 1,-1 1 0,1-1-1,-1 1 1,0 2 0,-5 9 30,0 1 0,0-1-1,-1 0 1,0-1 0,-2 1 0,1-1 0,-1-1 0,-1 0 0,0 0 0,0-1 0,-1 0 0,-1-1 0,0 0 0,-17 9 0,-19 9-173,-2-2 1,-87 30 0,-216 51-3944,6-35-5223,113-33-2097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28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34 531 3682,'5'8'1743,"-2"-4"-936,0 0 1,-1 1 0,0-1 0,0 1-1,3 8 1,-5-12-723,0-1 0,0 1 1,0 0-1,0-1 0,0 1 0,0 0 0,0-1 0,0 1 1,-1 0-1,1-1 0,0 1 0,0 0 0,-1-1 0,1 1 0,0 0 1,-1-1-1,1 1 0,0-1 0,-1 1 0,1-1 0,-1 1 0,1-1 1,-1 1-1,1-1 0,-1 1 0,0-1 0,1 0 0,-1 1 1,1-1-1,-1 0 0,0 0 0,1 1 0,-1-1 0,0 0 0,1 0 1,-1 0-1,0 0 0,1 0 0,-1 0 0,0 0 0,1 0 0,-1 0 1,0 0-1,0 0 0,1 0 0,-2-1 0,2 1-50,-1 1 1,0-1-1,0 0 0,0 0 0,0 0 0,0 0 0,0 0 0,0 0 1,0 0-1,0 0 0,0 0 0,0-1 0,0 1 0,0 0 0,0-1 1,0 1-1,1 0 0,-1-1 0,0 1 0,-1-2 0,17-5 481,-10 6 324,-10 2-92,-1 1-510,-15 3 1391,21-2-105,0-3-1461,0 0 0,-1 1 0,1-1 0,0 0 0,0 0 0,0 1 0,0-1 0,0 0 1,0 0-1,0 1 0,0-1 0,0 0 0,0 0 0,0 1 0,0-1 0,0 0 0,0 0 0,0 1 1,0-1-1,0 0 0,0 1 0,0-1 0,0 0 0,1 0 0,-1 0 0,0 1 0,0-1 0,0 0 1,0 0-1,0 1 0,1-1 0,-1 0 0,0 0 0,0 0 0,0 0 0,1 1 0,-1-1 0,0 0 1,0 0-1,1 0 0,-1 0 0,0 0 0,0 0 0,1 0 0,-1 0 0,0 0 0,0 0 0,1 0 0,13-1 411,0-1 0,0 0-1,0-1 1,0-1-1,-1 0 1,0-1-1,1 0 1,-2-1-1,19-11 1,-25 13-275,1-1-1,-1-1 1,0 1 0,0-1 0,5-7-1,23-21 584,3 9-265,-23 17-220,-1-2 0,1 1 0,-2-2-1,18-16 1,-23 18-71,-4 5-193,-1 1-1,1 0 1,-1 1-1,1-1 1,0 0-1,6-4 1,-9 7-33,1 0 0,-1 0 0,0 0 0,0 0 0,1 0 0,-1 0 1,0 0-1,0 0 0,0 0 0,1 0 0,-1-1 0,0 1 0,0 0 1,0 0-1,0 0 0,1 0 0,-1-1 0,0 1 0,0 0 0,0 0 0,0 0 1,0-1-1,0 1 0,1 0 0,-1 0 0,0 0 0,0-1 0,0 1 1,0 0-1,0 0 0,0-1 0,0 1 0,0 0 0,0 0 0,0-1 1,0 1-1,0 0 0,0 0 0,0 0 0,0-1 0,0 1 0,-1 0 0,1 0 1,0-1-1,0 1 0,0 0 0,0 0 0,0 0 0,0-1 0,-1 1 0,1 0 0,0 0 0,0 0 0,0 0 0,0 0 0,0 0 0,0 0 0,0 0 0,0 0 0,0 0 0,0-1 0,0 1 0,0 0 0,0 0 0,0 0 0,0 0 0,0 0 0,0 0 0,0 0 0,0 0 0,0-1 0,0 1 0,0 0 0,0 0 0,0 0 0,0 0 0,0 0 0,0 0 0,0 0 0,0 0 0,0 0 0,0-1 0,0 1 0,0 0 0,0 0 0,1 0 0,-1 0 0,0 0 0,0 0 0,0 0 0,0 0 0,0 0 0,0 0 0,0 0 0,0 0 0,0 0 0,0 0 0,1 0 0,-1 0 0,0 0 0,0 0 0,0 0 0,0 0 0,0 0 0,0 0 0,0 0 0,0 0 0,1 0 0,-1 0 0,0 0 0,0 0 0,32-5-1,32 0 1,8-1 0,139-29 0,-191 28 0,0 0 0,-1-2 0,0 0 0,0-1 0,29-21 0,9-5 0,-22 14 0,-1-1 0,33-29 0,-45 39 0,-22 13 0,0 0 0,1-1 0,-1 1 0,1 0 0,-1 0 0,0 0 0,1 0 0,-1-1 0,0 1 0,1 0 0,-1 0 0,0-1 0,1 1 0,-1 0 0,0 0 0,1-1 0,-1 1 0,0 0 0,0-1 0,0 1 0,1 0 0,-1-1 0,0 1 0,0-1 0,0 1 0,0 0 0,0-1 0,0 1 0,0-1 0,1 1 0,-1 0 0,0-1 0,3-5 0,51-28 0,-52 32 0,0 0 0,1 0 0,-1 0 0,1 0 0,-1 0 0,1 1 0,0-1 0,-1 1 0,6-2 0,-5 2 0,-36 56 0,16-31-762,-1-1 0,0 0 0,-25 22-1,-74 59-8428,112-100 8753,-33 27-14689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222 152 480,'1'-1'50,"-1"0"-1,1 0 1,-1-1-1,1 1 1,0 0 0,-1 0-1,1 0 1,0 0-1,0 1 1,0-1-1,0 0 1,0 0-1,0 0 1,0 1-1,0-1 1,0 0 0,0 1-1,0-1 1,0 1-1,0 0 1,1-1-1,1 1 1,1-2 211,20-14 1254,-17 11-1043,2-1-1,-1 1 1,15-6-1,-5 4 443,0-1 0,0-1 0,21-15-1,-36 22-652,0-1 0,0 0-1,1 1 1,-1 0 0,1-1-1,6-1 1,-8 3-165,3-7 552,-5 8-626,0 0-1,0 0 0,0-1 0,0 1 0,0 0 1,0 0-1,0 0 0,0-1 0,1 1 0,-1 0 1,0 0-1,0-1 0,0 1 0,0 0 0,0 0 1,0 0-1,1-1 0,-1 1 0,0 0 1,0 0-1,0 0 0,0 0 0,1-1 0,-1 1 1,0 0-1,0 0 0,0 0 0,1 0 0,-1 0 1,0 0-1,0 0 0,1 0 0,-1 0 0,0 0 1,0-1-1,0 1 0,1 0 0,0 0 113,1 1-67,-1-1 0,1 0-1,-1 0 1,1 0 0,0 0-1,-1-1 1,1 1 0,-1 0-1,1-1 1,-1 1 0,0-1-1,1 1 1,-1-1 0,1 1-1,1-3 1,-3 2 413,-5 2-66,-17 3-41,17-3-106,5 15 360,-1-15-611,1 1 1,0 0-1,-1 0 1,1 0-1,-1-1 1,1 1-1,-1 0 1,0-1-1,0 1 0,0-1 1,0 1-1,0-1 1,0 1-1,0-1 1,0 0-1,-1 1 1,1-1-1,-3 2 1,-10 11 83,10-8-56,-1 1 0,1 0 0,1 0-1,0 1 1,0-1 0,-4 16 0,5-15-17,0-1-1,-1 1 1,0 0 0,0-1-1,-1 0 1,0 0 0,0 0 0,-7 9-1,6-9-25,0 0 0,1 0-1,-1 1 1,2-1 0,-1 1 0,1 0-1,-4 14 1,4-11-9,0-1-1,-1 0 1,0-1-1,0 1 1,-1-1-1,-7 10 1,2-5-2,-10 11 53,1 2 1,-25 47-1,38-59-174,-8 14 113,-1 0 1,-26 38-1,35-59-410,0 0 0,-1-1 0,0 1 0,-14 10 0,15-15-227,1 1 0,0-1 0,-1 0 1,0 0-1,0-1 0,0 1 0,0-1 1,-8 1-1,8-2-4708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1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379 166 80,'0'2'151,"0"-1"0,0 1 0,-1-1 0,1 1 0,-1-1 0,1 0 0,-1 1 0,1-1 0,-1 1 0,0-1 0,0 0 0,1 0-1,-1 0 1,0 1 0,0-1 0,0 0 0,0 0 0,-1 0 0,1 0 0,0-1 0,0 1 0,-1 0 0,1 0 0,-2 0 0,-43 15 1637,16-7-280,-23 7 313,41-14-1471,0 1 1,1 1 0,0 0 0,-20 10 0,-15 12 330,33-20-516,0 1 0,0 1 1,1 0-1,-22 19 0,33-26-152,-1 0 0,1 0-1,0 0 1,-1 0-1,1 0 1,0 0 0,0 0-1,0 0 1,0 0-1,0 1 1,0-1 0,0 1-1,0-1 1,1 0 0,-1 1-1,1-1 1,-1 1-1,1-1 1,-1 1 0,1 0-1,0-1 1,-1 1 0,1-1-1,0 1 1,0 0-1,1-1 1,-1 1 0,0-1-1,0 1 1,1-1 0,-1 1-1,1 0 1,-1-1-1,1 0 1,0 1 0,-1-1-1,1 1 1,0-1 0,1 2-1,4 8 44,-5-7-35,1 0 0,0 0 1,0 0-1,0 0 1,1 0-1,0-1 1,-1 1-1,1-1 0,4 4 1,-1-4-4,0 1-1,0-1 1,0 0-1,1-1 1,11 4 0,25 7 10,1-3-1,0-1 1,1-3 0,-1-1 0,1-2 0,0-3 0,48-4 0,-41-2 23,-2-1 1,1-2 0,-1-3 0,0-2-1,93-40 1,-105 36 102,-1-2-1,0-2 0,38-30 1,-56 37-84,-1-1 1,0-1-1,-1-1 1,-1 0-1,0-1 1,19-32-1,-31 45-33,0-1 0,0 1 0,-1-1-1,0 0 1,0 0 0,-1 0 0,2-10 0,-4 15-20,0 0 0,0 0 1,0-1-1,0 1 1,0 0-1,-1 0 1,1 0-1,-1 0 1,1 0-1,-1-1 1,0 1-1,0 0 0,0 0 1,0 1-1,0-1 1,0 0-1,-1 0 1,1 1-1,-1-1 1,1 0-1,-1 1 1,0-1-1,1 1 0,-1 0 1,0 0-1,0 0 1,0 0-1,-2-1 1,-13-5-99,1 1 0,-1 1 0,-1 0 0,1 2 0,0 0 1,-1 1-1,0 0 0,1 2 0,-29 1 0,-24 5-2463,-73 16 1,13 4-2553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836 113 1040,'0'-1'155,"-1"0"-1,1-1 0,0 1 1,-1 0-1,0 0 0,1-1 0,-1 1 1,0 0-1,1 0 0,-1 0 1,0 0-1,0 0 0,0 0 0,0 0 1,0 0-1,0 0 0,0 0 1,0 1-1,-1-1 0,1 0 0,0 1 1,-2-1-1,-2-1 373,0 0 0,0 0 0,0 1-1,1-1 1,-10 0 0,-16 1 63,1 1-1,-1 1 1,0 2 0,0 1-1,1 1 1,0 2-1,0 0 1,0 2 0,-27 13-1,40-15-440,0 0 1,0 2-1,-15 9 0,26-15-118,1 1 0,0-1-1,0 1 1,0 0 0,0 0 0,0 0-1,1 0 1,0 1 0,0-1-1,0 1 1,0 0 0,1 0 0,-3 8-1,4-10-8,0 1 0,1-1-1,-1 0 1,1 1 0,0-1-1,0 1 1,0-1 0,1 0-1,-1 1 1,1-1-1,0 0 1,0 1 0,0-1-1,0 0 1,1 0 0,-1 0-1,1 0 1,0 0 0,0 0-1,0 0 1,0-1 0,0 1-1,0-1 1,1 1-1,0-1 1,-1 0 0,4 2-1,8 6-2,1-1 0,0 0-1,32 12 1,-33-16-45,0 0 1,0-1-1,0 0 1,1-2 0,-1 1-1,1-2 1,0 0-1,0-1 1,20-2 0,-14 0 60,-1-1 1,-1-2 0,1 0-1,0-1 1,35-16 0,-48 19 1,0-1-1,0-1 1,0 1 0,-1-1 0,0 0 0,0-1-1,0 1 1,0-1 0,-1 0 0,0-1 0,0 1 0,-1-1-1,0 0 1,6-14 0,2 0 64,43-67 420,-52 84-475,-1 0 1,1-1-1,-1 1 1,0 0-1,0 0 1,0-1-1,0 0 1,-1 1 0,1-1-1,-1 0 1,-1 0-1,1 1 1,-1-1-1,0-7 1,-1 8 7,0 1 1,-1 0-1,1-1 1,-1 1-1,0 0 1,0 0 0,-1 0-1,1 0 1,0 0-1,-1 1 1,0-1-1,0 1 1,0-1-1,0 1 1,0 0-1,0 0 1,0 1-1,-6-3 1,1 0 10,0 0 0,0 1 0,-1 0 1,0 0-1,0 1 0,1 0 0,-1 1 1,0 0-1,-17 0 0,23 1-38,-1 0-1,1 0 0,-1 1 0,1-1 0,-1 1 1,1 0-1,-1 0 0,1 0 0,-1 0 1,1 1-1,0-1 0,0 1 0,0 0 1,0 0-1,0 0 0,0 0 0,0 1 1,1-1-1,-1 1 0,1-1 0,0 1 1,-1 0-1,1 0 0,1 0 0,-1 0 1,0 1-1,-1 2 0,3-2 17,-1-1 1,0 1-1,1-1 1,-1 1-1,1-1 1,0 0-1,0 1 1,0-1-1,1 1 1,-1-1-1,1 1 1,0-1-1,0 0 1,0 1-1,1-1 1,-1 0-1,1 0 0,3 5 1,2 3 49,1 0 1,1-1-1,14 13 0,-23-22-91,47 40 47,1-1 0,102 63 1,-41-31 15,-44-29-96,-36-25 12,-2 0 0,0 2-1,-1 1 1,-1 1 0,32 35-1,-54-54 17,-1 1 0,1-1-1,-1 1 1,0 0-1,0 0 1,0 0 0,0 0-1,-1 0 1,1 0 0,-1 0-1,0 0 1,0 1 0,-1-1-1,1 0 1,-1 1 0,0-1-1,0 0 1,-1 6 0,-1-5 5,0 1 0,0-1 0,0-1 0,0 1 0,-1 0 1,0-1-1,0 1 0,0-1 0,-1 0 0,1 0 1,-1 0-1,0 0 0,0-1 0,0 1 0,-1-1 0,-7 5 1,-21 8 240,-1-1 0,0-1 1,-1-2-1,-50 10 1,50-12-114,-130 29-419,0-7 0,-331 19 0,334-51-3486,58-12-3135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3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21 960,'-4'-12'4711,"-12"8"-3383,9 4-630,0-1 847,-12-2 1646,11 3-2866,0 1-1,0-1 1,0 2-1,0-1 0,-13 5 1,-37 9 928,-72 29 0,99-30-874,0 1 0,0 1 0,2 2 1,-42 32-1,26-13 372,1 2 0,2 1 1,-59 74-1,82-88-471,1 0-1,1 1 1,1 0 0,1 1 0,2 1-1,1 1 1,1 0 0,-10 47-1,19-69-352,1 0 0,0 0-1,0 0 1,1 0 0,0 0-1,1 0 1,1 10 0,-1-15-93,0 1 0,0 0 0,0-1 1,1 1-1,-1-1 0,1 1 1,0-1-1,0 1 0,0-1 1,1 0-1,-1 0 0,1 0 1,-1-1-1,1 1 0,0 0 0,0-1 1,0 0-1,4 2 0,4 1-674,-1-1 0,1 0-1,1 0 1,-1-2-1,0 1 1,1-1 0,-1-1-1,21 0 1,150-13-11116,-180 12 11866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33 259 480,'1'0'146,"-1"1"0,0-1 0,0 0-1,0 1 1,0-1 0,0 0 0,1 1-1,-1-1 1,0 0 0,0 1 0,1-1 0,-1 0-1,0 1 1,0-1 0,1 0 0,-1 0-1,0 0 1,1 1 0,-1-1 0,0 0-1,1 0 1,-1 0 0,0 0 0,1 1 0,-1-1-1,1 0 1,-1 0 0,0 0 0,1 0-1,-1 0 1,0 0 0,1 0 0,17-1 188,-13 1 351,7-1-95,0 0 0,-1 0 0,1-2 0,-1 1 1,1-2-1,-1 1 0,0-1 0,0-1 0,12-7 0,19-8 899,-31 16-1185,0-1 152,-1 1 0,1-2 1,-1 1-1,0-1 0,14-11 0,31-27 2332,-34 28-1577,0-1-1,-1-1 1,21-23-1,-41 39-1127,1 1 0,0-1 0,1 1 1,-1 0-1,0-1 0,0 1 0,1 0 0,-1-1 0,0 1 0,1 0 0,0 0 0,-1 0 0,1 0 1,-1 1-1,1-1 0,2 0 0,3-2 105,-2 1 74,-4 1-86,-12 13-121,-168 137-148,99-67 188,-8 8-137,61-68-135,13-11-303,1 1 0,0 0 1,1 0-1,0 2 1,1-1-1,-13 20 0,19-24-149,-17 34-3805,17-12-1521,5-7-1755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5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1121,'0'1'57,"0"0"1,0-1 0,0 1 0,0 0 0,0-1-1,1 1 1,-1 0 0,0-1 0,0 1 0,1 0-1,-1-1 1,0 1 0,0-1 0,1 1 0,-1-1 0,1 1-1,-1 0 1,1-1 0,-1 0 0,1 1 0,-1-1-1,1 1 1,-1-1 0,1 0 0,-1 1 0,1-1-1,0 0 1,-1 1 0,1-1 0,0 0 0,-1 0 0,1 0-1,-1 0 1,1 0 0,0 1 0,0-1 0,-1 0-1,1-1 1,0 1 0,-1 0 0,1 0 0,0 0 0,6 0 243,1 2 120,1-1 0,-1-1-1,0 1 1,1-1 0,-1 0-1,0-1 1,0 0 0,1 0-1,-1-1 1,0 0 0,0 0-1,12-7 1,-15 7-154,-4 2-149,-1 0-1,1 0 0,-1-1 1,0 1-1,1 0 0,-1-1 0,1 1 1,-1 0-1,0-1 0,1 1 0,-1-1 1,0 1-1,0-1 0,1 1 1,-1-1-1,0 1 0,0 0 0,0-1 1,0 1-1,0-1 0,1 1 0,-1-1 1,0 1-1,0-1 0,0 0 1,0 1-1,0-1 0,-1 1 0,1-1 1,0 1-1,0-1 0,0 1 1,0 0-1,0-1 0,-1 1 0,1-1 1,0 1-1,0-1 0,-1 1 0,1-1 1,0 1-1,-1 0 0,1-1 1,-1 1-1,1 0 0,0-1 0,-2 1 1,-89 7 3550,68-6-3188,19 0-173,4 3-227,0-3-187,91-7-453,-85 5 529,1 1 1,-1-2-1,0 1 0,0 0 0,0-1 0,-1 0 1,1-1-1,0 1 0,-1-1 0,1 0 1,-1-1-1,0 1 0,5-5 0,36-20-885,14-7-2059,-55 30 2027,-38 4-11003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702 1 1681,'4'16'3710,"-4"-15"-3618,1 0-1,0-1 1,0 1-1,-1 0 0,1-1 1,0 1-1,0 0 1,0-1-1,0 0 1,0 1-1,0-1 0,0 1 1,0-1-1,2 0 1,5 3 162,-3 4 300,-5-7-539,0 1-1,0-1 1,0 0 0,0 1 0,0-1-1,0 0 1,0 1 0,0-1-1,0 0 1,1 0 0,-1 1-1,0-1 1,0 0 0,0 0-1,0 1 1,0-1 0,1 0-1,-1 0 1,0 0 0,0 1-1,0-1 1,1 0 0,-1 0 0,0 0-1,0 1 1,1-1 0,-1 0-1,0 0 1,0 0 0,1 0-1,-1 0 1,0 0 0,1 0-1,21 6 293,-17-5-120,-5-1-180,0 0 0,0 1 0,0-1 0,0 1 1,0-1-1,1 1 0,-1-1 0,0 0 0,0 1 0,0-1 0,0 1 0,1-1 0,-1 0 1,0 1-1,1-1 0,-1 0 0,0 1 0,0-1 0,1 0 0,-1 0 0,0 1 1,1-1-1,-1 0 0,1 0 0,-1 0 0,0 1 0,1-1 0,-1 0 0,1 0 0,-1 0 1,0 0-1,1 0 0,-1 0 0,1 0 0,-1 0 0,1 0 0,-1 0 0,0 0 1,1 0-1,-1 0 0,1 0 0,-1 0 0,0 0 0,1-1 0,-1 1 0,1 0 1,-1 0-1,0 0 0,1-1 0,0 1 26,0-1 1,-1 1 0,1 0-1,0 0 1,0 0-1,0 0 1,-1-1-1,1 1 1,0 0-1,0 0 1,0 1 0,-1-1-1,1 0 1,0 0-1,0 0 1,0 0-1,-1 1 1,1-1-1,1 1 1,-2-2 46,0-5-53,-1 5 33,1 0-1,0 1 1,0-1 0,-1 0 0,1 0 0,-1 0 0,1 1 0,0-1-1,-1 0 1,0 1 0,1-1 0,-1 0 0,1 1 0,-1-1-1,0 1 1,1-1 0,-1 1 0,0-1 0,0 1 0,1 0-1,-1-1 1,0 1 0,0 0 0,0-1 0,1 1 0,-1 0 0,0 0-1,-1 0 1,-32-5 741,21 4-242,-22-2 578,0 1 0,0 2 0,-54 6 0,74-4-1025,0 0 0,0 1 0,0 0 0,1 2 1,0-1-1,0 2 0,0 0 0,0 0 0,-14 11 0,8-2-200,20-14 86,0-1 0,0 1 0,0 0 0,0-1 1,0 1-1,1-1 0,-1 1 0,0-1 0,0 1 0,0-1 1,1 0-1,-1 1 0,0-1 0,1 1 0,-1-1 1,0 1-1,1-1 0,-1 0 0,0 1 0,1-1 0,-1 0 1,1 1-1,-1-1 0,1 0 0,0 1 0,16 15 4,-12-13-2,0 0 0,0 1 0,0-2 0,0 1 0,1-1 0,-1 1 0,1-1 0,-1-1 0,11 3 0,3 1 0,2 9-26,32 5-152,-23-8-13,33 15-1,35 21-314,-96-47 511,0 0 1,-1 1-1,1-1 1,-1 1-1,1 0 1,-1 0-1,0-1 1,1 1 0,-1 0-1,0 0 1,0 0-1,1 0 1,-1 0-1,0 1 1,0-1-1,0 0 1,0 1 0,0-1-1,-1 0 1,1 1-1,0-1 1,-1 1-1,1-1 1,-1 1-1,1-1 1,-1 1-1,1 2 1,-2-1 28,-1 0-1,1 0 1,0 0-1,-1 0 1,0-1-1,1 1 1,-1-1 0,0 0-1,0 1 1,-1-1-1,1 0 1,0 0 0,-1 0-1,1 0 1,-1-1-1,0 1 1,1-1-1,-1 1 1,-4 0 0,-84 37 2093,-150 42 1,185-65-1556,-97 25 434,123-35-1701,0-1 0,-59 3 0,87-8 341,0 0 1,1 0 0,-1 0-1,0 0 1,0 0-1,0 0 1,0 0-1,1-1 1,-1 1-1,0-1 1,0 1-1,1-1 1,-3-1-1,26-6-9064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386 117 3282,'-157'-7'6109,"32"-6"-3548,124 12-2409,1 1 0,-1-1 0,0 1 0,1-1 0,0 1 0,-1-1 1,1 0-1,-1 1 0,1-1 0,0 0 0,-1 0 0,1 1 0,0-1 0,-1 0 0,1 0 0,0 1 0,0-1 0,0 0 0,0 0 0,0 1 0,0-1 0,0 0 0,0 0 1,0 1-1,0-1 0,1 0 0,-1-1 0,0 1-48,0 0-85,1 0 1,-1 0-1,0 1 0,0-1 1,0 0-1,1 0 0,-1 0 1,0 0-1,1 1 0,-1-1 1,1 0-1,-1 0 0,1 1 1,-1-1-1,1 0 0,0 1 1,-1-1-1,1 1 0,0-1 0,-1 1 1,1-1-1,0 1 0,0-1 1,0 1-1,-1 0 0,1-1 1,0 1-1,0 0 0,0 0 1,0-1-1,0 1 0,-1 0 1,2 0-1,5-1 58,-7 1-71,0 0 1,0 0 0,1 0-1,-1-1 1,0 1 0,1 0-1,-1 0 1,0 0 0,1 0 0,-1 0-1,0 0 1,0-1 0,1 1-1,-1 0 1,0 0 0,0 0-1,1-1 1,-1 1 0,0 0-1,0 0 1,0 0 0,1-1-1,-1 1 1,0 0 0,0-1-1,0 1 1,0 0 0,0 0-1,0-1 1,0 1 0,0 0-1,1-1 1,-1 1 0,0 0-1,0-1 1,0 1 0,0 0-1,0 0 1,-1-1 0,1 1-1,0 0 1,0-1 0,0 1-1,0 0 1,0-1 0,0 1-1,0 0 1,-1 0 0,1-1-1,0 1 1,0 0 0,0 0-1,-1-1 1,1 1 0,0 0-1,0 0 1,0 0 0,-1-1-1,1 1 1,0 0 0,-1 0-1,1 0 1,0 0 0,0 0-1,-1 0 1,1 0 0,0 0-1,-1-1 1,1 1 0,-11-2 6,-44-15 134,28 9-121,21 7-5,5 1-11,-1 0 0,1 0 0,-1 0 0,1 0 0,-1-1 1,1 1-1,0 0 0,-1-1 0,1 1 0,0-1 1,-1 1-1,1-1 0,0 0 0,-1 0 0,1 1 0,0-1 1,0 0-1,-2-2 0,3 2 163,6 1-106,30 0-138,0 2 0,65 11 0,165 49 57,-208-44 77,-1 3-1,84 42 0,-126-56 5,0 1 1,-1 0-1,0 1 1,-1 1-1,0 0 1,0 1-1,-1 0 0,-1 1 1,0 0-1,0 1 1,-1 0-1,-1 0 1,0 1-1,-1 1 1,-1-1-1,0 1 0,8 26 1,-8-21 119,-1-1-1,-1 1 1,-1 0 0,-1 1 0,0-1-1,-2 1 1,0-1 0,-4 35 0,-4-21 113,-2 0 0,-25 61 1,24-69-269,3-4-209,-2 0 0,-1 0 0,-1-1-1,0-1 1,-2 0 0,-29 35 0,-31 15-1637,59-58 1293,7-6 211,-3 4-762,-1-1 0,1 0 1,-2-1-1,-20 11 0,5-8-2814,0-2 0,-38 9-1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19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43 880,'0'0'1841,"6"1"-960,21 4 2160,-27-1-1146,0-7-1149,0 2 308,-23-2 230,-33-7 0,42 7-904,-8-2 675,-27-1 51,19 6-309,-70-1 2592,35-4-5160,65-3-6820,0 1 3562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2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99 580 400,'-1'1'104,"0"-1"0,1 1 0,-1 0 0,0 0 0,0-1 1,0 1-1,0 0 0,0-1 0,0 1 0,0-1 0,0 1 0,0-1 0,0 1 0,0-1 0,0 0 0,0 0 0,0 0 0,0 1 0,-1-1 0,1 0 0,0 0 0,0 0 0,0-1 1,-2 1-1,-30-2 2883,33 2-2906,-1-1-1,1 1 1,0 0-1,0 0 1,-1 0-1,1 0 0,0 0 1,0 0-1,-1 0 1,1-1-1,0 1 0,0 0 1,-1 0-1,1 0 1,0-1-1,0 1 1,0 0-1,-1 0 0,1-1 1,0 1-1,0 0 1,0 0-1,0-1 1,0 1-1,-1 0 0,1-1 1,0 1-1,0 0 1,0 0-1,0-1 1,0 1-1,0 0 0,0-1 1,0 1-1,0 0 1,0 0-1,0-1 0,0 1 1,1-1-1,-1 1-28,0 0-1,0-1 1,0 1-1,0 0 1,0 0-1,0-1 0,0 1 1,0 0-1,0 0 1,0-1-1,0 1 1,0 0-1,0-1 1,0 1-1,0 0 0,0 0 1,0-1-1,0 1 1,0 0-1,-1 0 1,1-1-1,0 1 1,0 0-1,0 0 1,0-1-1,-1 1 0,1 0 1,0 0-1,0 0 1,0-1-1,-1 1 1,1 0-1,0 0 1,0 0-1,-1 0 0,1 0 1,0 0-1,0-1 1,-1 1-1,1 0 1,0 0-1,-1 0 1,-2 0 172,2 0-169,0 1 0,0-1 0,0 0 0,0 0 0,0 0 1,0 0-1,0 0 0,0-1 0,-1 1 0,1 0 0,0 0 0,0-1 1,0 1-1,0 0 0,0-1 0,1 1 0,-1-1 0,0 1 0,0-1 0,0 0 1,0 1-1,0-1 0,0-2 2881,6 11-2536,14 4-248,-7 15 11,-10-22-144,3 5 28,1 1 0,0-1 0,1 0 0,10 13 1,-8-13-77,-2 0 1,1 1-1,-1 0 1,8 19-1,-4 16-24,11-3 253,-15-19-50,-5-19-124,-1 0 1,1 0-1,0 0 0,0 0 1,0-1-1,1 1 1,-1-1-1,1 1 0,0-1 1,5 5-1,12 18 16,-19-24-43,1-1 1,-1 1-1,1-1 0,0 1 0,0-1 0,0 0 0,0 0 0,0 0 0,1 0 0,-1 0 0,0 0 0,1 0 0,0-1 0,-1 1 0,7 1 0,-3-1-26,2 1-4,0 0-1,-1-1 1,1 0-1,0 0 0,0-1 1,0 0-1,0-1 1,1 0-1,-1 0 1,9-2-1,-4 0 98,1-1-1,-1-1 0,0 0 0,-1 0 1,1-2-1,-1 1 0,0-2 0,0 0 1,11-8-1,-7 1 201,-1 0 1,-1-1-1,24-32 0,3-4 297,46-46 678,-77 86-1078,3-3 236,0 0 0,11-18 1,-8-12 733,6 15-199,-11 0 0,-2 14-556,-7 12-293,0 0 0,0 0 0,0 0 0,0-1-1,0 1 1,-1-1 0,0 0 0,0 1 0,0-1-1,0 0 1,0 0 0,-1-6 0,-1-15 206,0 18-196,1-1 0,-1 1 0,1 0 1,1 0-1,-1-1 0,1 1 0,1 0 0,3-13 0,6 3 56,-9 15-133,-1-1 1,1 1 0,0-1 0,-1 0-1,0 0 1,1 1 0,-1-1 0,0 0 0,0 0-1,-1 0 1,1 0 0,-1 0 0,1-6-1,-1-54 569,1 61-568,-1 1-1,1 0 0,0 0 0,0-1 0,0 1 0,0 0 1,0 0-1,0 0 0,0 0 0,0 0 0,1 0 1,-1 1-1,0-1 0,1 0 0,-1 0 0,0 1 0,1-1 1,-1 1-1,1 0 0,-1-1 0,2 1 0,3-2 76,112-53 1240,-23 17-921,1 4 1,165-35-1,-224 63-213,-1 3-1,1 0 1,38 4 0,-26 0 74,-42-1-364,0 0 0,0 1 0,0 0 0,0 1 0,-1-1 0,1 1 0,10 5 0,-16-6-291,0 0 0,0 0 0,-1 0 0,1 0 0,-1 0 0,1 0 0,0 0 0,-1 0 1,0 0-1,1 0 0,-1 1 0,0-1 0,0 0 0,1 0 0,-1 0 0,0 1 0,0-1 1,0 0-1,0 0 0,-1 0 0,1 1 0,-1 1 0,1 4-3816,0-6 3925,0-1 0,0 1 0,0 0 0,0 0-1,0 0 1,-1-1 0,1 1 0,0 0 0,0 0 0,0-1 0,-1 1 0,1 0 0,0-1 0,-1 1 0,1 0 0,-1-1 0,1 1 0,-1 0 0,1-1 0,-1 1 0,1-1 0,-1 1 0,1-1 0,-1 1 0,0-1 0,1 0 0,-2 1 0,-53 15-6598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3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98 191 800,'-1'-2'4916,"8"-2"-4389,12-6 1070,-1 0-1,23-16 1,6-5 309,-35 24-1412,93-54 2994,-89 53-3097,1 1 0,-1 0 0,1 1 0,23-5-1,-40 11-381,0 0 0,1-1 0,-1 1 0,0 0 0,0 0 0,0 0 0,1 0 0,-1 0 0,0 0 0,0 0 0,0 1 0,0-1 0,1 0 0,-1 0 0,0 0 0,0 0 0,0 0 0,0 0 0,1 0 0,-1 0 0,0 0 0,0 0 0,0 1 0,0-1 0,0 0 0,1 0 0,-1 0 0,0 0 0,0 0 0,0 1 0,0-1 0,0 0 0,0 0 0,0 0 0,0 0 0,0 1 0,1-1 0,-1 0 0,0 0 0,0 0 0,0 13 44,-1-4 19,2-1-47,-2 1 0,1-1 0,-1 1 1,-1-1-1,1 1 0,-1-1 0,-1 0 0,-4 11 1,-4 1 5,-1-1 0,-24 31 0,19-28-44,-12 19-331,-3-2 1,-1-1-1,-42 37 1,43-46-400,-60 54-1274,83-72 1020,0-1 0,0 1 0,0 1 1,2 0-1,-1 0 0,-7 19 0,14-28 36,0 0 1,0 0 0,0 0-1,0 1 1,1-1-1,0 0 1,-1 7-1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3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27 160,'-53'-10'2599,"0"2"-1,-1 3 1,0 2-1,-53 4 1,81 0-1610,0 2 0,1 1 1,0 0-1,0 2 0,-34 13 1,55-18-867,0 1 1,0-1-1,0 1 0,0 0 1,1 1-1,-1-1 0,-6 5 1,10-6-117,0-1 1,0 0-1,-1 0 0,1 1 1,0-1-1,-1 0 0,1 0 1,0 1-1,0-1 1,0 0-1,-1 1 0,1-1 1,0 0-1,0 1 0,0-1 1,0 0-1,0 1 0,0-1 1,-1 0-1,1 1 1,0-1-1,0 1 0,0-1 1,0 0-1,0 1 0,1-1 1,-1 0-1,0 1 1,0-1-1,0 0 0,0 1 1,0-1-1,0 0 0,0 1 1,1-1-1,-1 0 1,0 1-1,0-1 0,1 0 1,-1 1-1,0-1 0,0 0 1,1 0-1,-1 1 0,0-1 1,1 0-1,-1 0 1,0 0-1,21 7 68,-15-5-31,60 15-147,0-3-1,79 7 1,-64-10-14,224 34-1030,-239-29 280,-62-15 727,-1 0 0,1 0 0,-1 1 0,1 0 0,-1 0 0,0 0-1,0 0 1,0 0 0,0 0 0,0 1 0,3 3 0,-5-5 114,-1-1 0,1 1-1,-1-1 1,0 1 0,1-1-1,-1 1 1,0 0 0,1-1-1,-1 1 1,0 0 0,0-1-1,1 1 1,-1 0 0,0 0-1,0-1 1,0 1 0,0 0-1,0-1 1,0 1 0,0 0-1,-1-1 1,1 1 0,0 0-1,0 0 1,0-1 0,-1 1-1,1-1 1,0 1 0,-1 0-1,1-1 1,0 1 0,-1-1-1,1 1 1,-1 0 0,1-1-1,-1 1 1,1-1 0,-1 0-1,0 1 1,-34 17-15,-351 86 2106,169-51-1528,-56 16-699,95-36-2745,74-19-2522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0 395 3041,'7'7'898,"0"1"-1,0-1 0,-1 2 1,0-1-1,-1 1 0,0-1 1,0 1-1,-1 1 0,0-1 1,5 20-1,-4-14-3,0 1 0,2-1 0,9 17 0,22 24 464,-20-32-737,17 33 1,-27-41-409,-2-4-89,1 1 0,0-1 0,0 0 0,1-1 0,1 1-1,10 10 1,-8-13-96,0-1 0,0 0 0,0 0 0,1-1 0,1 0 0,-1-1-1,1-1 1,0 0 0,0 0 0,20 3 0,-30-8-16,1 0 0,-1-1-1,1 1 1,-1-1 0,1 1 0,-1-1 0,0 0 0,1-1-1,-1 1 1,0 0 0,0-1 0,0 0 0,0 0-1,0 0 1,0 0 0,0 0 0,0 0 0,3-6-1,-1 3 76,-1 0 0,0-1 0,0 0 0,0 0 0,-1 0 0,0 0 0,3-11 0,-2 3-16,-2 1 0,0-1 0,-1 0 0,0 0-1,-1 0 1,-2-18 0,0-10-20,3 2-53,-1 7-37,-3-37 0,2 60 108,-1 0-1,0 0 0,0 0 1,-1 0-1,-1 0 1,1 1-1,-11-18 0,-8-7 525,14 24-303,2 0-1,-1-1 1,1 0 0,-5-12-1,4-4 264,5 22-449,1 0-1,0 0 1,-1-1 0,0 1 0,0 0 0,-1 1-1,0-1 1,1 0 0,-1 1 0,-7-8-1,8 10-39,-1 0 83,1 0 1,-1-1-1,1 1 1,0-1-1,0 1 1,0-1-1,0 0 1,0 1-1,0-1 1,1 0-1,-1 0 1,1-1-1,0 1 0,0 0 1,0 0-1,1 0 1,-1-1-1,1 1 1,-1 0-1,1-1 1,1-3-1,-1 5-59,0 1-1,1 0 0,-1 0 0,0-1 0,1 1 0,-1 0 0,1 0 0,0 0 0,-1 0 0,1 0 0,0 0 0,0 0 0,0 0 0,0 0 0,0 0 1,0 0-1,0 0 0,0 1 0,0-1 0,0 0 0,0 1 0,2-1 0,36-15 702,-27 12-507,21-6-225,-1 1 0,2 1 0,64-5 0,-18 4-50,-64 7-57,373-45-96,22 23-2433,-350 22-62,2 1-2954,-24 5-3404,-38-4 8801,-1 0-1,0 0 0,0 0 0,0 0 1,1 0-1,-1 0 0,0 0 0,0 0 1,0 0-1,1 0 0,-1 0 0,0 0 1,0 1-1,0-1 0,1 0 0,-1 0 1,0 0-1,0 0 0,1 2-1788,-1-2 1788,1 0 0,-1 0 0,0 1 0,0-1 1,0 0-1,0 0 0,0 0 0,0 1 1,0-1-1,0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6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20 1761,'-72'5'5351,"-52"1"2851,98-6-6424,0-2 1,-42-8-1,62 9-1205,11-2-255,25 0 325,21-1-596,5-1-170,64 2-1,-68 6-307,-1 1 0,64 15-1,-112-18 406,0 0 0,0 0 0,-1 0-1,1 0 1,0 1 0,0-1-1,-1 1 1,4 1 0,-6-2 24,1 0 1,0-1 0,-1 1 0,1-1-1,-1 1 1,1 0 0,-1 0-1,1-1 1,-1 1 0,0 0-1,1 0 1,-1-1 0,0 1 0,1 0-1,-1 0 1,0 0 0,0 0-1,0-1 1,0 3 0,0-1 20,-1-1 0,0 1 0,1 0 1,-1 0-1,0-1 0,0 1 0,0-1 0,0 1 1,-1-1-1,1 1 0,0-1 0,-1 1 1,1-1-1,0 0 0,-1 0 0,0 0 0,1 0 1,-1 0-1,0 0 0,1 0 0,-4 0 1,-59 21 1025,36-14-516,17-4-156,-1 0 1,1-1-1,-1 0 1,1-1-1,-1 0 1,-17 0-1,154 13-1400,-77-10 707,62 17 0,-88-13 230,-22-8 88,0-1 0,1 0 0,-1 1 0,0-1 0,1 0 0,-1 1 0,0-1 0,1 0 0,-1 1 0,0-1 1,1 1-1,-1-1 0,0 1 0,0-1 0,0 0 0,0 1 0,1-1 0,-1 1 0,0-1 0,0 1 0,0-1 0,0 1 0,0-1 0,0 1 1,0 0-1,-2 2 1,0 0 1,1-1-1,-1 1 1,0-1-1,-1 1 1,1-1-1,0 0 1,-1 0-1,1 0 0,-1 0 1,1 0-1,-5 2 1,-17 11 26,0-1 0,-2-1-1,0-1 1,0-2 0,-1 0 0,-44 9 0,36-12-417,0-2 1,0-1 0,0-1 0,0-2-1,-38-4 1,63 2-342,0 0 0,0-1 1,-1 0-1,2 0 0,-1-1 0,-18-8 1,23 8-183,1 0 0,0 0 0,0-1 1,0 0-1,0 1 0,0-1 0,1 0 1,0-1-1,-5-6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7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21 1681,'-32'-15'7283,"-1"9"-3441,66 6 560,-33 6-2641,32 3-321,34 3-159,97 30-81,33 20-799,-72 1-802,-26-16-1439,0-5-2082,-33-9-1681,-32-12-2640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7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10085,'0'-18'7763,"0"-12"-4241,33 10-1841,65-14-401,196-49 481,-40 15-1121,-58 20-3761,-32 6-5443,-34 7-5122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8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1391 1 4482,'-34'3'2516,"-246"14"10789,245-17-12220,0 2 1,0 1 0,0 2 0,-54 14 0,85-18-951,0 1 0,0 0 1,0 0-1,0 0 0,1 0 1,-7 4-1,10-5-126,0-1 0,0 0 0,-1 0 0,1 0 1,0 0-1,0 0 0,0 0 0,-1 0 0,1 1 0,0-1 0,0 0 0,0 0 1,0 0-1,-1 1 0,1-1 0,0 0 0,0 0 0,0 0 0,0 1 0,0-1 1,0 0-1,-1 0 0,1 1 0,0-1 0,0 0 0,0 0 0,0 1 0,0-1 1,0 0-1,0 0 0,0 1 0,0-1 0,0 0 0,0 0 0,1 1 0,-1-1 1,0 0-1,0 0 0,0 1 0,0-1 0,0 0 0,0 0 0,0 0 0,1 1 1,-1-1-1,0 0 0,0 0 0,0 0 0,1 1 0,-1-1 0,0 0 0,0 0 1,0 0-1,1 0 0,-1 0 0,0 1 0,8 2-1,0 1-1,-1-1 0,1 0 1,0-1-1,14 3 1,15 4-106,289 84-2557,-284-81 2311,122 45-685,-151-52 1022,-1 1 1,1 0-1,-2 1 0,1 1 0,-1 0 1,0 0-1,0 1 0,-1 0 0,17 20 1,-25-25 83,0-1 1,0 1 0,-1-1-1,1 1 1,-1 0 0,0 0-1,0 0 1,0 0 0,-1-1-1,1 1 1,-1 0 0,0 0-1,0 0 1,0 0 0,-1 0-1,1 0 1,-1 0 0,0 0 0,0 0-1,-1-1 1,1 1 0,-1 0-1,1-1 1,-1 1 0,0-1-1,-1 0 1,1 0 0,0 1-1,-1-2 1,0 1 0,0 0-1,0 0 1,-5 3 0,-9 4 395,0-1 0,-1-1 1,0 0-1,0-1 0,-1-1 0,-22 4 1,0 1 55,-198 65 664,-45 12-1533,-118 6-3232,141-47-4474,87-22-3680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0 379 640,'12'1'6335,"42"25"-4813,53 54 1199,-7-11-1080,-64-32-841,-19-18-399,75 63 1546,-86-76-1805,0 0-1,0-1 0,0 0 0,0 0 0,1 0 0,0-1 1,0 0-1,0 0 0,0-1 0,1 1 0,12 2 0,-20-6-122,0 0 0,1 0-1,-1 0 1,0 0-1,0 0 1,0 0 0,1 0-1,-1 0 1,0 0-1,0 0 1,1 0 0,-1 0-1,0 0 1,0-1-1,0 1 1,1 0-1,-1 0 1,0 0 0,0 0-1,0 0 1,1-1-1,-1 1 1,0 0 0,0 0-1,0 0 1,0-1-1,0 1 1,0 0 0,1 0-1,-1 0 1,0-1-1,0 1 1,0 0-1,0 0 1,0 0 0,0-1-1,0 1 1,0 0-1,0-1 1,5-6 345,1 5-201,-5 2-140,0 0 1,0 0-1,0 0 0,0 0 0,0 0 0,0-1 0,0 1 1,-1 0-1,1-1 0,0 1 0,0 0 0,0-1 0,-1 1 1,1-1-1,0 0 0,0 1 0,-1-1 0,1 1 0,-1-1 1,1 0-1,0 0 0,-1 1 0,1-1 0,-1 0 0,0 0 1,1 0-1,-1 1 0,0-1 0,1 0 0,-1 0 0,0 0 1,0 0-1,0 0 0,0 0 0,0 1 0,0-1 0,0 0 1,0-2-1,-1-13 224,-1 0 0,0 1 0,-1-1 0,0 0 0,-9-21 0,2 6 72,-50-155 2095,57 168-1459,0 1 0,2-1-1,-1-1 1,2 1 0,2-22-1,0-7 188,-2 43-1113,0 1 0,1-1 0,-1 0 1,1 1-1,-1-1 0,1 0 0,1 1 0,-1-1 0,0 1 1,1-1-1,0 1 0,-1 0 0,1 0 0,1 0 1,-1 0-1,3-3 0,0 1 37,0 1 1,0 0-1,1 0 0,-1 0 1,1 1-1,0 0 0,0 0 1,10-3-1,9-1 112,2 1 1,-1 1-1,46-3 0,164-5-343,109-10-2498,-332 21 2157,68-9-6295,43-9-8961,-86 13 9052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0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27 8884,'-55'6'7390,"51"-6"-5469,10-10 3203,10 3-3693,26 2-823,111-5 419,-137 9-1004,0 1 0,0 1-1,22 3 1,-26-3-34,1 1-102,0 1 0,0 0 0,23 9 0,-30-9 79,0-1 0,-1 1 0,0 0-1,1 0 1,-1 0 0,0 1 0,-1-1-1,9 9 1,-12-10 45,0 0 0,0-1 0,0 1 0,0 0 0,-1 0 0,1-1-1,0 1 1,-1 0 0,0 0 0,1 0 0,-1 0 0,0-1 0,0 1 0,0 0 0,0 0 0,0 0 0,-1 0 0,1 0-1,-1 0 1,1-1 0,-1 1 0,1 0 0,-1 0 0,0-1 0,0 1 0,0 0 0,0-1 0,0 1 0,0-1 0,-1 1-1,1-1 1,0 0 0,-1 1 0,1-1 0,-1 0 0,1 0 0,-1 0 0,0 0 0,1 0 0,-1-1 0,0 1-1,0 0 1,-2 0 0,-56 19 923,55-18-694,10-2-80,60-7 80,9 4-373,0 4 0,0 3-1,79 15 1,-147-18 114,1 0-19,0 0 0,0 0 0,0 1 0,-1 1 0,8 2 1,-13-5 37,0 1 1,0-1 0,0 1 0,0 0 0,0-1 0,-1 1 0,1 0-1,0 0 1,0-1 0,-1 1 0,1 0 0,0 0 0,-1 0 0,1 0 0,-1 0-1,1 0 1,-1 0 0,1 0 0,-1 0 0,0 0 0,0 0 0,1 0-1,-1 0 1,0 0 0,0 0 0,0 0 0,0 1 0,0-1 0,0 0-1,-1 0 1,1 0 0,0 0 0,0 0 0,-1 0 0,1 0 0,-1 0 0,0 1-1,-1 3 62,-1-1-1,1 1 0,-1-1 0,0 0 0,-1 0 0,1 0 1,-1 0-1,1-1 0,-1 1 0,0-1 0,-9 5 0,-4 2 252,-34 14 1,47-23-287,-194 70 1003,142-52-860,-335 95 164,352-104-1068,-78 8 1,87-16-1749,-40-4 1,69 3 2107,0-1 0,0 0 0,0 0 0,-1 0 0,1 0 0,0 0-1,0 0 1,0 0 0,-1 0 0,1-1 0,0 1 0,0 0 0,0-1 0,0 1 0,0-1 0,-1 1 0,1-1 0,0 0-1,0 1 1,0-1 0,1 0 0,-3-1 0,4-1-857,1 1 0,-1 0 1,0 0-1,1 0 0,0 0 0,-1 0 0,1 0 0,0 1 0,0-1 0,4-2 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2881,'0'6'12566,"0"1"-10725,33-7-480,-1 14 159,66 13 401,-6 15-240,38 12-401,-32-13-719,0 1-481,-32-15 80,32 2 80,-1-17-720,-31-3-2402,32-9-4401,-40-15-4322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197 406 4322,'-131'0'9684,"66"0"-6482,65-27-2402,65-15-79,0 1-81,92-34-320,104-8-1921,-32 8-4081,-33 13-4403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55 445 1761,'-3'2'327,"-1"-1"0,1 1 0,0 0 0,0 0 0,0 0 0,0 0 0,0 1 0,0-1 0,1 1 1,-1-1-1,1 1 0,0 0 0,-1 0 0,1 0 0,1 0 0,-1 1 0,0-1 0,1 0 0,0 1 0,0-1 0,0 1 0,-1 6 1,1-5-132,1 0-1,0 1 1,0-1 0,0 1 0,0-1 0,1 1 0,0-1 0,0 0 0,1 0 0,-1 1 0,1-1 0,1 0 0,-1 0 0,0-1 0,5 7 0,6 5 482,0-1-1,1-1 1,30 25-1,-33-32-483,0 2 0,-1 0 0,0 0-1,0 1 1,-1 0 0,-1 0 0,0 1 0,0 0 0,-1 1-1,7 13 1,-3 20 326,0-21-46,-9-20-406,0-1-1,0 1 0,0 0 0,0 0 1,-1 1-1,0-1 0,0 0 1,0 0-1,0 1 0,0 5 0,-1-18-113,1 4 20,-1 0 0,0 1 0,0-1 0,0 0 0,0 0 0,-1 1-1,1-1 1,-1 0 0,0 1 0,-3-8 0,3 8 39,-13-23 81,1 0-1,2 0 0,-10-32 1,9 16 113,-1 2 96,2-1-1,1 0 1,3-1 0,-5-72-1,12-62 4394,1 159-3885,0 0 0,2 1 0,0-1 1,0 1-1,10-26 0,-10 32-502,3-9 258,-6 17-499,1-1 0,-1 0 0,1 1 0,0-1-1,0 0 1,0 1 0,0 0 0,1-1 0,-1 1 0,0 0 0,1-1 0,0 1 0,0 0 0,-1 0 0,1 0 0,0 0 0,0 1 0,1-1 0,3-2 0,22-14 113,-25 15-171,10-3-1,15 1 21,1 2 0,-1 1-1,31 2 1,106 12-337,-109-6-4,123 6-4162,6-7-3993,16-9-4060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1202 1 720,'0'0'1321,"1"0"-1256,-1 0 1,0 0-1,0 0 0,0 1 1,0-1-1,0 0 0,0 0 1,0 0-1,1 0 1,-1 0-1,0 1 0,0-1 1,0 0-1,0 0 0,0 0 1,0 1-1,0-1 0,0 0 1,0 0-1,0 0 1,0 0-1,0 1 0,0-1 1,0 0-1,0 0 0,0 0 1,0 0-1,-1 1 0,1-1 1,0 0-1,0 0 1,0 0-1,0 0 0,0 1 1,0-1-1,0 0 0,0 0 1,-1 0-1,1 0 0,0 0 1,0 0-1,0 0 1,0 1-1,-1-1 0,1 0 1,0 0-1,0 0 0,0 0 1,0 0-1,-1 0 0,1 0 1,0 0-1,0 0 1,0 0-1,0 0 0,-1 0 1,1 0-1,0 0 0,0 0 1,0 0-1,-1 0 0,1 0 1,0 0-1,0 0 1,0 0-1,0 0 0,-1-1 1,1 1-1,0 0 0,-266 24 6620,185-14-5353,-106 18 1161,157-22-2016,0 2 1,1 1-1,-49 21 0,76-29-459,0 0 0,-1 0-1,1 0 1,0 0 0,0 1 0,0-1-1,0 1 1,0-1 0,0 1-1,0-1 1,1 1 0,-1 0-1,1 0 1,-1 0 0,1 0 0,0 0-1,0 0 1,-1 0 0,2 1-1,-1-1 1,-1 5 0,2-5-20,0-1 0,1 1 0,-1 0 0,1 0 0,0 0 0,0 0 0,0-1 0,-1 1 0,1 0 0,1-1 0,-1 1 0,0-1 0,0 1 0,1-1 0,-1 1 0,1-1 0,-1 0 0,1 0 0,-1 0 0,1 0 0,0 0 0,-1 0 0,1 0 0,0-1 0,0 1 0,0 0 0,2-1 0,40 14 24,70 12 1,-17-5 159,88 21 164,-168-39-257,-1 2-1,24 9 0,-34-12-40,0 1 0,-1 0 1,1 0-1,-1 0 0,1 1 0,-1-1 1,0 1-1,-1 1 0,5 4 0,-8-9-37,-1 0-1,0 1 0,1-1 0,-1 1 0,0-1 0,1 1 0,-1-1 0,0 1 0,0-1 0,0 1 0,1-1 0,-1 1 0,0-1 1,0 1-1,0 0 0,0-1 0,0 1 0,0-1 0,0 1 0,0-1 0,0 1 0,0-1 0,-1 1 0,1-1 0,0 1 0,0-1 1,0 1-1,-1-1 0,1 1 0,0-1 0,0 1 0,-1-1 0,1 1 0,-1-1 0,1 0 0,0 1 0,-1-1 0,1 1 1,-1-1-1,1 0 0,-1 0 0,1 1 0,-1-1 0,0 0 0,-19 10 244,1-1 0,-35 10-1,16-6-107,-77 21-499,-237 37-1,288-61-1403,-1-3-1,-1-3 1,-65-5-1,-5-17-4952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36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2138 419 2001,'0'-1'215,"-1"0"1,-1 0-1,1 0 0,0 1 0,0-1 1,0 0-1,0 1 0,0-1 1,-1 1-1,1 0 0,0-1 0,0 1 1,-1 0-1,1 0 0,0 0 1,-1-1-1,1 2 0,0-1 1,-2 0-1,1 0 321,-36-12 3626,-9 2-737,33 7-2470,1 0-1,-1 0 1,-23 0-1,-98 3 1901,-83 1-814,174 1-1605,10-2 34,0 2 1,0 2-1,1 1 1,-60 16-1,-53 11 320,-55 14-353,-278 113 417,403-123-1308,69-34 474,0 1 0,0 0 0,0 0 0,0 0 0,1 1 0,-1 0 0,1 0 0,0 0 0,0 1 0,1 0 0,-1 0 0,1 1 0,-6 7 0,-32 32 218,32-36-268,0 1 0,1 0 0,1 1 0,0 1-1,0-1 1,-13 25 0,13-11 66,7-17-13,-1 0 0,-1 0 0,1-1 0,-1 1 0,-9 12 0,3-7 148,0 1 0,1 0 0,1 0 0,0 1 0,-7 17 1,5 23 14,-17 5-210,20-48 23,1-1 1,1 2-1,-5 14 1,-1 36 26,1-30-73,6-24 27,1 0 0,0 0 0,1 1 0,0-1 1,1 1-1,-1 12 0,1 4-17,0-16 54,1 0 0,0 0 1,0 0-1,3 13 1,-2-20-25,0 0 1,-1-1-1,1 1 1,1 0-1,-1-1 1,0 1-1,1-1 1,-1 1-1,1-1 1,-1 1-1,1-1 1,0 0-1,0 0 1,0 0-1,1 0 1,-1-1-1,0 1 1,1 0-1,3 1 1,25 10-103,0-1 1,1-1 0,50 9-1,107 11 119,-81-15 40,92 13 384,-3-1 39,-47 0-540,1-7 1,162 2-1,-78-44 64,-215 18 73,122-18 759,80-8 1210,-67 14-1757,114-4-52,-126 22-230,154-6 0,-63-18 0,-76 2 0,-72 0 0,-36 7 0,-24 2 0,-22 7 0,1 0 0,0 1 0,1 0 0,-1 0 0,9-2 0,176-50 0,-71 23 0,2 6 0,161-14 0,-230 40 0,80 11 0,-89-4 0,0 1 0,77 28 0,-59-17 0,4 7 0,-48-18 0,1-2 0,0 0 0,32 8 0,46 11 0,31 9 0,-88-26 0,14 3 0,-23-9 0,109 6 0,51-31 0,386-114 0,-467 95 0,-92 37 0,-14 3 0,0 1 0,-1-1 0,1 1 0,0-1 0,-1 0 0,1 0 0,-1 0 0,1 0 0,-1-1 0,1 1 0,-1-1 0,0 1 0,0-1 0,0 0 0,0 0 0,0 0 0,0 0 0,0 0 0,1-3 0,57-44 0,-1-15 0,-46 48 0,1 0 0,0 1 0,2 1 0,-1 0 0,2 1 0,31-20 0,-9 6 0,-18 11 0,-21 16 0,0-1 0,1 1 0,-1 0 0,0-1 0,1 1 0,-1 0 0,0 0 0,0-1 0,1 1 0,-1-1 0,0 1 0,0 0 0,1-1 0,-1 1 0,0-1 0,0 1 0,0 0 0,0-1 0,0 1 0,0-1 0,0 1 0,0-1 0,0 1 0,0-1 0,0 1 0,0-1 0,0 1 0,0-1 0,0 1 0,0 0 0,0-1 0,0 1 0,1-1 0,-1 1 0,0 0 0,0-1 0,0 1 0,0 0 0,0-1 0,1 1 0,-1 0 0,0-1 0,0 1 0,1 0 0,-1-1 0,0 1 0,0 0 0,1 0 0,-1-1 0,0 1 0,1 0 0,-1 0 0,0-1 0,1 1 0,5-2 0,-5 2 0,0-1 0,0 1 0,0 0 0,0-1 0,1 1 0,-1-1 0,0 0 0,0 1 0,0-1 0,0 0 0,0 0 0,-1 1 0,1-1 0,0 0 0,0 0 0,0 0 0,-1 0 0,1 0 0,0 0 0,-1 0 0,1 0 0,-1-1 0,1 1 0,-1 0 0,0 0 0,0 0 0,1-1 0,-1 1 0,0 0 0,0 0 0,0 0 0,0-3 0,0 3 0,1 0 0,0 0 0,0-1 0,0 1 0,0 0 0,0 0 0,0 0 0,0 0 0,0 0 0,0 0 0,0 0 0,1 0 0,-1 0 0,0 1 0,1-1 0,-1 0 0,3 0 0,1-1 0,-4 1 0,-1 0 0,1 1 0,-1-1 0,1 0 0,-1 0 0,1 0 0,-1 0 0,1 1 0,-1-1 0,0 0 0,1 0 0,-1 0 0,0 0 0,0 0 0,0 0 0,1 0 0,-1 0 0,0 0 0,-1-1 0,6-15 0,1 10 0,-1 1 0,-1 0 0,0 0 0,0-1 0,5-11 0,-3 9 0,0 1 0,0 0 0,0 0 0,10-9 0,-7 8 0,-2 1 0,0-1 0,11-16 0,-7-9 0,-1 16 0,-8 15 0,0 0 0,0-1 0,0 1 0,0 0 0,-1-1 0,0 0 0,1 1 0,-1-1 0,-1 0 0,1 1 0,0-8 0,-1-190 0,-1 194 0,0 0 0,0 0 0,0 0 0,-1 0 0,0 0 0,-1 1 0,0-1 0,0 1 0,0-1 0,0 1 0,-1 0 0,0 0 0,-7-7 0,-11-19 0,11 15 0,-1 1 0,-1 0 0,-21-19 0,17 17 0,-50-46 0,45 44 0,-25-27 0,40 40 0,0 0 0,-1 1 0,1 0 0,-1 0 0,0 1 0,-1 0 0,1 0 0,-1 1 0,0 0 0,-18-5 0,-24-11 0,8-4 0,29 16 0,0 1 0,-18-8 0,-27-8 0,27 9 0,-41-11 0,-83-15 0,128 35 0,-1 1 0,1 1 0,-52 1 0,54 3 0,-437 11 0,407-12 0,-436-7 0,284 10 0,57 1 0,58-1 0,1 5 0,1 3 0,-1 4 0,-160 49 0,65-21 0,97-24 0,-22 3 0,-1-5 0,-124 3 0,199-19 0,-272 26 0,-157 48 0,256-20 0,47-10 0,143-41 0,1 0 0,-29 0 0,42-3 0,2-1-199,-1 0 0,1 0 1,0 0-1,0-1 0,-1 1 0,1-1 0,0-1 0,0 1 1,0-1-1,-7-3 0,10 4-202,0 0 0,0 0 1,0 0-1,0-1 0,1 1 0,-1 0 1,1-1-1,-1 1 0,1-1 0,-1 0 1,1 0-1,0 1 0,0-1 0,0 0 0,0 0 1,0 0-1,0 0 0,1 0 0,-1 0 1,0 0-1,1 0 0,0-1 0,-1-3 1,2 0-1840,1 0 0,-1-1 0,1 1-1,0 0 1,1 0 0,-1 1 0,7-12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40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0 80,'-26'6'2356,"1"1"-1,-42 18 1,22-8-1206,-91 43 1651,97-46-2208,2-1 311,-45 23 1,-141 75 1416,197-97-2190,0 1 1,2 1-1,0 2 1,1 0-1,0 1 1,-21 25-1,1 11 109,25-36-142,-13 17 71,29-32-156,0 1 0,0-1 0,0 0 0,1 1 0,0 0 0,-1 4 0,-2 9 16,-7 11 15,8-21-30,0 0 1,0-1-1,1 1 1,0 1-1,1-1 1,0 0-1,-1 11 1,2 251 465,1-263-460,-1 1 0,1-1 0,1 1 0,-1-1 0,1 0-1,0 1 1,1-1 0,0 0 0,5 8 0,5 7 155,23 29 0,-10-14 63,71 122-51,-89-146-203,0 0-1,1-1 1,1 1-1,0-2 1,15 15-1,-9-10-13,23 30-1,-18-17 148,1 0-1,2-1 1,40 37 0,-58-60-102,-1 0-1,0 1 1,0-1 0,5 9-1,-6-9-19,0 0-1,0 0 1,0 0-1,1 0 0,8 6 1,17 18 208,-25-23-137,0-1 0,1 1 0,-1-1 0,10 6 0,2 0 155,0 0 1,2 0-1,-1-2 0,1 0 0,0-2 0,35 10 0,76 20 264,5 1 257,176 18 392,-180-32-294,232 13 1,-15-37-308,-277-3 441,-1-3 0,126-27 0,-125 15 284,0-3 0,129-58 1,-179 68-1243,0 0 1,-1-2-1,-1-1 1,0 0 0,29-30-1,70-94-16,-14 15-14,-22 40 14,-33 8 0,-20 37 0,-20 28 0,-2 1 0,1-1 0,-1 0 0,-1 0 0,0-1 0,9-21 0,-5-19 0,-3 25 0,-4 15 0,0 1 0,0-1 0,-1 0 0,0 1 0,-1-15 0,-1-1 0,-1 12 0,1-1 0,1 1 0,0 0 0,4-18 0,5-3 0,-6 25 0,-1 0 0,0 0 0,0 0 0,-1 0 0,-1-1 0,0 1 0,0 0 0,-1-1 0,0 1 0,0-1 0,-1 1 0,-4-17 0,-17-23 0,11 11 0,9 29 0,0 1 0,-1 0 0,0 1 0,-1-1 0,-4-8 0,-1 3 0,-1 1 0,-1 0 0,0 0 0,0 1 0,-1 1 0,-1 0 0,0 1 0,-24-15 0,2 0 0,3 1 0,12 8 0,-1 1 0,0 1 0,-26-12 0,-52-16 0,-182-52 0,223 80-463,-1 2-1,1 2 1,-90-3-1,-177 25-7780,162 3-7222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3602,'0'0'4162,"0"14"-1988,0-10-2005,0 0 0,-1 0 1,1 1-1,-1-1 0,0 0 0,0 0 0,-1 0 1,1 0-1,-1 0 0,-3 5 0,-8 22 785,2 31 753,7-49-1377,-1 0 0,0-1 0,-7 13-1,6-14-104,0 1-1,1 0 0,1 0 1,-3 13-1,-4 65 923,-16 21 135,-1 13-163,17-10-252,0-53-468,5-38-207,2 1-1,-2 42 1,6-37-157,0 28-2738,0-65-3953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39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90 2081,'2'1'4076,"-9"4"-3337,-14 2 486,4-3-671,1 2-1,-18 8 1,32-13-476,0 0 0,-1 0 0,1 0 0,0 0 1,0 1-1,0-1 0,0 0 0,0 1 0,0 0 0,1-1 0,-1 1 0,0 0 0,1 0 1,0 0-1,-1 0 0,1 0 0,0 0 0,0 1 0,0-1 0,0 0 0,0 0 1,0 5-1,1-3 27,0-1 0,1 1 0,-1-1 0,1 1 0,0-1 0,0 1 0,0-1 0,0 0 0,1 1 0,-1-1 0,1 0 0,0 0 0,0 0 0,0 0 0,5 4 0,1 5 162,1-2-164,0-1-1,0 1 1,1-1-1,0-1 1,1 0-1,0 0 1,0-1-1,0 0 1,1-1-1,21 8 1,-5-4-88,1-1 0,0-1-1,38 4 1,-30-7 27,1-2-1,55-1 0,-76-3 52,0-1 0,0 0 0,0-1 0,0-1 0,-1 0 0,1-2 0,17-7-1,-32 12-26,1 0-1,-1-1 1,0 1-1,0 0 1,1-1-1,-1 0 1,0 1-1,0-1 1,-1 0-1,1 0 1,0 0-1,-1 0 1,1 0-1,-1-1 0,1 1 1,-1 0-1,0-1 1,0 1-1,0-1 1,-1 1-1,1-1 1,0 1-1,-1-1 1,0 1-1,1-1 1,-1 0-1,0 1 0,-1-1 1,1-3-1,-2-1 65,0 0 0,0 1 0,0-1 0,-1 1-1,0-1 1,0 1 0,-1 0 0,0 0 0,0 0-1,0 1 1,-6-7 0,-6-5-262,-1 0 0,-1 1 0,0 1-1,-2 0 1,1 2 0,-2 0 0,1 1 0,-2 1-1,0 1 1,-34-10 0,-96-15-6764,114 27 1346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20 160,'0'-1'161,"0"0"-1,-1 0 1,1 0 0,0 0 0,-1 0-1,1 0 1,-1 0 0,1 0-1,-1 0 1,1 1 0,-1-1-1,1 0 1,-1 0 0,0 1-1,0-1 1,1 0 0,-1 1 0,0-1-1,0 1 1,0-1 0,0 1-1,1-1 1,-1 1 0,0-1-1,0 1 1,0 0 0,0 0 0,0-1-1,0 1 1,0 0 0,0 0-1,-1 0 1,-45 0 4394,25 3-3639,-1 1 0,1 1 0,-39 14 0,-63 33 1246,99-41-1932,7-4-38,-48 25 192,62-29-360,0-1 1,0 1-1,0 0 0,1 0 0,-1 0 1,1 1-1,-1-1 0,1 1 0,0 0 1,0 0-1,-4 8 0,-4 35 403,6-31-283,1-5-75,0 0 0,0 0 0,1 1 0,1-1 0,0 1 0,0-1 0,1 1 0,1 0 0,0-1 0,1 1 0,0 0-1,2 11 1,6 0-33,1 0 0,1-1-1,1 0 1,1-1-1,25 32 1,-34-47-31,0 0-1,1-1 1,-1 1 0,1-1-1,0 0 1,1-1 0,-1 1-1,1-1 1,0 0 0,0-1-1,0 1 1,0-1 0,1 0-1,-1-1 1,1 0 0,0 0-1,-1 0 1,1-1 0,10 1-1,-4-1-3,0 0 0,0-2-1,0 1 1,-1-2-1,1 1 1,0-2 0,-1 0-1,1 0 1,-1-1 0,0-1-1,0 0 1,0-1-1,-1 0 1,0 0 0,0-1-1,-1-1 1,0 0 0,0 0-1,-1-1 1,11-12 0,10-30 164,-17 25-104,10-11 21,16-29 82,-35 60-120,-1 0 0,-1 0-1,1-1 1,-1 1 0,-1-1 0,1 1 0,-1-1 0,1-7 0,-2 10 15,-1 1 0,1-1 0,-1 1 0,0 0 0,0-1 0,0 1 0,0 0 0,0 0 0,-3-4 0,2 4 88,1 0 1,-1 0 0,1 0 0,0 0-1,0 0 1,0-1 0,1 1 0,-1 0-1,0-4 1,1 6-98,0 0-1,0 0 0,0 0 1,0 0-1,-1 0 1,1 0-1,0 0 0,0 0 1,-1 1-1,1-1 1,-1 0-1,1 0 0,-1 0 1,1 1-1,-1-1 0,0 0 1,1 0-1,-1 1 1,0-1-1,1 1 0,-1-1 1,0 0-1,0 1 1,1 0-1,-1-1 0,0 1 1,0-1-1,0 1 0,0 0 1,0 0-1,0-1 1,0 1-1,0 0 0,-1 0 1,-3-1 182,5 1-224,0 0-1,-1 0 1,1 0 0,0 0-1,0-1 1,-1 1-1,1 0 1,0 1 0,-1-1-1,1 0 1,0 0 0,0 0-1,-1 0 1,1 0-1,0 0 1,0 0 0,0 0-1,-1 0 1,1 0 0,0 1-1,0-1 1,-1 0-1,1 0 1,0 0 0,0 0-1,0 1 1,0-1-1,-1 0 1,1 0 0,0 0-1,0 1 1,0-1 0,0 0-1,0 0 1,0 1-1,0-1 1,0 0 0,0 0-1,-1 1 1,1-1 0,0 0-1,0 0 1,0 1-1,0-1 1,1 0 0,-1 0-1,0 1 1,0-1-1,0 0 1,0 0 0,0 1-1,0 1-17,1 0-1,-1 1 0,1-1 0,0 0 0,0 0 1,-1 0-1,1 0 0,1 0 0,-1 0 1,0 0-1,2 2 0,65 73 167,-39-47-128,-2 2-1,-1 1 1,42 69 0,-52-74-52,-11-20 18,0 0-1,0 1 1,-1 0 0,1 0 0,-2 0-1,0 1 1,0-1 0,3 17 0,-7-19 41,0-1 0,0 1 1,-1-1-1,1 1 0,-1-1 1,-1 0-1,1 0 0,-1 0 0,0 0 1,-1 0-1,1-1 0,-1 1 1,-7 7-1,2-3 100,-1 1 1,-1-1-1,0-1 1,0 0-1,-22 13 1,4-6 68,-1-2 1,0-1-1,-1-1 1,-36 8-1,-136 21-26,-120-10-1497,107-37-3071,195 4 2902,1-1-1,0 0 0,-1-2 0,-22-8 1,31 8-959,0-1 1,1 0-1,0-1 1,-19-15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0 4882,'-131'54'3922,"0"23"-2561,33 4-561,33 23 160,0 13 1,65 1-241,0-22-400,32-21-480,34 1-2801,32-28-7524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0 1521,'28'1'2649,"0"1"0,33 6 0,-25 0-1243,-1 1 0,64 26 0,-71-21-912,-28-14-481,0 0 0,0 1 0,1-1 0,-1 0 0,0 0 0,0 1 0,1-1 0,-1 0 0,0 0 0,0 1 0,1-1 0,-1 0 0,0 1 1,0-1-1,0 0 0,0 1 0,0-1 0,0 0 0,0 1 0,1-1 0,-1 0 0,0 1 0,0-1 0,0 0 0,0 1 0,0-1 0,-1 1 0,1-1 0,0 0 0,0 1 0,0-1 0,0 0 0,0 1 1,0-1-1,-1 0 0,1 1 0,0-1 0,0 0 0,0 0 0,-1 1 0,1-1 0,0 0 0,0 0 0,-1 1 0,1-1 0,-8 6 237,-1 0-1,1 0 1,-1-1-1,0 0 1,0-1-1,-14 5 1,5-2 124,-18 8 1547,-64 17 0,78-30-787,153-18-1388,27 4 321,-132 12 9,0 1-1,41 6 1,-66-7-60,-1 0 1,1 0 0,-1 0 0,1 0-1,-1 0 1,1 1 0,-1-1 0,1 0 0,-1 0-1,1 1 1,-1-1 0,1 0 0,-1 0-1,1 1 1,-1-1 0,0 1 0,1-1-1,-1 0 1,0 1 0,1-1 0,-1 1-1,0-1 1,0 1 0,1-1 0,-1 1-1,0-1 1,0 1 0,0-1 0,0 1-1,0-1 1,1 1 0,-1-1 0,0 1 0,0-1-1,0 1 1,0-1 0,-1 1 0,1 0-1,0 2 112,0 1-1,0-1 0,-1 0 0,0 0 1,1 0-1,-1 0 0,0 1 1,-1-1-1,1 0 0,0-1 0,-1 1 1,0 0-1,1 0 0,-1-1 1,0 1-1,-3 2 0,-3 3 163,0-1 1,-1-1-1,0 0 0,-11 7 0,-12 3 71,0-1-1,-1-1 1,-1-2 0,0-2-1,-48 10 1,-193 21-686,200-32-260,9-4-2256,47-7-267,19 2 3014,0 0 0,0 0 0,-1 0 0,1 0 0,0 0 0,0 0 1,0 0-1,-1 0 0,1 0 0,0 0 0,0-1 0,0 1 0,0 0 0,-1 0 0,1 0 0,0 0 1,0 0-1,0-1 0,0 1 0,0 0 0,0 0 0,-1 0 0,1 0 0,0-1 0,0 1 0,0 0 1,0 0-1,0 0 0,0-1 0,0 1 0,0 0 0,0 0 0,0 0 0,0-1 0,0 1 0,0 0 1,0 0-1,0 0 0,0-1 0,0 1 0,0 0 0,0 0 0,0 0 0,1-1 0,-1 1 0,0 0 1,0 0-1,0 0 0,0 0 0,0-1 0,8-6-3481,0 0 0,1 1 0,15-9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2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15 240,'33'-9'3442,"0"3"239,-1 12-79,34 23 80,130 52 800,-7-10-2641,-91-17-1601,-33-18-480,1 3-241,-34-4-1840,1-8-2561,-33-12-2962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131 331 1601,'-65'9'8404,"-1"-3"-81,66-12-5601,66-3 159,-1-3-960,0-3-961,131-32 241,98-30-561,-72 8-3361,-26 15-7044,-33-2-5922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3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1007 47 160,'0'-2'326,"0"1"0,-1-1-1,1 0 1,0 0 0,-1 0 0,0 1 0,1-1-1,-1 0 1,0 1 0,1-1 0,-1 0-1,0 1 1,0-1 0,-1 1 0,1 0-1,0-1 1,0 1 0,-1 0 0,1 0 0,-1-1-1,1 1 1,-1 0 0,1 1 0,-1-1-1,1 0 1,-1 0 0,0 1 0,0-1 0,1 1-1,-5-1 1,-6-2 683,-1 2-1,1-1 0,-21 2 1,10-1 198,-133 4 4024,96 3-4191,-98 21-1,148-25-999,3 0-3,0-1 1,0 1-1,0 1 1,-12 5-1,18-7-27,-1 0-1,1 0 0,0 0 1,-1 0-1,1 0 1,0 0-1,0 0 1,0 1-1,0-1 1,0 1-1,0-1 1,0 0-1,0 1 0,1 0 1,-1-1-1,0 1 1,1-1-1,-1 1 1,1 0-1,0-1 1,0 1-1,0 0 1,0 2-1,-1 6 11,0-7-19,1 0 1,0 0-1,-1 0 0,1 0 1,0-1-1,1 1 0,-1 0 1,0 0-1,1 0 0,0 0 1,0-1-1,-1 1 0,2 0 1,0 2-1,6 4 23,1 0 1,0 0-1,0-1 0,0 0 1,1-1-1,1 0 1,-1-1-1,1 0 0,18 7 1,10 2-131,59 13 0,-35-11-19,100 32-35,-140-39 119,-23-9 41,0-1 0,1 0 1,-1 0-1,0 0 0,0 1 0,0-1 0,0 0 1,0 0-1,1 0 0,-1 1 0,0-1 0,0 0 1,0 0-1,0 1 0,0-1 0,0 0 0,0 0 1,0 1-1,0-1 0,0 0 0,0 0 0,0 1 1,0-1-1,0 0 0,0 0 0,0 1 0,0-1 1,0 0-1,0 0 0,-1 1 0,1-1 1,0 0-1,0 0 0,0 0 0,0 1 0,0-1 1,-1 0-1,1 0 0,0 0 0,0 0 0,0 1 1,-1-1-1,1 0 0,-8 4 99,0 0-1,1-1 1,-1 0 0,-12 3 0,6-2 106,-39 13 184,-52 18 82,0-6-1,-111 17 0,140-36-1857,-103 0 0,158-10 128,0-1 1,-24-4 0,42 5 840,1-1 0,-1 1 1,1-1-1,-1 0 0,1 1 1,0-1-1,-1 0 0,1 0 0,0-1 1,0 1-1,0 0 0,0-1 1,0 1-1,0-1 0,-2-3 1,3 4-344,0-1 1,0 0 0,0 1-1,1-1 1,-1 0 0,1 0-1,-1 0 1,1 0-1,0 1 1,0-1 0,0 0-1,0-3 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3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21 2001,'0'-6'3602,"0"-9"3281,33 15-3842,0 0-560,32 27-400,66 56 640,-33 13-1280,-98 8-320,-33 0 159,0 12 1,-32 1-401,-33-7-800,0 21-800,-65 12-401,-1-4-2400,8-22-5523,-40-34-3122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8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1172 1201,'0'0'6483,"-2"2"-5295,9 1-842,2-2 222,1 0 1,-1-1-1,0 0 1,1-1 0,-1 0-1,0 0 1,13-4-1,47-38 1327,68-45-401,-10 2-590,83-57-141,-95 51-670,-80 64-62,43-35 72,-62 46-45,23-30 1,-17 19-3,-8 12-31,39-47 482,-3-3 1,-3-1-1,44-82 0,-86 141-388,-1-1 0,1-1 0,-2 1-1,1-1 1,-1 1 0,-1-1-1,0 0 1,0 0 0,0-14 0,-1 22-91,-1 0 1,0 1-1,0-1 1,0 0-1,0 0 1,0 0-1,-1 0 1,1 0-1,0 0 0,-1 0 1,0 1-1,1-1 1,-1 0-1,0 0 1,0 1-1,0-1 1,0 1-1,0-1 1,0 1-1,-1-1 1,1 1-1,0-1 1,-1 1-1,1 0 1,-3-2-1,-3-2 72,4 3-65,-1 0-1,0 0 1,1 0-1,-1 1 1,0-1-1,0 1 1,0 0 0,0 0-1,0 1 1,0-1-1,0 1 1,0 0 0,0 0-1,0 0 1,-5 1-1,-67 13-298,56-9 349,3 0-37,1 0 1,0 1-1,0 1 1,1 0-1,-1 1 1,2 1-1,-1 0 1,1 1-1,1 0 1,-24 25-1,-27 24 2,43-40-28,-30 34-1,41-43-45,0-1-1,0 1 0,-20 12 1,-3 4-91,-9 15 3,-19 15 131,47-44-15,0 1 0,1 0 0,1 1 0,0 1 0,-13 21 0,11-17 12,-40 53 104,40-45-73,1 0 0,2 0 1,-10 35-1,9-25 17,3-10-11,-8 36 0,15-52-79,1-1-1,0 1 0,0 0 1,1-1-1,0 1 1,4 20-1,18 39-747,-21-61 329,2-1 0,-1 0 0,1 0 0,0 0 0,8 12 0,-9-17 52,1 0 0,-1 0 0,1 0 1,0 0-1,0-1 0,0 1 0,1-1 1,-1 0-1,0 0 0,1 0 0,0-1 0,6 3 1,1-1-2153,0 0 1,0-1-1,22 2 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49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162 126 2081,'-24'14'2634,"-50"22"1,68-33-2164,-1 1 1,1 0-1,0 0 1,0 1-1,0 0 1,1 0-1,-9 10 0,10-11-280,4-4-154,-1 1 0,1 0 0,0-1 0,-1 1 0,1-1 0,0 1 0,-1 0 0,1-1 0,0 1 0,0 0 0,0-1 0,-1 1 1,1 0-1,0-1 0,0 1 0,0 0 0,0-1 0,0 1 0,0 0 0,0-1 0,1 1 0,-1 0 0,0-1 0,0 1 0,0 0 0,1-1 0,-1 1 0,1 0 0,14 18 459,-7-9-185,3 14 241,-10-20-451,1 0 0,0 0 0,0 0-1,0 0 1,0 0 0,1-1 0,0 1 0,0-1 0,4 5-1,2 0 3,0-1 0,1 0 0,-1-1 0,1 0 0,1-1 0,-1 0 0,1 0 0,14 3 0,10 2-19,47 5 1,-74-14-60,8 2-14,1-1 0,0-1 0,-1-1 0,1 0 1,0-1-1,-1 0 0,1-2 0,-1 0 0,1-1 0,-1 0 0,30-14 0,-34 12-73,0 0 1,0-1-1,-1-1 0,0 1 0,-1-2 0,0 0 0,0 0 0,12-15 0,-5 3-232,0-2-1,23-43 1,-34 56 264,-1 1-1,-1-1 1,1-1 0,-2 1 0,1-1 0,-2 1 0,1-1 0,1-17 0,-4 25 63,0 0 1,-1-1 0,1 1-1,0 0 1,-1 0 0,0 0-1,0-1 1,0 1 0,0 0-1,0 0 1,0 0 0,-1 1-1,0-1 1,1 0 0,-1 0 0,0 1-1,0-1 1,-1 1 0,1 0-1,0 0 1,-1 0 0,0 0-1,1 0 1,-1 0 0,0 0-1,0 1 1,0 0 0,0-1-1,0 1 1,0 0 0,0 1-1,-6-2 1,-18-2 182,0 1-1,0 1 1,0 1 0,0 1-1,-51 8 1,49-2-1249,15-3-1080,0-1 0,0 0 1,-18 0-1,-1-2-3103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1 160,'-36'10'1432,"0"1"0,1 2-1,0 2 1,1 1 0,-56 37 0,56-33-883,12-7-102,0 0 0,-38 33 0,55-42-367,1 0 0,-1 1 0,1-1 1,0 1-1,0 0 0,1 0 1,-1 1-1,1-1 0,0 1 0,1 0 1,-1 0-1,1 0 0,0 0 0,1 0 1,0 0-1,0 0 0,-1 9 1,2-12-50,0 0 0,1 0 1,-1 0-1,1-1 0,-1 1 1,1 0-1,0 0 0,0 0 1,0-1-1,1 1 0,-1 0 1,1-1-1,-1 1 0,1-1 1,0 0-1,3 3 0,0 0 15,0-1 0,0 0-1,0 0 1,1-1-1,-1 0 1,1 0 0,7 3-1,12 2 99,-1-1-1,50 7 1,-72-14-139,15 2-108,-1 0 0,1-2-1,-1 0 1,1-1-1,-1 0 1,0-1-1,1-1 1,27-9 0,-33 8 19,1 0 1,0-1 0,-1-1-1,0 0 1,0 0 0,-1-1-1,0 0 1,0-1 0,0 0-1,-1-1 1,-1 0 0,12-14-1,-12 13 235,-1 0-1,0-1 1,-1 1-1,0-1 1,-1-1-1,0 1 1,-1-1 0,0 0-1,0 0 1,-2 0-1,1 0 1,-2 0-1,1-17 1,-2-23 1276,1 50-1364,-1 1 0,0 0 1,0 0-1,0-1 0,0 1 0,0 0 0,-1-1 0,1 1 0,0 0 1,0 0-1,-1 0 0,1-1 0,-1 1 0,1 0 0,-1 0 0,0 0 0,1 0 1,-1 0-1,0 0 0,0 0 0,1 0 0,-1 0 0,0 0 0,0 0 1,0 0-1,-2 0 0,0 0 45,0 0 0,0 1 1,0-1-1,0 1 0,0 0 1,0 0-1,0 0 0,-5 1 0,-10 0 188,-42 7 838,33-8-841,27 0-285,0 0-1,-1 0 0,1 0 1,0 0-1,0 0 1,0 0-1,-1 0 0,1 0 1,0 0-1,0 0 1,0 0-1,-1 0 0,1 0 1,0 0-1,0 0 1,0 0-1,-1 0 0,1 1 1,0-1-1,0 0 1,0 0-1,0 0 0,-1 0 1,1 0-1,0 1 1,0-1-1,0 0 0,0 0 1,0 0-1,-1 0 1,1 1-1,0-1 0,0 0 1,0 0-1,0 0 1,0 1-1,0-1 0,0 0 1,0 0-1,0 0 1,0 1-1,0-1 0,0 0 1,0 1-1,6 9 34,44 47 256,20 19 33,10-10-360,-60-51 38,-1 0 0,0 1 0,-2 1 0,1 0 0,-2 1 0,22 33 0,-17-19-59,-12-18 54,0 1 1,12 26 0,-20-38 13,0-1 0,-1 1-1,1 0 1,-1 0-1,0-1 1,0 1 0,0 0-1,0 0 1,0-1 0,0 1-1,-1 0 1,0-1-1,1 1 1,-1 0 0,0-1-1,0 1 1,0-1-1,-1 1 1,1-1 0,-1 0-1,1 1 1,-1-1 0,0 0-1,-1 2 1,-7 5 231,1 0 1,-1-1-1,-20 13 1,13-10 182,-17 12 300,-1-1 0,-1-3 0,0 0 0,-54 18 0,-164 40 404,185-58-1029,-344 93-1574,260-80-2613,121-28 45,-44-2 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0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1 4082,'0'12'2561,"-32"-3"-1440,32 3-401,-66 15 320,1 29 1121,-33 7 481,7-9-962,26 23-479,-1 4-241,34 16-319,-1-7-321,0-7-160,66-23-560,32-24-1921,1-24-4082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1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48 2321,'0'-10'7110,"0"9"-7018,-1 0 0,1 1 0,0-1 0,0 1 0,0-1 0,-1 0 0,1 1 0,0-1-1,0 1 1,-1-1 0,1 1 0,-1-1 0,1 1 0,0-1 0,-1 1 0,1-1 0,-1 1 0,1-1 0,-1 1 0,1 0 0,-1-1 0,0 1 0,1 0 0,-1 0 0,1-1-1,-1 1 1,0 0 0,1 0 0,-1 0 0,0 0 0,1 0 0,-1 0 0,0 0 0,0 0 0,0 0-2,1 0 0,-1 0 1,0 0-1,1 0 0,-1 0 0,1 0 1,-1 0-1,0-1 0,1 1 0,-1 0 1,1 0-1,-1 0 0,1-1 0,-1 1 0,0 0 1,1 0-1,-1-1 0,1 1 0,0-1 1,-1 1-1,1 0 0,-1-1 0,1 1 1,0-1-1,-1 1 0,1-1 0,0 1 1,-1-1-1,1 1 0,0-1 0,0 1 1,-1-1-1,1 0 0,0 0 0,-1 0 236,0 0 0,0 0 0,0 0 1,-1 0-1,1 0 0,0 0 0,-1 0 0,1 0 0,0 1 0,-1-1 0,1 0 0,-1 1 0,1 0 0,-1-1 0,1 1 0,-1 0 1,-2-1-1,9 2-95,0 0 1,0 0-1,0 0 1,0 1-1,0 0 1,-1 0-1,1 0 1,0 0-1,-1 1 1,0 0-1,1 0 1,4 5-1,1 0-3,0 1 0,-1 0 0,15 20 0,-18-20-103,-1 0-1,0 0 0,-1 1 0,0-1 0,-1 1 0,0 0 1,0 0-1,-1 0 0,-1 0 0,1 0 0,-2 0 0,1 11 0,-1-15-82,-1 0-1,1-1 0,-1 1 0,0-1 0,0 0 0,-1 1 0,0-1 0,1 0 0,-2 0 0,-4 9 0,-2 4 54,6-10-47,1-4-47,1 0-1,-1 0 1,1-1-1,-1 1 0,0-1 1,0 1-1,-1-1 1,1 0-1,-1 1 1,0-1-1,-3 3 1,6-6-1,0 0-1,0 0 1,0 0 0,1 0 0,-1 0 0,0 0-1,0 0 1,0 0 0,0 0 0,0 0-1,1 0 1,-1 1 0,0-1 0,0 0 0,0 0-1,0 0 1,0 0 0,0 0 0,0 0 0,1 1-1,-1-1 1,0 0 0,0 0 0,0 0 0,0 0-1,0 0 1,0 1 0,0-1 0,0 0 0,0 0-1,0 0 1,0 0 0,0 1 0,0-1 0,0 0-1,0 0 1,0 0 0,0 0 0,0 1 0,0-1-1,0 0 1,0 0 0,0 0 0,0 0 0,0 1-1,-1-1 1,1 0 0,0 0 0,0 0-1,0 0 1,0 0 0,0 0 0,0 1 0,-1-1-1,1 0 1,0 0 0,0 0 0,0 0 0,0 0-1,0 0 1,-1 0 0,1 0 0,0 0 0,0 0-1,9 1-39,0 0-1,0-1 0,0-1 0,0 1 0,0-1 0,0-1 1,-1 0-1,1 0 0,14-6 0,-15 5 91,-1 0 0,1 1 0,0 0 0,0 0-1,0 1 1,0-1 0,1 2 0,-1-1 0,0 1 0,0 1 0,0 0 0,16 3 0,-19-3 70,0 1 0,1 0 0,-1 0 0,0 1 0,0-1 0,-1 1 0,1 0 0,0 0 0,-1 1 0,0-1 0,0 1 0,0 0 0,0 0 0,-1 1 0,1-1 0,-1 1 0,0-1 1,-1 1-1,1 0 0,-1 0 0,0 0 0,0 1 0,0-1 0,-1 0 0,0 1 0,0-1 0,0 1 0,-1-1 0,0 1 0,0-1 0,0 1 0,-1-1 0,1 1 0,-1-1 0,-1 1 0,-2 7 1,-2-1-86,-1-1 1,0 0-1,0 0 1,-1-1 0,0 0-1,-1 0 1,0-1-1,-1 0 1,-19 13 0,-10 5-70,-52 26 0,76-46 31,-9 7 3,-14 7 0,-1-1 0,-1-1 0,-48 14 0,83-31 1,-14 4-52,-1 0 0,1-1 1,-1-1-1,0-1 0,0-1 0,-1-1 0,-29-1 0,45-1-313,0 1-1,0-1 0,0 1 0,1-1 0,-1-1 0,0 1 0,1-1 0,-1 0 0,-7-4 0,11 5-190,0-1 0,0 1 0,0-1 0,0 1 0,0-1 0,0 0 0,0 1 0,0-1 1,1 0-1,-1 0 0,1 0 0,-1 0 0,1 1 0,0-1 0,0 0 0,0 0 0,0 0 0,0-3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2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31 800,'0'-24'6889,"0"18"-1709,0 18-748,1-10-4301,-1 1-1,1 0 1,-1 0 0,1-1-1,0 1 1,0 0-1,0-1 1,0 1-1,0-1 1,1 1 0,-1-1-1,1 0 1,0 1-1,0-1 1,0 0-1,2 2 1,11 14 330,14 17 200,-10-14-131,27 40-1,-42-54-469,0 1-1,0-1 1,0 1-1,-1-1 1,0 1-1,-1 0 1,0 0-1,0 0 1,0 0-1,0 15 1,-1 28 314,0-19 185,-5 50 1,3-73-460,0 1 0,-1-1 0,0 0 1,-1 0-1,0 0 0,-1 0 0,0 0 0,0-1 0,-8 13 0,2-9-32,0-1 0,0 1 0,-1-2-1,0 0 1,-1 0 0,0-1 0,0 0-1,-15 6 1,-2 0-636,0-1 0,-59 17 1,52-20-2148,-43 5 0,-23-6-7529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1521,'0'0'9764,"32"-6"-8243,1 6-401,0 0-399,-1 0-241,34 0-800,32 0-1041,-33 6-1520,-6-12-1201,-27 6 240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5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66 159 6083,'-65'6'10244,"65"-12"-8563,0-1-560,32-1-1,27 2-159,6 0-321,66-15-160,196-27-1840,-66 6-6244,-104 22-5682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69 1521,'0'0'4802,"-32"0"11926,64 6-14888,34 3-399,64-3 160,190 15 80,-58-21-881,-67-21-1680,-38 0-2962,-26-6-3281,-33-15-3282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2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1 640,'0'0'3282,"0"6"159,0 9-159,0 24 1440,-33 50-240,33 22-1761,0 20-400,-33 14-80,1-22-960,-1 2-961,-26 6-1600,27-7-2482,32-34-5042,0-51-3202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36 1681,'-27'-17'5936,"27"17"-5768,-16-10 7187,5 6-7365,6 3 901,-5-1 4052,1 0-1176,-2 4-2858,9 1-847,1 0 0,-1-1 0,0 1 0,1 0 0,0 0 0,-1 0 0,1 0 1,-1 5-1,-20 51 578,-2 0 0,-50 85 1,41-87-508,3 1 0,2 1 1,3 1-1,-21 75 1,15-42-314,-4-2 1,-4-1 0,-52 86-1,64-125-370,-11 19-2038,16-46-3628,44-49-6896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4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678 1 560,'-190'77'12396,"-5"-14"-7997,167-55-4117,-6 1 428,0 2 1,-49 22 0,74-29-526,0 1-1,1 0 1,-1 1 0,1-1 0,0 2 0,1-1 0,0 1 0,0 0 0,0 1-1,1-1 1,0 1 0,0 1 0,-7 14 0,13-22-173,-1 0 0,1 0 0,-1 0 0,1 0 0,0 0 0,-1 0 0,1 0 0,0 0 0,0 0 0,0 0 0,0 0 0,0 0 0,0 0 0,0 0 0,0 0 0,0 0 0,0 0 0,1 0 0,-1 0 0,0 0 0,1 0 0,-1 0 0,1 0 0,-1 0 0,1 0 0,-1 0 0,1 0 0,0 0 1,0-1-1,-1 1 0,1 0 0,0 0 0,0-1 0,0 1 0,0-1 0,-1 1 0,3 0 0,4 2 28,-1 0 0,1-1-1,0 0 1,12 2 0,-12-3 11,51 8 200,0-3-1,0-2 1,0-3 0,90-9 0,-104 3-131,-1-2 0,0-2 0,-1-2 0,0-1 0,65-30 0,-94 36-97,40-21 30,-51 26-51,0 0 0,0-1 0,-1 1 0,1-1 0,0 1 0,0-1 1,-1 0-1,1 1 0,-1-1 0,0 0 0,1 0 0,-1 0 0,0 0 0,0 0 1,0 0-1,-1-1 0,1 1 0,0 0 0,-1 0 0,1-3 0,-4-7 16,0 0-1,-1 1 0,0-1 1,-1 1-1,0 0 0,0 1 1,-2-1-1,1 1 0,-12-13 1,13 17-49,0 1 1,-1 0-1,0 0 1,0 0 0,0 1-1,0 0 1,-1 0-1,1 1 1,-1 0 0,0 0-1,-12-3 1,-3 1-259,-1 0 0,-29-1 0,46 5 213,-41-3-1202,0 1 0,-71 7 0,-24 17-4892,44 0-647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1425 173 720,'0'-1'114,"0"1"-1,-1-1 0,1 1 0,0-1 1,0 1-1,0-1 0,0 1 1,0-1-1,-1 1 0,1-1 1,0 1-1,0-1 0,-1 1 0,1 0 1,0-1-1,0 1 0,-1-1 1,1 1-1,-1 0 0,1-1 0,0 1 1,-1 0-1,1 0 0,-1-1 1,1 1-1,-1 0 0,1 0 0,-1 0 1,1-1-1,-1 1 0,1 0 1,-1 0-1,1 0 0,-1 0 1,1 0-1,-1 0 0,1 0 0,-1 0 1,0 0-1,-13-5 1938,10-8 2331,5 2-2190,-1 9-1942,1 0 0,-1 0 1,0 0-1,0 0 0,0 0 0,0 0 1,0 0-1,0 0 0,0 0 1,-1 0-1,1 0 0,-1 0 0,0 0 1,1 1-1,-1-1 0,0 0 0,-2-2 1,-5-4 445,7 6-491,-1 1 0,0-1 0,1 1 0,-1-1-1,1 0 1,0 0 0,0 1 0,-1-1 0,1 0-1,0 0 1,1 0 0,-1 0 0,0-1 0,0 1-1,1 0 1,0 0 0,-1 0 0,1 0 0,0-1 0,0 1-1,0-4 1,0 5-77,-1-1-1,1 0 1,-1 0-1,1 1 0,-1-1 1,0 1-1,0-1 1,0 0-1,0 1 1,0-1-1,0 1 1,0 0-1,0-1 1,0 1-1,-1 0 0,1 0 1,-1 0-1,1 0 1,-1 0-1,1 0 1,-1 0-1,1 1 1,-1-1-1,0 0 1,0 1-1,1-1 0,-4 1 1,-3-2 240,0 0 0,1 1 0,-1 0-1,0 1 1,-15 0 0,-42 14 1313,24-4-1153,-49 18 1,75-22-465,2 0 1,-1 0-1,1 1 0,0 1 1,0 0-1,-19 17 0,28-21-57,0 1 1,0 0-1,0 0 0,0 0 0,1 0 0,0 1 0,0-1 0,0 1 1,1-1-1,0 1 0,0 0 0,0 0 0,1 0 0,0 1 1,0-1-1,0 0 0,1 0 0,0 1 0,0-1 0,1 0 1,0 0-1,2 9 0,3 9 4,2 0-1,0-1 1,1 0 0,15 25 0,-18-37-11,-2-3 0,1 0 0,0 0 0,0 0 0,1-1 0,0 0 0,0 0 0,1-1 0,0 1 0,0-2 0,0 1 0,1-1 0,0 0 0,9 5 0,3-2 0,1 0 0,0-1 0,41 9 0,-46-13 0,1-1 0,-1 0 0,1-1 0,0-1 0,0 0 0,-1-1 0,31-6 0,-36 5-1,-1 0 0,0 0 1,0-1-1,0 0 0,0 0 0,-1-1 0,1-1 0,-1 1 1,0-2-1,0 1 0,-1-1 0,1-1 0,-1 1 1,-1-1-1,1-1 0,-1 1 0,-1-1 0,1-1 1,-1 1-1,-1-1 0,1 0 0,6-18 0,-6 15-21,-1 0-1,0-1 1,-1 0 0,5-24-1,-8 33 21,-1 1 0,0-1 0,0 1 0,0-1 0,0 0 0,0 1 0,-1-1 0,1 1-1,-1-1 1,0 0 0,0 1 0,-1 0 0,1-1 0,-1 1 0,1 0 0,-1 0 0,0 0 0,0 0 0,-1 0 0,1 0-1,-1 0 1,-3-2 0,-21-12 74,20 12-46,-5 0 30,-7 12-32,13-5-23,1 0-1,3-1 0,1-1 0,-1 1 0,1-1 0,0 1 0,-1 0 0,1-1 0,0 1 0,0 0 0,0 0 0,0 0 0,-1 0 0,1 0 0,0 0 0,-1 2 0,2-1 0,-1 0 0,1 0 0,-1 0 0,1 0 0,0 0 0,0 0 0,0 0 0,0 0 0,0 0 0,0 0 0,1 1 0,-1-1 0,1 0 0,-1 0 0,1 0 0,2 3 0,1 4 0,0 1 0,1-1 0,0 0 0,0 0 0,1-1 0,1 0 0,-1 0 0,1 0 0,1-1 0,9 8 0,9 5 0,52 29 0,-71-45 0,156 92 0,-155-92 0,0 1 0,0 0 0,-1 1 0,1-1 0,7 9 0,-14-12 0,1 0 0,-1 0 0,1-1 0,-1 2 0,0-1 0,0 0 0,0 0 0,0 0 0,0 1 0,0-1 0,-1 0 0,1 1 0,-1-1 0,1 0 0,-1 1 0,0-1 0,0 1 0,0-1 0,-1 0 0,1 1 0,0-1 0,-1 1 0,-1 3 0,0-1 0,0 1 0,-1-1 0,0 0 0,0 1 0,0-1 0,0-1 0,-1 1 0,0 0 0,-7 6 0,1-3 0,0 0 0,0-1 0,-1 0 0,-19 8 0,-127 44 0,-1028 313 0,1181-371 2,-174 45 684,153-41-1374,0-1-1,1-1 1,-1-1 0,-36-1 0,53-2-564,1 0 1,0-1-1,0 1 1,0-2-1,1 1 1,-1-1-1,0 0 1,1 0-1,0 0 1,-8-6-1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15 3362,'0'-15'6723,"-33"21"-3842,-32 15 400,-98 68 1922,-1 15-1842,73 7-1520,26 11-480,-1-3-81,66-17-479,0 2-321,33 6-720,65-21-2321,-7-33-6643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6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22 560,'1'-2'257,"0"1"-1,0 0 1,-1 0-1,1 1 0,1-1 1,-1 0-1,0 0 1,0 0-1,0 1 1,0-1-1,0 0 1,1 1-1,-1-1 0,0 1 1,1-1-1,-1 1 1,0 0-1,1 0 1,-1 0-1,2 0 1,-2-1 173,10 0 1102,-1-1-1,1 1 0,-1 1 0,1 0 1,13 2-1,3-1 473,43 2 1204,-48 1 1561,-60-10-3636,0 2 1,0 1-1,-43 3 0,58 0-757,-38 1 202,0 2 0,0 3 1,-81 19-1,124-22-578,15-3 0,0 1 0,0-1 0,0 1 0,0 0 0,0 0 0,0 0 0,0 0 0,0 0 0,1 1 0,-1-1 0,0 1 0,1 0 0,-1 0 0,1 0 0,-1 0 0,1 0 0,-4 5 0,1-3 0,-14 12 0,18-16 0,1 1 0,-1 0 0,1-1 0,0 1 0,-1 0 0,1-1 0,0 1 0,-1 0 0,1-1 0,0 1 0,0 0 0,0 0 0,0-1 0,0 1 0,0 0 0,0 0 0,0-1 0,0 1 0,0 0 0,0 0 0,0-1 0,1 1 0,-1 0 0,0-1 0,0 1 0,1 0 0,-1-1 0,0 1 0,1 0 0,-1-1 0,1 1 0,-1-1 0,1 1 0,0 0 0,6 4 0,-1-1 0,0 0 0,1 0 0,0 0 0,0-1 0,0 0 0,11 3 0,5 2 0,0 2-3,-1 0-26,0-1-1,1-1 1,0-1 0,0-1 0,41 6-1,39 1-143,-58-9 134,-2 0-11,-2 1-1,1 2 1,76 23 0,-106-26 46,-10-4 5,0 0 1,1 1 0,-1-1 0,0 0-1,0 1 1,0-1 0,0 1 0,0 0-1,0 0 1,-1 0 0,1 0 0,0 0-1,0 0 1,-1 0 0,1 1 0,0-1-1,-1 1 1,0-1 0,1 1-1,-1-1 1,0 1 0,0 0 0,0 0-1,0 0 1,0-1 0,0 1 0,0 0-1,-1 0 1,1 0 0,0 0 0,-1 1-1,0 3 1,0-2 14,-1 1 0,1 0 1,-1-1-1,-1 1 0,1-1 0,-1 1 0,1-1 0,-1 0 0,-1 1 1,1-1-1,0 0 0,-1-1 0,0 1 0,0 0 0,0-1 0,-6 5 1,-9 8 67,-1-1 0,-24 15 1,25-18-74,-41 24-11,-1-3 0,-2-2 0,-71 24 0,89-40-285,-1-1 1,-84 12-1,114-24-872,0 0-1,-1-1 1,-16-1-1,28 0 419,-1-1-1,1 1 0,-1-1 1,1 0-1,0-1 1,-1 1-1,1-1 1,0 0-1,0 0 1,0 0-1,-7-5 0,6 2-1146,0-1-1,0 1 1,0-1-1,1 0 1,-1 0-1,-4-11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59:5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36 1281,'0'-2'537,"1"1"0,-1 0 0,0 0 0,0-1 0,0 1 0,0 0 0,-1 0 0,1 0 0,0-1 1,-1 1-1,1 0 0,0 0 0,-1 0 0,1 0 0,-1 0 0,0-1 0,1 1 0,-1 0 0,0 0 0,0 1 1,1-1-1,-1 0 0,-2-1 0,-7-3 2202,4 3-2881,27 11 7085,12 5-4432,49 29 0,59 54 190,-117-79-2462,-1 2 0,-1 1 0,-1 1-1,20 26 1,-17-9-211,-1 1 0,-2 0 0,-2 2-1,25 80 1,-27-65-28,-2 1 0,-2 0 0,-3 1 0,-3 0 0,0 104 0,-7-119 0,-2 0 0,-2 0 0,-2 0 0,-1-1 0,-3 0 0,-30 82 0,21-78-12,-3-1 0,-1-1 0,-2-2 1,-53 71-1,51-82-504,-1-1 0,-1-2 1,-2 0-1,-1-2 1,-1-1-1,-45 26 1,1-9-5011,-95 38 1,-84 19-9322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9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57 880,'33'-15'3842,"-33"1"160,32 1-80,1 7-481,32-2-719,1 8-802,97 0-959,66 20-2402,-40 1-4081,-91-15-3442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2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48 8164,'-32'-8'6403,"64"1"-3282,-32 1-1200,33 0-720,26-2-241,39 8 0,196 8 161,32-2-1281,-71-12-5283,-59-15-8323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0:4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4858 661 3201,'-69'-1'4509,"-90"2"840,-325 27-386,343-15-4349,21-1-428,18-7 35,-508 41 1292,518-33-1491,-45 7 126,-2-5 1,-145-4-1,-265-57-28,469 40 7,-118 8-1,58 1-192,-89 6 279,-50 12 219,232-16-397,-148 30 45,142-25-100,1 2 0,0 2 0,-79 32 0,121-42 67,1 0-1,0 0 1,0 1 0,0 0 0,1 1-1,0-1 1,0 2 0,0-1-1,-12 16 1,9-11-5,0 0 0,0-1-1,-22 15 1,6-5-62,-71 62 126,87-71-67,-1 0 0,2 1 0,0 0 0,-10 16 0,-25 29 7,26-38-14,12-13-17,0 0 1,1 0-1,0 1 1,0 0-1,1 0 1,-1 1-1,2-1 0,-1 1 1,-5 14-1,-1 35 172,8-45-155,-3 5-29,1 0 1,1 0-1,1 0 1,0 1-1,2-1 1,-1 0-1,2 1 1,1 0-1,3 24 1,1-25 28,1-1-1,1 0 1,12 23 0,3 6-93,-8-11 41,-7-15 75,1 0 0,0-1 0,20 29 1,-5-18 26,34 32 0,-12-12-86,-8-11 2,61 49 1,-4-6 44,-70-60-78,2-1 0,0-1 1,1-2-1,0 0 1,2-2-1,0-1 0,40 13 1,18 1-108,117 21 0,251 22 1204,5-26 349,-168-19-1509,252 3-209,102-31 586,-222-3 16,329-7 682,-468 5-540,335 7 856,152 34-279,-251-7-774,278-39 561,-477 23-605,-312-10-192,294 10 564,-196-9-282,6 0 67,72 3 206,-98 0-490,117 11-58,241 53-11,-270-43 0,1-8 0,258-7 0,462-72 0,-371 13 0,273 26 0,-470 15 0,-104 0 0,623-5 0,-266 3 0,234-25 0,15-22 0,-484 26 0,23-1 0,5-2 0,-103 6 0,445-44 0,-571 58 0,62-7 0,112-17 0,-289 35 0,68-1 0,-66 3 0,8 0 0,65-8 0,-52 2 0,148-23 0,195-58 0,-387 85 0,284-81 0,-261 72 0,0-2 0,-1-1 0,-1-2 0,41-26 0,-58 34 0,-11 7 0,0 0 0,-1 0 0,1 0 0,-1 0 0,1-1 0,-1 1 0,0-1 0,0 0 0,1 1 0,-1-1 0,0 0 0,-1-1 0,1 1 0,0 0 0,0 0 0,-1-1 0,0 1 0,1-1 0,-1 1 0,0-1 0,0 0 0,0 1 0,-1-1 0,1 0 0,-1 0 0,1 1 0,-1-4 0,0-265 0,0 265 0,-1 0 0,0-1 0,0 1 0,0 0 0,-1-1 0,0 1 0,0 0 0,0 0 0,-1 0 0,0 1 0,0-1 0,-1 1 0,-3-6 0,2 4 0,0-1 0,0 0 0,1 0 0,-5-14 0,-2-31 0,2 25 0,5 17 0,1 1 0,0-1 0,0 0 0,1 0 0,1 0 0,-1-13 0,2-230 0,0 252 0,-1 0 0,1 0 0,-1 0 0,1 0 0,-1 0 0,1 0 0,-1 0 0,0 0 0,0 0 0,0 1 0,0-1 0,-1 0 0,1 1 0,0-1 0,-1 0 0,1 1 0,-1 0 0,1-1 0,-1 1 0,0 0 0,1 0 0,-1 0 0,-2-1 0,-47-17 0,38 16 0,-273-82 0,73 25 0,-169-21 0,258 60 0,-463-71 0,99-22 0,351 79 0,-75 0 0,147 26 0,-172-19 0,-211-41 0,266 11 0,10 3 0,-192-52 0,-114-41 0,390 127 0,-1 3 0,0 5 0,-128-4 0,72 16 0,-238 26 0,-133 58 0,345-53 0,-2-8 0,-293 1 0,85-27 0,-151-18 0,157 3 0,92 26 0,175-1 0,73-5-1,-680 13-150,-87 29-158,609-26 471,-128 15-79,-211 11-72,179-36 175,121-2-166,-384 13-21,490-12 1,-424 26 0,-1 33 0,-47 64-3629,6 32-4795,444-120 6012,-233 60-9727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2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1077 320,'-129'25'10218,"107"-23"-7403,44-2-2282,-17 0-253,-6 1 59,8 3-277,12-3 101,0-1 1,0-1-1,0-1 0,32-7 1,-27 6-88,99-20 640,0-6 0,207-76 0,-261 75-604,-1-3 0,-1-2 0,-2-4 0,101-78 0,-70 50-115,-54 40 12,76-66-1,-68 47 23,63-63 106,-95 89-116,0 0 1,-2-1-1,25-42 0,-15 14 6,-15 7-67,-2 26 14,9-19 173,-18 33-143,1 1 0,-1-1 1,1 0-1,-1 1 0,0-1 0,0 0 0,0 1 1,0-1-1,0 0 0,0 1 0,0-1 0,-1 0 0,1 1 1,-1-1-1,1 1 0,-1-1 0,1 0 0,-1 1 1,0-1-1,0 1 0,-1-2 0,-9-7-31,10 9 29,-1 0 0,1 1-1,0-1 1,0 0 0,0 0 0,1 1 0,-1-1 0,0 0-1,0 0 1,0 0 0,1 0 0,-1 0 0,0-1 0,1 1 0,-1 0-1,1 0 1,-1 0 0,1 0 0,0-1 0,-1 1 0,1-2 0,0 3-1,0 0 0,0 0 1,0-1-1,0 1 0,0 0 1,0 0-1,0 0 1,0 0-1,0-1 0,0 1 1,0 0-1,0 0 1,0 0-1,0 0 0,0-1 1,0 1-1,0 0 1,-1 0-1,1 0 0,0 0 1,0 0-1,0-1 1,0 1-1,0 0 0,0 0 1,-1 0-1,1 0 0,0 0 1,0 0-1,0 0 1,0 0-1,-1 0 0,1 0 1,0-1-1,0 1 1,0 0-1,0 0 0,-1 0 1,1 0-1,0 0 1,0 0-1,0 0 0,0 0 1,-1 0-1,1 0 1,0 0-1,0 1 0,-8-1-35,0 0 0,1 0-1,-1 1 1,1 0-1,-1 1 1,1 0 0,-1 0-1,1 0 1,0 1 0,0 0-1,0 1 1,-10 6 0,-92 63 165,107-71-123,-31 21 74,-92 72 237,82-49-226,-12 2 94,37-30 26,0-1 1,-1-1-1,-1-1 0,-41 24 1,27-16 216,0 1-1,2 1 1,0 2 0,-27 31 0,11-5 730,-60 85 0,98-124-1015,0 1 1,0 0 0,2 0-1,0 1 1,-7 21 0,13-32-159,1-1 1,0 0-1,0 1 1,1-1-1,-1 1 1,1-1-1,0 1 1,0-1-1,0 1 1,1-1-1,-1 1 1,1-1-1,0 1 0,1-1 1,-1 0-1,1 1 1,-1-1-1,1 0 1,1 0-1,-1 0 1,1-1-1,-1 1 1,6 5-1,-4-5-385,1 1 0,0-1 0,0 0-1,0-1 1,0 1 0,1-1 0,-1 0 0,1-1-1,0 1 1,0-1 0,9 2 0,1-1-1796,1-1 1,28 1 0,-38-3 1772,90 1-8676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224 111 480,'0'1'168,"-1"0"-1,1-1 1,-1 1-1,0 0 1,1 0-1,-1 0 1,0 0-1,0-1 1,1 1-1,-1 0 1,0-1 0,0 1-1,0-1 1,0 1-1,0-1 1,0 1-1,0-1 1,0 1-1,0-1 1,0 0-1,0 0 1,0 0-1,0 1 1,0-1-1,-2 0 1,0 0 532,-56 18 4522,48-16-4779,0 1-1,-1 0 1,1 1 0,0 0 0,1 1-1,-1 0 1,-10 7 0,-12 8 544,32-18-922,1 0 0,-1 0 0,0-1 0,0 1 0,1 0 0,-1 0 0,1 0 0,-1 0 0,1 0 0,0 0 0,0 0 0,0 0 0,0 0 0,0-1 0,0 1 0,1 0 1,-1 0-1,0 0 0,1 0 0,0 0 0,-1 0 0,1-1 0,1 4 0,4-2-16,-1 0 0,1 0 0,-1-1 1,1 1-1,0-1 0,0 0 0,0-1 0,0 0 1,7 1-1,-12-2-48,58 13-9,1-4 0,0-2 0,0-2 0,108-7 0,-158 1 19,1-1 0,-1-1-1,1 1 1,-1-1-1,0-1 1,0 0 0,-1-1-1,19-10 1,-26 13-10,0 1 1,1-1-1,-1 0 0,0 0 0,0 0 1,0 0-1,0 0 0,0 0 1,-1 0-1,1-1 0,-1 1 1,1-1-1,-1 1 0,0-1 1,0 0-1,0 1 0,0-1 0,0 0 1,-1 0-1,1 0 0,-1 0 1,0 1-1,0-1 0,0 0 1,0 0-1,-1 0 0,1 0 1,-1 1-1,1-1 0,-1 0 1,0 0-1,0 1 0,0-1 0,-1 1 1,1-1-1,-1 1 0,1-1 1,-3-2-1,-11-12 11,-1 1 0,0 0 0,-29-20 0,23 18 20,16 13-99,1 0 1,-1 1-1,0 0 0,0 0 1,-1 0-1,1 1 0,-1 0 0,0 0 1,0 0-1,0 1 0,0 0 1,0 1-1,0-1 0,-1 1 1,1 1-1,0-1 0,-11 2 0,13-1-1800,32-7-7468,-16 6 7878,49-6-2051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3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8 2161,'-5'0'2615,"-22"0"3747,21-2-4961,-17-1-603,-1 1 1,0 1-1,1 1 1,-1 2-1,0 0 1,-27 6-1,10-3-264,24-2-302,-93 14 1021,96-14-1050,1 1 1,-1 0-1,1 1 0,0 0 0,0 1 1,-14 8-1,23-11-115,0 0 0,1 1 0,-1-1 0,1 1 0,0-1-1,0 1 1,0 0 0,0 0 0,0 0 0,1 1 0,0-1 0,0 1 0,0-1 0,1 1 0,-1 0 0,1-1 0,0 1 0,0 0 0,1 0 0,0 0-1,0 0 1,0 0 0,0 0 0,1 0 0,-1-1 0,3 8 0,0-2-48,-1 0 0,1-1 0,1 0 0,0 0 0,0 0 0,1 0 0,0-1 0,0 0 0,1 0 0,0 0 0,1-1 1,9 10-1,-6-10-70,0 0 1,0 0 0,0-1 0,1-1 0,0 0 0,0 0 0,0-1 0,24 5-1,-13-4-161,1-2 0,0-1 0,41-1-1,-50-2-12,1 0-1,-1-1 0,0-1 0,0 0 0,0-1 1,20-8-1,-6-1-292,53-34 0,-76 44 500,0 1 1,0-1 0,0 0-1,0-1 1,-1 1 0,0-1 0,0 0-1,0 0 1,0 0 0,0-1-1,-1 1 1,0-1 0,0 0-1,0 0 1,-1 0 0,1 0 0,2-11-1,5-4 152,-8 17-116,-1 0 0,1 1 0,0-1 0,-1 0 0,0 0 0,1 0 0,-1-1 0,-1 1 0,1 0 0,0 0 0,-1 0-1,1-1 1,-1 1 0,0 0 0,0-1 0,0 1 0,-1 0 0,1 0 0,-2-5 0,-20-25 495,20 29-409,0 0 0,-1 0 1,0-1-1,1 2 1,-1-1-1,-1 0 0,1 1 1,0-1-1,-1 1 1,0 0-1,0 0 0,0 0 1,0 1-1,0 0 1,0-1-1,-1 1 0,1 1 1,-1-1-1,1 1 0,-1 0 1,0 0-1,0 0 1,1 0-1,-9 1 0,13 2 196,0-1-311,0 0 0,0-1 0,0 1 0,0 0 0,1-1 0,-1 1 1,0 0-1,0-1 0,1 1 0,-1 0 0,0-1 0,1 1 0,-1-1 1,1 1-1,-1-1 0,1 1 0,-1-1 0,1 1 0,-1-1 0,1 1 0,0-1 1,-1 0-1,1 1 0,1-1 0,52 32 177,22 32-267,-35-35-30,-25-18 44,0 1 0,-1 0-1,0 1 1,-1 1 0,-1 0-1,14 18 1,-16-19 28,-7-8 27,1-1 1,-1 1 0,-1 0 0,1 1-1,-1-1 1,0 0 0,0 1-1,0 0 1,-1 0 0,0 0-1,0 0 1,0 0 0,-1 0 0,0 0-1,0 1 1,-1 6 0,1 12 49,0-17-18,0-1 1,-1 1-1,0 0 1,0 0-1,-1 0 1,0-1-1,-1 1 0,1 0 1,-7 14-1,-1-10 80,0 0 0,-1 0 0,-1-1-1,0 0 1,-1 0 0,0-2 0,0 1-1,-27 13 1,-5 1 64,-1-2 0,0-2 0,-97 27 1,-152 17 214,77-38-2541,184-25 560,-1-1 0,0-2 1,-62-11-1,80 8-1921,-1 1 1,-26-12-1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4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1128 43 4802,'1'-1'164,"78"-30"4584,-72 28-4574,0 1 1,0 1 0,0-1-1,0 1 1,0 0-1,1 1 1,-1 0 0,14 1-1,-22-1-164,1 0 1,0 0-1,0 0 0,0 1 1,0-1-1,0 0 0,0 0 0,-1 0 1,1 0-1,0 0 0,0 0 1,0 1-1,0-1 0,0 0 0,0 0 1,0 0-1,0 0 0,0 0 1,0 1-1,0-1 0,0 0 0,0 0 1,0 0-1,0 0 0,0 1 1,0-1-1,0 0 0,0 0 0,0 0 1,0 0-1,0 1 0,0-1 1,0 0-1,0 0 0,0 0 0,0 0 1,0 0-1,0 1 0,0-1 0,0 0 1,1 0-1,-1 0 0,0 0 1,0 0-1,0 0 0,0 0 0,1 1 1,-78 22 786,2 4 0,-78 39 1,-20 9 305,76-37-161,2 5 1,-110 67 0,194-104-847,-166 111 2004,150-96-1558,1 1 1,1 2-1,1 0 1,-34 46 0,48-57-290,0 2 0,1-1 0,-12 27 0,18-34-193,1 0 0,0 0 0,0 0 0,1 1 0,0-1 1,0 0-1,0 1 0,1-1 0,0 1 0,1-1 0,1 10 1,0-7-150,0 1 0,1-1 0,0-1 0,0 1 0,1 0 0,0-1 0,1 1 0,0-1 0,1-1 0,0 1 0,0-1 0,0 0 1,1 0-1,1-1 0,-1 0 0,1 0 0,15 10 0,-6-8-816,1 0 0,0-2 0,0 0 0,0 0 1,36 6-1,-12-7-3139,64 2 0,-92-8 3221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1033 18 80,'47'-14'5419,"-38"10"-1708,-37 8-1622,-70 11-322,51-9-1257,-58 15 0,-85 39 464,161-49-701,1 1-1,-44 26 1,70-37-264,-17 9 180,-36 14-1,31-14-58,18-7-91,1 0 0,-1 0 0,1 1 1,0-1-1,-8 8 0,-23 15 86,-111 62 476,128-73-480,0 0 0,2 1 0,-31 35 0,16-16-18,29-32-95,0 0 1,0 1 0,0-1-1,1 0 1,-1 1 0,1-1 0,0 1-1,0 0 1,0 0 0,0 0-1,1 0 1,-1 0 0,1 0 0,0 0-1,1 0 1,-1 1 0,1-1 0,0 0-1,0 0 1,0 1 0,0-1-1,1 0 1,-1 0 0,1 1 0,3 7-1,0-6 0,0 1-1,1-1 1,-1 1-1,1-1 0,11 10 1,6 7-53,-11-9 24,2-1-1,-1 0 0,2-1 1,-1 0-1,2-1 0,0-1 1,21 12-1,-12-11-45,0-1 1,0-1-1,1-2 0,0 0 0,0-1 1,0-2-1,1-1 0,0-1 1,-1 0-1,1-3 0,0 0 1,0-1-1,28-7 0,-48 8 93,0-1-1,0 0 1,0-1-1,0 1 1,-1-1 0,11-6-1,4-3 103,-18 11-117,-1 1 1,1-1 0,-1 1-1,1-1 1,-1 0-1,0 0 1,1 1-1,-1-1 1,0 0-1,1 0 1,-1 0-1,0 0 1,0-1 0,0 1-1,0 0 1,0 0-1,0-1 1,0 1-1,-1 0 1,1-1-1,0 1 1,-1-1-1,1 1 1,0-3 0,-2 2 12,0-1 0,0 1 1,-1-1-1,1 1 0,0 0 1,-1 0-1,0 0 0,1 0 1,-1 0-1,0 0 0,0 0 1,0 1-1,0-1 0,-4-1 1,-8-8 97,4 2-19,-1 1-1,0 1 1,0 0-1,0 1 1,-1 0-1,-22-8 1,-25-6-121,-1 2 0,-65-9 1,111 25-367,0 1 0,0 0 0,0 1 0,-24 3 0,28-1-820,1 0 1,-1 1-1,0-1 1,-9 6 0,19-8 1126,0 0 1,0 0-1,0 0 1,0 0-1,0 0 1,1 0-1,-1 0 1,0 0-1,0 0 1,0 0-1,0 1 1,0-1-1,0 0 1,0 0-1,1 0 1,-1 0-1,0 0 1,0 0 0,0 1-1,0-1 1,0 0-1,0 0 1,0 0-1,0 0 1,0 0-1,0 0 1,0 1-1,0-1 1,0 0-1,0 0 1,0 0-1,0 0 1,0 1-1,0-1 1,0 0-1,0 0 1,0 0-1,0 0 1,0 0-1,0 1 1,0-1 0,0 0-1,0 0 1,0 0-1,0 0 1,-1 0-1,1 0 1,0 0-1,0 1 1,0-1-1,0 0 1,0 0-1,0 0 1,0 0-1,-1 0 1,1 0-1,0 0 1,0 0-1,0 0 1,27 2-4526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1040,'-29'16'2116,"26"-13"-1828,0-1 0,0 0 1,0 0-1,-1 0 0,1-1 0,-1 1 0,0-1 0,-5 2 0,3-3-62,5 0-188,0 0 0,-1 0-1,1 0 1,0 0-1,0 0 1,0 0-1,0 1 1,0-1 0,0 0-1,0 0 1,0 1-1,0-1 1,0 1-1,0-1 1,0 1 0,0-1-1,0 1 1,0 0-1,0-1 1,0 1-1,0 0 1,1 0 0,-1 0-1,0 0 1,0-1-1,0 3 1,1-3-6,0 1 0,0-1 0,-1 0 0,1 1 1,0-1-1,0 1 0,-1-1 0,1 0 0,0 1 0,-1-1 0,1 0 0,0 1 1,-1-1-1,1 0 0,-1 0 0,1 1 0,0-1 0,-1 0 0,1 0 0,-1 0 1,1 0-1,-1 1 0,1-1 0,-1 0 0,1 0 0,-1 0 0,1 0 1,-1 0-1,1 0 0,-1 0 0,-14-1 377,15 1-307,-6 0 2993,6 0-3046,0 0 0,0 0 0,0 0 0,0 0 1,0-1-1,0 1 0,0 0 0,-1 0 0,1 0 0,0-1 0,0 1 0,0 0 1,0 0-1,0 0 0,0-1 0,0 1 0,0 0 0,0 0 0,0 0 0,0-1 1,0 1-1,0 0 0,0 0 0,0 0 0,0-1 0,0 1 0,0 0 0,1 0 1,-1 0-1,0-1 0,0 1 0,0 0 0,0 0 0,0 0 0,0 0 0,1-1 1,-1 1-1,0 0 0,0 0 0,0 0 0,0 0 0,1 0 0,-1 0 0,0 0 0,0 0 1,0-1-1,1 1 0,-1 0 0,0 0 0,0 0 0,0 0 0,1 0 0,-1 0 1,0 0-1,0 0 0,0 0 0,1 0 0,-1 0 0,0 0 0,0 0 0,0 1 1,1-1-1,32-8 5753,-12 5-4742,1 1 0,31 2 0,-46 0-918,427 16 4300,-56 19-2718,-337-31-1714,40 5-634,170 10-8116,-218-21 389,-33 2 8080,0 0 0,1 0 0,-1 0 0,0 0 0,0 0 0,1 0-1,-1 0 1,0 0 0,0 0 0,1 0 0,-1-1 0,2-4-6236,-2 4 6236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6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0 2641,'-41'11'5223,"-54"20"-1,86-28-4826,3 0 313,16-3-49,-5 0-517,0 0 510,-6 2 23,8 1-538,91 0 1156,-90-3-1257,68 9 347,-69-8-345,-1 0 0,1 1 1,-1-1-1,0 1 0,1 0 0,-1 1 1,0 0-1,0 0 0,5 4 0,-9-4-9,-1 0 0,0 1 0,0-1 0,0 1 0,0-1 0,0 1 0,-1-1 0,1 1-1,-1-1 1,0 1 0,0 0 0,-1-1 0,1 1 0,-1 3 0,0 6 55,0-7-65,0-1 0,0 1 0,0 0 1,0 0-1,-1-1 0,0 1 0,0-1 0,-1 1 0,0-1 0,0 0 0,0 0 0,0 0 1,-1 0-1,0-1 0,-7 8 0,-3 1 13,0-1 0,0-1 0,-30 17 0,30-19 32,-180 96 1386,168-94-1057,-1 0 0,0-1 1,-1-2-1,0-1 0,-46 6 0,53-11 33,1-1-1,-42-2 0,57 0-339,-1 0 0,1 0 1,-1 0-1,1 0 0,0-1 0,-1 0 0,1 0 1,0 0-1,0-1 0,1 1 0,-1-1 1,1 0-1,-1-1 0,1 1 0,0-1 0,-4-5 1,7 8-85,0 0 0,0-1 1,0 1-1,0 0 0,0-1 1,0 1-1,1-1 0,-1 1 1,1-1-1,-1 1 0,1-1 1,0 0-1,-1 1 0,1-1 0,0 1 1,0-1-1,0 0 0,0 1 1,1-1-1,-1 0 0,0 1 1,1-1-1,-1 1 0,1-1 1,-1 1-1,1-1 0,1-1 1,0 0 2,0-1 0,1 1 0,0 0 0,-1 0-1,1 0 1,0 0 0,1 1 0,5-5 0,3 0 4,0 0 0,0 1 0,0 0 0,1 1-1,0 0 1,0 1 0,1 0 0,-1 2 0,27-4-1,-6 6-13,0 1-1,0 2 1,53 10-1,-73-10 7,238 51 80,-214-42-74,0 0 1,0 3-1,-2 1 0,0 1 1,38 26-1,-36-16-214,-14-10-227,0-1 1,33 16-1,-47-27-413,-1-2 0,1 1 1,18 3-1,-20-6-298,0 0-1,0 0 1,-1-1 0,1 0 0,15-2 0,-10-2-2751,0 1 0,25-12-1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17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35 1201,'0'-11'1746,"-1"-7"1472,1 17-3137,0 1 1,0 0-1,0 0 1,0 0 0,0 0-1,0 0 1,0-1 0,0 1-1,0 0 1,0 0 0,0 0-1,0 0 1,0-1-1,0 1 1,0 0 0,0 0-1,0 0 1,0 0 0,0-1-1,1 1 1,-1 0-1,0 0 1,0 0 0,0 0-1,0 0 1,0 0 0,0-1-1,0 1 1,1 0-1,-1 0 1,0 0 0,0 0-1,0 0 1,0 0 0,0 0-1,1 0 1,-1 0-1,0 0 1,0 0 0,0 0-1,0 0 1,0 0 0,1 0-1,-1 0 1,0 0-1,0 0 1,0 0 0,0 0-1,1 0 1,-1 0 0,0 0-1,0 0 1,0 0-1,0 0 1,0 0 0,1 0-1,-1 0 1,0 0 0,0 0-1,0 0 1,0 1-1,0-1 1,0 0 0,1 0-1,-1 0 1,20 20 515,0 0 0,-1 1 0,-1 1 0,-1 1 0,15 28-1,-6-12-55,0 2 90,-3 1 1,30 73-1,-39-84-336,-3-8 171,13 44 0,-19-47 20,2 41-1,-2-21 12,5 23 216,-3-23-240,-2 0 1,0 43 0,-5-52-268,-1 1 0,-1-1-1,-2 1 1,-1-1 0,-1 0 0,-14 39 0,-35 59 327,42-95-417,7-15-39,-1-1 0,-14 25 0,1-15-20,-1-2-1,-1 0 1,-27 25-1,14-15-162,16-19-397,0 0-1,0-2 1,-2 0 0,-37 20 0,36-21-369,-54 35-5691,-17-1-6963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2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96 160,'0'-13'2081,"0"-1"80,32-1-80,-32-6-160,33 15-320,0-8-161,32 7-159,0 1-81,33 12-159,0 1-321,0 7-160,33 1-720,-33 6-1841,-66-1-3681,-5-7-1441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2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2641,'33'-6'3282,"32"6"-1,131 0 1281,130 19-320,-104 10-2881,-58-2-3442,-99-6-5843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33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1841,'0'0'1040,"-32"8"1121,64-8 5043,-32 6-11446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36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2691 232 320,'-65'-21'5963,"50"18"-5011,0-1 0,-20-9 1,18 6 66,-37-9 0,6 8-290,0 3-1,-95-1 1,-85 21 300,203-12-897,0 1 0,0 1 0,0 1 0,-38 16 0,-19 5 275,-49 7 217,-58 16 113,105-23-408,-55 21-111,106-35-178,-59 29 13,71-30-13,1-1 0,-37 14 0,44-21-24,1 0-1,0 1 1,0 1-1,1 0 1,-18 12 0,-24 15 24,8-7-106,8-4-21,-39 17 0,61-32 103,0-2 43,1 2 0,-19 10 0,29-15-62,1 1 1,-1-1-1,1 1 1,-1 0-1,1 0 0,0 1 1,0-1-1,0 0 1,1 1-1,-1 0 1,1 0-1,-3 7 1,3-5-9,0-1 0,0 0 1,-1 0-1,1 0 0,-1 0 1,0 0-1,-1-1 0,1 1 1,-5 4-1,7-7 11,-1 1 1,1 0-1,0 0 1,0 0-1,0 0 1,1 0-1,-1 1 1,1-1-1,0 0 1,0 0-1,0 0 1,0 0-1,0 0 1,2 6-1,-1 2 6,0 7 60,-1-14-59,1-1-1,-1 1 1,0-1 0,1 1 0,-2-1-1,1 0 1,0 1 0,-1-1 0,1 1-1,-1-1 1,0 0 0,0 1 0,-3 4-1,-18 18-6,12-7 34,9-15-39,-1-1 1,0 1-1,0-1 0,-1 1 1,1-1-1,-1 0 0,1 0 0,-1 0 1,-5 4-1,3-2-7,-1 0 0,1 1-1,0 0 1,1 0 0,-7 12 0,-18 21 138,24-33-30,1-1-1,0 1 0,0 1 0,1-1 0,0 0 0,-3 8 0,4-8 2,-1 0 1,1 0-1,-1-1 1,0 1-1,0-1 1,-1 0 0,0 0-1,0 0 1,-4 4-1,-5 3-114,1 1 0,-16 21 0,21-24 15,6-9 8,0 0-1,0 0 1,1 0 0,-1 0-1,1 0 1,-1 0 0,1 0-1,-1 0 1,1 0 0,-1 1 0,1-1-1,0 0 1,0 0 0,-1 1-1,1-1 1,0 0 0,0 0 0,1 0-1,-1 1 1,0-1 0,0 0-1,0 0 1,1 1 0,-1-1-1,1 2 1,19 20 11,-13-16-35,-7-6 21,0-1 1,1 1 0,-1 0-1,1-1 1,-1 1 0,0 0 0,1 0-1,-1 0 1,0-1 0,0 1-1,0 0 1,0 0 0,0-1 0,1 1-1,-2 0 1,1 0 0,0 0 0,0-1-1,0 1 1,0 0 0,0 0-1,-1 0 1,1-1 0,0 1 0,0 0-1,-1 0 1,0 0 0,-15 18 154,10-13-87,-24 46-303,24-39 223,0-1 1,-1-1-1,-15 19 0,-32 39 335,-23 26-732,74-92 423,1-1-1,-1 1 0,0 0 0,1 0 1,-1 1-1,1-1 0,0 0 1,0 1-1,0-1 0,1 1 1,-1 0-1,1-1 0,0 1 1,0 0-1,0 0 0,1 0 0,-1 7 1,1-9-14,0 1 0,-1-1 1,1 1-1,0-1 0,-1 1 0,1-1 1,-1 0-1,0 1 0,0-1 1,0 0-1,0 0 0,0 1 1,-1-1-1,1 0 0,-1 0 0,-1 2 1,-8 12-7,0 16 136,0-15-21,9-14-103,0-1-1,0 0 1,1 1 0,-1-1-1,1 1 1,0 0-1,0-1 1,0 1-1,0 0 1,0 0-1,1 0 1,-1-1-1,1 1 1,-1 4 0,1 84 337,1-89-343,-1 1-1,0 0 1,1-1-1,0 1 1,-1 0-1,1-1 1,0 1-1,0-1 1,1 0-1,-1 1 1,0-1-1,1 0 1,0 0-1,-1 1 1,4 2-1,38 30 35,-8-7 167,-18-13-115,0-1 0,1 0 0,1-1 1,35 19-1,-43-26-69,46 30 16,44 24 115,33-6 134,-85-36 26,56 28 0,-20-6 207,1-4-1,2-3 1,1-5 0,112 21-1,-97-20 1122,-44-10-877,-53-18-688,1 1 1,-1-1-1,1-1 0,0 1 0,-1-1 0,14-2 0,15 0 128,212-9 479,-181 7-535,140-8 927,342-66 1,-382 47-503,2 7 0,266-3 0,-305 25-571,132 4 0,-7 9 0,-21-2 0,-82-8 0,-81-1 0,-26 1 0,-35 1 0,0 2 0,18-1 0,-1 1 0,48 16 0,17 7 0,-64-20 0,0-1 0,0-1 0,1-2 0,33 0 0,3 1 0,551 6 0,-373-12 0,344-23 0,-490 19 0,159-19 0,-104 15 0,-13 2 0,222-42 0,-156 8 0,133-33 0,-288 57 0,3 1 0,-25 11 0,-20 3 0,-2 1 0,1-1 0,-1 1 0,1-1 0,-1 0 0,0 0 0,0-1 0,0 0 0,-1 0 0,8-7 0,-4 6 0,-1 0 0,2 0 0,-1 1 0,0 0 0,1 1 0,0 0 0,13-2 0,9-4 0,-15 3 0,-1-2 0,32-19 0,12-6 0,-55 32 0,-4 1 0,0 0 0,0 0 0,0-1 0,0 1 0,0 0 0,0 0 0,0-1 0,0 1 0,0 0 0,-1-1 0,1 1 0,0-1 0,0 1 0,0-1 0,-1 1 0,1-1 0,0 1 0,-1-1 0,1 0 0,0 0 0,-1 1 0,1-1 0,-1 0 0,1 0 0,-1 0 0,1 1 0,-1-1 0,0 0 0,0 0 0,1 0 0,-1 0 0,0-2 0,1 1 0,-1 0 0,1 0 0,-1 0 0,1 0 0,0 0 0,0 0 0,0 0 0,0 0 0,0 0 0,0 0 0,0 0 0,1 1 0,-1-1 0,1 0 0,-1 1 0,1-1 0,0 1 0,-1 0 0,1-1 0,0 1 0,0 0 0,0 0 0,3 0 0,-2-1 0,0 0 0,0 0 0,0 0 0,0 0 0,-1-1 0,1 1 0,3-5 0,5-18 0,11 3 0,-11-3 0,-1 14 0,-8 10 0,-1 0 0,0-1 0,0 1 0,1 0 0,-1 0 0,0 0 0,0-1 0,0 1 0,0-1 0,-1 1 0,1 0 0,0-1 0,-1 1 0,1-1 0,-1 0 0,1 1 0,-1-1 0,0 0 0,1 1 0,-1-3 0,0-6 0,0 7 0,1 0 0,-1 0 0,0 0 0,0 0 0,-1 0 0,1 0 0,-1 1 0,1-1 0,-1 0 0,0 0 0,-2-3 0,-6-8 0,7 12 0,0 0 0,0 0 0,1 0 0,-1 0 0,1-1 0,0 1 0,0 0 0,0-1 0,0 1 0,0-1 0,0 1 0,0-1 0,1 0 0,0 1 0,-1-5 0,1-5 0,-1 9 0,1 0 0,0-1 0,0 1 0,0 0 0,0 0 0,1-1 0,-1 1 0,1 0 0,0 0 0,0 0 0,2-4 0,6-7 0,-7 12 0,0 0 0,0 0 0,-1 0 0,1 0 0,-1-1 0,0 1 0,0 0 0,0-1 0,0 1 0,0-1 0,0 1 0,0-1 0,-1 0 0,0 1 0,1-1 0,-1-2 0,0-255 0,0 257 0,0 0 0,-1 0 0,1 0 0,0-1 0,-1 1 0,0 0 0,0 0 0,0 0 0,0 0 0,-1 0 0,1 0 0,-1 0 0,1 1 0,-1-1 0,0 0 0,-4-3 0,1-1 0,4 6 0,0 0 0,0 0 0,1 0 0,-1 0 0,1 0 0,-1 0 0,1 0 0,-1 0 0,1 0 0,-1-1 0,1 1 0,0 0 0,0 0 0,0 0 0,0-1 0,0 0 0,-4-16 0,-13-6 0,-1 1 0,-2 0 0,-23-21 0,16 15 0,19 22 0,0 0 0,-1 0 0,0 1 0,0 0 0,-11-6 0,-10-6 0,-73-68 0,81 73 0,0 0 0,-1 1 0,-1 2 0,-47-16 0,-105-15 0,127 30 0,-499-128-200,299 33-819,107 41 645,40 26 236,-1 4 1,-209-42-1,242 64 217,-191-29-78,203 35-22,-243-20 2,-209-2-48,342 10 174,2-7 0,-212-63-1,41 18-40,152 36 28,143 26-29,-280-49 190,-244 24 933,404 37-1166,-268 41 1,55 24-55,337-55-776,38-13 737,0 0 0,0 0 0,-1 0 0,1 0 0,0 0 0,0 0 0,0 0 0,-1 1 0,1-1 0,0 0 0,0 0 0,0 0 1,-1 0-1,1 1 0,0-1 0,0 0 0,0 0 0,0 0 0,0 1 0,0-1 0,-1 0 0,1 0 0,0 1 0,0-1 0,0 0 0,0 0 1,0 1-1,0-1 0,0 0 0,0 0 0,0 0 0,0 1 0,0-1 0,0 0 0,0 0 0,0 1 0,1-1 0,-1 0 0,0 0 0,0 1 1,0-1-1,0 0 0,0 0 0,0 0 0,0 1 0,1-1 0,-1 0 0,0 0 0,0 0 0,0 0 0,1 1 0,-1-1 0,0 0 0,0 0 0,0 0 1,1 0-1,-1 0 0,38 23-8386,49 21-4576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39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1040 6 2961,'-6'-2'2855,"-7"1"-1054,0 0 0,0 0-1,0 1 1,0 0 0,-14 3 0,1 0 213,14-2-476,-1 1 0,0 0 1,-23 7-1,30-7-1257,1 1 0,0-1 0,0 1-1,1 0 1,-1 0 0,0 1 0,1-1 0,0 1 0,0 0 0,0 0 0,0 0 0,-4 8 0,-63 114 2373,17-50-2027,38-50-481,-17 24 42,-49 34-68,11 1-35,-21 20 83,52-67-80,6-6 26,-49 60-1,60-61-264,-52 50 1,61-69-595,0 0 1,-30 19 0,23-17-718,10 1-769,11-7-244,6-4-4425,21-3-2477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39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78 480,'-38'3'3215,"1"1"0,0 2 0,-69 21-1,61-9-1358,43-17-1783,0-1-1,1 1 0,-1 0 0,1 0 0,0 0 0,-1 0 0,1 0 0,0 0 0,0 1 0,-1-1 0,1 0 0,0 1 0,0-1 0,0 1 1,1-1-1,-1 1 0,0-1 0,1 1 0,-1-1 0,1 1 0,-1 3 0,0-4-36,1 0 0,0 0 0,0 0-1,0 0 1,-1 0 0,1 0 0,0 0 0,-1 0 0,1 0 0,-1 0 0,1 0-1,-1 0 1,1 0 0,-1-1 0,0 1 0,1 0 0,-1 0 0,0-1 0,0 1-1,0 0 1,0-1 0,1 1 0,-1-1 0,0 1 0,-2 0 0,-8 7 338,0 23 653,2-14-560,7-15-392,1 1 1,-1-1 0,1 0-1,0 1 1,-1-1 0,1 1-1,1-1 1,-1 1 0,0-1-1,0 1 1,1 4 0,0-5-49,1 0 0,-1 0 1,1-1-1,0 1 0,0 0 0,0-1 0,0 1 1,0 0-1,0-1 0,1 1 0,-1-1 0,1 0 1,-1 0-1,0 1 0,1-1 0,0 0 1,-1 0-1,1 0 0,0 0 0,-1-1 0,1 1 1,0 0-1,2 0 0,15 6 321,-1 0 1,32 6-1,-41-11-182,-1-1 1,1 1-1,0-2 0,0 1 1,-1-1-1,1-1 0,0 0 0,-1 0 1,11-3-1,51-23 1082,-65 25-1152,0-1 0,0 1 0,-1-1 0,1 0 0,-1 0 1,1-1-1,-1 1 0,0-1 0,0 0 0,-1 0 0,4-5 0,-4 1-24,-2 1 1,1-1-1,-1 1 0,0-1 0,-1 1 1,1-1-1,-2 0 0,1 1 0,-1-1 1,0 1-1,-5-16 0,3 18-228,0 1 0,0-1-1,-1 0 1,0 1 0,-6-6 0,6 7-235,1-1 1,-1 0-1,1 0 1,0 0-1,0 0 1,-3-5 0,5 6-122,0 1 1,0-1 0,0 0 0,0 0 0,1 0 0,-1 0 0,1 0 0,0-5 0,-1 7 159,1-1 1,1 1-1,-1-1 1,0 1 0,0-1-1,0 1 1,1 0-1,-1-1 1,1 1 0,-1-1-1,1 1 1,-1 0-1,1-1 1,0 1 0,0 0-1,0 0 1,1-2-1,27-13-4061,31-5-976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20 2081,'0'0'258,"0"-1"0,0 0 0,0 0 0,0 1 0,0-1 0,0 0 0,0 0 0,0 1 0,0-1 0,0 0 0,0 0 0,0 1 0,-1-1 0,1 0 0,0 1 0,-1-1 0,1 0 0,0 1 0,-1-1 0,1 0 0,-1 1 0,1-1 0,-1 1 0,1-1 0,-1 1 0,1-1 0,-1 1 0,-1-1 0,-27 2 1275,29-1-1504,-63 13 2065,1 2 1,-95 38-1,17 5-785,122-49-1189,1 0 0,1 2-1,-1 0 1,2 0 0,-18 17 0,29-25-77,1 1 0,0 0 0,-1 0 1,1 0-1,1 0 0,-1 0 0,1 1 1,-1-1-1,1 1 0,0 0 0,1-1 1,-1 1-1,1 0 0,0 0 0,-1 9 1,3-10-21,-1 0 1,0 1-1,1-1 1,0 0 0,0 0-1,0 0 1,1 0-1,-1 0 1,1 0-1,0-1 1,0 1 0,0 0-1,0-1 1,1 0-1,0 1 1,-1-1-1,1 0 1,0 0 0,0-1-1,6 4 1,10 7-164,1-1 1,1-1-1,0 0 1,0-2-1,1-1 1,1 0 0,-1-2-1,1 0 1,0-2-1,45 3 1,-27-5-289,1-1-1,0-3 1,-1-2 0,1-1 0,-1-2 0,0-2-1,-1-1 1,0-3 0,40-17 0,-25 3 205,-1-1 1,60-44 0,-102 64 249,-4 3-15,0-1 0,-1 0 1,11-11-1,-16 15 27,0 0 1,0-1-1,0 1 1,-1-1-1,1 0 0,-1 1 1,0-1-1,0 0 1,0 0-1,0 0 1,0 0-1,-1 0 0,1 0 1,-1 0-1,0-3 1,0 4 61,0 0 0,0 0 0,0 0 0,-1 0 0,1 0 0,0 0 0,-1 0 0,0 0 0,1 0 0,-1 0 0,0 0 0,0 0 0,0 0 0,0 1 0,0-1 0,-1 0 0,1 1 0,0-1 0,-1 1 0,1-1 0,-1 1 0,-3-2 0,1-1 177,1 2-8,-11-5 580,-34-2 441,-2 1 0,1 3-1,-87 1 1,121 6-1043,0 0 0,1 0 0,-1 2 0,-18 6 0,31-9-212,1-1-32,1 0 0,0 0 1,0 0-1,-1 0 0,1 0 0,0 1 0,0-1 1,0 0-1,-1 0 0,1 0 0,0 0 0,0 1 0,0-1 1,0 0-1,-1 0 0,1 0 0,0 1 0,0-1 1,0 0-1,0 0 0,0 1 0,0-1 0,0 0 0,0 0 1,0 1-1,0-1 0,0 0 0,0 0 0,0 1 1,0-1-1,0 0 0,0 0 0,0 1 0,0-1 0,0 0 1,0 0-1,0 1 0,0-1 0,1 0 0,-1 3 47,0-2 162,0-2-133,0-4-53,5 7 40,13 5-15,-5-2-22,0 1-1,0 0 1,-1 1-1,22 17 1,3 2 83,101 82 121,-134-103-233,0-1 0,0 1 0,0 0 0,0 1 0,-1-1 0,0 0 0,0 1 0,0 0 0,-1 0 0,0-1-1,0 2 1,1 7 0,-1 3 2,0-1-1,-2 0 0,-1 21 0,0 0 30,2-28 45,-1 0 1,0-1-1,-1 1 0,0-1 1,0 1-1,0-1 1,-1 1-1,-1-1 0,0 0 1,0 0-1,0 0 0,-1 0 1,0-1-1,-9 14 1,-6-1 355,0 0 1,-2-2-1,0 0 1,-1-1-1,0-1 1,-2-1-1,0-1 1,0-2-1,-1 0 1,-1-1-1,-48 13 1,-178 24-242,249-47-192,-7 0 5,-4 3-264,-1-2 1,1 0-1,-1 0 1,0-2 0,0 0-1,0 0 1,0-1-1,-15-4 1,28 5-236,0-1 0,0 0 0,-1 0 0,1 0 0,0 0 0,0 0 1,0 0-1,0 0 0,0-1 0,0 1 0,0-1 0,1 1 0,-1-1 0,-2-3 0,3 3-654,0-1-1,0 1 1,0 0 0,0-1-1,1 0 1,0 1-1,-1-1 1,1 1 0,0-1-1,0-3 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682 42 2561,'23'-7'1852,"7"-4"-80,-30 10-1510,1 1-1,0-1 0,0 0 0,0 1 0,0-1 0,0 0 1,-1 0-1,1 0 0,0 0 0,-1 1 0,1-1 0,0 0 1,-1 0-1,1 0 0,-1 0 0,0 0 0,1 0 0,-1-1 1,0 1-1,0 0 0,1 0 0,-1-2 0,5 3 780,17 0 359,-23 0-1322,-13 0 167,13-1-217,1 1 1,-1 0 0,1 0 0,-1 0-1,1 0 1,0 0 0,-1 0 0,1 1-1,-1-1 1,1 0 0,-1 0 0,1 0 0,-1 0-1,1 0 1,0 1 0,-1-1 0,1 0-1,-1 0 1,1 1 0,0-1 0,-1 0-1,1 1 1,0-1 0,-1 0 0,1 1-1,0-1 1,0 1 0,-1-1 0,1 0 0,0 1-1,0 0 12,0 0-1,-1 0 1,1 0-1,0-1 0,0 1 1,0 0-1,-1 0 1,1-1-1,0 1 1,-1 0-1,1-1 0,-1 1 1,1 0-1,-1-1 1,1 1-1,-1 0 1,1-1-1,-1 1 1,0-1-1,1 1 0,-2 0 1,-25 13 222,9-6-31,-74 38 596,-87 58 0,139-76-545,1 1 0,2 1 0,0 3 0,3 0 0,0 3 0,-33 47 0,15-20 438,36-46-520,2 0 1,-24 37-1,36-49-222,0 1 1,0-1-1,0 0 0,1 1 1,-1-1-1,2 1 0,-2 6 1,2-10-71,0 1 0,0-1 0,0 1 0,0-1 0,0 1 0,0-1 0,1 1 1,-1-1-1,1 0 0,0 1 0,0-1 0,0 0 0,0 1 0,0-1 0,0 0 0,1 0 0,1 3 0,5-1-661,0 0 0,0 0 0,0 0 0,0-1-1,1-1 1,-1 1 0,1-2 0,0 1 0,0-1 0,0 0-1,-1-1 1,16-1 0,69-9-8664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58 240,'60'-35'3108,"-40"19"-1417,-13 10 1002,-23 8-861,-1 5-351,-105 40 1945,59-25-2238,0 4 0,-70 38 0,-135 72-131,156-81-700,75-37-112,2 3 0,-43 30 0,62-38-40,0 0 1,1 1 0,0 1-1,1 0 1,1 1 0,-14 20-1,22-29-112,1 1-1,0 0 0,1 0 1,-1 0-1,1 0 1,1 0-1,0 0 0,0 1 1,-1 14-1,2-18-75,1 1-1,1-1 0,-1 0 0,1 0 1,0 0-1,0 0 0,0 1 0,1-1 1,0-1-1,0 1 0,0 0 0,1 0 1,-1-1-1,1 1 0,0-1 1,6 6-1,-4-3-3,1-2 1,0 1-1,0-1 0,1 0 1,-1 0-1,1 0 0,0-1 1,0 0-1,1-1 0,-1 0 1,1 0-1,0 0 1,11 2-1,-9-4-17,0-1 1,-1 1-1,1-2 0,-1 1 1,1-1-1,0-1 0,-1 0 1,0 0-1,1-1 0,16-6 1,-19 6 29,-6 2-23,0 1 0,0 0 0,1 0-1,-1-1 1,0 1 0,0-1 0,0 1-1,1-1 1,-1 1 0,0-1 0,0 0-1,0 0 1,0 0 0,0 1 0,-1-1-1,1 0 1,0 0 0,0 0 0,0 0-1,-1 0 1,1 0 0,-1-1-1,1 1 1,-1 0 0,1 0 0,-1 0-1,1-1 1,-1 1 0,0 0 0,0 0-1,0-1 1,0 1 0,0-1 0,0 1-24,0 0 0,0 0 0,-1 0 0,1 0 0,0 1 0,0-1 0,-1 0 0,1 0 0,-1 0 1,1 1-1,-1-1 0,1 0 0,-1 1 0,1-1 0,-1 0 0,0 1 0,1-1 0,-1 1 0,0-1 1,0 1-1,1-1 0,-1 1 0,-1-1 0,-26-9-769,4 1-493,-20-8-1790,38 15 2528,1 0 0,-1 1 1,1-2-1,-1 1 1,-4-4-1,-11-16-5079,-7-6 355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14 1121,'0'-1'283,"0"0"1,0 1 0,0-1-1,-1 1 1,1-1 0,0 1-1,0-1 1,-1 1 0,1-1-1,0 1 1,-1-1 0,1 1-1,0-1 1,-1 1 0,1-1-1,-1 1 1,1-1 0,-1 1-1,1 0 1,-1 0 0,1-1-1,-1 1 1,0 0 0,1 0-1,-1-1 1,1 1 0,-1 0-1,1 0 1,-2 0 0,-28-2 6194,-19 10-1657,48-7-4797,1-1 0,0 0 1,0 0-1,-1 0 1,1 1-1,0-1 1,-1 0-1,1 0 1,0 1-1,0-1 1,0 0-1,-1 1 1,1-1-1,0 0 0,0 1 1,0-1-1,0 0 1,0 1-1,0-1 1,0 0-1,0 1 1,0-1-1,-1 0 1,1 1-1,1-1 0,-1 0 1,0 1-1,0-1 1,0 0-1,0 1 1,0-1-1,0 0 1,0 1-1,0-1 1,0 0-1,1 1 0,-1-1 1,0 0-1,0 1 1,0-1-1,1 0 1,-1 0-1,0 1 1,1-1-1,-1 0 1,0 0-1,1 1 0,11 16 373,0 1 0,-1 1 0,-1 0 0,0 0 0,-2 1 0,0 0-1,8 36 1,-14-47-363,0 1 0,0-1 0,-1 1 0,-1-1 0,1 1-1,-1-1 1,-1 1 0,0-1 0,0 0 0,-1 1 0,0-1 0,-5 12-1,-42 56 394,6 11 307,23-55-248,0-1 0,-3-2-1,0 0 1,-32 30 0,5-11 460,-75 57 1,96-85-903,0-2 0,-1-1 0,-52 22 0,48-26-1526,-44 12 0,40-19-5921,38-7 7015,-1 0 1,1 0 0,0 0 0,-1-1-1,1 1 1,-4-6-7745,4 5 7745,0 1 0,0 0 0,0-1-1,0 1 1,0 0 0,1-1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3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33 111 1681,'0'0'3441,"0"-6"1,-33 6 11285,66-9-12646,32 3 0,27-6 80,136-18 880,99-3-2929,-105 19-112,-92 14 0,-64 14-1153,-1 7-10292,-32 6-6563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4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1391 180 2561,'0'-2'230,"0"-1"1,1 1-1,-1 0 0,0 0 0,1 0 0,0 0 1,-1 0-1,1 0 0,0 0 0,0 1 0,0-1 1,0 0-1,0 0 0,1 1 0,-1-1 0,0 0 1,1 1-1,1-2 0,6-7 905,24-33 3894,-31 39-4555,-1 0 0,0 0 0,0 0 0,0 0 0,0 0 0,0 0 0,-1-1 0,0 1 0,0 0 0,0 0 0,0-1 0,-2-5 0,1-5 1755,1 14-2116,-1 0 0,0 0-1,1 0 1,-1 0 0,0 0 0,0 0 0,0 1 0,0-1-1,0 0 1,0 1 0,0-1 0,0 1 0,0-1 0,0 1 0,0-1-1,0 1 1,0-1 0,0 1 0,0 0 0,0 0 0,-1 0 0,1 0-1,0 0 1,-2 0 0,2 0 107,-1-1-114,0 1 0,0 0-1,0 0 1,0 0 0,0 0 0,-1 0-1,1 0 1,0 0 0,0 1 0,0-1-1,0 1 1,0-1 0,0 1 0,0 0-1,-2 1 1,-10 4 163,-14 6-19,1 0 0,1 2 0,0 1 1,-43 34-1,13-4-282,-54 57 0,78-66-207,-39 54-1,-27 31 186,11-38 187,-11 19-69,-44 42-515,61-75 77,-23 18-225,-112 112-3617,196-179 1008,-31 36 0,13-4-7597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63 880,'-65'6'3455,"-72"17"-1,112-17-2755,1 1-1,-1 2 0,1 0 0,0 1 1,-38 24-1,57-31-550,1-1 1,0 1-1,0 0 1,0 0-1,1 0 1,-1 1-1,1-1 1,-1 1-1,1 0 1,1 0-1,-1 0 1,0 0-1,1 0 1,0 1-1,0-1 1,0 1-1,1-1 1,-1 1-1,1 0 1,0 0-1,0-1 1,1 1-1,0 0 1,-1 0-1,2 0 1,-1 0-1,0 0 1,1 0-1,0-1 0,0 1 1,1 0-1,-1 0 1,1-1-1,0 1 1,0-1-1,1 0 1,5 8-1,-4-6 68,38 47 997,-38-49-1156,0 0 0,1 0 0,-1 0 0,1-1-1,0 0 1,0 0 0,0 0 0,1-1 0,-1 1 0,8 1 0,6-1-16,-1-1-1,1 0 1,-1-2 0,1 0 0,-1-1 0,25-4 0,5-3-97,60-19-1,-75 16-50,0-2 1,-1-1-1,-1-1 0,-1-2 1,40-28-1,-70 44 105,14-8-146,0 0 0,-1-2 0,19-18 1,-29 25 43,0-1 0,0 1 0,0 0 0,0-1 1,-1 1-1,1-1 0,-1 0 0,0 0 0,-1 0 0,1 0 1,-1 0-1,0 0 0,0 0 0,-1-1 0,0-5 0,0 7-64,0 0-1,0 1 1,-1-1-1,0 1 1,0-1-1,0 0 1,0 1-1,0-1 1,-1 1-1,0 0 1,1 0-1,-1-1 1,0 1-1,-1 0 1,1 1-1,-1-1 1,1 0-1,-1 1 1,0-1-1,0 1 1,0 0-1,-5-3 1,-5-2-675,-1 0 1,0 1-1,-1 1 0,-15-4 1,4 0-901,-45-14-4980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1196 29 560,'-32'-8'2502,"13"2"-622,1 2-1,-1 0 0,0 1 1,-37-1-1,-139 11 1829,140-5-3077,-48 5 846,39 2-608,33-6-613,-1 2 1,1 1-1,-34 11 0,54-8-176,-2 1-38,9-8-34,1 0 1,0 0 0,0 0 0,0 1 0,0-1 0,0 1-1,1 0 1,-1-1 0,1 1 0,-1 0 0,1 1 0,0-1-1,1 0 1,-1 0 0,0 1 0,1 0 0,0-1 0,0 1-1,0-1 1,-1 9 0,2-11-8,0 1 0,0 0 1,0 0-1,0-1 0,-1 1 0,1 0 0,-1 0 0,1-1 1,-1 1-1,0 0 0,1-1 0,-1 1 0,0-1 1,0 1-1,0-1 0,0 1 0,-1-1 0,1 0 0,0 1 1,-2 0-1,2-1 10,-1 0 0,1 1-1,0-1 1,-1 1 0,1-1 0,0 1 0,0-1 0,0 1 0,0-1 0,0 1 0,1 0-1,-1 0 1,0-1 0,1 1 0,-1 0 0,1 0 0,0 0 0,0 0 0,-1 0 0,1 2-1,1 2 14,0 0-1,0 1 1,0-1-1,1 0 0,0 0 1,0 0-1,0 0 1,1 0-1,0 0 0,0 0 1,5 5-1,7 11 40,26 26 1,-28-33-5,-7-8-48,1-1 0,-1 0-1,1-1 1,0 1 0,0-1 0,0 0-1,1-1 1,8 4 0,6 0-14,38 11 0,-49-16 6,12 2 59,1 0 1,0-2 0,-1 0 0,1-2-1,1 0 1,-1-2 0,26-4 0,-32 3-18,-1-2 0,0 0 1,0 0-1,0-2 0,-1 0 1,0-1-1,0 0 0,-1-1 1,0-1-1,23-17 0,-17 7-37,-1-1 0,-1-1 0,-1-1 0,28-41 0,-43 59 0,-1 0-1,1 0 1,-1 0-1,0 0 1,0 0-1,0 0 1,0-1-1,-1 1 1,0-1-1,0 1 1,0-1 0,0 1-1,-1-1 1,0 1-1,0-1 1,-1-9-1,-2 7 20,0 0 1,0 0-1,-1 0 0,0 1 0,-1-1 1,1 1-1,-1 0 0,-1 1 0,-6-8 0,2 4 119,0 1 0,0-1-1,0 2 1,-1-1 0,0 2-1,-1-1 1,1 1-1,-1 1 1,0 0 0,-1 1-1,-23-5 1,10 4 161,25 5-304,1 0 1,0 0 0,0 0 0,0 0 0,-1 0-1,1 0 1,0 0 0,0 0 0,0 0-1,0 0 1,-1 0 0,1 0 0,0 0-1,0 0 1,0 0 0,-1 0 0,1 0 0,0 0-1,0 0 1,0 1 0,0-1 0,0 0-1,-1 0 1,1 0 0,0 0 0,0 0-1,0 0 1,0 1 0,0-1 0,0 0 0,-1 0-1,1 0 1,0 0 0,0 1 0,0-1-1,0 0 1,0 0 0,0 0 0,0 1-1,0-1 1,0 0 0,0 0 0,0 0 0,0 1-1,0-1 1,0 3 1,1-1 0,-1 1 0,0 0 0,1-1 0,0 1-1,0 0 1,0-1 0,0 1 0,0-1 0,0 1 0,0-1 0,1 0 0,0 0-1,-1 1 1,1-1 0,0 0 0,0 0 0,0-1 0,0 1 0,0 0 0,4 2 0,5 5 20,55 45 122,36 33 67,-92-77-181,-1 1 0,-1 0 0,0 0 1,0 1-1,11 24 0,-4-8-6,1 0-17,-10-20 2,-1 2 0,0-1 0,0 1 1,-1-1-1,3 13 0,-6-18 5,0-1 0,-1 1 0,0 0 0,0 0 0,0-1-1,0 1 1,0 0 0,-1 0 0,0-1 0,0 1 0,0 0 0,0-1 0,0 1 0,-1-1 0,0 0-1,0 1 1,-4 5 0,1-2 8,0 0 1,-1 0-1,0-1 0,0 1 0,0-1 0,-1-1 1,-12 9-1,0-4 21,-38 17 0,-36 8 36,-145 36 1,-99-2-1529,274-59-737,-1-3 0,-119-2-1,173-5 1420,0-1 0,0 0 0,0-1 0,0 0 0,0 0 0,-11-5-1,4-2-2863,-31-19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6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1639 26 2161,'8'-2'759,"11"-8"901,-14-4 2537,-10 16-2316,-87 39 2628,-26 5-2187,-177 72 1265,111-31-1439,-187 121 0,262-137-668,3 4 1,-124 115 0,197-158-834,-38 48 0,61-67-539,3-6-16,1 1 0,0 0 0,0 0 1,1 0-1,-8 16 0,12-22-110,1-1 1,-1 1-1,1 0 1,0 0-1,-1 0 0,1-1 1,0 1-1,0 0 0,0 0 1,0 0-1,0 0 1,1-1-1,-1 1 0,0 0 1,1 0-1,0 0 0,-1-1 1,1 1-1,0 0 0,0-1 1,0 1-1,0-1 1,0 1-1,0-1 0,0 1 1,1-1-1,-1 0 0,0 1 1,1-1-1,-1 0 0,1 0 1,-1 0-1,1 0 1,0-1-1,2 2 0,6 2-385,0 0 0,1-1 0,-1 0 0,1-1 0,-1 0-1,1-1 1,0 0 0,14-1 0,187-14-8041,44-23-3735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1284 53 1121,'-10'0'2896,"-26"-2"1779,35 2-4447,0 0 0,0 0 1,0 0-1,0-1 0,0 1 0,0 0 0,1-1 0,-1 1 1,0 0-1,0-1 0,0 1 0,1-1 0,-1 1 1,0-1-1,1 0 0,-1 1 0,0-1 0,1 0 1,-1 1-1,1-1 0,-1 0 0,1 0 0,-1 1 0,1-1 1,0 0-1,-1 0 0,1 0 0,0 0 0,0 0 1,-1 1-1,1-3 0,1 2-156,0-1 0,0 1 1,1 0-1,-1-1 0,0 1 0,0 0 1,1 0-1,-1 0 0,1 0 0,-1 0 1,1 0-1,-1 1 0,1-1 0,0 0 0,-1 1 1,1 0-1,0-1 0,2 1 0,-1-1 90,17-4 265,0 2-1,1 1 1,0 0-1,-1 2 1,35 3-1,-54-3-424,8 0 99,1 1 0,0 0 0,-1 0-1,0 1 1,1 0 0,-1 1 0,0 0-1,14 7 1,-18-8-32,0 1-1,-1 0 0,1 1 1,0-1-1,-1 1 0,0 0 1,7 8-1,-6-7-4,0 1-1,-1 0 0,1 0 1,-1 0-1,-1 0 0,1 1 1,-1-1-1,4 13 0,-6-14-33,0-1 0,-1 0-1,1 1 1,-1-1 0,0 0-1,0 1 1,-1-1 0,1 0-1,-1 1 1,0-1 0,0 0-1,-1 0 1,1 1 0,-1-1-1,0 0 1,0-1 0,0 1-1,-4 5 1,-10 11 72,-1 0 1,-1-1-1,-24 20 1,10-9-6,-4 1 20,-1-2-1,-2-1 1,-75 41-1,51-33 18,-4 5 55,-100 44 0,137-73-180,-1-2 0,0 0 0,0-3 0,0 0 0,-1-2-1,-42 1 1,7-5-82,1-2 0,-1-4-1,1-2 1,-1-3 0,-73-22-1,124 27 113,0 0 0,0-1-1,1-1 1,0 0 0,1-1-1,-1-1 1,1 0 0,1-1-1,-21-19 1,32 26-20,0 1 0,0 0 1,0-1-1,0 1 0,0-1 0,0 0 1,1 0-1,0 0 0,-1 0 0,1 0 0,0 0 1,-1-5-1,2 6-8,0 0 0,0-1-1,0 1 1,0 0 0,1 0 0,-1 0 0,0 1 0,1-1 0,0 0-1,-1 0 1,1 0 0,0 0 0,0 0 0,0 1 0,3-4 0,1-1 12,1 1 0,0 0 0,0 0 0,0 1 0,1-1 0,0 2 0,-1-1 0,1 1 0,12-5 0,16-3 37,0 1 0,1 1 0,0 2 1,0 2-1,0 1 0,55 1 0,-23 6-54,0 3 1,105 22-1,-129-19-41,-1 3 0,0 1-1,49 23 1,-66-23 4,-1 0 0,0 2-1,-1 1 1,-1 0-1,0 2 1,23 24 0,-20-14-736,1-1 0,2-2 0,52 36 0,-68-53-617,0-1 0,1 0 0,17 6 0,-18-10-1435,0 0 0,26 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4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1554 6 1201,'33'0'3281,"0"-6"-160,-7 6-79,-26 6 79,32 42 2882,1 62 1520,-66 9-4321,-58-3-1361,-7 15-1409,0-14-432,-33 14 0,-32 14 0,-33-1 0,7-13 0,-40-36-2513,1-18-11894,-27-29-79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1004 1521,'5'0'2107,"-1"-1"-1158,10 4 265,-12 1 2102,-1 4 3304,5-7-5579,18 1 20,0 0 1,0-2 0,0-1 0,38-6 0,-36 1-375,40-15 0,152-54 927,69-40-387,-194 68-1106,134-92 0,-177 107-176,5-4-200,79-68 0,-113 84 196,0 0 0,-2-1 1,-1-1-1,-1-1 1,0 0-1,13-28 0,-27 47 66,-1 0-1,0 0 0,0 1 0,0-1 1,-1-1-1,0 1 0,1 0 1,-1 0-1,-1 0 0,1-1 0,-1 1 1,1 0-1,-1-1 0,0 1 1,-1-1-1,0-4 0,-2 2 15,0 0 0,-1 0-1,0 0 1,0 1 0,-1-1 0,0 1-1,0 0 1,-10-9 0,4 6 34,1 0 0,-1 1 0,0 0 1,-1 1-1,0 1 0,0 0 0,-1 0 0,1 1 0,-1 1 1,-15-3-1,9 1-9,-11-3 68,-1 1-1,0 2 1,-1 1-1,1 1 0,-37 2 1,54 3-131,0 2-1,1 0 1,-1 0 0,1 2 0,0-1 0,0 2 0,0 0-1,-22 14 1,-1 3-72,-40 36 0,74-58 88,-3 4 16,0 0 1,1 0-1,-1 1 0,1 0 0,0-1 0,0 1 0,1 1 0,0-1 0,0 0 1,-2 8-1,1-6-20,0 1 0,0 0 0,-8 11 0,-94 141-811,49-70 1632,-134 227 2466,185-305-3250,0-1 0,1 1 0,0-1 0,1 2 0,1-1 1,0 0-1,-2 18 0,5-28-163,0 1 0,0-1 0,0 0 0,0 1 0,0-1 0,1 0 0,0 1 0,-1-1 0,1 0 0,1 0 0,-1 1 0,0-1 0,1 0 0,-1 0 0,1-1 0,0 1 0,0 0 0,0 0 0,0-1 0,1 0 0,-1 1 0,1-1 0,-1 0 0,1 0 0,0 0 1,0 0-1,0-1 0,0 1 0,0-1 0,0 0 0,0 0 0,1 0 0,-1 0 0,0 0 0,0-1 0,5 1 0,15 1-1845,1-2-1,-1 0 1,1-1 0,-1-1 0,0-1 0,28-8 0,74-21-9003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1281,'0'2'363,"0"0"1,0 0 0,0 0 0,-1 0-1,1 0 1,-1-1 0,1 1-1,-1 0 1,1 0 0,-1 0 0,0 0-1,0-1 1,0 1 0,0 0 0,0-1-1,-1 1 1,1-1 0,0 1 0,-2 0-1,-31 16 854,19-11-157,-18 9 422,0 1-118,-1-2-1,-1-1 1,-54 14-1,71-25-1013,15-3-272,0 1 0,0-1-1,0 1 1,0-1-1,0 1 1,0 0 0,0 0-1,1 0 1,-1 1 0,0-1-1,1 1 1,-1-1-1,1 1 1,-1 0 0,1 0-1,0 0 1,-3 4 0,-17 11 538,18-14-478,0 0 0,0 1-1,0-1 1,0 1 0,1-1 0,-4 5 0,6-6-81,0 0 0,0-1 1,0 1-1,1 0 0,-1 0 1,1 0-1,-1-1 0,1 1 0,-1 0 1,1 0-1,0 0 0,0 0 0,0 0 1,0 0-1,0 0 0,1 0 1,-1-1-1,0 1 0,1 0 0,0 0 1,0 2-1,21 38 1197,-18-29-923,-3-11-282,-1 0 0,1 0 0,-1 0 0,1 0 0,0 0 0,0 0 1,0 0-1,0 0 0,0-1 0,0 1 0,2 2 0,14 6 128,1 0 1,0-1-1,0 0 0,0-2 0,1 0 1,20 4-1,-28-9-152,0 0 1,0 0 0,0-1-1,0-1 1,0 0-1,-1 0 1,1-1 0,0-1-1,0 0 1,0 0 0,-1-1-1,1 0 1,-1-1-1,0 0 1,0-1 0,0 0-1,-1 0 1,0-1-1,0-1 1,0 1 0,-1-1-1,0-1 1,0 0 0,11-14-1,-4-1-46,-1-1 0,-1 1 0,-1-2 0,-1 0 0,-1 0 0,8-36 0,-17 59-17,-1-1 0,1 1 0,-1-1-1,0 1 1,1-1 0,-1 0-1,-1 1 1,1-1 0,0 1 0,0-1-1,-1 0 1,0 1 0,1-1 0,-1 1-1,0 0 1,0-1 0,-1 1 0,1 0-1,-3-5 1,1 5-55,0-1 0,0 1 0,0-1 0,0 1 0,0 0 0,0 0 1,-1 0-1,1 1 0,-1-1 0,1 1 0,-1 0 0,-4-1 0,-12-1-774,1 0 0,-1 2 1,0 0-1,-25 3 0,36-1 251,-5-1-141,6 0 13,0 0-1,1 1 1,-1-1 0,0 1-1,1 1 1,-1 0-1,1 0 1,-11 4-1,7 5-3416,-16-2-121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63 1361,'4'-22'6601,"-3"21"-6389,0-1-1,0 1 1,0 0-1,0 0 1,0-1-1,0 1 1,0 0-1,0 0 1,1 0 0,-1 0-1,0 1 1,3-2-1,2-2-78,-6 4-95,1 0-1,-1 0 1,0 0-1,1-1 1,-1 1-1,0 0 1,0-1 0,1 1-1,-1 0 1,0-1-1,0 1 1,1 0-1,-1-1 1,0 1 0,0 0-1,0-1 1,0 1-1,0-1 1,1 1-1,-1 0 1,0-1 0,0 1-1,0-1 1,0 1-1,0-1 1,0 0-7,0 1 1,0 0-1,-1 0 1,1-1-1,0 1 1,0 0-1,1 0 1,-1-1-1,0 1 1,0 0-1,0 0 1,0-1-1,0 1 1,0 0-1,0 0 1,0-1-1,0 1 1,0 0-1,1 0 0,-1 0 1,0-1-1,0 1 1,0 0-1,1 0 1,-1 0-1,0 0 1,0-1-1,0 1 1,1 0-1,-1 0 1,0 0-1,0 0 1,1 0-1,-1 0 1,0 0-1,0 0 1,1 0-1,-1-1 1,0 1-1,1 0 1,20-4 435,-15 3 693,-12 1-853,-40 4 315,0 2 1,0 1-1,1 3 1,0 1-1,-64 26 1,109-37-622,-9 4 176,1 0-1,-1 0 0,1 0 1,-12 9-1,18-11-107,0 0 1,0 0-1,1 0 0,-1 0 0,1 0 0,-1 0 1,1 0-1,0 0 0,-1 1 0,1-1 1,0 0-1,1 1 0,-1-1 0,0 1 1,1-1-1,-1 1 0,1 0 0,0-1 0,0 4 1,0 0 31,1 0 0,0 0 0,0 0 1,1 0-1,-1-1 0,1 1 1,1 0-1,-1-1 0,1 0 0,0 1 1,0-1-1,0 0 0,1 0 1,0-1-1,0 1 0,0-1 0,8 7 1,5 2-5,1 0 1,0-1 0,34 16 0,-38-21-87,0-1 0,1-1 0,0-1 0,0 0 0,0 0 0,26 1 0,-5-3-3,59-4 0,-75 0-49,0 0-1,0-2 1,0 0-1,-1-1 1,0-1-1,0-1 1,36-17-1,-48 20 27,-1 0 0,1 0 0,-1 0 0,1-1 0,-1 1 0,0-2 0,-1 1 0,0-1 0,1 1 0,-2-2 0,1 1-1,-1 0 1,0-1 0,0 0 0,-1 0 0,1 0 0,-2 0 0,1-1 0,-1 1 0,0-1 0,-1 1 0,0-1 0,1-8 0,-2 14 29,0 1 1,0-1 0,0 1 0,0 0-1,0-1 1,0 1 0,-1-1 0,1 1-1,0-1 1,-1 1 0,1 0-1,-1-1 1,0 1 0,1 0 0,-1-1-1,0 1 1,0 0 0,0 0-1,0 0 1,0 0 0,-2-2 0,1 1 19,-1 1 1,0 0-1,-1 0 1,1 0-1,0 0 1,0 1-1,-7-2 1,-12-1 165,10 0 56,0 1-1,-1 1 1,1 0 0,-1 0-1,-17 2 1,30-1-249,0 0-1,-1 0 1,1 0-1,0 0 0,0 1 1,0-1-1,-1 0 1,1 0-1,0 0 1,0 0-1,0 0 1,0 0-1,-1 0 1,1 0-1,0 0 1,0 1-1,0-1 1,0 0-1,0 0 1,-1 0-1,1 0 1,0 1-1,0-1 0,0 0 1,0 0-1,0 0 1,0 0-1,0 1 1,0-1-1,0 0 1,0 0-1,0 0 1,0 1-1,0-1 1,0 0-1,0 0 1,0 0-1,0 1 1,0-1-1,0 0 1,0 0-1,0 0 1,0 1-1,0-1 0,0 0 1,0 0-1,0 0 1,1 0-1,-1 1 1,0-1-1,0 0 1,0 0-1,0 0 1,0 0-1,0 0 1,1 1-1,-1-1 1,0 0-1,0 0 1,0 0-1,1 0 1,-1 0-1,0 0 0,0 0 1,0 0-1,0 0 1,1 0-1,37 31 503,16 15-84,72 80 15,-123-122-430,1 0-1,-1 0 1,0 0-1,0 0 1,0 1-1,-1 0 1,1-1 0,-1 1-1,0 0 1,-1 0-1,1 0 1,-1 0-1,0 0 1,0 1-1,0 4 1,-1-1 55,-1-1 0,1 0 0,-2 0 0,1 1 0,-1-1 0,0 0 1,-1 0-1,-6 13 0,-1-2 115,-1 0 0,-1 0 1,-1-1-1,-1 0 0,0-2 1,-20 19-1,9-13 11,-1 0 0,-1-2 0,-1-1-1,-1-1 1,-52 23 0,21-16-183,-114 31 0,127-43-1172,0-3 0,-1-2 0,-66 3 0,102-10 208,0-1 0,0-1 0,1 0 0,-1 0 0,-22-6 0,30 5 252,1 0-1,-1 1 0,1-2 0,-1 1 0,1 0 1,0-1-1,0 1 0,0-1 0,0 0 1,0 0-1,-4-7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1294 15 160,'-33'-15'3522,"7"21"800,-104 30 960,-34 26-1200,1 7-2001,32 6-1441,-32 8 81,39 21 2240,-6 6 480,64-15-1119,1 16-562,0-1-559,32-6-929,33-29-272,33-19-112,65-29-4370,32-27-3602,60-36-5122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3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976 1 1521,'-25'4'2227,"-4"2"872,-1 0 1,-54 20-1,-84 33 4024,146-44-4001,-18-6-1751,20-2-955,14-5-317,1 0-1,-1 0 0,1 1 1,0 0-1,-1 0 0,1 0 1,-6 6-1,-59 50 925,3 2 0,-63 75-1,22-3 872,20-47-693,84-81-1167,0-1 0,-1 1 0,1 0 0,1 1-1,-1-1 1,1 1 0,0-1 0,0 1 0,1 0 0,0 0 0,0 0 0,0 0-1,0 1 1,1-1 0,0 0 0,1 1 0,-1-1 0,1 1 0,1-1 0,0 9 0,0 11-12,-1-21-22,0-1 0,0 0 0,1 1 0,-1-1 1,1 0-1,0 1 0,0-1 0,1 0 0,-1 0 1,1 0-1,0 0 0,0 0 0,0-1 0,1 1 0,-1 0 1,1-1-1,0 0 0,0 0 0,0 0 0,0 0 1,1 0-1,-1 0 0,1-1 0,-1 0 0,1 0 0,0 0 1,0 0-1,6 2 0,1-1-2,0 1 0,1-2 0,-1 1 0,1-2 0,0 1 0,0-2 0,-1 1 0,1-2-1,0 0 1,13-2 0,14-4-53,69-22 0,-95 25 11,-9 3 16,1-1 0,-1 1 1,0-1-1,0 1 0,0-1 0,0 0 1,0-1-1,-1 1 0,1-1 0,-1 0 1,1 1-1,-1-2 0,5-5 0,2 2-32,-9 6 54,0 1-1,0-1 0,0 1 1,0-1-1,0 0 0,0 0 1,0 1-1,0-1 0,0 0 1,0 0-1,-1 0 0,1 0 1,0 0-1,-1 0 0,1 0 1,0 0-1,-1 0 0,1 0 1,-1 0-1,0-1 0,1 1 1,-1 0-1,0 0 0,0 0 1,0-1-1,0 0 0,0-2 4,0 1 0,0-1 0,0 0 0,0 1 0,-1-1-1,1 1 1,-1-1 0,-2-5 0,1 6 2,1 1 0,-1 0 0,0 0 1,0 1-1,0-1 0,0 0 0,0 1 0,0-1 0,0 1 1,0-1-1,-1 1 0,1 0 0,-5-2 0,-35-11-538,-1 1 0,-1 2 0,-59-8-1,85 16 56,-42-4-2677,49 6-2215,13-7-4385,-1 7 9497,0 0 1,-1 0 0,1 0 0,0 1 0,0-1-1,0 0 1,0 1 0,0-1 0,0 0 0,0 1-1,0-1 1,0 1 0,1-1 0,80-29-6394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3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6 960,'0'-6'7364,"0"19"-3843,33 22 1362,65 48 1279,-33-2-2480,0-4-2721,1-14-801,-1-9 0,-6-7-80,6-5-1201,0-21-2160,-32-7-1842,32-7-1600,-65-22-2241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1 165 800,'32'-7'3362,"1"-1"-401,32-11-560,59-16-1520,170-61-7284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36 320,'0'-8'2584,"-1"7"-2276,1 0 0,0 0 0,0 0 0,0 0 0,0-1 0,0 1 0,0 0 0,0 0 0,0 0 0,0 0 0,1 0 0,-1 0-1,0 0 1,1 0 0,-1 0 0,0 0 0,1 0 0,0 0 0,-1 0 0,2-1 0,1 1 112,1 0 0,-1 0 1,1 0-1,-1 1 0,1-1 0,-1 1 0,1 0 1,6 1-1,13-1 30,1 1 0,-1 0 0,0 2 0,0 1 0,-1 1 0,32 11 0,-48-14-301,1 1 0,-1-1 0,0 1 0,0 0 0,-1 1 0,1 0 0,-1 0 0,1 0 0,-1 0 0,0 1 0,-1-1 0,1 1 1,-1 1-1,0-1 0,0 1 0,-1-1 0,1 1 0,-1 0 0,-1 0 0,1 0 0,-1 1 0,0-1 0,0 1 0,-1-1 0,0 1 0,0 0 0,0 8 0,-2-4 104,-1 0 0,0-1 1,0 1-1,-1 0 0,0-1 0,-1 1 0,0-1 0,-1 0 0,0 0 1,0-1-1,-1 0 0,0 0 0,-1 0 0,-10 10 0,-13 13 243,-2-2 0,-39 30-1,62-53-417,-30 25 376,-147 111 1376,151-119-1487,0-1 0,-2-2 0,-55 22-1,39-22-6,-2-3 0,-57 11 0,87-24-241,1-2-1,0 0 0,-1-1 0,1-2 0,-1 0 0,1-2 0,-30-6 0,52 8-94,0 0-1,1 0 0,-1 0 1,1 0-1,-1-1 1,0 1-1,1-1 0,-1 1 1,1-1-1,-1 1 0,1-1 1,0 0-1,-1 0 1,1 0-1,0 0 0,-1 0 1,1 0-1,0 0 1,0 0-1,0-1 0,0 1 1,0 0-1,0-1 0,0 1 1,1 0-1,-1-1 1,0 1-1,1-1 0,-1-2 1,1 3 13,1-1 1,-1 0-1,1 0 1,0 1-1,0-1 1,0 1-1,0-1 1,0 1 0,0-1-1,0 1 1,1-1-1,-1 1 1,0 0-1,1 0 1,-1 0-1,1 0 1,-1 0-1,1 0 1,0 0 0,-1 0-1,1 1 1,0-1-1,0 1 1,-1-1-1,5 0 1,3-1 8,3-1-10,-1 0 0,1 1 0,0 0-1,0 1 1,23 0 0,-17 1-23,182 11-31,332 59-105,-309-33-4793,-114-19-2912,26 4-8836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3 109 2641,'-1'-18'1489,"-1"-25"1028,2 40-2389,0 1 0,0-1 0,1 1 0,-1 0 0,0-1 0,1 1 0,-1 0 0,1-1 0,0 1 0,0 0 0,0 0 0,2-3-1,12-6 155,-7 7 703,-4 5 3284,-4 8-3483,0-1 0,1 1 0,1-1 0,-1 1 0,6 14 0,-1-7-73,1-1 1,1 0 0,15 21 0,-13-20-201,2 3-52,19 30 502,62 76 1,-62-90-815,-10-14 26,-1 2 0,-1 0-1,-1 1 1,-2 0 0,0 2 0,-2 0-1,15 35 1,-23-45 59,12 34 664,15 61 0,-30-94-806,0 0-1,0 0 1,-2 0 0,0 0-1,-1 0 1,-1 0 0,-1 0-1,-3 18 1,0-17-146,0 0 0,-2 0 0,0 0 0,0-1 0,-2 0 0,0 0 0,-14 17 0,12-20-1135,0 0 0,-1-1 0,0 0 0,-17 12 1,29-25 1076,0 0 0,0 0 1,0 0-1,0 0 1,0 0-1,0 0 0,1-1 1,-1 1-1,0 0 1,0 0-1,0 0 0,0 0 1,0 0-1,0-1 0,0 1 1,0 0-1,0 0 1,0 0-1,-1 0 0,1 0 1,0 0-1,0-1 1,0 1-1,0 0 0,0 0 1,0 0-1,0 0 1,0 0-1,0 0 0,0-1 1,0 1-1,-1 0 1,1 0-1,0 0 0,0 0 1,0 0-1,0 0 1,0 0-1,0 0 0,0 0 1,-1 0-1,1 0 1,0 0-1,0 0 0,0 0 1,0 0-1,0 0 0,-1-1 1,1 2-1,0-1 1,0 0-1,0 0 0,0 0 1,0 0-1,-1 0 1,1 0-1,0 0 0,0 0 1,0 0-1,0-25-9132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6 640,'-32'0'8324,"64"-6"800,1 12-7443,0 0 320,97 9 880,92 27 81,-26-9-1842,-98-12-1840,-33-15-2081,33 2-2722,0-8-2881,-65 0-1600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1:56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3362,'27'-14'7683,"5"8"-3921,1-1-1841,32 1-641,164-8 1522,97 20 159,-6 8-2321,-91 7-4001,-33 0-8725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0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898 152 1761,'32'-24'2505,"-21"17"-1384,-1-1 0,1-1 0,11-11 1,10-21 2186,-31 40-3216,-1 0 0,1 0 0,-1 0 0,1 1-1,-1-1 1,1 0 0,-1-1 0,0 1 0,1 0 0,-1 0 0,0 0 0,0 0 0,0 0 0,0 0 0,0 0 0,0-2 0,-1 3-19,1-1 0,0 0 0,0 1 1,0-1-1,0 0 0,0 1 1,0-1-1,0 0 0,0 1 1,0-1-1,0 1 0,1-1 0,-1 0 1,0 1-1,0-1 0,1 0 1,-1 1-1,0-1 0,1 1 0,-1-1 1,0 1-1,1-1 0,-1 1 1,1-1-1,-1 1 0,1-1 1,0 0-1,10-3 421,-7 2 97,-12 2-5,1 0-336,2 0 1524,3 58 3206,1-44-4792,0-1 0,-2 0-1,1 1 1,-2-1 0,0 0 0,0 0 0,-8 14 0,-9 18 89,6-9-178,-3-1 0,-25 38-1,-42 56 54,-86 120-289,121-184 510,-101 103 0,59-83 364,34-33-185,-74 84 0,24 21-314,91-131-290,13-21-31,0 1 0,1 0-1,0 0 1,0 0 0,0 1-1,1-1 1,-3 10 0,5-14-28,0-1 1,0 1 0,0 0-1,0 0 1,0-1 0,0 1-1,1 0 1,-1-1-1,0 1 1,1 0 0,0-1-1,-1 1 1,1-1 0,0 1-1,0-1 1,0 1 0,0-1-1,0 1 1,0-1-1,0 0 1,1 0 0,-1 1-1,0-1 1,1 0 0,-1 0-1,1 0 1,-1-1 0,1 1-1,-1 0 1,1-1-1,-1 1 1,4 0 0,4 2-792,0-1 0,0-1 0,-1 0-1,1 0 1,0 0 0,0-1 0,15-2 0,-1-2-2780,0-1 1,24-8-1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0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13 3121,'4'6'4283,"9"-6"-2568,-8 1-416,-5-1-1280,0 0 0,0 0-1,0 0 1,0 0 0,0 0 0,0 0-1,0 0 1,0 0 0,0 0-1,0 1 1,0-1 0,-1 0 0,1 0-1,0 0 1,0 0 0,0 0 0,0 0-1,0 0 1,0 0 0,0 0 0,0 0-1,0 0 1,0 0 0,0 0-1,-1 0 1,1 0 0,0 1 0,0-1-1,0 0 1,0 0 0,0 0 0,0 0-1,0 0 1,0 0 0,0 0 0,-1 0-1,1 0 1,0 0 0,0 0-1,0 0 1,0-1 0,0 1 0,0 0-1,0 0 1,0 0 0,0 0 0,-1 0-1,1 0 1,0 0 0,0 0 0,0 0-1,0 0 1,0 0 0,0 0 0,0 0-1,0 0 1,0 0 0,0-1-1,0 1 1,0 0 0,0 0 0,0 0-1,0 0 1,-1 0 147,1-1 0,-1 1 0,0 0 0,1-1-1,-1 1 1,1 0 0,-1 0 0,1-1 0,-1 1 0,0 0-1,1 0 1,-1 0 0,0 0 0,1 0 0,-1 0 0,1 0 0,-1 0-1,0 0 1,1 0 0,-1 0 0,1 0 0,-1 1 0,0-1-1,1 0 1,-1 0 0,1 1 0,-2 0 0,-2 5 4293,-13-2-3460,0 0 1053,-141 39 2830,146-39-4533,-48 17 877,1 3 1,-66 37 0,122-59-1226,1 0 1,-1 0 0,0 0 0,1 0 0,-1 1 0,1-1 0,0 1-1,-1-1 1,1 1 0,0 0 0,1 0 0,-1 0 0,1 0 0,-1 1-1,1-1 1,0 0 0,0 0 0,0 1 0,1-1 0,-1 1 0,1-1-1,0 0 1,-1 1 0,2-1 0,-1 1 0,0-1 0,1 1 0,0-1-1,-1 0 1,1 1 0,0-1 0,1 0 0,-1 0 0,1 0 0,-1 0-1,1 0 1,0 0 0,0 0 0,0 0 0,1-1 0,-1 1 0,1-1-1,-1 0 1,1 0 0,4 3 0,9 7-2,-1-2 0,1 0 0,1-1 0,0-1 0,0 0 0,0-1 0,1-1 0,0-1 0,33 6 0,-23-9-4,1-1-1,0-2 1,-1-1 0,1-1-1,-1-1 1,0-1-1,0-2 1,29-11 0,-40 12-8,0-2 1,0 0-1,-1-1 1,0 0-1,30-24 1,-37 25 0,-1 0 0,1-1 1,-2 0-1,1 0 0,-1-1 0,0 1 0,-1-2 1,0 1-1,-1-1 0,5-12 0,-8 18-13,-1 1 0,1-1 0,-1 0 0,0 1 0,-1-1 0,1 0 1,-1 0-1,0 1 0,0-1 0,0 0 0,0 0 0,-1 0 0,0 1 0,0-1 0,-1 0 0,1 1 0,-1-1 0,-3-6 0,1 6-55,1 1 1,-1-1-1,0 1 1,0 0-1,0 0 0,-1 0 1,1 1-1,-1-1 1,0 1-1,0 0 0,0 1 1,0-1-1,0 1 1,-1 0-1,-9-2 0,-28-4-1141,0 2-1,-1 2 0,1 2 0,-54 4 1,20-1-3335,52-1-428,39-6-3707,-9 0 2914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29 2161,'0'-1'148,"0"1"-1,0-1 1,0 1-1,0-1 1,0 1 0,1 0-1,-1-1 1,0 1-1,0-1 1,1 1 0,-1-1-1,0 1 1,1 0-1,-1-1 1,0 1 0,1 0-1,-1-1 1,0 1 0,1 0-1,-1-1 1,1 1-1,-1 0 1,0 0 0,1 0-1,-1-1 1,1 1-1,-1 0 1,1 0 0,-1 0-1,1 0 1,0 0-1,11-6 2309,-9-5 5705,-7 11-6840,3 0-1070,0 0-141,0-1 0,0 1 0,0 0-1,0 0 1,0 0 0,0 0-1,0 0 1,0 0 0,0 0-1,1 0 1,-1 1 0,0-1 0,0 0-1,0 0 1,0 1 0,0-1-1,1 1 1,-1-1 0,0 1-1,0-1 1,0 1 0,0 1 1360,1-2-1432,0 0 0,0 1 0,0-1 0,0 0 0,1 0 0,-1 0 0,0 0 0,0 0 0,0 1 0,0-1 0,0 0 1,0 0-1,0 0 0,0 1 0,0-1 0,0 0 0,0 0 0,0 0 0,0 1 0,0-1 0,0 0 0,0 0 0,0 0 0,0 1 0,0-1 0,0 0 0,0 0 0,0 0 0,0 0 0,0 1 0,0-1 0,-1 0 0,1 0 0,0 0 0,0 0 0,0 0 0,0 1 0,0-1 0,-1 0 0,1 0 0,0 0 0,0 0 0,0 0 0,0 0 0,-1 0 0,1 1 0,0-1 1,0 0-1,0 0 0,0 0 0,-1 0 0,1 0 0,0 0 0,0 0 0,0 0 0,-1 0 0,1 0 0,0 0 0,0 0 0,0 0 0,-1 0 0,1 0 0,0-1 0,0 1 0,0 0 0,-1 0 0,-35 6 1273,23-4-836,0 0-1,-23 7 1,-43 18 656,1 4 1,2 3 0,-77 47 0,113-61-1132,28-15 0,0 1 0,0 1 0,-14 10 0,24-15 0,-1 0 0,1 0 0,0 0 0,0 0 0,0 0 0,0 1 0,0-1 0,1 1 0,-1-1 0,1 1 0,-1-1 0,1 1 0,0 0 0,0 0 0,1 0 0,-1 0 0,0 0 0,1 0 0,-1 4 0,1-4 0,0-1 0,1 1 0,-1-1 0,0 1 0,1 0 0,-1-1 0,1 1 0,0-1 0,0 1 0,0-1 0,0 1 0,1-1 0,-1 0 0,1 1 0,-1-1 0,3 3 0,1-1 0,1 0 0,-1 0 0,0 0 0,12 6 0,-6-5 0,18 11 3,1-2-1,1-1 1,0-2-1,1-1 1,0-1-1,54 7 1,-45-11-21,0-2 0,0-2 0,1-1 0,70-11 0,-87 7-338,0-2 1,0-1-1,-1-1 0,-1-1 0,40-21 1,-57 28 185,-1-1-1,0-1 1,0 1 0,0-1 0,0 0 0,-1 0 0,1 0 0,-1 0 0,0-1 0,-1 0-1,1 0 1,-1 0 0,0 0 0,0 0 0,4-11 0,-6 12 70,-1 0 0,1 0 0,-1 0 0,0 0 0,0 1 0,-1-1 0,1 0 0,-1 0 0,0 0 0,0 1 0,0-1 0,0 0 0,-1 1 0,1-1-1,-1 1 1,0-1 0,0 1 0,-1 0 0,1 0 0,0 0 0,-1 0 0,0 1 0,0-1 0,0 0 0,-3-1 0,-12-10-570,0 1-1,-1 1 1,-1 1-1,1 1 1,-27-10-1,8 6-2283,0 2 0,-55-11-1,66 16-1633,26 6 4389,1 1 1,-1 0-1,1-1 1,-1 1-1,1-1 1,0 1-1,-1-1 1,1 1-1,0-1 1,-1 1-1,1-1 1,0 1-1,0-1 1,0 1-1,-1-1 1,1 1-1,0-1 1,0 1-1,0-1 1,0 0-1,0 1 1,0-1-1,0 1 1,0-1-1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36 2481,'-6'-2'1154,"-14"-7"444,14-1 2813,2 3-639,-12 3-2558,3 1 2738,-9 8-445,17-3-2932,4-2-497,1 0 0,-1 0 0,1 1 0,0-1 0,-1 0 0,1 0 1,-1 1-1,1-1 0,0 0 0,-1 1 0,1-1 0,0 1 0,0-1 0,-1 0 0,1 1 1,0-1-1,0 1 0,-1-1 0,1 1 0,0-1 0,0 1 0,0-1 0,0 1 1,0-1-1,0 1 0,0-1 0,0 1 0,0-1 0,0 1 0,0-1 0,0 0 0,0 1 1,0 0-1,7 18 454,15 18 148,-13-11-172,-8-20-420,1 0 1,1-1 0,-1 1 0,1-1 0,0 1 0,0-1 0,0 0 0,6 6-1,-1-2-122,0-1 0,1 0 0,0 0 0,18 10 0,-24-15-134,0-1 0,1 0-1,-1 0 1,1 0 0,0-1 0,0 1-1,-1-1 1,1 0 0,0 0-1,0-1 1,0 1 0,0-1-1,0 0 1,8 0 0,-12 0 113,1 0 0,-1-1 1,0 1-1,1 0 0,-1-1 0,0 1 1,1 0-1,-1-1 0,0 1 0,1-1 1,-1 1-1,0 0 0,0-1 0,1 1 1,-1-1-1,0 1 0,0-1 0,0 1 1,0-1-1,1 1 0,-1 0 0,0-1 1,0 1-1,0-1 0,0 1 0,0-1 1,0 1-1,0-1 0,-1 1 0,1-1 1,0 1-1,0-1 0,0 1 0,0-1 1,-1 1-1,1-1 0,0 1 0,0 0 1,-1-1-1,1 1 0,0 0 0,-1-1 1,1 1-1,0 0 0,-1-1 1,1 1-1,-1-1 0,-7-4-141,7 4 64,-1 0 1,1 0-1,0-1 1,-1 1-1,1 0 1,0 0-1,-1-1 1,1 1-1,0-1 1,0 1-1,0-1 1,1 1-1,-1-1 1,0 1-1,0-1 1,1 0-1,-1 0 1,1 1-1,0-1 1,-1 0-1,1 0 1,0 1-1,0-1 1,0 0-1,1-3 1,-2 3 8,1 0 0,0 0 1,-1 0-1,1-1 0,-1 1 0,1 0 1,-1 0-1,0 0 0,0 0 0,0 0 0,0 0 1,0 0-1,-1 0 0,1 1 0,-1-1 1,1 0-1,-3-1 0,-5-8-468,-1-6-477,8 14 896,0 0 0,0 0 0,0 0 0,0 0 0,-1 0 0,1 1 0,-1-1 0,0 1 0,-4-4 0,-3 0-300,9 6 393,0-1-1,-1 0 1,1 1 0,0-1-1,0 0 1,-1 0 0,1 1 0,0-1-1,0 0 1,0 0 0,0 0-1,0-1 1,0 1 0,0 0-1,0 0 1,1 0 0,-1-1-1,0 1 1,1 0 0,-1-1 0,1 1-1,-1-1 1,1 1 0,0-3-1,0 4 42,-1-1-1,1 0 0,0 0 0,0 0 0,0 0 1,-1 0-1,1 1 0,-1-1 0,1 0 1,0 0-1,-1 1 0,1-1 0,-1 0 0,0 0 1,1 1-1,-1-1 0,1 1 0,-1-1 1,0 0-1,0 1 0,1 0 0,-1-1 0,0 1 1,0-1-1,0 1 0,1 0 0,-1-1 1,0 1-1,0 0 0,0 0 0,0 0 0,-1 0 1,-5-2-137,2-6 2110,5 10-73,0 2-1401,-5-1 3845,-1-1-3883,-5 1-76,0-3 3619,11-4-5252,0 8-1150,0-3 2242,0-1 1,0 0-1,0 0 0,0 1 1,0-1-1,0 0 1,-1 1-1,1-1 0,0 0 1,0 0-1,0 1 0,-1-1 1,1 0-1,0 0 0,0 0 1,-1 1-1,1-1 0,0 0 1,0 0-1,-1 0 1,1 0-1,0 1 0,0-1 1,-1 0-1,1 0 0,0 0 1,-1 0-1,1 0 0,-1 0 1,-20 1-3007,18-1 1791,-24 0-4594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2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777 0 800,'0'2'119,"1"0"0,-1 0-1,0-1 1,1 1 0,0 0-1,-1 0 1,1 0 0,0-1-1,0 1 1,0 0 0,0-1-1,0 1 1,0-1 0,1 0-1,-1 1 1,0-1 0,1 0-1,-1 1 1,1-1 0,2 1-1,6 6 525,44 38 2113,-42-37-2195,0 1 1,0 1-1,-1-1 0,18 25 1,-6-8 97,-17-20-535,-1-1-1,1 1 1,-1 0-1,0 0 1,5 12-1,1 27 358,-2-22-225,-5-16-141,-1 0 0,-1 0-1,1 0 1,-1 0 0,-1 0-1,1 1 1,-1 13-1,-1-10 50,-1 0 0,0 0 0,-1-1 0,-1 1-1,1 0 1,-2-1 0,0 0 0,0 0 0,-1 0-1,0 0 1,-1-1 0,-11 16 0,-6 3 960,-2-1 1,-47 42-1,50-50-557,-15 14 440,-1-2 0,-2-2 0,-79 46 0,89-59-850,0-2 0,-2-1 0,0-1 0,0-2 0,-1-1 0,-42 7-1,53-14-571,0-1-1,0 0 0,0-2 1,-35-4-1,42 2-412,1-1 0,0 0 0,-1-1 0,2-1 0,-1 0 1,1 0-1,-23-14 0,-29-26-5335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3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800 15 640,'-1'-1'267,"0"0"0,0 0 0,0 0 0,0 0 0,0 0 0,0 0 0,0 0 0,0 1-1,0-1 1,-1 0 0,1 1 0,0-1 0,0 1 0,-1-1 0,1 1 0,0 0 0,-1-1 0,1 1-1,0 0 1,-3 0 0,3 0 171,-4-2 2257,-16 4 979,9-2-3000,-49 8 2122,-99 26-1,133-26-2393,1 2 0,-1 0 0,2 2 0,0 0-1,0 2 1,-23 18 0,-16 12 577,39-28-535,1 1 0,0 1-1,1 2 1,2 0 0,-21 24 0,25-25 667,-24 40-1,37-52-898,0 0-1,1 0 1,0 0 0,0 1-1,0 0 1,1-1-1,0 1 1,0 0-1,1 0 1,0 9 0,3 0-50,0-1 1,2 1 0,0 0 0,0-1-1,2 0 1,0 0 0,1-1-1,0 1 1,11 13 0,-10-17-419,0-1-1,1 0 1,1 0 0,0-1 0,0 0-1,20 14 1,-15-14-1080,0 0 0,22 10-1,-13-10-3746,48 13-1,-71-23 5033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3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819 42 1361,'0'-1'189,"0"0"0,1-1 0,-1 1 0,0 0 1,0 0-1,1 0 0,-1 0 0,1 0 0,-1 0 0,1 0 1,-1 0-1,1 1 0,-1-1 0,1 0 0,0 0 1,0 0-1,-1 1 0,1-1 0,0 0 0,0 1 0,0-1 1,0 0-1,0 1 0,0-1 0,0 1 0,0 0 1,1-1-1,6-4 1050,-7 5-1183,-1 0 0,0 0 0,0 0 0,1 0-1,-1 0 1,0-1 0,0 1 0,1 0 0,-1 0 0,0 0 0,0-1 0,0 1 0,1 0 0,-1 0-1,0-1 1,0 1 0,0 0 0,0 0 0,0-1 0,0 1 0,1 0 0,-1 0 0,0-1 0,0 1 0,0 0-1,0-1 1,0 1 0,0 0 0,0 0 0,0-1 0,0 1 0,0 0 0,0-1 0,-1 1 0,1 0-1,0 0 1,0-1 0,0 1 0,0 0 0,0 0 0,0-1 0,-1 1 0,1 0 0,0 0 0,0-1-1,0 1 1,-1 0 0,1 0 0,0 0 0,0 0 0,-1-1 0,1 1 0,0 0 0,0 0 0,-1 0-1,1 0 1,0 0 0,0 0 0,-1 0 0,1 0 0,0 0 0,-1 0 0,1 0 0,0 0 0,0 0 0,-1 0-1,1 0 1,-1 0 0,-16-2 1943,9 5 2355,5 1-3466,-11 1 403,3 0-390,-1 0 1,0 1-1,-10 7 0,-136 96 4475,128-90-4874,10-7-138,0 1 1,1 1 0,-22 20 0,-48 39 102,48-41-105,-51 50 0,82-71-327,0 0 0,0 0-1,1 1 1,1 1 0,0 0 0,0 0 0,2 0-1,-1 1 1,-5 19 0,2 25-35,3-37 0,6-19 0,0 0 0,0 1 0,0-1 0,0 0 0,0 1 0,1-1 0,-1 0 0,1 1 0,-1-1 0,1 0 0,0 1 0,0-1 0,0 1 0,0-1 0,1 1 0,-1-1 0,1 0 0,-1 1 0,1-1 0,0 0 0,0 0 0,0 1 0,0-1 0,0 0 0,1 0 0,-1 0 0,1 0 0,-1 0 0,1-1 0,2 3 0,2 2 0,0-1 0,0 0 0,0 0 0,1 0 0,0-1 0,12 6 0,-10-5 0,0-1 0,-1 1 0,12 10 0,2-5 0,-22-11 0,0 1 0,0 0 0,-1 0 0,1 0 0,0 0 0,0 0 0,0 0 0,0 0 0,0-1 0,-1 1 0,1 0 0,0 0 0,0 0 0,0 0 0,0 0 0,0-1 0,0 1 0,0 0 0,0 0 0,0 0 0,-1-1 0,1 1 0,0 0 0,0 0 0,0 0 0,0-1 0,0 1 0,0 0 0,0 0 0,0 0 0,0 0 0,0-1 0,1 1 0,-1 0 0,0 0 0,0 0 0,0-1 0,0 1 0,0 0 0,0 0 0,0 0 0,0 0 0,0-1 0,1 1 0,-1 0 0,0 0 0,0 0 0,0 0 0,0 0 0,0 0 0,1-1 0,-1 1 0,0 0 0,-14-4 23,1-1 0,-1 0 0,1-1 0,0-1 0,0 0 0,-18-15 0,-5-4-426,-34-34-1,65 57 156,1 0-1,0-1 1,0 0-1,1 0 1,-1 0-1,1 0 1,0 0-1,0-1 1,0 0-1,1 1 1,0-1-1,0 0 1,0 0-1,-2-7 1,4 9-11,0 1 0,0 0 0,1 0 0,-1-1 0,0 1 0,1 0 0,-1 0 0,1 0 0,0 0 0,0 0 0,0 0 0,0 0 0,0 0 0,2-3 0,2 0-559,-1 0 0,1 1 0,0-1-1,0 1 1,0 0 0,8-5 0,107-53-13562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4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11 160,'0'-1'306,"0"1"-1,0-1 1,0 1 0,0 0-1,0-1 1,0 1-1,0 0 1,0-1 0,0 1-1,1-1 1,-1 1 0,0 0-1,0-1 1,0 1-1,0 0 1,1-1 0,-1 1-1,0 0 1,0-1-1,1 1 1,-1 0 0,0 0-1,0-1 1,1 1 0,-1 0-1,0 0 1,1 0-1,-1-1 1,0 1 0,1 0-1,-1 0 1,0 0 0,1 0-1,-1 0 1,1-1-1,18 5 2498,25 23-867,136 105 4266,-163-117-5898,-1 0 0,0 0 0,-1 2 0,-1 0-1,22 35 1,-8-6 192,24 60 0,-39-76-268,-2-1 0,-1 2 0,-1 0 1,6 43-1,-8-18 222,-1 90 0,-6-137-390,0 0-1,-1 1 1,0-1 0,-1 0 0,0 0-1,0 0 1,-8 17 0,1-8 131,-1-1 0,-17 23 1,26-38-177,-32 45 210,-2-1-1,-2-1 1,-2-2-1,-1-2 1,-70 54-1,41-45-1104,-2-2 0,-3-4-1,-1-2 1,-114 44-1,170-79-84,0 0-1,0-1 0,-1-1 0,-23 3 1,41-8 569,0 0 1,-1 0 0,1 0-1,-1-1 1,1 1 0,0 0-1,-1-1 1,1 0 0,0 0-1,0 1 1,-1-1 0,1 0-1,0-1 1,0 1 0,0 0-1,0-1 1,0 1 0,1-1-1,-1 1 1,0-1 0,-2-3-1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 1201,'-6'-1'1515,"-14"-4"409,13-3 6309,0 10-5013,-13-3 1710,123 14-888,191 11-1001,-90 0-1670,287 24-1274,-327-26-3844,-99-11-1217,-27-10-2466,-5-8-1841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0 960,'0'0'2802,"0"6"-401,33 1-80,-33 22 400,33 73 2401,-33 22-1520,32 1-1281,-32-2-160,0-13-240,33-14-400,-66 22-401,33 5-960,-32 1-1680,32-28-3042,32-34-4803,34-47-3841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796 130 800,'0'-3'199,"0"1"-1,1-1 1,-1 0-1,1 1 0,-1-1 1,1 0-1,0 1 1,0-1-1,0 1 0,0-1 1,0 1-1,1 0 1,-1-1-1,1 1 0,0 0 1,-1 0-1,4-2 1,1-4 378,-4 6-316,-1 0 0,0 0-1,0 0 1,0 0 0,-1-1 0,1 1 0,-1 0 0,1-1-1,-1 1 1,1 0 0,-1-1 0,0 1 0,0-1 0,-1 1-1,1 0 1,-1-5 0,0-7 1881,1-5 2420,-6 27-3441,-32 22 517,20-16-1092,0 0-1,0 1 1,2 1-1,0 1 1,1 0-1,0 1 1,-16 27 0,-12 43-13,-82 114-79,-71 106-308,-26 30 628,191-302-1642,10-11-1518,24-18 249,13-4-822,22-6-3298,22 2-2093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7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42 4002,'-50'24'2814,"-97"52"2991,129-65-5241,0 0 1,0 2-1,2 0 0,0 1 1,-22 25-1,32-33-372,2 0 0,-1 1 0,1-1 0,0 1 0,-5 12 0,8-17-144,0 0-1,0 1 0,1-1 1,-1 0-1,0 1 0,1-1 1,0 0-1,0 1 0,0-1 1,0 1-1,0-1 0,0 0 1,0 1-1,1-1 1,-1 0-1,1 1 0,0-1 1,-1 0-1,1 1 0,0-1 1,1 0-1,0 2 0,3 0-1,-1 0-1,1 0 1,-1 0-1,1-1 0,0 0 1,0 0-1,1 0 1,-1-1-1,1 1 0,-1-1 1,9 1-1,70 14 117,-57-14-129,0-1 0,0-1 0,0-1-1,1-1 1,-1-2 0,0 0 0,0-2-1,-1-1 1,0-1 0,37-16 0,-24 9 110,-1-2 0,0-1 1,64-42-1,-92 52-132,-2 1-1,1-2 1,-1 1-1,0-1 1,0 0 0,-1-1-1,0 0 1,-1 0-1,8-14 1,-12 19-107,0 0 1,-1 0 0,0 0 0,1 0-1,-1 0 1,-1 0 0,1 0-1,0-1 1,-1 1 0,0 0-1,0 0 1,0-1 0,-1 1-1,0 0 1,1 0 0,-1 0-1,-1 0 1,1 0 0,-1 0-1,1 0 1,-1 0 0,0 0 0,0 1-1,-1-1 1,1 1 0,-4-4-1,3 4-240,1 0 0,-1 0 1,0 1-1,0-1 0,-1 1 0,1 0 0,0-1 0,-1 2 0,0-1 0,-6-3 0,-78-16-4826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1420 84 800,'0'-1'103,"0"1"-1,0-1 1,0 0 0,0 0-1,0 0 1,1 1-1,-1-1 1,0 0-1,0 0 1,1 0 0,-1 1-1,0-1 1,1 0-1,-1 1 1,1-1-1,-1 0 1,1 1 0,-1-1-1,1 0 1,0 1-1,-1-1 1,1 1-1,0-1 1,-1 1-1,1-1 1,0 1 0,0 0-1,-1-1 1,1 1-1,0 0 1,0 0-1,0 0 1,0-1 0,0 1 1,0 0 0,-1 0 0,1 0 0,0 0 0,0 0 0,-1-1 0,1 1 1,-1 0-1,1-1 0,0 1 0,-1 0 0,1-1 0,-1 1 0,1-1 0,0 1 0,-1-1 1,1 1-1,-1-1 0,0 1 0,1-1 0,-1 1 0,1-1 0,-1 0 0,0 1 1,0-1-1,1 1 0,-1-1 0,0 0 0,0 0 0,0 1 0,1-1 0,-1-1 1,0 1-6,0 0 1,0 1 0,1-1 0,-1 0 0,0 0 0,1 0 0,-1 0 0,1 0 0,-1 1 0,1-1-1,-1 0 1,1 0 0,0 1 0,-1-1 0,1 0 0,0 1 0,-1-1 0,1 1 0,0-1 0,0 1-1,0-1 1,-1 1 0,1 0 0,0-1 0,0 1 0,0 0 0,0 0 0,2-1 0,4-2 511,-7 3-580,0 0 0,1 0 0,-1 0 1,0-1-1,0 1 0,0 0 0,1 0 1,-1-1-1,0 1 0,0 0 0,0-1 0,0 1 1,0 0-1,1-1 0,-1 1 0,0 0 1,0-1-1,0 1 0,0 0 0,0-1 0,0 1 1,0 0-1,0-1 0,0 1 0,0 0 0,0 0 1,0-1-1,-1 1 0,1 0 0,0-1 1,0 1-1,0 0 0,0-1 0,0 1 0,-1 0 1,1 0-1,0-1 0,0 1 0,-1 0 1,1 0-1,0-1 0,0 1 0,-1 0 0,1 0 1,0 0-1,0 0 0,-1-1 0,1 1 0,0 0 1,-1 0-1,1 0 0,0 0 0,-1 0 1,1 0-1,0 0 0,-1 0 0,0 0 0,-15-6 653,14 5-566,0-1-1,-1 2 1,1-1-1,0 0 1,-1 0-1,1 1 1,0-1-1,-1 1 1,1 0-1,-1-1 1,1 1-1,-5 1 1,-12-1 208,-81 3 1293,1 4 0,-192 39-1,241-33-880,1 2 1,-54 24-1,71-26-445,11-4-90,10-6-65,0 1 1,0 1-1,0 0 1,1 1-1,0 0 1,0 0-1,1 1 0,-1 0 1,-11 13-1,18-17-94,0-1 0,0 1 0,1 0 0,-1 0-1,1 1 1,0-1 0,-1 0 0,2 1 0,-1 0 0,0-1-1,-1 6 1,3-8-32,0 0 0,0 0 0,0 1 0,0-1-1,0 0 1,0 0 0,1 0 0,-1 0 0,0 0 0,1 0-1,-1 1 1,1-1 0,-1 0 0,1 0 0,-1 0 0,1 0-1,0 0 1,2 2 8,-1-1-1,1 1 0,0-1 1,0 0-1,-1 0 0,1 0 1,6 2-1,28 12 92,1-3 0,39 9 0,-46-14-66,0-2 0,0-1 0,1-2 0,39-1 0,118-16-228,-183 13 168,20-2 13,0-2 0,0 0-1,-1-2 1,0-1 0,43-20 0,-61 24-20,0-1 0,-1 0 0,1 0 0,-1 0 0,5-7 0,5-4-6,-15 15 27,0-1 1,0 1 0,-1-1 0,1 1 0,-1-1-1,1 1 1,-1-1 0,1 1 0,-1-1-1,0 1 1,0-1 0,0 1 0,0-3-1,0-3-18,0 14-25,0-3 37,0-1 0,0 1 0,0-1 0,1 1 0,-1-1-1,1 0 1,0 1 0,0-1 0,0 0 0,1 1 0,-1-1 0,4 5 0,9 24 272,-13-26-196,0 0-1,-1 0 0,0 0 0,0 0 0,0 0 0,0 0 0,-1 0 0,0 0 0,-1 0 0,1 0 0,-1 0 0,0-1 1,0 1-1,-1-1 0,0 1 0,0-1 0,-6 7 0,-8 11 347,-1-2 0,-36 33 0,39-39-191,-145 120 1660,97-85-1460,-17 14-4,-156 96 0,199-139-585,-1-2 0,-1-1 0,0-2 0,-1-2 0,-1-1 0,0-2 0,-52 6 0,47-13-1249,-88-2 0,120-3 858,0 0 1,0-1 0,1 0 0,-1-1-1,1 0 1,-1-1 0,-15-8 0,26 11 320,1 0 1,-1-1 0,1 1 0,0-1-1,-1 0 1,1 0 0,0 0 0,0 0-1,0 0 1,0 0 0,1 0 0,-1-1-1,1 1 1,-1-1 0,1 1 0,0-1-1,0 1 1,0-1 0,0 0 0,0 0-1,1 0 1,-1 1 0,1-1 0,0-5 0,1-4-1098,1 1 0,0-1 0,1 1 1,0-1-1,8-15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9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1130 0 1601,'-33'0'3521,"1"6"1,-34 30 320,-25 24-961,-7 23-1120,-65 21-401,0 13 161,32-7-240,0-21-81,40 15 81,-7-8-481,65-19-1120,66-44-3202,124-48-5362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1187 119 2081,'-17'-6'2454,"2"-1"1,-1 0-1,1-2 1,-15-9-1,29 17-2362,1 1 0,-1-1-1,1 1 1,-1-1-1,0 1 1,1-1 0,-1 0-1,1 1 1,-1-1 0,1 0-1,0 1 1,-1-1-1,1 0 1,0 1 0,-1-1-1,1 0 1,0 0 0,0 1-1,0-1 1,0 0 0,-1 0-1,1 0 1,0 1-1,1-1 1,-1 0 0,0 0-1,0 0 1,0 1 0,0-1-1,0 0 1,1 0 0,-1 1-1,0-1 1,1 0-1,-1 1 1,1-1 0,-1 0-1,1 1 1,-1-1 0,1 0-1,-1 1 1,1-1 0,1 0-1,25-16 893,-16 12-851,0 2 0,0-1 1,0 2-1,0-1 0,16 0 1,-16 2-94,-6 0-41,1 0-1,-1 1 1,0-1-1,1 1 1,-1 0-1,1 1 1,-1 0-1,0 0 1,1 0-1,-1 0 1,0 1-1,0 0 1,0 0 0,0 0-1,0 0 1,0 1-1,-1 0 1,1 0-1,-1 0 1,0 1-1,0 0 1,0-1-1,0 1 1,-1 1-1,1-1 1,-1 0-1,0 1 1,0 0-1,-1-1 1,0 1-1,1 0 1,-2 0-1,1 1 1,0-1-1,-1 0 1,0 1-1,-1-1 1,1 0-1,-1 1 1,0-1-1,0 1 1,0-1 0,-1 0-1,0 1 1,0-1-1,-1 0 1,1 1-1,-1-1 1,0 0-1,0 0 1,-1 0-1,0-1 1,-3 6-1,-16 13 541,0 0 1,-2-2-1,-1-1 0,-36 24 0,24-18 340,-35 24 572,-2-3-1,-2-3 1,-142 59-1,157-80-918,0-2-1,-2-3 1,0-3-1,-1-3 0,-113 7 1,142-19-514,1-1 0,-1-2 0,-51-10 0,62 6-18,24 7 0,-1 0 0,1 0 0,0 0 0,0 0 0,0 0 0,0 0 0,-1 0 0,1 0 0,0 0 0,0 0 0,0 0 0,0 0 0,0 0 0,-1 0 0,1 0 0,0-1 0,0 1 0,0 0 0,0 0 0,0 0 0,-1 0 0,1 0 0,0 0 0,0 0 0,0 0 0,0-1 0,0 1 0,0 0 0,0 0 0,0 0 0,0 0 0,-1 0 0,1 0 0,0-1 0,0 1 0,0 0 0,0 0 0,0 0 0,0 0 0,0-1 0,0 1 0,0 0 0,0 0 0,0 0 0,0 0 0,0 0 0,0-1 0,0 1 0,0 0 0,0 0 0,1 0 0,-1 0 0,0-1 0,0 1 0,0 0 0,0 0 0,0 0 0,0 0 0,55-9 0,95-5 0,254 10 0,-289 11-820,151 4-5200,-226-11 4207,0-3 0,-1-1 0,1-2-1,62-18 1,28-27-12007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09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1 8164,'5'1'4695,"1"1"-4345,0-1 0,-1 2 0,0-1 0,1 1 0,-1-1 0,0 1 0,0 1-1,-1-1 1,1 1 0,-1 0 0,1 0 0,5 8 0,27 24 37,-2 2 0,-2 1 0,36 55-1,-56-68 190,-1 0-1,-2 1 1,0 0-1,-2 1 1,-1 0-1,4 39 1,-9-48 90,-1-1-1,-1 0 1,0 1 0,-2-1-1,-4 23 1,-27 93 3160,11-54-2423,19-67-1278,-6 22 83,-22 60 0,6-40-205,-2-2-1,-3 0 0,-1-3 1,-3 0-1,-2-2 0,-2-2 1,-62 59-1,57-69-2,-2-3 0,-1-1 0,-1-2 0,-83 38 0,104-56 5,0-1 1,-2-2-1,-49 12 1,52-17-929,1-1-1,-46-1 1,-114-18-8803,183 16 9682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2:54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1229 152 480,'0'0'17,"0"0"0,0 0 0,0-1 0,0 1 0,0 0 0,0 0 0,0 0 0,1-1 0,-1 1 0,0 0-1,0 0 1,0 0 0,0-1 0,0 1 0,0 0 0,0 0 0,0-1 0,0 1 0,0 0 0,0 0 0,0 0 0,0-1 0,-1 1 0,1 0-1,0 0 1,0 0 0,0-1 0,0 1 0,0 0 0,0 0 0,0 0 0,-1-1 0,1 1 0,0 0 0,0 0 0,0 0 0,0 0 0,-1 0 0,1 0-1,0-1 1,0 1 0,0 0 0,-1 0 0,1 0 0,0 0 0,0 0 0,0 0 0,-1 0 0,1 0 0,0 0 0,-1 0 0,-16 0 209,12 0-39,0 0 40,5 0-195,-2 0-3,1 0-1,-1 1 1,1-1-1,-1 0 1,1 0 0,0 0-1,-1 0 1,1-1-1,-1 1 1,1 0 0,-1-1-1,1 1 1,0-1-1,-1 1 1,1-1 0,0 0-1,-2 0 1,3 0 224,-23 1 91,23 0-320,-1 0 0,1 0-1,-1-1 1,0 1 0,1 0-1,-1 0 1,1-1 0,0 1-1,-1 0 1,1-1 0,-1 1-1,1-1 1,-1 1 0,1-1-1,0 1 1,-1 0 0,1-1-1,0 1 1,-1-1 0,1 0-1,0 1 1,0-1 0,0 1-1,0-1 1,-1 1-1,1-1 1,0 1 0,0-1-1,0-1 1,0 1 296,-3 2-205,-1-1-1,0 1 1,1-1-1,-1 0 0,0 0 1,1-1-1,-1 1 1,1-1-1,-1 1 1,-6-3-1,-4 0 148,-29-3 778,22 6-496,4 0-200,-1 0 1,1-1-1,-30-5 0,39 5-170,0 0 0,0 1 1,1 0-1,-1 0 0,0 1 0,-15 3 0,-10 0 101,9-3-30,0 2-1,-26 5 1,-75 22 209,54-4-334,6-8-31,59-17-84,0 1 0,0 1 0,1-1-1,0 1 1,-1 0 0,1 0 0,0 1 0,-6 5 0,8-6-4,1-1 0,-1 0 0,0 1 0,0-1 0,-1 0 0,1-1 0,0 1 0,-1 0 0,-6 1 0,-16 10 69,12-1-71,-10 3-51,17-11 60,0 0-1,1 1 1,-1-1 0,1 1 0,0 0 0,0 1 0,1-1 0,-7 10 0,-24 22 67,5-1-34,27-30-34,0-1-1,-1 1 1,1-1-1,-1 0 1,-7 6-1,9-9 8,0 0-1,0 0 0,0 1 0,1-1 0,0 1 0,-1 0 0,1-1 0,0 1 0,-3 6 0,-6 9 97,-43 44 223,53-61-323,0 1 0,1-1 0,-1 0 0,0 1 0,1-1-1,-1 1 1,1-1 0,-1 1 0,1-1 0,0 1 0,0 0 0,0-1 0,0 1 0,0 2 0,0-3-4,0 1 0,0-1 0,0 0 0,0 1 0,0-1 0,0 0 0,-1 1 0,1-1 1,0 0-1,-1 0 0,1 1 0,-1-1 0,1 0 0,-2 2 0,-9 6 61,10-8-63,0 0 0,0-1 1,0 1-1,0 0 0,0 0 0,0 0 1,0 0-1,0 0 0,0 0 0,0 0 1,1 0-1,-1 0 0,0 0 1,1 0-1,-1 0 0,1 0 0,-1 1 1,1-1-1,0 0 0,-1 0 0,1 1 1,0-1-1,0 0 0,0 2 1,0 114 1142,0-116-1122,1 0 1,-1 1 0,1-1-1,-1 0 1,1 1-1,0-1 1,-1 0-1,1 0 1,0 0 0,0 1-1,0-1 1,0 0-1,0 0 1,0-1 0,0 1-1,0 0 1,0 0-1,0 0 1,2 0 0,6 7 289,-7-3-232,0 0-1,-1 0 1,0 1 0,0-1 0,0 1 0,-1-1-1,0 1 1,0 0 0,0-1 0,-1 8 0,0 8-7,1-21-69,0 1 1,0 0 0,0 0-1,0 0 1,0 0-1,0 0 1,0-1-1,1 1 1,-1 0 0,0 0-1,1 0 1,-1-1-1,1 1 1,-1 0-1,1-1 1,-1 1 0,1 0-1,-1-1 1,1 1-1,0-1 1,-1 1-1,1 0 1,0-1 0,-1 0-1,1 1 1,0-1-1,0 1 1,0-1-1,-1 0 1,1 0 0,1 1-1,-1-1 1,0 0 0,0 0 0,-1 1 0,1-1-1,0 0 1,0 1 0,-1-1 0,1 0 0,0 1 0,-1-1 0,1 1-1,0-1 1,-1 1 0,1-1 0,-1 1 0,1-1 0,-1 1-1,1 0 1,-1-1 0,1 1 0,-1 0 0,1 0 0,-1-1 0,0 1-1,0 0 1,1 0 0,-1-1 0,0 1 0,0 0 0,0 0 0,0 1-1,0-1-6,1 0-1,-1-1 0,0 1 0,1 0 1,-1 0-1,1 0 0,-1 0 0,1-1 1,-1 1-1,1 0 0,0 0 0,-1-1 1,1 1-1,0 0 0,0-1 0,-1 1 1,1-1-1,0 1 0,0-1 0,0 0 1,0 1-1,1 0 0,27 8 66,-14-4 9,23 23 312,-29-24-322,0 1-1,0 0 0,0 1 1,-1 0-1,8 8 1,-5 0 51,16 16 21,-14-20 15,0 2-1,21 23 0,-28-26-39,-5-7-91,0 0 1,1 0 0,-1 0-1,1 0 1,-1 0 0,1 0-1,-1-1 1,1 1 0,0-1-1,0 1 1,0-1 0,0 0-1,0 1 1,0-1 0,0 0-1,3 0 1,22 16 170,-23-14-155,0 0 0,0 0 0,0 0 0,1-1 0,7 3 0,47 16 136,6-8 307,-39-7 77,-19-4-463,-1 0 0,0-1 0,1 0 0,12 0 0,106 6 787,-74-5 70,57 9 1,-33-2 413,-18 0-373,22 2 110,240-5 2065,-226-6-2252,-58-3-216,54-9 0,-55 6-451,135-21 59,-112 19-307,-42 6 0,0 0 0,29-8 0,-19-2 0,9-2 0,-14 9 0,35-14 0,0 0 0,37-17 0,-53 19 0,26-25 0,-56 38 0,-1-1 0,0 0 0,1-1 0,-2 0 0,1 0 0,-1-1 0,0 0 0,9-12 0,8-6 0,-5 4 0,28-26 0,-40 43 0,-6 3 0,1 1 0,-1 0 0,0-1 0,0 1 0,0-1 0,0 0 0,0 1 0,0-1 0,0 0 0,-1 0 0,1 1 0,0-1 0,0 0 0,0 0 0,-1 0 0,1 0 0,0 0 0,-1 0 0,1 0 0,-1 0 0,0-1 0,1 1 0,-1 0 0,0 0 0,1-2 0,-1 2 0,0-1 0,0 1 0,1-1 0,-1 1 0,0 0 0,1 0 0,-1-1 0,1 1 0,0 0 0,-1 0 0,1-1 0,0 1 0,0 0 0,0 0 0,0 0 0,0 0 0,0 0 0,0 0 0,0 0 0,0 1 0,0-1 0,0 0 0,2 0 0,5-5 0,-6 4 0,0 0 0,-1 0 0,1 0 0,1 1 0,-1-1 0,0 0 0,0 1 0,5-3 0,3-1 0,-6-4 0,-4 9 0,0-1 0,0 1 0,0-1 0,0 1 0,0 0 0,0-1 0,0 1 0,0-1 0,0 1 0,0 0 0,0-1 0,1 1 0,-1-1 0,0 1 0,0 0 0,0-1 0,1 1 0,-1 0 0,0-1 0,1 1 0,-1 0 0,0 0 0,0-1 0,1 1 0,-1 0 0,1 0 0,-1-1 0,0 1 0,1 0 0,0 0 0,6-3 0,-6 3 0,0 0 0,0 0 0,0-1 0,0 1 0,0-1 0,0 1 0,0-1 0,0 1 0,0-1 0,0 0 0,0 1 0,0-1 0,-1 0 0,1 0 0,0 0 0,0 1 0,-1-1 0,1 0 0,0 0 0,-1 0 0,1 0 0,-1 0 0,0 0 0,1 0 0,-1 0 0,0-1 0,1 1 0,-1 0 0,0 0 0,0 0 0,0 0 0,0 0 0,0 0 0,0-1 0,0 1 0,-1 0 0,1-1 0,0 1 0,0 0 0,0 1 0,0-1 0,0 0 0,0 1 0,0-1 0,1 0 0,-1 1 0,0-1 0,0 1 0,1-1 0,-1 0 0,0 1 0,1-1 0,-1 1 0,1-1 0,-1 1 0,0-1 0,1 1 0,-1-1 0,1 1 0,0 0 0,-1-1 0,1 1 0,-1 0 0,1-1 0,-1 1 0,1 0 0,0 0 0,-1-1 0,1 1 0,0 0 0,-1 0 0,1 0 0,1 0 0,-2 0 0,1 0 0,0 0 0,0 0 0,-1 0 0,1-1 0,0 1 0,-1 0 0,1 0 0,0 0 0,-1-1 0,1 1 0,0 0 0,-1-1 0,1 1 0,-1-1 0,1 1 0,-1-1 0,1 1 0,-1-1 0,1 1 0,-1-1 0,1 1 0,-1-1 0,0 0 0,1 1 0,-1-1 0,0 1 0,1-1 0,-1 0 0,0 1 0,0-1 0,0 0 0,0 0 0,0 1 0,0-2 0,0-74 0,0 75 0,0 0 0,0 1 0,0-1 0,-1 1 0,1-1 0,0 1 0,0-1 0,-1 1 0,1-1 0,0 1 0,-1 0 0,1-1 0,-1 1 0,1-1 0,0 1 0,-1 0 0,1-1 0,-1 1 0,1 0 0,-1 0 0,1-1 0,-1 1 0,0 0 0,1 0 0,-1 0 0,1 0 0,-1-1 0,1 1 0,-1 0 0,0 0 0,1 0 0,-1 0 0,1 0 0,-1 1 0,0-1 0,0 0 0,1 0 0,-1 0 0,1 0 0,-1 0 0,0 0 0,1 0 0,-1 0 0,0 0 0,1 0 0,-1-1 0,1 1 0,-1 0 0,1 0 0,-1 0 0,1-1 0,-1 1 0,1 0 0,-1-1 0,1 1 0,-1-1 0,1 1 0,-1 0 0,1-1 0,-1 1 0,1-1 0,0 1 0,-1-1 0,1 1 0,0-1 0,0 1 0,-1-1 0,1 0 0,0 0 0,0-1 0,0-1 0,0 1 0,0 0 0,0 0 0,-1 0 0,1-1 0,-1 1 0,1 0 0,-1 0 0,0 0 0,0-2 0,-14-5 0,8 6 0,6 2 0,0 1 0,1-1 0,-1 1 0,1-1 0,-1 1 0,1-1 0,-1 1 0,1-1 0,0 0 0,-1 1 0,1-1 0,0 0 0,-1 1 0,1-1 0,0 0 0,0 1 0,0-1 0,-1 0 0,1 1 0,0-1 0,0 0 0,0 0 0,0 1 0,0-1 0,1 0 0,-1 1 0,0-1 0,0 0 0,0 0 0,1 0 0,-1 0 0,0 0 0,0 0 0,0 0 0,0 0 0,0 0 0,0 0 0,0 0 0,0 0 0,0 0 0,0 0 0,0 0 0,-1 0 0,1 0 0,0 0 0,-1 0 0,1 0 0,-1 0 0,1 1 0,-1-1 0,0-1 0,-7-3 0,7 5 0,0 0 0,-1-1 0,1 1 0,0-1 0,0 0 0,0 1 0,0-1 0,0 0 0,0 1 0,1-1 0,-1 0 0,0 0 0,0 0 0,0 0 0,1 0 0,-1 0 0,1 0 0,-1 0 0,0 0 0,1 0 0,0 0 0,-1 0 0,1-1 0,-1 0 0,1 0 0,-1 1 0,1 0 0,-1 0 0,0 0 0,1 0 0,-1 0 0,0 0 0,0 0 0,0 0 0,0 0 0,0 0 0,0 0 0,0 1 0,0-1 0,0 0 0,-1 1 0,1-1 0,0 1 0,0-1 0,0 1 0,-2-1 0,-2-1 0,5 1 0,-1 0 0,0 1 0,1-1 0,-1 0 0,0 0 0,1 0 0,0 0 0,-1 0 0,1 0 0,-1 0 0,1-1 0,0 1 0,0 0 0,0 0 0,0 0 0,0 0 0,0 0 0,0 0 0,0 0 0,0 0 0,1-2 0,-1 2 0,0-1 0,1 1 0,-1 0 0,0 0 0,0 0 0,0 0 0,0 0 0,0 0 0,0 0 0,0 0 0,-1-1 0,1 1 0,0 0 0,-1 0 0,1 0 0,-1 0 0,1 0 0,-1 0 0,1 0 0,-1 0 0,-1-1 0,-7-4 0,8 6 0,0-1 0,0 1 0,0-1 0,0 0 0,0 1 0,0-1 0,0 0 0,0 0 0,0 1 0,0-1 0,1 0 0,-1 0 0,0 0 0,0 0 0,1 0 0,-1 0 0,1-1 0,-1 1 0,1 0 0,-1 0 0,1 0 0,0 0 0,-1-1 0,1 1 0,0 0 0,0-3 0,0 3 0,0-1 0,0 0 0,0 0 0,-1 0 0,1 0 0,-1 1 0,1-1 0,-1 0 0,0 1 0,1-1 0,-1 0 0,0 1 0,0-1 0,0 1 0,0-1 0,0 1 0,-1-1 0,1 1 0,-2-2 0,1 2 0,1 0 0,0 0 0,-1 0 0,1-1 0,0 1 0,0-1 0,0 1 0,0-1 0,0 1 0,0-1 0,1 0 0,-1 1 0,0-1 0,1 0 0,-1 0 0,1 1 0,0-1 0,0 0 0,-1-2 0,1 1 0,0 0 0,-1 0 0,0 0 0,0 0 0,0 0 0,0 0 0,0 1 0,-1-1 0,1 0 0,-1 1 0,0-1 0,0 1 0,0-1 0,0 1 0,0 0 0,0 0 0,-1 0 0,1 0 0,-5-2 0,-17-21 0,13 0 0,-1 15 0,11 9 0,0 1 0,0-1 0,0 0 0,0 0 0,0 1 0,0-1 0,0 0 0,0 0 0,1 0 0,-1 0 0,0 0 0,1 0 0,-1 0 0,0-1 0,1 1 0,-1 0 0,1 0 0,0 0 0,-1-1 0,1 1 0,0 0 0,0 0 0,0-2 0,-1 2 0,1 0 0,0 0 0,0 0 0,-1 1 0,1-1 0,0 0 0,-1 0 0,1 1 0,0-1 0,-1 0 0,1 0 0,-1 1 0,0-1 0,1 0 0,-1 1 0,1-1 0,-1 1 0,0-1 0,0 1 0,1-1 0,-1 1 0,-1-1 0,-24-9 0,5 1 0,9 1 0,0-1 0,0 2 0,0 0 0,-1 0 0,-22-7 0,15 5 0,-38-21 0,34 19 0,-1 0 0,1 2 0,-1 0 0,-30-5 0,1 3 0,-1 2 0,0 2 0,0 3 0,-1 2 0,1 2 0,-82 12 0,118-10 0,-78 8 0,2 5 0,-101 27 0,165-34 0,-1-2 0,0-1 0,-45 1 0,21-1 0,-140 22 0,166-21 0,-6 1 0,9-6 0,27-1-1,1 0 0,-1 0 1,0 0-1,0 0 0,1 0 0,-1 1 0,0-1 1,0 0-1,1 0 0,-1 0 0,0 0 0,0 0 1,0 0-1,1 1 0,-1-1 0,0 0 1,0 0-1,0 0 0,1 0 0,-1 1 0,0-1 1,0 0-1,0 0 0,0 1 0,0-1 0,0 0 1,0 0-1,1 0 0,-1 1 0,0-1 0,0 0 1,0 0-1,0 1 0,0-1 0,0 0 0,0 0 1,0 1-1,0-1 0,0 0 0,0 0 0,-1 1 1,1-1-1,0 0 0,0 0 0,0 1 1,0-1-1,0 0 0,0 0 0,0 0 0,-1 1 1,1-1-1,0 0 0,0 0 0,0 0 0,0 1 1,-1-1-1,1 0 0,0 0 0,0 0 0,-1 0 1,1 0-1,0 0 0,0 0 0,0 1 0,-1-1 1,1 0-1,0 0 0,0 0 0,-1 0 0,1 0-95,45 17-4584,-30-12 104,0-1 0,1-1 0,24 2 0,20-4-2254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0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1041 42 160,'0'0'640,"0"0"-626,0 0-1,1-1 0,-1 1 1,0 0-1,0-1 0,0 1 1,0 0-1,0-1 0,0 1 1,0-1-1,1 1 0,-1 0 1,0-1-1,-1 1 0,1-1 1,0 1-1,0 0 0,0-1 1,0 1-1,0 0 0,0-1 1,0 1-1,0-1 1,-1 1-1,1 0 0,0-1 1,0 1-1,-1 0 0,1 0 1,0-1-1,0 1 0,-1 0 1,1 0-1,0-1 0,-1 1 1,1 0-1,0 0 0,-1 0 1,1-1-1,0 1 0,-1 0 1,-21-2-14,22 2 0,-1 0 0,1 0 0,0 0 0,0 0 0,0 0 0,-1 0 0,1 0 0,0 0 0,0 0 0,0 0 0,-1-1 0,1 1 0,0 0 0,0 0 0,0 0 0,-1 0 0,1 0 0,0 0 0,0 0 0,0-1 0,0 1 0,0 0 0,-1 0 0,1 0 0,0 0 0,0-1 0,0 1 0,0 0 0,0 0 0,0 0 0,0-1 0,0 1 0,-1 0 0,1 0 0,0 0 0,0-1 0,0 1 0,0 0 0,0 0 0,0-1 0,3-3-5,-5 3 12,-1 1 0,1-1 1,0 0-1,0 1 0,0-1 0,0 1 0,0 0 0,0 0 0,-1 0 0,1 0 0,-4 0 0,6 0-7,0 0 1,0 1-1,0-1 1,0 0 0,0 0-1,-1 0 1,1 0-1,0 0 1,0 0 0,0 0-1,0 0 1,0 0-1,0 0 1,-1 0 0,1 0-1,0 0 1,0 0-1,0 0 1,0 0 0,0 0-1,0 0 1,-1 0-1,1 0 1,0 0-1,0 0 1,0 0 0,0 0-1,0 0 1,-1 0-1,1 0 1,0 0 0,0 0-1,0 0 1,0 0-1,0 0 1,0 0 0,0-1-1,-1 1 1,1 0-1,0 0 1,0 0 0,0 0-1,0 0 1,0 0-1,0 0 1,0-1 0,0 1-1,0 0 1,0 0-1,0 0 1,0 0-1,0 0 1,0 0 0,0-1-1,0 1 1,0 0-1,0 0 1,0 0 0,0 0-1,0 0 1,0-1-1,0 1 10,0 0 0,0 0 0,0 0 0,0-1 0,0 1 0,0 0 0,0 0 0,0 0 0,0 0 0,0 0 0,0 0 0,0-1 0,0 1 0,0 0 0,0 0 0,0 0 0,0 0 0,0 0-1,0-1 1,-1 1 0,1 0 0,0 0 0,0 0 0,0 0 0,0 0 0,0 0 0,0 0 0,0 0 0,0-1 0,-1 1 0,1 0 0,0 0 0,0 0 0,0 0 0,0 0 0,0 0 0,0 0-1,-1 0 1,1 0 0,0 0 0,0 0 0,0 0 0,0 0 0,0 0 0,-1 0 0,1 0 0,0 0 0,0 0 0,0 0 0,0 0 0,0 0 0,0 0 0,-1 0 0,1 0 0,0 0 0,0 0 0,0 0-1,0 1 1,0-1 0,0 0 0,-1 0 0,-2 1 56,1-1-34,0 0-1,1 1 1,-1-1 0,1 0 0,-1 0 0,0 0 0,1 0 0,-1 0 0,1 0 0,-1 0 0,0-1 0,-2 0 0,3 0 70,-1 0 1,0 0-1,1 1 1,-1-1-1,0 1 1,1-1-1,-1 1 1,0-1-1,0 1 1,1 0-1,-1 0 1,-2 0-1,1 0 6,-3 0-41,6 1-14,-5 3-93,-17-3 14,17-1 359,-6 3 37,-11 0 127,21-3-364,2 3-82,-28 4 99,-28 9 31,39-10-126,0-1-1,0 0 1,-17 2 0,-195 22 1065,169-14-333,-39 2 107,98-15-567,0-2-317,0 0-1,0 1 1,0-1 0,0 0-1,0 0 1,0 0 0,0 1-1,0-1 1,0 0 0,0 0-1,0 0 1,0 1 0,0-1-1,0 0 1,0 0-1,0 0 1,0 1 0,0-1-1,0 0 1,0 0 0,0 0-1,0 0 1,0 1 0,0-1-1,0 0 1,0 0-1,-1 0 1,1 0 0,0 1-1,0-1 1,0 0 0,0 0-1,0 0 1,-1 0 0,1 0-1,0 0 1,0 1 0,0-1-1,0 0 1,-1 0-1,1 0 1,0 0 0,0 0-1,0 0 1,-1 0 0,1 0-1,0 0 1,0 0 0,0 0-1,0 0 1,-1 0 0,1 0-1,0 0 1,0 0-1,-1 0 1,-53 7 83,54-7-90,-1 0 0,1 0-1,0 0 1,0 0 0,-1 0-1,1 0 1,0 0 0,0 1-1,-1-1 1,1 0 0,0 0-1,0 0 1,0 0 0,-1 0-1,1 1 1,0-1-1,0 0 1,0 0 0,-1 0-1,1 0 1,0 1 0,0-1-1,0 0 1,0 0 0,0 1-1,0-1 1,0 0 0,-1 0-1,1 0 1,0 1 0,0-1-1,0 0 1,0 0-1,0 1 1,0-1 0,0 0-1,0 0 1,0 1 0,0-1-1,1 1 1,-1-1 3,0 0 0,0 0 0,0 0-1,0 1 1,0-1 0,0 0 0,0 0 0,0 0 0,0 1-1,0-1 1,0 0 0,0 0 0,0 0 0,0 0 0,0 1-1,0-1 1,-1 0 0,1 0 0,0 0 0,0 1 0,0-1-1,0 0 1,0 0 0,0 0 0,0 0 0,-1 1 0,1-1-1,0 0 1,0 0 0,0 0 0,0 0 0,-1 0 0,1 0-1,0 0 1,0 0 0,0 1 0,0-1 0,-1 0 0,1 0-1,0 0 1,0 0 0,0 0 0,-1 0 0,1 0 0,0 0-1,0 0 1,0 0 0,-1 0 0,1 0 0,-22 0 74,15 3-14,3 0-52,-50 24-14,54-27 0,-1 0 1,1 0-1,0 1 0,-1-1 1,1 0-1,0 0 1,0 0-1,-1 0 1,1 1-1,0-1 0,0 0 1,-1 0-1,1 0 1,0 1-1,0-1 1,0 0-1,-1 0 0,1 1 1,0-1-1,0 0 1,0 0-1,0 1 1,0-1-1,0 0 0,-1 1 1,1-1-1,0 0 1,0 1-1,0-1 1,0 1-1,0-1 0,0 0 3,0 1 0,0-1 0,0 1 0,0-1 0,-1 1 0,1-1 0,0 1 0,0-1 0,-1 1 0,1-1 0,0 1 0,-1-1 0,1 0 0,-1 1 0,1-1 0,0 0 0,-1 1 0,1-1 0,-1 0-1,1 1 1,-1-1 0,1 0 0,-1 0 0,1 0 0,-1 1 0,1-1 0,-1 0 0,0 0 0,1 0 0,-1 0 0,1 0 0,-1 0 0,1 0 0,-1 0 0,0 0 0,0-1 0,1 1 0,-1 0 1,1 0-1,-1 0 0,0 0 0,1 0 1,-1 0-1,0 0 0,1 0 0,-1 1 1,1-1-1,-1 0 0,1 0 0,-1 0 1,0 1-1,1-1 0,-1 0 0,1 1 1,-1-1-1,1 0 0,-1 1 0,1-1 0,-1 1 1,1-1-1,0 1 0,-1-1 0,1 1 1,0-1-1,-1 1 0,1-1 0,0 1 1,0-1-1,-1 1 0,1 0 0,0-1 1,0 2-1,0-2-2,0 1 0,0-1 0,0 1-1,0 0 1,0-1 0,-1 1 0,1-1 0,0 1 0,0-1 0,0 1 0,-1 0 0,1-1 0,0 1-1,0-1 1,-1 1 0,1-1 0,0 1 0,-1-1 0,1 0 0,-1 1 0,1-1 0,-1 1 0,1-1 0,-1 0-1,1 1 1,-1-1 0,1 0 0,-1 0 0,1 1 0,-1-1 0,1 0 0,-1 0 0,0 0 0,1 0-1,-1 0 1,1 0 0,-1 0 0,-1 0 0,2 0 1,-1 0-1,0 0 0,1 0 1,-1 0-1,0 0 1,1 0-1,-1 1 1,0-1-1,1 0 1,-1 0-1,0 1 1,1-1-1,-1 0 0,0 0 1,1 1-1,-1-1 1,1 1-1,-1-1 1,1 1-1,-1-1 1,1 1-1,-1-1 1,1 1-1,-1-1 0,1 1 1,0-1-1,-1 1 1,1 0-1,0-1 1,0 1-1,0 0 1,-1-1-1,1 1 0,0 0 1,0-1-1,0 1 1,0 0-1,0-1 1,0 2-1,-1-1 5,0 0 1,1 1-1,-1-1 0,0 0 0,0-1 0,0 1 1,0 0-1,-1 0 0,1 0 0,0-1 0,0 1 0,0 0 1,-1-1-1,1 1 0,0-1 0,-1 0 0,1 1 1,-3-1-1,1 1 10,2 0-16,1-1 1,0 0 0,-1 1-1,1-1 1,-1 1 0,1-1-1,0 0 1,-1 1 0,1-1-1,0 1 1,-1-1 0,1 1-1,0-1 1,0 1 0,0-1-1,-1 1 1,1-1 0,0 1-1,0 0 1,0-1 0,0 1-1,0-1 1,0 1 0,0 0-1,0 0 0,0-1 0,0 1 0,0-1 0,0 1 0,0-1-1,0 1 1,0 0 0,0-1 0,0 1 0,0-1 0,0 1 0,-1-1 0,1 0-1,0 1 1,0-1 0,-1 1 0,1-1 0,0 1 0,0-1 0,-1 1-1,1-1 1,-1 0 0,1 1 0,-1-1 0,-9 5 7,9-4-6,0-1 1,0 0 0,0 1 0,0-1-1,0 1 1,0-1 0,0 1 0,0 0-1,0-1 1,1 1 0,-1 0 0,0 0-1,0-1 1,1 1 0,-1 0 0,1 0 0,-1 0-1,1 0 1,-1 0 0,1 0 0,-1 0-1,1 0 1,0 0 0,-1 0 0,1 0-1,0 0 1,0 0 0,0 0 0,0 0 0,0 0-1,0 0 1,0 0 0,1 2 0,-2 9-58,0 22 144,1-33-75,0 0-1,0 1 0,0-1 0,0 1 0,0-1 1,0 0-1,1 1 0,-1-1 0,0 0 0,1 0 1,-1 1-1,1-1 0,0 0 0,-1 0 0,1 1 1,1 0-1,9 3 3,1 3-23,-11-6 17,0 1 1,0 0 0,-1-1-1,1 1 1,-1 0-1,0 0 1,1-1 0,-2 7-1,1-8-7,0 0 0,0 0 1,0 0-1,0 1 0,0-1 0,0 0 0,0 0 0,0 0 1,0 0-1,1 1 0,-1-1 0,1 0 0,-1 0 1,0 0-1,1 0 0,0 0 0,-1 0 0,1 0 0,0 0 1,-1 0-1,1 0 0,0 0 0,0 0 0,0-1 0,0 1 1,0 0-1,0-1 0,0 1 0,0 0 0,0-1 0,0 1 1,0-1-1,0 0 0,0 1 0,2-1 0,2 2 0,-5-2-1,0 0 0,0 0-1,1 0 1,-1 0 0,0 0-1,1 0 1,-1 0 0,0 0 0,0 1-1,1-1 1,-1 0 0,0 0-1,0 0 1,0 0 0,1 1 0,-1-1-1,0 0 1,0 0 0,0 1-1,1-1 1,-1 0 0,0 0 0,0 1-1,0-1 1,0 0 0,0 0-1,0 1 1,0-1 0,0 0 0,0 1-1,0-1 1,0 0 0,0 1-1,6 6 43,-4-7-33,-1 0-10,0 0 0,1 0 0,-1 1 0,0-1 0,0 0 1,1 0-1,-1 1 0,0-1 0,0 1 0,1-1 1,-1 1-1,0 0 0,0-1 0,0 1 0,0 0 0,0 0 1,0 0-1,0 0 0,0 0 0,1 1 0,-2-1 0,1-1 0,-1 1 0,1 0 0,-1 0 0,1-1 0,0 1 0,-1-1 0,1 1 0,0 0 0,0-1 0,-1 0 0,1 1 0,0-1 0,0 1 0,0-1 0,0 0 0,0 0 0,-1 1 0,1-1 0,0 0 0,0 0 0,0 0 0,0 0 0,1 0 0,16 4 0,-2 3 12,-3-1 2,0-1 0,0 0-1,24 4 1,-29-8-27,-7-2 12,0 1-1,-1 0 1,1 0 0,0 0-1,0-1 1,0 1-1,0 0 1,0 0 0,0 1-1,0-1 1,0 0-1,0 0 1,0 0 0,0 1-1,0-1 1,0 0-1,-1 1 1,1-1 0,0 1-1,0-1 1,0 1-1,-1-1 1,1 1 0,0 0-1,0-1 1,-1 1-1,1 0 1,0 0 0,0 0 3,-1 0 1,1 0 0,0 0 0,0 0-1,0 0 1,0 0 0,0-1 0,0 1-1,0 0 1,0-1 0,0 1 0,0 0-1,0-1 1,0 0 0,0 1 0,1-1-1,-1 0 1,0 1 0,0-1 0,0 0-1,1 0 1,0 0 0,6 2 0,11 4 24,1 1 0,33 19-1,-19-13 16,-8-3-4,-18-4-34,1 0 50,49 16 35,-31-17-76,39 1 1,-48-3 22,1-2 1,-1 0-1,25-3 1,-11 0-23,66 2 199,-87 2-203,43-5 74,1-11 120,-12 2-88,-13 4-3,0-1 0,-1-2-1,31-17 1,-18 10-17,-4 1 15,0-1 0,48-31 0,-19 10 53,-44 27-1,-1-1 0,24-19 1,-46 32-155,1-1 1,-1 1 0,1-1-1,-1 1 1,1-1-1,-1 1 1,0-1 0,1 1-1,-1-1 1,0 0 0,1 1-1,-1-1 1,0 0-1,0 1 1,0-1 0,0 0-1,0 1 1,0-1-1,0 0 1,0 1 0,0-2-1,0 1 0,0 1-1,0-1 1,0 0 0,0 1-1,0-1 1,0 0-1,1 1 1,-1-1-1,0 0 1,0 1 0,0-1-1,1 0 1,-1 1-1,0-1 1,1 1 0,-1-1-1,0 1 1,1-1-1,-1 0 1,1 1-1,0-1 1,8-6 73,-8 6-57,1 0 0,-1 0-1,0 0 1,1 0 0,-1 0-1,0 0 1,0-1 0,0 1-1,0 0 1,0-1 0,0 1 0,0-1-1,-1 1 1,1-1 0,0 1-1,-1-1 1,1 0 0,-1 1-1,0-1 1,1 0 0,-1 1-1,0-1 1,0 0 0,0 1 0,0-1-1,0 0 1,-1-1 0,1-98 935,0 100-954,0-1-1,0 1 1,0 0-1,-1 0 0,1 0 1,0 0-1,0 0 1,-1 0-1,1 0 1,-1 0-1,1 0 1,-1 0-1,1 0 1,-1 1-1,0-1 1,1 0-1,-1 0 1,0 0-1,0 1 1,0-1-1,1 0 1,-1 1-1,0-1 1,0 1-1,-2-2 0,2 2-3,0-1-1,0 1 0,0-1 0,0 1 0,0-1 0,0 0 1,0 1-1,0-1 0,1 0 0,-1 0 0,0 0 0,0 0 0,1 1 1,-1-1-1,1 0 0,-1 0 0,1 0 0,-1-1 0,1 1 0,-1 0 1,1 0-1,0 0 0,0 0 0,-1 0 0,1 0 0,0-2 0,1-8 21,0 9-14,-1-1 0,0 1 0,1 0 1,-1-1-1,0 1 0,0-1 0,0 1 0,-1 0 0,1-1 0,0 1 1,-1 0-1,0-1 0,1 1 0,-1 0 0,0 0 0,-2-4 1,-5 3 28,7 3-36,0 0 0,0 0 1,0 0-1,1-1 1,-1 1-1,0 0 0,0 0 1,0-1-1,0 1 0,1 0 1,-1-1-1,0 1 1,1-1-1,-1 1 0,0-1 1,1 0-1,-1 1 1,0-1-1,1 0 0,-1 1 1,1-1-1,-1 0 1,1 1-1,-1-1 0,1 0 1,0 0-1,0 0 0,-1 1 1,1-1-1,0-1 1,-1 1 0,0-1 1,1 1-1,-1 0 0,0 0 1,0 1-1,1-1 1,-1 0-1,0 0 1,0 0-1,0 0 1,0 1-1,0-1 1,0 1-1,-1-1 0,1 1 1,0-1-1,0 1 1,0-1-1,0 1 1,-1 0-1,1 0 1,0 0-1,-2-1 1,1 1 18,-27-16 187,-12-3-30,7 11-156,-1 1-1,1 1 1,-1 2-1,-44 1 0,53 3 10,-29 0 27,-65 8 0,118-8-56,-98 15 132,89-13-97,-1 1 1,1 0 0,0 1 0,0 0 0,0 1-1,-11 6 1,22-11-111,-1 1 0,1-1-1,-1 1 1,1-1 0,-1 1-1,1-1 1,-1 1 0,1 0-1,0-1 1,-1 1 0,1 0 0,0-1-1,0 1 1,-1 0 0,1-1-1,0 1 1,0 0 0,0-1-1,0 1 1,0 0 0,0-1-1,0 1 1,0 0 0,0-1 0,0 1-1,0 0 1,1 0 0,32-11-13402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0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64 160,'-59'-21'1334,"54"14"-1111,5 7-212,0 0 1,0-1-1,0 1 1,0 0-1,0-1 1,-1 1-1,1 0 0,0-1 1,0 1-1,0 0 1,0 0-1,0-1 1,0 1-1,-1 0 1,1 0-1,0-1 0,0 1 1,0 0-1,0 0 1,-1 0-1,1-1 1,0 1-1,0 0 0,-1 0 1,1 0-1,0 0 1,0-1-1,-1 1 1,1 0-1,0 0 0,-1 0 1,1 0-1,-4-1 67,3 1-59,0 0 1,0 0 0,0 0-1,0 0 1,0 0-1,0 0 1,0 0 0,0-1-1,0 1 1,1 0 0,-1-1-1,0 1 1,0-1-1,0 1 1,0-1 0,0 1-1,0-1 1,1 0 0,-1 1-1,0-1 1,1 0-1,-1 0 1,0 1 0,1-1-1,-1 0 1,1 0 0,-2-2-1,1 2 10,0 1 1,0-1-1,-1 0 0,1 1 0,0-1 0,-1 1 0,1-1 0,0 1 0,-1 0 1,1-1-1,-1 1 0,1 0 0,-1 0 0,1 0 0,-1 0 0,1 0 1,-2 1-1,2-1 7,-4 0 1071,-1-1-760,-11-2 178,-1 1 1,-1 1-1,1 0 1,-29 4-1,4 8 51,-57 22-1,79-25-472,6-2-71,-1 2-1,1 0 1,0 0-1,0 2 1,-14 12-1,-34 20-33,-30 5-65,93-47 68,-1 1-1,1-1 0,0 0 0,-1 0 0,1 0 1,0 1-1,0-1 0,-1 0 0,1 0 1,0 1-1,-1-1 0,1 0 0,0 1 0,0-1 1,0 0-1,-1 1 0,1-1 0,0 0 0,0 1 1,0-1-1,0 0 0,0 1 0,0-1 1,0 1-1,-1-1 0,1 0 0,0 1 0,0-1 2,1 1-1,-1-1 1,-1 0-1,1 1 1,0-1-1,0 0 0,0 0 1,0 1-1,0-1 1,0 0-1,0 0 1,0 1-1,0-1 0,0 0 1,-1 0-1,1 0 1,0 1-1,0-1 1,0 0-1,0 0 0,-1 0 1,1 1-1,0-1 1,0 0-1,0 0 1,-1 0-1,1 0 1,0 0-1,0 1 0,-1-1 1,1 0-1,-1 0 1,-1 0 7,1 0-7,0 0 1,-1 1 0,1-1 0,0 0-1,-1 0 1,1 1 0,0-1 0,0 0-1,-1 1 1,1-1 0,0 1 0,0 0-1,0-1 1,0 1 0,0 0 0,0 0-1,0 0 1,0 0 0,0 0 0,-1 1-1,2-1-3,0-1-1,0 1 0,0-1 1,0 1-1,0 0 0,-1-1 1,1 1-1,0-1 0,0 1 1,0 0-1,-1-1 0,1 1 1,0-1-1,-1 1 0,1-1 0,-1 1 1,1-1-1,0 0 0,-1 1 1,1-1-1,-1 1 0,1-1 1,-1 0-1,0 1 0,1-1 1,-1 0-1,1 0 0,-1 0 1,1 1-1,-1-1 0,-1 0 1,2 0 1,-1 0 0,0 0 0,1 1 0,-1-1 0,1 0 0,-1 0 0,0 1 0,1-1 0,-1 0 0,1 1 0,-1-1 0,1 0 0,-1 1 0,1-1 0,-1 1 0,1-1 0,-1 1 0,1-1 0,-1 1 0,1-1 0,0 1 0,0-1 0,-1 1 0,1 0 0,0-1 0,0 1 0,-1 0 0,1-1 0,0 1 0,0 0 0,0 0 0,0 1 0,0-1 0,0 1 0,0-1 0,0 0 0,0 1-1,0-1 1,0 0 0,-1 1 0,1-1 0,0 0 0,-1 0 0,1 1 0,-1-1 0,0 0-1,1 0 1,-1 0 0,0 1 0,0-1 0,0 0 0,1 0 0,-1 0 0,0-1 0,-1 1 0,1 0-1,0 0 1,0 0 0,-2 0 0,-6 6-10,8-7 8,1 1 0,-1-1 1,1 1-1,-1-1 0,1 1 0,0 0 1,-1-1-1,1 1 0,0 0 0,-1-1 1,1 1-1,0 0 0,0-1 1,0 1-1,0 0 0,0 0 0,0-1 1,0 1-1,0 0 0,0 0 0,0-1 1,0 1-1,0 1 0,1-1 1,-1-1 1,0 1-1,0 0 0,0 0 0,0-1 0,0 1 0,0 0 0,0-1 0,0 1 1,0 0-1,0-1 0,0 1 0,0 0 0,-1-1 0,1 1 0,0 0 0,0-1 1,-1 1-1,1 0 0,0-1 0,-1 1 0,1-1 0,-1 1 0,1 0 0,-1-1 1,1 1-1,-1-1 0,0 1 0,-4 2 6,3-2 1,1 0-1,-1 0 0,1 0 1,-1 0-1,1 0 0,0 0 1,-1 0-1,1 0 0,0 1 1,0-1-1,0 0 0,0 1 1,0-1-1,0 1 0,1-1 1,-1 1-1,0 0 0,1-1 1,-1 1-1,1 0 0,-1-1 1,1 1-1,0 0 0,0 0 1,0-1-1,0 1 0,0 0 1,1 3-1,-2-4-11,1 0-1,0 0 1,0 0 0,0 1-1,0-1 1,0 0 0,0 0-1,0 0 1,0 1 0,0-1-1,1 0 1,-1 0-1,0 0 1,1 0 0,-1 0-1,1 0 1,-1 0 0,1 0-1,0 0 1,0 1 0,7-1 10,-8-1-3,1 0 1,0 0-1,0 0 1,0 0-1,-1 0 0,1 0 1,0 0-1,0 0 1,-1 1-1,1-1 0,0 0 1,-1 0-1,1 1 0,0-1 1,-1 0-1,1 1 1,0-1-1,-1 1 0,1-1 1,0 1-1,-1-1 1,1 1-1,-1-1 0,1 1 1,-1 0-1,0-1 0,1 1 1,-1-1-1,1 1 1,-1 0-1,0 0 0,0-1 1,1 1-1,-1 0 1,0 0-1,0-1 0,0 1 1,0 0-1,0 0 0,0-1 1,0 1-1,0 0 1,0 0-1,-1 1 0,1-2 2,0 1 0,0 0-1,0-1 1,0 1 0,0-1-1,1 1 1,-1 0-1,0-1 1,0 1 0,0-1-1,1 1 1,-1 0 0,0-1-1,0 1 1,1-1-1,-1 1 1,1-1 0,-1 1-1,0-1 1,1 1 0,-1-1-1,1 0 1,-1 1 0,1-1-1,-1 0 1,1 1-1,-1-1 1,1 0 0,0 0-1,-1 1 1,1-1 0,-1 0-1,1 0 1,0 0 0,-1 0-1,1 0 1,0 0-1,0 0 1,0 0 1,-1 0-1,1 0 1,0 0-1,-1 0 1,1 1-1,0-1 1,0 0-1,-1 0 1,1 0-1,0 1 1,-1-1-1,1 0 1,-1 1-1,1-1 1,0 0-1,-1 1 1,1-1-1,-1 1 1,1-1 0,-1 1-1,1-1 1,-1 1-1,0-1 1,1 1-1,-1 0 1,0-1-1,1 1 1,-1 0-1,0-1 1,1 1-1,-1 0 1,0-1-1,0 1 1,0 0-1,0-1 1,0 1-1,0 0 1,0 1-1,0-1 2,0 0-1,0 0 0,0 0 1,0 0-1,0 0 0,0 0 0,1-1 1,-1 1-1,0 0 0,1 0 1,-1 0-1,0 0 0,1 0 0,-1 0 1,1 0-1,-1-1 0,1 1 0,0 0 1,-1 0-1,1-1 0,0 1 1,0 0-1,-1-1 0,1 1 0,1 0 1,-1 0-1,0-1 1,0 1-1,0 0 0,0-1 1,0 1-1,0 0 1,0 0-1,-1 0 1,1 0-1,0 0 1,-1-1-1,1 1 0,-1 0 1,1 1-1,-1-1 1,1 0-1,-1 0 1,1 0-1,-1 0 1,0 0-1,0 0 0,0 0 1,0 1-1,0-1 1,0 2-1,0-2-1,0 0-1,1-1 1,-1 1 0,0 0-1,1 0 1,-1 0-1,0 0 1,1 0-1,-1-1 1,1 1 0,-1 0-1,1-1 1,0 1-1,-1 0 1,1-1 0,0 1-1,-1 0 1,1-1-1,0 1 1,0-1-1,0 0 1,-1 1 0,1-1-1,0 0 1,0 1-1,0-1 1,0 0 0,0 0-1,0 0 1,-1 1-1,2-1 1,4 1 8,-5-1-10,-1 0 1,0 0 0,0 0-1,1 1 1,-1-1 0,0 0 0,1 0-1,-1 0 1,0 0 0,0 0-1,1 1 1,-1-1 0,0 0 0,0 0-1,0 0 1,1 1 0,-1-1-1,0 0 1,0 0 0,0 1 0,0-1-1,1 0 1,-1 0 0,0 1-1,0-1 1,0 0 0,0 1 0,0-1-1,0 0 1,0 0 0,0 1-1,0-1 1,5 8 22,158 86 349,-97-64-293,-52-23-48,0-1 0,0 0 0,17 4-1,21 8 96,138 53 446,-77-24-1,-76-29-224,42 13-1,-42-19-36,148 42 1126,6-24-360,-148-25-793,60 3 401,-66-6-247,1 1 1,51 11 0,-27-7 89,-50-7-360,1 1-1,0 0 1,-1 1-1,1 0 1,18 7 0,-12-5 152,-1 0 0,32 1 0,-44-5-147,-6 0-165,0 0 0,0 1 0,0-1 0,0 0-1,0 0 1,0 0 0,0 1 0,0-1 0,0 0-1,0 0 1,0 1 0,0-1 0,0 0 0,0 0 0,0 1-1,0-1 1,0 0 0,1 0 0,-1 0 0,0 1-1,0-1 1,0 0 0,0 0 0,1 0 0,-1 0-1,0 1 1,0-1 0,0 0 0,1 0 0,-1 0-1,0 0 1,0 0 0,0 0 0,1 1 0,-1-1-1,0 0 1,0 0 0,1 0 0,-1 0 0,0 0 0,22 1 125,-11 4 40,11-2-13,0-2 0,0-1 1,0 0-1,42-8 0,72-22 93,-132 30-238,-1-1 1,0 0-1,0-1 0,0 1 1,0 0-1,-1-1 0,1 0 1,0 1-1,-1-1 0,1 0 1,3-4-1,22-14 108,-14 14-70,-1-2 1,0 1-1,0-2 0,0 0 1,13-13-1,-11 2 110,8-8-6,-16 22-118,1 0-22,-1 0 1,0 0-1,-1 0 0,0-1 1,0 0-1,7-11 0,-3-5-20,-8 18-5,0 0 0,0 0 0,1 0 0,0 0 0,0 0 0,0 1 1,6-7-1,9-8-6,-14 17 23,-1-1-1,1 0 0,-1 0 0,0-1 1,0 1-1,-1-1 0,1 1 0,-1-1 1,1 0-1,-1 0 0,0 0 0,-1 0 1,1 0-1,-1 0 0,0-1 0,0 1 1,0-1-1,0 1 0,-1 0 0,0-8 1,0-144 511,0 153-527,0-1 0,-1 0 0,1 1 0,-1-1 0,0 1 0,0-1 0,0 1 0,0-1 0,-1 1 0,1 0-1,-1-1 1,-4-4 0,4 5-1,0 0 0,1 0-1,-1 0 1,1 0 0,-1 0-1,1-1 1,0 1 0,0 0-1,0-1 1,0 1 0,1-1-1,-1-5 1,2-7-4,-1 10 10,1 0 0,-2 0 0,1 0 0,0 0 0,-1 0-1,-3-11 1,0 7-15,-1-1 0,0 1 0,-1-1 0,0 2-1,-1-1 1,0 1 0,0 0 0,-1 0 0,0 1 0,0 0 0,-1 0-1,0 1 1,-16-10 0,19 14-16,0 0 0,0 0 0,-1 0 0,1 1 0,-11-3 0,-11-4-209,3 1 224,1 1 0,-1 1 1,-48-5-1,-91 2-230,115 7 140,-44 1 135,-155 17-1,190-9 117,-74-2 0,22-2-162,-47 9 73,146-12-54,1 0 0,-1-1 0,1 0 0,-1 0 0,1-1 0,0-1 0,0 1 0,-16-8 0,1 2-14,0 1 1,-50-6-1,43 7 48,19 4-27,0-1-1,-26 0 1,-184-3 20,201 8 7,15-2-31,0 0-1,0 0 0,0 0 0,0-1 0,0 0 0,1 0 0,-1-1 0,-9-2 0,10 0-51,7 8-22,4-2-316,44 13-3299,-31-8-621,-1 1 0,24 15-1,-8-2-654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22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43 560,'-60'6'7497,"54"-6"-6003,1 0 67,-82 0 7327,61 0-8412,20 0 164,8 2 264,-9 1-674,-15-2 304,17-1 2294,10 0-2748,17 0 0,-16 1 33,-6-1-112,0 0-1,0 0 0,0 0 0,0 0 1,0 0-1,0 0 0,0 1 0,0-1 0,0 0 1,0 0-1,1 0 0,-1 0 0,0 0 0,0 0 1,0 0-1,0 0 0,0 0 0,0 0 1,0 0-1,0 0 0,0 0 0,0 0 0,0 0 1,0 0-1,0 0 0,0 0 0,0 0 1,0 1-1,0-1 0,0 0 0,0 0 0,0 0 1,0 0-1,0 0 0,0 0 0,0 0 1,0 0-1,0 0 0,0 0 0,0 0 0,0 0 1,0 1-1,0-1 0,0 0 0,0 0 0,0 0 1,0 0-1,0 0 0,0 0 0,0 0 1,0 0-1,0 0 0,0 0 0,0 0 0,0 0 1,0 0-1,0 0 0,0 0 0,0 0 1,-1 0-1,1 0 0,0 1 0,0-1 0,0 0 1,32 4 44,239 14 687,-129-11-437,-39-4-154,-11-5 38,-91 2-166,0-1-1,-1 1 0,1-1 1,-1 0-1,1 1 0,-1-1 0,1 0 1,-1 1-1,0-1 0,1 0 1,-1 0-1,0 1 0,0-1 0,1 0 1,-1 0-1,0 0 0,0 1 1,0-1-1,0 0 0,0 0 0,0 0 1,0 1-1,0-1 0,-1 0 1,1 0-1,0 0 0,0 1 1,-1-1-1,1 0 0,0 0 0,-1 1 1,1-1-1,-1 0 0,1 1 1,-1-1-1,1 0 0,-2 0 0,-15-6 9,-1 0 1,-1 1-1,1 1 0,-39-5 0,34 6-20,-23-5 72,0 3 1,-1 2-1,-53 1 1,63 3-128,0 1 1,0 2-1,-70 15 1,57-4 62,16-6-24,1 2 0,-1 2 0,2 1 0,-51 27-1,45-19 96,18-11-48,1 0 0,1 1 0,0 1 0,-26 24 1,-54 47 153,91-79-212,-15 15-108,22-18 132,0 0 0,-1-1 0,1 1 0,0 0-1,-1 0 1,1-1 0,0 1 0,0 0-1,0 0 1,0 0 0,-1-1 0,1 1-1,0 0 1,1 0 0,-1 0 0,0-1 0,0 1-1,0 0 1,0 0 0,1-1 0,-1 1-1,0 0 1,1 0 0,-1-1 0,0 1 0,1 0-1,-1-1 1,1 1 0,-1-1 0,1 1-1,-1 0 1,1-1 0,0 1 0,-1-1-1,2 1 1,4 3 25,0 0 1,0 0-1,1-1 0,-1 0 0,1 0 0,0 0 1,11 2-1,63 12 325,-67-15-295,100 15 24,135 3 0,119-15 16,-295-5-6,266-5-1983,-167-2-2632,-15-3-3362,17-10-5983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14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1271 1841,'62'-23'2586,"148"-62"5353,-182 73-7530,406-196 3624,-398 188-3954,0-2 0,32-27 0,-29 20 4,48-35 104,8-30 73,-21 20-187,-24 28 13,81-79 206,-111 103-355,-1-1 1,0 0 0,-2-2 0,14-26 0,-7 10-73,-16 28 99,0 0-1,-1 0 1,6-19 0,-2-17-98,-7 38 112,-3 9 23,0-1-1,1 1 0,-1-1 1,-1 1-1,1-1 0,0 0 1,0 1-1,-1-1 0,0 0 1,0 0-1,1 1 0,-1-1 1,-1 0-1,1 0 0,0 1 1,-1-1-1,1 0 1,-1 1-1,0-1 0,0 0 1,0 1-1,0-1 0,-1 1 1,-2-5-1,3 5-5,-1 0 0,0-1 0,0 1-1,0 0 1,0 0 0,0 0 0,0 0 0,0 0 0,-1 0 0,1 1 0,0-1 0,-1 1-1,0 0 1,1 0 0,-1 0 0,0 0 0,0 0 0,1 0 0,-6 0 0,-4 0-38,0 1 1,0 0-1,-20 3 1,15-1 140,8 0-55,0 0-1,0 1 0,0 0 0,0 0 0,1 1 1,-1 0-1,1 1 0,-10 7 0,-14 6 72,24-13-76,0 1 0,0-1-1,0 1 1,1 1 0,0 0 0,0 0-1,-10 14 1,-15 15 60,-22 10 4,35-32 59,1 2 1,-22 23 0,22-18 25,3-3 40,0-1 0,-2 0-1,-21 16 1,-49 31 497,22-17 368,-71 66 0,-49 81 1269,67-75-1596,3-1-516,102-103-275,-37 46-179,47-57 61,0 0 0,1 1 0,-1-1 0,1 1-1,-1 0 1,2 0 0,-1 0 0,0 0 0,1 0-1,0 0 1,0 6 0,1-9-58,0 0 0,0 0 0,0 0 0,0-1 0,1 1 0,-1 0 0,1 0 0,0 0 0,-1-1 0,1 1 0,0 0 0,0-1 0,0 1 0,0 0 0,0-1 0,1 0 0,-1 1 0,0-1 0,1 0-1,-1 1 1,1-1 0,-1 0 0,1 0 0,-1 0 0,1 0 0,0-1 0,2 2 0,2 0-666,-1-1-1,0 0 1,1 0-1,-1 0 1,0 0 0,1-1-1,-1 0 1,9-1-1,0-2-2559,1 0 0,20-7 0,-34 10 3334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15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1 283 800,'0'-2'185,"0"0"0,0 0 0,0 0-1,1 1 1,-1-1 0,1 0 0,-1 0 0,1 1-1,-1-1 1,1 0 0,0 1 0,0-1-1,0 1 1,0-1 0,0 1 0,0-1-1,0 1 1,3-2 0,3-5 293,35-49 2483,-35 50-2733,1 0 0,-1 1 0,1 0-1,1 0 1,-1 1 0,10-5 0,-8 5 13,0-1 1,0-1 0,15-12-1,-14 6 91,-10 11-312,1 1 0,-1-1 0,0 1 0,1 0 1,-1-1-1,1 1 0,-1 0 0,1 0 0,-1 0 0,1 0 0,0 0 1,0 0-1,-1 0 0,1 1 0,2-1 0,3-1 163,1 0 0,0 0-1,-1 1 1,1 0 0,0 1 0,0-1-1,0 2 1,-1-1 0,16 4 0,-22-4-141,-1 1 0,1 0 0,-1-1 0,1 1 0,-1 0 1,0-1-1,1 1 0,-1 0 0,0 0 0,0-1 0,1 1 1,-1 0-1,0 0 0,0-1 0,0 1 0,0 0 0,0 0 1,0 0-1,0-1 0,0 1 0,-1 0 0,1 0 0,0-1 1,0 1-1,-1 0 0,1 0 0,0-1 0,-1 1 0,1 0 1,-2 1-1,-6 15 467,-1-1 0,0 1 0,-2-1 0,0-1 0,0 0-1,-2-1 1,0 0 0,0-1 0,-1 0 0,-1-1 0,0 0 0,-28 14 0,-16 12 478,40-21-119,18-16-754,0 0 0,-1 1 0,1-1 0,0 0 0,-1 0 0,0 0 0,1 0 0,-1 0-1,1 0 1,-5 0 0,2 0 1307,8-6-899,14-9-642,-14 11 245,11-18-56,-12 16-65,0 1 0,0-1 0,1 1 1,-1 0-1,1 0 0,0 0 0,0 1 0,8-6 1,254-173 341,-250 171-330,0-1-43,1 1 0,0 1 0,0 0 0,1 2 0,1-1 0,30-8 0,-43 16-30,1 0 1,-1 1 0,1 0-1,-1 0 1,0 0-1,1 0 1,-1 1-1,0 0 1,1 1 0,-1-1-1,0 1 1,0 1-1,10 4 1,-11-5 46,2 1 10,-5-3 4,-1 1-1,1-1 1,-1 1-1,0-1 1,1 1-1,-1 0 1,0 0-1,1-1 1,-1 1-1,0 0 1,0 0-1,0 0 1,0 0-1,1 2 1,0 0 18,-1 1 1,0-1 0,0 1-1,-1-1 1,1 1 0,-1 0 0,0-1-1,0 1 1,0 4 0,0 20 227,-2 1 0,-9 47 0,8-60-254,-1-1 0,-1 1 1,-1-1-1,0 0 0,-1 0 0,0 0 1,-13 17-1,10-18-647,-1-1-1,0-1 1,-14 12 0,9-10-2109,-1-1 0,-23 14 0,10-11-4028,-32 12 0,61-28 6598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2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907 35 80,'-1'1'36,"1"-1"0,0 1 0,0-1-1,0 1 1,-1-1 0,1 1 0,0-1 0,-1 1 0,1-1 0,0 1 0,-1-1-1,1 1 1,-1-1 0,1 0 0,0 1 0,-1-1 0,1 0 0,-1 1-1,1-1 1,-1 0 0,1 0 0,-1 0 0,0 1 0,1-1 0,-1 0-1,1 0 1,-1 0 0,1 0 0,-1 0 0,1 0 0,-1 0 0,0 0-1,0 0 1,0 0 25,1-1 0,-1 1 0,0 0 0,1 0-1,-1 0 1,1 0 0,-1 0 0,0 1 0,1-1 0,-1 0-1,1 0 1,-1 0 0,0 0 0,1 1 0,-1-1 0,1 0-1,-1 1 1,1-1 0,-1 0 0,1 1 0,-1-1 0,1 0-1,-1 1 1,1-1 0,0 1 0,-1-1 0,1 1-1,0-1 1,-1 1 0,4 8 10916,11-6-7992,-12-3-4603,-17 3 2544,10-1-446,6-3-435,-1 1 0,1 0 0,0-1 0,-1 1 0,1 0-1,0 0 1,-1 0 0,1 0 0,0 0 0,-1 0 0,1 0 0,0 0-1,0 0 1,-1 0 0,1 0 0,0 0 0,-1 0 0,1 1 0,1-1-1,5 1-60,-24-1 42,12 0 281,6 4-229,-1-4-78,0 0 0,0 0 0,1 0 0,-1 1 0,0-1 0,0 0 0,0 0 0,0 0 0,0 0 0,0 0 0,0 1 0,0-1 0,1 0 0,-1 0 1,0 0-1,0 0 0,0 1 0,0-1 0,0 0 0,0 0 0,0 0 0,0 1 0,0-1 0,0 0 0,0 0 0,0 0 0,0 0 0,0 1 0,0-1 1,-1 0-1,1 0 0,0 0 0,0 0 0,0 1 0,0-1 0,0 0 0,0 0 0,0 0 0,0 0 0,-1 0 0,1 1 0,-28 2 14,22-2 26,6 3-67,0-3 54,0-2-38,0-1 27,0 1 1,0 0-1,0-1 0,0 1 0,1-1 1,-1 1-1,0-1 0,1 1 0,-1 0 1,1-1-1,-1 1 0,1 0 0,-1-1 1,1 1-1,0 0 0,0 0 0,0 0 1,0 0-1,0 0 0,0 0 0,0 0 1,0 0-1,0 0 0,0 0 0,1 0 1,1 0-1,15-13 63,-13 11-52,0 0 1,0 1 0,0-1-1,0 1 1,0 0-1,1 0 1,-1 1 0,11-3-1,54-5 339,-44 5-247,-8 2 40,-1 0 0,1 1-1,0 1 1,0 0 0,0 1 0,0 1-1,0 1 1,0 1 0,22 7 0,-38-11-143,0 1 1,-1-1 0,1 1 0,0 0 0,-1-1 0,1 1 0,-1 0-1,1 0 1,-1 0 0,1 0 0,-1 0 0,0 1 0,0-1-1,1 0 1,-1 0 0,0 1 0,0-1 0,0 1 0,1 2 0,-1 1 55,0 0 0,0 0 0,0 0 0,-1 0 0,0-1 0,0 8 0,0 1 60,0-3-71,-1 0 0,1-1 0,-2 1-1,1-1 1,-1 1 0,-1-1 0,0 0 0,0 0-1,-1 0 1,0 0 0,0 0 0,-1-1-1,0 0 1,-1 0 0,0 0 0,0-1-1,-10 10 1,-16 9 22,-41 27 0,-12 8 165,53-36-112,-18 16-8,-2-2 0,-108 62 0,66-56 170,-1-4 0,-200 57 0,279-94-284,2 1-11,0-1 1,1-1-1,-1-1 1,-1 0 0,1 0-1,0-2 1,0 0-1,0 0 1,-1-1 0,-23-6-1,35 7 2,1-1 1,0 0-1,0 1 0,0-1 1,0-1-1,0 1 0,0 0 0,0 0 1,0-1-1,0 1 0,-2-3 0,3 3-4,1 0-1,-1-1 0,1 1 0,-1 0 0,1 0 0,-1-1 0,1 1 0,0 0 1,0 0-1,0-1 0,0 1 0,0 0 0,0 0 0,0-1 0,0 1 0,1 0 0,-1 0 1,0-1-1,1 1 0,-1 0 0,1 0 0,-1 0 0,1-1 0,-1 1 0,1 0 0,0 0 1,0 0-1,1-1 0,16-19-142,1 1-1,2 1 1,-1 1 0,2 1-1,36-22 1,165-96-565,-205 124 688,1 1 0,0 0 0,1 2 1,0 0-1,1 1 0,-1 2 0,1 0 0,0 1 0,1 0 0,-1 2 0,22 1 0,-11 1 35,0 1 0,0 2 0,0 1 0,52 14 0,-76-15 8,-1 1 0,-1 0-1,1 0 1,0 1 0,-1-1-1,0 2 1,0-1 0,-1 1-1,1-1 1,-1 1 0,-1 1-1,1-1 1,-1 1 0,5 9-1,-3-6-464,0 0 0,1-1 0,0 1 0,11 10-1,-15-17-210,1 0 0,0 0 0,0 0 0,1-1 0,-1 1 0,0-1 0,1 0 0,-1 0 0,1-1 0,0 1 0,0-1 0,-1 0-1,1-1 1,6 1 0,49 0-6511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2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908 126 560,'-1'-1'1768,"8"-4"-1321,5-1 265,0-1 0,-1 0 0,0-1 0,17-14 0,17-12 1384,-44 34-2074,-1 0 0,0-1 1,0 1-1,0 0 1,1 0-1,-1-1 1,0 1-1,0 0 0,0 0 1,1-1-1,-1 1 1,0 0-1,0-1 1,0 1-1,0 0 1,0-1-1,0 1 0,0 0 1,0-1-1,0 1 1,0 0-1,0-1 1,0 1-1,0 0 0,0-1 1,0 1-1,0 0 1,0-1-1,0 1 1,0 0-1,-1 0 1,1-1-1,0 1 0,0 0 1,0-1-1,-1 1 1,1 0-1,0 0 1,0-1-1,0 1 0,-1 0 1,1 0-1,0 0 1,-1-1-1,1 1 1,0 0-1,0 0 1,-1 0-1,1 0 0,0 0 1,-1 0-1,1 0 1,0-1-1,-1 1 1,1 0-1,0 0 0,-1 0 1,-16-6 690,10 3-264,0 0 1,0 1 0,-1 0-1,1 0 1,-1 1-1,0-1 1,-13 1-1,-58 9 1010,53-4-778,-279 63 3347,289-61-3964,-1 0 0,1 0-1,0 2 1,1 0 0,0 1 0,0 0-1,1 1 1,-25 24 0,38-32-68,0 0-1,0 0 1,0 0 0,0 0 0,1 1-1,-1-1 1,1 0 0,-1 1 0,1-1-1,0 0 1,0 1 0,0-1 0,0 0-1,0 1 1,1-1 0,-1 0 0,1 1-1,0-1 1,-1 0 0,1 0 0,2 4-1,19 12 72,-10-3 113,-10-12-165,0-1 1,1 1-1,-1-1 1,0 1 0,1-1-1,-1 0 1,1 0 0,4 2-1,7 6-61,0 1-1,18 16 0,-24-18 23,1-1-1,0-1 0,0 1 1,1-2-1,-1 1 0,2-1 1,-1-1-1,1 0 0,12 4 0,173 32-80,-78-19 104,-67-15 15,-40-6-14,0 0 0,-1 1 0,1 0 0,0 0 0,-1 1 0,0 1-1,0 0 1,18 9 0,-11-3 7,16 12 12,-31-21-21,-1 0 0,0 0-1,0 1 1,1-1 0,-1 0 0,0 1 0,0-1 0,0 1-1,-1 0 1,1-1 0,0 1 0,-1 0 0,1-1-1,-1 1 1,1 0 0,-1-1 0,1 5 0,-1 0-34,1-5 42,-1 0 1,0 0 0,0 1 0,0-1-1,1 0 1,-1 0 0,0 0 0,0 0 0,-1 1-1,1-1 1,0 0 0,0 0 0,-1 0-1,1 0 1,0 0 0,-1 1 0,1-1-1,-1 0 1,0 0 0,1 0 0,-1 0-1,0 0 1,1-1 0,-1 1 0,0 0 0,0 0-1,0 0 1,-1 0 0,-37 22 378,-2-2 0,0-3 0,-73 24 0,-149 31 2035,125-38-1965,-139 53-258,102-15-3208,143-57-2005,31-15 4629,1-1-1,-1 1 1,1-1 0,-1 1-1,1-1 1,0 1 0,-1 0-1,1-1 1,0 1-1,-1-1 1,1 1 0,0 0-1,0-1 1,0 1 0,-1 0-1,1-1 1,0 1 0,0 0-1,0-1 1,0 1 0,0 1-1,0-2 386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2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1040,'0'0'1441,"33"-6"-240,0-9-321,-1 9-240,1 0 1,0-3-81,32 3 0,-32 0 0,32-3 1,0 9-1,0-6-160,1 6-80,-1 0-240,-32 6-400,32-6-1120,-39-6-1122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2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2481,'163'-21'3442,"92"0"1120,6 30-800,-130 24-2802,-33 2-2881,-7-8-5122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75 480,'33'-14'480,"-1"1"-239,1-1-1,0 7-160,-1 1-80,-6-2 0,-26 2 0,33 6 0,-33-7 0,33 7-160,-1 0-481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2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1849 189 160,'0'-1'52,"0"1"-1,0-1 0,-1 1 1,1-1-1,0 1 1,0-1-1,0 1 1,0-1-1,-1 1 1,1-1-1,0 1 1,0-1-1,-1 1 1,1-1-1,0 1 1,-1 0-1,1-1 1,0 1-1,-1 0 1,1-1-1,-1 1 1,1 0-1,-1-1 0,1 1 1,-1 0-1,1 0 1,-1 0-1,1-1 1,-1 1-1,1 0 1,-1 0-1,1 0 1,-1 0-1,1 0 1,-1 0-1,1 0 1,-1 0-1,0 0 1,0 0 21,1 0 1,-1 0 0,0 0 0,1 0 0,-1 0 0,0 0 0,1 0 0,-1 0-1,0 0 1,1 0 0,-1-1 0,0 1 0,1 0 0,-1-1 0,0 1 0,1 0-1,-1-1 1,1 1 0,-1-1 0,1 1 0,-1-1 0,1 1 0,-1-1-1,1 1 1,0-1 0,-1 1 0,1-1 0,0 1 0,-1-1 0,1 0 0,0 1-1,0-1 1,-1 0 0,1 1 0,0-1 0,0 0 0,0 1 0,0-1-1,0-1 1,0 1-22,0 1 1,-1 0-1,1-1 0,0 1 0,0-1 0,-1 1 0,1 0 0,0-1 1,-1 1-1,1 0 0,0-1 0,-1 1 0,1 0 0,0 0 0,-1-1 1,1 1-1,-1 0 0,1 0 0,0-1 0,-1 1 0,1 0 0,-1 0 1,1 0-1,-1 0 0,1 0 0,-1 0 0,1 0 0,-1 0 0,1 0 1,-1 0-1,-14 0 409,15 0-324,-36 0 1797,16-1-960,-38 5-1,-241 38 2537,218-26-2597,-138 47 0,149-39-519,-88 20-1,148-42-370,0 0 1,1 1-1,-1 0 0,0 0 0,1 1 0,0 0 0,0 1 0,0 0 0,0 0 0,1 1 1,0 0-1,0 1 0,0-1 0,-7 11 0,2-6-29,-1 0-1,0 0 1,-29 15 0,7-4 4,-105 82 269,92-71-210,29-21-32,-30 25 0,-42 44 68,76-68-20,2 1-1,0 0 1,1 1 0,0 0-1,1 1 1,-11 19-1,-8 11 7,4-12-70,-21 31 158,44-60-135,1 0 1,1 1-1,-1-1 1,1 1-1,0 0 1,0 0 0,0-1-1,1 1 1,0 0-1,0 9 1,1 207 234,0-218-266,0-1 0,1 1 0,-1-1 0,1 1 0,0-1 0,0 0 0,0 1 1,1-1-1,-1 0 0,1 0 0,0 0 0,2 3 0,-2-3-1,0 0 0,0 1 0,-1-1 0,1 0 0,-1 1 0,1-1-1,-1 1 1,0-1 0,0 1 0,-1-1 0,1 1 0,-1 4 0,0 10 1,-1-10 11,1 0-1,0-1 0,1 1 0,0-1 1,0 1-1,3 10 0,7 6 34,-9-20-29,0 0 1,0 0-1,0 0 1,0 1-1,-1-1 1,1 1-1,-1-1 1,-1 1 0,1-1-1,0 6 1,-1-6-17,0 0 0,1 0 1,-1 0-1,1-1 0,0 1 1,0 0-1,1-1 0,-1 1 1,1 0-1,-1-1 0,1 0 1,4 6-1,3 6-44,1 5 29,-8-16 31,0 1 1,0-1-1,1 1 1,0-1-1,0 0 1,0 0-1,0 0 1,4 3-1,20 23 118,-22-19-114,7 11 13,75 46 220,-76-58-250,0-1-1,1-1 0,0 0 1,1 0-1,0-1 1,0-1-1,1 0 0,-1 0 1,24 4-1,12 1 188,75 6 0,-28-5-87,-51-6-20,64 0 0,-29-3 98,-22-1-26,2 1 288,72 11 0,-61-7 357,135-4 1,-130-4-428,90-12 723,-98 6-645,6 4 38,14-2 129,-81 4-529,1 1 0,-1 0 0,1 0 0,-1 1 0,10 2-1,21 1 246,158 8 1761,-120-3-801,68-6-671,121-1 373,-249-4-996,1 0 0,26-8 0,16-2 0,-39 8 0,0-1 0,0 0 0,-1-1 0,0-1 0,0-1 0,27-15 0,-13 6 0,-11 5 0,0 0 0,21-15 0,-39 24 0,12-10 0,0 0 0,1 2 0,33-18 0,-29 18 0,0 0 0,-1-2 0,0-1 0,-1 0 0,0-1 0,24-27 0,-30 28 0,72-72 0,-34 36 0,-3-2 0,75-106 0,-101 131 0,-14 18 0,-1-1 0,0 0 0,9-17 0,-5-8 0,-1 20 0,-8 13 0,0 0 0,-1 0 0,1 0 0,-1 0 0,1-1 0,-1 1 0,0 0 0,0-1 0,0 1 0,0-1 0,-1 1 0,1-1 0,-1 1 0,1-1 0,-1-3 0,0 0 0,-1 0 0,2 1 0,-1-1 0,0 1 0,1-1 0,0 0 0,0 1 0,1-1 0,0 1 0,0 0 0,0 0 0,0 0 0,1 0 0,0 0 0,0 0 0,0 0 0,5-4 0,27-27 0,8-10 0,-40 42 0,-1 1 0,0-1 0,0 1 0,0-1 0,0 0 0,-1 0 0,0 0 0,1 0 0,-1 0 0,-1 0 0,1 0 0,0-7 0,-1 7 0,0-1 0,1 0 0,0 1 0,0-1 0,0 0 0,0 1 0,1 0 0,-1-1 0,1 1 0,4-7 0,5-10 0,-10 18 0,0 1 0,-1-1 0,1 0 0,-1 1 0,1-1 0,-1 0 0,0 1 0,0-1 0,0 0 0,-1 1 0,1-1 0,-1 0 0,1 1 0,-1-1 0,0 1 0,0-1 0,0 1 0,-2-4 0,-3-5 0,-1 0 0,-14-17 0,0 0 0,2 1 0,-1 1 0,-1 1 0,-1 1 0,-28-23 0,19 18 0,1 2 0,-1 2 0,-1 1 0,-63-35 0,-112-42 0,184 91 0,-44-21 0,-138-42 0,-181-9 0,136 34 0,197 37-22,-1 2-1,0 3 1,-1 2-1,-92 5 1,-9 14-2338,118-9-722,0 1 0,-41 15 1,61-15-1490,-34 18 1,52-24 4506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1621 29 240,'-28'0'1441,"21"-3"909,3 0-1846,-46-6 2136,13 4-864,12 1-1313,-1 1 0,0 1-1,-39 3 1,7 0-100,-230 12-136,33 14-67,203-20-107,0 2 1,1 2-1,0 2 0,-75 30 1,-26 14-334,139-50 252,2 0 1,-1 1-1,1 1 1,0 0 0,-10 11-1,-4 2 19,20-17 1,0 0 0,0 1 0,1-1 1,-7 10-1,8-9 4,-1-1 0,0 0 0,0 0 0,0-1 0,0 1 0,-8 5 1,8-6 15,-1 0 0,1 0 0,1 0 1,-1 1-1,0-1 0,1 1 0,0 0 1,-3 6-1,3-5-2,0 0 1,-1 0-1,0 0 1,0-1-1,-7 7 1,8-9 2,0 0 0,0-1-1,0 1 1,1 0 0,0 0 0,-1 1 0,1-1 0,0 0 0,1 1-1,-1-1 1,-1 5 0,1 0 23,1 1 1,0-1-1,1 1 0,0 10 0,0-16-24,0 2-6,1 0-1,-1-1 1,1 1 0,0 0 0,0-1-1,1 1 1,-1-1 0,1 0 0,0 1 0,4 5-1,4 11 25,-2 2-11,-7-19-4,0-1-1,0 0 1,0 0 0,0 0-1,1 1 1,-1-1-1,1 0 1,0-1-1,0 1 1,0 0 0,0 0-1,1-1 1,-1 0-1,1 1 1,-1-1-1,6 3 1,-1 0 17,26 19 273,2-1 0,48 22 0,-43-27-105,9 4 300,90 27 1,58-2 1199,356 38 1,313-18-425,-770-61-1245,-11-1 45,1-4 0,-1-4 0,0-3-1,0-4 1,84-22 0,-96 13-63,0-4 0,-1-2 0,-2-4 1,0-3-1,107-67 0,-148 80-157,-2-2 0,0 0 0,-1-2 0,34-38 0,-55 55 135,4-3 8,-1-1 0,0 0 0,0 0 0,8-15 0,-13 19 17,-1-1 0,0 1 0,0-1 0,1-12 0,1-3 38,1 3-16,-3 15-21,-1 0-1,1 0 1,-1 0-1,0 0 0,-1-1 1,1 1-1,-1 0 1,1 0-1,-1-1 1,-1 1-1,1 0 0,0-1 1,-1 1-1,0 0 1,0-1-1,-1 1 1,1 0-1,-1 0 1,0 0-1,0 0 0,-4-6 1,0 1 18,-1 1 0,1 0 0,-1 0 0,-1 1-1,0 0 1,0 0 0,0 1 0,-1 0 0,1 0 0,-1 1 0,-1 0 0,-13-5 0,9 4 4,-38-18 47,-1 4-1,-1 1 0,-1 3 0,-81-13 0,-236-14-270,-249 9 11,183 20-3841,247 13-2855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2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229 254 2081,'-191'49'12659,"181"-47"-11727,9-3-745,0 1 1,-1 0-1,1 0 0,0 0 1,0 1-1,-1-1 1,1 0-1,0 0 0,0 1 1,-1-1-1,1 1 1,0-1-1,0 1 0,0-1 1,0 1-1,0 0 1,0-1-1,0 1 0,0 0 1,0 0-1,0 0 0,0 0 1,-1 1-1,2-2-135,0 1 0,0-1-1,0 0 1,1 1 0,-1-1 0,0 0-1,0 1 1,0-1 0,0 0 0,0 1-1,1-1 1,-1 0 0,0 0-1,0 1 1,1-1 0,-1 0 0,0 0-1,0 1 1,1-1 0,-1 0 0,0 0-1,1 0 1,-1 1 0,0-1 0,1 0-1,-1 0 1,0 0 0,1 0-1,-1 0 1,0 0 0,1 0 0,-1 0-1,0 0 1,1 0 0,-1 0 0,0 0-1,1 0 1,-1 0 0,0 0-1,1 0 1,25 1 913,0 0-1,51-5 1,22-3 116,548-26 3281,-362 11-2888,39-2-813,312 9-656,-563 15-5,82-1 0,176 23 0,299 24 0,6-45 0,302-54 0,-6-50 0,-209 12 0,65 50 0,-457 41 0,-270 1 0,-54 1 0,-14 1 0,-36 6-162,-60 4 1,53-8-3030,-162 16-14377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4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16 1921,'0'-15'4331,"0"19"-831,0 40 568,0-33-3623,-1 23 564,1-1 1,2 1-1,1-1 0,2 0 0,2 0 1,9 33-1,-2-31-682,26 86 449,-37-107-717,-1 0 0,0 0 0,0 0 0,-2 0-1,1 0 1,-2 0 0,-2 14 0,-3 4 125,-3-1 1,-22 57-1,17-52-40,-13 51-1,16-21-770,-7-26-1472,15-35 1424,-3 5-6195,6-26-4442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50 1040,'0'0'2215,"-5"1"-1308,-63 7 2092,38-5-1651,-35 7 1,-82 29 1012,138-36-2255,1 0 0,0 0 0,-15 10 0,-4 1 84,9-6-73,12-6-34,-1 1 0,0 0 0,1 0 0,-1 1 0,1-1 0,0 1 0,1 1 0,-1-1 0,-7 9 0,6-3 217,4-6-212,1 0 0,-1 0 0,0-1 1,0 1-1,0-1 0,0 0 0,-1 0 0,-3 3 0,5-5-65,1 0 0,-1 0 0,1 0 0,-1 0 0,1 0-1,0 0 1,0 1 0,0-1 0,-1 0 0,1 1-1,0-1 1,1 1 0,-1-1 0,0 1 0,0-1-1,1 1 1,-1 0 0,1-1 0,-1 3 0,1-2 3,1 0 1,0 0-1,0 0 1,0 0-1,-1 0 1,2 0-1,-1 0 1,0-1-1,0 1 1,1 0 0,-1-1-1,1 1 1,-1-1-1,1 1 1,-1-1-1,1 0 1,0 0-1,2 1 1,17 11 112,0-1 1,1-1-1,0-1 0,1-1 1,0-1-1,0-1 0,36 5 1,-11-4-54,0-2 0,87-2 1,-102-6-67,-1-1 0,0-1 0,0-2 0,0-1 0,58-23 0,-74 24-36,0 0 1,-1-2-1,0 0 1,0 0 0,-1-1-1,0-1 1,0-1 0,-1 0-1,-1 0 1,0-2 0,0 1-1,15-25 1,-25 34-20,0 0 1,0-1-1,-1 1 1,0-1 0,1 1-1,-1-1 1,-1 1-1,1-1 1,0 0-1,-1 0 1,0 1-1,0-1 1,0 0-1,0 0 1,-1 1-1,1-1 1,-1 0 0,0 1-1,0-1 1,0 0-1,-1 1 1,1 0-1,-4-5 1,0 3-91,0 1 0,0 0-1,-1 0 1,0 0 0,0 1 0,0-1 0,0 2 0,-1-1-1,-10-2 1,-71-17-1465,-223-21-5493,268 34 2788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29 80,'0'0'1027,"6"-1"-640,48-13 200,-21 1-414,-28 12 1375,-6 2-1484,0-1 1,0 0 0,0 1-1,0-1 1,1 0 0,-1 1-1,0-1 1,0 0 0,0 0 0,0 0-1,0 0 1,0 0 0,0 0-1,0 0 1,0 0 0,-2-1-1,-17-1 1278,-31 2 577,-1 3 0,1 2 0,-78 17 0,104-16-1567,1 2-1,0 0 1,0 1-1,1 1 1,1 2-1,0 0 1,0 1 0,1 1-1,-27 24 1,43-33-277,-1 0 1,1 0-1,0 1 1,0 0-1,1 0 1,-1 0-1,1 0 1,1 1-1,-1 0 1,-4 13-1,7-16-37,1 0-1,-1 0 1,1 0-1,-1 0 1,1-1-1,0 1 0,1 0 1,-1 0-1,1 0 1,0 0-1,0 0 1,0-1-1,0 1 0,1 0 1,-1-1-1,1 1 1,0-1-1,0 1 0,0-1 1,0 0-1,4 3 1,6 8 8,1-1 1,1-1 0,0 0 0,1 0-1,0-2 1,0 0 0,1-1-1,1 0 1,-1-1 0,2-1 0,-1-1-1,19 5 1,2-2-190,0-3 0,0 0 1,0-3-1,65-2 0,-51-3-435,0-3 0,99-23 0,-133 24 340,-1-1 0,1 0 0,-1-2 0,0 0 0,21-13 0,-31 16 171,-1 0 1,0 0-1,-1-1 0,1 1 1,-1-1-1,0-1 0,0 1 1,-1-1-1,1 0 0,-1 0 1,-1 0-1,1 0 0,-1-1 1,0 0-1,2-7 0,6-40-119,-4 36 132,-5 15 45,-1 0 1,0-1 0,1 1 0,-1-1-1,0 1 1,-1-1 0,1-4 0,-1 3 11,-1 1 0,0 0 0,0 0 0,0 0 0,0 0 0,-4-7 0,-1-4 29,0-6 27,6 19-46,0 0 0,-1 0 0,1 0 0,-1 0 0,1 0 1,-1 0-1,0 0 0,0 0 0,0 1 0,0-1 0,0 0 0,0 0 1,-1 1-1,1-1 0,0 0 0,-1 1 0,0 0 0,1-1 0,-1 1 1,0 0-1,1 0 0,-1 0 0,0 0 0,0 0 0,0 0 1,0 0-1,-3 0 0,-25-7 247,-1 1 0,0 2 0,-1 1 0,1 1 0,-42 2 1,51 1-181,17 0-27,10 0-106,21 0-25,-24 0 71,25 7 12,18 0-28,-34-8 1,-2 2 0,24 7 889,-33-8-855,1 1 1,-1-1-1,1 1 1,-1-1-1,1 1 1,-1 0-1,1-1 1,-1 1-1,1 0 1,-1-1-1,1 1 1,-1 0-1,0-1 1,0 1-1,1 0 1,-1 0-1,0-1 1,0 1-1,0 0 1,0 0-1,0-1 1,0 2-1,3 10 114,2-6-64,0 1-1,1-2 1,-1 1-1,12 9 0,-1-2 0,34 28 203,-2 2 0,51 60 1,-56-39-145,-32-51-94,-6-7-1,0 0 0,0 0 0,-1 1 0,0-1 0,0 1 0,0 0 0,-1 0 0,0 0 0,0 1 1,-1-1-1,0 1 0,0-1 0,-1 1 0,0 0 0,0 11 0,0-10 60,-1 0 0,0 1 0,0-1 0,-1 0 0,-1 0 0,1 0 0,-1 0 0,-1 0 0,0 0 0,0 0 0,-1-1 0,0 1 0,0-1 0,-1 0 0,-7 10 1,-1-4 125,0-1 0,-1 0 1,0-1-1,-25 16 1,-72 37 646,64-39-546,-77 44 173,-3-6 0,-139 48-1,-108-4-1658,270-86-2507,61-19-3990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1 344 400,'10'-5'535,"1"1"0,-2-2-1,1 0 1,13-9 0,-15 9-301,269-163 4979,-223 138-4423,60-42 1037,-103 69-1605,-10 4-175,0-1 0,0 1 1,0 0-1,0 0 0,0-1 1,0 1-1,0-1 0,0 1 1,0-1-1,0 1 0,0-1 1,-1 0-1,1 1 0,0-1 1,0 0-1,0 0 0,-1 0 0,1 1 1,0-1-1,-1 0 0,1 0 1,-1 0-1,1 0 0,-1 0 1,0 0-1,1 0 0,-1 0 1,0 0-1,1-2 0,-1 2 233,0 2-231,0 0 0,0 0 0,0-1 0,0 1 0,0 0 0,0 0 0,0 0 0,0 0 0,-1 0-1,1 0 1,0-1 0,0 1 0,-1 0 0,1 0 0,0 0 0,-1 0 0,1-1 0,-1 1 0,1 0 0,-2 1-1,-11 13 172,0 0-1,-31 26 1,-6 6 69,-85 117 458,98-120-805,-41 65 1,68-95 65,6-9 6,1 0 1,-1 0-1,1 1 0,0-1 1,0 1-1,1 0 0,0 0 1,0 0-1,0 0 0,0 1 1,1-1-1,0 12 1,0-17-102,1 1 1,0-1-1,0 1 1,0 0 0,0-1-1,1 1 1,-1-1-1,0 1 1,1-1-1,-1 1 1,1 0 0,-1-1-1,1 0 1,0 1-1,0-1 1,1 2 0,0-2-107,-1 0 0,1 0 0,0 0 0,-1 0 0,1 0 0,0-1 1,0 1-1,0-1 0,0 0 0,0 1 0,0-1 0,-1 0 0,1 0 0,4 0 1,54-6-4584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7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275 179 4322,'-63'32'2281,"27"-16"-1177,1 2 0,1 2 0,-53 39-1,85-57-1024,0-1-1,1 0 0,-1 1 1,1-1-1,-1 1 0,1-1 1,-1 1-1,1 0 1,0 0-1,0-1 0,0 1 1,-2 3-1,4-4-3,-1 1 0,0-1 0,0 0 0,1 0 0,-1 0 0,0 1 0,1-1 0,-1 0 0,1 0 0,0 0 0,-1 0 0,1 0 0,0 0 0,0 0 0,1 1 0,3 4 161,-2-2-82,1-1 0,0 1 0,0-1 1,0 1-1,0-1 0,0 0 0,1-1 1,0 1-1,-1-1 0,1 0 0,0 0 1,9 2-1,6 0 3,-1 0 0,22 0 0,-19-2-5,40 1-52,-1-2 0,1-3 0,69-12 0,-85 8 50,47-14 1,-75 16-115,0-2 0,0 0-1,-1 0 1,29-17 0,-41 19-28,1-1 0,-1 1 0,0-1 0,0 0-1,0 0 1,6-10 0,-4 7 4,2-4 1,-1 3 1,-1 0-1,0-1 1,10-19-1,-15 26-14,-1 1 0,0-1 0,0 0-1,0 0 1,0 0 0,0 0-1,-1 0 1,1 0 0,-1 0-1,0-1 1,0 1 0,0 0-1,-1 0 1,1 0 0,-1 0-1,1 0 1,-1 0 0,0 0-1,0 0 1,-2-4 0,-1 1-42,0 1-1,-1 0 1,1 0 0,-1 0 0,0 0-1,0 1 1,-1 0 0,1 0 0,-1 0-1,0 1 1,-7-3 0,-9-5-678,-46-13 0,-7 6-2801,-106-13 1,50 16-2082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8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63 640,'0'1'131,"1"0"-1,-1 0 0,0 0 0,0 0 0,1 0 1,-1 0-1,0 0 0,1 0 0,-1 0 0,1 0 1,-1 0-1,1 0 0,0 0 0,-1 0 1,1-1-1,0 1 0,0 0 0,-1 0 0,1-1 1,0 1-1,0 0 0,0-1 0,0 1 0,0-1 1,0 1-1,0-1 0,1 1 0,7 3 640,-7-2-518,6 5 122,0 0-1,1 0 1,0-1 0,1 0-1,-1 0 1,1-1-1,0-1 1,0 1 0,13 2-1,123 33 347,-122-34-608,-5-2-29,-1 0 0,25 1 1,-38-4-60,-1-1-1,0 0 1,1-1 0,-1 1 0,0-1 0,1 0 0,-1 0 0,0 0 0,0 0 0,1-1 0,-1 1 0,0-1 0,-1 0 0,8-6 0,8-4 86,-16 11-98,-1 0 0,1 0 0,-1-1 0,0 1 0,1-1 0,-1 1 1,0-1-1,0 0 0,0 0 0,0 0 0,0 0 0,0 0 0,-1 0 0,1-1 0,-1 1 0,1-1 0,-1 1 0,0-1 1,0 1-1,0-1 0,-1 1 0,1-1 0,0-5 0,-1-75 868,0 82-858,0 0 0,0 0 0,0-1 0,-1 1 0,1 0 0,-1 0 0,1 0 0,-1 0 0,1 0 0,-1 0 0,1 0 0,-1 0 0,0 0 0,1 1 0,-1-1 0,0 0 0,0 0 0,0 0 0,0 1 0,0-1 0,0 0 0,0 1-1,0-1 1,0 1 0,0 0 0,0-1 0,-2 0 0,-39-8 456,35 8-370,-9-1 40,3 0 60,-1 0 0,1 1-1,-1 0 1,-20 3 0,-88 6 1746,-163 32 1,228-30-1573,-4 0 486,-1 3 1,-117 42 0,172-52-788,0-1-18,0 1 1,0 0-1,0 0 1,0 0-1,1 1 1,0 0 0,0 1-1,0-1 1,0 1-1,1 0 1,-1 0-1,-4 7 1,10-11-52,-1-1-1,1 1 1,0 0 0,-1 0 0,1 0 0,0-1-1,-1 1 1,1 0 0,0 0 0,0 0 0,0 0 0,0 0-1,0 0 1,0-1 0,0 1 0,0 0 0,0 0-1,0 0 1,0 0 0,1 0 0,-1-1 0,0 1-1,1 0 1,-1 0 0,1 0 0,-1-1 0,0 1 0,1 0-1,0 0 1,-1-1 0,1 1 0,-1-1 0,1 1-1,1 0 1,4 4 19,1-1 0,0 0 0,-1 0 0,2-1 0,-1 0-1,0 0 1,1 0 0,-1-1 0,13 2 0,91 8 92,-104-12-115,228 8-61,319-30 0,-287-4-1948,-19-9-3282,-47-6-3574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7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80,'2'38'3968,"-1"-26"-3186,-1 1 0,1-1 1,-2 1-1,0-1 1,0 0-1,-5 18 0,-5-6 59,8-19-653,1 0 0,0 0 0,0 0 0,0 0 0,1 1 0,-1-1 0,1 0 0,1 1 1,-1 7-1,0-6 39,1 0 0,-1 0 1,-1 0-1,1 0 0,-1 0 0,0 0 1,-5 10-1,-5 14 556,10-20-463,0-1 0,1 1-1,0-1 1,1 15 0,0-16-116,0 1 0,0-1 1,-1 0-1,0 0 0,-1 1 0,-4 12 0,-26 42 711,23-50-674,1 0 0,1 0 0,1 0 0,0 1 0,-8 28 0,4 43 439,-2-47-545,9-31-84,0 0 1,0 1-1,1-1 0,0 1 0,0 17 0,2-24-129,0 1 0,0-1 0,1 1 0,-1-1 0,1 1 0,0-1 0,-1 1 0,1-1 0,1 0 0,-1 1 0,0-1 0,0 0 0,1 0-1,-1 0 1,1 0 0,0 0 0,0 0 0,0 0 0,-1-1 0,2 1 0,-1-1 0,0 1 0,0-1 0,0 0 0,3 2 0,1-1-362,0 1-146,0 0 0,1 0 1,-1 0-1,1-1 1,9 1-1,-11-2-368,0 0 0,0-1 0,1 0 0,-1 0 0,0-1 0,8-1 0,47-15-7263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542 118 720,'2'-2'2068,"-9"-1"-1494,-20 0 855,0 1 1,0 2-1,0 0 1,0 2-1,-34 6 1,39-5-847,-9 0 384,0 1-1,0 2 1,1 1-1,-48 18 1,36-11 387,35-12-1093,0 0 0,0 0 0,0 1 0,1 0-1,-1 0 1,1 0 0,-9 6 0,14-8-233,0-1 0,1 1 0,-1-1 0,0 1 0,0 0 0,0-1 0,0 1 0,1 0 0,-1 0 0,0 0-1,1 0 1,-1-1 0,1 1 0,-1 0 0,1 0 0,-1 0 0,1 0 0,0 0 0,-1 0 0,1 2 0,1 0 35,0-1 1,1 1-1,-1-1 0,1 1 1,0-1-1,0 1 1,0-1-1,0 0 0,0 0 1,0 0-1,3 1 0,1 1-25,-1 0 0,1-1 1,-1 0-1,1 0 0,0 0 0,1-1 0,-1 0 0,7 1 0,58 11 46,147 7 63,-152-14-167,91-2 0,-130-6 27,0-1-1,-1-2 1,51-13 0,-71 16-39,0-1-1,-1 0 1,0 1 0,1-1 0,-1-1-1,0 1 1,0-1 0,0 0 0,0 0 0,-1-1-1,1 1 1,-1-1 0,0 0 0,0 0-1,0-1 1,-1 1 0,0-1 0,4-5 0,-3 1-66,-1 0 0,0-1 0,-1 1 0,0-1 0,0 1 0,-1-1 0,-1 0 0,0-15 0,1 20 25,-1 1 0,0-1 0,-1 1 0,1-1 1,-1 1-1,0-1 0,0 1 0,0-1 0,-1 1 0,1 0 1,-1 0-1,0 0 0,0 0 0,-1 0 0,1 0 0,-5-4 0,2 3-79,-1 0 0,0 1 0,0 0-1,-1 1 1,1-1 0,-1 1-1,0 0 1,0 1 0,-8-3-1,-11-2-601,-1 2-1,-1 0 1,1 2-1,-1 0 1,1 2-1,-33 3 1,33-1 33,-104 4-4041,28 1-1161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49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1 720,'0'0'120,"1"0"0,-1 1 0,0-1-1,0 0 1,0 0 0,0 1 0,0-1 0,0 0-1,1 1 1,-1-1 0,0 0 0,0 1-1,0-1 1,0 0 0,0 1 0,0-1 0,0 0-1,0 1 1,-1-1 0,1 0 0,0 0-1,0 1 1,0-1 0,0 0 0,0 1 0,0-1-1,-1 0 1,1 0 0,0 1 0,0-1-1,0 0 1,-1 0 0,1 1 0,0-1 0,0 0-1,0 0 1,-1 0 0,1 0 0,0 1-1,-1-1 1,1 0 0,0 0 0,0 0 0,-1 0-1,1 0 1,0 0 0,-1 0 0,-130 38 7030,7-16-2739,-67 17 635,189-39-5025,-1 0 0,1 1 1,0 0-1,0-1 0,0 1 0,1 0 0,-1 0 0,0 0 0,0 0 0,0 0 0,1 0 0,-1 1 1,0-1-1,1 1 0,-1-1 0,1 1 0,0 0 0,-2 2 0,2-1 13,0 0 0,0 1 0,0-1 0,1 1 0,0-1 0,-1 1 0,1-1 0,1 7 0,0 6 100,-1-12-114,0-1 0,0 1 1,1-1-1,0 0 1,0 1-1,0-1 0,0 0 1,0 0-1,1 0 1,-1 0-1,1 0 0,0 0 1,0 0-1,0 0 1,0-1-1,1 1 0,4 3 1,4 4 24,2-1 1,-1-1-1,14 7 1,13 9 58,-8-2-28,-15-10-22,0-1 1,0-1-1,1 0 0,23 10 0,-11-10-142,0-1 1,1-2-1,51 8 0,-64-13-184,-1-1 0,1-1-1,-1 0 1,1-1 0,-1 0 0,0-2-1,1 0 1,25-8 0,-38 9 149,0 0 0,0-1 0,0 1 0,0-1 0,-1 0 0,1 0 0,-1 0 0,0 0 0,0 0 0,0-1 0,0 0 0,0 1 0,-1-1 0,0 0 0,0 0 0,0-1 0,2-5-1,-1 3 35,-1 0-1,-1 0 0,1 0 1,-1 0-1,0 0 0,-1 0 0,0 0 1,0-1-1,0 1 0,-3-11 0,1 10 108,0 1-1,0 0 1,-1 0-1,0 0 0,-1 1 1,0-1-1,0 1 1,0 0-1,0 0 0,-1 0 1,0 0-1,-1 1 1,1 0-1,-1 0 0,0 1 1,0-1-1,-8-3 1,-8-4 328,0 2 0,-1 0 1,-39-10-1,38 13-44,-29-9 726,0 2 0,-76-10 0,124 23-990,-12-2 85,9 1-55,-1 1 0,0-1 0,1 1 0,-1 1 1,0 0-1,-14 2 0,17 3 65,12-3-159,27 6 83,-1 1 1,37 16-1,-34-12-16,144 42-108,-49-2-93,-102-38 94,-24-4 66,-4-9 66,-4-3 14,-13-2-12,1 1 1,-1 0-1,-27 2 0,17 0-111,-42-5 0,-19-15-2758,88 20 2668,0 0 1,-1 0-1,1 0 1,0 0-1,0 0 1,-1 0-1,1-1 1,0 1-1,-1 0 1,1 0-1,0 0 1,0-1-1,-1 1 1,1 0-1,0 0 1,0-1-1,-1 1 0,1 0 1,0-1-1,0 1 1,0 0-1,0-1 1,0 1-1,-1 0 1,1-1-1,0 1 1,0 0-1,0-1 1,0 1-1,0 0 1,0-1-1,0 1 1,0 0-1,0-1 1,0 1-1,0 0 1,1-1-1,-1 1 1,0 0-1,0-1 1,0 1-1,0 0 0,0-1 1,1 1-1,-1 0 1,0 0-1,0-1 1,0 1-1,1 0 1,-1 0-1,0-1 1,1 1-1,-1 0 1,0 0-1,0 0 1,1-1-1,-1 1 1,0 0-1,1 0 1,-1 0-1,16-4-1254,0 1 0,-1 0-1,1 1 1,0 1 0,25 1-1,-41 0 1384,0 0 0,0 0 0,1 0 0,-1 0 0,0 0 0,0 0 0,0 0 0,0 0 0,0 0 0,0-1 0,0 1 0,1 0 0,-1 0 0,0 0 0,0 0-1,0 0 1,0 0 0,0 0 0,0 0 0,1 0 0,-1 0 0,0 0 0,0 0 0,0 0 0,0 0 0,0 0 0,1 0 0,-1 0 0,0 0 0,0 0 0,0 0 0,0 0 0,0 1 0,0-1-1,1 0 1,-1 0 0,0 0 0,0 0 0,0 0 0,0 0 0,0 0 0,0 0 0,0 0 0,0 1 0,0-1 0,0 0 0,1 0 0,-1 0 0,0 0 0,0 0 0,0 0 0,0 1 0,0-1-1,0 0 1,0 0 0,0 0 0,0 0 0,0 0 0,0 0 0,0 1 0,0-1 0,0 0 18,0 0-1,0 0 1,0 1-1,-1-1 1,1 0-1,0 0 1,0 0-1,0 0 1,0 1-1,0-1 1,1 0 0,-1 0-1,0 0 1,0 0-1,0 1 1,0-1-1,0 0 1,0 0-1,0 0 1,0 0-1,0 1 1,0-1 0,0 0-1,0 0 1,1 0-1,-1 0 1,0 0-1,0 0 1,0 0-1,0 1 1,0-1 0,1 0-1,-1 0 1,0 0-1,0 0 1,0 0-1,0 0 1,0 0-1,1 0 1,-1 0-1,0 0 1,0 0 0,0 0-1,0 0 1,1 0-1,-1 0 1,0 0-1,0 0 1,0 0-1,0 0 1,1 0-1,-1 0 1,0 0 0,15 4 477,-30-3 205,10-1 904,-1-1-746,6 1-738,-2 0-56,1 0 0,0 0 1,0 0-1,-1 0 0,1 0 0,0-1 0,-1 1 1,1 0-1,0-1 0,0 1 0,0-1 1,0 1-1,-1-1 0,1 1 0,0-1 0,0 0 1,0 0-1,0 1 0,0-1 0,0 0 1,-1-2-1,2 2-22,-1 1 0,1-1 1,-1 0-1,1 0 0,-1 1 1,1-1-1,-1 0 0,1 1 1,-1-1-1,0 1 0,1-1 1,-1 1-1,0-1 0,0 1 0,1-1 1,-1 1-1,0 0 0,0-1 1,0 1-1,0 0 0,1 0 1,-3-1-1,-27-5 272,17 3-60,-52-25 710,59 20-881,6 8-70,0 0 0,0 0 1,0 0-1,0-1 1,0 1-1,0 0 1,0 0-1,0 0 0,0 0 1,0-1-1,0 1 1,0 0-1,0 0 0,1 0 1,-1 0-1,0 0 1,0 0-1,0-1 0,0 1 1,0 0-1,0 0 1,0 0-1,0 0 1,1 0-1,-1 0 0,0 0 1,0 0-1,0 0 1,0-1-1,0 1 0,1 0 1,-1 0-1,0 0 1,0 0-1,0 0 0,0 0 1,0 0-1,1 0 1,-1 0-1,0 0 1,0 0-1,0 0 0,0 0 1,0 0-1,1 0 1,-1 0-1,0 1 0,0-1 1,0 0-1,0 0 1,0 0-1,1 0 1,-1 0-1,18 12 228,2 6 313,61 39 708,-51-37-605,54 46-1,-75-59-585,-1 2-1,-1-1 1,1 1-1,-2 0 1,1 0-1,-1 1 1,-1 0-1,1 0 1,-2 0-1,7 19 1,-1 20 240,-7-38-253,-1-7-29,-1-1 0,1 1 0,-1 0-1,0 0 1,0-1 0,0 1 0,-1 0 0,1 0 0,-1 0 0,0 0 0,0 0 0,-1-1 0,1 1 0,-1 0 0,0 0 0,0 0 0,0-1 0,0 1 0,-1 0 0,1-1 0,-1 1 0,0-1 0,-3 4 0,-19 39 330,17-31-72,-1 0 1,0 0-1,-1-1 0,-1 0 0,-21 24 0,9-19 26,0-1-1,0-1 1,-2-2-1,0 0 1,-1-1-1,0-1 1,-40 13-1,-41 14 193,-168 56 65,93-58-395,155-35-763,1 0 0,0-2 1,0-1-1,-41-5 0,63 4 112,0 1 0,0-1 0,0 0 0,0 1-1,1-1 1,-1-1 0,0 1 0,1 0 0,-1 0-1,1-1 1,-1 0 0,1 1 0,-1-1-1,-3-4 1,-26-38-11379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129 247 1201,'6'-7'3372,"11"2"-2900,-13 4 72,11-11 882,-14 10-1336,1 0-1,0 1 0,0 0 1,0-1-1,0 1 1,0 0-1,0 0 0,0 0 1,0 0-1,0 0 0,0 0 1,4 0-1,11-3 344,-9 2-148,0 0-1,0 0 0,0-1 1,0 0-1,0 0 0,-1-1 1,13-7-1,-4 0 489,0 0 0,29-12 0,14-8 723,66-37 1079,-115 64-2391,-9 4-156,0 0-1,0-1 0,1 1 0,-1 0 1,0-1-1,0 1 0,0-1 1,0 0-1,0 1 0,0-1 0,0 0 1,0 0-1,0 1 0,0-1 0,0 0 1,-1 0-1,1 0 0,0 0 0,0 0 1,-1 0-1,1 0 0,-1 0 1,1 0-1,-1-1 0,1-1 0,-1 1 293,-16 9 14,-34 18-122,2 3 1,1 1-1,-62 52 0,25-18-21,-38 33 93,104-81-346,2 1 0,0 0 0,0 2 0,-12 19 0,25-33-141,1 1 1,0 0-1,0-1 0,1 1 1,-1 0-1,1 0 1,0 0-1,1 0 1,-1 0-1,1 0 0,0 0 1,0 0-1,1 0 1,0 6-1,1 14-4122,-2-9-1424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0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313 186 3362,'-30'11'2258,"1"1"1,-49 27 0,-47 36 3077,121-72-4985,-1 0 0,0 0 0,1 1 0,0 0-1,0-1 1,0 1 0,0 1 0,1-1 0,-6 9 0,8-12-314,1 1-1,-1-1 0,0 1 0,1-1 1,0 1-1,-1 0 0,1-1 0,0 1 1,0-1-1,0 1 0,0 0 1,0-1-1,0 1 0,1-1 0,-1 1 1,0-1-1,1 1 0,-1 0 1,1-1-1,0 1 0,-1-1 0,1 0 1,0 1-1,0-1 0,0 0 1,0 1-1,0-1 0,0 0 0,0 0 1,1 0-1,-1 0 0,0 0 0,1 0 1,-1 0-1,3 1 0,9 5 25,-1-1-1,2 0 0,-1 0 1,1-1-1,-1-1 0,23 4 1,88 7 166,-74-10-156,224 14-58,-221-19-33,0-2 0,0-2 0,57-13 0,-79 9-31,-1-1 1,1-2-1,-2-1 0,51-27 0,-75 36 43,11-5-39,0-1 0,27-21-1,-40 27 40,1 1 0,-1-1 0,0 0-1,0 0 1,-1 0 0,1-1 0,-1 1-1,1-1 1,-1 1 0,0-1 0,0 0-1,-1 0 1,1 0 0,-1 0 0,0 0-1,0 0 1,0 0 0,0-6 0,-2 4-14,0-1 0,0 0 0,0 1 0,-1-1 1,0 0-1,0 1 0,-1 0 0,0 0 0,0 0 1,0 0-1,-1 0 0,0 0 0,0 1 0,0 0 0,-1 0 1,-6-6-1,-5-4-39,-1 2 0,0 0 1,-26-15-1,16 11-94,16 10-204,0 0-1,0 1 1,0 0 0,0 1 0,-1 0 0,0 1-1,0 0 1,-17-3 0,-85-5-5110,10-6-2642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1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39 1121,'39'-12'2255,"-28"9"-1725,-1-1 0,1 2 0,16-3 0,15 0 281,-28 2-590,0 1 1,0 1-1,0 0 1,0 1-1,0 0 0,18 4 1,-32-4-209,1 0-1,-1 0 1,0 0-1,0 0 1,1 0 0,-1 0-1,0 0 1,1 1-1,-1-1 1,0 0 0,0 0-1,1 0 1,-1 1 0,0-1-1,0 0 1,1 0-1,-1 0 1,0 1 0,0-1-1,0 0 1,0 0-1,1 1 1,-1-1 0,0 0-1,0 1 1,0-1-1,0 0 1,0 1 0,0-1-1,0 0 1,0 0 0,0 1-1,0-1 1,0 0-1,0 1 1,0 0 0,-11 14 440,-15 2-85,1 0 0,-2-2 0,-42 17 0,31-14-52,-62 31 454,-136 61 2823,190-92-2776,-1-1 0,-1-3-1,-58 10 1,65-16-470,-1-3 0,-1-1-1,1-2 1,0-2 0,-68-9 0,110 9-344,1 0 1,-1 0-1,0 0 0,0 0 1,0 0-1,0 0 1,1 0-1,-1 0 0,0-1 1,0 1-1,0 0 0,0 0 1,0 0-1,1 0 0,-1 0 1,0-1-1,0 1 1,0 0-1,0 0 0,0 0 1,0 0-1,0-1 0,0 1 1,0 0-1,0 0 1,0 0-1,0 0 0,0-1 1,0 1-1,0 0 0,0 0 1,0 0-1,0-1 0,0 1 1,0 0-1,0 0 1,0 0-1,0 0 0,0-1 1,0 1-1,0 0 0,0 0 1,0 0-1,-1 0 1,1-1-1,0 1 0,0 0 1,0 0-1,0 0 0,0 0 1,-1 0-1,1 0 1,0-1-1,0 1 0,0 0 1,0 0-1,-1 0 0,1 0 1,0 0-1,0 0 8,13-7 6,0 1 0,0 1-1,0 0 1,0 0 0,1 2 0,0 0-1,0 0 1,0 1 0,0 1-1,0 0 1,27 3 0,1 2 245,-1 1 0,72 20 0,159 53 899,-221-61-1087,-38-12-1242,0-1 0,0 0-1,0-1 1,1 0 0,-1-1 0,1 0 0,21-1 0,31-12-6115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51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1946 52 560,'0'0'90,"0"-1"1,1 1-1,-1 0 0,0-1 0,0 1 0,0-1 1,0 1-1,0 0 0,0-1 0,0 1 0,0 0 1,0-1-1,0 1 0,0-1 0,0 1 0,0 0 1,0-1-1,0 1 0,0-1 0,0 1 0,0 0 1,0-1-1,0 1 0,-1 0 0,1-1 0,0 1 1,0 0-1,-1-1 0,1 1 0,0 0 0,0 0 1,-1-1-1,1 1 0,0 0 0,-1 0 0,1-1 1,0 1-1,-1 0 0,1 0 0,0 0 0,-1-1 1,-22-3 1175,-96-14 3724,0 8-1206,-1 5 0,-168 14 0,267-7-3648,-125 17 1344,132-17-1320,1 1 0,0 0-1,0 1 1,0 0 0,0 1 0,1 1 0,-18 10-1,29-16-156,1 1-1,-1-1 1,0 0 0,1 1-1,-1 0 1,1-1-1,-1 1 1,1-1-1,-1 1 1,1-1 0,-1 1-1,1 0 1,-1 0-1,1-1 1,0 1-1,0 0 1,-1-1-1,1 1 1,0 0 0,0 0-1,0-1 1,0 1-1,0 0 1,0 0-1,0 0 1,0-1-1,0 1 1,0 0 0,0 0-1,0-1 1,1 1-1,-1 0 1,0 0-1,0-1 1,1 1-1,0 1 1,20 21-36,-14-18 25,1 3-8,1-1 1,1 0 0,-1 0-1,1-1 1,0-1-1,1 0 1,13 6 0,11 0-158,35 7 0,28 8 1,-9 4-141,109 21-1,-168-44 88,32 11-1,-62-18 233,0 0 1,0 0 0,0 0-1,0 0 1,0 1-1,0-1 1,0 0-1,0 0 1,0 0-1,0 0 1,-1 0-1,1 0 1,0 0-1,0 0 1,0 0-1,0 1 1,0-1-1,0 0 1,0 0-1,0 0 1,0 0-1,0 0 1,0 0-1,0 1 1,0-1 0,0 0-1,0 0 1,0 0-1,0 0 1,0 0-1,0 0 1,0 0-1,0 1 1,0-1-1,1 0 1,-1 0-1,0 0 1,0 0-1,0 0 1,0 0-1,0 0 1,0 0-1,0 0 1,0 1-1,-42 15 1338,-86 21 0,43-14-243,-446 104 2227,454-111-3201,-230 61-163,190-46-475,-78 24-2555,74-10-4033,45-13-5867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05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3177 424 400,'6'-1'1668,"21"-4"1546,-27 3-1048,0 2-2126,0 0 0,0 0 0,0-1 0,0 1 0,0 0 0,0 0 0,0 0 0,0 0 0,0-1 0,0 1 0,0 0 0,0 0 0,0 0 0,0-1-1,0 1 1,0 0 0,0 0 0,0 0 0,0 0 0,0-1 0,0 1 0,0 0 0,0 0 0,0 0 0,0 0 0,0-1 0,0 1 0,0 0-1,-1 0 1,1 0 0,0 0 0,0 0 0,0-1 0,0 1 0,0 0 0,-1 0 0,1 0 0,0 0 0,0 0 0,0 0 0,0 0 0,-1 0 0,1 0-1,0 0 1,0-1 0,0 1 0,-1 0 0,1 0 0,0 0 0,0 0 0,0 0 0,0 0 0,-1 0 0,1 1 0,0-1 0,0 0 0,-1 0-1,-20 0 1335,15 0 27,1 9 2287,-14-4-3477,10-3 225,-45 16 526,5-2-36,-82 17 1,1-12 314,-23 13 346,-79 2-306,152-24-952,-1-4 0,-112-3 0,119-1-249,12 2-14,60-6-73,-81 5-209,-120 23-1,-210 53-263,394-76 731,1 0-1,0 2 1,0 0-1,1 1 1,0 0-1,0 2 1,-24 18-1,5-4 347,30-20-615,-1-1 0,1 0 0,0-1-1,-1 0 1,1 0 0,-1 0 0,-9 1 0,12-3 19,-1 1 1,1 0 0,0 0 0,0 0 0,0 0 0,0 0-1,0 1 1,0 0 0,1 0 0,-1 0 0,0 0-1,1 1 1,-4 2 0,4-2 11,1 0-1,-1-1 1,0 1-1,0-1 1,0 0 0,-1 0-1,1 0 1,0-1-1,-1 1 1,1-1-1,-1 0 1,1 0-1,-1 0 1,0 0 0,-4 0-1,-33 11 1,36-5-87,5-7 77,0 0 0,0 0 0,0 1 0,0-1 0,0 0 0,0 1 0,0-1 0,0 0 0,0 0 0,-1 1-1,1-1 1,0 0 0,0 0 0,0 1 0,0-1 0,0 0 0,-1 0 0,1 1 0,0-1 0,0 0 0,0 0 0,-1 0 0,1 1 0,0-1 0,0 0 0,-1 0 0,1 0 0,0 0 0,0 0-1,-1 0 1,1 1 0,0-1 0,-1 0 0,-61 21 144,39-15-160,0 1 0,0 2-1,1 0 1,0 2-1,-26 16 1,-45 53-481,92-79 506,0 1-1,-1-1 1,0 0 0,1 0-1,-1 0 1,0 0-1,1 0 1,-1 0-1,0 0 1,0-1-1,-3 2 1,-4 1 103,-89 65-75,97-68-38,1 0 0,-1 1 0,1-1 0,0 0 0,-1 1 0,1-1 0,0 0 0,-1 1 0,1-1 0,0 0 1,-1 1-1,1-1 0,0 1 0,-1-1 0,1 1 0,0-1 0,0 0 0,0 1 0,0-1 0,-1 1 0,1-1 0,0 1 0,0-1 0,0 1 0,0 0 0,-4 10 78,-4-3-39,-1 1-75,-1 1 1,0-1-1,-13 9 1,19-15 16,0 0 0,1 0 0,-1 1-1,1-1 1,-1 1 0,1-1 0,-5 9 0,6-8 12,-1 0 1,0 0-1,0-1 1,0 1-1,-1-1 1,0 1-1,-6 4 0,6-6 1,1 1-1,0-1 0,0 1 1,0 0-1,0 0 0,0 1 1,1-1-1,-1 0 0,-2 6 1,2-4 1,0-1 0,0 1 0,0-1 0,0 0 0,-1 0 1,-5 5-1,3-4-13,0 1 1,0 1-1,1-1 1,-6 9 0,-19 22-82,27-35 93,1 0 2,0 0 0,-1 0 0,1 0 1,0 1-1,0-1 0,0 0 0,0 1 1,0 0-1,1-1 0,-1 1 0,1 0 0,-1 0 1,1 0-1,0 0 0,0 0 0,1 0 1,-1 0-1,1 0 0,-1 6 0,1-5 28,-1 1-1,1-1 0,-1 0 0,0 0 0,0 0 1,-1 0-1,1 0 0,-1 0 0,0 0 1,-3 6-1,2-7-6,1 1 1,0 0 0,1 0-1,-1 0 1,0 0 0,1 0-1,0 0 1,0 0 0,0 0-1,0 7 1,0 8-72,0-15 37,1 0 0,-1 0-1,1-1 1,0 1 0,0 0-1,0 0 1,1 0-1,-1 0 1,1-1 0,0 1-1,0 0 1,0-1-1,3 5 1,11 7 28,0-1 1,1 0-1,19 11 0,-24-17-13,-2-2-10,-1 0-1,1-1 0,0-1 0,1 1 0,-1-1 0,1-1 0,15 4 1,6 2-24,28 15 20,-33-13 21,35 10 0,79 9-207,166 15 0,-152-30-31,0-7 0,212-17 0,-20-12 423,-265 21-127,0 3 0,90 15-1,-147-13 43,42 15-1,-46-13-19,39 8 0,20-6 435,155-3 0,-59-6-18,174 20 1230,-166 0-39,24 0 25,-139-17-1673,126 1-49,545-43 2,-349 10 0,-202 17 0,218-2 0,1 14 0,-343 2 0,121 20 0,-179-21 0,88 12 0,146 0 0,-144-10 0,77-6 0,245-34 0,-68 3 0,162-8 0,7-1 0,-455 40 0,-1-3 0,0-3 0,116-32 0,-86 17 0,-57 17 0,0-3 0,50-19 0,-50 13 0,-1-1 0,36-23 0,-53 27 0,-1 1 0,0-2 0,-2 0 0,1-1 0,20-27 0,-25 28 0,0 0 0,13-26 0,-21 33 0,0 0 0,0 0 0,-1 0 0,1-1 0,-2 1 0,1 0 0,-1-1 0,0-15 0,-1 10 0,1 2 0,0 1 0,-1-1 0,-1 0 0,0 0 0,0 0 0,-1 0 0,-1 0 0,0 1 0,0-1 0,-1 1 0,0 0 0,-8-15 0,-4 0 0,9 12 0,-2-1 0,0 1 0,-21-23 0,-6 6 0,0 2 0,-2 1 0,-62-33 0,27 17 0,-85-66 0,134 91 0,-36-37 0,40 36 0,-44-34 0,27 27 0,12 7 0,-2 1 0,0 2 0,0 0 0,-31-11 0,-43-6 0,-143-27 0,72 20 0,-226-77 3,249 71-65,-336-98-1112,148 70 322,245 57 611,-354-47-693,264 46-120,-256 6 0,-111 36 143,-129 3 635,644-26 278,-650 21-71,236 17-1491,-1 34-8445,280-28 1188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0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82 400,'0'-1'4562,"0"2"-4468,1-2-67,-1 1 1,0 0 0,0-1 0,0 1 0,0 0 0,0-1 0,1 1-1,-1 0 1,0-1 0,0 1 0,0 0 0,0-1 0,0 1-1,0 0 1,0-1 0,0 1 0,0 0 0,0-1 0,0 1-1,0 0 1,-1-1 0,1 1 0,0 0 0,0-1 0,0 1-1,0 0 1,0 0 0,-1-1 0,1 1 0,0 0 0,0 0-1,-1-1 1,1 1 0,0 0 0,0 0 0,-1-1 0,1 1 0,0 0-1,-1 0 1,1 0 0,0 0 0,0-1 0,-1 1 0,1 0-1,-1 0 1,-26 0 773,27 0-797,0 0 1,0 0 0,0 0 0,0 0-1,0 0 1,0 0 0,0 0 0,0 0 0,0 0-1,0 0 1,1 0 0,-1 0 0,0 0-1,0 0 1,0 0 0,0-1 0,0 1 0,0 0-1,0 0 1,0 0 0,0 0 0,0 0-1,0 0 1,0 0 0,0 0 0,0 0-1,0 0 1,0 0 0,0 0 0,0-1 0,0 1-1,0 0 1,0 0 0,0 0 0,0 0-1,0 0 1,0 0 0,0 0 0,0 0-1,0 0 1,0 0 0,0 0 0,0-1 0,0 1-1,0 0 1,0 0 0,0 0 0,0 0-1,0 0 1,0 0 0,0 0 0,0 0 0,0 0-1,-1 0 1,1 0 0,0 0 0,0 0-1,0 0 1,0 0 0,0 0 0,0 0-6,0 0 1,0 0 0,0-1-1,0 1 1,0 0 0,0 0-1,-1 0 1,1 0 0,0 0-1,0 0 1,0 0 0,0 0-1,0 0 1,0 0 0,0 0-1,0 0 1,0 0 0,0 0-1,0 0 1,0 0 0,0-1-1,0 1 1,0 0 0,0 0-1,0 0 1,0 0 0,0 0-1,0 0 1,0 0 0,0 0-1,0 0 1,0 0 0,0 0-1,0 0 1,0-1 0,0 1-1,0 0 1,0 0 0,0 0-1,0 0 1,0 0 0,0 0-1,0 0 1,0 0 0,0 0-1,0 0 1,0 0 0,0 0-1,1 0 1,-1 0 0,0 0-1,0-1 1,0 1 0,0 0-1,0 0 1,0 0 0,0 0-1,0 0 1,0 0 0,0 0-1,0 0 1,0 0 0,0 0-1,1 0 1,-1 0 0,0 0-1,-29-1 1573,23 0-1516,7 0-44,-2-2-12,-25 2 79,20 1 1,6-1-13,0-5-67,0 1-40,-5 4 80,-20 0 2,24-2-109,0 0 136,-26 2 394,21 1 17,-21 0-173,21 0-147,1 0 0,-11 0-16,0 2 0,0 0 0,0 0 0,-18 6 0,7-1-64,22-6-56,1 0 1,0 0-1,-1 1 0,1-1 0,0 1 0,0 0 0,0 1 0,0-1 1,1 1-1,-6 4 0,-12 8 177,12-11-153,8-4-29,0 0-1,0 1 1,0-1 0,0 0-1,0 1 1,0-1-1,1 1 1,-1-1 0,0 1-1,0-1 1,0 1-1,1 0 1,-1-1 0,0 1-1,1 0 1,-1-1-1,1 1 1,-1 0 0,0 0-1,1 0 1,0 0-1,-1 0 1,1-1 0,0 1-1,-1 0 1,1 0-1,0 0 1,0 0 0,0 0-1,0 0 1,0 0-1,0 0 1,0 1 0,0 2 71,0 0 1,0 0-1,0 0 1,-1 0 0,1 0-1,-1-1 1,-2 7 0,2-9-84,0 1 0,0-1 0,0 1 0,0-1 1,0 0-1,0 0 0,-1 0 0,1 1 0,0-1 1,-1 0-1,1-1 0,-1 1 0,1 0 1,-1 0-1,-1 0 0,2 1 0,-1 0 1,1 0-1,1 0 1,-1 0-1,0 0 0,0 0 1,1 1-1,0-1 1,-1 0-1,1 0 0,0 1 1,0-1-1,0 0 1,0 0-1,0 1 0,1-1 1,0 2-1,-1 3-33,0 110 239,0-116-209,1 1 0,-1 0 0,0 0 0,1-1-1,-1 1 1,1 0 0,0-1 0,0 1 0,-1 0 0,1-1 0,0 1-1,0-1 1,0 0 0,1 1 0,-1-1 0,2 2 0,26 19 79,-13-10-59,-9-7-15,0 0-1,1 0 1,-1-1-1,1 0 1,0 0-1,0-1 1,0 0-1,1 0 1,-1-1-1,15 2 1,19 1 71,44 0 0,-10-2-27,-57-1-44,114 4 69,-117-6-37,-1-1 0,0-1-1,0-1 1,0 0 0,0-1 0,0 0 0,14-7 0,91-39 199,16 3-13,-131 44-215,1 1 1,-1-1-1,0 0 0,0-1 1,0 1-1,4-5 1,22-16 153,-27 22-149,-3 1-9,1 0 0,-1 0-1,1 0 1,-1 0 0,1 0-1,-1 0 1,0 0 0,0 0-1,1 0 1,-1-1 0,0 1 0,0-1-1,0 1 1,0-1 0,-1 1-1,1-1 1,0 1 0,-1-1-1,1 0 1,-1 1 0,1-1-1,-1 0 1,0 1 0,0-1-1,0 0 1,0 0 0,0 1 0,0-3-1,0 2 1,0 0 1,-1 0-1,1 1 0,-1-1 0,1 0 0,-1 0 0,0 1 0,1-1 1,-1 0-1,0 1 0,0-1 0,0 1 0,0-1 0,0 1 0,-1-1 1,1 1-1,0 0 0,-1 0 0,1 0 0,-1 0 0,1 0 1,-1 0-1,1 0 0,-1 0 0,0 0 0,1 1 0,-1-1 0,0 1 1,0-1-1,-2 0 0,-23-11 73,-30-22 346,-2 3-1,0 2 1,-2 2 0,-110-31 0,151 53-90,0 0 0,-1 2 0,1 0 0,0 2 0,-1 0 0,0 1 0,-29 4-1,9 0 317,27-3-399,0 1-1,0 0 0,-20 7 0,29-8-599,1 0-1,0 1 0,-1 0 0,1 0 0,0 0 1,0 0-1,0 1 0,0 0 0,1-1 1,-1 1-1,1 1 0,-4 3 0,6-7 111,1 1 0,-1 0 0,1-1 0,0 1 0,-1 0 1,1 0-1,0 0 0,0-1 0,-1 1 0,1 0 0,0 0 0,0 0 0,0 0 0,0-1 0,0 1 0,0 0 0,0 0 0,0 0 0,0 0 0,0 0 0,1-1 0,-1 1 0,0 0 0,1 0 0,-1 0 0,0-1 0,1 1 0,0 1 0,1 0-832,1 0-1,-1 0 1,1-1 0,-1 1-1,1 0 1,0-1 0,0 1-1,3 0 1,-6-2 879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3:1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2302 70 400,'0'-1'75,"0"0"-1,-1 0 1,1 0-1,-1 0 0,1 1 1,-1-1-1,1 0 1,-1 0-1,0 1 1,0-1-1,1 0 0,-1 1 1,0-1-1,0 1 1,1-1-1,-1 1 1,0-1-1,0 1 1,0 0-1,0-1 0,0 1 1,0 0-1,0 0 1,0 0-1,1 0 1,-1 0-1,0 0 1,0 0-1,0 0 0,-2 0 1,1 0 192,-30-9 1800,31 9-2047,1 0-1,0 0 1,0 0-1,-1 0 1,1 0-1,0 0 1,0 0-1,0 0 1,-1 0 0,1 0-1,0-1 1,0 1-1,0 0 1,-1 0-1,1 0 1,0 0-1,0 0 1,0-1-1,0 1 1,-1 0-1,1 0 1,0 0-1,0-1 1,0 1-1,0 0 1,0 0-1,0 0 1,0-1-1,0 1 1,0 0-1,0 0 1,-1-1 0,1 1-1,0 0 1,1-1-1,-1 1 10,0 0 0,0 0 0,0-1-1,0 1 1,-1 0 0,1 0 0,0-1 0,0 1 0,0 0-1,0 0 1,0-1 0,0 1 0,0 0 0,0 0 0,0 0 0,0-1-1,-1 1 1,1 0 0,0 0 0,0 0 0,0 0 0,0-1-1,-1 1 1,1 0 0,0 0 0,0 0 0,0 0 0,-1 0-1,1 0 1,0-1 0,0 1 0,-1 0 0,1 0 0,0 0-1,0 0 1,0 0 0,-1 0 0,1 0 0,-33-4 1016,-53-1 1,-18-1-629,88 4-357,-190-15 653,42 24-152,20 5-161,-169 22 40,71-16 365,137-13-530,44 5-46,13 0 183,-104 17 455,21 13-387,107-34-444,1 1 0,-38 16 0,6-1-24,-75 17 161,126-38-152,0 0-1,-1 0 0,1 0 0,0 0 0,-1 1 0,1 0 0,0 0 0,0 0 0,1 0 0,-1 1 0,0 0 0,1-1 0,-4 5 0,-4 17 60,-1-15-69,11-9-10,0 1 0,0-1-1,0 1 1,0 0-1,0 0 1,0-1-1,1 1 1,-1 0-1,0 0 1,0 0 0,0 0-1,1 0 1,-1 0-1,1 0 1,-1 0-1,1 0 1,-1 0-1,1 0 1,-1 0-1,1 1 1,0-1 0,0 0-1,-1 0 1,1 0-1,0 0 1,0 3-1,0-3 10,0 1 0,0-1 0,-1 1 0,1 0-1,0-1 1,-1 1 0,0-1 0,1 1 0,-1-1 0,0 1-1,0-1 1,0 0 0,0 1 0,0-1 0,0 0 0,0 0-1,0 0 1,0 1 0,-2 0 0,-8 9 87,9-3-73,0 0 0,0-1 0,1 1 0,0 0 0,1 0 1,0 1-1,0-1 0,2 12 0,-1 6-1,-2-20-44,1-5 27,-1 1-1,1 0 0,0 0 1,0 0-1,-1 0 0,1 0 0,0 0 1,1-1-1,-1 1 0,0 0 1,1 0-1,-1 0 0,1 0 0,-1-1 1,1 1-1,0 0 0,0 0 1,1 2-1,9 1-12,-1 0 0,1-1-1,0 0 1,12 2 0,15 5 123,80 11-23,-25-4-52,1-3-1,139 3 0,184-24 53,-247-6-35,25-2 137,-100 12-110,260-14 97,201-65 267,-400 55-284,-97 17-157,-3 1 25,-1-3 0,58-18-1,-95 22-42,-1-1-1,0 0 0,23-17 0,-34 21 41,-5 3-12,0 0 0,-1 0 1,1 0-1,0 0 0,-1 0 0,1 0 0,-1 0 0,1 0 1,-1 0-1,1 0 0,-1 0 0,0 0 0,1 0 1,-1-1-1,0 1 0,0 0 0,0 0 0,0 0 0,0 0 1,0-1-1,-1 0 0,-6-25 222,4 24-226,1-1-1,-1 1 0,-1-1 1,1 1-1,0 0 0,-1 0 1,1 0-1,-1 1 0,0-1 1,-6-2-1,-87-47 261,-138-53-1,179 87-656,-1 3-1,-68-10 1,-34 12-6244,62 12-1817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0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61 160,'0'-6'1441,"-32"6"640,-1-7-240,1-1-1121,32 2-240,-33 0-80,33-1-240,0-1-160,-33 2-240,33 0-2401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08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711 110 560,'8'1'976,"11"-3"-1161,-15-2 3108,-3-4 3301,-1 7-6205,-1 1 0,1-1 0,-1 0 1,1 0-1,-1 0 0,0 0 0,0 1 0,1-1 0,-1 0 0,0 1 0,0-1 0,0 0 0,0 1 0,1-1 1,-1 1-1,0-1 0,0 1 0,0 0 0,0-1 0,0 1 0,0 0 0,0 0 0,-2 0 0,-3-2 70,-10-10 191,-6-2-80,6 7-126,-16-6 540,-36-11 0,55 21-387,-1 0 1,0 1 0,1 0-1,-1 1 1,0 0-1,-16 2 1,-26 8 490,-67 19 0,20-5-407,95-22-290,1 1-1,-1-1 0,1 1 1,-11 5-1,15-5 0,0 1 1,0-1-1,0 1 1,0-1 0,1 1-1,-1 0 1,1 0-1,0 0 1,-3 4-1,-2 3 15,5-7-16,0-1-1,0 1 1,0 0 0,0 0-1,0 0 1,1 1 0,0-1-1,-1 0 1,1 0 0,0 1-1,1-1 1,-1 1 0,1-1-1,-1 1 1,1 5 0,0-8-12,0 1 1,0 0 0,0 0-1,0 0 1,-1 0-1,1 0 1,0 0 0,-1 0-1,0 0 1,1-1-1,-1 1 1,0 0 0,0 0-1,0-1 1,0 1-1,0-1 1,0 1 0,-1-1-1,1 1 1,-2 0-1,-8 11 7,0 14 79,3-18-26,-7 9 74,15-17-133,-1-1 0,1 1-1,0 0 1,0 0 0,-1-1-1,1 1 1,0 0-1,0 0 1,0-1 0,-1 1-1,1 0 1,0 0-1,0 0 1,0-1 0,0 1-1,1 0 1,-1 0-1,0-1 1,0 1 0,0 0-1,1 0 1,-1-1 0,0 1-1,1 0 1,-1 0-1,1 0 1,8 10 36,-7-10-51,0 1-1,-1 0 1,1 0-1,0 1 1,-1-1-1,0 0 0,1 0 1,-1 1-1,0-1 1,0 1-1,-1-1 1,1 1-1,0-1 1,-1 1-1,0-1 1,1 1-1,-1 0 0,0-1 1,-1 4-1,1-4 19,0 4-3,0 0-1,0-1 1,1 1 0,0 0 0,2 9-1,-2-13-4,0 1 0,0-1-1,1 0 1,-1 0-1,1 1 1,-1-1 0,1 0-1,0 0 1,0 0-1,0-1 1,0 1-1,0 0 1,5 2 0,26 14 283,59 26 1,-87-42-245,0 1 0,0-1-1,0 1 1,-1 1-1,1-1 1,-1 0 0,0 1-1,0 0 1,0 0-1,5 7 1,13 13 421,81 56 531,-80-64-1081,-18-11 102,1-1 0,1 0 0,-1-1 0,0 1 0,1-1 0,0-1 0,9 4 0,-2-4 38,-1 0 1,1-1-1,20 0 0,-10-1-64,0-2 1,1 0-1,-1-1 0,0-1 0,26-8 0,-39 8 22,0 0 0,-1 0-1,0-1 1,0 0-1,0-1 1,-1 0-1,1 0 1,-2-1-1,1 0 1,-1-1-1,0 0 1,0 0 0,-1-1-1,8-12 1,-4 2-27,-1-1 1,-1-1-1,-1 0 0,-1 0 1,8-39-1,-14 55 36,0-1 0,0 0 0,0 1 0,-1-1 0,0 0 0,0 0 0,0 1 0,-1-1 0,0 0-1,0 1 1,0-1 0,-4-9 0,-1 6 5,0-1 0,-1 1 1,0 0-1,0 0 0,-12-9 0,16 14-21,-12-10 86,-1 0 0,0 0 0,-29-17 0,34 24-371,1 1 0,-1 0 0,0 1 0,-1 0 0,1 1 0,-1 0 0,0 1 0,0 0 0,0 1 0,-19-2 0,12 2-1324,-19-8-6838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0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0 105 240,'0'-8'240,"0"-5"0,0-1-80,0-1-80,33 3-80,-33-9-240,32 0-240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10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1138 63 720,'-1'-2'117,"1"1"0,-1 0 0,0 0 0,0-1 0,0 1 0,0 0 0,0 0 0,0 0 0,-1 0 0,1 0 0,0 0 0,0 1 0,-1-1 0,1 0 0,0 1-1,-1-1 1,1 1 0,-1-1 0,1 1 0,-2-1 0,-3-1 295,-9-4 170,-1 1-1,1 1 0,-1 0 1,1 1-1,-22-1 0,14 2-227,-66-7 856,-1 5-1,-1 4 0,1 4 1,1 3-1,-135 30 1,183-28-866,1 3 0,1 1 0,0 2 0,-63 34 1,99-48-300,1 0 1,0 0 0,0 0 0,0 1-1,0-1 1,0 1 0,0-1 0,0 1 0,1 0-1,-1 0 1,1 0 0,-1 0 0,1 0 0,0 0-1,-1 0 1,1 0 0,0 0 0,1 1-1,-1-1 1,0 0 0,0 1 0,1-1 0,0 0-1,-1 1 1,1-1 0,0 1 0,0-1 0,0 1-1,1-1 1,-1 0 0,1 1 0,-1-1 0,1 1-1,0-1 1,0 0 0,1 4 0,2-2-7,0 0 0,1-1 0,-1 1 0,0-1 0,1 0 0,0 0 0,0 0 0,0-1 0,0 0 0,0 0 0,1 0 0,8 1 0,119 39 67,250 43 1,216-50 66,-323-43 152,-227 5-276,-47 3-40,0 0 1,1 0-1,-1 0 0,0 0 1,0 0-1,0 0 0,1-1 1,-1 0-1,0 1 1,0-1-1,0 0 0,0 0 1,0 0-1,0 0 0,0 0 1,3-3-1,-5 3-2,1 0 0,-1-1-1,0 1 1,1 0 0,-1-1-1,0 1 1,0 0 0,0-1-1,0 1 1,0 0 0,0-1 0,0 1-1,-1 0 1,1 0 0,0-1-1,-1 1 1,1 0 0,-1-1-1,1 1 1,-1 0 0,0 0 0,1 0-1,-2-2 1,-3-2-9,0-1 1,0 1-1,0 0 0,0 0 1,-1 1-1,0-1 1,0 1-1,0 1 0,-1-1 1,1 1-1,-1 0 0,-9-3 1,3 0-31,-46-17-475,-1 2 0,0 3 0,-1 3 0,-80-10 0,-125-4-3761,-17 20-3123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1316 8 1040,'-5'0'2428,"-22"0"1561,27 0-3928,0 0 0,-1 0 1,1-1-1,0 1 1,0 0-1,0 0 0,0 0 1,0 0-1,0-1 0,0 1 1,0 0-1,0 0 0,0 0 1,0 0-1,0-1 1,-1 1-1,1 0 0,0 0 1,0 0-1,0 0 0,1-1 1,-1 1-1,0 0 0,0 0 1,0 0-1,0-1 1,0 1-1,0 0 0,0 0 1,0 0-1,0 0 0,0 0 1,0-1-1,0 1 0,1 0 1,-1 0-1,0 0 0,0 0 1,0 0-1,0-1 1,0 1-1,1 0 0,-1 0 1,0 0-1,0 0 0,0 0 1,0 0-1,1 0 0,-1 0 1,0 0-1,0 0 1,0 0-1,0 0 0,1 0 1,-1 0-1,0 0 0,0 0 1,0 0-1,0 0 0,1 0 1,-1 0-1,0 0 1,0 0-1,0 0 0,1 0 1,-1 0-1,0 0 0,0 0 1,0 1-1,27-1 2514,-25 1-1427,-9 5-816,-84 53 2372,2 4-1,-116 106 1,85-62-743,-147 101-1,67-72-463,-18 13-606,190-127-1084,-32 32-1,56-50-24,0 0 0,0 1 0,0 0 0,1-1 0,-1 1 0,1 1 0,-2 5 0,4-11 117,1 1 0,0-1 0,0 1 0,0 0 0,0-1 0,0 1 1,-1 0-1,1-1 0,0 1 0,0-1 0,1 1 0,-1 0 0,0-1 0,0 1 1,0-1-1,0 1 0,0 0 0,1-1 0,-1 1 0,0-1 0,1 1 1,-1-1-1,0 1 0,1-1 0,-1 1 0,0-1 0,1 1 0,0 0 1,1 0-382,0 0 1,0-1 0,1 1 0,-1 0 0,0-1 0,0 1-1,1-1 1,-1 0 0,0 0 0,1 1 0,-1-2 0,4 1-1,103-15-11390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1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2 299 240,'-1'-2'3435,"8"-3"-2735,0 4-113,-7 1-487,1 0 0,0 0 0,0 0 0,0 0 0,-1-1 0,1 1 0,0 0 1,0 0-1,0 0 0,-1-1 0,1 1 0,0 0 0,0-1 0,-1 1 0,1-1 0,0 1 0,-1-1 0,1 1 0,0-1 0,-1 0 0,1 1 0,-1-1 0,1 0 0,-1 1 0,1-1 0,-1 0 0,0 0 1,1 1-1,-1-1 0,0 0 0,0 0 0,1 1 0,-1-1 0,0 0 0,0-1 0,1 0 14,-1 1-1,1 0 1,0-1 0,0 1 0,0 0-1,0 0 1,0 0 0,0 0 0,0 0-1,1 0 1,-1 0 0,0 0 0,0 0-1,1 1 1,-1-1 0,1 1 0,-1-1-1,2 0 1,1-1 299,3-4 370,-1 0 0,0 0-1,9-13 1,-11 13-378,1 0 1,0 0-1,0 1 0,0 0 1,8-6-1,12-9 547,-18 13-690,1 1 1,0-1-1,0 2 0,1-1 0,0 1 1,14-6-1,-11 7-190,59-19 448,-64 22-602,1-1 0,-1 1 0,1 0 0,0 1-1,-1 0 1,1 0 0,0 1 0,11 2 0,-18-3 42,1 0 0,-1 0-1,0 1 1,1-1 0,-1 0-1,0 1 1,1-1 0,-1 1 0,0 0-1,0-1 1,0 1 0,1 0-1,-1 0 1,0 0 0,0 0 0,0-1-1,0 2 1,0-1 0,-1 0-1,1 0 1,0 0 0,0 0 0,-1 0-1,1 1 1,-1-1 0,1 0-1,-1 1 1,0-1 0,1 0-1,-1 1 1,0-1 0,0 0 0,0 1-1,0-1 1,0 0 0,0 1-1,0-1 1,0 1 0,-1-1 0,1 0-1,0 1 1,-1-1 0,1 0-1,-1 0 1,0 1 0,1-1 0,-1 0-1,-1 2 1,-20 34-640,14-13 371,7-20 290,0-1 0,0 1 0,-1-1 0,1 0 0,-1 0 0,1 1 0,-1-1 0,0 0 1,0 0-1,0 0 0,-1-1 0,1 1 0,-6 4 0,3-3 28,3-3 1,1 1 1,-1-1-1,0 1 0,0-1 1,0 0-1,0 0 1,0 0-1,-1 0 0,1 0 1,0 0-1,-4 0 0,6-31 417,0 26-380,0 0 0,0 0-1,0 0 1,1-1 0,-1 1-1,1 0 1,0 0 0,0 0-1,0 0 1,1 1 0,0-1 0,-1 0-1,1 1 1,0-1 0,1 1-1,-1-1 1,1 1 0,-1 0-1,7-5 1,8-11 123,-10 10-81,0 1-1,1 1 1,0-1 0,16-10 0,10-2 71,57-22 0,-80 38-183,0 0 1,0 2-1,0-1 1,1 1-1,-1 1 0,1 0 1,0 1-1,-1 0 1,1 0-1,-1 2 1,1-1-1,14 5 0,-19-5 13,0 0-1,-1 1 1,1 0-1,-1 0 1,1 1-1,-1 0 1,0 0 0,0 0-1,0 1 1,-1 0-1,1 0 1,-1 0-1,8 8 1,19 28 236,-31-40-219,-1 1-1,0-1 0,1 1 1,-1-1-1,0 1 0,0-1 1,1 1-1,-1-1 0,0 1 1,0-1-1,0 1 0,0-1 1,0 1-1,1 0 0,-1-1 1,0 1-1,0-1 0,0 1 1,-1-1-1,1 1 0,0 0 1,0-1-1,0 1 0,0-1 1,0 1-1,-1-1 0,1 1 1,0-1-1,0 1 0,-1-1 1,1 1-1,-1 0 0,-15 14 103,10-11-40,6-2-56,-1 0 0,0-1 0,0 1 0,1 0 0,-1 0 0,1 0 0,-1-1 0,1 1 0,0 0-1,0 0 1,0 0 0,0 2 0,0-1-21,0-1 0,0 0 0,0 0 0,0 1 0,-1-1 0,1 0 0,-1 0 0,1 0 0,-1 0 0,-1 4 0,-8 8-333,8-12-103,0 1 0,0-1 0,1 1 0,-1 0 0,1 0-1,-1-1 1,1 1 0,0 0 0,0 0 0,0 1 0,1-1 0,-1 0-1,1 0 1,-1 6 0,1 31-9507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97 330 1441,'27'4'910,"0"-2"1,0 0 0,1-2 0,32-4 0,109-20 136,-155 22-912,-8 1-111,193-39 520,-169 33-548,-1-2 0,0-1-1,0-1 1,36-20 0,-57 26-34,0 1 0,0-1 0,0-1 0,0 1 0,-1-1 0,0-1 0,0 0 0,-1 0 0,1 0 0,-2 0 0,1-1 0,7-13 0,-13 19 35,1 1 0,-1-1-1,1 0 1,-1 1 0,1-1 0,-1 0 0,0 0 0,0 1-1,0-1 1,0 0 0,0 1 0,0-1 0,-1 0-1,1 0 1,0 1 0,-1-1 0,1 0 0,-1 1 0,0-1-1,0 1 1,-1-3 0,0 1 11,-1 0-1,0 0 1,0 0 0,1 1-1,-1 0 1,-1-1 0,1 1-1,0 0 1,-6-2 0,-6-2 120,0 1 1,0 0-1,-32-5 0,-4 4 401,-1 2 0,1 3 1,-1 2-1,1 2 0,-73 13 0,87-9 55,1 1 0,0 1 0,1 2 0,0 2 0,1 1 0,0 2 0,1 1 0,-45 32 0,72-45-441,-1 0 22,0 1-1,1 0 0,0 0 1,0 0-1,-6 8 1,10-11-124,1 0 0,-1 0 1,1 0-1,0 0 1,0 1-1,0-1 1,0 0-1,0 1 0,0-1 1,1 1-1,-1-1 1,1 1-1,0-1 0,0 1 1,0-1-1,0 1 1,0-1-1,0 1 0,1-1 1,-1 1-1,2 3 1,0-1-5,0 0 1,1 0-1,-1 0 0,1 0 1,0 0-1,1 0 1,-1-1-1,1 0 0,0 0 1,0 0-1,0 0 1,6 4-1,6 3 31,0-1 1,21 9-1,-30-15-66,17 7-434,1 0-1,0-1 1,0-2-1,0 0 0,1-2 1,53 6-1,73-7-5910,-146-5 6083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9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423 119 880,'0'0'109,"0"0"-1,0 0 0,-1 0 0,1 1 0,0-1 1,0 0-1,0 0 0,0 0 0,0 0 1,0 0-1,0 0 0,0 1 0,0-1 0,0 0 1,0 0-1,0 0 0,0 0 0,0 0 1,0 1-1,0-1 0,0 0 0,0 0 0,0 0 1,0 0-1,0 0 0,0 1 0,0-1 0,0 0 1,0 0-1,0 0 0,0 0 0,0 0 1,0 0-1,0 1 0,0-1 0,0 0 0,1 0 1,-1 0-1,0 0 0,0 0 0,0 0 0,0 0 1,0 0-1,1 1 0,3-1 3520,82 5 2108,-26 4-3947,82 24 1,-55-12-1047,-32-9-196,26 4-201,-56-13-279,108 8 106,-105-10-160,-15 0-13,-1-1 0,0 0 0,0-1 0,1 0 0,-1-1 1,16-4-1,-27 5 15,0 0 1,-1 0-1,1 0 1,0 0 0,-1 0-1,1 0 1,-1 0-1,0 0 1,1 0-1,-1 0 1,0 0-1,1 0 1,-1 0-1,0 0 1,0 0 0,0 0-1,0 0 1,0-2-1,-1-27 454,1 22-286,-1 6-162,1 0 1,-1 0-1,1 0 1,-1 0-1,0 1 1,1-1-1,-1 0 1,0 0-1,0 1 0,0-1 1,-1 0-1,1 1 1,0-1-1,0 1 1,-1 0-1,1-1 1,-1 1-1,0 0 1,1 0-1,-3-1 1,-42-21 7,-106-38-29,127 52-6,8 3-14,0 1 0,0 0 0,-1 2 0,-30-4-1,-18-1-171,-88 2 1,121 7 308,0 1 0,1 2 1,-1 1-1,1 1 0,-37 13 1,31-6-36,10-5 64,1 1 1,0 2-1,0 0 0,1 2 1,1 1-1,-31 23 1,30-18-28,0 2 85,-28 26 1,48-41-141,0 0 1,1 1-1,0 0 1,-1 0 0,2 0-1,-1 0 1,1 1-1,1 0 1,-5 11 0,7-16-37,0 0 1,1 1 0,-1-1-1,1 0 1,0 0 0,-1 0-1,2 0 1,-1 0 0,0 0 0,1 0-1,-1 0 1,1 0 0,0 0-1,0 0 1,0 0 0,0 0-1,0 0 1,3 4 0,2 0 20,-1-1 0,1 1 0,1-1 0,12 11 0,-10-10-26,5 4-23,2 0 0,-1-1 0,1-1 0,1 0 0,0-1 0,0-1 0,0-1 0,1 0 0,31 5 0,8 2-465,0-3 0,98 5 0,-94-14-1772,65-8 0,64-17-6567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3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7 80,'0'-7'10489,"0"20"-6799,0 29-1968,-1-29-1483,0 1 0,-1-1 0,-1 0 0,0 1 0,-1-2 0,0 1 1,-10 19-1,-57 96 876,46-92-601,-49 53 0,20-26-102,-22 38 122,13-35 193,-92 75 0,117-113-948,19-15-586,21-10 94,10-5-254,-12 2 793,1 0-1,-1 0 0,0 0 1,1-1-1,-1 1 1,1 0-1,-1 0 1,0-1-1,1 1 1,-1 0-1,0-1 1,0 1-1,1 0 1,-1-1-1,0 1 1,0 0-1,1-1 1,-1 1-1,0-1 1,0 1-1,0 0 0,0-1 1,1 1-1,-1-1 1,0 1-1,0-1 1,0 1-1,0-1 1,4-9-3276,23-10-3206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3362,'-43'19'2677,"-2"0"413,-57 34 0,99-51-3032,0 0 1,1 0 0,-1-1-1,1 2 1,-1-1-1,1 0 1,0 0-1,0 1 1,0 0-1,0-1 1,0 1-1,1 0 1,-1 0 0,1 0-1,0 0 1,0 0-1,0 0 1,0 0-1,0 0 1,1 0-1,-1 0 1,1 1 0,0 3-1,1-2 36,-1 0 0,1 0 0,0 0 0,1-1 0,-1 1 0,1 0 0,0-1 0,0 1 0,1-1 0,-1 0 0,1 0 0,0 0 0,6 7 0,-3-5 0,5 6 60,1 0 0,21 16 0,-27-24-160,1 0 1,0 0-1,-1-1 1,1 0 0,0 0-1,0-1 1,1 0-1,11 2 1,-4-1 125,0-1 0,0 0 0,-1-2 0,1 1 0,0-2 0,0 0 0,0-1 1,-1 0-1,1-1 0,-1-1 0,1 0 0,-1-1 0,0-1 0,-1 0 0,25-15 0,-37 20-91,33-27 711,-32 26-693,0 1 1,0-1 0,-1 0 0,1 0 0,-1 0 0,1 0-1,-1 0 1,0 0 0,0-1 0,0 1 0,0 0 0,0 0-1,-1-1 1,1 1 0,0-3 0,-10-29 454,1 9-244,5 8-138,2 13-116,1-1 0,-1 1 0,-1 0 0,1-1 0,0 1 0,-1 0 0,0 0 0,0 0 0,-4-7 0,-1 5-154,0-1 0,-1 1 0,1-1-1,-1 2 1,0-1 0,-1 2-1,1-1 1,-1 1 0,0 0 0,0 0-1,0 1 1,-1 1 0,1 0-1,-1 0 1,-18-1 0,8 1-855,1 2 0,-1 0 0,0 1 0,1 1 0,0 0 0,-1 2 0,-26 8 0,8 2-3411,5 1 254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4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967 56 800,'0'-2'272,"-1"0"-1,1 1 1,-1-1-1,0 0 1,1 0-1,-1 1 1,0-1-1,0 0 1,0 1-1,-1-1 1,1 1-1,0-1 1,0 1-1,-1 0 1,1 0-1,-1-1 1,1 1-1,-1 0 1,0 0-1,1 1 1,-1-1-1,0 0 1,1 0-1,-1 1 1,0-1 0,0 1-1,-2-1 1,-12-5 1583,10 3-1428,-1 1 1,1-1-1,-1 2 1,1-1-1,-1 1 1,0 0-1,1 0 0,-1 0 1,0 1-1,0 0 1,-10 2-1,-1-1 247,-161 17 3426,154-15-3770,1 3 0,0 0-1,0 1 1,-37 16 0,56-21-313,1 1 1,0-1-1,-1 0 0,1 1 1,0 0-1,0 0 0,1 0 1,-1 1-1,1-1 1,0 1-1,0 0 0,0-1 1,0 2-1,0-1 0,1 0 1,0 0-1,0 1 0,-2 6 1,3-7-17,1 1 0,-1-1 0,1 1 0,0-1 0,0 0 0,1 1 0,-1-1 0,1 1 0,0-1 0,0 0 0,0 0 0,1 1 0,0-1 0,0 0 0,0 0 0,3 4 0,4 7-16,-5-7 5,0-1-1,1 0 1,0 0-1,0 0 1,1-1-1,-1 0 0,2 0 1,-1 0-1,14 9 1,2-4-41,0-1 1,0-1 0,1 0-1,1-2 1,-1-1-1,1-1 1,0-1 0,37 1-1,-34-5-132,1-2-1,-1-1 1,47-11 0,-67 12 188,-1 0 0,-1 0 1,1 0-1,0-1 1,0 0-1,-1 0 1,0-1-1,0 1 0,0-1 1,0 0-1,0 0 1,-1-1-1,0 0 1,0 1-1,0-1 0,0-1 1,2-5-1,0 2 58,-4 6 15,-1 0 0,0-1 0,1 1 1,-2 0-1,1-1 0,0 1 1,-1-1-1,1 1 0,-1-1 1,0 1-1,0-1 0,-1 0 0,0-4 1,0-8 652,2 7-254,-1 7-329,0 0 1,1 0-1,-1-1 1,0 1-1,0 0 1,0 0-1,0 0 1,0-1-1,-1 1 1,1 0-1,-1 0 1,1 0-1,-1 0 1,0 0-1,0 0 1,-2-4 0,-18-5 704,81 38 81,-36-12-1003,38 15 0,-43-22 59,-1 2 0,0-1 1,0 2-1,18 15 0,-26-18 5,0-2-26,-1 1 1,0 1-1,0 0 1,-1 0-1,0 1 1,0 0-1,-1 0 1,8 14-1,-14-21 31,-1 1-1,1-1 1,-1 1 0,1-1-1,-1 1 1,0-1 0,0 1-1,0-1 1,0 1-1,0-1 1,-1 1 0,1-1-1,-1 1 1,0-1 0,1 1-1,-1-1 1,0 0 0,-1 0-1,1 1 1,0-1-1,-1 0 1,-1 3 0,-8 14 115,7-3 16,-8 17 165,3-20-178,-1 0 0,0-1 0,0 0 1,-1-1-1,-13 11 0,-75 55 636,54-43-457,-4 1 41,-2-1 0,-1-3 0,-2-2-1,-93 36 1,67-37-327,-2-3-1,-142 25 1,182-44-1396,-74 2-1,97-8-523,-1-1 1,-33-7-1,42 5-705,-1 0-1,1-1 0,1-1 1,-21-10-1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133 249 480,'0'-2'153,"0"0"-1,0 0 0,0 0 1,1 0-1,-1 0 0,0 1 1,1-1-1,0 0 1,-1 0-1,1 0 0,0 0 1,0 1-1,0-1 0,0 0 1,0 1-1,1-1 1,-1 1-1,3-3 0,7-9 755,4-13 845,8-9-383,-6 17-813,0 2-1,1-1 0,1 2 0,1 0 1,0 2-1,0 0 0,40-17 0,-58 29-474,2 0 391,-8 12 5,2-7-399,-36 66 1941,-91 127 0,40-68-922,36-57-729,36-51-344,1 2 0,-18 32 0,32-49-236,-1 0-1,2 0 0,-1 1 0,1-1 0,-1 0 0,2 1 1,-1-1-1,1 1 0,1 11 0,-1-3-1754,0-14 1821,0-1 0,0 0 0,0 1 0,-1-1 0,1 1 0,0-1 0,0 0 0,0 1 0,0-1 0,0 1 0,0-1 0,0 0 0,0 1 0,0-1 0,0 1-1,0-1 1,1 0 0,-1 1 0,0-1 0,0 0 0,0 1 0,0-1 0,1 0 0,-1 1 0,0-1 0,0 0 0,1 1 0,-1-1 0,0 0 0,0 0 0,1 1 0,-1-1 0,0 0 0,1 0 0,-1 1 0,0-1-1,1 0 1,0 0 0,26-10-7230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56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384 121 960,'5'0'867,"13"0"16,-18 0-772,1 0 1,-1 0-1,0 0 0,1 0 0,-1 0 0,1 0 0,-1 0 0,0 0 0,1 1 0,-1-1 0,1 0 0,-1 0 0,0 0 1,1 1-1,-1-1 0,0 0 0,1 0 0,-1 1 0,0-1 0,0 0 0,1 0 0,-1 1 0,0-1 0,0 0 1,1 1-1,-1-1 0,0 0 0,0 1 0,0-1 0,0 1 0,0-1 0,1 1 0,-2 0 97,0 0-1,0 0 1,1 1 0,-1-1-1,0 0 1,0 0-1,0 0 1,0 0-1,0 0 1,0-1 0,0 1-1,-1 0 1,1 0-1,0-1 1,0 1 0,-1-1-1,1 1 1,0-1-1,-1 1 1,-1-1-1,-5 3 663,-192 112 7467,128-80-6869,55-16-959,8-6-204,-35 24 655,43-35-872,-1 0 0,1 0 0,-1 0 0,1 0 0,0 1 0,0-1 0,0 1 1,-1 3-1,-2 7 279,-5 2 34,-6 16 225,14-29-598,1-1 0,0 1 0,-1-1 0,1 0 0,0 1-1,0-1 1,0 1 0,0-1 0,0 1 0,1-1 0,-1 0 0,0 1-1,1-1 1,-1 0 0,1 1 0,-1-1 0,1 0 0,-1 1 0,1-1-1,0 0 1,0 0 0,1 2 0,8 4 89,0 0 0,0-1-1,0-1 1,1 0 0,0 0 0,12 3-1,11 6-13,-8-3-176,1-2 0,0 0-1,1-2 1,0-1-1,0-1 1,0-2 0,0-1-1,1 0 1,-1-3 0,0 0-1,48-9 1,-59 6 42,0-1-1,0-1 1,-1-1 0,0 0 0,0-1-1,-1-1 1,0 0 0,26-23-1,-16 10-27,-1-1-1,-1-1 0,29-41 1,-38 47 154,-1-1 0,-1-1 0,0 0 0,-2 0 0,0-1 0,-1-1 0,9-34 0,-17 52-6,-1 0 1,1 0-1,-1 0 0,1 0 0,-1 0 1,-1-1-1,1 1 0,-1 0 1,1 0-1,-1 0 0,0 0 0,0 0 1,-1 0-1,1 1 0,-1-1 0,-3-6 1,1 5 108,0 1 0,0-1 0,-1 0 0,1 1 1,-1 0-1,0 0 0,0 0 0,-1 1 0,-10-6 1,-3 1 140,0 1 0,-1 1 1,0 0-1,0 2 1,-35-4-1,-6 4-1500,0 2 1,-73 8-1,-2 8-5495,5 4-4549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0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1040,'-4'3'507,"0"-1"0,0 0 0,0 0 0,0 0 0,0-1 0,0 1 0,0-1 0,-1 0 0,1 0-1,0-1 1,-1 1 0,-5-1 0,64-11 4029,-54 11-4486,1 0 1,-1 0 0,0 0 0,0 0 0,0 0 0,1 0 0,-1 0-1,0 0 1,0 0 0,0 0 0,1 0 0,-1 0 0,0 0 0,0 0-1,0 0 1,0 0 0,1 0 0,-1 0 0,0 0 0,0 0 0,0 0-1,0 1 1,1-1 0,-1 0 0,0 0 0,0 0 0,0 0 0,0 0-1,0 1 1,1-1 0,-1 0 0,0 0 0,0 0 0,0 0 0,0 1-1,0-1 1,0 0 0,0 0 0,0 0 0,0 1 0,0-1 0,0 0-1,0 0 1,0 0 0,0 1 0,0-1-27,0 0 1,0 1-1,0-1 1,0 0-1,0 0 1,0 1-1,0-1 1,0 0-1,0 0 0,0 0 1,0 1-1,0-1 1,0 0-1,1 0 1,-1 1-1,0-1 0,0 0 1,0 0-1,0 0 1,0 0-1,1 1 1,-1-1-1,0 0 1,0 0-1,0 0 0,0 0 1,1 0-1,-1 1 1,0-1-1,0 0 1,0 0-1,1 0 1,-1 0-1,0 0 0,0 0 1,1 0-1,-1 0 1,22 1 455,-22-1-469,0 0-1,0 0 1,0 0-1,0 0 1,1 0-1,-1 0 1,0 0 0,0-1-1,0 1 1,0 0-1,0 0 1,0 0-1,1 0 1,-1 0 0,0 0-1,0 0 1,0 0-1,0 0 1,1 0 0,-1 0-1,0 0 1,0 0-1,0 0 1,0 0-1,0 0 1,0 1 0,1-1-1,-1 0 1,0 0-1,0 0 1,0 0-1,0 0 1,0 0 0,0 0-1,1 0 1,-1 0-1,0 0 1,0 1 0,0-1-1,0 0 1,0 0-1,0 0 1,0 0-1,0 0 1,0 0 0,0 1-1,0-1 1,0 0-1,0 0 1,1 0-1,-1 0 1,0 0 0,0 1-1,0-1 1,0 0-1,0 0 1,-1 0 0,1 0-1,0 0 1,0 1-1,0-1 6,0 0-1,0 0 1,0 1-1,0-1 1,0 0 0,0 0-1,0 0 1,0 0-1,0 1 1,0-1-1,0 0 1,0 0-1,0 0 1,0 1 0,0-1-1,0 0 1,0 0-1,0 0 1,0 0-1,1 1 1,-1-1-1,0 0 1,0 0-1,0 0 1,0 0 0,0 1-1,0-1 1,0 0-1,1 0 1,-1 0-1,0 0 1,0 0-1,0 0 1,0 0 0,1 0-1,-1 1 1,0-1-1,0 0 1,0 0-1,0 0 1,1 0-1,-1 0 1,0 0 0,0 0-1,0 0 1,1 0-1,-1 0 1,0 0-1,0 0 1,0 0-1,1 0 1,146 40 1891,-43-11-1268,63 20 1,-141-39-450,0 1 0,0 2 0,-1 0-1,24 18 1,-37-22-18,0 0 0,15 18 0,-18-19-118,0 1 0,0-1 1,0 0-1,13 7 0,84 55 542,-51-31-320,100 51-1,2-11 77,142 60 684,-275-131-1726,1-1 1,51 6 0,-49-9-4553,-49-14-4189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0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1 960,'0'0'2095,"-5"0"-1522,-11 0-129,5 0 2100,11 0-2455,0 1-1,0 0 1,0 0-1,0-1 1,0 1 0,0 0-1,0 0 1,-1-1-1,1 1 1,0 0-1,0-1 1,0 1-1,-1 0 1,1-1-1,0 1 1,-1-1-1,1 1 1,-1 0-1,1-1 1,0 1-1,-2 0 1,-4 3 78,0-1 1,1 1-1,-1 1 0,1-1 1,0 1-1,0 0 0,0 0 1,1 0-1,-1 1 0,-3 6 1,-48 67 1709,39-57-1156,0 1 1,-23 43 0,13-7 433,14-29-252,-18 31 0,-2-13 719,-2-2 0,-2-1-1,-77 71 1,-41 51 1202,116-120-2904,28-37-194,2 0-1209,29-12-1616,24-14-2677,43-14-2547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1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64 1681,'-27'0'2134,"16"5"1721,-40 2-679,35-6-2587,0 1 1,0 1-1,0 0 1,-27 11-1,39-13-362,0 1 1,0 1-1,0-1 1,1 0-1,-1 1 1,-4 4-1,5-4-2,0-1 0,0 0 0,0 1-1,0-1 1,0 0 0,0-1-1,-1 1 1,-5 2 0,6-3-115,1 0-1,-1 0 1,1 0-1,0 0 1,0 0 0,-1 1-1,1-1 1,0 1 0,0-1-1,1 1 1,-1 0 0,-3 4-1,4-5-61,1 0-1,-1 0 1,0 1-1,1-1 0,-1 0 1,1 0-1,0 1 1,-1-1-1,1 0 1,0 1-1,0-1 1,0 0-1,0 1 0,0-1 1,0 1-1,0-1 1,0 0-1,1 1 1,-1-1-1,0 0 1,1 0-1,-1 1 1,1-1-1,0 0 0,-1 0 1,1 1-1,0-1 1,1 2-1,2 0-19,-1 0 0,1 1 0,0-2 0,0 1 0,0 0 0,0-1 0,0 0 0,1 1 0,-1-2 0,8 3 0,47 11 151,-50-13-172,13 2-75,-1-2 1,1 0-1,-1-1 0,1-1 1,0-1-1,26-5 1,-26 4-7,29-6-26,-2-1 0,1-3 0,-2-2 0,0-2 0,60-29 0,-83 35 86,-1-1 1,36-23 0,-58 32 35,0 1 1,0 0-1,-1-1 1,1 0 0,0 1-1,-1-1 1,1 0 0,-1 0-1,0 0 1,1 0 0,-1 0-1,0 0 1,0 0-1,-1-1 1,1 1 0,0 0-1,-1 0 1,1-1 0,-1 1-1,0 0 1,0-1-1,0 1 1,0 0 0,0-1-1,0 1 1,-1-4 0,0-7 286,0 12-329,0 0 1,0 0-1,1 1 1,-1-1-1,0 0 1,0 1-1,0-1 1,0 0-1,0 1 1,0-1-1,0 1 0,0 0 1,-1-1-1,1 1 1,0 0-1,0 0 1,0 0-1,0 0 1,0-1-1,0 2 1,-1-1-1,-1 0 0,2 0-117,-13-3-1869,-1 1-1,1 1 1,0 0-1,-16 1 0,13 0 528,-48 0-4057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2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1555 21 80,'-1'1'78,"0"1"-1,0-1 1,0 0 0,0-1-1,0 1 1,0 0-1,0 0 1,0 0 0,0-1-1,-1 1 1,1 0-1,0-1 1,0 1 0,-1-1-1,1 0 1,0 1 0,-1-1-1,1 0 1,0 0-1,-3 0 1,3 1 66,-26 4 3316,-53 6 0,50-9-2765,-38 9 1,-79 22 824,140-32-1407,0 0 0,0 1 0,0 0 0,1 1 0,-12 4 0,16-6-90,1 1 1,0-1-1,-1 0 0,1 0 1,0 1-1,-1-1 0,1 1 1,0-1-1,0 1 0,0-1 0,0 1 1,1 0-1,-1 0 0,0-1 1,1 1-1,-1 0 0,1 0 1,-1 0-1,1-1 0,0 1 1,0 0-1,0 4 0,0-3 13,0 0-1,1 0 0,-1 0 1,1 0-1,-1 0 0,1-1 1,0 1-1,0 0 1,1 0-1,-1 0 0,0-1 1,1 1-1,0-1 0,-1 1 1,5 3-1,2 1 196,-1 0 0,1-1 0,1 0 0,15 9 0,0-3-133,0-2 1,1 0-1,0-2 1,0-1-1,1-1 1,0-1-1,0-1 0,0-1 1,39-1-1,-22-3-197,0-2-1,-1-1 1,1-2-1,-1-2 0,51-17 1,-82 21-32,1 1 0,-1-1 0,1-1 0,-2 0 0,1-1 0,0 0 0,-1 0 0,0-1 0,-1-1 0,14-13 0,21-46-1109,5 8 613,-48 58 624,-1 0 1,1 1-1,0-1 1,0 0-1,-1 0 1,1 0-1,-1-1 1,1 1-1,-1 0 1,0 0-1,1 0 1,-1 0-1,0 0 1,0 0-1,0-1 1,0 1-1,0 0 1,0 0-1,0 0 1,0-1-1,0 1 1,0 0-1,-1 0 1,0-2-1,0 2 17,0-1 0,0 1 0,0-1 0,-1 1 0,1 0 0,0 0 1,-1-1-1,1 1 0,-1 0 0,1 0 0,-1 0 0,0 1 0,-3-2 0,-5-2 89,-1 1-1,0 1 1,-21-2 0,27 3-115,-9 0 39,-1 0 0,1 1 1,-1 1-1,-14 2 0,25-3-12,-1 1 1,1-1-1,0 1 1,-1 0 0,1 0-1,0 1 1,0 0-1,0-1 1,0 1-1,0 0 1,0 1 0,1-1-1,-1 1 1,1 0-1,-1 0 1,-3 4-1,6-5-9,1-1 0,-1 1 0,0 0 0,1 0 0,-1-1 0,1 1-1,0 0 1,0 0 0,0 0 0,0 0 0,0 0 0,0-1 0,0 1 0,0 0-1,1 0 1,-1 0 0,1-1 0,-1 1 0,1 0 0,0 0 0,0-1-1,1 3 1,2 2 15,0 0 0,0 0 0,1 0 1,8 8-1,59 52 103,30 31 1195,-88-82-1131,0 1 1,-1 1 0,-1 0 0,16 31 0,-24-43-175,-1 2-1,-1-1 1,1 0-1,-1 0 0,0 1 1,-1-1-1,1 1 1,0 10-1,-3-12 1,1 0 1,-1 0-1,0 0 0,0 0 1,0 0-1,-1 0 0,0-1 1,0 1-1,0-1 0,0 1 0,-1-1 1,-5 8-1,-4 3 112,-2 0-1,1-1 0,-2-1 1,0 0-1,0-1 0,-1 0 1,0-1-1,-1-1 1,-19 8-1,-44 20 795,-2-2-1,-1-5 1,-106 26-1,-268 33 1286,-22-43-2645,411-46-1027,-92-10 0,136 7 335,0-2 0,0-1 0,0-1 1,0-1-1,-35-15 0,50 17 187,1 0 0,0 0 0,0-1 1,0 0-1,1-1 0,0 1 0,0-1 0,0-1 0,1 1 0,0-1 0,-6-11 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805 220 1521,'-68'5'3370,"53"-3"-2211,0-1-1,-1 0 1,1-1 0,-20-2 0,8-4-172,27 6-925,-1 0-1,1-1 1,-1 1-1,1 0 1,0-1 0,-1 1-1,1-1 1,-1 1-1,1 0 1,0-1-1,0 1 1,-1-1 0,1 1-1,0-1 1,0 1-1,-1-1 1,1 1 0,0-1-1,0 1 1,0-1-1,0 1 1,0-1 0,0 0-1,0 1 1,0-1-1,0 1 1,0-1-1,0 1 1,0-1 0,0 1-1,0-1 1,1 1-1,-1-1 1,0 1 0,0-1-1,1 1 1,-1-1-1,0 1 1,1-1 0,-1 1-1,0 0 1,1-1-1,-1 1 1,1-1 0,-1 1-1,1-1 1,59-19 911,299-129 1068,-341 142-2021,-1 2-1,1 0 0,0 1 0,0 0 1,1 2-1,-1 0 0,1 1 1,27 3-1,-43-2-22,0 1 1,0-1-1,0 1 1,0 0-1,0 0 1,0 0-1,0 1 1,0-1-1,0 0 1,0 1-1,-1 0 1,1 0-1,0 0 1,-1 0 0,0 0-1,1 1 1,-1-1-1,0 0 1,0 1-1,-1 0 1,1-1-1,0 1 1,-1 0-1,0 0 1,0 0-1,0 0 1,1 4-1,0 2 2,-1 0 0,0 1-1,-1-1 1,0 0 0,0 0-1,-1 0 1,-2 12 0,1-11-1,-1-1 1,0 0-1,0 1 1,-1-1-1,0 0 1,0-1-1,-1 1 1,0-1-1,-1 0 1,0 0-1,0 0 1,-1-1-1,-8 8 1,-12 7 49,-1-1 0,-42 25 1,45-30-13,-28 17 27,-2-3 0,-1-2-1,-1-2 1,-1-3 0,-1-2 0,-65 13 0,29-13 702,-2-4 0,-113 5-1,180-21-825,-53-6-1,74 4 49,-1-1 0,0 0 0,1 0 0,0-1 0,0 0 0,-1-1 1,-13-7-1,23 11 12,1-1 0,-1 1 0,0 0 0,0 0 0,0 0 0,0 0 0,1 0 0,-1 0 0,0 0 0,0 0 0,0-1 0,0 1 0,0 0 0,0 0 0,0 0 0,1 0 0,-1 0 0,0-1 1,0 1-1,0 0 0,0 0 0,0 0 0,0 0 0,0-1 0,0 1 0,0 0 0,0 0 0,0 0 0,0 0 0,0-1 0,0 1 0,0 0 0,0 0 0,0 0 0,0 0 0,0-1 0,0 1 0,0 0 0,0 0 1,0 0-1,-1 0 0,1-1 0,0 1 0,0 0 0,0 0 0,0 0 0,0 0 0,0 0 0,-1 0 0,1-1 0,0 1 0,0 0 0,0 0 0,0 0 0,-1 0 0,126-5 135,620 88 559,-593-65-5308,-103-19-307,11-11-1935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4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80 800,'-266'69'5750,"216"-57"-4630,12-4-96,0 2 0,0 2 0,-48 21-1,85-32-1002,0-1-1,0 1 1,0-1 0,0 1-1,0-1 1,0 1-1,0 0 1,0 0-1,0-1 1,0 1-1,0 0 1,1 0 0,-1 0-1,0 0 1,0 0-1,1 0 1,-1 0-1,1 0 1,-1 0-1,1 0 1,-1 0 0,1 1-1,0-1 1,0 0-1,-1 0 1,1 2-1,1-1 27,-1 0-1,1 0 1,-1 0-1,1 0 1,0 0-1,0 0 1,0-1-1,0 1 1,0 0-1,1 0 1,-1-1 0,0 1-1,4 2 1,5 5 173,0 0 0,2-1 0,-1-1 1,14 7-1,2-1-72,0-2 1,1-2-1,0 0 0,1-2 1,0-1-1,51 4 0,-41-5 1,30 4 442,1-4-1,91-4 0,-133-2-255,0-2 1,1 0-1,-1-2 0,0-2 1,-1 0-1,0-2 0,0 0 1,27-15-1,-49 21-222,-1 1 0,1-1 0,0 0 0,-1-1 0,0 1 1,0-1-1,0 0 0,0 0 0,-1 0 0,1 0 0,-1-1 0,0 1 0,0-1 0,-1 0 0,1 0 0,-1 0 0,0 0 0,-1 0 0,1-1 0,-1 1 0,0 0 0,0-1 0,-1 1 1,0-1-1,0 1 0,0-1 0,0 1 0,-1-1 0,-2-7 0,1 4-89,-1 0 0,0 0 0,-1 0 0,0 0 0,0 1 0,-1 0 0,0-1 0,0 2 0,-1-1-1,0 1 1,0 0 0,-1 0 0,0 1 0,0-1 0,-12-7 0,5 7-171,0 0 0,0 1 0,0 1-1,-1 0 1,-20-4 0,-72-8-1501,103 16 1565,-24-2-1337,-1 0-1,0 2 1,-46 5 0,55-2-411,1 2-1,1 0 1,-25 9 0,5 7-3732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4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1 3762,'-88'2'3948,"-150"23"1,203-20-3519,-62 10 983,86-12-1110,0 0 0,1 0-1,-1 1 1,1 1-1,0 0 1,-13 7-1,-9 10 972,-33 29 0,63-50-1200,0 1 0,0 0 0,0 0 0,0 0 0,0 0 0,1 0 0,-1 0 0,1 0 0,-1 1 0,1-1 0,0 0 0,0 1 0,0-1 0,0 1 0,0-1 0,1 1 0,-1 0 0,1-1 0,0 1 0,-1 0 0,1 0 0,0-1 0,1 1 0,-1 0 0,0-1 0,1 1 0,0 0 0,-1-1 0,1 1 0,0-1 0,0 1 0,1-1 0,1 4 0,3 2 45,0 0 1,1-1-1,0 0 0,0-1 0,0 1 0,1-1 0,0 0 0,16 7 1,7 3-158,1-2 1,1-2 0,0-1-1,55 11 1,-28-10-84,0-2 0,0-3 1,117-3-1,-71-10 142,139-27 1,-94-1 178,-140 31-192,0-1 1,0 0-1,0-1 1,16-9-1,-24 12-29,1-1-1,-1 0 1,0 1 0,0-1 0,0 0-1,0 0 1,0-1 0,0 1-1,-1-1 1,0 1 0,4-8-1,-6 10-31,1-1 1,0 1-1,-1-1 0,1 1 0,-1-1 0,0 1 0,1 0 0,-1-1 1,0 0-1,0 1 0,0-1 0,0 1 0,0-1 0,0 1 0,-1-1 0,1 1 1,0-1-1,-1 1 0,1 0 0,-1-1 0,-1-2 0,0 2-121,0 0 0,0-1-1,0 1 1,-1 0 0,1 1-1,-1-1 1,1 0 0,-1 1-1,1-1 1,-1 1 0,-3-1 0,-15-6-884,0 1 0,-1 1 0,0 1 0,0 1 0,0 1 0,-26-1 0,-7 0-1007,-157-16-5846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2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77 880,'0'0'3989,"0"0"-3980,0 0-1,-1-1 1,1 1 0,0 0 0,0 0-1,0 0 1,0-1 0,0 1-1,0 0 1,0 0 0,0-1 0,0 1-1,0 0 1,0 0 0,0-1 0,0 1-1,0 0 1,0 0 0,0-1 0,0 1-1,0 0 1,0 0 0,0-1-1,0 1 1,0 0 0,0 0 0,0-1-1,0 1 1,1 0 0,-1 0 0,0 0-1,0-1 1,0 1 0,0 0-1,1 0 1,-1 0 0,0 0 0,0-1-1,0 1 1,1 0 0,-1 0 0,0 0-1,0 0 1,1 0 0,-1 0 0,0 0-1,0 0 1,1 0 0,-1 0-1,0 0 1,0 0 0,1 0 0,-1 0-1,0 0 1,22-4-9,-16 2-67,-6 1 1,0-25 3094,5 26-2468,-5 0-466,15 0 88,-14 0-147,-1 0 0,0 0 1,1 0-1,-1 0 0,1 0 1,-1 0-1,1 0 0,-1 0 0,1 0 1,-1 0-1,1 1 0,-1-1 1,0 0-1,1 0 0,-1 0 1,1 1-1,-1-1 0,0 0 0,1 1 1,-1-1-1,0 0 0,1 1 1,-1-1-1,0 0 0,1 1 1,-1-1-1,0 0 0,0 1 0,1-1 1,-1 1-1,0-1 0,0 1 1,1 0-2,0 0 1,-1-1-1,1 1 1,0 0-1,0-1 1,-1 1 0,1-1-1,0 1 1,0-1-1,0 1 1,0-1-1,0 0 1,0 1-1,0-1 1,0 0 0,0 0-1,0 1 1,0-1-1,0 0 1,0 0-1,-1 0 1,1 0-1,0-1 1,0 1 0,0 0-1,0 0 1,1-1-1,5 1 946,-7-2-480,0 2-481,0 0 0,0 0 0,0-1 0,0 1 0,0 0 1,0 0-1,0 0 0,0-1 0,0 1 0,0 0 0,0 0 0,0 0 0,0-1 1,0 1-1,0 0 0,0 0 0,0-1 0,0 1 0,0 0 0,0 0 0,0 0 1,0-1-1,0 1 0,0 0 0,0 0 0,0 0 0,-1-1 0,1 1 0,0 0 1,0 0-1,0 0 0,0 0 0,-1 0 0,1-1 0,0 1 0,0 0 0,0 0 1,0 0-1,-1 0 0,1 0 0,0 0 0,0 0 0,0 0 0,-1 0 0,1 0 0,0 0 1,0 0-1,-1 0 0,1 0 0,0 0 0,-1 0 0,-20-5 208,-12-3 267,29 4-430,-3 0 112,-1 1-146,0 0-8,-36-4-61,31 5 59,7 1 3,0-1 0,0 2 1,0-1-1,0 1 1,-11 1-1,-86 27 844,-18 4-174,81-23-599,0 2-1,-74 31 1,98-34-44,0-1-1,-1 0 1,-28 7-1,-2-1-87,23-7 14,13-4 75,0 0 1,0 1-1,1 0 0,0 1 1,-1 0-1,1 1 1,-12 7-1,21-10-38,0-1 1,0 0-1,0 0 1,-1 0-1,1 0 1,-1 0-1,1 0 1,0 0-1,-1 0 1,0 0-1,1-1 1,-1 1-1,1-1 1,-1 1-1,-3 0 1,-1 0 10,5-1-21,1 0 0,0 0 0,0 0 0,0 0 0,-1 0-1,1 0 1,0 0 0,0 0 0,0 0 0,-1 0 0,1 0 0,0 0 0,0 0 0,0 0 0,0 0 0,-1 0 0,1 0 0,0 1-1,0-1 1,0 0 0,0 0 0,-1 0 0,1 0 0,0 0 0,0 1 0,0-1 0,0 0 0,0 0 0,0 0 0,0 0-1,0 1 1,-1-1 0,1 0 0,0 0 0,0 0 0,0 0 0,0 1 0,0-1 0,0 0 0,0 1 0,-5 6 130,-3-3-108,0 1-1,0 0 1,0 1-1,1-1 1,-9 10-1,-16 13 150,31-26-166,0-1 1,0 0 0,0 1 0,0-1-1,1 1 1,-1-1 0,0 1-1,1-1 1,-1 1 0,1-1 0,0 1-1,0 0 1,-1-1 0,1 1 0,0-1-1,0 1 1,1 0 0,-1-1 0,0 1-1,1 1 1,-1 0-1,1-1 0,-1 1 0,0-1 0,0 0-1,0 1 1,0-1 0,0 0 0,-1 1 0,1-1 0,-1 1 0,1-1-1,-1 0 1,-1 3 0,-20 22 5,12-8 1,9-16-4,0-1-1,-1 1 1,1 0-1,-1-1 1,1 0-1,-1 1 1,0-1-1,0 0 1,0 0-1,0 0 1,0 0-1,-1 0 1,-2 2-1,2-3-2,1 0 1,0 1-1,-1-1 0,1 1 1,0 0-1,0 0 0,0 0 1,0 0-1,1 0 0,-1 0 0,0 1 1,1-1-1,-2 4 0,2-1 8,0 0-1,0 0 1,0 0-1,1 1 1,0-1-1,0 6 0,0 3 90,0 0-135,-1-11 28,0 1 0,1 0 1,0 0-1,0 0 0,0 0 0,0 0 1,1 0-1,0-1 0,-1 1 0,1 0 1,1 0-1,1 3 0,6 3 15,-7-9-9,-1 0 0,0 0 0,1 0 0,-1 0 0,0 0 0,0 0 1,0 1-1,0-1 0,0 1 0,0-1 0,0 0 0,-1 1 0,1 0 0,0-1 0,-1 1 1,1-1-1,-1 1 0,0 0 0,1-1 0,-1 1 0,0 2 0,0 200 251,0-203-257,0 0 1,0 0 0,-1 0-1,2-1 1,-1 1 0,0 0-1,0 0 1,0 0-1,0 0 1,0 0 0,1 0-1,-1 0 1,0 0 0,1 0-1,-1-1 1,1 1 0,-1 0-1,1 0 1,-1 0 0,1-1-1,0 1 1,-1 0-1,1-1 1,0 1 0,-1-1-1,1 1 1,0 0 0,0-1-1,0 0 1,0 1 0,-1-1-1,1 1 1,1-1-1,20 13 70,-16-9-57,-5-3-9,1-1 0,-1 1-1,0 0 1,0-1 0,1 1-1,-1 0 1,0 0 0,0 0 0,0 0-1,0 0 1,0 0 0,0 0-1,0 0 1,-1 0 0,1 1-1,0-1 1,-1 0 0,1 0 0,-1 1-1,1-1 1,-1 0 0,1 1-1,-1 2 1,0-3 0,1 1 0,-1 0-1,0 0 1,1-1 0,-1 1-1,1 0 1,-1-1 0,1 1 0,0-1-1,0 1 1,0-1 0,-1 1 0,2-1-1,-1 0 1,0 1 0,0-1-1,0 0 1,1 0 0,-1 0 0,2 2-1,5 4-2,1 2-27,-1 0-1,1 0 0,0-1 0,17 11 0,11 11 19,-31-25 56,0 0-1,0-1 1,0 0 0,1 0-1,8 4 1,5 3-99,4 1-22,-16-9 85,-7-3-7,-1 0-1,0 0 1,1 0-1,-1 0 1,0 1-1,1-1 1,-1 0-1,0 0 1,1 1-1,-1-1 1,0 0-1,1 1 1,-1-1-1,0 0 1,0 1-1,0-1 1,1 0-1,-1 1 1,0-1-1,0 0 1,0 1-1,0-1 1,0 1-1,0-1 1,1 0-1,-1 1 1,0-1-1,0 1 1,-1 0-1,1-1 0,0 0 0,0 1 0,0-1 0,0 1 0,1-1-1,-1 1 1,0-1 0,0 0 0,0 1 0,0-1 0,0 1 0,0-1-1,1 0 1,-1 1 0,0-1 0,0 1 0,1-1 0,-1 0 0,0 1-1,0-1 1,1 0 0,-1 0 0,0 1 0,1-1 0,54 29 172,-55-29-167,0 0 0,1 0 0,-1 1 0,1-1 0,-1 0 0,0 0 0,1 1 0,-1-1 0,0 0 0,1 1 0,-1-1-1,0 0 1,0 1 0,1-1 0,-1 1 0,0-1 0,0 0 0,0 1 0,1-1 0,-1 1 0,0-1 0,0 1 0,0-1 0,0 0 0,0 1 0,0-1 0,0 2 0,0-2-3,0 0 0,0 1 0,0-1 0,0 0 0,0 1 0,0-1 0,0 0 0,0 1 1,0-1-1,0 0 0,0 1 0,1-1 0,-1 0 0,0 1 0,0-1 0,0 0 0,0 1 1,1-1-1,-1 0 0,0 0 0,0 1 0,1-1 0,-1 0 0,0 0 0,0 0 0,1 1 0,0-1 1,29 17 357,32 18 598,-52-29-608,0 1 0,21 9 0,-22-12-104,0 0 0,0 1 0,15 11 0,-19-14-225,0 0 0,-1 0-1,1 0 1,0-1 0,0 0-1,0 0 1,0 0 0,0-1-1,8 0 1,17 4 68,-5-1 36,42 2 0,5 0 169,-36-2-25,62-4 0,-36 0 150,74-7 541,-104 8-781,9-1 250,80 10 0,-66-3-133,43 9 607,8-1-5,-49-9-531,-35-1-307,0-1 0,0-1 0,28-2 1,3-1 120,106-7 468,-90 3-228,111 5 0,-40 13-89,-64-5-83,77 10 680,-146-17-907,0 0 1,0 0 0,1-1 0,12 0 0,56-2-10,-7-2-14,0-4 0,133-32 0,-119 22 0,2 4 0,-33 6 0,67-18 0,-63 14 0,-48 11 0,0 0 0,1-1 0,-1 0 0,0 0 0,0-1 0,0 0 0,10-6 0,12-6 0,-12 6 0,32-21 0,-41 24 0,0 0 0,0 1 0,0 0 0,17-6 0,-16 8 0,0-1 0,0-1 0,-1 0 0,1 0 0,9-9 0,105-74 0,-117 84 0,-1-1 0,0 0 0,-1-1 0,7-7 0,18-15 0,-2 1 0,-24 22 0,0 1 0,0 0 0,0 0 0,1 1 0,-1-1 0,8-3 0,-10 6 0,0 0 0,0 1 0,-1-1 0,1 0 0,0 0 0,0 0 0,-1 0 0,1-1 0,-1 1 0,1 0 0,-1-1 0,1 1 0,-1-1 0,0 1 0,0-1 0,0 0 0,0 1 0,0-1 0,0 0 0,0 0 0,0 0 0,-1 0 0,1 1 0,-1-1 0,1-3 0,-1 5 0,0-1 0,0 0 0,0 1 0,0-1 0,0 0 0,0 1 0,0-1 0,0 1 0,0-1 0,0 0 0,1 1 0,-1-1 0,0 0 0,1 1 0,-1-1 0,0 1 0,1-1 0,-1 1 0,0-1 0,1 1 0,-1-1 0,1 1 0,-1-1 0,1 1 0,0 0 0,-1-1 0,1 1 0,-1 0 0,1-1 0,-1 1 0,1 0 0,0 0 0,-1 0 0,1-1 0,0 1 0,-1 0 0,1 0 0,1 0 0,-2 0 0,1 0 0,0 0 0,-1 0 0,1 0 0,0 0 0,0 0 0,-1 0 0,1-1 0,0 1 0,-1 0 0,1-1 0,-1 1 0,1 0 0,0-1 0,-1 1 0,1 0 0,-1-1 0,1 1 0,-1-1 0,1 1 0,-1-1 0,1 0 0,-1 1 0,0-1 0,1 1 0,-1-1 0,0 0 0,1 1 0,-1-1 0,0 0 0,0 1 0,0-1 0,0 0 0,0 1 0,0-1 0,1 0 0,-1 1 0,-1-2 0,3-18 0,-1 14 0,-1 0 0,1 0 0,-1 0 0,0-1 0,0 1 0,-1 0 0,0 0 0,0 0 0,0 1 0,-4-11 0,-17-12 0,13 13 0,5 7 0,0 1 0,-1-1 0,-11-11 0,-4-8 0,0 0 0,-16-32 0,20 31 0,-2 1 0,-35-43 0,37 54 0,10 10 0,0 0 0,0-1 0,0 1 0,-9-16 0,10 11 0,3 6 0,0-1 0,-1 1 0,0 0 0,0-1 0,0 1 0,-1 0 0,1 1 0,-1-1 0,0 1 0,0 0 0,-1 0 0,1 0 0,-1 0 0,0 1 0,0 0 0,-6-3 0,-43-20 0,-1 2 0,-97-28 0,77 34 0,-148-16 0,136 24 0,-214-18 0,-394 15 0,206 25 0,344-10 0,-258 40 0,374-36-346,2 1 0,-44 16 1,62-19-299,1-2-677,1 1-1,0 0 1,0 0 0,1 1-1,-1 0 1,-6 4 0,12-6 542,0-1 0,0 0 1,0 1-1,0-1 1,0 1-1,0 0 0,0-1 1,1 1-1,-1 0 1,0-1-1,1 1 0,0 0 1,-1 0-1,1-1 1,0 1-1,0 0 0,0 0 1,0 2-1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09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2497 399 1521,'-60'-1'4375,"48"-1"-1745,-8-1-1880,14 3-222,6 0-508,0 1-1,0-1 0,0 1 0,0-1 0,0 1 0,0-1 0,0 1 0,0-1 0,0 1 0,0-1 0,0 1 0,0-1 0,0 1 0,-1-1 0,1 1 0,0-1 0,0 1 0,0-1 1,-1 0-1,1 1 0,0-1 0,-1 0 0,1 1 0,0-1 0,-1 1 0,1-1 0,-1 1 0,-26 12 138,21-9-125,-1 0 1,0-1-1,0 1 1,-1-2-1,1 1 1,-1-1-1,1 0 1,-1-1-1,0 1 1,0-2-1,-15 1 1,-200-21 1714,187 17-1403,1 2-1,-1 1 1,-48 6-1,24 9-81,22-4-190,-8 2 58,0 1 0,-87 42 1,-32 11 11,-105 39 23,213-81-236,47-21 53,0 1 0,0 0 0,1 0 1,-1 1-1,1 0 0,0 1 0,1 0 1,-9 9-1,6-6-10,1-1 0,-1 0 0,-1-1 0,0 0 0,0-1 0,-14 6 0,7-4 39,-31 22 0,46-27-2,0 0 0,-1 0-1,1 0 1,0 0 0,-6 10 0,7-9-6,0-1 1,0 0-1,0 0 0,-1 0 1,1-1-1,-1 1 1,-7 4-1,-26 18-46,1 3 0,1 0-1,-53 59 1,75-75 52,-2 0 0,-20 15 1,23-20-27,1 0 1,1 2 0,-1-1 0,-12 16 0,16-17-1,-3 6-19,-1-1 0,-1-1 0,-19 18 1,12-16 5,7-6 35,1 1 0,0 0 0,1 1 0,0 0 0,-10 13 0,-7 14 86,-11 17 17,-53 56-1,88-108-71,0 1 0,0 0 0,0 0 0,1 0 0,-1 1 0,1-1 0,0 1 0,0-1 1,0 1-1,1 0 0,-1 0 0,1-1 0,0 1 0,0 0 0,0 0 0,1 0 0,-1 0 0,1 0 0,0 6 0,-1-1 192,0-1 0,0 1 0,-1 0 1,0-1-1,0 1 0,-5 8 0,4-8-155,0-1 0,0 1 0,1 0 0,0 0 0,0 0-1,0 11 1,2 0-45,-1-13-22,1 0 1,0 0-1,0-1 1,1 1 0,0 0-1,0 0 1,3 9-1,5 5 21,-6-15-15,0 0 0,-1 0 0,0 0-1,0 0 1,0 1 0,-1-1 0,1 0 0,-1 11 0,-1-6 5,0 0 1,1 0-1,3 18 1,-2-24-13,-1 0 0,1 0 0,0-1 0,1 1 0,-1-1 0,1 1 0,0-1 0,0 0 0,4 4 0,16 24 28,-19-25-17,1 0 1,0-1-1,0 1 0,0-1 0,1 0 0,10 8 1,142 94 223,-77-61-16,-56-35-98,-1 2-1,31 23 0,9 21 509,14 10-14,-3-21-515,-31-21-10,0-1 92,1-2-1,60 22 1,32 16 707,-66-29-330,-36-18 21,44 27 0,-11-2 590,86 37-1,16 10-95,-131-61-640,-28-18-218,0 0-1,1 0 1,23 10-1,-6-5 167,-1 2 0,35 21-1,-33-16 79,1-1-1,1-2 0,0-1 0,44 14 0,76 40 630,-123-52-1071,-23-13-24,1 0 0,0 0 1,0 0-1,13 4 0,-9-4 1,37 12 0,84 41 0,-117-50 0,-1-1 0,2 0 0,24 5 0,-28-8 0,0 1 0,0-1 0,0 2 0,0 0 0,-1 0 0,0 1 0,11 8 0,19 14 0,45 23 0,-44-28 0,8 4 0,1-3 0,57 18 0,118 30 0,-140-46 0,-56-17 0,35 11 0,129 23 0,3 2 0,-171-38 0,38 6 0,1-3 0,93 2 0,158-4 0,-109-14 0,53-4 0,149-29 0,-236 18 0,104-31 0,-206 36 0,35-12 0,-33 7 0,558-171 0,-466 137 0,72-29 0,19-14 0,25-10 0,-273 105 0,0-1 0,0-1 0,-1 1 0,11-9 0,10-7 0,8-1 0,1 2 0,44-16 0,20-9 0,20-18 0,85-38 0,96-18 0,101-46 0,-365 144 0,42-30 0,-40 24 0,-37 25 0,0-1 0,-1 1 0,1-1 0,0 0 0,-1 0 0,0-1 0,1 1 0,-1 0 0,0-1 0,0 1 0,0-1 0,-1 0 0,1 0 0,-1 0 0,1 0 0,-1 0 0,0 0 0,0 0 0,0 0 0,0 0 0,-1 0 0,0 0 0,1-1 0,-1 1 0,0 0 0,0 0 0,-1-1 0,1 1 0,-1 0 0,1 0 0,-1 0 0,0 0 0,0 0 0,-2-4 0,-19-39 0,11-2 0,1 23 0,7 19 0,0 1 0,1-1 0,0 0 0,0 0 0,0-1 0,1 1 0,0 0 0,0-10 0,1 8 0,4-91 0,-3 87 0,2 1 0,-1-1 0,1 1 0,1 0 0,0 0 0,7-14 0,14-18 0,10-22 0,-34 61 0,1 1 0,-1-1 0,1 0 0,-1 0 0,1 1 0,0-1 0,1 1 0,-1-1 0,1 1 0,-1 0 0,1 0 0,6-5 0,-8 5 0,1 0 0,-1-1 0,0 1 0,0-1 0,-1 1 0,1-1 0,-1 1 0,0-1 0,0 1 0,0-1 0,0 1 0,0-1 0,-1 1 0,1-1 0,-1 1 0,0-1 0,-3-5 0,-18-5 0,22 14 0,-1-1 0,0 1 0,1 0 0,-1-1 0,1 0 0,-1 1 0,1-1 0,-1 1 0,1-1 0,-1 1 0,1-1 0,0 0 0,-1 1 0,1-1 0,0 0 0,0 0 0,-1 1 0,1-1 0,0 0 0,0 0 0,0 1 0,0-1 0,0 0 0,0 0 0,-3-11 0,-57-49 0,44 43 0,11 13 0,0 1 0,1-1 0,-1 0 0,1 0 0,1-1 0,-1 1 0,1-1 0,0 0 0,-4-11 0,-4-54 0,-11-3 0,16 36 0,5 32 0,1-1 0,-1 1 0,-1-1 0,1 1 0,-1-1 0,0 1 0,0 0 0,-1 0 0,0 0 0,0 0 0,0 0 0,-6-6 0,-8-9 0,-1 1 0,0 1 0,-1 1 0,-1 1 0,-1 0 0,-28-16 0,3 8 0,-126-73 0,162 92 0,-1 0 0,0 0 0,0 1 0,0 0 0,-1 1 0,1 0 0,-13-2 0,-6-2 0,14 3 0,-262-65 0,-42 4 0,119 25 0,103 18 0,46 9 0,-93-39 0,92 32 0,-53-15 0,-156-31 0,163 44 0,-286-52 0,-100-21 0,355 71 0,10 1 0,52 7 0,27 7 0,0-2 0,-47-20 0,49 14 0,1-1 0,-38-25 0,57 32 0,1-2 0,0 1 0,1-2 0,0-1 0,-24-29 0,22 19 0,13 17 0,0 0 0,-1 0 0,0 0 0,-1 1 0,1 0 0,-2 1 0,1 0 0,-1 0 0,-14-9 0,2 7 0,-1 0 0,0 1 0,0 1 0,-1 2 0,-35-6 0,-116-4 0,150 15-11,0 0-1,0 2 1,0 1 0,-37 9-1,44-8-43,-115 32-2596,41 0-5063,-7 7-5452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5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60 362 2801,'19'-3'3127,"0"0"2236,36-12 0,-44 10-4524,0 0 1,0 0-1,-1-1 0,0 0 1,12-11-1,229-164 5070,-211 148-5321,-7 6-235,35-23 0,-51 45-353,-34 9 0,6 6 0,-32 29-53,-327 293-187,346-310 209,-9 9-191,-37 43-1,62-64-140,0 0-1,1 0 0,0 1 1,1 0-1,0 1 0,0 0 1,2-1-1,-8 25 0,11-33 44,0 0-1,1 0 1,-1 0-1,0 0 0,1 0 1,0 0-1,0 0 0,0 0 1,0 0-1,0 0 1,0 0-1,1 0 0,-1 0 1,1 0-1,0 0 0,0-1 1,0 1-1,1 0 1,-1 0-1,0-1 0,1 1 1,0-1-1,0 1 0,0-1 1,0 0-1,0 0 1,4 4-1,26 5-7549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1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80,'-14'0'2844,"1"1"-1,-1 1 1,-16 4 0,-82 29 5381,95-29-7456,-5 3 18,1 0 0,0 2 0,1 1 0,0 1 0,1 0 1,0 1-1,1 1 0,1 1 0,-18 21 0,30-32-627,1 0 0,0 1 0,1-1 0,0 1 0,0 0 0,0 0 0,0 0 0,1 0 0,0 0 0,0 1 0,-1 8 0,1 3 327,1 1 1,2 29-1,0-12-36,-2-24-387,2 0 0,0 0 0,0 0 0,1 0 0,1 0 0,0 0-1,9 23 1,-8-27-54,1 1-1,0 0 0,1-1 1,0 0-1,0-1 0,1 1 1,0-1-1,0 0 0,1-1 1,11 8-1,1-1-9,0-2 0,1 0 0,0-2 0,1 0 0,0-1 0,0-1 0,1-2 0,-1 0 0,31 2 0,-8-3 0,0-2 0,0-2 0,85-12 0,-95 6 0,-1-1 0,0-2 0,0-1 0,-1-2 0,41-21 0,-50 21 0,-1-1 0,0-2 0,-1 0 0,0-2 0,-1 0 0,-1-1 0,22-26 0,-32 32 0,-1 0 0,-1 0 0,0-1 0,-1 1 0,0-2 0,8-23 0,-13 33 0,-1 0 0,1 0 0,-1 1 0,0-1 0,-1 0 0,1 0 0,-1 0 0,0 0 0,0 0 0,0 0 0,0 0 0,-1 0 0,1 0 0,-1 0 0,0 0 0,0 0 0,-1 0 0,1 1 0,-1-1 0,0 0 0,0 1 0,-3-5 0,0 3 0,-1 1 0,1-1 0,-1 1 0,0 0 0,-1 0 0,1 0 0,-1 1 0,0 0 0,0 1 0,0-1 0,-10-1 0,-44-7-28,0 2 0,0 3 0,-99 3 0,-56 14-2455,14 20-6293,6 20-6297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1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1 640,'0'6'2401,"32"2"-1680,1-8-561,0 0-1041,32 0-1120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1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324 349 1841,'3'-34'6673,"10"8"-3918,-8 20-2503,0 0 1,1 1-1,-1-1 0,2 1 0,-1 1 0,0-1 0,8-3 0,68-41 1411,81-55 809,-146 92-2219,-8 4-133,0 1 1,0 1-1,1-1 0,0 1 0,1 1 0,-1 0 0,14-4 0,0 2-114,1 1-1,-1 1 0,27-1 1,-36 5-86,1 0 1,-1 1 0,0 1 0,0 0-1,1 1 1,23 7 0,-37-9 73,-1 1 1,1-1-1,0 1 1,0-1 0,0 1-1,-1 0 1,1 0 0,0 0-1,-1 0 1,1 0-1,-1 0 1,1 1 0,-1-1-1,2 3 1,-2-1 6,1-1 0,-1 2 1,-1-1-1,1 0 0,0 0 1,-1 0-1,1 0 0,-1 0 0,0 0 1,-1 4-1,2 3 9,-1-1 1,-1 1-1,0-1 0,0 1 0,-1-1 1,0 0-1,0 0 0,-1 1 1,0-2-1,-1 1 0,0 0 1,0-1-1,-1 0 0,0 0 1,-1 0-1,1 0 0,-2-1 0,1 0 1,-1 0-1,0-1 0,-11 8 1,-13 7 58,-37 17 0,10-5-74,20-8 52,-1-2-1,-2-2 1,-42 17 0,-155 41 192,192-66 131,-1-3-1,-96 10 0,137-20-289,0 0-1,0 0 0,0 0 1,0 0-1,0-1 0,0 0 1,0 0-1,0-1 1,0 0-1,1 0 0,-1 0 1,0-1-1,-7-4 1,11 5-79,0 1 0,1-1 0,-1 1 0,1-1 0,-1 0 0,1 0 0,0 0 0,-1 0 0,1 0 0,0 0 1,0 0-1,1 0 0,-1 0 0,0 0 0,1 0 0,-1-1 0,1 1 0,0 0 0,0 0 0,0-1 0,0 1 0,0 0 1,0 0-1,0-1 0,1 1 0,-1 0 0,1 0 0,0 0 0,0 0 0,0-1 0,0 1 0,1-2 0,1 1 18,-1-1 0,1 1 0,0-1 0,0 1 0,0 0 0,1 0 0,-1 0 0,8-4 0,8-9 90,-8 1-17,-3 8-57,34-9 58,-33 13-72,-4 1-3,1 1 1,-1-1-1,1 1 0,-1 1 1,1-1-1,-1 1 1,1 0-1,-1 0 1,1 0-1,-1 1 1,1 0-1,-1 0 1,0 0-1,1 1 1,-1 0-1,0 0 1,0 0-1,0 0 1,0 1-1,0 0 1,-1 0-1,1 1 1,-1-1-1,0 1 1,0 0-1,0 0 1,4 6-1,6 8 121,-1 1 1,0 0-1,-2 1 0,16 37 0,0 3-219,-26-55-40,0-1 0,0 1 0,1-1 0,-1 0 0,1 1 0,0-1 0,0 0 0,0 0 0,1 0 0,0-1 0,-1 1 0,1-1 0,0 1 0,1-1 0,-1 0 0,0 0-1,1 0 1,0-1 0,0 1 0,0-1 0,0 0 0,0 0 0,5 2 0,5 2-1498,1 0-1,21 6 1,30-2-7053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2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739 106 1841,'-104'8'5322,"52"-6"-3781,0 3 0,1 2-1,-82 21 1,76-7-638,2 2-1,-94 55 1,141-74-816,0 1-1,1-1 1,0 1 0,0 1 0,-11 10-1,16-13-47,1-1-1,-1 1 1,1 0 0,0-1-1,0 1 1,0 0-1,-2 5 1,-1 6 79,-3 1-44,6-14-65,0 1 0,0-1-1,0 1 1,1 0 0,-1-1 0,0 1 0,1 0 0,-1 0 0,1 0 0,0-1-1,0 4 1,0-3-1,1-1-1,-1 1 1,1 0-1,0-1 1,0 1-1,0-1 0,0 1 1,0-1-1,0 0 1,0 1-1,1-1 1,-1 0-1,0 0 1,1 0-1,-1 0 0,2 1 1,5 3 2,-1-1 1,1 1-1,-1-2 1,1 1-1,1-1 1,-1 0 0,0-1-1,14 3 1,4-2-120,36 1 0,-39-4 45,26 0-189,0-2-1,0-2 1,0-2-1,-1-2 1,89-28-1,-99 22-228,-1 0-1,0-3 0,-2-1 0,41-27 0,-55 31 327,-1 0 0,-1-2 0,27-26 0,-39 34 192,0 0 0,0-1-1,0 1 1,-1-1 0,-1-1-1,1 1 1,-2-1 0,1 0 0,3-13-1,-7 20-17,0 0 1,0 0-1,-1 0 0,1 0 0,-1 0 1,1-1-1,-1 1 0,0 0 0,0 0 0,-1 0 1,1-1-1,-1 1 0,1 0 0,-1 0 0,0 0 1,0 0-1,-1 0 0,1 0 0,0 0 0,-1 1 1,0-1-1,0 0 0,0 1 0,0-1 1,0 1-1,0 0 0,0-1 0,-1 1 0,1 1 1,-1-1-1,0 0 0,0 0 0,1 1 0,-1 0 1,0-1-1,0 1 0,0 0 0,-6-1 1,-5-1 47,-1 1 0,0 0 0,1 1 1,-1 0-1,0 1 0,1 1 1,-16 3-1,-54 11-1972,-134 42 0,106-24-738,74-24-3199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0 1681,'-47'2'4854,"-79"11"1,65-1-2626,-112 37-1,151-42-1854,0 2 0,-34 19 0,46-23-256,2 1 0,-1 1 1,1 0-1,0 0 0,0 0 0,1 1 1,-9 12-1,2-2 149,7-10-172,0 1-1,1 0 0,0-1 1,1 2-1,0-1 1,-4 12-1,8-19-84,1 1 0,-1-1 1,1 1-1,-1-1 0,1 1 0,0 0 0,0-1 0,0 1 1,1-1-1,-1 1 0,1-1 0,-1 1 0,1-1 1,0 1-1,0-1 0,0 1 0,0-1 0,0 0 0,0 0 1,1 1-1,-1-1 0,1 0 0,0 0 0,-1-1 1,1 1-1,0 0 0,0 0 0,0-1 0,0 1 0,1-1 1,1 1-1,9 6-9,1-1-1,-1-1 1,1 0 0,0-1 0,1-1-1,15 3 1,93 11 29,-104-16-39,27 2-40,0-1 0,78-6 0,-104 1 51,0 0-1,-1-2 1,1 0-1,0-2 1,-1 0-1,0-1 1,-1-1 0,25-13-1,-34 14 58,1 0 0,-1 0 0,-1-1 0,1-1 0,-1 1 0,-1-1-1,1-1 1,-2 1 0,1-1 0,-1-1 0,5-10 0,-11 19-46,1 0 1,0 0-1,-1 0 0,0-1 0,1 1 1,-1 0-1,0 0 0,0 0 0,0 0 1,0 0-1,0 0 0,-1 0 1,1 0-1,-1 0 0,1 0 0,-1 0 1,0 0-1,0 0 0,0 0 0,0 0 1,0 0-1,0 1 0,-3-4 0,0 0 2,-1 0 0,-1 1-1,1 0 1,-1-1-1,-7-3 1,7 5-21,1-1-70,-1 0 0,0 1 0,0 0-1,0 0 1,-1 1 0,-11-4 0,-14 0-1238,-56-5 0,-70 8-4969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3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 3121,'-26'0'9365,"26"-8"-3443,26 8-5201,7 0-81,32 0-160,33 8-320,65-1-1040,33 7-2962,-98-1-1440,-33-5-1841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63 4642,'-65'6'5523,"65"-12"-2962,33-9-1121,32 3-479,-32-3-321,32 1-80,0 8 1,33 6-161,65 6-560,59 8-4963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5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610 123 1121,'15'-12'2623,"1"1"0,33-19 1,-27 19-1100,45-14 1,-34 16-1224,1 1 1,0 2 0,49-4-1,-72 10-298,-1 0 0,1 0-1,-1 1 1,0 0 0,15 4 0,-22-4-10,0 0 1,0 0-1,1 0 1,-1 0-1,0 0 1,0 1-1,0 0 1,-1-1-1,1 1 1,0 0-1,-1 0 1,1 1-1,-1-1 1,1 0-1,-1 1 1,0-1-1,0 1 1,3 6-1,-4-4 10,1 0-1,-1 1 1,-1 0-1,1-1 1,-1 1-1,0-1 1,0 1-1,-1 0 1,1-1-1,-1 1 1,-1-1-1,-1 8 1,-2 3 35,-1 1 0,-14 25 0,13-30-12,0 0 0,-2 0-1,1-1 1,-1 0 0,-1-1-1,0 0 1,-19 15 0,-7 1 68,-44 24 0,29-20-21,-32 24-105,9-6 379,-2-2 0,-104 45 1,152-80-156,0-1 0,-1-1 0,0-2 0,-34 4 0,43-9-39,-1-1 0,1 0 0,0-2 0,-1 0 0,1-2 0,-39-9 0,32 0 3,27 12-154,-1-1 0,0 1 0,1-1 0,-1 1 0,1-1 0,-1 1 0,1-1 0,0 1-1,-1-1 1,1 1 0,0-1 0,-1 0 0,1 1 0,0-1 0,0 0 0,-1 1 0,1-1 0,0 0 0,0 1 0,0-1 0,0-1 0,1 0-4,0 0 1,-1 0 0,1 1-1,1-1 1,-1 0 0,0 0-1,0 1 1,1-1 0,-1 1 0,0-1-1,1 1 1,0-1 0,-1 1-1,1 0 1,0 0 0,0 0-1,-1 0 1,3-1 0,24-16 14,-24 15-10,0 0 0,0 0 0,1 0 1,0 0-1,-1 1 0,1 0 0,0 0 0,0 0 0,0 1 0,0-1 1,0 1-1,1 1 0,7-1 0,9-1-73,37 4 1,-52-1 57,1-1-4,0 1-1,0 0 0,-1 1 1,1 0-1,0 0 0,-1 1 0,1 0 1,-1 0-1,0 0 0,0 1 1,0 0-1,7 6 0,-5-4 8,-5-4 8,20 13-25,-1 1 1,40 35-1,-57-46 37,0 1 0,-1 0 0,1 0 0,-1 0-1,0 1 1,-1 0 0,0 0 0,0 0 0,0 0 0,-1 1-1,0-1 1,0 1 0,-1 0 0,0 0 0,-1 0 0,2 11-1,-3-14-60,0-1 0,0 0-1,0 1 1,1-1 0,0 0-1,0 1 1,0-1-1,1 0 1,-1 0 0,1 0-1,0 0 1,0 0 0,0 0-1,1 0 1,-1-1 0,1 1-1,4 2 1,0 1-488,1-1 0,0 0-1,1-1 1,-1 0 0,14 6 0,16 7-4958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1 240,'-33'0'5042,"33"21"-2721,0 20 641,33 28-561,32-7-1361,1-20-719,-1-1-241,0-1 0,33-11 240,-65-2-240,26-6-720,-27-7-1521,1-14-2962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33 233 4002,'-33'0'7043,"33"-6"-4242,33-15-2160,32 7-481,1 1 0,-1-7-80,59-7 80,170-44-960,-66 11-4403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6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311 121 2001,'18'-6'667,"-2"0"453,0 1 1,0-2-1,-1 0 1,28-17-1,-29 15-631,0 1 0,1 0 0,0 1-1,0 1 1,25-7 0,5-2 554,-45 15-1025,0 0 0,0 0 1,0 0-1,0 1 1,0-1-1,0 0 1,0 0-1,0 0 0,0 0 1,0 0-1,0 0 1,0 0-1,0 0 1,0 1-1,0-1 0,0 0 1,0 0-1,0 0 1,1 0-1,-1 0 0,0 0 1,0 0-1,0 0 1,0 0-1,0 0 1,0 0-1,0 0 0,0 0 1,0 0-1,1 1 1,-1-1-1,0 0 1,0 0-1,0 0 0,0 0 1,0 0-1,0 0 1,0 0-1,1 0 0,-1 0 1,0 0-1,0 0 1,0-1-1,0 1 1,0 0-1,0 0 0,0 0 1,0 0-1,0 0 1,1 0-1,-1 0 1,0 0-1,0 0 0,0 0 1,0 0-1,-10 10 351,-283 286 3419,54-52-3067,234-240-714,-2 3 10,0-1 0,1 1 0,-1 0 0,1 1 0,-6 10 0,11-16-29,0 0 1,1-1 0,-1 1 0,1 0-1,-1-1 1,1 1 0,-1 0 0,1 0-1,0 0 1,0-1 0,0 1 0,0 0-1,0 0 1,1 0 0,-1-1 0,0 1-1,1 0 1,0 0 0,-1-1 0,1 1-1,0-1 1,0 1 0,-1 0 0,1-1-1,1 1 1,-1-1 0,0 0 0,0 1-1,0-1 1,3 2 0,0 1-290,0-1 0,1 0 1,-1 0-1,1 0 0,-1 0 1,1-1-1,0 1 0,0-1 1,0 0-1,1-1 0,-1 1 1,0-1-1,1 0 0,-1-1 0,0 1 1,1-1-1,-1 0 0,1 0 1,-1-1-1,1 0 0,-1 0 1,0 0-1,10-3 0,1-3-2038,-1 0 1,19-10-1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44 1281,'-254'100'11565,"214"-84"-10566,-154 74 2150,178-83-2764,14-7-314,0 1-1,-1 0 1,1-1 0,0 1 0,0 0-1,-1 1 1,1-1 0,0 0-1,0 0 1,0 1 0,0-1 0,1 1-1,-1 0 1,0 0 0,1-1 0,-1 1-1,1 0 1,-1 0 0,1 0 0,0 1-1,0-1 1,0 0 0,0 0 0,0 1-1,1-1 1,-1 3 0,1-4-18,0 1-1,0-1 1,0 1 0,1-1-1,-1 1 1,1-1 0,-1 1-1,1-1 1,-1 0 0,1 1 0,0-1-1,0 0 1,0 0 0,0 1-1,-1-1 1,2 0 0,-1 0-1,0 0 1,0 0 0,0 0 0,0 0-1,1-1 1,-1 1 0,0 0-1,1-1 1,-1 1 0,0 0-1,1-1 1,1 1 0,7 3 167,12 5-65,0 0 0,0-2 0,1-1 0,0 0-1,0-2 1,30 2 0,2-3 97,82-6-1,-83-1-238,0-2 1,-1-3-1,0-2 0,81-27 1,-126 35 0,0 0 1,0 0-1,0-1 1,0 0 0,-1 0-1,1 0 1,-1-1-1,-1 0 1,1-1-1,-1 0 1,1 0-1,-2 0 1,1 0-1,-1-1 1,0 0 0,0 0-1,-1-1 1,0 1-1,0-1 1,-1 0-1,4-12 1,-6 16-4,0 0-1,-1 0 1,1-1 0,-1 1 0,0 0 0,0-1-1,-1 1 1,1 0 0,-1-1 0,0 1-1,0 0 1,0 0 0,-1 0 0,1 0 0,-1 0-1,0 0 1,0 0 0,-1 0 0,1 1-1,-1-1 1,1 1 0,-1 0 0,0 0 0,-1 0-1,1 0 1,-6-4 0,-3-1-99,0 0 0,-1 1 0,0 0 0,0 1 0,-1 0 0,1 2-1,-17-5 1,0 2-567,0 2-1,-1 2 1,-50-1-1,-90 14-3765,80 3-1902,47 2-2801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1 3121,'-28'5'1578,"0"1"0,0 1 0,0 2 0,1 1 0,0 1 0,-30 17-1,20-4-709,1 1-1,-49 44 0,79-62-739,0-1 0,0 1 0,0 1 0,1-1 0,0 1 0,1 0 0,-1 0 0,2 0 1,-1 1-1,-4 17 0,7-21-46,0 1 0,0 0 0,0 0 0,1 0 0,0 0 0,0 0 0,1 0 0,0 0 0,0 0 0,0 0 0,1 0 0,0-1 0,0 1 0,0-1 0,5 9 0,2 1 34,-5-7-75,1 1-1,0-1 0,0 0 1,1 0-1,0-1 1,1 0-1,0 0 0,0 0 1,8 6-1,3-3-18,0-1 0,0 0-1,1-1 1,0-1 0,1-1-1,-1-1 1,1-1 0,22 3-1,-8-3-60,1-2 0,0 0 0,0-3 0,41-5 0,-37 0 28,-1-2 0,0-1-1,0-3 1,37-15 0,-55 18 27,0-1 1,0 0 0,-1-1-1,0-1 1,-1-1 0,0-1-1,-1-1 1,22-24 0,-36 36 5,-1 0 0,1 0 0,-1 0 0,0 0 0,0-1 0,-1 1 0,1-1 0,-1 1 0,1-1 0,-1 0 0,0 1 0,0-1 0,-1 0 1,1 0-1,-1 0 0,0 1 0,0-1 0,-1-7 0,0 7 12,0 0-1,-1 1 1,1-1 0,-1 1-1,0-1 1,0 1 0,0 0-1,-1 0 1,1 0 0,-1 0-1,1 0 1,-1 1 0,0-1 0,0 1-1,0 0 1,0 0 0,-1 0-1,1 0 1,-1 0 0,1 1-1,-6-2 1,-5-2-12,-1 2-1,1 0 1,-1 0-1,0 1 1,-16 0 0,-88 4-1086,-43 12-3284,-23 11-5070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3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931 1 3362,'-28'10'1762,"0"3"1,0 0 0,2 2-1,0 0 1,0 2 0,-41 36 0,57-45-1434,0 1 0,0-2 1,-1 0-1,-1 0 1,-16 7-1,18-10-179,0 1 0,0 0 1,1 1-1,0 0 0,0 1 0,-10 10 1,11-8 117,1 0 0,0 1 0,0 0 0,1 1 0,1 0 0,-8 19 0,-11 22 790,-95 161 2611,-201 297 1226,319-509-4932,-4 6-59,0-1 0,1 1 1,0 0-1,-4 11 0,8-17 41,0-1-1,-1 1 0,1-1 1,0 0-1,0 1 0,0-1 1,0 1-1,0-1 0,0 1 1,0-1-1,0 1 0,0-1 1,0 1-1,0-1 1,0 1-1,0-1 0,0 1 1,0-1-1,1 1 0,-1-1 1,0 1-1,0-1 0,0 0 1,1 1-1,-1-1 1,0 1-1,1-1 0,-1 0 1,0 1-1,1-1 0,-1 1 1,2-1-268,0 0 0,0 1 0,0-1 0,0 0 0,-1 0 1,1 0-1,0 0 0,0 0 0,0-1 0,-1 1 0,1-1 0,0 1 1,3-2-1,82-37-9802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0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555 125 2321,'5'0'534,"-4"0"-347,0 1 0,1-1 1,-1 0-1,1 0 1,-1 0-1,1 0 1,-1 0-1,0 0 1,1 0-1,-1-1 1,1 1-1,-1 0 1,0-1-1,1 1 0,-1-1 1,0 0-1,1 1 1,1-2-1,-9 1 1454,-15 1-214,15 0 814,1 0-1414,-88 0 1988,53 2-2232,-1 3-1,1 1 1,-62 18 0,31-7-59,52-13-380,0 1 0,1 1 1,-28 12-1,43-17-123,-1 1-1,0 0 0,1 0 1,-1 0-1,1 0 1,0 0-1,-1 1 0,1-1 1,0 1-1,1 0 1,-1 0-1,0 0 0,1 0 1,0 0-1,0 1 1,0-1-1,0 1 0,0 0 1,1-1-1,-1 1 1,1 0-1,0 0 0,-1 7 1,2-9-14,0-1 0,0 1 0,1 0-1,-1-1 1,0 1 0,1 0 0,-1-1 0,1 1 0,-1 0 0,1-1 0,0 1 0,0-1 0,0 1 0,0-1 0,0 1 0,0-1-1,0 0 1,0 0 0,3 3 0,29 13 99,-17-10-57,13 7 6,-13-6-69,0 0 1,1-1-1,0 0 0,30 6 1,-6-6-102,0-2 0,1-2 0,-1-2 0,45-4 1,-17-3-220,121-27 1,-147 23 121,66-25-1,-94 28 188,0 0 0,0 0 0,-1-1-1,0-1 1,0-1 0,-1 0 0,18-18-1,-27 24 26,0 0-1,-1 0 1,0-1-1,1 1 1,-2-1-1,1 0 0,-1 0 1,1 0-1,-1 0 1,-1-1-1,3-6 0,-2-3-31,-1 1 0,0-29 0,-2 22-65,1 17 59,1 0-41,-1 0 1,0 0 0,-1-1 0,1 1 0,-1 0 0,0 0-1,-2-7 1,2 9 25,0 0 0,0 0 1,-1 0-1,1 0 0,-1 1 0,1-1 0,-1 1 1,0-1-1,0 1 0,0-1 0,1 1 0,-1 0 0,0 0 1,-1 0-1,1 0 0,0 0 0,0 0 0,0 1 0,-3-2 1,-14-1-526,1 0 1,-1 1-1,-27 0 1,16 2-2270,-55 8 0,25 4-1809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 1281,'-139'9'10371,"115"-7"-9270,-74 15 1993,87-15-2999,-1 1-1,1 1 1,0-1 0,0 2-1,1 0 1,-1 0-1,1 1 1,0 0 0,1 1-1,-10 8 1,18-14-84,0 1 0,0 0 0,0 0 0,0 0 0,1 0 0,-1 0 0,1 0 0,-1 0 0,1 0 0,0 0 0,0 0 0,0 0 0,0 0 0,0 0 0,0 0 0,0 0 0,1 0 0,-1 0 0,1 0 1,0 0-1,-1-1 0,1 1 0,0 0 0,0 0 0,0 0 0,0-1 0,0 1 0,2 1 0,20 19 66,2-1 1,0-2-1,0 0 0,30 15 1,-27-21-163,1-1 0,1-2 0,0 0 0,0-2-1,1-2 1,60 6 0,-51-9-174,0-2-1,0-2 0,0-2 0,68-12 1,-92 11 162,-1 0 1,-1 0 0,1-1 0,23-12 0,-21 1-10,-10 10 59,-5 5 40,-1 0-1,1 0 1,-1 0-1,0 0 1,1 0-1,-1-1 0,0 1 1,0 0-1,0-1 1,0 1-1,0-1 1,0 1-1,-1-1 1,1 1-1,0-1 1,-1 1-1,1-1 1,-1 0-1,0 1 1,1-1-1,-1 0 1,0 0-1,0-1 1,1-25-31,0 18 124,0 0 1,0 0-1,-1 0 1,-1-1-1,0 1 1,0 0-1,-6-18 0,4 23-13,-1 0-1,1 0 0,-1 1 1,0 0-1,-1 0 0,1 0 0,-1 0 1,0 1-1,0 0 0,0 0 0,0 0 1,0 1-1,-1-1 0,1 1 1,-7-1-1,-15-5 492,-49-7-1,47 10-272,10 1 79,0 1 0,-1 0 0,-25 1 1,39 2-78,12 0-173,14 1-240,0 1 0,0 1 0,0 1 0,0 1 0,-1 0 0,30 14 0,-38-15 29,278 115-1779,-261-106 1769,-1 2-1,0 1 1,-1 2-1,45 39 1,-65-53 143,-1 0 0,1 0 0,-1 1 0,-1 0 0,1 0 0,-1 0-1,0 1 1,0 0 0,0 0 0,-1 0 0,0 0 0,0 0 0,0 0 0,-1 1 0,0-1 0,0 1 0,-1 0 0,0 0 0,0-1-1,-1 1 1,1 0 0,-2 0 0,1 0 0,-1 0 0,0-1 0,0 1 0,-4 11 0,3-11 19,0 0-1,-1 0 1,0 0 0,0 0 0,-1-1-1,0 0 1,0 1 0,-1-1 0,-9 10-1,-4 1 401,-33 24 0,39-31-283,-24 16 418,-1-1 0,-1-2 0,-56 25 0,-130 34 635,140-59-1271,-2-2 0,-146 14 0,193-32-547,0-2 0,-47-4 0,77 3 166,1-1-1,-1-1 1,0 1-1,1-1 1,-1-1-1,1 0 1,0 0-1,-1 0 1,-12-8-1,16 6-336,1 1 1,-1-1-1,1 0 0,0 0 1,0 0-1,0-1 0,1 1 1,0-1-1,-4-10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18 400,'35'-7'998,"1"2"-1,-1 1 1,67 3-1,-90 1-886,1 1 1,-1 1-1,1 0 1,-1 1-1,0 0 0,0 1 1,0 0-1,0 1 0,-1 1 1,0-1-1,0 2 1,0-1-1,19 17 0,-28-21-67,-1-1-1,1 1 1,-1 0-1,1-1 1,-1 1-1,0 0 1,0 0-1,0 0 0,0 0 1,0 0-1,0 0 1,0 0-1,-1 0 1,1 0-1,-1 0 1,1 1-1,-1-1 0,0 0 1,0 0-1,0 0 1,0 1-1,0-1 1,-1 0-1,1 0 1,0 0-1,-1 0 0,0 1 1,0-1-1,1 0 1,-1 0-1,-1 0 1,1-1-1,0 1 1,0 0-1,-3 3 0,-5 5 241,-1 0 1,0-1-1,0 0 0,-1-1 0,-14 10 0,-38 21 1390,-94 44 1,-74 19 471,171-77-1269,-116 30 0,144-48-672,1-1 1,-1-1 0,0-3 0,-1 0 0,-55-5-1,55 0-211,1-1-1,-1-2 0,-54-17 1,85 22 6,-1-1 1,0 1 0,1 0-1,-1-1 1,1 1-1,-1-1 1,1 0 0,0 0-1,0 0 1,0 0-1,0 0 1,0 0 0,0-1-1,0 1 1,1-1-1,-1 1 1,1-1-1,0 1 1,0-1 0,0 0-1,0 0 1,0 1-1,1-1 1,-1 0 0,1 0-1,0 0 1,-1-3-1,2 2 4,-1 0 1,1 0-1,0 0 0,0 0 0,0 0 0,1 1 0,-1-1 0,1 0 0,0 1 0,0-1 0,0 1 0,0 0 0,0-1 0,1 1 0,0 0 0,0 1 0,0-1 0,5-4 0,4 0 3,0 0-1,0 0 1,1 1 0,0 1-1,0 0 1,1 1 0,-1 0-1,1 1 1,0 1 0,0 0-1,27 0 1,-2 6 14,-1 2 0,1 1 0,-1 2 1,-1 2-1,37 16 0,154 87 130,-173-83-149,-32-19-358,1 0 1,47 14-1,-54-21-658,0-1 0,1-1 1,-1 0-1,30 0 0,-19-5-3008,38-5 0,-62 6 3596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10005,'-33'41'5282,"33"-11"-4242,0 9-959,33 3 319,-7-1 80,7 1-240,32-1-240,-32-14 80,32 0-240,0-6-880,-32 0-2642,-33-6-3682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2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34 510 5042,'-33'-48'8244,"66"-8"-5203,32-12-2320,33-1-241,0 7-320,65-7-720,-6-6-2321,6 13-5523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2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7 880,'0'-7'3282,"-65"22"640,-124 60 2080,-7 29-2640,32 6-2322,34-8-399,-1-4 79,33-9-80,66-20-400,-1-7-159,33-2-1042,65-24-720,0-36-1840,33-15-4003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3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1 800,'-33'11'2043,"0"3"0,1 0 0,1 2 0,0 2 0,1 1-1,-41 33 1,4-4-555,49-36-979,1 0 0,-28 26 0,43-37-445,1 1 1,-1 0-1,1 0 1,0 0-1,0 0 0,0 0 1,0 0-1,0 0 1,0 0-1,0 1 0,1-1 1,-1 0-1,1 1 0,0-1 1,0 0-1,-1 1 1,1-1-1,1 0 0,-1 0 1,0 1-1,1-1 1,-1 0-1,2 4 0,0 0 158,1 0-1,0 0 0,0-1 1,1 1-1,-1-1 0,6 7 1,-4-7-103,1 1 0,-1-1 0,1 0 0,0 0 0,0-1 1,1 0-1,-1 0 0,1-1 0,0 1 0,0-1 0,0-1 0,0 1 1,1-1-1,13 1 0,-1 2 28,8 1-94,-1-1-1,2-1 1,-1-1 0,0-2-1,0-1 1,1-1 0,49-9 0,-59 7-50,-1-1 0,0-1 1,0-1-1,0-1 1,0 0-1,-1-1 1,-1-1-1,1 0 1,-1-1-1,-1-1 1,0-1-1,15-15 1,-25 21-8,-1 0 1,1 0-1,-2-1 1,1 0-1,-1 1 1,0-1 0,0-1-1,-1 1 1,0 0-1,0-1 1,-1 1-1,1-1 1,-2 1-1,1-1 1,-1 1-1,-2-13 1,2 18-5,0-3-19,0 0-1,-1-1 0,0 1 1,0 0-1,-1 0 1,1 0-1,-1 0 1,0 0-1,0 0 0,-1 1 1,1-1-1,-1 1 1,0-1-1,-1 1 1,1 0-1,-1 0 0,1 1 1,-1-1-1,0 1 1,-1-1-1,1 1 1,0 1-1,-1-1 1,0 1-1,-5-3 0,-9-3-417,1 2 0,-1 0 0,-1 1-1,1 0 1,-24-1 0,4 2-2345,-64 0 0,22 10-4516,70-5 596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5 1601,'-2'2'4798,"9"1"-3647,15-2 3558,-73-5 470,38 1-4655,0 2 0,-1-1 1,1 2-1,-1 0 0,1 0 1,0 2-1,-1-1 0,-17 6 1,-4 0-383,28-6-92,0 0 0,-1 0 1,1 1-1,0-1 0,0 2 0,-8 3 0,-36 19 254,32-15-196,0-1-1,-28 21 1,27-16-68,1-2 27,1 2 0,-17 15-1,5-2 21,-38 42 80,37-39-97,-7 10 79,36-38-136,0 0 0,0 1 0,0-1 0,1 1 0,-1-1 0,1 1-1,0 0 1,-1 0 0,1 0 0,1-1 0,-1 1 0,0 0 0,0 4 0,2-5-3,-1 0 0,1 0 0,-1 0 0,1-1 0,-1 1 0,1 0-1,0 0 1,0 0 0,0-1 0,2 3 0,4 9 68,2 13 100,-8-21-162,1-1 0,-1 1 0,1-1 0,0 0 0,0 0 0,1 1 0,-1-1 0,1-1 0,-1 1 0,1 0 0,1-1 1,3 5-1,17 12 87,0-1 0,45 28 1,-53-38-44,1 0 1,0-1-1,0-1 1,1 0-1,0-1 1,24 4-1,-17-6-10,1-1-1,0-2 1,0 0-1,-1-1 0,1-2 1,0-1-1,0 0 1,-1-2-1,0-1 1,0-2-1,0 0 1,-1-1-1,-1-1 0,1-2 1,-2 0-1,24-17 1,8-8 214,-3 2 135,77-67-1,-112 87-269,-2 0 1,0-1 0,0-1-1,-2 0 1,0-1 0,-1 0-1,-1 0 1,13-32-1,-18 37-64,-2 6-4,0-1 0,0 0 1,-1 0-1,0 0 0,1-12 1,-3 17-74,0 0 1,0 1 0,0-1 0,-1 1 0,1-1 0,-1 1-1,0-1 1,1 1 0,-1-1 0,0 1 0,-1-1 0,1 1 0,0 0-1,-1 0 1,1 0 0,-1 0 0,0 0 0,1 0 0,-1 0-1,0 0 1,-4-2 0,1 1-221,-1-1 1,0 1-1,0 0 0,0 0 0,0 0 1,-1 1-1,1 0 0,-1 1 0,1-1 1,-1 1-1,0 1 0,-8-1 0,-11 1-2270,-49 8 0,71-7 2222,-154 29-10792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8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776 27 2241,'4'-11'5290,"12"8"-3895,-9 3-530,-7 0-834,0 0 0,-1 0-1,1 0 1,0 0 0,0 0-1,0 0 1,0-1 0,0 1-1,0 0 1,-1 0 0,1 0-1,0 0 1,0 0 0,0 0-1,0 0 1,0 0 0,0-1-1,0 1 1,0 0 0,0 0-1,0 0 1,-1 0 0,1 0-1,0-1 1,0 1 0,0 0 0,0 0-1,0 0 1,0 0 0,0 0-1,0-1 1,0 1 0,0 0-1,0 0 1,0 0 0,0 0-1,0 0 1,0-1 0,1 1-1,-1 0 1,0 0 0,0 0-1,0 0 1,0 0 0,0 0-1,0-1 1,0 1 0,0 0 0,0 0-1,0 0 1,1 0 0,-1 0-1,0 0 1,0 0 0,0 0-1,0 0 1,0-1 0,1 1-1,-1 0 1,-22-5 1503,9 13 4608,-28 18-5067,33-22-911,-223 136 2593,-62 102-2117,266-219-223,2 0 0,1 2 0,1 2 0,-22 30 0,39-48-340,-1 1 0,2 0-1,-1 1 1,1-1 0,1 1-1,0 0 1,1 1 0,0-1-1,0 0 1,1 1 0,1 0-1,0-1 1,1 1 0,0 0-1,0-1 1,3 13 0,0-11-213,0 0 1,0-1-1,2 1 1,-1-1-1,2 0 1,-1 0 0,2 0-1,-1-1 1,2 0-1,-1-1 1,2 1 0,9 9-1,-10-13-638,1 0 1,-1 0-1,1-1 0,0 0 0,1-1 1,-1 0-1,1 0 0,0-1 1,20 6-1,-4-5-4222,40 2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49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0 1441,'-4'1'15994,"-19"13"-15127,23-14-840,-1 0 1,1 1 0,0-1 0,-1 1 0,1-1-1,0 1 1,-1-1 0,1 1 0,0-1-1,0 1 1,0-1 0,-1 1 0,1-1-1,0 1 1,0-1 0,0 1 0,0-1-1,0 1 1,0-1 0,0 1 0,0 0-1,0-1 1,0 1 0,0-1 0,0 1-1,1-1 1,-1 1 0,0-1 0,0 1 0,1-1-1,-1 1 1,0-1 0,0 1 0,1-1-1,-1 0 1,1 1 0,51 79 1240,-24-40-1104,-2 1 0,26 57 1,-49-92-141,13 32 195,15 51 0,-27-76-127,-1 1 0,-1 0 1,0 0-1,-1 0 0,0 0 1,-1 0-1,-3 25 0,-19 67 989,11-4 79,-11-8-173,18-60-673,3-19-112,-2 0 0,-5 23 1,-21 27 406,9-24-271,-6 22 78,17-38-275,-1-1 0,-2 0 0,0 0-1,-27 37 1,9-27-297,-1-1 0,-40 31 0,24-21-696,30-27-177,0-1-1,-2-1 1,-26 17 0,32-23-400,-2-2 1,1 1-1,-20 4 1,-92 20-12325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2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1 188 1361,'0'-6'2321,"32"-3"320,-32-3-80,0-9-240,33-8-240,0 2-400,32 0-321,-33 6-239,34 0-321,-1 7-319,0 14-481,27 0-1681,-27 14-2961,-32 7-1441,-1 0 800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2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10005,'0'6'10484,"91"0"-8002,138 3-3523,0 18-240,-1-7-2720,-6-20-6724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23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2071 32 160,'0'0'4762,"-5"-2"-2614,-153-24 5322,136 24-7143,0 1 0,0 1 0,0 1-1,-35 6 1,-86 25 720,73-14-687,24-7-151,0 2 0,-58 25 0,-61 20-59,110-42-114,1 3 0,2 2 0,-68 37 0,23-5 26,-34 23-71,98-54-19,14-11 22,1 2-1,0 0 1,-19 19 0,-7 22 73,19-29-31,13-13-43,0 0 0,1 0-1,1 1 1,-12 18-1,7-7-13,-31 36 0,31-43 28,2 1 0,0 0 1,-16 31-1,8-8-44,7-15-17,1 0 0,1 1 0,1 1 0,-10 38 0,10 23-92,-4-27 132,-3 0 1,-35 82 0,-12 5-1,60-142 96,1 1-1,-1 0 1,2 1 0,-1-1-1,2 0 1,-1 1 0,1 0-1,0-1 1,1 1-1,-1 0 1,2 0 0,0 0-1,0 0 1,0 0-1,1 0 1,3 14 0,18 32 104,-11 0-359,-4-35 144,1-1 1,1 0-1,22 32 1,5 13 169,-25-45-44,1 0 0,1-1 1,17 20-1,-14-18-84,-1 0-1,14 24 0,-15-17-27,2-1 0,2-1 0,0 0-1,1-1 1,1-1 0,38 33 0,3-2-15,-42-35 67,1-2-1,43 30 1,-32-28 118,1-2-1,0-2 1,1 0 0,40 11-1,-21-12-17,114 38-47,-89-27-161,-3 0 249,-25 7 115,-1-7 268,57 20-1,-72-33-138,0-1 1,37 6-1,50 0 872,-114-16-1108,0 1 0,1-1-1,-1 2 1,0-1 0,0 1 0,6 3 0,20 9 607,13 10-124,-33-18-480,0 0 1,0 0 0,26 8 0,-14-7-136,-10-5-19,1 2 0,-1-1 0,0 2-1,-1 0 1,1 1 0,-1 0 0,24 17 0,-36-22-35,0 0 0,0 0 0,0 0 0,-1-1 0,1 1 0,0 0 0,-1 0 0,1 0 0,-1 0 0,0 0 0,0 1 0,1-1 0,-1 0 0,-1 0 0,1 0 0,0 0 0,-1 3 0,0 3 0,1-3-1,0 0-1,0 0 1,0 0-1,1 1 0,-1-1 1,1 0-1,1 0 1,-1-1-1,1 1 1,0 0-1,0 0 1,0-1-1,0 1 1,1-1-1,0 0 1,0 1-1,0-2 0,0 1 1,1 0-1,0 0 1,-1-1-1,1 0 1,0 0-1,1 0 1,6 3-1,6 4 9,-1-1-1,1-1 0,0-1 1,34 9-1,0 0 29,145 40 832,-21-14-48,-77-16 302,178 23-1,-95-36-1120,213-13 0,231-57 0,-617 56 0,17-1 0,0-1 0,-1-2 0,1 0 0,-1-1 0,-1-2 0,46-20 0,-58 21 0,0-1 0,0 0 0,-1 0 0,11-13 0,19-15 0,-11 11 0,-6 5 0,0 0 0,21-26 0,-33 34 0,0 1 0,0 1 0,1 0 0,0 0 0,26-14 0,72-29 0,-21 12 0,-40 15 0,-2-3 0,85-66 0,-90 64 0,61-33 0,-31 21 0,195-140 0,-245 170-3,-17 11 1,0-1 0,0-1 0,-1 1 0,1-1 1,-1 1-1,0-1 0,0-1 0,0 1 0,5-7 1,0 1 5,-7 9-3,-1 0-1,0 0 1,1 0 0,-1 0 0,0 0 0,0 0-1,0-1 1,0 1 0,0-1 0,0 1-1,0 0 1,-1-1 0,1 0 0,0 1 0,-1-1-1,1 1 1,-1-1 0,0 0 0,1 1-1,-1-1 1,0-2 0,0 1-1,0 0 0,1-1 0,0 1 0,-1 0 0,1 0 0,0 0 0,0 0 0,1 0 0,-1 0 0,1 0 0,-1 0 0,1 1 0,3-4 0,4-9 0,24-39 0,-32 51 0,0 0 0,0 1 0,0-1 0,0 0 0,0 0 0,-1 0 0,1 0 0,-1 0 0,0 0 0,0 0 0,0 0 0,0 0 0,-1-4 0,0-5 0,3-32 0,-1 32 0,-1 0 0,0-1 0,0 1 0,-1 0 0,-1-1 0,-3-13 0,-17-29 0,13 25 0,7 20 0,-2-1 0,1 1 0,-1 0 0,0 0 0,-8-11 0,-24-36 0,-2 1 0,-3 3 0,-2 1 0,-60-56 0,71 75-108,22 22 24,-1 0 1,0 1-1,0 0 1,-18-11-1,-7-2 33,8 7 104,0-2 0,2-1 0,-41-36 0,-35-62 93,48 58-399,-83-115-1,7-25 148,121 189 104,1 0 1,-2 1 0,1 0 0,-1 1-1,-1 0 1,1 0 0,-1 1 0,-18-8-1,-27-20-80,33 20 2,-183-120-413,-54-32 66,206 133 381,-1 2 0,-2 3 0,-79-29 0,111 47 16,-63-24-522,-3 3-1,-1 4 0,0 4 1,-2 4-1,-1 4 1,-97-3-1,-112 25-2880,102 18-2112,67 4-2792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1160 8 4642,'5'-2'3922,"17"-3"-1094,-22 5-2761,1 0 0,-1 0 1,0 0-1,0 0 0,1 0 1,-1 0-1,0 0 0,1 0 0,-1 0 1,0 0-1,0 1 0,1-1 0,-1 0 1,0 0-1,0 0 0,0 1 1,1-1-1,-1 0 0,0 0 0,0 0 1,0 1-1,0-1 0,1 0 1,-1 0-1,0 1 0,0-1 0,0 0 1,0 0-1,0 1 0,0-1 0,0 0 1,0 1-1,0-1 0,0 0 1,0 0-1,0 1 0,0-1 0,0 0 1,0 1-1,0-1 0,0 0 1,0 0-1,0 1 0,0-1 0,0 0 1,-1 0-1,1 1 0,0-1 0,0 0 1,0 0-1,0 1 0,-1-1 1,1 0-1,0 0 0,0 0 0,0 1 1,-1-1-1,1 0 0,0 0 1,0 0-1,-1 0 0,1 0 0,0 0 1,0 1-1,-1-1 0,1 0 0,0 0 1,-1 0-1,-10 5 352,1 0-1,-1 1 1,1 1 0,0 0-1,1 0 1,0 1 0,0 0-1,0 0 1,1 1 0,1 0-1,-1 1 1,-6 12-1,-6 5 395,15-21-708,0 0-1,1 0 1,-1 0 0,1 0 0,1 1-1,-1-1 1,1 1 0,0 0 0,1 0 0,0 0-1,0 1 1,-1 8 0,3-8-35,0 0-1,-1 0 1,0 0 0,0 0 0,-1-1-1,1 1 1,-2 0 0,1-1 0,-1 1 0,0-1-1,-1 0 1,-8 13 0,-21 39 20,21-34-63,-2-1 1,-1-1-1,0 0 0,-32 35 1,-40 26-68,28-20 32,-45 46 162,-20-2 489,-45 45 208,29-2-580,114-120-499,1 2 0,-40 69 0,63-98 102,-3 4-118,1 1-1,0-1 1,1 1-1,0-1 1,-4 17 0,7-23 32,-1 0 1,1 0 0,0-1 0,0 1 0,0 0-1,0 0 1,1-1 0,-1 1 0,0 0 0,1 0-1,-1-1 1,1 1 0,0 0 0,0-1 0,-1 1-1,1 0 1,0-1 0,0 1 0,0-1 0,0 0-1,1 1 1,-1-1 0,0 0 0,1 0 0,-1 0-1,1 0 1,-1 0 0,1 0 0,-1 0 0,1 0 0,0 0-1,-1-1 1,1 1 0,0-1 0,-1 1 0,1-1-1,3 0 1,17 2-3317,1-1 0,0-1-1,23-3 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457 171 4002,'-66'9'8677,"1"-5"-4662,-65 10-1420,125-13-2424,1 0 1,-1 0 0,1 1-1,0 0 1,0 0-1,-6 3 1,-20 9 868,23-11-845,0-1 0,0 1 0,0 1 0,0-1 0,0 1 0,1 1 0,-1-1 0,1 1 0,0 0-1,1 0 1,-1 1 0,-8 11 0,-19 48 1166,32-63-1331,0 0 0,1 0 0,-1 0 0,1 1 0,-1-1 0,1 0 1,0 0-1,0 1 0,0-1 0,0 0 0,0 1 0,0-1 0,1 0 0,-1 0 0,1 0 0,-1 1 0,1-1 0,2 4 1,1 0 49,0 1 0,0-1 1,1 0-1,7 7 0,12 18 161,-23-28-227,0 0-1,1 1 1,0-1 0,0 0-1,0 0 1,0 0-1,1 0 1,-1-1 0,1 1-1,-1-1 1,1 1 0,0-1-1,0 0 1,0 0 0,0 0-1,1 0 1,-1-1 0,0 1-1,1-1 1,6 2 0,-6-2-8,1 1-15,1-1-1,-1 1 1,1-1-1,-1 0 1,1-1-1,10 1 1,13-2-146,1-1 1,-1-1 0,41-9 0,-53 8 124,-1-1 1,1-1 0,-1 0 0,0-1-1,-1-1 1,0 0 0,0-1-1,20-16 1,-17 10-3,-1-1 0,0-1 0,-1-1-1,-1 0 1,-1-1 0,0 0 0,-1-1-1,-2-1 1,0 0 0,-1-1 0,13-42-1,-22 60 26,0 0-1,0-1 0,-1 1 1,1-1-1,-1 1 0,0-1 1,-1 1-1,1-1 0,-1 1 1,0-1-1,0 1 0,0 0 1,-1-1-1,1 1 1,-5-7-1,1 3-38,0 0-1,-1 1 1,0 0 0,-1 0-1,-14-12 1,16 15-136,0 0 0,-1 1 0,0-1-1,0 1 1,0 0 0,0 1 0,0 0 0,-1 0-1,1 0 1,-1 1 0,0 0 0,1 0 0,-1 0-1,-9 1 1,-1-1-406,-18 1-427,3 2-4314,2 0-3361,24-2 2647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8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957 0 2641,'-11'0'10410,"-43"2"-7160,11 4-2010,1 3 1,0 1 0,1 2-1,-47 21 1,70-26-965,1 2 0,1 1 1,0 0-1,0 1 0,1 0 1,-18 17-1,29-23-174,0-1 0,0 1 0,1 0 0,0 0 0,0 0 0,0 0 0,0 0 0,1 1 0,0-1 0,0 1 0,0 0 0,1-1 0,-1 1 0,2 0 0,-1 0-1,0 0 1,1 0 0,1 7 0,0-2-9,1 1 0,0-1 0,1 1 0,0-1 0,1 0 0,0 0 0,11 20 0,-10-22-72,2 0 0,-1-1 0,1 1 0,0-2 0,1 1 0,-1-1 0,2 0 0,-1 0 0,1-1-1,0 0 1,0-1 0,0 0 0,1 0 0,0-1 0,0 0 0,16 3 0,-5-2-62,0-1 0,1-1 0,-1-1-1,0 0 1,1-2 0,-1-1 0,33-5 0,-41 4-10,0-2-1,0 1 1,16-8 0,-24 9 33,0 0 1,1-1-1,-1 1 0,0-1 0,0-1 0,-1 1 1,1-1-1,-1 0 0,1 0 0,3-5 1,3-16 3,0 13 19,-10 11-1,0-1 1,1 1-1,-1 0 1,0-1-1,1 0 1,-1 1-1,0-1 0,0 0 1,0 0-1,0 1 1,-1-1-1,1 0 1,0 0-1,-1 0 0,0 0 1,1 0-1,-1 0 1,0 0-1,0-3 1,1-17 96,0 15-70,0 1 1,-1-1-1,0 1 0,0-1 0,0 1 0,-1 0 1,0-1-1,0 1 0,-4-11 0,-5 3 58,8 12-60,0 0-1,1 0 1,-1 0-1,1 0 1,-1 0 0,1 0-1,0 0 1,0 0 0,0-1-1,0 1 1,1 0 0,-1-1-1,0 1 1,1-1-1,0-3 1,0 4-6,-1 1-1,1-1 1,0 1 0,0 0-1,0-1 1,-1 1-1,1 0 1,-1-1 0,1 1-1,-1 0 1,1 0 0,-1-1-1,0 1 1,0 0 0,0 0-1,1 0 1,-1 0-1,0 0 1,0 0 0,-1 0-1,1 0 1,0 1 0,0-1-1,0 0 1,0 0 0,-3 0-1,-2-2 47,245 169 91,-208-139-220,-1 0-1,35 43 1,-55-58 90,0 1 1,-1 1-1,-1-1 1,0 1 0,-1 0-1,0 1 1,-1 0-1,4 17 1,-9-29-24,0 1 1,-1 0 0,1-1-1,-1 1 1,0 0-1,0 0 1,0-1 0,0 1-1,-1 0 1,1 0-1,-1-1 1,0 1 0,0-1-1,0 1 1,-1-1-1,-2 5 1,-1 0 34,-1 0 0,0 0 0,-1-1 0,-11 11 0,8-8 19,-22 21 351,-1-1 1,-2-1-1,-1-2 1,-1-2-1,-1-1 0,-77 36 1,-292 81 347,138-72-2280,221-59-274,-1-3 0,-97 2 0,86-15-2733,58 6 4104,0-1 1,0 1-1,-1-1 0,1 0 1,0 0-1,0 0 0,0 0 1,0 0-1,0 0 0,0-1 0,0 1 1,0 0-1,-2-4 0,3 4 41,0 0 0,1-1 0,-1 1 0,1 0 0,-1-1 0,1 1 0,0-1 0,-1 1-1,1 0 1,0-1 0,0 1 0,0-1 0,0 1 0,0-1 0,0 1 0,1 0 0,-1-1 0,1-1-1,13-31-7617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809 234 880,'-131'-29'10285,"66"4"-6817,51 21-2625,0-1 0,1 0 1,-16-9-1,13 7-321,16 6-479,-1 1 0,0-1 0,1 1 0,-1-1 0,1 0-1,0 1 1,-1-1 0,1 0 0,-1 1 0,1-1 0,0 0-1,0 0 1,-1 1 0,1-1 0,0 0 0,0 0 0,0 1-1,0-1 1,0 0 0,0 0 0,0 1 0,0-1-1,0 0 1,0 0 0,0 1 0,1-1 0,-1 0 0,0 0-1,1 1 1,-1-1 0,0 0 0,1 1 0,-1-1 0,0 0-1,1 1 1,-1-1 0,2 0 0,12-7 111,-1 0 0,1 2 0,1 0 0,-1 0 0,20-4 1,-19 5-120,51-13 5,0 2 0,2 3 0,85-6 0,-146 18-41,8 0-117,0 0-1,26 3 1,-38-2 97,-1 0 1,1 1 0,0-1-1,-1 1 1,1-1-1,-1 1 1,1 0-1,-1 0 1,1 0-1,-1 0 1,1 1-1,-1-1 1,0 1-1,0-1 1,0 1 0,0 0-1,0 0 1,0 0-1,0 0 1,0 0-1,-1 0 1,2 3-1,-2-1 18,0 0 1,0 0-1,0 0 0,-1 0 0,1 0 0,-1 1 0,0-1 0,0 0 0,-1 0 1,1 0-1,-1 0 0,0 0 0,0 0 0,-2 5 0,0-2 7,0 1 1,0 0-1,-1-1 0,-1 1 0,1-1 1,-10 11-1,-2-3 23,-1 0 1,-1-2-1,0 0 1,0-1-1,-22 10 0,-13 9 22,-5 8 63,28-18 226,-56 28-1,-22-1 44,-131 39-1,212-79-384,-1-1 0,-1-1 0,1-1 0,0-2 0,-1 0 0,0-3 0,0 0 0,0-1 0,-36-8 0,59 8-48,0 0 0,1-1-1,-1 0 1,1 0 0,-1-1 0,1 0 0,0 0 0,0 0 0,0 0-1,-6-6 1,10 9 45,1-1 0,0 1 0,0 0 0,-1 0 0,1 0 0,0-1 1,0 1-1,-1 0 0,1-1 0,0 1 0,0 0 0,0 0 0,-1-1 0,1 1 0,0 0 0,0-1 0,0 1 0,0 0 0,0-1 0,0 1 0,0-1 0,0 1 0,0 0 0,0-1 0,0 1 0,0 0 0,0-1 0,0 1 0,0 0 0,0-1 0,0 1 1,0 0-1,0-1 0,1 1 0,-1 0 0,0-1 0,0 1 0,0 0 0,1-1 0,-1 1 0,0 0 0,0 0 0,1-1 0,-1 1 0,1 0 0,4-4 17,1 1-1,0 0 1,-1 1 0,1-1 0,1 1-1,-1 0 1,0 1 0,0-1-1,1 1 1,-1 0 0,1 1-1,8 0 1,22 1 114,44 6 0,-5 6 40,0 3 1,132 47-1,-176-51-156,0 2-1,0 2 1,-2 0 0,0 3-1,-1 0 1,29 25-1,-35-27-628,0-1 0,50 25 0,-59-35-498,1 0 0,0 0-1,0-2 1,0 0-1,0-1 1,1 0 0,22 0-1,87-6-10165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48 7684,'-59'0'7763,"27"0"-4722,32-6-2160,32 0-561,1-2 0,-7 1 80,72 1 81,65 6-81,33-8-560,65 16-2161,-104-2-2001,-92-12-2722,-32-9-159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1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 5763,'-98'56'7763,"33"-14"-5282,32 12-1920,-58 8 799,-7 21 241,33-2-240,-1 9-321,34-1-400,-34-12-320,34-15-800,64-22-2161,34-19-6003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1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1 1681,'-33'96'5602,"-32"7"-2400,0-13-1922,32 6 161,-26-1-160,-39 3 559,0-9-399,33-14-881,0 2-480,0-2 81,32-7-482,33-11-2400,33-37-4642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425 108 6403,'-43'16'2186,"3"-2"-641,1 2 0,0 1 0,2 2 0,-59 38 0,62-33-1025,20-16-213,1 2 0,0-1 1,-13 14-1,23-20-165,0 0 0,0 0 0,1 0 0,-1 1 0,1-1 0,0 1 0,0 0 0,0 0 0,1-1-1,-1 1 1,1 0 0,0 1 0,0-1 0,0 0 0,0 0 0,1 6 0,0-7-81,0 0 0,0-1-1,1 1 1,-1 0 0,1 0 0,0 0-1,0-1 1,0 1 0,0 0 0,0-1-1,1 1 1,-1-1 0,1 1 0,-1-1-1,1 0 1,0 1 0,0-1 0,0 0-1,0 0 1,1-1 0,-1 1 0,0 0-1,1-1 1,-1 1 0,1-1 0,3 1-1,7 3-11,-1-1-1,0-1 0,1 0 0,23 2 0,-11-4 5,0 0 1,0-2-1,-1 0 0,1-2 1,42-10-1,-40 9-163,0-2 1,-1-1-1,0-1 0,0-1 1,-1-1-1,0-2 0,-1 0 1,36-24-1,21-30-765,-72 57 731,0 0 0,0 0 1,-1-1-1,-1 1 0,1-2 1,7-15-1,-13 22 84,-1 1-1,1-1 1,-1 0 0,0 1 0,-1-1-1,1 0 1,-1 0 0,1 0-1,-1 0 1,0 1 0,-1-1 0,1 0-1,-1 0 1,1 0 0,-1 1-1,0-1 1,-1 0 0,1 1-1,-1-1 1,1 1 0,-5-7 0,-3-8-415,8 14 327,0 0-1,-1 1 1,0-1 0,1 1-1,-1 0 1,0-1 0,-1 1-1,1 0 1,-1 0-1,1 0 1,-1 1 0,0-1-1,0 1 1,0-1 0,0 1-1,0 0 1,-1 0-1,1 0 1,-1 1 0,1-1-1,-1 1 1,0 0-1,-5-1 1,8 1 121,-64-19-3148,0 6-1587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1653 0 5042,'-194'33'8389,"-9"8"-3732,170-35-4319,15-3-120,1 1 0,0 0 0,0 1 0,0 0 0,0 2-1,1 0 1,-17 10 0,18-8 133,-11 6 704,-32 26 0,52-36-827,0 0 1,0 0 0,1 0-1,0 1 1,0 0 0,1 0-1,-1 0 1,1 1 0,1-1-1,-6 13 1,8-16-148,0 1-1,1 0 1,-1 0 0,1 0-1,0 0 1,0 0 0,0 0-1,0 0 1,1 0 0,0 0 0,0-1-1,0 1 1,0 0 0,0 0-1,1-1 1,-1 1 0,1-1-1,0 1 1,0-1 0,1 0 0,-1 0-1,1 0 1,-1 0 0,1 0-1,6 4 1,3 4-18,1-2 1,0 0-1,1 0 0,20 8 0,-20-9-235,1-1-1,0-1 0,24 6 0,-34-11 59,-1 0-1,1 0 0,0-1 0,0 0 0,0 0 0,0 0 0,-1-1 0,1 0 0,0 0 0,0 0 0,-1 0 1,1-1-1,-1 0 0,9-4 0,-5 1 55,-1-1 0,0 0 0,-1 0 0,1 0 0,-1-1 0,0 0 0,7-12 0,-11 15 70,-1 1 0,0-1 0,0 0 1,0 1-1,0-1 0,-1 0 0,1 0 1,-1 0-1,0 0 0,0 1 0,-2-9 0,1-3 41,2-2 30,0 12-42,-1 0-1,0 0 1,0 0-1,0 0 1,0 1 0,-1-1-1,0 0 1,0 0-1,-3-8 1,-18-15 254,21 25-249,-1 0 1,0 0-1,0 0 0,0 0 0,0 1 0,0-1 0,-1 1 0,1 0 0,-1-1 0,0 1 1,-4-2-1,6 3-27,-5-7 117,6 8-134,0 2-12,0-1 0,1 0 0,-1 0 0,0 0 0,1 1 0,-1-1 1,0 0-1,1 0 0,0 0 0,-1 0 0,1 0 0,0 0 1,-1 0-1,1 0 0,0 0 0,0 0 0,1 1 0,3 4 14,78 101 394,-73-93-316,-1 1 0,-1 1 1,0 0-1,-2 0 1,1 0-1,4 22 1,-10-30-40,0 1 0,0-1 1,-1 0-1,0 0 0,0 1 1,-1-1-1,0 0 0,-1 0 0,0 0 1,0 0-1,-1 0 0,0 0 1,-6 12-1,2-4 48,0 0 101,-1 0-1,0 0 1,-2-1 0,1-1 0,-2 1 0,0-1 0,0-1 0,-17 14-1,-9 5 742,-68 43-1,94-68-818,-31 20 216,-2-2 0,-1-1-1,-59 22 1,-155 31-345,193-61-683,0-4 0,-1-2-1,-104 2 1,151-12-76,0-2 0,1 0 1,-36-8-1,50 9 365,0 0 0,0-1 0,0 0 1,0 0-1,0 0 0,1-1 0,-1 1 0,1-1 0,0 0 1,-1 0-1,1-1 0,1 1 0,-1-1 0,0 0 0,1 0 1,0 0-1,-5-9 0,5 6-775,1-1 0,0 0 1,1 0-1,-1 0 0,1 0 1,1 0-1,0-15 0,0 23 1148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3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283 129 800,'0'0'10098,"5"-1"-7443,0 0-2418,1 0-1,-1-1 1,0 0 0,0 1 0,0-2 0,-1 1-1,1 0 1,0-1 0,-1 0 0,0 0-1,8-8 1,-1 3-180,0 0 0,1 1 0,0 0 0,0 0-1,24-8 1,23-13 2,-56 26-68,0 0 0,0 1-1,0-1 1,0 1 0,0-1-1,0 1 1,5-1-1,-8 2 12,1 0 0,-1 0 0,0 0 0,0 0 0,1 0 0,-1 0 0,0 0 0,0 0 0,1 0-1,-1 0 1,0 0 0,0 0 0,1 0 0,-1 1 0,0-1 0,0 0 0,1 0 0,-1 0-1,0 0 1,0 0 0,0 1 0,1-1 0,-1 0 0,0 0 0,0 0 0,0 0 0,0 1 0,0-1-1,1 0 1,-1 0 0,0 1 0,0-1 0,0 0 0,0 0 0,0 1 0,0-1 0,0 0 0,0 0-1,0 1 1,0-1 0,-9 25 262,-15 11 406,-1-1 0,-2-1 0,-33 33-1,-49 60 1374,33-11-762,14-33-612,33-47-463,2 2 1,1 1-1,-21 44 0,45-77-219,-2-1-97,2 1-1,-1 0 1,1 0-1,0 0 1,0 1 0,-2 12-1,4-17-25,0 0 0,0 0 0,1 0 1,-1 0-1,1 0 0,-1 0 0,1 1 0,0-1 0,-1 0 0,1-1 0,0 1 0,1 0 0,-1 0 0,0 0 0,0-1 1,1 1-1,-1 0 0,1-1 0,-1 1 0,1-1 0,0 0 0,0 0 0,-1 1 0,1-1 0,0 0 0,2 0 1,5 3-703,-1-1 1,1 0-1,-1-1 1,1 0-1,0 0 1,0-1 0,0 0-1,14 0 1,14-3-5006,51-10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3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57 3522,'-60'13'5911,"-79"29"0,17 6-2033,109-42-3440,-1 1 0,1 0 0,-24 17 1,31-18-243,0-1 1,0 1 0,1 1 0,0-1 0,0 1 0,0 0 0,1 0 0,0 0 0,-3 8 0,-9 18 664,4-6 369,-19 53 0,30-76-1145,0-1-1,0 1 0,1 0 0,-1-1 1,1 1-1,0 0 0,0-1 1,0 1-1,1 0 0,-1-1 0,1 1 1,0-1-1,0 1 0,0-1 0,0 1 1,1-1-1,-1 0 0,4 5 1,-2-4-16,1 0 1,0 0 0,-1 0 0,1-1-1,1 1 1,-1-1 0,0 0 0,1 0-1,0-1 1,0 0 0,6 3 0,11 2 64,0-2-1,0 0 1,1-1 0,38 1 0,-32-3 43,1-1-1,-1-2 1,1-1-1,-1-1 1,1-2-1,-1 0 1,-1-2-1,1-2 1,-1 0-1,-1-2 1,0-1-1,47-27 1,-64 32-119,-1 0-1,1 0 1,-1-1 0,0-1 0,-1 1-1,0-1 1,9-13 0,-14 17-27,0 0 1,-1 0-1,1 0 1,-1 0-1,0-1 0,-1 1 1,1-1-1,-1 1 0,0-1 1,0 1-1,-1-1 1,1 0-1,-1 1 0,-1-1 1,1 0-1,-1 1 1,-1-8-1,0 6-26,-1 0 1,0 1-1,0-1 1,0 1-1,0-1 1,-1 1-1,0 0 1,-1 0-1,1 1 1,-1-1-1,0 1 1,0 0-1,-1 1 1,-7-6-1,-7-3-22,-1 0-1,-40-16 1,46 22 0,-116-55-3998,127 59 3188,-1 0 0,1 1 0,0-1 0,0-1 0,0 1 0,-4-5 0,8 7 690,0 1 1,-1 0 0,1 0-1,0-1 1,0 1-1,-1 0 1,1 0-1,0-1 1,0 1-1,0 0 1,-1-1 0,1 1-1,0 0 1,0-1-1,0 1 1,0-1-1,0 1 1,0 0 0,0-1-1,0 1 1,0 0-1,0-1 1,0 1-1,0-1 1,0 1-1,0 0 1,0-1 0,0 1-1,0 0 1,0-1-1,1 1 1,-1 0-1,0-1 1,0 1 0,0 0-1,1-1 1,-1 1-1,0 0 1,0 0-1,1-1 1,-1 1-1,0 0 1,1 0 0,-1-1-1,0 1 1,0 0-1,1 0 1,-1 0-1,1 0 1,-1-1 0,0 1-1,1 0 1,-1 0-1,0 0 1,1 0-1,0 0 1,53-14-9228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0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80 3842,'0'-76'14206,"-2"73"-12690,-12 2-30,-32 8 166,1 3 1,0 1-1,0 2 1,-51 23-1,54-20-946,0 3-1,1 1 1,-48 32-1,67-37-626,2 1 0,0 1 0,1 0 1,0 2-1,2 0 0,0 1 0,-21 34 0,28-39-79,1 0 0,0 1 0,1 0 0,1 0 0,-8 28 0,13-38 0,1 0 0,0 0 0,1 1 0,-1-1 0,1 0 0,0 0 0,1 0 0,0 0 0,-1 0 0,2 0 0,-1 0 0,1 0 0,0 0 0,0 0 0,1 0 0,0-1 0,0 1 0,0-1 0,0 0 0,7 7 0,-4-6 0,0 1 0,1-1 0,0-1 0,0 1 0,0-1 0,1-1 0,0 1 0,0-1 0,0 0 0,9 2 0,9 2 0,47 9 0,-72-17 0,40 6 0,-1-2 0,1-2 0,0-1 0,0-2 0,0-2 0,0-2 0,-1-1 0,42-13 0,-58 12 0,-1-2 0,-1 0 0,22-13 0,-35 17 0,0 0 0,0-1 0,-1 0 0,0 0 0,0 0 0,-1-1 0,13-15 0,-17 16 10,0 0 1,-1 0-1,1 0 1,-1 0-1,-1 0 1,1 0-1,-1-1 0,0 1 1,0-1-1,-1-10 1,0 0-202,-1 1-1,-6-32 1,6 42-80,-1 1-1,1 0 1,-1 0-1,0 0 1,0 0 0,-1 0-1,0 1 1,1-1-1,-2 1 1,1-1 0,0 1-1,-1 0 1,0 0-1,-8-6 1,2 3-960,-1 1-1,0 0 1,-1 0 0,1 1 0,-22-6 0,-120-26-10655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17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69 1281,'1'-2'158,"0"1"0,0 0 0,0 0 0,0 0 0,0 1 0,0-1 0,0 0 0,0 0 0,0 0 0,0 1 0,1-1 0,-1 1 0,0-1 0,1 1 0,-1-1 0,0 1 1,1 0-1,-1 0 0,0 0 0,3-1 0,-4 1 124,109-23 7762,-22-3-6337,-63 21-1052,-15 5-42,-16 2-442,1 0 1,-1 1 0,1 0 0,-1 0 0,1 0 0,0 1 0,0 0 0,1 0-1,-1 0 1,1 1 0,0 0 0,-7 8 0,-2 1 208,-47 46 461,2 3-1,3 3 0,-78 119 1,129-177-848,-54 100-467,58-107 436,0 0 0,1 0-1,-1 0 1,1 0-1,0 0 1,-1 0-1,1 0 1,0 0-1,0 0 1,-1 0 0,1 0-1,0 0 1,0 0-1,0 0 1,0 0-1,0 0 1,1 0-1,-1 0 1,0 0 0,0 1-1,1-1 1,-1 0-1,0-1 1,1 1-1,-1 0 1,1 0-1,0 1 1,1-1-149,0 0 0,-1 0 0,1 0 0,0 0 0,0-1 0,0 1 0,-1-1 0,1 0 0,0 1 0,0-1 0,0 0 0,0 0 0,0 0 0,0 0 0,2-1 0,56-10-6256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17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910 1 5042,'-227'100'11237,"-2"15"-8841,82-35-2062,33 3 519,69-53-466,-31 24 341,68-48-571,0 1 0,1 0 0,-1 1 0,2-1 0,-1 1 1,-8 13-1,13-16-40,0-1-1,1 0 1,-1 1 0,1-1 0,-1 1 0,1-1 0,1 1 0,-1 8 0,0-11-61,1 0 1,0 1-1,1-1 1,-1 1 0,0-1-1,1 0 1,-1 1-1,1-1 1,-1 0 0,1 1-1,0-1 1,0 0 0,0 0-1,1 0 1,-1 0-1,2 3 1,2-2-7,0 0-1,0 0 1,0-1 0,1 0 0,-1 0-1,1 0 1,-1 0 0,1-1 0,-1 0-1,8 1 1,46 6 143,1-2 1,1-3-1,-1-3 0,103-12 1,-112 4 36,1-1 0,-1-3 0,-1-2 0,0-2 0,86-42 1,-98 38-71,49-35 0,-74 46-149,-1-1 1,0 0-1,-1 0 1,0-1-1,0-1 0,12-17 1,-21 26-17,0 0 0,-1 0 0,1 0 0,-1 0 0,1 0 0,-1 0 0,0 0 1,0-1-1,-1 1 0,1 0 0,0-1 0,-1 1 0,0 0 0,0-1 0,0 1 0,0-1 0,-1 1 0,1 0 0,-1-1 1,0 1-1,0 0 0,0 0 0,0 0 0,-1 0 0,1 0 0,-1 0 0,0 0 0,0 0 0,0 0 0,0 1 1,0-1-1,-1 1 0,1-1 0,-1 1 0,1 0 0,-1 0 0,-5-3 0,-4 1-117,0 0 0,0 0 0,0 1 0,-1 0 0,1 1 0,-19 0 0,-42-2-1209,1 3 1,-78 9-1,-163 31-6006,253-31 5447,-229 28-9635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2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1172 42 800,'-5'0'504,"-13"0"-350,18 0-50,-1 0 1,1 0-1,0 0 1,-1 0-1,1 0 1,-1 0-1,1 0 1,0 0-1,-1 0 1,1-1-1,-1 1 1,1 0-1,0 0 1,-1 0-1,1-1 1,0 1-1,-1 0 1,1 0-1,0-1 1,-1 1-1,1 0 1,0 0 0,0-1-1,-1 1 1,1 0-1,0-1 1,0 1-1,0-1 1,-1 1-1,1 0 1,0-1-1,-1-1 27,0 1 0,0 0 0,-1 0 0,1 0 0,0 0 0,0 1 0,-1-1 0,1 0 0,-1 0-1,1 1 1,0-1 0,-1 1 0,1 0 0,-1-1 0,1 1 0,-1 0 0,-2 0 0,4-1 60,-11-6 1957,-1 3-1693,1 1 1,-1 0 0,0 1 0,0 1-1,0-1 1,-25 2 0,4 3 83,-49 9 0,51-5-407,0 2 0,1 1-1,1 2 1,0 1 0,0 1 0,1 1-1,-48 36 1,57-35-52,1 0 1,-21 26-1,12-13-14,24-25-61,0 0-1,0-1 1,0 1 0,0 0-1,0 0 1,1 1 0,0-1-1,0 0 1,0 1 0,0 0-1,1-1 1,-1 1 0,1 0-1,1 0 1,-1-1 0,1 1-1,0 0 1,0 0 0,1 8-1,-2-2 0,1 0-1,0 0 0,1 0 1,0-1-1,1 1 0,0 0 1,1-1-1,0 0 0,1 1 1,-1-1-1,11 18 0,-9-20-16,-1 0 0,0 0 0,0 1 0,-1 0 0,0 0 0,-1 0 0,2 10 0,-2 6 139,0 37-1,-3-41-106,-1-1 1,-1 1-1,-8 29 0,1-6-69,-1 37-57,-11-11 200,11-8 228,-10-8-108,11-21-178,7-23 80,0 0-1,0 0 0,-1 0 0,-1 0 0,-6 11 0,1-7 8,0-1-1,-1 0 1,-1 0-1,0-1 1,-1-1-1,-17 13 1,-29 28 68,-83 106 597,104-129-538,30-24-164,1 0 0,0 0 1,0 1-1,0 0 0,-6 8 0,12-12-64,0 0 0,0 0 0,0 0-1,0 0 1,1 1 0,-1-1 0,1 0 0,-1 0-1,1 1 1,0-1 0,0 0 0,0 1-1,0-1 1,1 4 0,0 7 14,-1-7-9,1 0 0,0 0 0,0-1 0,0 1 0,1 0 0,0-1 0,0 1 0,3 6 0,-2-6 8,0 0-1,-1 0 0,0 0 0,0 0 1,0 1-1,-1-1 0,0 1 0,0 8 1,-2 18-16,0-22-25,0 0 1,1 0 0,0 0-1,1 0 1,0 1-1,6 19 1,2-9 31,-6-15 3,0 0 1,-1 0-1,1 0 0,-1 0 1,-1 0-1,1 0 0,-1 1 1,0 8-1,-1-7 3,1 0 0,0 0 0,1 0 0,0 0 0,1 0 0,4 13 0,-3-13 8,-1-1 1,-1 1-1,0 0 1,0-1-1,0 1 1,0 14 0,-2-18-17,0 1 1,1-1 0,0 1 0,0-1 0,0 0-1,1 1 1,0-1 0,0 0 0,5 10 0,3 5-22,1 21 11,10 0 80,-13-20 4,-8-18-81,1 0 0,0 0-1,0 0 1,1 0-1,-1 0 1,1 0 0,-1 0-1,1 0 1,0-1 0,0 1-1,0-1 1,0 1-1,1-1 1,-1 0 0,5 3-1,91 67 39,-74-54 45,2 0 0,0-2 1,2-1-1,41 17 1,50 28 150,-67-27-161,1-3-1,65 28 1,184 47 232,6 4-1,-146-59-151,-26-9 409,-73-20 462,122 22 0,69-6 1643,-239-35-2537,322 24 2285,-158-16-1616,342 52-241,382 54-574,-846-116 0,1-2 0,0-3 0,62-13 0,-91 12 0,-1-1 0,0-2 0,-1-1 0,0-1 0,44-25 0,-12-1 0,58-45 0,-80 50 0,0-1 0,-2-3 0,33-43 0,-11 14 0,-47 53 0,57-67 0,-59 68 0,-1 1 0,0-1 0,-1 0 0,0-1 0,8-22 0,-3-22 0,-1 28 0,-8 23 0,1 0 0,-1 0 0,-1-1 0,1 1 0,-1-1 0,1 1 0,-2-1 0,1 0 0,-1 0 0,1 1 0,-2-1 0,1 0 0,-2-10 0,-3 4 0,1 1 0,-2-1 0,-6-9 0,6 11 0,1 0 0,0 0 0,1-1 0,-4-10 0,-3-47 0,4 45 0,-1 1 0,-16-32 0,3 7 0,-5-15 0,7 22 0,3-2 0,-15-53 0,20 25 0,-11 1 0,14 31 0,5 22 0,-1 0 0,0 0 0,-1 1 0,-9-20 0,5 16 0,-1 1 0,0 0 0,-2 0 0,0 1 0,-1 0 0,0 1 0,-2 1 0,1 0 0,-2 1 0,0 1 0,-1 0 0,-27-15 0,-73-41-20,-4 5 1,-157-58-1,127 71-1994,-1 7 0,-3 7 0,-197-22-1,-192 25-8470,284 40 1842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98 3682,'0'0'221,"0"-1"0,0 0 0,0 1 0,0-1 1,0 0-1,0 1 0,0-1 0,0 0 0,0 1 0,0-1 1,-1 1-1,1-1 0,0 0 0,-1 1 0,1-1 1,0 1-1,-1-1 0,1 1 0,0-1 0,-1 1 0,1-1 1,-1 1-1,1 0 0,-1-1 0,1 1 0,-1-1 1,0 1-1,1 0 0,-1 0 0,1-1 0,-1 1 0,0 0 1,1 0-1,-1 0 0,1 0 0,-1 0 0,0-1 1,1 1-1,-1 0 0,0 1 0,1-1 0,-2 0 0,-34 9 2623,20-3-365,9-6-2027,5 0-373,1 0 0,0 0 0,0 0 0,0 0 0,0 0 0,0 0 0,-1 0 0,1 0 0,0 1 0,0-1 0,0 1 0,0-1-1,0 0 1,0 1 0,0 0 0,0-1 0,0 1 0,0 0 0,0-1 0,1 1 0,-1 0 0,-1 1 0,-17 10 1028,17-11-880,-1 0 0,0 1-1,1-1 1,-1 1 0,1-1 0,-1 1-1,1 0 1,0 0 0,0 0 0,0 0 0,0 0-1,0 1 1,0-1 0,-1 4 0,8-4 880,-5-2-1021,15 1 227,-14-1-292,-1 0-1,0 0 0,1 0 1,-1 0-1,1 0 1,-1 0-1,1 0 1,-1 0-1,1-1 1,-1 1-1,1 0 1,-1 0-1,0 0 0,1 0 1,-1-1-1,1 1 1,-1 0-1,0 0 1,1-1-1,-1 1 1,1 0-1,-1-1 1,0 1-1,0 0 0,1-1 1,-1 1-1,0-1 1,0 1-1,1 0 1,-1-1-1,0 0 1,1 0-8,-1 0 0,1 0 0,-1 1-1,1-1 1,0 0 0,0 0 0,-1 1 0,1-1 0,0 0 0,0 1 0,0-1 0,-1 1 0,1-1 0,0 1 0,0-1 0,0 1 0,0 0 0,2-1 0,2-1 87,32-31 767,61-24 708,-71 39-1175,-25 16-356,-1 0 0,1 0 0,0 0 0,0 1 0,0-1 0,0 1 0,0-1 0,0 1 0,0 0 0,5-2 0,0 0 32,-40 44 738,-30 47-326,-59 79-491,91-128-332,-59 73 98,76-91 45,0 0 0,2 1 1,-16 36-1,27-56 22,0 0 0,0 0 0,0 0 0,1 0 1,-1 0-1,1 0 0,-1 0 0,1 0 0,0 0 0,0 0 0,0 0 1,0 0-1,0 0 0,0 0 0,0 0 0,1 0 0,-1 0 0,1 0 0,0 0 1,-1 0-1,1 0 0,0 0 0,2 2 0,0-1-466,0 0 1,0 0-1,1-1 1,-1 1-1,1-1 0,-1 0 1,1 0-1,6 2 0,5 3-1011,-9-3 208,0 0-1,-1 0 1,1 0 0,-1 1 0,5 5 0,-10-10 1323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52 1201,'-53'22'6748,"-70"17"0,-50 3-2303,144-36-4108,6-1-215,0 0 0,-24 10 0,40-12-106,-1 0 1,1 1-1,-1 0 1,1 0-1,0 1 0,1 0 1,-1 0-1,1 1 1,-9 10-1,3-4 214,0 0 0,-16 13 0,21-21-160,1 1 0,0 0 0,0 0 0,0 1-1,1-1 1,0 1 0,0 0 0,0 1 0,1-1-1,0 1 1,0 0 0,1 0 0,-4 10 0,-4 44 743,2-41-466,-6 16 130,14-34-459,1-1 0,0 0 0,0 1 0,-1-1 0,1 1 1,0-1-1,0 1 0,0-1 0,1 0 0,-1 1 0,0-1 0,0 1 0,1-1 1,-1 0-1,1 1 0,-1-1 0,1 0 0,0 1 0,-1-1 0,1 0 1,0 0-1,2 2 0,3 2 12,1 0 1,0-1 0,1 0-1,-1-1 1,1 0-1,-1 0 1,1 0-1,0-1 1,0 0-1,0-1 1,0 0 0,0 0-1,9-1 1,4 1-34,0-1 0,0-1 0,0-1 0,30-7 0,-25 1 14,1 0 1,-2-2-1,0-1 0,0-1 0,-1-1 0,0-1 0,29-23 0,10-15 245,63-67 0,-98 93-245,30-34-100,-52 54 112,-1-1 0,-1 0 0,1 0 0,-1 0 0,0-1 0,-1 1 0,5-16 0,0-23 731,-8 43-720,0 1 0,0 0-1,0-1 1,0 1 0,0 0 0,-1-1-1,1 1 1,-1 0 0,1 0-1,-1-1 1,0 1 0,0 0-1,0 0 1,0 0 0,0 0 0,0 0-1,-3-3 1,-2 1-147,0 1 0,0 0 0,0 0 0,-1 0-1,1 1 1,-1 0 0,1 0 0,-1 0 0,0 1 0,0 0 0,-7 0 0,0 0-855,0 1 0,0 0 1,0 1-1,0 1 0,-16 3 1,-36 19-7117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0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146 231 5523,'0'-3'6349,"0"2"-6203,0 0-1,0 0 1,1 0-1,-1 0 1,1 0-1,-1 0 0,1 0 1,0 0-1,-1 0 1,1 0-1,0 0 1,0 0-1,0 0 1,-1 1-1,1-1 1,0 0-1,0 1 1,0-1-1,0 0 1,0 1-1,0-1 1,0 1-1,2-1 1,5-3 150,3-7 77,-10 9-332,1 1 0,0-1 1,-1 1-1,1 0 0,0-1 0,0 1 0,0 0 0,0 0 0,0 0 0,0 0 0,0 1 0,3-2 1,-1 1 57,0-1 0,0 0 0,0 0 1,0 0-1,-1 0 0,1-1 0,3-3 1,30-16 466,-15 13-399,-11 6-43,-1-1 0,1-1 0,-1 0 0,18-12 0,-9 4 52,0 1 0,1 1 0,0 1 1,27-10-1,-40 17-144,-6 3-24,1 0 0,0 0 0,-1-1 0,1 1 0,-1 0 0,1-1 0,-1 0 1,1 1-1,-1-1 0,0 0 0,1 0 0,-1 1 0,0-1 0,0 0 0,1 0 1,-1-1-1,0 1 0,0 0 0,0 0 0,0-1 0,0 1 0,-1 0 0,2-3 0,-13 17-74,-77 92 16,-74 81 593,117-140-356,-5 5-431,2 2-1,-70 100 0,116-151 193,1 0-1,-1 0 1,1 0-1,0 0 1,0 0-1,0 0 0,0 0 1,0 0-1,0 0 1,0 0-1,1 1 1,-1-1-1,1 0 0,0 1 1,0-1-1,-1 0 1,2 1-1,-1-1 1,0 0-1,1 5 0,1-5-75,0 0 0,0 0 0,0 0-1,0 0 1,0 0 0,0-1 0,1 1-1,-1-1 1,1 1 0,-1-1-1,1 0 1,-1 0 0,1 0 0,5 1-1,-4 0-338,0-1 1,0 0-1,0 0 0,0 0 0,0-1 0,0 1 0,1-1 0,6 0 0,49-11-8483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6:5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11 240,'-42'10'3574,"0"1"-1,-40 19 1,33-8-544,-56 34 0,-20 8-1136,122-63-1823,0 1 0,1-1-1,-1 1 1,1 0-1,0-1 1,0 1 0,0 0-1,0 1 1,0-1-1,0 0 1,0 0 0,-1 4-1,-11 13 813,-8-4-109,-5 6 120,49-13-721,-19-7-153,1 0 0,-1 1-1,1 0 1,-1 0 0,0 0 0,0 0-1,4 3 1,-4-2 7,1 0 0,-1 0 0,1-1 0,0 0 0,0 0 0,0 0-1,0 0 1,7 1 0,132 26 135,-119-25-164,34 2-71,0-2 0,0-3-1,100-12 1,-147 10 135,1 0 0,-1-1 1,0 0-1,0-1 0,-1-1 0,1 0 1,-1 0-1,1-1 0,-1 0 0,-1 0 1,1-1-1,-1-1 0,0 0 0,15-14 1,-21 17 12,0 1 0,-1-1 0,1 0 1,-1 0-1,1 0 0,-1 0 1,-1 0-1,1 0 0,0-1 1,-1 1-1,0-1 0,0 1 1,0-1-1,-1 1 0,0-1 1,0 0-1,0 1 0,0-1 1,-1 1-1,1-1 0,-1 1 0,0-1 1,-1 1-1,1-1 0,-3-5 1,0 2 42,-1-1 0,1 1 0,-1 0 1,-1 0-1,1 1 0,-1-1 0,-1 1 0,1 1 1,-1-1-1,-1 1 0,1 0 0,-11-6 0,-6 0-186,-1 1-1,-1 1 0,0 2 0,0 0 0,0 2 0,-1 1 0,0 0 0,-42 0 0,-16 3-4143,-119 13 0,68 3-5032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0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 34 1521,'0'-1'193,"0"0"1,0 0 0,0 0 0,0 0-1,0 0 1,0 0 0,0 0 0,1 0 0,-1 0-1,1 0 1,-1 0 0,0 0 0,1 0-1,0 0 1,-1 0 0,1 0 0,-1 0-1,1 0 1,0 1 0,0-1 0,0 0-1,-1 1 1,1-1 0,0 0 0,0 1-1,0-1 1,0 1 0,0-1 0,0 1-1,0 0 1,0-1 0,0 1 0,0 0 0,0 0-1,2-1 1,0 1-153,3-5 2533,-12 3 3816,-16 6-5509,22-3-822,-1-1 1,0 1-1,1-1 1,-1 1-1,1-1 1,-1 1-1,1 0 1,0-1-1,-1 1 1,1 0-1,0-1 1,-1 1-1,1 0 1,0-1-1,0 1 1,-1 0-1,1 0 1,0-1-1,0 1 1,0 0-1,0 0 1,0-1-1,0 1 1,0 0-1,0-1 1,1 1-1,-1 0 1,0 1-1,1 1 150,-1-1-155,-1 1 0,1-1 1,-1 1-1,1-1 0,-1 0 1,0 1-1,0-1 0,0 0 0,0 1 1,0-1-1,0 0 0,-1 0 0,-2 4 1,-8 14 252,10-13-213,0 0-1,1-1 1,0 1-1,0 0 1,0 0 0,2 11-1,-1-10-23,0 0 0,-1 1-1,-2 15 1,-19 37 210,11 2 107,6-47-233,-1 0-1,-10 20 1,8-21 48,2 0 0,-7 22 0,4 1 393,5-20-147,0-1 0,-2 1 1,-10 24-1,-13 11 103,-2-1 1,-2-2-1,-3-1 0,-2-2 1,-50 50-1,-30 39 398,-24 23-151,109-130-589,13-9-837,175-83-15600,-35-1 5223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1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0 560,'-4'7'8879,"-12"-3"-7214,-2 0 864,-128 56 2447,125-52-4510,0 1 1,1 1 0,0 1 0,0 1 0,1 1 0,1 1 0,0 0 0,-26 28-1,41-39-396,0 0-1,0 1 0,0 0 1,0-1-1,1 1 0,0 0 1,0 0-1,0 0 0,0 1 1,-2 6-1,3 0 82,-1 0 0,1 0 0,1 15 0,0-17-77,0 9 65,-1-13-84,1 0 1,0 0 0,0 1-1,1-1 1,0 0 0,1 8-1,-1-11-50,0 0 0,0 0 0,0 0 0,0 0 0,1 0 0,-1 0 0,0 0 0,1-1 0,0 1 0,-1-1 0,1 1 0,0-1 0,0 1-1,0-1 1,0 0 0,0 0 0,0 0 0,0 0 0,4 1 0,6 2 1,1-1 0,0-1 0,0 0 0,1-1 1,-1 0-1,0-1 0,20-2 0,0-2-24,64-16 0,-85 16-10,1 0 0,-1-1-1,-1-1 1,1 0 0,-1-1-1,0 0 1,-1 0-1,20-18 1,-16 13-23,6-3-22,66-59-330,-76 65 328,-1 0 0,0-1 0,-1-1 0,1 0 0,-2 0 0,9-17 0,-13 22 53,-1 1 1,0-1-1,0 1 0,-1-1 1,0 0-1,0 0 0,0 0 1,0 0-1,-1 0 0,-1-11 1,0 14 15,1 0 1,-1 0 0,1 0-1,-1 1 1,0-1 0,0 0 0,-1 1-1,1-1 1,0 1 0,-1-1-1,0 1 1,1 0 0,-1 0 0,0 0-1,0 0 1,0 0 0,0 0-1,-1 0 1,1 0 0,-1 1 0,1-1-1,-4 0 1,-2-1-136,1 0 0,-1 1 0,0 0-1,0 0 1,-1 1 0,1 0 0,0 1 0,0 0 0,-1 0 0,-10 2 0,12-1-471,0 0 1,0 1 0,1 0-1,-1 1 1,0-1 0,1 1-1,-10 6 1,12-8-508,-13 5-566,11 1-4328,6 1 850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 6 1841,'-6'0'2935,"-15"0"-174,14-3 956,3 0-3032,1 3-436,1 0-1,0 0 1,-1 0 0,1 1 0,-1-1 0,1 0 0,0 1 0,-1 0-1,1-1 1,0 1 0,0 0 0,-3 2 0,-28 9 1078,14-7-900,0 1-1,0 1 1,-29 15 0,42-18-255,-1 0 1,1 0-1,0 0 1,0 1-1,0 0 1,0 0-1,1 1 1,0 0-1,0-1 1,1 2-1,-1-1 1,1 0-1,-5 12 1,-1 28 707,3-29-613,5-14-207,1 0 0,-1 1 0,1-1 0,0 0 0,0 1 0,0-1 0,0 5 0,1-5-10,1-1 1,-1 1-1,1 0 0,0-1 0,0 1 1,0-1-1,0 1 0,2 3 0,5 11 205,-4 0-30,-4-14-178,1 1 0,0-1 0,0 1 0,0-1 0,0 0 0,1 1 0,3 4-1,0-2-13,1 0 0,0-1 0,0 0 0,0 0 0,1 0 0,-1-1 0,1 0 0,0-1 0,0 1 0,1-1 0,-1-1 0,10 3 0,-6-2-79,0 0 0,0-1 0,0 0 0,1-1-1,-1-1 1,0 0 0,1 0 0,21-4 0,-26 2 12,0 0 0,0-1 0,0 1 0,0-2 0,0 1 1,-1-1-1,1 0 0,-1 0 0,0-1 0,0 0 0,0 0 0,7-9 1,-2-24-114,-1 16 82,-7 17 57,-1 1-1,0-1 1,0 0 0,0 0 0,0 0 0,-1 0 0,0 0-1,0 0 1,0-10 0,-1-82 262,0 96-238,0 0 1,0 0 0,0-1 0,0 1-1,0 0 1,0 0 0,-1-1 0,1 1 0,-1 0-1,1 0 1,-1 0 0,1-1 0,-1 1-1,1 0 1,-1 0 0,0 0 0,0 0 0,1 0-1,-1 0 1,0 0 0,0 1 0,0-1-1,0 0 1,0 0 0,0 1 0,0-1-1,-1 1 1,1-1 0,-1 0 0,-5-3 80,6 4-61,1 0 1,0 0 0,-1-1-1,1 1 1,0 0 0,-1-1-1,1 1 1,0 0 0,-1-1-1,1 1 1,0-1-1,-1 1 1,1 0 0,0-1-1,0 1 1,0-1 0,0 1-1,-1-1 1,1 1 0,0-1-1,0 1 1,0-1-1,0 1 1,0-1 0,0 1-1,0-1 1,0 0 561,2 5-573,0-1 1,0 1-1,1 0 0,-1-1 0,1 1 1,-1-1-1,1 0 0,0 0 0,0 0 0,1 0 1,-1 0-1,0-1 0,5 3 0,20 19 49,67 52 65,-43-35-118,-49-39-12,0 0 0,0 1 0,0-1 0,-1 1 0,1-1 0,-1 1-1,1 0 1,-1 0 0,0 0 0,0 0 0,0 1 0,-1-1 0,1 0 0,-1 1 0,0-1-1,0 1 1,0 0 0,0-1 0,-1 1 0,1 0 0,-1-1 0,0 1 0,0 0 0,-1 3-1,-2 2 46,0 0 0,-1 0 0,0-1 1,0 1-1,0-1 0,-2 0 0,-7 10 0,-6 10 158,9-13 100,-2 0 0,0-1 1,0 0-1,-1-1 0,-1 0 0,0-1 0,-22 13 0,-117 63 1900,136-79-2052,-42 18 126,-1-2 0,-112 30 0,141-46-370,11-2-857,0-2 1,-1 0 0,1-1-1,-1-1 1,-34 0-1,50-3 149,0 0 0,0-1 1,0 1-1,0-1 0,0 0 0,0 0 0,1-1 0,-1 0 0,0 1 0,-5-5 1,9 5 115,0 0 1,0 0 0,0 0 0,0 0-1,0-1 1,0 1 0,0 0 0,1-1 0,-1 1-1,1 0 1,-1-1 0,1 1 0,-1-1-1,1 1 1,0-1 0,0 1 0,-1-1-1,1 0 1,1 1 0,-1-3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907 113 1441,'0'-2'209,"0"1"-1,0-1 1,0 1 0,1-1 0,-1 1 0,1-1 0,-1 1-1,1-1 1,0 1 0,-1-1 0,1 1 0,0 0 0,0-1-1,0 1 1,0 0 0,0 0 0,0-1 0,0 1 0,0 0 0,1 0-1,1-1 1,6-6 853,-5 2-720,-1 1 0,1 0 1,1 0-1,-1 0 0,1 0 1,0 1-1,0 0 1,0 0-1,0 0 0,1 1 1,0-1-1,0 1 1,-1 1-1,2-1 0,-1 1 1,0 0-1,9-1 0,-7 1-240,-1 1 0,1 0 0,-1 0 0,1 1 0,-1 0 0,1 1 0,-1-1-1,1 1 1,-1 1 0,0 0 0,8 2 0,-13-3-70,0 0 1,0 0 0,0 0-1,0 0 1,0 0-1,-1 0 1,1 0-1,0 1 1,-1-1-1,1 1 1,-1-1-1,0 1 1,1-1-1,-1 1 1,0 0-1,0 0 1,0 0-1,1 2 1,-2-2 32,1 1 0,-1 0 1,0-1-1,0 1 0,0 0 0,0-1 1,-1 1-1,1 0 0,-1-1 0,1 1 0,-1 0 1,0-1-1,0 1 0,0-1 0,0 1 1,-1-1-1,-2 5 0,-8 8 306,0 1 0,0-1-1,-1-1 1,-1-1 0,-29 23 0,-95 58 702,73-52-703,16-11 283,-1-2-1,-1-2 0,-1-3 0,-1-2 0,-1-2 0,-1-3 1,-1-2-1,-111 15 0,134-27-312,0-2 0,0-2 0,-48-6 0,75 6-325,-1 0 0,1 0-1,-1-1 1,1 0 0,-1 0-1,1-1 1,0 1 0,0-1 0,-7-6-1,12 9-15,1 0-1,0-1 1,-1 1-1,1 0 1,0 0-1,-1-1 1,1 1-1,0 0 1,0-1-1,0 1 1,-1 0-1,1-1 0,0 1 1,0 0-1,0-1 1,0 1-1,0-1 1,0 1-1,0 0 1,-1-1-1,1 1 1,0-1-1,0 1 1,1 0-1,-1-1 1,0 1-1,0-1 1,0 1-1,0 0 1,0-1-1,0 1 1,0 0-1,1-1 1,-1 1-1,0 0 1,0-1-1,0 1 1,1 0-1,-1-1 1,0 1-1,1 0 1,-1-1-1,1 1 0,5-7 13,2 1 0,-1 0-1,1 0 1,0 1-1,0-1 1,1 2-1,-1-1 1,1 1-1,0 1 1,0 0-1,0 0 1,1 1 0,-1 0-1,1 0 1,9 0-1,20 1-22,0 1 1,63 8-1,-7 5 99,174 48-1,-240-52-52,-10-4 3,0 2-1,25 10 1,-36-12-17,0 0 1,0 1-1,0-1 1,-1 1-1,1 1 0,-1 0 1,7 9-1,46 45-807,-59-60 586,-1 0 1,1 0-1,-1-1 0,1 1 0,-1 0 1,1-1-1,0 1 0,-1 0 0,1-1 1,0 1-1,0-1 0,-1 1 0,1-1 1,0 0-1,0 1 0,0-1 0,0 0 1,0 1-1,-1-1 0,1 0 0,0 0 0,0 0 1,0 0-1,0 0 0,0 0 0,0 0 1,0 0-1,0 0 0,0-1 0,-1 1 1,1 0-1,0 0 0,0-1 0,0 1 1,0-1-1,-1 1 0,1-1 0,1 0 1,2-3-1349,0 0 0,0 0-1,0 0 1,0 0 0,3-6 0,-1 1-509,-5 8 1702,0 0 1,-1 0-1,1 0 0,0-1 0,-1 1 1,0 0-1,1 0 0,-1-1 0,0 1 1,1 0-1,-1 0 0,0-1 1,0 1-1,0-3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294 183 1441,'-1'-2'6794,"1"2"-6711,0-1-1,0 1 1,0-1-1,0 1 1,0 0-1,0-1 0,0 1 1,0 0-1,0-1 1,0 1-1,0 0 1,0-1-1,0 1 0,0-1 1,0 1-1,1 0 1,-1-1-1,0 1 1,0 0-1,0-1 0,0 1 1,1 0-1,-1 0 1,0-1-1,0 1 1,1 0-1,-1 0 0,0-1 1,1 1-1,-1 0 1,0 0-1,1 0 0,-1-1 1,0 1-1,1 0 1,0 0-1,4-2 421,-4 2-434,0 0-1,0 0 1,0 0-1,0 0 1,0 0-1,0-1 1,-1 1-1,1 0 1,0-1-1,0 1 1,0-1-1,0 1 1,0-1-1,-1 1 1,1-1-1,0 1 1,-1-1-1,1 0 1,0 1-1,-1-1 0,1 0 1,-1 0-1,1 0 1,-1 1-1,1-1 1,-1 0-1,1 0 1,-1 0-1,0 0 1,0 0-1,1-1 1,-1 1-2,0-1-1,0 1 1,1 0 0,-1-1 0,0 1-1,1-1 1,-1 1 0,1 0 0,0 0 0,-1-1-1,1 1 1,0 0 0,0 0 0,0 0-1,0 0 1,0 0 0,0 0 0,0 0 0,0 0-1,0 0 1,3-1 0,5-6 251,5-12 382,-11 16-617,-1 0 0,1 1 0,0-1 0,0 1 0,0 0 0,4-4 0,-5 6-30,1-1 1,-1 0-1,0 1 0,1-1 1,-1 0-1,0 0 0,0-1 1,-1 1-1,1 0 0,0-1 1,-1 1-1,1-1 0,-1 1 1,0-1-1,0 0 1,0 1-1,0-1 0,-1 0 1,1 0-1,-1 0 0,1 0 1,-1 1-1,0-5 0,1 2 166,-2 5-62,-10 13 201,-27 23 460,-62 46-1,67-58-522,2 1-1,0 1 1,2 2-1,1 1 0,-25 34 1,41-47-195,1 2 0,1-1 0,-10 23 0,17-30-78,-1 0 0,1 0-1,1 0 1,0 0-1,0 1 1,1-1 0,0 12-1,1-21-42,0-1-1,0 0 0,0 1 0,0-1 1,0 0-1,0 1 0,0-1 1,0 0-1,1 1 0,-1-1 0,0 0 1,0 1-1,0-1 0,0 0 1,0 1-1,1-1 0,-1 0 0,0 0 1,0 1-1,1-1 0,-1 0 1,0 0-1,0 1 0,1-1 0,-1 0 1,0 0-1,1 0 0,-1 1 1,0-1-1,1 0 0,-1 0 0,0 0 1,1 0-1,-1 0 0,0 0 1,1 0-1,-1 0 0,0 0 1,1 0-1,-1 0 0,0 0 0,1 0 1,0 0-1,20-6-621,-15 3 374,173-76-5172,-167 73 5012,5-2-1038,0-2 0,-1 0-1,0-1 1,20-18-1,-29 24 802,80-54-6311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35 1281,'-52'23'6322,"-52"30"0,43-21-3413,30-17-1741,20-11-897,0 1 1,1 0-1,0 1 1,0 0-1,1 1 0,-1 0 1,2 0-1,-1 1 1,-7 9-1,11-12-180,-17 23 300,22-26-355,-1-1-1,0 0 0,1 1 1,-1-1-1,1 0 0,-1 1 0,1-1 1,0 1-1,0-1 0,-1 1 1,1-1-1,0 0 0,0 1 1,1-1-1,-1 1 0,0-1 0,0 1 1,1-1-1,-1 1 0,1-1 1,-1 0-1,2 2 0,1 2 37,1-1-1,-1 1 1,1-1-1,0 0 1,1 0-1,-1-1 1,1 1-1,0-1 1,0 0-1,0 0 1,0 0-1,0-1 1,1 0-1,-1 0 1,1 0-1,6 0 1,10 3 3,1-2 0,35 2 0,-30-4-34,-1-1 1,1-1 0,0-1-1,-1-1 1,0-2 0,0-1 0,42-14-1,-38 8 77,-1 0 0,-1-2 0,0-1 0,-1-1-1,48-37 1,-68 47-73,0-1 0,0 0 0,-1 0 0,9-12-1,-13 16-7,-1-1-1,0 0 0,0 0 0,0 0 0,-1 0 0,1 0 0,-1-1 0,0 1 0,0 0 1,0-1-1,-1 1 0,1-8 0,-1 8-4,0 0 0,0 0 1,0 0-1,-1 0 0,0 1 0,1-1 1,-1 0-1,-2-4 0,2 6-35,0 0 0,-1 0 0,1 1 0,-1-1 0,1 0 0,-1 1 0,0-1 0,1 1 1,-1-1-1,0 1 0,0 0 0,0 0 0,0 0 0,0 0 0,0 0 0,-4 0 0,-28-8-1322,-1 3 0,0 0 0,-62 0 0,86 6 742,-65-3-10048,43-4 4921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4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57 1681,'-33'-7'9844,"33"-1"-8083,33 2-320,0-9-81,32 9-159,65-9 160,230 24 399,-138 18-1359,-92 8-1602,-32-8-2000,-32-21-5443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1601,'-32'69'7523,"-1"-1"-4081,33 7-1601,0 14-1,-59 1-399,27 14-721,-1-9-319,0-18-401,66-23-1761,-33-12-5923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8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17 320,'0'-12'7212,"0"7"-1497,0 9-1221,-5-2-3840,-1-1-514,5-1-117,0 0 0,1 0-1,-1 0 1,0 0 0,0 0-1,0 0 1,1 1 0,-1-1-1,0 0 1,1 1 0,-1-1-1,0 0 1,1 1 0,-1-1-1,0 1 1,1-1 0,-2 1-1,-11 30 631,-33 92 701,0-6-387,-14 22-162,27-67-396,11-18-107,10-24-34,0 0 0,-3-2 0,-27 45 0,-61 74 505,91-130-717,7-11-47,1-1-1,0 1 0,0 0 1,0 0-1,1 0 1,0 0-1,0 0 0,0 1 1,1 0-1,0-1 1,0 1-1,1 0 0,-1 7 1,2-13-29,0-1 1,-1 1 0,1-1 0,0 0 0,0 1 0,0-1-1,0 1 1,0-1 0,0 1 0,0-1 0,0 1 0,0-1-1,0 1 1,0-1 0,0 0 0,0 1 0,0-1-1,0 1 1,0-1 0,0 1 0,1-1 0,-1 0 0,0 1-1,0-1 1,1 1 0,-1-1 0,0 0 0,0 1 0,1-1-1,-1 0 1,0 1 0,1-1 0,-1 0 0,1 0 0,-1 1-1,0-1 1,1 0 0,-1 0 0,1 0 0,-1 1-1,0-1 1,1 0 0,-1 0 0,1 0 0,-1 0 0,1 0-1,0 0 1,20-3-949,-1 0 1,1-2-1,-1 0 0,32-14 0,-28 11-49,128-47-6373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39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1 160,'-5'0'2495,"-44"5"5064,-28 2-298,45-7-6101,-84 4 940,100-1-1981,-1 0 0,1 0 1,0 2-1,0 0 0,-16 8 0,-13 5 63,34-14-143,1 0 0,0 0 0,1 1 0,-1 0 0,1 1 0,0 0-1,-13 11 1,2-2 51,14-11-46,1-1 1,-1 1 0,1 0 0,0 0 0,0 1 0,0-1-1,1 1 1,0 0 0,0 1 0,0-1 0,-4 9-1,5 0 30,0 1 1,1-1-1,1 1 0,1-1 0,0 1 0,0-1 0,2 1 0,5 24 0,-5-33-51,1 1 0,0-1 0,0 0 0,1 0 0,-1-1 0,1 1 0,1-1 0,-1 0 0,1 0 0,0 0 0,0 0 0,10 6 0,-3-3-10,0-1-1,0 0 0,1-1 1,0 0-1,15 4 1,-12-5-56,1-1 0,-1-1 1,1-1-1,0 0 0,0-1 1,0 0-1,0-2 0,0 0 1,0-1-1,0 0 0,-1-2 1,1 0-1,-1 0 0,27-13 1,-25 8-88,0 0-1,0-1 1,-1-1 0,-1-1 0,0 0 0,0-1 0,-1-1 0,-1-1 0,0 0 0,-1 0 0,19-32 0,-26 37 75,-1-1 1,0 1-1,0-2 1,-1 1-1,-1 0 0,0-1 1,0 1-1,-1-1 1,-1 0-1,0-23 1,-1 30 58,0 0 1,0-1 0,0 1 0,-1 0 0,0 0 0,0-1-1,-1 1 1,1 0 0,-1 0 0,-4-7 0,3 8-12,1 1 1,-1 0-1,1 0 0,-1 0 1,0 0-1,0 1 0,0-1 1,-1 1-1,1 0 0,-1 0 1,1 0-1,-1 0 0,0 1 1,1-1-1,-6 0 0,-2-1-349,0 0 0,-1 2 0,1-1 0,0 1-1,0 1 1,-1 0 0,1 0 0,0 1 0,-19 4 0,14-3-916,10-2-2032,10 0 2572,9-2-1174,3-4-2913,11-1 1018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69 1040,'0'0'94,"0"-1"0,0 1 0,0-1-1,0 1 1,-1-1 0,1 1-1,0 0 1,-1-1 0,1 1 0,0-1-1,-1 1 1,1 0 0,0-1-1,-1 1 1,1 0 0,-1-1-1,1 1 1,-1 0 0,1 0 0,0-1-1,-1 1 1,1 0 0,-1 0-1,1 0 1,-1 0 0,1 0-1,-1-1 1,1 1 0,-2 0 0,-18 1 4151,14-7-2858,-15 1-1133,20 5-259,1-1 0,0 1 1,-1 0-1,1 0 0,0 0 0,-1 0 1,1-1-1,0 1 0,-1 0 0,1 0 1,0-1-1,-1 1 0,1 0 0,0 0 1,0-1-1,0 1 0,-1 0 0,1-1 1,0 1-1,0 0 0,0-1 0,0 1 1,-1 0-1,1-1 0,0 1 0,0 0 1,0-1-1,0 1 0,0-1 0,0 1 1,0 0-1,0-1 0,0 1 0,0 0 1,0-1-1,0 1 0,1 0 0,-1-1 1,0 1-1,0-1 0,0 1 0,0 0 1,1 0-1,-1-1 0,0 1 0,0 0 1,0-1-1,1 1 0,-1 0 0,0 0 1,1-1-1,-1 1 0,0 0 0,1 0 1,-1 0-1,0-1 0,1 1 0,0 0 1,20-4-23,-20 4 18,-1 0 0,0 0 0,0 0 0,1 0 0,-1 0 0,0 0 1,0 0-1,1 0 0,-1 0 0,0-1 0,0 1 0,0 0 0,1 0 0,-1 0 0,0 0 0,0 0 0,0 0 0,1-1 1,-1 1-1,0 0 0,0 0 0,0 0 0,0 0 0,1-1 0,-1 1 0,0 0 0,0 0 0,0-1 0,0 1 0,0 0 0,0 0 1,0 0-1,0-1 0,0 1 0,1 0 0,-1 0 0,0-1 0,0 1 0,0 0 0,0 0 0,-1-1 0,1 1 0,0 0 1,0 0-1,0-1 0,0 1 0,0 0 0,0-1 0,0 1-19,0 0-1,0 0 1,-1 0-1,1-1 1,0 1 0,0 0-1,0 0 1,0-1 0,0 1-1,0 0 1,0 0-1,0-1 1,0 1 0,0 0-1,0 0 1,0-1 0,0 1-1,0 0 1,0 0-1,1 0 1,-1-1 0,0 1-1,0 0 1,0 0 0,0 0-1,0-1 1,0 1-1,1 0 1,-1 0 0,0 0-1,0-1 1,0 1 0,1 0-1,-1 0 1,0 0-1,0 0 1,0 0 0,1 0-1,-1-1 1,0 1 0,0 0-1,1 0 1,-1 0-1,0 0 1,0 0 0,0 0-1,1 0 1,-1 0-1,1 0-104,0 0 55,0 0 1,1 0-1,-1 0 1,0 0-1,1 0 1,-1 0 0,0-1-1,1 1 1,-1 0-1,0-1 1,0 1-1,0-1 1,1 0-1,-1 1 1,0-1-1,0 0 1,0 0-1,0 0 1,0 1-1,1-3 1,-7 3 877,-49 5 4016,2 2-1677,37-6-2305,-1 1 0,1 1-1,-24 7 1,35-9-731,0 1 0,0 0-1,0 0 1,1 0 0,-1 0 0,0 1-1,1-1 1,0 1 0,-1 0-1,1 0 1,1 0 0,-1 0 0,0 1-1,1-1 1,-1 1 0,1-1 0,-2 6-1,2-2-50,0 1 0,0-1 0,1 0 0,1 0 0,-1 1 0,1-1 0,0 1 0,1 6 0,0 9-26,0-14-6,0 0 0,0 0 1,1 0-1,0 0 0,0 0 0,1 0 1,1-1-1,-1 1 0,1-1 0,7 10 0,15 40 131,-21-43-113,-2-5 4,0 0 0,1 0 0,8 16 0,-9-21-34,0-2-1,0 1 0,0 0 1,0 0-1,1-1 0,0 0 0,-1 0 1,1 0-1,0 0 0,1 0 1,5 2-1,0-1-80,0 0 1,1-1-1,-1 0 0,1 0 1,-1-1-1,1-1 1,0 0-1,20-1 0,-26 0 42,0 0 0,1 0 0,-1-1 0,0 0 0,1 0 0,-1 0-1,0-1 1,0 0 0,0 0 0,0 0 0,-1 0 0,1-1 0,0 0 0,-1 0-1,0 0 1,0-1 0,0 1 0,0-1 0,0 0 0,4-6 0,3-10 40,-8 14 0,0 1 1,1-1 0,0 1-1,0 0 1,5-6-1,-6 8-1,0-1 0,0 0 0,0 0 0,0 0 0,-1 0 0,0 0 0,1-1-1,-2 1 1,1-1 0,0 1 0,0-8 0,0-2 121,-1 0-1,0-23 1,-1 18 111,1 3 316,3 13-77,13 23 54,-1 2-634,4 3 75,2 1-125,-1 2-1,30 51 1,-48-72 138,0 0 1,-1 1 0,0-1 0,-1 1-1,1-1 1,-1 1 0,-1-1-1,1 1 1,-1-1 0,-1 1-1,-1 14 1,-1-8 59,-1-1 0,0 1 0,-1-1-1,0 0 1,-8 13 0,1-6 61,-1 1-1,-1-2 1,0 0-1,-2 0 1,0-2 0,-1 0-1,-1-1 1,-1 0-1,-39 24 1,13-14 20,-1-1 0,-1-3 0,-69 23 0,98-39-253,-25 7-149,40-13 118,1 1-1,-1-1 0,0 0 1,1 0-1,-1 0 0,0-1 1,1 1-1,-1-1 1,1 1-1,-1-1 0,0 0 1,1 0-1,0 0 0,-5-3 1,6 3-94,-1 1 0,1-2 0,-1 1 0,1 0 1,-1 0-1,1 0 0,0-1 0,0 1 0,0 0 1,0-1-1,0 1 0,0-1 0,0 0 0,0 1 0,0-1 1,1 0-1,-1 1 0,1-1 0,-1 0 0,1 0 1,-1-3-1,3-2-1202,-1-1 0,1 1 0,0 0-1,1-1 1,0 1 0,6-11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1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185 437 1841,'4'-15'6373,"8"6"-4540,0 3-875,-1-13 656,10-11-187,-5-13-133,0 19-672,1 0 0,2 2-1,41-40 1,-31 32-174,-10 10-212,2 0 1,0 1-1,1 1 0,0 1 1,2 1-1,43-22 0,-66 37-243,0 1-1,0-1 1,0 1-1,0-1 1,-1 1-1,1-1 1,0 1-1,0 0 1,1 0-1,-1 0 1,0-1-1,0 1 1,0 0-1,0 0 1,0 0-1,0 1 1,0-1-1,0 0 1,0 0 0,0 1-1,0-1 1,0 0-1,0 1 1,1 0-1,-1-1-32,-3 1 5,0 0 37,-1 1 0,1-1-1,-1 1 1,1-1-1,0 1 1,0 0-1,0 0 1,0-1-1,0 2 1,0-1-1,0 0 1,1 0-1,-3 4 1,-97 131 1025,-237 244 0,317-361-1071,1 0-1,1 1 1,1 1-1,1 1 1,-19 32-1,27-40-118,8-13 116,-1 0 0,1-1 0,0 1 0,0 0 0,-1 0 0,2 0 0,-1 0 0,0 0 0,0 1 0,1-1 0,-2 4 0,3-5 14,-1-1-1,0 1 1,0-1-1,0 1 1,1-1-1,-1 1 0,0-1 1,0 1-1,1-1 1,-1 1-1,0-1 1,1 0-1,-1 1 1,0-1-1,1 0 1,-1 1-1,1-1 1,-1 0-1,1 1 1,-1-1-1,1 0 0,0 0 1,23 5-1337,-10-5 231,-1 0 0,0-1 0,1 0 0,19-6 0,-8 0-3322,38-17 1,-53 20 3349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1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71 1841,'-46'28'3667,"-16"9"1422,-96 77 1,63-49-3092,4-2-581,89-61-1361,-1 0 0,0 0-1,0 0 1,1 1 0,-1-1 0,1 1 0,0 0-1,0-1 1,0 1 0,0 0 0,0 0-1,0 0 1,1 1 0,0-1 0,-1 0 0,1 0-1,1 1 1,-1-1 0,0 1 0,1-1 0,-1 7-1,1-8-26,0 0 0,1-1-1,-1 1 1,0 0 0,0 0-1,1-1 1,-1 1 0,1 0-1,-1-1 1,1 1 0,0-1-1,0 1 1,0-1-1,0 1 1,0-1 0,0 1-1,0-1 1,0 0 0,0 0-1,1 1 1,1 0 0,2 1-4,0 0 0,0-1 0,0 0 0,0 0 0,7 1 0,-1 0 35,11 4-58,1-1-1,0-2 1,0 0 0,0-2 0,43 0 0,-11-6-148,69-13 1,-97 13 105,-18 3 41,0 0 0,0-1 1,0 0-1,0 0 0,-1-1 0,1 0 0,0-1 0,-1 0 1,0 0-1,13-10 0,-13 9 13,0 0 1,-1 0-1,1-1 1,-1 0-1,0-1 1,-1 1-1,0-1 0,0-1 1,0 1-1,-1-1 1,8-15-1,0-3 96,-5 13-53,-2-1 1,0 0-1,0 0 1,4-19-1,-9 29-108,0 0 0,-1 0-1,1 0 1,-1-1 0,0 1 0,0 0-1,-1 0 1,1 0 0,-1 0-1,0-1 1,0 1 0,0 0-1,0 0 1,-1 1 0,0-1 0,0 0-1,0 0 1,0 1 0,0-1-1,-5-4 1,-47-45-2137,44 44 1347,1 1 0,-1 0-1,-1 0 1,1 1-1,-1 0 1,0 1 0,-24-10-1,17 8-257,-52-28-4917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42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55 3201,'0'-1'334,"0"-1"0,0 0-1,1 1 1,-1-1-1,1 0 1,-1 1 0,1-1-1,-1 1 1,1-1-1,0 1 1,0-1-1,0 1 1,0 0 0,0-1-1,0 1 1,0 0-1,0 0 1,1-1-1,-1 1 1,0 0 0,1 1-1,2-3 1,2 0 165,0 0 0,0 1 0,0 0 0,1 0 1,-1 0-1,9-1 0,6 1-86,0 0 0,0 1 0,31 3 1,-48-2-354,-1 1 0,1-1 0,-1 1 1,0 0-1,1 0 0,-1 0 0,0 0 0,1 0 1,-1 1-1,0 0 0,0-1 0,4 4 0,-6-3 9,1-1-1,-1 1 0,1 0 0,-1-1 0,0 1 0,0 0 0,0 0 0,0 0 0,0 0 1,0 0-1,0 0 0,-1 0 0,1 0 0,-1 0 0,0 0 0,1 3 0,-1 1 93,-1 0-1,0 0 1,0 0 0,0 0-1,-1 0 1,0 0-1,0 0 1,-1-1-1,1 1 1,-1-1 0,0 1-1,-1-1 1,-6 9-1,-11 7 380,0 0 0,-1-1 1,-1-1-1,-26 17 0,-1 0 254,17-11-316,-2-2-1,-1-1 1,-1-2-1,-49 19 1,73-33-307,1-1 0,-2-1 0,1 0 0,0-1 0,-1 0 0,1-1 0,-1 0 0,0-2 0,0 1 0,-15-3 0,27 2-184,0 0 1,1 0-1,-1-1 1,0 1-1,1-1 1,-1 0-1,0 1 1,1-1-1,-1 0 1,1 0-1,-1 0 1,1 0-1,0 0 1,-1 0-1,1 0 1,0-1-1,0 1 1,0 0-1,-1-1 1,2 1-1,-1-1 1,0 1-1,0-1 1,0 1-1,1-1 1,-1 0-1,1 1 1,-1-1-1,1 0 1,0 1-1,-1-1 1,1 0-1,0 0 1,0 1-1,0-1 1,1 0-1,-1 0 1,0 1-1,1-1 1,-1 0-1,1 1 1,-1-1-1,1 0 1,0 1-1,0-1 1,0 1-1,2-3 1,1-1 48,0 0 0,0 1 1,1-1-1,0 1 0,0 0 1,0 0-1,0 1 1,1 0-1,0-1 0,10-3 1,-6 4-20,1 0-16,0 1 0,0 0 1,0 0-1,-1 1 0,1 0 0,1 1 0,10 1 0,37 6 101,-1 1 0,0 4 0,83 27 0,-93-25 24,158 51 301,-187-58-434,-1 2 0,1 0 0,-2 1 0,20 15 1,11 5-747,29 4-2595,-29-22-1641,-44-12 3527,1 1 1,-1-1 0,1 0 0,-1 0 0,1-1-1,6-1 1,-11 2 1418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2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346 1441,'-39'-18'3237,"12"5"-800,-31-11-1,-2-4-315,60 28-2110,0 0 0,-1 0 0,1 0 0,0 0 0,-1-1 0,1 1 0,0 0 0,0 0 0,-1 0 0,1 0 0,0 0 0,0-1 0,-1 1 0,1 0 1,0 0-1,0 0 0,0-1 0,0 1 0,-1 0 0,1 0 0,0-1 0,0 1 0,0 0 0,0 0 0,0-1 0,0 1 0,-1 0 0,1 0 0,0-1 0,0 1 0,0 0 0,0-1 0,0 1 0,0-1-4,0 1 0,0 0 1,0 0-1,0-1 0,0 1 0,0 0 0,0 0 0,0 0 0,0-1 1,0 1-1,0 0 0,0 0 0,0 0 0,0-1 0,0 1 0,0 0 1,-1 0-1,1 0 0,0-1 0,0 1 0,0 0 0,0 0 0,0 0 1,-1 0-1,1 0 0,0-1 0,0 1 0,0 0 0,-1 0 0,1 0 1,0 0-1,0 0 0,0 0 0,-1 0 0,1 0 0,0 0 0,0 0 1,-1 0-1,-21-2 286,22 2-289,0 1 0,0-1-1,0 0 1,0 0 0,0 0 0,0 0-1,0 0 1,-1 0 0,1 0 0,0 0-1,0 0 1,0 0 0,0 0-1,0 0 1,0 0 0,-1 0 0,1 0-1,0 0 1,0 0 0,0 0 0,0 0-1,0 0 1,-1 0 0,1 0 0,0 0-1,0 0 1,0 0 0,0 0 0,0 0-1,0 0 1,-1 0 0,1 0 0,0 0-1,0 0 1,0 0 0,0 0-1,0 0 1,0-1 0,0 1 0,-1 0-1,1 0 1,0 0 0,0 0 0,0 0-1,0 0 1,0 0 0,0-1 0,0 1-1,0 0 1,0 0 0,0 0 0,0 0-1,0 0 1,0-1 0,0 1 0,0 0-1,0 0 1,0 0 0,0 0-1,0 0 1,0-1 0,0 1 16,0 0 0,0 0 0,0 0 0,0 0 0,0-1-1,0 1 1,0 0 0,0 0 0,0 0 0,0 0 0,0 0 0,0-1 0,0 1 0,0 0 0,0 0 0,0 0 0,0 0 0,0 0 0,0 0-1,0-1 1,0 1 0,-1 0 0,1 0 0,0 0 0,0 0 0,0 0 0,0 0 0,0 0 0,0 0 0,0-1 0,0 1 0,-1 0 0,1 0-1,0 0 1,0 0 0,0 0 0,0 0 0,0 0 0,0 0 0,-1 0 0,1 0 0,0 0 0,0 0 0,0 0 0,0 0 0,0 0 0,-1 0-1,1 0 1,0 0 0,0 0 0,0 0 0,0 0 0,0 0 0,-1 0 0,1 0 0,0 0 0,0 1 0,0-1 0,0 0 0,0 0 0,0 0-1,-28 0 448,28-1-308,0 1-152,0 0 1,0-1 0,1 1 0,-1 0 0,0 0-1,0 0 1,0-1 0,0 1 0,0 0 0,0 0-1,0 0 1,0 0 0,0-1 0,0 1 0,0 0-1,0 0 1,0 0 0,0-1 0,0 1 0,-1 0-1,1 0 1,0 0 0,0 0 0,0-1-1,0 1 1,0 0 0,0 0 0,0 0 0,0 0-1,-1-1 1,1 1 0,0 0 0,0 0 0,0 0-1,0 0 1,-1 0 0,1 0 0,0 0 0,0 0-1,0-1 1,0 1 0,-1 0 0,1 0 0,0 0-1,0 0 1,0 0 0,-1 0 0,1 0-1,0 0 1,0 0 0,0 0 0,-1 0 0,1 0-1,0 0 1,-24-3 552,-1 1 0,1 1 0,0 1 0,-1 1 0,-34 7 0,17-4 69,35-3-550,-2-1 32,-1 1 1,1 0 0,-1 1 0,1 0 0,0 0 0,0 1 0,-17 8 0,-28 13 234,44-20-319,0 0 0,0 1-1,1 0 1,-1 0 0,1 1-1,-10 9 1,-19 15-22,17-14-4,2 0 1,0 1 0,1 1 0,-25 30-1,4-1 95,28-35-116,0 1-1,0 1 0,-8 15 1,-14 27 60,22-28 13,1-15 2,9-12-34,-1 1 0,1-1 0,-1 1 0,1-1 0,0 1 0,0 0 0,0 0 0,0-1 0,0 1 0,0 0 0,0 0 0,0 0 0,1 0 0,-1 0 0,1 0 0,0 0 0,-1 0 0,1 4 0,0 238 1953,0-239-1974,1-1 1,-1 0-1,1 0 1,0 0-1,0 0 1,0-1-1,1 1 1,0 0-1,-1 0 1,1-1-1,0 1 1,1-1-1,-1 1 1,0-1-1,1 0 1,0 0-1,3 3 1,-1-2 15,-1 1 0,0 0 1,0 0-1,-1 0 0,4 6 1,7 22 157,-11-25-113,0-1 0,0 1 1,1-1-1,7 11 0,53 65 486,-59-77-499,1 0 0,-1 0 1,1-1-1,0 0 0,0 0 1,1 0-1,0-1 0,-1 0 1,13 5-1,1-1 165,41 10 0,-30-10-108,108 26 44,-44-12-165,7-1 111,-66-15-2,55 16-1,-18 7-58,16 3 119,11-9-116,0-5 1,2-4-1,0-4 0,115-5 1,-204-7-42,0 0 0,1-2 0,-1 1 0,0-2 0,0 0 0,16-9 0,57-20 5,67-16-148,-146 48 129,-1-1-1,1-1 0,0 1 0,-1-1 1,0 0-1,0 0 0,0-1 1,-1 1-1,1-1 0,-1-1 0,0 1 1,0-1-1,4-7 0,6-11-40,-1 0-1,13-33 0,-6 12 21,39-56 12,-58 96 13,-1 0 1,1 0-1,-1 0 0,0 0 0,0-1 0,-1 1 0,1 0 0,-1 0 0,0-1 0,-2-9 0,0-12-46,3 10 54,-1 9 13,1-1-1,-2 1 1,1 0-1,-1 0 1,0 0-1,-3-10 1,-18-40-60,11 5-14,-11 10 67,8 6-11,-10-17-325,16 40 155,-62-111 562,60 105-125,1-1 0,1 0 0,0-1 1,-4-24-1,1-42 171,-10 1-174,14 51-172,6 25-14,-1-1-1,-1 0 1,0 1 0,0-1-1,-1 1 1,0 0-1,-8-12 1,-15-25 506,26 45-531,-1-3 55,-1 0-1,1-1 1,-2 1 0,1 1 0,-5-7-1,6 9-73,0 1-1,-1 0 0,1 0 0,-1 0 1,0 0-1,1 0 0,-1 1 0,0-1 1,0 1-1,0 0 0,0 0 0,-1 0 1,-2-1-1,-3 1-193,0 0 1,0 1-1,1-1 1,-1 2-1,0-1 1,0 1-1,0 1 1,-11 2-1,14-2-55,-61 17-3516,56-14 1773,0 0 0,0 0 0,-14 10 0,18-10-659,1 0 0,0 1 0,0 0 0,-7 10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6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0 194 1521,'4'-1'622,"0"0"1,0 0-1,0 0 1,0-1-1,-1 0 1,7-3-1,-7 2-48,1 1 1,0 1-1,-1-1 0,1 0 0,0 1 1,7-2-1,119-32 6389,197-47-827,-273 71-5695,3-2 142,1 3-1,87-5 0,-139 15-1249,-6 0 204,0 1 0,0-1 0,1 0-1,-1 1 1,0-1 0,0 1 0,0-1 0,0 1 0,0-1 0,0 0 0,0 1-1,0-1 1,0 1 0,0-1 0,0 1 0,0-1 0,0 0 0,0 1 0,0-1 0,-1 1-1,1-1 1,0 0 0,0 1 0,0-1 0,-6 4-6021,-21 3 1469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7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1201,'0'-14'3921,"33"-5"81,-1 4-80,34-5-400,-1 13-481,66 7-960,32 7-400,91 20-4162,-90-13-9685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14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49 5843,'-21'5'3661,"42"-4"1015,-23-3-3379,9-2-940,16-5 379,1 1 0,0 1 0,0 1-1,1 1 1,40-2 0,0 1-189,-65 6-534,0 0 0,0 0-1,0 0 1,0 0 0,0 0 0,0 0-1,0 0 1,0 0 0,0 0 0,-1 0-1,1 0 1,0 0 0,0 0 0,0 0-1,0 0 1,0 0 0,0 1 0,0-1 0,0 0-1,0 0 1,0 0 0,0 0 0,0 0-1,0 0 1,0 0 0,0 0 0,0 0-1,0 0 1,0 1 0,0-1 0,0 0-1,0 0 1,0 0 0,0 0 0,0 0-1,0 0 1,0 0 0,0 0 0,0 0-1,0 0 1,0 1 0,0-1 0,0 0-1,0 0 1,0 0 0,0 0 0,0 0-1,0 0 1,0 0 0,0 0 0,1 0-1,-1 0 1,0 0 0,0 0 0,0 0-1,0 0 1,0 0 0,0 0 0,0 0-1,0 1 1,0-1 0,0 0 0,0 0-1,1 0 1,-1 0 0,-13 12 134,-13 10 38,-12 19-60,2 1-1,-42 65 1,68-92-262,0-1-124,1 0-1,0 0 1,-12 30 0,18-37-85,1-1 1,1 0 0,0 1-1,0-1 1,0 1 0,0-1 0,1 1-1,0 0 1,1-1 0,-1 1-1,1-1 1,1 1 0,3 11-1,17 27-4723,-17-21-2347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7:15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333 118 320,'0'1'136,"0"-1"0,0 1 0,0 0 0,-1-1 0,1 1 1,0 0-1,0-1 0,0 1 0,0 0 0,-1-1 0,1 1 0,0-1 0,-1 1 0,1 0 0,0-1 0,-1 1 0,1-1 0,-1 1 0,1-1 0,0 1 0,-1-1 1,0 0-1,1 1 0,-1-1 0,1 0 0,-1 1 0,1-1 0,-1 0 0,0 1 0,-32 14 3770,-42 15 0,3-3-99,46-15-2497,-35 16 956,57-25-2122,0-1 0,0 1 1,0 0-1,0 0 0,0 1 0,1-1 0,0 1 0,-1 0 1,1 0-1,-3 6 0,4-8-87,1 0 0,0 0 0,0 0 1,0 0-1,0 0 0,0 1 0,0-1 0,0 0 0,1 0 0,-1 1 0,1-1 1,0 0-1,0 1 0,0-1 0,0 0 0,0 1 0,0-1 0,0 0 1,1 1-1,0-1 0,-1 0 0,1 0 0,0 0 0,0 1 0,0-1 0,0 0 1,0 0-1,0 0 0,1-1 0,-1 1 0,1 0 0,0 0 0,-1-1 1,1 1-1,3 1 0,2 2-22,1-2-1,-1 1 1,1-1 0,0 0-1,1 0 1,-1-1 0,16 2-1,4 0-20,-1-2-1,1-2 0,0 0 1,0-2-1,0 0 0,50-13 1,-57 9-18,-1-1 1,0-1 0,0-1-1,0-1 1,-1-1 0,-1 0-1,0-1 1,-1-1 0,0-1-1,0 0 1,-2-1 0,0-1-1,-1-1 1,0 0 0,19-33-1,-30 47 9,-1-1-1,0 1 0,0-1 1,0 0-1,0 1 0,-1-1 1,1 0-1,-1 0 0,0 0 1,0 0-1,0 0 0,-1 0 1,0-1-1,1 1 0,-2-7 1,0 8 1,-1 0-1,0 0 1,1 0 0,-1 0 0,0 1-1,-1-1 1,1 1 0,0-1 0,-1 1 0,1 0-1,-1 0 1,0 0 0,1 0 0,-1 0 0,0 1-1,0-1 1,-5-1 0,-9-4-14,0 1 0,0 0 0,-1 1 1,1 1-1,-1 0 0,0 2 0,-18-1 0,-46 4-1636,1 7-3306,-16 11-5801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549 0 720,'-28'12'1369,"1"0"0,0 3-1,1 0 1,-35 27-1,46-31-1044,10-9-243,1 1 1,1-1-1,-1 1 1,0 0 0,1 1-1,0-1 1,-1 0 0,1 1-1,1 0 1,-1 0-1,0 0 1,1 0 0,0 0-1,-3 8 1,-4 5 133,7-12-123,-1 0 0,1 0 0,0 1-1,0-1 1,0 0 0,1 1 0,-1-1 0,1 1 0,0 10 0,1-10-2,-1-1 0,1 1 0,-1-1 0,-1 0-1,1 1 1,-1-1 0,1 0 0,-1 0 0,-5 7 0,-3 13 225,-1 23 325,-11 12 54,13-14-264,7-34-322,0 1 0,-1-1 0,-1 0 0,0 0 0,0-1 1,-11 22-1,-2-7 39,9-14-63,0 0 1,-8 21-1,12-24-39,2 1 1,0-1-1,-3 18 0,1 1 27,-5 4-72,-1 0-1,-2-1 1,-1 0 0,-18 30-1,-7 16-3972,37-74 3189,0 0 0,0 0 0,0 0 0,1 0 0,-1-1 0,1 1 0,0 0 0,0 5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8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67 400,'-5'-1'2508,"-19"-2"-155,-1 1 1,0 0-1,-25 3 0,16 1 51,-52 10-1,-12 4 718,95-16-3031,0 1-1,0 0 1,0 0 0,0 1-1,0-1 1,0 1-1,1-1 1,-1 1 0,0 0-1,1 0 1,0 0-1,-1 0 1,1 1 0,0-1-1,0 1 1,-3 4-1,-19 19 389,18-22-378,-15 14 275,21-17-356,-1 0 1,1 0-1,-1 0 1,1 0-1,-1 0 0,1 0 1,0 0-1,0 0 1,-1 0-1,1 1 1,0-1-1,0 0 0,0 0 1,0 0-1,0 0 1,0 0-1,1 0 1,-1 0-1,0 0 0,1 0 1,-1 0-1,0 0 1,1 0-1,0 2 1,21 32 433,-18-22-326,-3-10-103,0-1 1,-1 1-1,1-1 1,0 1-1,0-1 1,1 0-1,-1 1 1,3 3-1,8 5 41,0-1 1,0 0-1,1-1 0,0-1 1,0 0-1,1 0 1,0-2-1,1 0 0,20 6 1,-6-8-146,1-1 0,0-1 0,0-2-1,0-1 1,32-6 0,-8-7-53,-39 10 128,1 1 27,-1-2 0,1 0 1,-1 0-1,-1-2 0,1 0 1,-1 0-1,24-18 0,-7 0 2,0-1-1,-2-2 0,32-39 1,-57 63-24,-2 1 0,1-1 0,0 1 0,-1-1 0,0 0 1,1 0-1,-2 0 0,1-1 0,0 1 0,1-8 0,-3 10-3,0 0-1,-1 0 1,1 0 0,0 0-1,-1 0 1,0 0-1,1 0 1,-1 0 0,0 0-1,0 1 1,0-1-1,0 0 1,0 0 0,0 1-1,-1-1 1,1 1 0,-1-1-1,1 1 1,-1-1-1,1 1 1,-1 0 0,0 0-1,-2-1 1,-6-4-249,0 0 0,-1 1 1,0 0-1,0 0 0,-1 2 0,1-1 1,-1 1-1,0 1 0,0 0 0,0 1 1,-17 0-1,-16 2-5328,-78 12 1,58-1-77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9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69 3362,'-9'-1'1061,"0"-1"1,1-1 0,-1 1 0,-16-9 0,20 3 1084,-1 2-237,-81-28 4240,80 33-5789,-1 1 0,1-1 1,-1 1-1,0 1 0,1-1 0,-1 1 0,1 0 0,-1 1 0,1 0 0,-12 5 0,6-3-225,-29 10 231,2 2 1,0 2 0,-45 27 0,77-39-339,0-1 0,0 2 0,1-1 0,0 1 1,1 0-1,-7 8 0,-6 9 108,17-23-113,1 0 0,0 0-1,-1 0 1,1 0 0,0 0 0,0 1-1,0-1 1,0 0 0,0 1-1,0-1 1,0 1 0,1-1-1,-1 1 1,0-1 0,1 1-1,0 0 1,-1-1 0,1 1 0,0 0-1,0-1 1,-1 1 0,1 0-1,1-1 1,-1 1 0,0 0-1,0-1 1,1 4 0,3-1 69,-1 1 1,1-1-1,-1 0 1,1 0-1,0 0 1,1-1-1,7 6 0,-3-2-39,-3-3-45,0 0 0,0 0 1,1-1-1,-1 0 0,1 0 1,0-1-1,0 0 0,0 0 1,0 0-1,0-1 0,0 0 1,0 0-1,10-1 0,10 2-18,20 3-34,1-3-1,-1-1 1,1-3-1,64-10 1,-83 7-27,-2-1 1,1-2 0,-1-1 0,0-1 0,0-1 0,-2-1 0,1-2 0,37-26 0,-58 37-46,16-12-29,-21 14 119,0 1 1,1 0-1,-1-1 1,0 1-1,1 0 1,-1-1-1,0 1 1,1 0-1,-1-1 0,0 1 1,1-1-1,-1 1 1,0-1-1,0 1 1,0-1-1,0 1 1,1 0-1,-1-1 1,0 1-1,0-1 1,0 1-1,0-1 1,0 1-1,0-1 1,0 1-1,0-1 1,0 1-1,0-1 1,-1 1-1,1-1 1,0 1-1,0-1 1,0 1-1,-1-1 0,1 1 1,0 0-1,0-1 1,-1 1-1,1-1 1,-1 1-1,-5-4-587,0 0-1,0 1 1,0 0-1,0 0 0,-1 1 1,0-1-1,1 1 0,-9-1 1,-67-6-6364,-92-3-3868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1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0 6403,'21'0'1862,"-9"0"1705,-7 5-2100,13-1-408,-2-2-633,-1 1 0,0 1 1,0 0-1,0 1 0,-1 1 1,1 0-1,-1 1 1,18 12-1,-9-5-64,-8-5-104,1 1 0,-1 0 0,-1 1 0,26 24 1,-37-32-215,0 1 1,1 0 0,-2 0-1,1 0 1,0 0 0,-1 0-1,0 0 1,0 1 0,0-1-1,-1 1 1,1-1 0,-1 1 0,0 0-1,-1 0 1,1-1 0,-1 1-1,0 0 1,0 0 0,0 0-1,0-1 1,-1 1 0,0 0 0,0-1-1,-1 1 1,-1 5 0,-2 0 94,0 0 0,-1-1 1,0 1-1,-1-1 1,0 0-1,-1-1 0,1 1 1,-1-2-1,-14 11 1,-1 0 173,-1-2 1,-38 21-1,44-29-244,0-1 0,-1 0 0,1-1 0,-1-1 0,0-1 0,0 0-1,-1-2 1,1 0 0,-1-1 0,1-1 0,-34-5 0,45 4-82,-1-1 0,0 0 0,1 0 0,-1-1 1,1-1-1,0 1 0,-13-8 0,18 9-8,0 0 0,0 0 1,0 0-1,0 0 0,0-1 0,1 1 0,-1-1 1,1 1-1,0-1 0,-1 0 0,1 0 1,0 0-1,1 0 0,-1-1 0,1 1 0,-1 0 1,1-1-1,0 1 0,0-1 0,0 1 1,0-5-1,1 7 17,0 0 0,0-1 0,0 1 0,1 0-1,-1 0 1,0-1 0,0 1 0,1 0 0,-1 0 0,1 0 0,-1 0 0,1 0 0,0 0 0,-1 0 0,1 0 0,0 0 0,0 0-1,-1 0 1,1 0 0,0 0 0,0 0 0,0 1 0,0-1 0,0 0 0,0 1 0,3-2 0,4-4 34,-4 4-10,-1-1 1,1 1 0,-1-1 0,1 1-1,0 0 1,0 0 0,0 1-1,0-1 1,0 1 0,0 0 0,0 0-1,0 0 1,7 0 0,6 1 56,0 1 1,0 1-1,23 5 1,79 19 389,175 63 0,-265-78-417,0 2 0,-2 1 0,30 19 0,-51-30-99,0 1 1,-1 0-1,1 0 0,-1 1 1,0-1-1,0 1 0,0 0 1,-1 1-1,1-1 1,-1 1-1,-1 0 0,1 0 1,-1 0-1,0 1 0,0-1 1,-1 1-1,0-1 1,2 10-1,-3-11-134,21 41-5260,-21-43 4146,0 0 0,0-1 1,0 1-1,0 0 0,-1 0 0,0 0 0,1 0 0,-1 5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908 36 880,'0'-3'528,"0"-16"1906,0 18-2284,0 1 1,0-1-1,0 1 1,0-1-1,0 1 1,0-1 0,0 1-1,0-1 1,0 0-1,0 1 1,0-1-1,0 1 1,0-1-1,1 1 1,-1-1-1,0 1 1,0-1 0,1 1-1,-1 0 1,0-1-1,1 1 1,-1-1-1,1 1 1,-1 0-1,0-1 1,1 1-1,0-1 1,26 1 3144,-27 2-3066,0 0 0,0 0-1,0 0 1,0 1 0,0-1 0,1 0 0,-1 0-1,1 0 1,-1 0 0,1 0 0,0 0 0,1 2 0,5 2 4,-5-5-183,-1 0 0,1 0-1,-1 0 1,0 0 0,0 0-1,1 1 1,-1-1 0,0 0 0,0 1-1,0-1 1,0 1 0,-1-1 0,1 1-1,0-1 1,0 1 0,-1-1 0,1 1-1,-1 0 1,0-1 0,1 1 0,-1 0-1,0 0 1,0 1 0,0 1 79,0 0 0,1-1 0,0 1 0,-1 0 1,2-1-1,-1 1 0,0-1 0,0 1 0,1-1 0,0 0 0,3 5 0,6 13 443,-7-8-262,-3-10-257,0-1 0,-1 1 0,1-1 0,0 1 0,1-1 0,-1 1 0,0-1 0,3 4 0,25 16 250,10 8 50,-37-28-320,0 0-1,0 1 0,0-1 1,-1 0-1,1 1 0,-1-1 1,0 1-1,0 0 0,0-1 1,0 1-1,0 0 0,0-1 1,-1 1-1,1 0 0,-1 5 1,0 1 85,0 0 0,-1-1 0,-1 1 0,1-1 0,-1 0-1,-1 1 1,1-1 0,-1 0 0,-1 0 0,0-1 0,0 1 0,0-1 0,-1 1 0,0-2 0,0 1 0,-1 0 0,0-1 0,-7 6 0,-7 4 110,1 0 1,-2-1 0,0-2-1,-29 15 1,23-13-65,-37 21 127,-1-3 0,-2-2-1,-1-4 1,-86 23 0,79-33-2312,-106 8 0,157-23-140,0-1 0,-31-3 0,28-2-2834,-44-13-1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1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326 101 1040,'-9'3'2211,"-5"2"-393,4-5 9681,10-7-9988,0 6-1459,0 0 0,0 0 0,0 0 0,0 0 0,0 0 0,-1 0 0,2 0 0,-1 0 0,0 1 0,0-1 0,0 0 0,0 0 0,1 0 0,-1 0 0,0 0 0,1 0 0,-1 0 0,0 0 0,1 1 0,-1-1 0,1 0 0,0-1 0,21-13 384,-16 10-251,1 0 1,0 0 0,-1 0-1,1 1 1,1 1 0,-1-1 0,16-4-1,-17 7-110,-5 1-60,0 0 0,0 0 0,0 0 0,1 0 0,-1 0 0,0 0 0,0 0 0,0-1 0,0 1 0,0 0 0,0-1 0,0 1 0,0 0 0,0-1 0,0 0 0,0 1 0,0-1 0,0 1 0,0-1 0,0 0 1,-1 0-1,1 0 0,0 1 0,0-1 0,-1 0 0,2-1 0,0 1 115,21-9-38,-23 10-89,1 0 0,-1-1-1,0 1 1,0 0 0,0 0 0,0 0-1,1 0 1,-1 0 0,0 0-1,0 0 1,0 0 0,0 0-1,1 0 1,-1 0 0,0 0 0,0 0-1,0 0 1,0 0 0,1 0-1,-1 0 1,0 0 0,0 1-1,0-1 1,0 0 0,0 0-1,1 0 1,-1 0 0,0 0 0,0 0-1,0 0 1,0 0 0,0 1-1,0-1 1,1 0 0,-1 0-1,0 0 1,0 0 0,0 0 0,0 1-1,0-1 1,0 0 0,0 0-1,0 0 1,0 0 0,0 1 0,-10 16 410,-142 165 1294,-33 22-1040,174-189-672,1-1 0,-15 31 0,-5 6-927,3-16-2096,26-35 2902,1 0 0,0 0 0,-1 0 0,1 0 0,0 0 0,0 1 0,-1-1 0,1 0 0,0 0 0,0 0 0,0 1 0,-1-1 0,1 0 0,0 0 0,0 1 0,0-1 0,0 0 0,0 1 1,-1-1-1,1 0 0,0 0 0,0 1 0,0-1 0,0 0 0,0 1 0,0-1 0,0 0 0,0 1 0,0-1 0,0 0 0,0 0 0,0 1 0,0-1 0,0 0 0,0 1 0,1-1 0,-1 0 0,0 0 0,0 1 0,0-1 0,0 0 0,0 0 0,1 1 0,-1-1 0,0 0 0,0 0 0,1 1 0,-1-1 0,0 0 0,0 0 0,1 0 0,-1 0 0,1 1 0,26-4-10145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0 9925,'-260'135'9564,"219"-116"-8980,17-9-7,1 1 0,0 1 0,1 2-1,-36 26 1,41-26-79,8-7-133,0 0 0,0 1 0,0 0 0,-14 19 0,22-26-332,0 0 0,0 0 0,0 1 0,0-1 0,1 1 1,-1-1-1,0 1 0,1-1 0,0 1 0,-1-1 0,1 1 1,0-1-1,-1 1 0,1 0 0,0-1 0,0 1 0,0-1 0,1 1 1,-1 0-1,0-1 0,1 1 0,-1-1 0,1 1 0,-1-1 1,1 1-1,-1-1 0,1 1 0,0-1 0,0 0 0,0 1 1,0-1-1,0 0 0,0 0 0,0 0 0,0 0 0,1 0 1,-1 0-1,0 0 0,1 0 0,-1 0 0,1 0 0,2 0 1,13 7 54,1 0 0,0-2 0,0 0 0,1-1 0,0-1 0,31 3 0,-14-2-37,248 30 102,-226-32-84,0-2 0,113-13 0,-143 7-65,1-1-1,38-14 1,-55 15 10,0 1-1,0-2 1,-1 1 0,0-2-1,0 1 1,19-17-1,-29 21-6,1 0 0,-1 0 0,1 0 0,-1-1 0,0 1 0,0-1 0,0 1 0,-1-1 0,1 1 0,0-1 0,-1 1 0,0-1 0,0 0 0,1 1-1,-1-1 1,-1 1 0,1-1 0,0 0 0,-1 1 0,1-1 0,-1 1 0,0-1 0,0 1 0,-2-4 0,1 0 0,-1 1 0,0-1 0,0 1-1,-1 0 1,1 1 0,-1-1 0,0 0 0,-1 1 0,1 0 0,-6-4 0,-52-32 46,44 30-49,-17-11-780,-1 1 0,-1 2 0,0 2 1,-2 1-1,-76-18 0,-4 12-6001,21 5-3214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26 104 5523,'-26'0'4562,"26"-6"2001,0-2-4883,0-5-639,26-1-161,7-1-79,32 3-161,66-3-80,130 3 321,33 3-241,-137 18-480,-60-9-800,1 6-1601,-32-6-2482,-1 0-2720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3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0 2241,'-65'61'6403,"0"9"-4002,0 11-1040,32 30 319,0 7-319,-32-1-1281,0-34-2161,-1-8-4722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5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762 71 1921,'-6'-1'1512,"-14"-4"491,13-3 3433,14 0-678,11 2-3337,-16 6-664,17-11 2413,6 2-2245,38-1-147,0 3 1,104 2-1,-162 5-771,4-1-5,0 2-1,1-1 0,-1 1 1,0 1-1,10 2 0,-16-3 17,0 0 0,0 0 0,0 0 0,-1 0 0,1 1 0,0-1 0,-1 1-1,1 0 1,-1 0 0,1 0 0,-1 0 0,0 0 0,0 1 0,0-1 0,0 1-1,-1-1 1,1 1 0,0 0 0,-1-1 0,0 1 0,0 0 0,1 3 0,0 1 62,-1 0 0,0 0 1,0 0-1,-1 0 1,0 0-1,0 0 0,-1 0 1,0 0-1,0 0 0,-1 0 1,0 0-1,0 0 1,0-1-1,-6 12 0,2-8 19,1 0-1,-2-1 0,1 1 0,-1-1 0,-1 0 1,0-1-1,0 0 0,-1 0 0,-11 8 0,-170 107 1463,157-102-1230,-1 0 0,-1-3-1,-1 0 1,-60 19 0,2-6 489,-187 35 1,253-62-774,-4 0 85,-43 0 1,66-4-128,-1 0 0,0-1 1,1-1-1,-1 0 0,1 0 1,-1-1-1,1 0 1,-14-6-1,3 0-164,-26-13-316,46 22 465,-1 0 1,0-1-1,0 1 0,0 0 1,0-1-1,0 1 1,1-1-1,-1 1 0,0-1 1,0 0-1,1 1 1,-1-1-1,1 0 0,-1 1 1,0-1-1,1 0 1,-1 0-1,1 1 1,-1-1-1,1 0 0,0 0 1,-1 0-1,1 0 1,0 1-1,0-1 0,-1 0 1,1 0-1,0 0 1,0 0-1,0 0 0,0 0 1,0 0-1,1-1 1,4-3 2,0 0 1,1 0-1,0 1 1,0 0-1,0 0 1,0 0 0,14-5-1,-9 4-7,1 0 1,-1 1-1,1 0 0,0 1 1,22-3-1,5 5 18,-1 2-1,0 2 0,58 11 1,28 7 182,193 61 1,-289-71-132,-1 1 0,-1 1-1,0 1 1,32 23 0,-32-20-644,0-1-1,45 21 1,-50-29-1292,-1-1 0,27 5 0,23-1-11138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6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1 480,'-98'50'6563,"33"18"-800,0 7-2161,-1-6-801,-32 14-240,66 6-720,-27 7-1041,59-13-560,-33 0 0,33-14-640,33-21-2081,-7-27-5042,39-21-4963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6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920 1 400,'-116'40'7466,"-126"52"-1059,186-69-4776,-64 18 1,71-26-532,0 2 1,-58 29 0,91-37-746,1 0 0,0 1 0,0 0 0,1 1 1,0 1-1,1 0 0,1 1 0,0 1 0,0 0 0,-13 22 1,23-33-310,0 0 1,0 0-1,0 0 1,0 0-1,1 0 1,0 1-1,-1-1 1,1 0-1,0 1 1,1-1-1,-1 1 1,1-1-1,-1 5 1,1-7-35,1 0-1,-1 1 1,1-1 0,-1 0 0,1 0 0,-1 0-1,1 0 1,0 0 0,-1 1 0,1-1 0,0 0-1,0 0 1,0-1 0,0 1 0,0 0 0,0 0-1,2 1 1,1 0 21,1 0 0,-1 0 0,1 0 0,0 0 0,0-1 0,9 2-1,49 3 19,-1-3-1,1-2 0,102-12 0,-120 5 1,-1-2-1,0-2 1,47-17 0,126-58-68,-96 23-188,-104 52 83,0-1 1,-1 0-1,0-1 0,19-20 1,-32 28-43,1 1 0,0-1 0,-1 0 0,0-1 0,0 1 0,0-1 0,-1 1 0,1-1 0,-1 0 1,0 0-1,0 0 0,-1 0 0,0 0 0,1 0 0,-2 0 0,1 0 0,-1-1 0,0-8 0,-1 10-94,0 1-1,0-1 0,0 0 0,-1 1 1,0-1-1,1 1 0,-1-1 0,-1 1 1,1 0-1,0 0 0,-1 0 0,0 0 1,1 0-1,-1 1 0,0-1 0,-1 1 1,1 0-1,0-1 0,-1 2 0,1-1 1,-1 0-1,1 1 0,-8-2 0,-5-2-896,0 1 0,0 1 0,-1 1 0,-20-1-1,-110 1-6114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7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49 160,'-6'-10'8244,"-8"3"-5430,-20-2-2555,28 7 803,-19-4-505,0 1 0,-1 1 0,0 1 0,0 1 0,1 2 0,-1 0 0,-28 5-1,10-3-134,20-2 183,-46 8 0,63-7-376,0 1 0,-1 0 0,1 0-1,0 1 1,0 0 0,1 0 0,-1 1 0,0 0-1,1 0 1,-10 8 0,14-10-155,0 0 0,1-1 0,-1 1 0,1 0 0,-1 0 0,1 0 1,0 1-1,-1-1 0,1 0 0,0 0 0,0 1 0,1-1 0,-1 1 0,1-1 0,-1 0 0,1 1 0,0-1 0,-1 1 0,1-1 1,1 4-1,0-1 3,0 0 0,0 0 1,1 0-1,-1 0 0,1 0 1,1 0-1,-1 0 0,1-1 1,4 7-1,1 0-13,1 0 0,0-1 0,1 0 0,0-1 0,1 0 0,0 0 0,15 8 0,11 2-20,0-1-1,1-2 0,40 12 1,-68-26-78,1 0 0,-1 0 0,0 0 0,0-1 0,1-1 0,-1 0 0,0 0 0,1-1 0,-1-1 0,0 1 0,0-2 0,0 1 0,0-1 0,0-1 0,-1 0 0,1 0 0,-1-1 1,0 0-1,0-1 0,-1 0 0,13-11 0,-17 13-35,-1 0 0,0 0 0,0 0 0,0-1 0,0 1 0,-1-1 0,1 0 0,-1 0 0,0 0 0,-1 0 0,1 0 0,-1 0 0,1-10 0,0-6-171,-2 0-1,-2-26 0,1 2 61,1 43 186,0 0-1,0 1 0,0-1 1,0 0-1,0 0 0,-1 1 0,1-1 1,0 0-1,-1 1 0,0-1 1,1 0-1,-1 1 0,-1-3 1,-12-1 155,6 4-143,8 1-4,0 0 1,0 0-1,0 0 1,0 0-1,0 0 1,0 0-1,0 0 1,-1 0 0,1 0-1,0 0 1,0 0-1,0 0 1,0 0-1,0 0 1,0 0-1,0 0 1,-1 0-1,1 0 1,0 0 0,0 0-1,0 0 1,0 0-1,0 0 1,0 0-1,0 0 1,0 1-1,0-1 1,-1 0-1,1 0 1,0 0 0,0 0-1,0 0 1,0 0-1,0 0 1,0 0-1,0 0 1,0 0-1,0 1 1,0-1 0,0 0-1,0 0 1,0 0-1,0 0 1,0 0-1,0 0 1,0 0-1,0 1 1,0-1-1,0 0 1,0 0 0,0 0-1,0 0 1,0 0-1,0 0 1,0 0-1,0 1 1,0-1-1,0 0 1,0 0-1,0 0 1,0 0 0,0 0-1,0 0 1,0 0-1,1 0 1,7 14 297,24 20-64,1-3 0,-2 2 1,-1 0-1,-2 3 0,36 55 0,-60-84-234,0 0 0,-1 0 1,1 0-1,-1 1 0,-1-1 0,1 1 0,-2 0 0,1-1 1,1 16-1,-3-17 6,-1 0 0,1-1 0,-1 1-1,0 0 1,-1-1 0,1 1 0,-1-1 0,0 0 0,-1 1 0,1-1 0,-1 0-1,0 0 1,0 0 0,-8 8 0,-5 4 65,0-1 0,-2 0 0,0-1 0,0-1 0,-2-1 0,1 0 0,-2-2-1,0 0 1,0-1 0,-26 7 0,-2-1-338,-2-3-1,0-2 1,-74 7-1,-38-10-2568,130-9 623,-1-2 1,-56-11-1,56 5-1185,1-2-1,-35-17 0,67 27 3241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729 180 2641,'-1'-17'1080,"0"11"-701,1 1 1,0-1-1,0 1 1,0 0 0,1-1-1,0 1 1,0-1-1,3-9 1,7-3 520,-9 16-731,0-1-1,-1 0 1,1 1 0,0-1 0,-1 0 0,0 0-1,0 0 1,0 0 0,0 0 0,0 0 0,-1 0 0,1-7-1,-1 9-80,0-1 0,0 1 0,1-1-1,-1 0 1,0 1 0,1-1-1,-1 1 1,1-1 0,-1 1 0,1-1-1,0 1 1,-1-1 0,1 1-1,0 0 1,0 0 0,0-1 0,0 1-1,0 0 1,0 0 0,1 0 0,-1 0-1,0 0 1,1 0 0,1-1-1,4-3 335,-1 2 2794,-6 8-2028,-17 26 651,-14 10-269,-2-1-1,-2-2 1,-1-1 0,-60 46 0,-186 126 1096,268-199-2590,-18 12 130,4-4-101,2 1 1,0 2 0,0 0-1,-32 37 1,4 15-1480,58-72 1137,1 0-1,0 0 1,0 0 0,0-1 0,0 1 0,0-1-1,0-1 1,0 1 0,0-1 0,6-1-1,75-16-2584,-75 16 2398,147-40-5686,33-16-3521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8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875 104 720,'-131'48'10444,"-104"42"-842,188-69-8592,2 2 1,-78 50 0,81-41-207,0 2 1,-59 62 0,98-93-738,-1 1 0,1-1-1,-1 1 1,1 0 0,0 0 0,1 1-1,-1-1 1,1 0 0,0 1 0,0-1-1,0 1 1,1 0 0,-1 0 0,1 0-1,0 0 1,1 0 0,-1-1 0,1 1-1,0 6 1,2-7-38,-1 0-1,1 0 1,0 0-1,0 0 0,0 0 1,1-1-1,0 1 1,-1-1-1,1 0 1,0 0-1,1 0 1,-1 0-1,0 0 0,1 0 1,0-1-1,-1 0 1,1 0-1,0 0 1,0 0-1,0-1 0,5 2 1,24 8-47,1-1 0,0-1 0,1-2 1,0-2-1,0-1 0,0-1 0,0-3 0,0 0 1,1-2-1,39-9 0,-22 2 61,-1-3 0,-1-3 1,-1-1-1,0-3 0,-1-2 0,50-29 1,-66 32 49,-2-2 0,0 0 1,-1-3-1,-1 0 0,-1-2 1,40-45-1,-65 67-79,0-1 0,0 1 0,0-1-1,-1 0 1,1 0 0,-1 0 0,0 0 0,0 0 0,-1-1-1,1 1 1,-1 0 0,0-1 0,0 1 0,0-1-1,-1 1 1,0-1 0,0 0 0,0 1 0,0-1-1,-1 1 1,1-1 0,-1 1 0,-3-7 0,0 4 14,0 0 1,-1 0 0,0 1 0,0-1-1,0 1 1,-1 1 0,0-1-1,0 1 1,-1 0 0,1 0 0,-1 1-1,0 0 1,-9-4 0,-38-17-252,0 3 1,-2 2 0,0 2-1,-1 3 1,-91-12-1,-80 1-3369,9 12-3424,145 10 3432,-132-11-10316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29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80,'-1'1'245,"1"0"-1,0 0 1,0-1-1,0 1 1,0 0-1,0-1 1,0 1-1,0 0 1,1 0-1,-1-1 1,0 1-1,0 0 1,1 0-1,-1-1 1,0 1-1,1-1 1,-1 1-1,0 0 1,1-1-1,-1 1 1,1-1-1,-1 1 1,1 0-1,-1-1 1,1 0-1,-1 1 1,1-1-1,0 1 1,-1-1-1,1 0 1,0 1-1,-1-1 1,1 0-1,0 0 1,0 1-1,-1-1 1,2 0-1,10-1 390,-12 1-579,0 0 0,0 0 0,1 0 0,-1 0 0,0 0 0,0 0 0,0 0 0,1 0 0,-1 0 0,0 0 0,0 0 0,0 0 0,1 0 0,-1 0 0,0-1 0,0 1 0,0 0 0,1 0 0,-1 0 1,0 0-1,0 0 0,0-1 0,0 1 0,0 0 0,1 0 0,-1 0 0,0 0 0,0-1 0,0 1 0,0 0 0,0 0 0,0 0 0,0-1 0,0 1 0,0 0 0,0 0 0,0 0 0,0-1 0,0 1 0,0 0-6,0-1-1,0 1 0,0 0 1,0 0-1,0 0 0,0-1 1,0 1-1,0 0 0,1 0 1,-1 0-1,0-1 0,0 1 1,0 0-1,0 0 0,0 0 1,0 0-1,0-1 0,0 1 1,1 0-1,-1 0 0,0 0 1,0 0-1,0 0 0,0-1 1,1 1-1,-1 0 0,0 0 1,0 0-1,0 0 0,1 0 1,-1 0-1,0 0 0,0 0 1,0 0-1,1 0 0,-1 0 1,0 0-1,0 0 0,1 0 1,5-1 512,-6 1-488,1 0 1,0 1-1,0-1 1,-1 0-1,1 0 1,0 0-1,0 0 1,-1 0-1,1 0 1,0-1-1,-1 1 1,1 0 0,0 0-1,0 0 1,-1-1-1,1 1 1,0 0-1,-1-1 1,1 1-1,-1-1 1,1 1-1,0-1 1,-1 1-1,1-1 1,-1 1-1,1-1 1,-1 1 0,0-1-1,1 1 1,-1-1-1,0 0 1,1 1-1,-1-1 1,0 0-1,1 0 1,-1-1-1,0 1 26,1 0 0,0 0 0,-1-1 0,1 1 0,0 0-1,0 0 1,0 0 0,0 0 0,0 0 0,0 0 0,0 0 0,0 0-1,0 1 1,0-1 0,0 0 0,1 1 0,-1-1 0,0 0 0,1 1-1,-1 0 1,0-1 0,3 1 0,1-2 269,6-4 238,0 0 1,19-14 0,16-10 307,15 4-212,-35 16-246,40-22 0,-65 31-441,0 0-1,0 0 1,1 0 0,-1 0-1,0 1 1,1-1 0,-1 1-1,0-1 1,1 1 0,-1-1-1,1 1 1,-1 0-1,1 0 1,-1-1 0,1 1-1,-1 0 1,3 1 0,1-1 28,0 1 12,-10 3 10,-11 11 83,1 1 0,0 1 1,1 1-1,-21 34 0,16-23 8,-24 28 1,8-22-82,27-28-81,1 0 0,0 0 0,0 0 0,1 1 0,0 0 0,0 0 0,-5 11 0,1 16-221,4-25-1,-9 17-559,14-26 681,1 0 1,0-1 0,-1 1 0,1 0-1,0 0 1,0 0 0,-1 0-1,1 0 1,0 0 0,0 0 0,0-1-1,0 1 1,0 0 0,0 0-1,1 0 1,-1 0 0,0 0-1,0 0 1,1 0 0,-1-1 0,0 1-1,1 0 1,-1 0 0,1 0-1,-1-1 1,1 1 0,-1 0 0,2 0-1,1 1-323,0-1-1,0 1 0,1-1 0,-1 0 1,0 0-1,1 0 0,-1-1 0,0 1 1,1-1-1,-1 0 0,1 0 1,-1 0-1,1 0 0,-1-1 0,6-1 1,50-13-4484,-57 14 4816,63-23-4279,0 3 775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3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2721,'-23'14'2527,"1"-1"-1,-45 19 1,15-10-222,15-4-883,-149 73 3665,175-85-4666,-1 1 0,1 0 0,1 0 0,-1 1 0,1 1 0,1-1 0,0 2 0,-11 12 0,18-20-337,0 0 1,1 0-1,-1 0 0,1 0 1,0 0-1,-1 1 0,1-1 1,0 0-1,0 1 1,1-1-1,-1 0 0,0 1 1,1-1-1,-1 1 0,1-1 1,0 1-1,0-1 1,0 1-1,0-1 0,1 4 1,0-4-42,1 1 0,-1-1 0,1 0 0,0 1 0,0-1 1,-1 0-1,2 0 0,-1-1 0,0 1 0,0 0 0,0-1 1,1 1-1,-1-1 0,1 0 0,-1 1 0,1-1 0,0-1 0,-1 1 1,1 0-1,0-1 0,5 1 0,17 2-25,0-1-1,0-1 1,48-5 0,-58 3-9,19 0 54,0-2 0,0-1 0,0-2 0,-1-1 0,0-1-1,58-25 1,-64 20-52,0-1 0,35-26 0,-50 32-2,0-1-1,-1 0 1,-1-1 0,0 0-1,0-1 1,16-22 0,-25 31-16,0 1 0,0 0 0,0-1 0,0 1 0,-1-1 0,1 0 0,0 1 0,-1-1 1,1 0-1,-1 1 0,0-1 0,1 0 0,-1 1 0,0-1 0,0 0 0,0 1 0,0-1 0,0 0 0,-1 0 1,1 1-1,0-1 0,-1 0 0,0 1 0,1-1 0,-1 1 0,0-1 0,1 0 0,-1 1 0,0 0 0,0-1 1,0 1-1,-1 0 0,1-1 0,0 1 0,0 0 0,-1 0 0,1 0 0,-1 0 0,1 0 0,-2-1 1,-8-3-341,1 1 1,-1 0 0,0 0 0,-1 1 0,-10-2 0,16 4 51,-126-21-6241,-79-4-5230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3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21 560,'-1'-1'148,"0"0"0,0 0 0,0 1-1,0-1 1,0 0 0,-1 1 0,1-1-1,0 1 1,0-1 0,0 1 0,-1 0-1,1 0 1,0-1 0,0 1 0,-1 0 0,1 0-1,0 0 1,-1 0 0,-1 1 0,2-1 178,-30-6 3109,-36-2 0,-102 17 1554,44 3-3095,119-12-1654,1 1-67,-1 1-150,0 0 0,1 1 0,-1 0 0,1-1 0,-1 2 0,1-1 0,0 1 0,0-1 0,1 1 0,-1 1 0,1-1 0,0 1 0,0-1 0,0 1 0,1 1 0,-1-1 0,-2 7 0,-5 29 230,-11-1 107,11 0-66,-8-1-95,14-32-102,0 1 1,1-1-1,1 1 1,-1 0-1,1 0 1,1 1-1,-1-1 1,1 1-1,-1 11 1,3-17-96,0 0 0,0-1 0,-1 1 0,1-1 0,-1 1 0,1-1 0,-1 1 0,0-1 0,0 1 0,0-1 1,0 0-1,0 1 0,-1-1 0,1 0 0,-4 4 0,3-4 14,0 0 0,1 0 1,-1 0-1,1 0 0,0 1 1,-1-1-1,1 0 0,0 1 0,0-1 1,1 1-1,-1-1 0,0 1 0,1 0 1,0-1-1,-1 6 0,0-1-9,0 1 1,-1-1-1,-1 0 0,1 0 1,-1 0-1,0 0 0,-1-1 0,1 1 1,-1-1-1,-1 0 0,1 0 1,-11 10-1,8-7 8,0-1 1,1 1-1,0 0 0,0 1 1,-4 10-1,6-6 52,3-11-52,0 0 0,1 0 0,-1 0-1,-1 0 1,1-1 0,0 1 0,-1 0-1,-1 2 1,-46 39 105,40-34-77,0 0 1,1 1-1,0 0 0,1 0 1,0 0-1,1 1 1,-6 14-1,1 23-3,-10 3-27,13-25 20,5-17 6,0 0 0,0 0 0,-1-1 0,0 1 0,-9 14 0,8-16 16,0 1 1,1 1-1,0-1 0,0 1 1,1-1-1,-3 17 0,-2 7-42,1-12-40,5-17 18,1 0-1,-1 0 1,1 1-1,0-1 1,0 1-1,0 4 1,2-4 6,-1 1 0,1 0 0,1-1-1,-1 1 1,4 8 0,-2-7 17,-1 0 1,0 0-1,-1 0 0,1 0 0,0 14 1,-3 4 50,1-13-30,-1-1 1,2 1 0,0 0 0,0 0 0,3 13 0,18 30-50,-14-20-78,-6-26 92,0 0 0,1 1 0,0-1 0,0 0-1,1 0 1,9 16 0,85 120 200,-87-130-228,0-1 0,1 0 0,1-1 1,0 0-1,1-1 0,0 0 0,20 12 0,6 5 24,124 97 18,-137-106 81,2 0 0,0-2 0,35 16 0,105 43 790,-134-62-670,-23-10-160,39 17 331,55 33 0,-77-40-39,0 0 0,1-2 0,1-1 0,35 9-1,-52-18-205,0 0-1,0 1 0,0 1 0,0 0 0,13 7 0,-17-6-10,0-1 1,0-1 0,1 0-1,0 0 1,21 4-1,20 4 367,81 40 814,-114-44-1141,27 12 250,50 17 227,75 5 309,-88-24-519,73 6-284,-23-4-778,-82-12 678,0-2 1,58-2-1,39 5 299,-11 5-296,280 43 8,-194-11-64,65 17 0,-276-61 0,1-1 0,-1 0 0,1 0 0,0-2 0,-1 1 0,1-2 0,0 0 0,23-6 0,28-5 0,3-1 0,105-36 0,-90 25 0,76-32 0,-112 38 0,6-1 0,-31 15 0,-14 3 0,1 1 0,0-1 0,-1-1 0,0 1 0,0-1 0,0-1 0,0 1 0,11-8 0,52-46 0,-32 29 0,-1-1 0,-2-2 0,-1-1 0,45-56 0,-66 73 0,-8 11 0,0-1 0,-1 0 0,1 0 0,-1 0 0,0-1 0,-1 1 0,1-1 0,-1 0 0,0 0 0,-1 0 0,0 0 0,0-1 0,0 1 0,0-1 0,-1 1 0,0-1 0,0-8 0,0-2 0,0 0 0,2 0 0,8-30 0,-6 30 0,-2 1 0,1-1 0,0-33 0,-4-260 0,-1 286 0,-1-1 0,-11-45 0,8 47 0,0 0 0,-1-45 0,6 31 0,1 18 0,-1 1 0,0-1 0,-7-31 0,-14-16 0,12 26 0,6 26 0,0-1 0,-1 1 0,-1 0 0,-10-23 0,-4-2 0,9 18 0,-1 0 0,0 1 0,-2 0 0,-26-32 0,17 30 0,-1 2 0,-1 0 0,-1 2 0,-33-20 0,10 9 0,-8-2 0,8 9 0,22 9 0,-1 2 0,-28-9 0,-109-31 0,1 7 0,32 12 0,-26-4 0,-69-10 0,-37-5 0,98 30 0,-127-19 0,-12 7 0,27 6 0,-17-4 0,-352-85 0,418 82 0,-256-6 0,239 24 0,208 12-618,0 2 0,-1 2 0,1 1 0,0 1 0,-43 10 0,71-11-1230,-1 1 1,1 1 0,0 0 0,-14 6-1,22-9 1277,1 1 0,-1-1-1,0 1 1,1-1 0,-1 1-1,0-1 1,1 1 0,-1 0-1,1-1 1,-1 1 0,0 0-1,1-1 1,0 1-1,-1 0 1,1 0 0,-1-1-1,1 1 1,0 0 0,0 0-1,0 0 1,-1 0 0,1-1-1,0 1 1,0 0 0,0 0-1,0 1 1,0-1 177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36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1258 2721,'-6'1'1409,"-21"11"11202,32-5-9063,5-5-3135,0-1 0,0 0 0,0-1 0,0 0 0,0-1 0,12-1 0,66-15 945,-67 13-1191,6-2 70,0-2 1,0-1-1,-1-1 1,37-20-1,94-66 704,-125 75-722,34-21 179,39-25 737,142-118 0,-152 112-103,-70 56-559,-1-1-1,0-1 0,36-40 1,-50 49-442,0 0 0,0 1 0,1 0 1,12-8-1,-14 10-35,0 1-1,0-2 1,-1 1-1,0-1 1,0 0-1,7-10 1,-6 6 4,1 1 0,0 0 0,0 1 0,1 0 0,14-9 0,-13 10 0,27-21 0,43-25 0,-61 42 0,218-125 0,-98 59 0,-90 46 0,-36 23 0,0 0 0,0 1 0,20-8 0,-29 13 0,-17 10 0,-66 19-912,-50 11-2801,-105 31-9235,91-18-1766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8:3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76 5683,'-46'-3'12291,"37"-1"-6963,26-1-4712,119-31 2758,-94 29-2559,56 0 0,-10 1-137,64-1-318,-147 7-39,-5 2 12,0 11-138,-2 1 1,0-1-1,0 0 0,-1 0 0,-1 0 1,0 0-1,-1-1 0,0 1 1,-11 17-1,-1 5 5,-25 68-200,19-55 0,12-27 0,1 0 0,1 1 0,0 0 0,2 0 0,-6 29 0,7-3 0,3-19 0,-1-1 0,-2 0 0,-13 39 0,3-22 451,-29 55 0,39-89-902,0 0 0,-1 0 0,0 0 0,-1-1 0,0 0 1,-1-1-1,0 0 0,-1 0 0,-17 11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1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360 166 560,'0'-1'129,"0"0"-1,0 0 0,0-1 1,0 1-1,-1 0 0,1-1 1,0 1-1,-1 0 0,1 0 1,0 0-1,-1-1 0,0 1 1,1 0-1,-1 0 0,0 0 1,0 0-1,1 0 0,-1 0 1,0 0-1,0 0 0,0 0 1,0 1-1,0-1 0,-3-1 1,3 2-12,0-1 0,0 0 0,0 1 0,0-1 0,0 0 0,0 0 0,0 0 1,1 1-1,-1-1 0,0 0 0,0 0 0,1 0 0,-1 0 0,0-1 0,1 1 0,-1 0 1,1 0-1,0 0 0,-1 0 0,1 0 0,0-1 0,0 1 0,-1 0 0,1-3 0,0-107 8554,-5 112-8871,-4 2-57,-1 0 1,1 0-1,0 1 1,0 0-1,0 0 1,-12 9-1,-6 3-482,5-3 218,-19 10-1626,-43 32 0,46-25-894,5-9-454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36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20 80,'-27'-7'414,"22"4"-607,4-7 9293,1 15-5068,0-4-3968,1-1 1,-1 1-1,0-1 1,0 1-1,0 0 1,0-1-1,0 1 1,0-1-1,0 1 1,0-1-1,0 1 0,0-1 1,-1 1-1,1-1 1,0 1-1,0-1 1,0 1-1,0-1 1,-1 0-1,1 1 1,0-1-1,-1 1 1,1-1-1,0 1 1,-1-1-1,1 0 1,0 1-1,-1-1 1,0 1-1,-4 1 81,0 1-1,0 0 1,1 0-1,-1 0 1,1 1-1,0 0 1,0-1-1,0 1 1,0 1-1,1-1 1,-5 7-1,7-8-76,0 0-1,0 1 1,0-1-1,0 0 1,1 1-1,-1-1 1,1 0 0,0 1-1,0 5 1,0-5-9,0 0 1,0 0 0,0 0 0,-1 0-1,0 0 1,-1 7 0,-9 9 105,9-17-132,0 0-1,0 0 0,0 1 1,1-1-1,-1 0 1,1 1-1,0-1 1,0 1-1,0 0 1,0-1-1,1 1 0,-1 5 1,1 188 1127,0-194-1133,0-1 0,0 1-1,0 0 1,-1-1-1,1 1 1,-1-1-1,0 1 1,0-1 0,0 1-1,0-1 1,0 0-1,-1 1 1,1-1-1,0 0 1,-4 3 0,-6 11 108,0 17 118,1-17-206,8-13-42,0-1 1,0 1 0,1 0 0,-1-1 0,1 1-1,0 0 1,-1 0 0,1 0 0,0 0 0,1 0-1,-1 0 1,1 1 0,-1-1 0,1 4 0,1 8 28,-1-9-8,1 0 0,-1 0-1,0-1 1,-1 1 0,1 0 0,-1 0 0,-1 0 0,-1 7-1,-7 6 97,8-15-74,-1 1 1,1 0-1,0 0 0,0 0 1,0 0-1,1 0 1,0 0-1,0 0 0,0 1 1,0 6-1,1 125 379,0-131-401,0 0-1,-1-1 1,0 1 0,0-1-1,-1 1 1,0-1-1,1 1 1,-2-1 0,-3 7-1,4-8-22,0 1-1,0 0 1,0-1-1,0 1 0,1 0 1,-1 1-1,1-1 0,1 0 1,-1 6-1,1 92 278,-1-100-275,1 1-1,-1 0 1,0 0-1,0-1 1,-1 1-1,1 0 1,-1-1-1,1 1 1,-1-1 0,-4 6-1,4-8 5,0 1 0,1 0 1,0 0-1,-1 0 0,1 0 0,0 1 0,0-1 0,0 0 1,0 0-1,0 1 0,0-1 0,1 0 0,-1 1 0,1-1 1,0 1-1,-1-1 0,1 1 0,0-1 0,1 0 1,-1 1-1,0-1 0,1 1 0,-1-1 0,1 1 0,0-1 1,0 0-1,2 4 0,-3-6-7,2 2-3,-1 0 1,0 0-1,1 0 1,-1 1 0,0-1-1,0 0 1,0 0-1,0 1 1,0-1 0,0 3-1,-2-3-7,1 1 0,-1-1-1,0 0 1,0 0 0,0 1 0,0-1-1,0 0 1,0 0 0,-1 0 0,-1 3 0,1-2 48,1 1 1,-1 0 0,1-1 0,0 1 0,0 0 0,1 0 0,-1 0 0,1 0 0,0 0 0,0 0 0,0 0 0,2 7 0,-1 9-80,-1 61 1640,0-80-1603,0 0 0,0 0 1,0 1-1,0-1 0,0 0 0,1 1 1,-1-1-1,0 0 0,1 0 1,-1 1-1,1-1 0,-1 0 0,1 0 1,0 0-1,-1 0 0,1 0 0,0 0 1,0 0-1,0 0 0,0 0 1,0 0-1,0 0 0,0 0 0,0-1 1,2 2-1,-2-1 7,0-1 1,0 1-1,0-1 0,0 1 0,0 0 1,0 0-1,0 0 0,0 0 1,-1-1-1,1 1 0,0 0 1,0 0-1,-1 0 0,1 1 1,-1-1-1,1 0 0,-1 0 1,1 0-1,-1 0 0,0 0 1,0 1-1,1-1 0,-1 0 1,0 0-1,0 2 0,0-2 0,0 0 0,0 0 0,-1 0 0,1 1 0,0-1 0,0 0 0,-1 0-1,1 0 1,0-1 0,-1 1 0,1 0 0,-1 0 0,1 0 0,-1 0 0,0 0 0,1 0 0,-1-1 0,0 1-1,0 0 1,1-1 0,-1 1 0,0 0 0,0-1 0,0 1 0,0-1 0,-1 1 0,-4 4 49,13 1 11,-6-6-68,-1 1 1,1-1 0,0 1-1,0-1 1,0 0 0,-1 1-1,1 0 1,0-1 0,0 1 0,-1-1-1,1 1 1,0 0 0,-1-1-1,1 1 1,-1 0 0,1 0-1,-1 0 1,1-1 0,-1 1-1,0 0 1,1 0 0,-1 0 0,0 0-1,0 0 1,1 0 0,-1-1-1,0 3 1,0-2 2,0 0-1,0 0 1,1 0 0,-1 0-1,0 0 1,1 0-1,-1-1 1,0 1 0,1 0-1,0 0 1,-1 0 0,1 0-1,-1 0 1,1-1 0,0 1-1,0 0 1,-1-1 0,1 1-1,0 0 1,0-1-1,0 1 1,0-1 0,-1 1-1,1-1 1,0 0 0,0 1-1,0-1 1,0 0 0,0 0-1,0 0 1,2 0 0,44 4 100,-14-2 211,92 6 476,-50 3-360,-37-4 33,71 3 0,60-4 261,217 8 1973,-176-9-1659,-61-3-637,427 19-398,-400-10 0,164 5 0,-209-23 0,5-8 0,15 5 0,-76 8 0,0 4 0,107 16 0,-54-12 0,-55-5 0,156 1 0,433 22 0,-428-9 0,-180-13 0,-61 1 0,-18 0 0,-162-13-690,52-5-5543,-146-23-13208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4:38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0 320,'0'0'1361,"6"0"26,162 0 4589,1 7-3068,321 26 3548,-273-20-4494,-60-5-1069,322 53 774,-419-52-1548,0-3 0,66-2 0,-47-2 98,-2 1 170,-1-4 0,1-3 0,112-20-1,-59 3 161,-59 8-226,-44 12-308,-15 2 9,0 1 0,0 0 0,-1 1 0,1 0 0,-1 1 0,1 1 0,10 5 0,5 1 29,168 79 122,-173-80-163,22 7-7,-6-4-3,9-7 120,-40-6-93,4 1 53,38-4 3,-39 1-72,6 0 56,1-1 1,-1-1-1,0-1 1,0 0-1,22-11 1,-15 6 33,0 1 1,1 2-1,0 0 0,0 1 1,27-3-1,-23 8-101,-23 2-80,-5 1 79,0 0 0,0 0-1,0 0 1,0 0 0,-1 0-1,1 0 1,0-1 0,-1 1-1,0 0 1,1 0 0,-1 0-1,0-1 1,0 1-1,0 0 1,0-1 0,0 1-1,0-1 1,0 1 0,-1-1-1,1 0 1,-1 1 0,1-1-1,-4 2 1,-11 11 73,-6 11 36,-81 78 211,78-84-293,18-15-26,1 1 0,0-1 0,0 2 0,0-1 0,0 0 1,1 1-1,0 0 0,0 0 0,1 1 0,-8 12 0,1 29 53,1-22 147,-16 33 1,15-39-105,1 1 1,2 1 0,-7 23-1,11-20-95,1 0-1,1 0 1,4 51-1,-1-22-15,-1 400 482,0-445-573,0-1 0,1 1 1,0 0-1,0-1 0,0 1 1,1-1-1,1 1 0,0-1 1,0 0-1,0 0 0,1 0 1,6 9-1,13 27-5977,-19-13-8964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31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1844 186 480,'0'0'2148,"-5"0"-1188,-18 0 229,-17-1 221,0 2 0,0 2 1,-50 10-1,-55 18 34,-154 35-37,209-42-998,-111 45-1,139-43-181,-327 147 1054,379-167-1252,-1 0 1,1 0 0,0 0-1,0 1 1,1 1 0,0 0-1,0 0 1,-10 14 0,-14 14 125,-12 15 89,43-48-244,-1 1 0,1 0 0,0 0 0,0 0 0,0 0 0,0 0 0,1 0 0,0 1 1,0-1-1,0 0 0,0 1 0,1 4 0,-1-4-5,1 0 0,-1 1 0,0-1 0,0 0 0,0 0 0,-1 0 0,0 0 0,0 0 0,-3 6 0,2-6 7,1 0 1,-1 0-1,1 0 0,1 1 1,-1-1-1,1 1 0,0-1 0,0 1 1,0 7-1,0 17-24,0-19-46,0-1 1,1 1 0,0-1-1,1 1 1,0-1 0,5 20 0,16 20 240,-18-28-93,-1-1 0,-2 1-1,0-1 1,-3 34 0,1-1 1,0-25-68,0-15 6,1-1-1,1 0 1,0 1 0,4 21 0,17 21 114,-16-33-98,-4-14 12,0 1 0,1-1 0,0 0 0,1 0 0,-1 0 0,2 0 0,-1-1 0,1 0 0,1 0 1,-1 0-1,1 0 0,1-1 0,8 8 0,16 8 113,0-1 0,59 30 0,-73-44-81,0-1-1,0 0 0,0-1 1,1-1-1,-1-1 0,36 4 1,-7-1-28,60 13 581,-50-8 413,107 8 0,93-13 1089,-79-3-1117,167-6 380,-211-3-1103,28 0-81,-102-2-120,100-5 134,122-9 397,-275 20-621,419-72 478,-356 52-380,68-30 1,-51 18-52,-76 29-42,-2 2-2,0-1-1,-1 0 0,0 0 1,1-1-1,-1 1 0,0-2 1,-1 1-1,1-1 0,-1 0 0,11-11 1,74-78 37,-18 20 7,-5 2 57,-28 32 127,47-62-1,-63 73-238,-20 26 7,0-1 0,0 0 0,-1 0 0,0 0 0,0-1 0,0 1 0,0-1 0,-1 1 0,1-1 0,-1 0 0,-1 0 0,1 0 0,0 0 0,-1 0 0,1-10-1,-2-2 20,1 10-35,-1 1 0,0 0-1,0 0 1,-1-1 0,0 1 0,0 0-1,-3-8 1,-4-5 18,5 12 2,0-1-1,0 1 0,1-1 1,0 1-1,0-1 1,0 0-1,1 0 1,0-8-1,1 9 1,0 1-1,-1-1 0,0 1 0,0 0 1,0 0-1,-1 0 0,0-1 0,0 2 1,0-1-1,-1 0 0,-4-6 0,-1 0-18,0 2-1,-1-1 1,-15-13-1,3 3-35,5 4-17,4 3 24,-1 1-1,0 0 0,-1 1 0,-27-18 0,-50-24-117,-138-63 0,53 39-66,18 6 12,-188-58 0,-10 46-219,168 43 213,130 26 10,0 3 0,-1 3 0,-70-2-1,73 9 25,1 4-1,-1 1 0,-70 15 0,-217 55-693,235-55 781,-55 11-215,110-19 180,18-4 61,-35 10-1,1 4-6,-123 55 0,118-44 132,48-21-17,0 1 1,1 1 0,0 1 0,1 1 0,-32 25 0,-69 55-356,122-92 269,1 0 0,-1 0 1,1 0-1,-1 0 0,1 0 0,0 1 1,0-1-1,0 1 0,0-1 0,0 1 1,1 0-1,-1-1 0,1 1 1,0 0-1,0 0 0,-1 5 0,2-6-74,0 0-1,1 0 1,-1 0-1,1 0 0,0 0 1,-1 0-1,1 0 1,0 0-1,0 0 1,0 0-1,1 0 0,-1 0 1,0-1-1,1 1 1,-1-1-1,1 1 1,-1-1-1,1 1 1,0-1-1,0 0 0,0 0 1,0 0-1,-1 0 1,4 1-1,2 1-594,-1 0-1,1 0 1,0-1 0,0 0 0,0 0-1,12 1 1,-5-2-1886,0-1 1,23-3-1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33 187 1361,'-1'0'50,"-20"-12"1586,20 11-1253,-1-1 0,1 1 0,0-1 0,0 0 0,1 1 0,-1-1 0,0 0 0,0 1 0,1-1 0,-1 0 0,1 0 0,0 0 1,-1 0-1,1 0 0,0 1 0,0-1 0,0 0 0,1-3 0,-1 4-335,1 0 0,-1 0 0,1 0 0,0 1 0,-1-1 0,1 0 0,0 0 0,-1 0 0,1 1 0,0-1 0,0 0 0,0 1 0,0-1 0,0 1 0,0-1 0,0 1 0,0 0 0,0-1 0,0 1 0,0 0 0,0 0 0,0-1 0,0 1 0,0 0 0,2 0 0,5-2 224,6-2-13,0 0 0,0 1-1,1 0 1,-1 1 0,22 0-1,15-1 258,198-13 1685,312 8 1681,-214 30-2597,-48-2-836,-135-15-329,-164-5-179,0 0-1,1 0 1,-1-1-1,0 1 1,1 0-1,-1 0 1,0 0-1,0 0 1,1-1-1,-1 1 1,0 0-1,0 0 1,1-1 0,-1 1-1,0 0 1,0 0-1,0-1 1,1 1-1,-1 0 1,0-1-1,0 1 1,0 0-1,0-1 1,0 1-1,0 0 1,1-1 0,-1 1-1,0 0 1,0-1-1,0 1 1,0 0-1,0-1 1,0 1-1,-1 0 1,1-1-1,0 1 1,0 0-1,0-1 1,0 1-1,0 0 1,0-1 0,-1 1-1,1 0 1,0 0-1,0-1 1,0 1-1,-1 0 1,1 0-1,0-1 1,0 1-1,-1 0 1,1 0-1,0 0 1,0-1 0,-1 1-1,1 0 1,0 0-1,-1 0 1,-76-42-6824,-37-26-1855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1 400,'-32'35'1441,"6"-8"480,-7 7 0,0 15-481,-32 5-319,-33 3 79,0 17 81,0 1-481,0 8-79,0 1-161,66-1-480,-1-8-720,66-13-1041,-1-20-2241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8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2401,'65'0'2401,"157"21"481,104 12-2082,-97-4-5362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9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1456 0 1361,'-288'8'6896,"123"9"-4515,-317 76 0,241-22-489,205-57-1406,1 0 0,1 3 0,0 1 0,-36 25 0,63-38-345,1 0 0,0 0 0,0 1 0,1-1 0,-1 1 0,1 0 0,1 1 0,-1-1 0,1 1 0,0 0 0,1 0 0,-4 7 0,7-10-93,-1-1-1,0 0 1,1 0 0,-1 0 0,1 0-1,0 0 1,0 1 0,0-1-1,1 0 1,-1 0 0,1 0 0,-1 0-1,1 0 1,0 0 0,0 0-1,1 0 1,-1 0 0,1 0 0,-1 0-1,1-1 1,0 1 0,0-1-1,0 1 1,0-1 0,0 0 0,1 0-1,-1 0 1,1 0 0,-1 0-1,1 0 1,0-1 0,0 1 0,3 0-1,13 7 4,1-1 1,0-1-1,0-1 0,29 5 0,100 11 13,-67-16-195,-1-3 0,0-4 0,1-3 0,-1-4-1,116-26 1,-145 21-254,-1-2 0,0-2-1,58-30 1,-75 30-233,0-2 1,-2-1-1,0-1 1,57-52 0,-78 63 279,-1-1 1,0 0-1,0-1 1,8-14-1,-16 23 247,0 1 0,-1-1 0,1 0 0,-1 1 0,0-1 0,0 0 0,0 0 0,0 0 0,0 0 0,0 0 0,-1 0 0,1 0 0,-1 0 0,0 0 1,0 0-1,0 0 0,-1-1 0,1 1 0,-1 0 0,1 0 0,-1 0 0,0 1 0,0-1 0,-3-5 0,0 4-71,1 1-1,-1-1 1,0 1 0,0 0 0,-1 0 0,1 0 0,-1 1 0,1-1 0,-1 1-1,0 0 1,0 0 0,-8-1 0,-113-26-3253,-31 1-1921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5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20 1441,'-18'0'1882,"10"1"-1314,1-1 0,-1 0 0,1-1 0,0 0 0,-1 0 1,1 0-1,0-1 0,0 0 0,-13-5 0,-2 1 473,93 7 1905,16 0-2824,-81-1-110,8 1 10,-1 0 0,0 1 0,0 0-1,0 1 1,0 1 0,0 0 0,-1 0 0,1 1 0,-1 1 0,11 7 0,-22-12-14,0-1-1,1 1 1,-1 0 0,0-1-1,0 1 1,0 0 0,0 0 0,0 0-1,0 0 1,0 0 0,0 0-1,0 0 1,-1 0 0,1 0-1,0 1 1,-1-1 0,1 0-1,-1 0 1,1 1 0,-1-1-1,1 0 1,-1 3 0,-1-1 31,0 0 1,0-1 0,0 1-1,-1 0 1,0-1 0,1 1 0,-1-1-1,0 0 1,-4 5 0,1-1 54,-1-1 0,0 0 0,0 0 1,0 0-1,-1 0 0,1-1 0,-1 0 0,0-1 1,-1 0-1,-9 4 0,-27 13 350,40-18-487,-19 7 573,22-10-511,1 1 1,-1-1-1,1 1 1,-1-1-1,1 0 1,-1 0-1,1 1 1,-1-1-1,1 0 1,0 0-1,-1 1 1,1-1-1,0 0 1,0 0-1,-1 0 1,1 0-1,0 1 1,0-1-1,0 0 1,0 0-1,0 0 1,0 0-1,1 0 1,-1-1-1,0 2-21,0-1 0,0 1 0,0 0 0,0 0-1,0-1 1,0 1 0,0 0 0,0-1 0,1 1 0,-1 0 0,0-1-1,0 1 1,0 0 0,0 0 0,0-1 0,1 1 0,-1 0-1,0 0 1,0-1 0,0 1 0,1 0 0,-1 0 0,0 0 0,0-1-1,1 1 1,-1 0 0,0 0 0,0 0 0,1 0 0,0-1-1,31-4-63,71-1 132,-50 3-14,209-2 137,-233 6-150,101 7-52,-115-6 36,0 1 0,0 0 0,-1 1 0,1 1 0,-1 0-1,22 12 1,-18-3 271,-18-13-279,0-1 0,0 1 1,1-1-1,-1 1 0,0-1 0,0 1 1,0-1-1,0 1 0,0-1 0,0 1 1,0 0-1,0-1 0,0 1 0,0-1 0,-1 1 1,1-1-1,0 1 0,0-1 0,0 1 1,-1-1-1,1 1 0,0-1 0,-1 1 1,1-1-1,0 0 0,-1 1 0,1-1 1,0 1-1,-1-1 0,1 0 0,-1 1 1,1-1-1,-1 0 0,0 1 0,-17 8 343,-1 0-1,-1-1 1,1-1-1,-30 7 1,-441 112 3123,-129-10-2013,505-98-2842,112-18 1285,1 0 1,0 1 0,0-1-1,0 0 1,0 1 0,0-1-1,0 1 1,0-1-1,0 1 1,0-1 0,0 1-1,0 0 1,0 0 0,0-1-1,-1 2 1,2-1 23,0-1 1,0 0-1,0 1 0,0-1 0,0 1 1,0-1-1,0 0 0,0 1 1,0-1-1,0 0 0,1 1 1,-1-1-1,0 0 0,0 1 1,0-1-1,0 0 0,1 0 1,-1 1-1,0-1 0,0 0 1,1 0-1,-1 1 0,0-1 1,0 0-1,1 0 0,-1 1 1,0-1-1,1 0 0,-1 0 1,0 0-1,1 0 0,0 0 1,7 3-1106,0 0 1,0-1-1,0-1 1,0 1-1,17-1 1,95 1-9129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5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60 125 960,'-26'-9'5043,"-7"9"-2802,33-6-160,33 6-1201,-33-6-80,26 0 161,39-9 79,196-26 961,98-1-240,-169 48-1601,-60 30-1200,1-1-1922,0-8-2480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52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451 196 80,'7'-13'1458,"-1"0"1,8-23-1,-8 9 313,-5 22-1497,0 0 0,0 0-1,0 0 1,1 0 0,-1 1-1,1-1 1,0 1 0,1-1-1,-1 1 1,1 0 0,0-1 0,0 2-1,4-6 1,20-13 873,-22 13-560,-5 9-577,0 0-1,0 0 1,1 0-1,-1-1 1,0 1-1,0 0 1,0 0-1,0 0 1,0-1-1,0 1 1,0 0-1,0 0 1,0 0-1,0-1 0,1 1 1,-1 0-1,0 0 1,0 0-1,0 0 1,0-1-1,1 1 1,-1 0-1,0 0 1,0 0-1,0 0 1,0 0-1,1 0 1,-1 0-1,0 0 0,0 0 1,0 0-1,1 0 1,-1-1-1,0 1 1,0 0-1,1 0 1,-1 1-1,22-4 245,-22 3-238,0 0 0,0 0 0,0 0 0,0 0 0,1 0 0,-1 0 0,0 0 0,0 0 0,0 0 1,0 0-1,0 0 0,0 0 0,1 0 0,-1 0 0,0 0 0,0 0 0,0 0 0,0 0 0,0 0 0,1 0 0,-1 0 1,0 0-1,0 0 0,0 0 0,0 0 0,0 1 0,0-1 0,0 0 0,1 0 0,-1 0 0,0 0 0,0 0 1,0 0-1,0 0 0,0 0 0,0 1 0,0-1 0,0 0 0,0 0 0,0 0 0,0 0 0,0 0 0,0 0 0,0 1 1,0-1-1,0 0 0,0 0 0,0 0 0,0 0 0,0 0 0,0 0 0,0 1 0,0-1 0,0 0 0,-5 12 434,-20 22 36,18-25-225,-15 23 301,5-7-59,-1-2 0,-1 0 0,-35 34 0,-85 45 206,54-43-217,78-54-446,-22 17 564,-60 33 1,72-48-362,-15 10 167,31-16-375,-1 0 0,1 0 0,0 0-1,0 0 1,0 0 0,0 1 0,0-1-1,0 0 1,1 1 0,-1-1 0,0 0-1,1 1 1,-1-1 0,1 1 0,-1 0 0,1-1-1,-1 1 1,1-1 0,0 4 0,0-3-35,1 0 0,-1 0 0,1 0 0,0 0 0,-1 0 0,1 0 0,0-1 0,0 1 0,0 0 0,0-1 0,0 1 0,1 0 0,-1-1 0,0 1 0,1-1 0,-1 0 0,1 1 0,0-1 0,-1 0 0,1 0 0,0 0 0,0 0 0,0 0 0,-1-1 0,5 2 0,7 2-25,0 0-1,23 3 0,-32-6 29,32 4-19,1-2-1,-1-1 1,66-6-1,116-26 61,-195 26-58,-3 1 4,39-6-22,1-2 0,-1-2 1,-1-3-1,62-27 0,-79 25 56,-9 2-124,1 1 0,1 2-1,59-14 1,-73 26-57,-19 1 149,-1 0 1,0 0-1,0 0 1,0 0-1,1 0 1,-1 0-1,0 0 1,0 0-1,0 0 1,0 0-1,1 0 1,-1 0-1,0 0 1,0 0 0,0 1-1,0-1 1,1 0-1,-1 0 1,0 0-1,0 0 1,0 0-1,0 1 1,0-1-1,0 0 1,1 0-1,-1 0 1,0 0-1,0 1 1,0-1-1,0 0 1,0 0-1,0 0 1,0 1-1,0-1 1,0 0-1,0 0 1,0 0 0,0 0-1,0 1 1,0-1-1,0 0 1,0 0-1,0 0 1,0 1-1,0-1 1,0 0-1,-1 0 1,1 1-1,-4 4 51,-1 1 1,0-1-1,-1 1 0,1-1 0,-1-1 0,-9 7 0,-131 95 1272,-91 94 1489,191-154-2185,3 2 0,2 2-1,-38 59 1,-130 237-329,124-200-739,79-136 367,-103 188-2238,94-168 279,2 2 0,2 0 0,0 0-1,-8 51 1,16-62-2740,0 45-1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3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0 400,'32'9'2962,"34"12"79,32 12 961,98 44-160,-33-17-2482,-6-10-1440,-60-17-400,1-6-721,0-6-960,-32-6-2161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3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0 283 5923,'0'-8'7283,"0"2"-3201,33-7-1441,0-1-1040,-1-1-801,34 3-320,64-18-480,223-30-4322,-59-8-2561,-164 11-640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42 2241,'0'-1'135,"0"0"1,0 0-1,0 1 1,1-1-1,-1 0 1,0 0-1,0 0 1,1 0-1,-1 1 0,0-1 1,1 0-1,-1 0 1,1 1-1,-1-1 1,1 0-1,-1 0 0,1 1 1,-1-1-1,1 1 1,0-1-1,-1 1 1,1-1-1,0 1 0,-1-1 1,1 1-1,0-1 1,1 0-1,-1 1-6,0 0-1,-1 0 1,1-1-1,0 1 1,-1 0-1,1-1 1,-1 1-1,1 0 1,0-1-1,-1 1 1,1-1-1,-1 1 1,1-1-1,-1 1 1,0-1-1,1 0 1,-1 1-1,1-1 1,-1 0-1,0 1 1,0-1-1,1 1 1,-1-1-1,0 0 1,0 0-1,0 1 1,0-2-1,1 2-52,-1-1 1,0 1-1,0-1 0,0 1 1,0 0-1,1-1 0,-1 1 1,0 0-1,1-1 0,-1 1 1,0 0-1,0-1 0,1 1 1,-1 0-1,0 0 0,1-1 1,-1 1-1,1 0 0,-1 0 1,0 0-1,1 0 0,-1-1 1,1 1-1,-1 0 0,1 0 1,-1 0-1,0 0 0,1 0 1,-1 0-1,1 0 0,-1 0 1,1 0-1,18 1 415,-17 0-219,3-1-128,1 2 1,-1-1-1,0 1 1,0-1 0,1 1-1,-2 1 1,1-1-1,0 1 1,0 0-1,-1 0 1,1 0 0,-1 0-1,0 1 1,0 0-1,0 0 1,-1 0 0,5 6-1,-4-4-58,0 0-1,0 0 1,-1 1-1,0-1 1,0 1-1,-1 0 1,1-1-1,-1 1 0,-1 0 1,1 0-1,0 13 1,-3-16-25,1 0 0,-1 0 0,0 0 0,0 0 0,0 0 0,0 0 0,-1 0 0,1-1 0,-1 1 0,0 0 0,0-1 0,-1 1 0,1-1 0,-1 0 0,1 0 0,-1 0 0,0 0-1,0 0 1,-5 2 0,0 1 169,0-1-1,-1 0 1,0 0-1,0-1 0,0 0 1,0-1-1,-18 4 1,-44 5 2309,-1-3 0,-95-1-1,158-7-2172,-1-2-1,1 1 1,0-1-1,-14-4 1,23 3-232,8 0-181,6 0-187,127-7-273,-33 3 348,-16 0-682,181 12 0,-268-5 892,1-1 0,0 1 0,-1 0 0,1 1 0,-1-1 0,0 1 0,0 0 0,1 0 0,-1 1 0,6 3 0,-11-5-18,1-1 1,-1 0-1,0 0 1,1 1-1,-1-1 1,0 1-1,1-1 1,-1 0-1,0 1 1,0-1-1,0 1 1,1-1-1,-1 0 1,0 1-1,0-1 1,0 1-1,0-1 1,0 1-1,0-1 1,0 1-1,0-1 1,0 0-1,0 1 1,0-1 0,0 1-1,0-1 1,0 1-1,0-1 1,-1 1-1,1-1 1,0 0-1,0 1 1,0-1-1,-1 1 1,1-1-1,0 0 1,0 1-1,-1-1 1,1 0-1,-1 1 1,-6 7 275,-1-1 1,0 0 0,0 0 0,0 0-1,-1-1 1,0-1 0,-17 9-1,-67 24 1473,84-34-1754,-46 17-28,30-10 0,1-2 0,-2-1 0,-45 9 0,4-8-1832,-45 8-8827,101-15-2414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69 4242,'0'-8'3361,"-33"8"-1440,66 0-720,-33-7-321,33 1-79,-1 6 79,92-14 401,236 7 1120,-66 1-1041,-105 12-1119,7 7-562,-66-13-1119,1 0-1202,0-13-799,-66-14-1521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0 2481,'-65'69'7203,"-1"-9"-4161,-25 23-1922,25 15-399,-31 4-81,-1 8-480,32-21-800,34-12-1521,32-16-7524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255 130 480,'1'-1'260,"0"0"-1,0 0 0,0 0 1,-1 0-1,1 0 1,0 0-1,0 1 0,0-1 1,0 0-1,1 1 1,-1-1-1,0 0 1,0 1-1,0 0 0,0-1 1,1 1-1,-1 0 1,2-1-1,3-1 762,-6 1-917,1 1 1,-1-1-1,0 1 0,1-1 1,-1 1-1,1-1 1,-1 0-1,0 1 1,0-1-1,1 0 1,-1 1-1,0-1 1,0 0-1,0 1 1,0-1-1,0 0 1,0 1-1,0-1 0,0 0 1,0-1-1,0 1 31,0 1 0,0-1 0,0 0 0,0 0 0,0 0 0,0 0 0,0 0 0,1 0 0,-1 0 0,0 1 0,0-1 0,1 0 1,-1 0-1,1 0 0,-1 0 0,0 1 0,1-1 0,0 0 0,-1 0 0,1 0 0,9-6 584,-1 1 1,0 0 0,1 0 0,0 1-1,1 0 1,20-6 0,-3 3 296,45-8-1,-46 11-849,0 2-1,0 1 0,0 1 0,1 1 0,42 5 0,-63-4-149,1 1 0,-1-1 0,0 1 0,0 1 0,0-1 0,0 1 0,0 0 0,0 1 0,-1 0 0,1 0 0,-1 0 0,0 1 0,-1-1 0,1 1 0,-1 1 0,0-1 0,0 1 0,0 0 0,-1 0 0,0 1 0,0-1 0,-1 1-1,4 9 1,-5-11 13,-1-1 0,0 0 0,0 1 0,0-1 0,0 1 0,-1-1 0,0 1 0,0-1 0,0 1 0,0-1 0,-1 1 0,0-1 0,0 1 0,0-1 0,0 0 0,-1 1 0,0-1 0,1 0 0,-2 0 0,1 0 0,-5 7 0,-4 1 63,0 0 0,-1-1 1,0 0-1,-24 15 0,14-9 10,-261 193 845,81-44-640,179-148-794,0 1 0,2 2 0,-37 43 0,43-41-769,-12 13-1596,-8-12-556,21-15 1453,13-8 1694,0-1-1,0 1 1,0-1 0,1 1-1,-1 0 1,0 0-1,1-1 1,-1 1-1,0 0 1,1 0-1,-1 0 1,1-1-1,0 1 1,-1 0 0,1 0-1,0 0 1,-1 0-1,1 0 1,0 0-1,0 0 1,0 0-1,0 0 1,0 0-1,0 1 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5:46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6883,'33'-27'5363,"32"6"-2402,66 15-1680,97 18-1522,33 15-3840,-104-27-6404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5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0 138 560,'1'0'40,"-1"-1"0,0 1 0,0-1 0,1 1 0,-1-1 0,0 1 0,1 0 0,-1-1 1,0 1-1,1-1 0,-1 1 0,1 0 0,-1 0 0,1-1 0,-1 1 0,1 0 0,-1 0 0,1-1 0,-1 1 0,1 0 0,-1 0 0,1 0 0,-1 0 0,1 0 0,-1 0 0,1 0 0,-1 0 0,1 0 0,-1 0 0,1 0 0,-1 0 0,1 0 0,-1 0 0,1 1 0,0-1-7,-1 0 1,1 0-1,-1 1 0,1-1 0,0 0 0,-1 0 0,1 0 0,-1 0 1,1 0-1,-1 0 0,1 0 0,-1 0 0,1 0 0,-1 0 0,1-1 1,-1 1-1,1 0 0,-1 0 0,1 0 0,-1-1 0,1 1 1,-1 0-1,1-1 0,-1 1 0,1 0 0,-1-1 0,0 1 0,1 0 1,-1-1-1,1 1 0,-1-1 0,0 1 0,0-1 0,1 0 0,-1 1-3,0-1 0,1 0-1,-1 1 1,0-1-1,0 1 1,1-1-1,-1 0 1,0 1-1,1-1 1,-1 1-1,1-1 1,-1 1 0,1-1-1,-1 1 1,1 0-1,-1-1 1,1 1-1,-1 0 1,1-1-1,-1 1 1,1 0 0,0 0-1,-1-1 1,1 1-1,-1 0 1,1 0-1,0 0 1,-1 0-1,1 0 1,0 0-1,-1 0 1,1 0 0,1 0-1,-2 0-6,1 0 1,-1 0-1,1 0 0,-1 0 0,1 0 0,0 0 1,-1 0-1,1 0 0,-1 0 0,1 0 0,-1 0 1,1 0-1,-1-1 0,1 1 0,-1 0 0,1 0 1,-1-1-1,1 1 0,-1 0 0,1-1 1,-1 1-1,1 0 0,-1-1 0,0 1 0,1 0 1,-1-1-1,0 1 0,1-1 0,-1 1 0,0-1 1,1 0-1,4-2 390,17-2-39,-22 5-361,0 0 0,1 0 0,-1 0 0,0 0 0,0 0 1,1 0-1,-1 0 0,0 0 0,0 0 0,1-1 0,-1 1 0,0 0 0,0 0 0,0 0 1,1 0-1,-1 0 0,0 0 0,0-1 0,0 1 0,1 0 0,-1 0 0,0 0 0,0 0 0,0-1 1,0 1-1,0 0 0,0 0 0,1-1 0,-1 1 0,0 0 0,0 0 0,0 0 0,0-1 1,0 1-1,0 0 0,0 0 0,0-1 0,0 1 0,0 0 0,0-1 0,0 1-7,0 0 0,0-1 0,0 1-1,0 0 1,0-1 0,0 1 0,0 0-1,0 0 1,0-1 0,0 1 0,0 0 0,0 0-1,0-1 1,0 1 0,1 0 0,-1 0-1,0-1 1,0 1 0,0 0 0,0 0 0,0-1-1,1 1 1,-1 0 0,0 0 0,0 0-1,1 0 1,-1-1 0,0 1 0,0 0-1,0 0 1,1 0 0,-1 0 0,1 0 0,1-1 33,-1 1-28,0 0-1,1 0 1,-1 0 0,1-1-1,-1 1 1,0-1 0,1 1-1,-1-1 1,0 1 0,0-1 0,1 0-1,-1 1 1,0-1 0,0 0-1,0 0 1,0 0 0,0 0 0,0 0-1,1-2 1,-4 1 22,31-8 94,42-20-2835,-44 18 974,-26 12 1645,-1-1 0,1 1 0,-1-1 0,0 1-1,1-1 1,-1 0 0,1 1 0,-1-1 0,0 1 0,1-1 0,-1 0-1,0 1 1,0-1 0,0 0 0,0 1 0,1-1 0,-1 0 0,0 1 0,0-1-1,0 0 1,0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5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0 240,'0'6'1441,"0"3"79,-32 11 561,-34 49 1601,34 12-1201,-1 8-880,-32 1-240,-33-19-1,33 10-319,-33 8-241,32-6-160,34-20-480,-1-9-240,66-19-1040,-1-29-5523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6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71 480,'0'1'46,"0"0"0,0-1 0,0 1 0,0-1 0,-1 1 0,1 0 0,0-1 0,0 1 0,0 0 0,-1-1 0,1 1 0,0-1 0,-1 1 0,1-1 0,-1 1 0,1-1 0,0 1 0,-1-1 0,1 1 0,-1-1 0,0 1 0,1-1 0,-1 0 0,1 1 0,-1-1 0,1 0 0,-1 0 0,0 1 0,1-1 0,-1 0 0,0 0 0,1 0 0,-2 0 0,1 0 48,0 0-1,1 0 0,-1 1 0,0-1 1,0 0-1,0 0 0,1 0 1,-1 1-1,0-1 0,1 1 0,-1-1 1,0 0-1,1 1 0,-1-1 0,0 1 1,1-1-1,-1 1 0,1 0 1,-1-1-1,1 1 0,-1-1 0,1 1 1,-1 0-1,1 0 0,0-1 1,0 1-1,-1 0 0,1 0 0,0-1 1,0 1-1,0 0 0,-1 0 1,1-1-1,0 3 0,0-2 1041,-12-1-674,0 0 0,0 1 1,0 1-1,-1 0 0,-18 6 0,19 0 29,-14 5 63,16-8-357,0 0 1,1 0-1,0 1 1,0 0-1,-13 11 1,-1 1-62,21-17-109,0 1-1,0-1 1,0 1-1,0-1 1,0 1-1,0 0 1,0-1-1,0 1 1,0 0-1,1 0 1,-1 1-1,1-1 1,0 0 0,0 0-1,0 1 1,0-1-1,0 0 1,0 1-1,0-1 1,1 1-1,-1 0 1,1-1-1,0 1 1,0 2 0,0-4-22,1 0 0,0 0 1,0 0-1,0 0 0,0 0 1,0-1-1,0 1 0,0 0 1,0-1-1,0 1 0,0 0 1,0-1-1,0 1 1,0-1-1,1 0 0,-1 1 1,0-1-1,0 0 0,1 0 1,-1 0-1,0 0 0,3 0 1,1 1-1,21 12 121,-23-12-94,-1 1-1,1 0 1,0-1 0,0 1-1,-1-1 1,1 0 0,0 0-1,0 0 1,0 0 0,0-1-1,6 2 1,25-1 255,1-1 1,0-2-1,0-1 0,-1-2 1,1-1-1,38-12 1,-2-5 302,120-54 1,-164 64-443,0-1 1,38-28 0,-61 40-137,-1 0-1,-1 0 1,1 0 0,0-1-1,0 1 1,-1-1 0,0 1-1,1-1 1,-1 0 0,0 0-1,0 0 1,0 0 0,2-7 0,-4 9-6,0-1 1,0 1-1,-1-1 1,1 0-1,0 1 1,-1-1-1,1 1 1,-1-1-1,1 1 1,-1-1 0,0 1-1,0-1 1,0 1-1,0 0 1,0-1-1,0 1 1,0 0-1,0 0 1,-2-2 0,0 1-6,1 0 1,-1-1-1,0 1 0,-1 0 1,1 0-1,0 1 1,-1-1-1,1 1 1,-1-1-1,1 1 1,-1 0-1,0 1 1,1-1-1,-1 0 0,-6 1 1,-12 0-285,-38 5 0,55-5 223,-256 43-4441,82-2-1345,75-18 832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7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941 131 800,'7'-1'406,"-6"1"-339,0 0 0,0 0 1,0 0-1,0 0 1,0-1-1,0 1 0,0 0 1,0 0-1,0-1 0,0 1 1,0 0-1,0-1 1,0 1-1,0-1 0,0 0 1,0 1-1,0-1 0,-1 1 1,1-1-1,0 0 0,0 0 1,-1 0-1,1 1 1,0-1-1,-1 0 0,1 0 1,-1 0-1,0 0 0,1 0 1,-1 0-1,1-1 1,-1 2-25,0-1 1,0 0-1,0 1 1,0-1-1,0 1 1,0-1-1,0 1 1,1-1-1,-1 1 1,0-1-1,0 1 1,1-1-1,-1 1 1,0 0 0,1-1-1,-1 1 1,0-1-1,1 1 1,-1 0-1,0-1 1,1 1-1,-1 0 1,1-1-1,-1 1 1,1 0-1,-1 0 1,1-1 0,-1 1-1,1 0 1,-1 0-1,1 0 1,-1 0-1,1 0 1,-1 0-1,1 0 1,-1 0-1,1 0 1,0 0-1,0 0 1,0 0 19,-1 0-1,1 0 1,-1 0-1,1 0 1,0 0 0,-1 0-1,1 0 1,0 0-1,-1 0 1,1 0 0,0-1-1,-1 1 1,1 0 0,-1 0-1,1-1 1,-1 1-1,1 0 1,0-1 0,-1 1-1,1 0 1,-1-1-1,0 1 1,1-1 0,-1 1-1,1-1 1,-1 1 0,0-1-1,1 0 1,-1 1-1,0-1 1,1 1 0,-1-1-1,0 1 1,0-1-1,0 0 1,0 1 0,0-1-1,1 0 1,-1 1 0,-1-2-1,1 1 9,1 1 0,-1-1 0,-1 1 0,1-1 0,0 1 0,0-1 0,0 1 0,0-1 0,0 1 0,0 0 0,0-1 0,-1 1 0,1-1 0,0 1 0,0-1 0,-1 1 0,1-1 0,0 1 0,-1 0 0,1-1 0,0 1 0,-1 0 0,1-1 0,-1 1 0,1 0 0,-1 0 0,1-1 0,0 1 0,-1 0 0,1 0 0,-1 0 0,1-1 0,-1 1 0,1 0 0,-1 0 0,1 0 0,-1 0 0,1 0 0,-1 0 0,1 0 0,-1 0 1,1 0-1,-1 1 0,1-1 0,-1 0 0,1 0 0,-1 0 0,1 0 0,-1 1 0,-35 14-170,19-6 502,-40 8-118,44-15-193,0 2 1,0-1-1,0 2 1,0 0-1,1 0 1,-12 8-1,21-11-81,1-1 0,0 1 0,0 0 0,-1 1 0,1-1-1,0 0 1,1 1 0,-1-1 0,0 1 0,1-1 0,-1 1 0,1 0 0,0 0 0,0-1 0,0 1-1,0 0 1,1 0 0,-1 0 0,1 0 0,0 0 0,-1 0 0,1 0 0,1 0 0,-1 0 0,0 0-1,1 0 1,-1 0 0,1 0 0,0 0 0,0 0 0,3 5 0,-2-5-8,-1 0 0,1 0 0,0 0-1,0 0 1,0-1 0,0 1 0,0-1 0,0 1 0,1-1 0,-1 0 0,1 0 0,0 0-1,0 0 1,3 2 0,44 16 101,-29-15-55,1 0 0,-1-1 0,1-1 0,-1-1 0,1-1 0,0-1 0,43-6 0,-27 0 23,1-2 0,-1-2 0,56-22 0,-73 23-169,0-2 1,0 0 0,-1-1-1,0-1 1,-1-1-1,0-1 1,-2 0-1,0-2 1,0 0-1,-2 0 1,0-2-1,18-29 1,-32 47 101,-1 1 0,1-1 0,-1 1 0,0-1 0,1 1 0,-1-1 0,0 1 0,0-1 0,1 0 0,-1 1 0,0-1 0,0 1 0,0-1 0,0 1 0,0-1 0,0 0 0,0 1 0,0-1 0,0 0 0,0 1 0,0-1 0,0 1 0,0-1 1,-1 1-1,1-1 0,0 0 0,0 1 0,-1-1 0,1 1 0,0-1 0,-1 1 0,1-1 0,0 1 0,-1-1 0,0 0 0,-22-5 196,15 5-183,-15-4-158,-47-2 0,43 9 73,26-1 69,1 0 0,-1 0-1,1 0 1,-1 0 0,0 0-1,1 0 1,0 0 0,-1 0-1,1 0 1,0 0 0,-1 0-1,1 0 1,0 0 0,0 0-1,0 0 1,0 0 0,0 0-1,0 0 1,0 0 0,0 0-1,1 0 1,-1 0 0,0 0-1,1 0 1,-1 0 0,0 0-1,1 0 1,-1 0 0,1 0-1,0 0 1,0 1 0,4 3-5,0 1 1,0-1 0,0-1 0,1 1 0,6 4-1,4 3 13,3 1-66,0 2 0,-1 0 0,0 1-1,-2 0 1,16 20 0,-29-32 51,1 1 0,-1 0 0,0 0 0,0 0 0,-1 0 0,0 0 0,1 1 0,-2-1 0,1 1 0,-1-1 0,0 1 0,0-1 0,0 1 0,-1 0 0,0 0 0,0-1 0,0 1 0,-1 0 0,0 0 0,0-1 0,0 1 0,-1-1 0,0 1 0,0-1 0,0 1 0,-1-1 0,-4 7 1,-7 7 32,-1-2 0,-1 0 1,0 0-1,-2-2 0,1 0 1,-2-1-1,-28 17 0,-8 3 300,-1-3-1,-2-3 1,-105 37-1,-190 38 850,303-90-1103,-444 99-2021,331-84-3616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7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612 138 160,'-1'-8'773,"1"6"-614,-1 0-1,1 1 1,0-1 0,0 0 0,0 0-1,0 1 1,0-1 0,0 0-1,0 0 1,0 1 0,1-1 0,-1 0-1,1 1 1,-1-1 0,1 0-1,0 1 1,0-1 0,1-2-1,0 3-68,3-5 299,0 0 0,1 1 0,-1 0 1,2 0-1,-1 1 0,0-1 0,1 2 0,-1-1 1,1 0-1,0 1 0,1 1 0,13-5 1,-8 5-170,138-26 1357,-130 26-1539,-1 0 0,1 1 1,0 2-1,0 0 1,27 5-1,-43-5-53,0 0-1,-1 0 1,1 1-1,0-1 0,-1 1 1,0 0-1,1 1 1,6 4-1,-9-6 10,-1 1-1,1-1 0,-1 1 1,1-1-1,-1 1 0,0 0 1,0-1-1,0 1 0,0 0 0,0 0 1,0 0-1,0 0 0,0 0 1,-1 0-1,1 3 0,-1 0 12,0-1 0,0 1 0,-1-1 0,0 1-1,0-1 1,0 1 0,0-1 0,-1 0 0,0 1-1,0-1 1,0 0 0,0 0 0,-1-1 0,1 1 0,-1 0-1,0-1 1,-4 5 0,-1 0 20,-1 0-1,1-1 1,-1 0 0,0 0 0,-1-1-1,0 0 1,-10 5 0,-75 25 201,82-31-183,-323 101 1679,236-79-982,-138 18-1,238-45-737,-101 9 464,90-9-424,0 0-1,0-1 1,0 0 0,0-1 0,0 0 0,-17-6 0,24 5 18,13-2 40,35-10 107,1 2-1,0 2 1,81-9 0,-19 10-574,189 7 0,-213 6-1154,1 3 1,140 30-1,-94-1-3801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8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1 323 1121,'223'-91'4682,"65"-27"867,-154 63-3256,-62 23-678,15 5-201,-212 81-1769,4-3 386,-209 123 0,282-146-32,-35 23 51,76-46-99,1 0 0,0 0 0,0 0 0,0 1 0,1 0 0,0 1 0,0-1 0,0 1 1,-3 7-1,7-13-14,1 0 0,-1-1 0,1 1 0,-1 0 0,1 0 0,-1 0 1,1-1-1,0 1 0,0 0 0,-1 0 0,1 0 0,0 0 0,0-1 1,0 1-1,0 0 0,0 0 0,0 0 0,0 0 0,0 0 0,1 0 1,-1-1-1,0 1 0,0 0 0,1 0 0,-1 0 0,0 0 0,1-1 1,-1 1-1,1 0 0,-1 0 0,2 0 0,0 0-257,0 0-1,0 0 1,0 0 0,1 0-1,-1-1 1,0 1-1,1-1 1,-1 1 0,0-1-1,1 0 1,3 0 0,54-4-6083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0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43 1121,'-180'31'5655,"-101"38"-1344,234-54-3906,0 2 0,2 2 0,0 3 1,-50 30-1,90-48-365,-3 1 48,0 0-1,0 1 0,1 0 1,-11 11-1,16-15-63,1 0-1,-1 0 1,1 0-1,0 0 1,0 0-1,0 0 0,0 0 1,0 0-1,0 1 1,1-1-1,-1 0 1,1 1-1,-1-1 1,1 0-1,0 1 1,0-1-1,0 0 0,0 1 1,0-1-1,1 1 1,-1-1-1,1 0 1,0 3-1,3 4 18,0-1-1,0 1 0,1-1 1,0 1-1,0-2 0,1 1 1,0 0-1,1-1 1,-1 0-1,1-1 0,1 0 1,-1 0-1,1 0 1,0-1-1,0 0 0,10 4 1,10 3 17,-1-1 1,2-1-1,53 10 1,-41-13 24,1-2 0,-1-2 1,1-1-1,-1-2 1,1-3-1,55-9 0,-14-4 79,-1-3-1,82-32 0,-74 17-115,108-58 0,68-57-512,-253 141 447,94-60-15,-104 66 38,1-1 0,-1 0-1,0 0 1,0 0 0,0 0 0,0 0 0,0-1-1,-1 1 1,1-1 0,-1 1 0,0-1 0,2-5 0,-4 8-15,0 0 0,0 0 0,0 0 0,0 0 0,0-1 0,0 1 1,0 0-1,0 0 0,0 0 0,0 0 0,-1 0 0,1 0 0,0 0 0,-1 0 1,1 0-1,-1 1 0,1-1 0,-1 0 0,0-1 0,-1 0-54,0 0 1,0 0-1,0 1 0,-1-1 0,1 1 0,0-1 1,-1 1-1,1 0 0,0 0 0,-4-1 0,-10-3-715,0 1 0,-1 0-1,-32-2 1,-103 3-5169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1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1841,'0'-12'12726,"0"18"-11206,33-6-319,-1 0-241,34 6-239,58 9-1,202 12 320,-32 0-719,-72-12-481,-26-9-161,0-12-1279,-33-1-2722,-65-20-4562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2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517 1 1040,'-33'27'4883,"-32"41"559,-1 22-2881,-32 7-1520,1 13-721,-1 13-80,39-19-160,59-15 0,0-5-960,59-24-6243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2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421 350 1441,'-1'-19'2816,"0"15"-2254,1-1-1,-1 0 0,1 1 0,0-1 0,0 0 0,1 0 0,-1 1 0,1-1 1,0 1-1,0-1 0,0 1 0,3-5 0,56-41 2800,-42 35-2906,0 1-1,1 1 0,1 0 1,0 2-1,1 0 0,35-13 0,133-36 657,-165 54-999,23-8-6,1 3 1,0 1 0,92-5-1,-131 15-143,0 0 1,0 1-1,0 0 0,0 0 0,0 0 0,9 4 0,-15-4-4,0 1 1,0-1-1,0 1 1,0 0-1,-1 0 1,1 0-1,-1 0 1,1 0-1,-1 0 1,0 1-1,0-1 1,0 1-1,0 0 1,0-1-1,0 1 1,1 5-1,-1-4 24,0 0 0,0 0 0,0 0 0,-1 1 0,1-1-1,-1 0 1,0 1 0,-1-1 0,1 1 0,-1 0 0,0-1-1,0 1 1,0-1 0,-1 1 0,1-1 0,-1 1 0,0-1 0,0 1-1,-1-1 1,0 0 0,1 1 0,-1-1 0,-1 0 0,1 0-1,-1-1 1,1 1 0,-7 6 0,-11 13 99,-2-2 1,0 0-1,-1-2 0,-1 0 0,-1-1 0,-42 22 1,-171 76 292,212-105-365,-65 30 70,-2-3 0,-153 39 0,174-63 306,-101 8 1,164-21-370,-1-1 0,1 1-1,0-2 1,-1 0 0,1 0-1,0 0 1,-10-4 0,17 5-23,1-1 0,-1 1 0,1-1 0,-1 0 0,1 0 0,-1 0 0,1 0 0,-1 0 0,1 0 0,0 0 0,0 0 0,-1 0 0,1-1 0,0 1 0,0-1 0,0 1 0,-1-3 0,2 2-3,0 0 0,-1 0 0,1 0 1,0 0-1,0 0 0,0 0 0,0-1 0,0 1 0,0 0 1,1 0-1,-1 0 0,1 0 0,0 0 0,-1 0 0,1 0 1,0 0-1,2-3 0,2-1 3,0 0 0,1-1-1,0 2 1,0-1 0,1 1 0,-1 0 0,1 0 0,0 1-1,0-1 1,9-2 0,-7 2 7,2-2 2,1 1 1,0 1-1,0 0 0,0 1 0,0 0 1,1 0-1,15-1 0,-8 4 64,0 1 0,0 0 0,0 2 0,37 7-1,13 6 188,0 3-1,-2 4 1,111 49-1,-159-61-212,-1 1 0,1 1-1,-2 1 1,0 0 0,0 2-1,18 19 1,-23-19-42,0 1 1,-2 1-1,0 0 0,0 1 1,-2 0-1,13 34 0,-16-37-89,-2-2-424,1-1 0,0 1 0,0-1 0,2 0 0,-1-1 0,2 1 0,16 19 0,-17-26-722,0 0 0,0 0 0,0-1 0,1 0-1,15 6 1,-22-10 1117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0 215 960,'6'-1'2081,"217"-41"6123,228-67-5376,-428 102-2665,34-15 0,-46 16-74,2 1 1,-1 0-1,0 1 0,1 0 1,0 1-1,0 0 0,15 0 1,-31 3-67,-1 1-1,1-1 1,0 1 0,-1 0 0,1 0 0,0 0 0,0 0 0,0 0 0,0 1 0,0 0 0,-4 2 0,7-4-18,-158 110 712,109-74-420,16-11 38,1 1 0,-38 39 0,55-49-183,1 1 1,0 1 0,2 0-1,0 1 1,-15 31-1,3 4 165,9-18-169,-2 0 0,-30 47 0,22-49-143,2 2 0,2 1 1,1 0-1,-16 43 0,35-78-119,0 0 0,0 1-1,0-1 1,0 0 0,1 0-1,-1 1 1,1-1 0,0 0-1,-1 1 1,1-1 0,0 1-1,1-1 1,-1 0 0,0 1-1,1-1 1,-1 0 0,2 3-1,-2-5 13,0 1-1,1-1 0,-1 0 0,0 0 0,1 0 1,-1 1-1,0-1 0,1 0 0,-1 0 0,1 0 1,-1 0-1,1 0 0,-1 0 0,0 0 0,1 0 1,-1 0-1,1 0 0,-1 0 0,0 0 0,1 0 0,-1 0 1,1 0-1,-1-1 0,0 1 0,1 0 0,-1 0 1,0 0-1,1-1 0,18-14-3622,14-29-5105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7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27 640,'0'-1'140,"0"0"0,0 0 0,0 1 0,0-1 0,0 0 0,0 0 0,0 0 0,0 0 1,0 0-1,1 0 0,-1 0 0,0 0 0,1 1 0,-1-1 0,0 0 0,1 0 0,-1 0 0,1 1 0,-1-1 0,1 0 0,0 1 0,-1-1 0,1 0 0,0 1 0,-1-1 0,1 1 0,0-1 0,0 1 0,0-1 0,-1 1 0,1-1 0,0 1 0,0 0 0,0 0 0,0-1 0,0 1 0,0 0 0,-1 0 0,1 0 0,2 0 0,2-1-131,0 0 2165,-2 4-1946,-1-1-1,1 0 1,0 1 0,0-1 0,0 0 0,0 0-1,0-1 1,0 1 0,1-1 0,-1 0-1,4 1 1,1 2 14,70 25 672,88 41 453,-144-59-1187,-1 2 0,0 1 0,-1 0 0,-1 2 0,31 30 0,-14-7 25,-5-5-7,38 32-1,56 54-610,-124-118 27,4 4 299,-11-3-4816,-21-3-1526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18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42 640,'65'0'2722,"0"-9"-241,99-3-801,123-9-5201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0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3682,'0'6'3521,"33"-12"-239,0 6-401,32 0-560,0-6-560,33 6-721,59 6-79,-26 0-241,64 9-960,-97 0-2881,-32-9-2722,-1-12-640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8404,'0'-12'7603,"66"5"-4721,31 7-2162,1 0-240,26 7 241,72 20-1,33 14-1280,-66 7-3842,-32-13-6563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1506 64 1441,'65'-27'7123,"-18"16"-4468,42-6 893,-46 12-2474,0 2-1,0 2 1,46 5 0,-76-1-1014,-1 0 1,0 0-1,0 1 0,0 0 1,20 11-1,-27-13-48,5 3-4,0 0 1,0 1 0,-1 0 0,0 0 0,0 1 0,-1 0 0,1 1 0,10 12 0,-17-16-7,-1-1 0,1 1 1,0-1-1,-1 1 0,0 0 1,0 0-1,0 0 0,-1 0 0,1 0 1,-1 0-1,0 0 0,0 0 1,0 0-1,0 0 0,-1 0 1,0 0-1,1 0 0,-2-1 1,1 1-1,0 0 0,-1 0 1,-2 5-1,-8 1 31,0 0 0,-1-1 1,1 0-1,-2-1 0,1 0 0,-1-1 1,-18 7-1,1 0 8,-92 41 552,-237 71 0,-119-8 595,65-38 79,303-64-740,-174 4 0,257-20-527,1-2 0,-48-8 0,69 10-36,1-1 0,-1-1 0,1 1 0,0-1 0,0 0-1,0 0 1,0 0 0,-10-7 0,15 9 28,-1 0 0,1-1 0,0 1 0,-1-1 0,1 1 0,0-1 0,-1 1 0,1-1 0,0 1 0,0-1 0,0 1 0,-1-1 0,1 1 0,0-1 0,0 0 0,0 1 0,0-1 0,0 1 0,0-1 0,0 1 0,0-1 0,0 0 0,0 1 0,0-1 0,1 1 0,-1-1 0,0 1 0,0-1 0,1 1 0,-1-1 0,2-2-25,0 0 0,0 1 1,0 0-1,1-1 1,-1 1-1,1 0 0,-1 0 1,6-3-1,29-14-225,0 2-1,79-26 1,-88 34 166,23-9-9,1 2 0,1 3 0,0 2 0,1 2 0,0 3 0,80 1 0,-73 7-131,-1 3-1,104 23 1,-123-18 137,1 2-1,-2 2 1,0 1 0,61 34-1,-90-44 134,0 1 1,-1 0-1,0 1 0,0 0 0,-1 1 1,1 0-1,-2 0 0,1 1 0,-1 0 1,-1 1-1,1 0 0,-2 0 0,1 0 1,5 14-1,4 13 181,-2-2 74,27 44-1,-36-70-355,1 0 0,0-1-1,0 0 1,1 0-1,0 0 1,0-1-1,1 0 1,0-1-1,0 1 1,10 4 0,-14-9-298,0 0 1,0 0 0,1 0 0,-1-1 0,1 1 0,7 0-1,48 1-6588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2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0 800,'0'0'2068,"-5"0"-67,-13 0 1058,41 0 1966,-17 0-3731,97 8 2147,-45-1-2939,780 60 1637,-666-69-4742,-137-1-104,41-8 0,27-20-6644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3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1 1921,'-65'35'7043,"-33"28"-4162,66 32-2240,-34 30-161,1-2 80,-33-26-400,39-16-960,-6-12-2241,32-13-3603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1065 0 480,'-32'21'3522,"-66"62"2881,-26 0-2481,26 7-2482,0 11-799,32 10-161,1-1-320,-33-21 0,0 1-160,0-1-320,0-12-1281,40-29-2081,25-34-4321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1 2721,'-419'125'9391,"399"-119"-9018,1 2-1,0 1 1,0 0-1,0 1 1,-26 20-1,41-27-261,0 0-1,0 1 1,0 0 0,0 0-1,0 0 1,1 1-1,0-1 1,-1 1-1,2 0 1,-1 0-1,1 0 1,-1 0-1,2 0 1,-1 0-1,0 1 1,1-1-1,0 0 1,0 1-1,1-1 1,-1 1 0,1-1-1,1 1 1,-1 0-1,1-1 1,1 7-1,-1-8-61,0 0 0,1 0 0,-1 0 1,1 0-1,0 0 0,0 0 0,0 0 0,1-1 0,0 1 0,-1-1 0,1 1 0,0-1 0,0 0 0,1 0 0,-1-1 0,5 4 1,4 1 19,1-1 0,-1 0 0,22 6 0,-30-10-59,31 11 22,1-2 1,0-1-1,0-2 0,1-1 1,0-2-1,72 0 1,-90-6-166,0-1 0,-1-1 0,1 0 1,-1-1-1,1-2 0,-2 0 1,1 0-1,-1-2 0,27-15 0,-29 14-318,-2 0-1,1-1 0,-1-1 0,-1 0 1,0-1-1,0 0 0,-1 0 0,-1-1 1,0-1-1,13-24 0,-20 32 336,0-1 0,0 1-1,0-1 1,-1 0-1,0 0 1,0 0 0,-1 0-1,1 0 1,-2 0-1,1-1 1,-1 1 0,0 0-1,-1 0 1,0-1 0,-2-9-1,1 11 149,0 0 0,-1 0 0,0 0 0,0 1 0,-1-1 0,1 1 0,-1 0 0,0 0 0,-1 0 0,1 1 0,-1-1 0,0 1 0,0 0 0,0 0 0,-1 1 0,1 0 0,-1 0 0,-7-3 0,-18-6-297,-1 2 1,0 0-1,-1 3 0,0 0 0,0 3 0,-34-2 0,-118 3-3857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4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892 57 720,'-7'-3'638,"5"3"-531,1 0 1,0-1-1,0 1 0,0 0 0,0-1 1,-1 1-1,1-1 0,0 1 1,0-1-1,0 0 0,0 1 0,0-1 1,0 0-1,0 0 0,0 0 0,1 0 1,-1 1-1,0-1 0,0 0 0,1 0 1,-1-1-1,0 1 0,1 0 0,-1 0 1,1 0-1,0 0 0,-1 0 0,1-2 1,0 2 0,0 0 1,-1 0-1,1 0 0,0 1 1,0-1-1,-1 0 1,1 0-1,0 1 0,-1-1 1,1 0-1,0 1 1,-1-1-1,1 0 0,-1 1 1,0-1-1,1 1 1,-1-1-1,1 1 0,-1-1 1,0 1-1,1-1 1,-1 1-1,-1-1 0,-25-8 1686,-38 5 1201,27 4-2435,0 3 0,1 1 1,-1 2-1,1 1 0,0 2 0,-47 18 1,75-24-512,3 0-17,-1-1 1,1 1 0,0 1-1,0-1 1,-7 6-1,12-8-23,-1 1 0,0-1 0,1 1 0,0 0 0,-1 0 0,1 0 0,0 0-1,0 0 1,0 0 0,0 0 0,0 0 0,0 0 0,1 1 0,-1-1 0,1 0-1,0 0 1,-1 1 0,1 4 0,1 1 28,0 0 1,1 0-1,0 0 0,0 0 0,0 0 1,1-1-1,0 1 0,1-1 1,0 1-1,0-1 0,0 0 0,10 10 1,2 3 49,1-2 1,35 31-1,-36-37-73,1 1 1,0-2-1,0 0 0,35 14 1,73 19 9,-119-43-27,13 6-24,-1-2-1,1 0 0,0-1 0,0-1 0,0-1 0,1 0 0,-1-2 0,0 0 0,1-1 1,22-4-1,-33 3 11,-1 1-1,0-1 1,0-1 0,-1 0 0,1 0 0,0 0 0,-1-1 0,0 0 0,12-9 0,-15 10 37,0 0 1,-1 0-1,0 0 1,0-1 0,0 0-1,0 0 1,-1 1-1,1-2 1,-1 1-1,0 0 1,0 0-1,0-1 1,-1 1-1,0-1 1,1 1 0,-2-1-1,1 0 1,0 1-1,-1-6 1,-1 1 38,0-1 0,-1 1 0,0 0 1,0 0-1,-1 0 0,0 0 0,0 0 1,-1 0-1,-1 1 0,1 0 0,-8-10 0,0 1 175,-1 1 0,-1 0 1,0 1-1,-22-17 0,27 25-120,0 0 1,-1 1 0,0 1 0,-12-5-1,93 46-407,-37-14 256,-1 1 0,-2 2 1,51 51-1,-74-67 35,0-1 0,-1 1 0,0 0 1,0 1-1,-1-1 0,-1 1 0,1 1 0,3 11 0,-6-13 21,-1 0-1,0-1 1,-1 1-1,0 0 1,-1 1-1,0-1 1,0 0-1,-1 0 1,0 0-1,-4 15 1,2-8 89,-1-2 1,0 1-1,-1 0 0,-1-1 1,-1 0-1,1 0 0,-2-1 1,0 0-1,-1 0 1,0-1-1,-1 0 0,0 0 1,-1-1-1,0-1 1,-14 10-1,-27 10 321,-2-2 1,-71 25-1,79-34-276,-26 8-108,-1-4 1,-1-3-1,-146 21 0,181-35-146,-13 2-727,-56 1 0,92-8 316,0-2-1,0 0 1,1 0-1,-1-2 1,0 0 0,-29-10-1,42 12 251,0 0 0,-1 0 1,1-1-1,0 1 0,0-1 0,0 0 0,0 0 0,0 0 0,0 0 0,0 0 1,1-1-1,-1 1 0,1-1 0,-1 0 0,1 0 0,0 0 0,0 0 0,-2-5 1,4 2-290,0 1 0,0 0 0,0 0 0,1 0-1,0 0 1,0-1 0,0 1 0,0 1 0,1-1 0,0 0 0,0 0 0,3-5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1392 21 800,'0'-14'1441,"0"7"80,-65 22 480,-125 39 1440,-71 29-1360,32 19-720,34 8 159,38 0-399,59-20-561,0 7-160,33-1-159,32-7-161,66-12-481,65-16-1680,65-26-5842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699 0 3922,'-1'2'3322,"1"-1"-3292,0-1-1,0 0 1,0 1-1,0-1 0,0 0 1,0 1-1,0-1 0,0 0 1,0 1-1,0-1 1,0 0-1,0 1 0,0-1 1,0 0-1,0 1 1,0-1-1,1 0 0,-1 1 1,0-1-1,0 0 1,0 0-1,1 1 0,-1-1 1,0 0-1,0 1 0,0-1 1,1 0-1,-1 0 1,0 0-1,1 1 0,-1-1 1,0 0-1,1 0 1,-1 0-1,0 0 0,1 0 1,-1 1-1,1-1 1,11 5 266,1 1 1,-1 0-1,0 1 1,-1 0 0,1 1-1,-2 1 1,1-1-1,10 13 1,5 8 906,34 50 0,-37-47-449,-14-20-515,-7-10-202,0-1 0,0 1 0,-1 0 0,1-1 0,-1 1 0,0 0 0,1 0 0,-1 0 0,0 0 1,0 0-1,0 0 0,0 0 0,0 1 0,-1-1 0,1 0 0,-1 0 0,1 1 0,-1-1 1,0 0-1,0 1 0,0-1 0,0 0 0,-1 1 0,1-1 0,0 0 0,-2 4 0,-3 2 102,1-1 0,-2 1 0,1-1 0,-1 0-1,0-1 1,0 1 0,-1-1 0,0-1-1,0 1 1,-15 8 0,6-5 28,-1 0 0,0-1 0,-1-1 0,-29 8-1,1-6-172,-1-1 0,0-2 0,0-3 0,0-1 0,0-3 0,-1-2 0,1-1 0,1-3 0,-1-2 0,-54-18 0,85 22-44,1 0 1,0-1 0,0-1-1,1-1 1,-1 0 0,2-1-1,-1 0 1,1-1 0,-21-21-1,32 28 23,0 1 1,0-1-1,0 1 0,0-1 0,0 0 0,0 1 1,0-1-1,1 0 0,0 0 0,-1-1 0,1 1 1,0 0-1,1 0 0,-1 0 0,1-1 0,-1 1 1,1 0-1,0-1 0,1-5 0,0 6-1,0 0 0,0 0 1,1 0-1,-1 0 0,1 0 0,0 0 0,0 0 0,0 1 1,0-1-1,1 1 0,-1 0 0,1-1 0,-1 1 1,1 0-1,0 1 0,0-1 0,-1 0 0,1 1 0,1-1 1,3 0-1,-3 0 41,1 1 0,0 0 0,0-1 0,0 2 0,-1-1-1,1 1 1,0-1 0,0 1 0,0 1 0,0-1 0,0 1 0,0 0 0,0 0 0,0 0 0,6 3 0,8 4 129,0 1-1,0 1 1,18 14-1,28 20 402,-2 2-1,70 68 1,-58-30-417,-50-52-371,38 33 0,-53-56-511,0-1-1,0 0 0,1-1 1,-1 0-1,2 0 1,-1-2-1,24 10 1,31-3-6568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1588 1 3041,'0'21'2401,"65"55"1601,-65 26-480,-33 2-1521,-32 0-801,-33 13 161,0-13 400,7-15-481,-40-8-319,1 17-561,-34-9-640,1 7-640,-26-28-801,-7-11-1681,32-30-2400,34-15-1682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0 223 160,'5'0'1187,"46"-2"1294,77-12 0,-46-1-1287,109-35 0,-45-8-330,-134 53-821,49-19 274,-41 17-219,-1-1-1,0-1 1,19-11-1,-31 11-48,-8 7 28,-5 7 64,-407 353 1567,381-332-1662,-56 35 1,-15 13-1528,70-40-1814,28-18-1667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2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15 2241,'-26'16'352,"-1"0"312,0 2-1,2 0 1,-27 26 0,45-38-444,1 0 0,1 1 0,-1-1 0,1 1 1,0 0-1,1 1 0,0-1 0,0 1 0,0 0 0,1 0 1,0 0-1,1 0 0,0 0 0,0 1 0,1-1 1,-1 15-1,2-18-132,0 0 0,1 0-1,0 0 1,0-1 0,1 1 0,-1 0 0,1 0 0,0-1 0,0 1 0,0-1-1,1 1 1,0-1 0,0 0 0,0 0 0,0 0 0,0-1 0,1 1 0,0-1 0,0 0-1,0 0 1,0 0 0,0 0 0,0-1 0,1 0 0,8 4 0,5 1 162,1-1 1,-1-1-1,1-1 1,0 0 0,26 1-1,-21-3 126,-1-1-1,0-1 0,0-1 1,0-2-1,1 0 1,32-9-1,-30 4-249,0-1 0,-1-1 0,-1-1 1,0-1-1,0-1 0,-1-1 0,-1-1 0,0-1 0,-1-1 0,31-33 0,-47 44-121,-1 0-1,1 0 1,-1 0-1,-1-1 1,1 0-1,-1 0 1,0 0-1,0 0 0,-1 0 1,3-15-1,-4 19-1,-1-1-1,0 1 0,0-1 0,0 1 0,0-1 1,0 1-1,-1 0 0,0-1 0,1 1 1,-1 0-1,0-1 0,-1 1 0,1 0 0,-1 0 1,1 0-1,-1 0 0,0 0 0,0 0 1,0 1-1,0-1 0,-1 1 0,1-1 0,-1 1 1,1 0-1,-5-3 0,0 1-96,-1 0 1,0 1-1,0-1 0,0 1 1,0 1-1,-15-3 0,-62-5-1796,71 9 1488,-143-6-4854,-34 5-2240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0:09:3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2680 91 800,'6'0'894,"9"-1"54,-39-1 736,-5 0-581,-98-11 1522,-104-9-381,-113 8-953,138 7-1075,140 5 205,-123 14-1,89 0-273,28-3 13,-120 31 0,-47 18-113,-190 56-54,343-82 484,-110 58 1,184-84-446,-4 2 10,1 1 1,0 0 0,1 0-1,-17 16 1,27-22-31,0 1 1,1-1 0,-1 1-1,1 0 1,-1 0-1,1 1 1,0-1-1,1 1 1,-1-1 0,1 1-1,0 0 1,0 0-1,0 0 1,1 0 0,0 0-1,-1 11 1,2-1 58,1-10-49,-1 0 0,0 0 1,0-1-1,0 1 0,-1 0 0,0 0 0,1 0 1,-2-1-1,-1 7 0,-3-1-3,5-8-16,-1 0 0,1 0 0,0 0 1,0 0-1,0 0 0,1 0 0,-1 0 0,0 0 0,1 0 0,-1 4 0,1-4 6,1 1 0,-1-1 0,1 1 0,0 0 0,0-1 0,0 1 0,0-1 0,2 4 0,4 8 44,5 17 81,-9-21-78,0-1 0,1 0 0,0 0-1,8 12 1,25 36 273,57 78 636,-85-124-800,1-1-1,0 0 1,21 16-1,-23-20-118,1 0 1,-1 1-1,-1 0 0,1 1 0,-1 0 0,-1 0 0,11 17 0,114 196 768,-121-207-693,1 1 0,1-2 0,21 22-1,-18-21-45,-1 1 0,22 29-1,-22-23 21,1 0 0,1-1 0,1-1 0,1 0-1,1-2 1,0 0 0,1-1 0,42 26 0,-27-25 0,0-1 1,73 22-1,-74-27-48,86 27 145,98 34 163,124 34 366,-265-84-112,1-4 0,136 16 0,364 14 3416,12-26-1914,122-17-1444,92 19 814,-693-14-1159,111 26-1,-108-16-137,-87-16-175,0 2 0,-1 0 0,0 2 0,0 1 0,0 1 0,-1 1 0,31 18 0,-21-9-9,1-1 0,51 18 0,108 32 0,120 6 0,-146-55 0,0-8 0,205-11 0,-351-2 0,37-7 0,-29 3 0,-10 2 0,246-47 0,-160 23 0,232-51 0,469-132 0,-545 132 0,-236 70 0,1 2 0,0-2 0,-1-1 0,0-1 0,0-2 0,-2 0 0,41-26 0,-48 25 0,1 1 0,0 1 0,36-15 0,-41 20 0,-9 0 0,1-5 0,48-42 0,-46 44 0,-1 0 0,2 1 0,15-12 0,-15 13 0,-1 1 0,-1-1 0,1-1 0,-1 1 0,9-14 0,-11 14 0,-1 1 0,-1-1 0,0 0 0,1 0 0,-2 0 0,1 0 0,-1 0 0,1-11 0,0-2 0,-2-38 0,-1 44 0,0 11 0,0-1 0,0 1 0,-1-1 0,0 1 0,1 0 0,-1 0 0,0-1 0,0 1 0,-1 0 0,1 0 0,-1 0 0,1 0 0,-1 0 0,0 1 0,0-1 0,-5-4 0,-1 0 0,0 1 0,0-1 0,-1 2 0,-9-6 0,-5-2 0,-87-65-211,-45-27-397,87 69 239,46 26 310,-1-2 0,2 0 0,0-1 0,1-1 0,0-1 0,1-1 0,-18-19 1,9 2-165,0-2 1,-41-70 0,65 98 188,-11-21-67,-1 0 0,-21-26 0,28 43 98,-1 1 0,0 0 0,0 0 0,-1 1 0,0 0 0,-1 1 0,-17-9 0,-129-66-77,107 57 8,-2 2 0,0 2 0,-1 2 0,-93-20 0,61 23-255,-103-7 1,13 3-101,-289-66-820,218 38 893,150 30 14,-95-32 0,82 18-74,-209-35 1,-121 7-334,177 41 243,124 11 461,-118 0-20,63 3 32,-219-21 31,-391-4-185,26 61 50,550-22 495,224-8-503,0 0 0,0 0 0,0 1 0,0-1-1,0 1 1,0 0 0,0 0 0,0 0-1,0 1 1,0-1 0,1 1 0,-1 0 0,1 0-1,-5 3 1,-6 5-1417,-51 26-5910,-27 15-3855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2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5.png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9.xml"/><Relationship Id="rId5" Type="http://schemas.openxmlformats.org/officeDocument/2006/relationships/image" Target="../media/image4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3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1.png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0.xml"/><Relationship Id="rId21" Type="http://schemas.openxmlformats.org/officeDocument/2006/relationships/customXml" Target="../ink/ink42.xml"/><Relationship Id="rId63" Type="http://schemas.openxmlformats.org/officeDocument/2006/relationships/customXml" Target="../ink/ink63.xml"/><Relationship Id="rId159" Type="http://schemas.openxmlformats.org/officeDocument/2006/relationships/customXml" Target="../ink/ink111.xml"/><Relationship Id="rId170" Type="http://schemas.openxmlformats.org/officeDocument/2006/relationships/image" Target="../media/image119.png"/><Relationship Id="rId226" Type="http://schemas.openxmlformats.org/officeDocument/2006/relationships/image" Target="../media/image147.png"/><Relationship Id="rId268" Type="http://schemas.openxmlformats.org/officeDocument/2006/relationships/image" Target="../media/image168.png"/><Relationship Id="rId32" Type="http://schemas.openxmlformats.org/officeDocument/2006/relationships/image" Target="../media/image50.png"/><Relationship Id="rId74" Type="http://schemas.openxmlformats.org/officeDocument/2006/relationships/image" Target="../media/image71.png"/><Relationship Id="rId128" Type="http://schemas.openxmlformats.org/officeDocument/2006/relationships/image" Target="../media/image98.png"/><Relationship Id="rId5" Type="http://schemas.openxmlformats.org/officeDocument/2006/relationships/customXml" Target="../ink/ink34.xml"/><Relationship Id="rId181" Type="http://schemas.openxmlformats.org/officeDocument/2006/relationships/customXml" Target="../ink/ink122.xml"/><Relationship Id="rId237" Type="http://schemas.openxmlformats.org/officeDocument/2006/relationships/customXml" Target="../ink/ink150.xml"/><Relationship Id="rId279" Type="http://schemas.openxmlformats.org/officeDocument/2006/relationships/customXml" Target="../ink/ink171.xml"/><Relationship Id="rId43" Type="http://schemas.openxmlformats.org/officeDocument/2006/relationships/customXml" Target="../ink/ink53.xml"/><Relationship Id="rId139" Type="http://schemas.openxmlformats.org/officeDocument/2006/relationships/customXml" Target="../ink/ink101.xml"/><Relationship Id="rId290" Type="http://schemas.openxmlformats.org/officeDocument/2006/relationships/image" Target="../media/image179.png"/><Relationship Id="rId85" Type="http://schemas.openxmlformats.org/officeDocument/2006/relationships/customXml" Target="../ink/ink74.xml"/><Relationship Id="rId150" Type="http://schemas.openxmlformats.org/officeDocument/2006/relationships/image" Target="../media/image109.png"/><Relationship Id="rId192" Type="http://schemas.openxmlformats.org/officeDocument/2006/relationships/image" Target="../media/image130.png"/><Relationship Id="rId206" Type="http://schemas.openxmlformats.org/officeDocument/2006/relationships/image" Target="../media/image137.png"/><Relationship Id="rId248" Type="http://schemas.openxmlformats.org/officeDocument/2006/relationships/image" Target="../media/image158.png"/><Relationship Id="rId269" Type="http://schemas.openxmlformats.org/officeDocument/2006/relationships/customXml" Target="../ink/ink166.xml"/><Relationship Id="rId12" Type="http://schemas.openxmlformats.org/officeDocument/2006/relationships/image" Target="../media/image40.png"/><Relationship Id="rId33" Type="http://schemas.openxmlformats.org/officeDocument/2006/relationships/customXml" Target="../ink/ink48.xml"/><Relationship Id="rId108" Type="http://schemas.openxmlformats.org/officeDocument/2006/relationships/image" Target="../media/image88.png"/><Relationship Id="rId129" Type="http://schemas.openxmlformats.org/officeDocument/2006/relationships/customXml" Target="../ink/ink96.xml"/><Relationship Id="rId280" Type="http://schemas.openxmlformats.org/officeDocument/2006/relationships/image" Target="../media/image174.png"/><Relationship Id="rId54" Type="http://schemas.openxmlformats.org/officeDocument/2006/relationships/image" Target="../media/image61.png"/><Relationship Id="rId75" Type="http://schemas.openxmlformats.org/officeDocument/2006/relationships/customXml" Target="../ink/ink69.xml"/><Relationship Id="rId96" Type="http://schemas.openxmlformats.org/officeDocument/2006/relationships/image" Target="../media/image82.png"/><Relationship Id="rId140" Type="http://schemas.openxmlformats.org/officeDocument/2006/relationships/image" Target="../media/image104.png"/><Relationship Id="rId161" Type="http://schemas.openxmlformats.org/officeDocument/2006/relationships/customXml" Target="../ink/ink112.xml"/><Relationship Id="rId182" Type="http://schemas.openxmlformats.org/officeDocument/2006/relationships/image" Target="../media/image125.png"/><Relationship Id="rId217" Type="http://schemas.openxmlformats.org/officeDocument/2006/relationships/customXml" Target="../ink/ink140.xml"/><Relationship Id="rId6" Type="http://schemas.openxmlformats.org/officeDocument/2006/relationships/image" Target="../media/image37.png"/><Relationship Id="rId238" Type="http://schemas.openxmlformats.org/officeDocument/2006/relationships/image" Target="../media/image153.png"/><Relationship Id="rId259" Type="http://schemas.openxmlformats.org/officeDocument/2006/relationships/customXml" Target="../ink/ink161.xml"/><Relationship Id="rId23" Type="http://schemas.openxmlformats.org/officeDocument/2006/relationships/customXml" Target="../ink/ink43.xml"/><Relationship Id="rId119" Type="http://schemas.openxmlformats.org/officeDocument/2006/relationships/customXml" Target="../ink/ink91.xml"/><Relationship Id="rId270" Type="http://schemas.openxmlformats.org/officeDocument/2006/relationships/image" Target="../media/image169.png"/><Relationship Id="rId44" Type="http://schemas.openxmlformats.org/officeDocument/2006/relationships/image" Target="../media/image56.png"/><Relationship Id="rId65" Type="http://schemas.openxmlformats.org/officeDocument/2006/relationships/customXml" Target="../ink/ink64.xml"/><Relationship Id="rId86" Type="http://schemas.openxmlformats.org/officeDocument/2006/relationships/image" Target="../media/image77.png"/><Relationship Id="rId130" Type="http://schemas.openxmlformats.org/officeDocument/2006/relationships/image" Target="../media/image99.png"/><Relationship Id="rId151" Type="http://schemas.openxmlformats.org/officeDocument/2006/relationships/customXml" Target="../ink/ink107.xml"/><Relationship Id="rId172" Type="http://schemas.openxmlformats.org/officeDocument/2006/relationships/image" Target="../media/image120.png"/><Relationship Id="rId193" Type="http://schemas.openxmlformats.org/officeDocument/2006/relationships/customXml" Target="../ink/ink128.xml"/><Relationship Id="rId207" Type="http://schemas.openxmlformats.org/officeDocument/2006/relationships/customXml" Target="../ink/ink135.xml"/><Relationship Id="rId228" Type="http://schemas.openxmlformats.org/officeDocument/2006/relationships/image" Target="../media/image148.png"/><Relationship Id="rId249" Type="http://schemas.openxmlformats.org/officeDocument/2006/relationships/customXml" Target="../ink/ink156.xml"/><Relationship Id="rId13" Type="http://schemas.openxmlformats.org/officeDocument/2006/relationships/customXml" Target="../ink/ink38.xml"/><Relationship Id="rId109" Type="http://schemas.openxmlformats.org/officeDocument/2006/relationships/customXml" Target="../ink/ink86.xml"/><Relationship Id="rId260" Type="http://schemas.openxmlformats.org/officeDocument/2006/relationships/image" Target="../media/image164.png"/><Relationship Id="rId281" Type="http://schemas.openxmlformats.org/officeDocument/2006/relationships/customXml" Target="../ink/ink172.xml"/><Relationship Id="rId34" Type="http://schemas.openxmlformats.org/officeDocument/2006/relationships/image" Target="../media/image51.png"/><Relationship Id="rId55" Type="http://schemas.openxmlformats.org/officeDocument/2006/relationships/customXml" Target="../ink/ink59.xml"/><Relationship Id="rId76" Type="http://schemas.openxmlformats.org/officeDocument/2006/relationships/image" Target="../media/image72.png"/><Relationship Id="rId97" Type="http://schemas.openxmlformats.org/officeDocument/2006/relationships/customXml" Target="../ink/ink80.xml"/><Relationship Id="rId120" Type="http://schemas.openxmlformats.org/officeDocument/2006/relationships/image" Target="../media/image94.png"/><Relationship Id="rId141" Type="http://schemas.openxmlformats.org/officeDocument/2006/relationships/customXml" Target="../ink/ink102.xml"/><Relationship Id="rId7" Type="http://schemas.openxmlformats.org/officeDocument/2006/relationships/customXml" Target="../ink/ink35.xml"/><Relationship Id="rId162" Type="http://schemas.openxmlformats.org/officeDocument/2006/relationships/image" Target="../media/image115.png"/><Relationship Id="rId183" Type="http://schemas.openxmlformats.org/officeDocument/2006/relationships/customXml" Target="../ink/ink123.xml"/><Relationship Id="rId218" Type="http://schemas.openxmlformats.org/officeDocument/2006/relationships/image" Target="../media/image143.png"/><Relationship Id="rId239" Type="http://schemas.openxmlformats.org/officeDocument/2006/relationships/customXml" Target="../ink/ink151.xml"/><Relationship Id="rId250" Type="http://schemas.openxmlformats.org/officeDocument/2006/relationships/image" Target="../media/image159.png"/><Relationship Id="rId271" Type="http://schemas.openxmlformats.org/officeDocument/2006/relationships/customXml" Target="../ink/ink167.xml"/><Relationship Id="rId24" Type="http://schemas.openxmlformats.org/officeDocument/2006/relationships/image" Target="../media/image46.png"/><Relationship Id="rId45" Type="http://schemas.openxmlformats.org/officeDocument/2006/relationships/customXml" Target="../ink/ink54.xml"/><Relationship Id="rId66" Type="http://schemas.openxmlformats.org/officeDocument/2006/relationships/image" Target="../media/image67.png"/><Relationship Id="rId87" Type="http://schemas.openxmlformats.org/officeDocument/2006/relationships/customXml" Target="../ink/ink75.xml"/><Relationship Id="rId110" Type="http://schemas.openxmlformats.org/officeDocument/2006/relationships/image" Target="../media/image89.png"/><Relationship Id="rId131" Type="http://schemas.openxmlformats.org/officeDocument/2006/relationships/customXml" Target="../ink/ink97.xml"/><Relationship Id="rId152" Type="http://schemas.openxmlformats.org/officeDocument/2006/relationships/image" Target="../media/image110.png"/><Relationship Id="rId173" Type="http://schemas.openxmlformats.org/officeDocument/2006/relationships/customXml" Target="../ink/ink118.xml"/><Relationship Id="rId194" Type="http://schemas.openxmlformats.org/officeDocument/2006/relationships/image" Target="../media/image131.png"/><Relationship Id="rId208" Type="http://schemas.openxmlformats.org/officeDocument/2006/relationships/image" Target="../media/image138.png"/><Relationship Id="rId229" Type="http://schemas.openxmlformats.org/officeDocument/2006/relationships/customXml" Target="../ink/ink146.xml"/><Relationship Id="rId240" Type="http://schemas.openxmlformats.org/officeDocument/2006/relationships/image" Target="../media/image154.png"/><Relationship Id="rId261" Type="http://schemas.openxmlformats.org/officeDocument/2006/relationships/customXml" Target="../ink/ink162.xml"/><Relationship Id="rId14" Type="http://schemas.openxmlformats.org/officeDocument/2006/relationships/image" Target="../media/image41.png"/><Relationship Id="rId35" Type="http://schemas.openxmlformats.org/officeDocument/2006/relationships/customXml" Target="../ink/ink49.xml"/><Relationship Id="rId56" Type="http://schemas.openxmlformats.org/officeDocument/2006/relationships/image" Target="../media/image62.png"/><Relationship Id="rId77" Type="http://schemas.openxmlformats.org/officeDocument/2006/relationships/customXml" Target="../ink/ink70.xml"/><Relationship Id="rId100" Type="http://schemas.openxmlformats.org/officeDocument/2006/relationships/image" Target="../media/image84.png"/><Relationship Id="rId282" Type="http://schemas.openxmlformats.org/officeDocument/2006/relationships/image" Target="../media/image175.png"/><Relationship Id="rId8" Type="http://schemas.openxmlformats.org/officeDocument/2006/relationships/image" Target="../media/image38.png"/><Relationship Id="rId98" Type="http://schemas.openxmlformats.org/officeDocument/2006/relationships/image" Target="../media/image83.png"/><Relationship Id="rId121" Type="http://schemas.openxmlformats.org/officeDocument/2006/relationships/customXml" Target="../ink/ink92.xml"/><Relationship Id="rId142" Type="http://schemas.openxmlformats.org/officeDocument/2006/relationships/image" Target="../media/image105.png"/><Relationship Id="rId163" Type="http://schemas.openxmlformats.org/officeDocument/2006/relationships/customXml" Target="../ink/ink113.xml"/><Relationship Id="rId184" Type="http://schemas.openxmlformats.org/officeDocument/2006/relationships/image" Target="../media/image126.png"/><Relationship Id="rId219" Type="http://schemas.openxmlformats.org/officeDocument/2006/relationships/customXml" Target="../ink/ink141.xml"/><Relationship Id="rId230" Type="http://schemas.openxmlformats.org/officeDocument/2006/relationships/image" Target="../media/image149.png"/><Relationship Id="rId251" Type="http://schemas.openxmlformats.org/officeDocument/2006/relationships/customXml" Target="../ink/ink157.xml"/><Relationship Id="rId25" Type="http://schemas.openxmlformats.org/officeDocument/2006/relationships/customXml" Target="../ink/ink44.xml"/><Relationship Id="rId46" Type="http://schemas.openxmlformats.org/officeDocument/2006/relationships/image" Target="../media/image57.png"/><Relationship Id="rId67" Type="http://schemas.openxmlformats.org/officeDocument/2006/relationships/customXml" Target="../ink/ink65.xml"/><Relationship Id="rId272" Type="http://schemas.openxmlformats.org/officeDocument/2006/relationships/image" Target="../media/image170.png"/><Relationship Id="rId88" Type="http://schemas.openxmlformats.org/officeDocument/2006/relationships/image" Target="../media/image78.png"/><Relationship Id="rId111" Type="http://schemas.openxmlformats.org/officeDocument/2006/relationships/customXml" Target="../ink/ink87.xml"/><Relationship Id="rId132" Type="http://schemas.openxmlformats.org/officeDocument/2006/relationships/image" Target="../media/image100.png"/><Relationship Id="rId153" Type="http://schemas.openxmlformats.org/officeDocument/2006/relationships/customXml" Target="../ink/ink108.xml"/><Relationship Id="rId174" Type="http://schemas.openxmlformats.org/officeDocument/2006/relationships/image" Target="../media/image121.png"/><Relationship Id="rId195" Type="http://schemas.openxmlformats.org/officeDocument/2006/relationships/customXml" Target="../ink/ink129.xml"/><Relationship Id="rId209" Type="http://schemas.openxmlformats.org/officeDocument/2006/relationships/customXml" Target="../ink/ink136.xml"/><Relationship Id="rId220" Type="http://schemas.openxmlformats.org/officeDocument/2006/relationships/image" Target="../media/image144.png"/><Relationship Id="rId241" Type="http://schemas.openxmlformats.org/officeDocument/2006/relationships/customXml" Target="../ink/ink152.xml"/><Relationship Id="rId15" Type="http://schemas.openxmlformats.org/officeDocument/2006/relationships/customXml" Target="../ink/ink39.xml"/><Relationship Id="rId36" Type="http://schemas.openxmlformats.org/officeDocument/2006/relationships/image" Target="../media/image52.png"/><Relationship Id="rId57" Type="http://schemas.openxmlformats.org/officeDocument/2006/relationships/customXml" Target="../ink/ink60.xml"/><Relationship Id="rId262" Type="http://schemas.openxmlformats.org/officeDocument/2006/relationships/image" Target="../media/image165.png"/><Relationship Id="rId283" Type="http://schemas.openxmlformats.org/officeDocument/2006/relationships/customXml" Target="../ink/ink173.xml"/><Relationship Id="rId78" Type="http://schemas.openxmlformats.org/officeDocument/2006/relationships/image" Target="../media/image73.png"/><Relationship Id="rId99" Type="http://schemas.openxmlformats.org/officeDocument/2006/relationships/customXml" Target="../ink/ink81.xml"/><Relationship Id="rId101" Type="http://schemas.openxmlformats.org/officeDocument/2006/relationships/customXml" Target="../ink/ink82.xml"/><Relationship Id="rId122" Type="http://schemas.openxmlformats.org/officeDocument/2006/relationships/image" Target="../media/image95.png"/><Relationship Id="rId143" Type="http://schemas.openxmlformats.org/officeDocument/2006/relationships/customXml" Target="../ink/ink103.xml"/><Relationship Id="rId164" Type="http://schemas.openxmlformats.org/officeDocument/2006/relationships/image" Target="../media/image116.png"/><Relationship Id="rId185" Type="http://schemas.openxmlformats.org/officeDocument/2006/relationships/customXml" Target="../ink/ink124.xml"/><Relationship Id="rId9" Type="http://schemas.openxmlformats.org/officeDocument/2006/relationships/customXml" Target="../ink/ink36.xml"/><Relationship Id="rId210" Type="http://schemas.openxmlformats.org/officeDocument/2006/relationships/image" Target="../media/image139.png"/><Relationship Id="rId26" Type="http://schemas.openxmlformats.org/officeDocument/2006/relationships/image" Target="../media/image47.png"/><Relationship Id="rId231" Type="http://schemas.openxmlformats.org/officeDocument/2006/relationships/customXml" Target="../ink/ink147.xml"/><Relationship Id="rId252" Type="http://schemas.openxmlformats.org/officeDocument/2006/relationships/image" Target="../media/image160.png"/><Relationship Id="rId273" Type="http://schemas.openxmlformats.org/officeDocument/2006/relationships/customXml" Target="../ink/ink168.xml"/><Relationship Id="rId47" Type="http://schemas.openxmlformats.org/officeDocument/2006/relationships/customXml" Target="../ink/ink55.xml"/><Relationship Id="rId68" Type="http://schemas.openxmlformats.org/officeDocument/2006/relationships/image" Target="../media/image68.png"/><Relationship Id="rId89" Type="http://schemas.openxmlformats.org/officeDocument/2006/relationships/customXml" Target="../ink/ink76.xml"/><Relationship Id="rId112" Type="http://schemas.openxmlformats.org/officeDocument/2006/relationships/image" Target="../media/image90.png"/><Relationship Id="rId133" Type="http://schemas.openxmlformats.org/officeDocument/2006/relationships/customXml" Target="../ink/ink98.xml"/><Relationship Id="rId154" Type="http://schemas.openxmlformats.org/officeDocument/2006/relationships/image" Target="../media/image111.png"/><Relationship Id="rId175" Type="http://schemas.openxmlformats.org/officeDocument/2006/relationships/customXml" Target="../ink/ink119.xml"/><Relationship Id="rId196" Type="http://schemas.openxmlformats.org/officeDocument/2006/relationships/image" Target="../media/image132.png"/><Relationship Id="rId200" Type="http://schemas.openxmlformats.org/officeDocument/2006/relationships/image" Target="../media/image134.png"/><Relationship Id="rId16" Type="http://schemas.openxmlformats.org/officeDocument/2006/relationships/image" Target="../media/image42.png"/><Relationship Id="rId221" Type="http://schemas.openxmlformats.org/officeDocument/2006/relationships/customXml" Target="../ink/ink142.xml"/><Relationship Id="rId242" Type="http://schemas.openxmlformats.org/officeDocument/2006/relationships/image" Target="../media/image155.png"/><Relationship Id="rId263" Type="http://schemas.openxmlformats.org/officeDocument/2006/relationships/customXml" Target="../ink/ink163.xml"/><Relationship Id="rId284" Type="http://schemas.openxmlformats.org/officeDocument/2006/relationships/image" Target="../media/image176.png"/><Relationship Id="rId37" Type="http://schemas.openxmlformats.org/officeDocument/2006/relationships/customXml" Target="../ink/ink50.xml"/><Relationship Id="rId58" Type="http://schemas.openxmlformats.org/officeDocument/2006/relationships/image" Target="../media/image63.png"/><Relationship Id="rId79" Type="http://schemas.openxmlformats.org/officeDocument/2006/relationships/customXml" Target="../ink/ink71.xml"/><Relationship Id="rId102" Type="http://schemas.openxmlformats.org/officeDocument/2006/relationships/image" Target="../media/image85.png"/><Relationship Id="rId123" Type="http://schemas.openxmlformats.org/officeDocument/2006/relationships/customXml" Target="../ink/ink93.xml"/><Relationship Id="rId144" Type="http://schemas.openxmlformats.org/officeDocument/2006/relationships/image" Target="../media/image106.png"/><Relationship Id="rId90" Type="http://schemas.openxmlformats.org/officeDocument/2006/relationships/image" Target="../media/image79.png"/><Relationship Id="rId165" Type="http://schemas.openxmlformats.org/officeDocument/2006/relationships/customXml" Target="../ink/ink114.xml"/><Relationship Id="rId186" Type="http://schemas.openxmlformats.org/officeDocument/2006/relationships/image" Target="../media/image127.png"/><Relationship Id="rId211" Type="http://schemas.openxmlformats.org/officeDocument/2006/relationships/customXml" Target="../ink/ink137.xml"/><Relationship Id="rId232" Type="http://schemas.openxmlformats.org/officeDocument/2006/relationships/image" Target="../media/image150.png"/><Relationship Id="rId253" Type="http://schemas.openxmlformats.org/officeDocument/2006/relationships/customXml" Target="../ink/ink158.xml"/><Relationship Id="rId274" Type="http://schemas.openxmlformats.org/officeDocument/2006/relationships/image" Target="../media/image171.png"/><Relationship Id="rId27" Type="http://schemas.openxmlformats.org/officeDocument/2006/relationships/customXml" Target="../ink/ink45.xml"/><Relationship Id="rId48" Type="http://schemas.openxmlformats.org/officeDocument/2006/relationships/image" Target="../media/image58.png"/><Relationship Id="rId69" Type="http://schemas.openxmlformats.org/officeDocument/2006/relationships/customXml" Target="../ink/ink66.xml"/><Relationship Id="rId113" Type="http://schemas.openxmlformats.org/officeDocument/2006/relationships/customXml" Target="../ink/ink88.xml"/><Relationship Id="rId134" Type="http://schemas.openxmlformats.org/officeDocument/2006/relationships/image" Target="../media/image101.png"/><Relationship Id="rId80" Type="http://schemas.openxmlformats.org/officeDocument/2006/relationships/image" Target="../media/image74.png"/><Relationship Id="rId155" Type="http://schemas.openxmlformats.org/officeDocument/2006/relationships/customXml" Target="../ink/ink109.xml"/><Relationship Id="rId176" Type="http://schemas.openxmlformats.org/officeDocument/2006/relationships/image" Target="../media/image122.png"/><Relationship Id="rId197" Type="http://schemas.openxmlformats.org/officeDocument/2006/relationships/customXml" Target="../ink/ink130.xml"/><Relationship Id="rId201" Type="http://schemas.openxmlformats.org/officeDocument/2006/relationships/customXml" Target="../ink/ink132.xml"/><Relationship Id="rId222" Type="http://schemas.openxmlformats.org/officeDocument/2006/relationships/image" Target="../media/image145.png"/><Relationship Id="rId243" Type="http://schemas.openxmlformats.org/officeDocument/2006/relationships/customXml" Target="../ink/ink153.xml"/><Relationship Id="rId264" Type="http://schemas.openxmlformats.org/officeDocument/2006/relationships/image" Target="../media/image166.png"/><Relationship Id="rId285" Type="http://schemas.openxmlformats.org/officeDocument/2006/relationships/customXml" Target="../ink/ink174.xml"/><Relationship Id="rId17" Type="http://schemas.openxmlformats.org/officeDocument/2006/relationships/customXml" Target="../ink/ink40.xml"/><Relationship Id="rId38" Type="http://schemas.openxmlformats.org/officeDocument/2006/relationships/image" Target="../media/image53.png"/><Relationship Id="rId59" Type="http://schemas.openxmlformats.org/officeDocument/2006/relationships/customXml" Target="../ink/ink61.xml"/><Relationship Id="rId103" Type="http://schemas.openxmlformats.org/officeDocument/2006/relationships/customXml" Target="../ink/ink83.xml"/><Relationship Id="rId124" Type="http://schemas.openxmlformats.org/officeDocument/2006/relationships/image" Target="../media/image96.png"/><Relationship Id="rId70" Type="http://schemas.openxmlformats.org/officeDocument/2006/relationships/image" Target="../media/image69.png"/><Relationship Id="rId91" Type="http://schemas.openxmlformats.org/officeDocument/2006/relationships/customXml" Target="../ink/ink77.xml"/><Relationship Id="rId145" Type="http://schemas.openxmlformats.org/officeDocument/2006/relationships/customXml" Target="../ink/ink104.xml"/><Relationship Id="rId166" Type="http://schemas.openxmlformats.org/officeDocument/2006/relationships/image" Target="../media/image117.png"/><Relationship Id="rId187" Type="http://schemas.openxmlformats.org/officeDocument/2006/relationships/customXml" Target="../ink/ink12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0.png"/><Relationship Id="rId233" Type="http://schemas.openxmlformats.org/officeDocument/2006/relationships/customXml" Target="../ink/ink148.xml"/><Relationship Id="rId254" Type="http://schemas.openxmlformats.org/officeDocument/2006/relationships/image" Target="../media/image161.png"/><Relationship Id="rId28" Type="http://schemas.openxmlformats.org/officeDocument/2006/relationships/image" Target="../media/image48.png"/><Relationship Id="rId49" Type="http://schemas.openxmlformats.org/officeDocument/2006/relationships/customXml" Target="../ink/ink56.xml"/><Relationship Id="rId114" Type="http://schemas.openxmlformats.org/officeDocument/2006/relationships/image" Target="../media/image91.png"/><Relationship Id="rId275" Type="http://schemas.openxmlformats.org/officeDocument/2006/relationships/customXml" Target="../ink/ink169.xml"/><Relationship Id="rId60" Type="http://schemas.openxmlformats.org/officeDocument/2006/relationships/image" Target="../media/image64.png"/><Relationship Id="rId81" Type="http://schemas.openxmlformats.org/officeDocument/2006/relationships/customXml" Target="../ink/ink72.xml"/><Relationship Id="rId135" Type="http://schemas.openxmlformats.org/officeDocument/2006/relationships/customXml" Target="../ink/ink99.xml"/><Relationship Id="rId156" Type="http://schemas.openxmlformats.org/officeDocument/2006/relationships/image" Target="../media/image112.png"/><Relationship Id="rId177" Type="http://schemas.openxmlformats.org/officeDocument/2006/relationships/customXml" Target="../ink/ink120.xml"/><Relationship Id="rId198" Type="http://schemas.openxmlformats.org/officeDocument/2006/relationships/image" Target="../media/image133.png"/><Relationship Id="rId202" Type="http://schemas.openxmlformats.org/officeDocument/2006/relationships/image" Target="../media/image135.png"/><Relationship Id="rId223" Type="http://schemas.openxmlformats.org/officeDocument/2006/relationships/customXml" Target="../ink/ink143.xml"/><Relationship Id="rId244" Type="http://schemas.openxmlformats.org/officeDocument/2006/relationships/image" Target="../media/image156.png"/><Relationship Id="rId18" Type="http://schemas.openxmlformats.org/officeDocument/2006/relationships/image" Target="../media/image43.png"/><Relationship Id="rId39" Type="http://schemas.openxmlformats.org/officeDocument/2006/relationships/customXml" Target="../ink/ink51.xml"/><Relationship Id="rId265" Type="http://schemas.openxmlformats.org/officeDocument/2006/relationships/customXml" Target="../ink/ink164.xml"/><Relationship Id="rId286" Type="http://schemas.openxmlformats.org/officeDocument/2006/relationships/image" Target="../media/image177.png"/><Relationship Id="rId50" Type="http://schemas.openxmlformats.org/officeDocument/2006/relationships/image" Target="../media/image59.png"/><Relationship Id="rId104" Type="http://schemas.openxmlformats.org/officeDocument/2006/relationships/image" Target="../media/image86.png"/><Relationship Id="rId125" Type="http://schemas.openxmlformats.org/officeDocument/2006/relationships/customXml" Target="../ink/ink94.xml"/><Relationship Id="rId146" Type="http://schemas.openxmlformats.org/officeDocument/2006/relationships/image" Target="../media/image107.png"/><Relationship Id="rId167" Type="http://schemas.openxmlformats.org/officeDocument/2006/relationships/customXml" Target="../ink/ink115.xml"/><Relationship Id="rId188" Type="http://schemas.openxmlformats.org/officeDocument/2006/relationships/image" Target="../media/image128.png"/><Relationship Id="rId71" Type="http://schemas.openxmlformats.org/officeDocument/2006/relationships/customXml" Target="../ink/ink67.xml"/><Relationship Id="rId92" Type="http://schemas.openxmlformats.org/officeDocument/2006/relationships/image" Target="../media/image80.png"/><Relationship Id="rId213" Type="http://schemas.openxmlformats.org/officeDocument/2006/relationships/customXml" Target="../ink/ink138.xml"/><Relationship Id="rId234" Type="http://schemas.openxmlformats.org/officeDocument/2006/relationships/image" Target="../media/image151.png"/><Relationship Id="rId2" Type="http://schemas.openxmlformats.org/officeDocument/2006/relationships/image" Target="../media/image35.png"/><Relationship Id="rId29" Type="http://schemas.openxmlformats.org/officeDocument/2006/relationships/customXml" Target="../ink/ink46.xml"/><Relationship Id="rId255" Type="http://schemas.openxmlformats.org/officeDocument/2006/relationships/customXml" Target="../ink/ink159.xml"/><Relationship Id="rId276" Type="http://schemas.openxmlformats.org/officeDocument/2006/relationships/image" Target="../media/image172.png"/><Relationship Id="rId40" Type="http://schemas.openxmlformats.org/officeDocument/2006/relationships/image" Target="../media/image54.png"/><Relationship Id="rId115" Type="http://schemas.openxmlformats.org/officeDocument/2006/relationships/customXml" Target="../ink/ink89.xml"/><Relationship Id="rId136" Type="http://schemas.openxmlformats.org/officeDocument/2006/relationships/image" Target="../media/image102.png"/><Relationship Id="rId157" Type="http://schemas.openxmlformats.org/officeDocument/2006/relationships/customXml" Target="../ink/ink110.xml"/><Relationship Id="rId178" Type="http://schemas.openxmlformats.org/officeDocument/2006/relationships/image" Target="../media/image123.png"/><Relationship Id="rId61" Type="http://schemas.openxmlformats.org/officeDocument/2006/relationships/customXml" Target="../ink/ink62.xml"/><Relationship Id="rId82" Type="http://schemas.openxmlformats.org/officeDocument/2006/relationships/image" Target="../media/image75.png"/><Relationship Id="rId199" Type="http://schemas.openxmlformats.org/officeDocument/2006/relationships/customXml" Target="../ink/ink131.xml"/><Relationship Id="rId203" Type="http://schemas.openxmlformats.org/officeDocument/2006/relationships/customXml" Target="../ink/ink133.xml"/><Relationship Id="rId19" Type="http://schemas.openxmlformats.org/officeDocument/2006/relationships/customXml" Target="../ink/ink41.xml"/><Relationship Id="rId224" Type="http://schemas.openxmlformats.org/officeDocument/2006/relationships/image" Target="../media/image146.png"/><Relationship Id="rId245" Type="http://schemas.openxmlformats.org/officeDocument/2006/relationships/customXml" Target="../ink/ink154.xml"/><Relationship Id="rId266" Type="http://schemas.openxmlformats.org/officeDocument/2006/relationships/image" Target="../media/image167.png"/><Relationship Id="rId287" Type="http://schemas.openxmlformats.org/officeDocument/2006/relationships/customXml" Target="../ink/ink175.xml"/><Relationship Id="rId30" Type="http://schemas.openxmlformats.org/officeDocument/2006/relationships/image" Target="../media/image49.png"/><Relationship Id="rId105" Type="http://schemas.openxmlformats.org/officeDocument/2006/relationships/customXml" Target="../ink/ink84.xml"/><Relationship Id="rId126" Type="http://schemas.openxmlformats.org/officeDocument/2006/relationships/image" Target="../media/image97.png"/><Relationship Id="rId147" Type="http://schemas.openxmlformats.org/officeDocument/2006/relationships/customXml" Target="../ink/ink105.xml"/><Relationship Id="rId168" Type="http://schemas.openxmlformats.org/officeDocument/2006/relationships/image" Target="../media/image118.png"/><Relationship Id="rId51" Type="http://schemas.openxmlformats.org/officeDocument/2006/relationships/customXml" Target="../ink/ink57.xml"/><Relationship Id="rId72" Type="http://schemas.openxmlformats.org/officeDocument/2006/relationships/image" Target="../media/image70.png"/><Relationship Id="rId93" Type="http://schemas.openxmlformats.org/officeDocument/2006/relationships/customXml" Target="../ink/ink78.xml"/><Relationship Id="rId189" Type="http://schemas.openxmlformats.org/officeDocument/2006/relationships/customXml" Target="../ink/ink126.xml"/><Relationship Id="rId3" Type="http://schemas.openxmlformats.org/officeDocument/2006/relationships/customXml" Target="../ink/ink33.xml"/><Relationship Id="rId214" Type="http://schemas.openxmlformats.org/officeDocument/2006/relationships/image" Target="../media/image141.png"/><Relationship Id="rId235" Type="http://schemas.openxmlformats.org/officeDocument/2006/relationships/customXml" Target="../ink/ink149.xml"/><Relationship Id="rId256" Type="http://schemas.openxmlformats.org/officeDocument/2006/relationships/image" Target="../media/image162.png"/><Relationship Id="rId277" Type="http://schemas.openxmlformats.org/officeDocument/2006/relationships/customXml" Target="../ink/ink170.xml"/><Relationship Id="rId116" Type="http://schemas.openxmlformats.org/officeDocument/2006/relationships/image" Target="../media/image92.png"/><Relationship Id="rId137" Type="http://schemas.openxmlformats.org/officeDocument/2006/relationships/customXml" Target="../ink/ink100.xml"/><Relationship Id="rId158" Type="http://schemas.openxmlformats.org/officeDocument/2006/relationships/image" Target="../media/image113.png"/><Relationship Id="rId20" Type="http://schemas.openxmlformats.org/officeDocument/2006/relationships/image" Target="../media/image44.png"/><Relationship Id="rId41" Type="http://schemas.openxmlformats.org/officeDocument/2006/relationships/customXml" Target="../ink/ink52.xml"/><Relationship Id="rId62" Type="http://schemas.openxmlformats.org/officeDocument/2006/relationships/image" Target="../media/image65.png"/><Relationship Id="rId83" Type="http://schemas.openxmlformats.org/officeDocument/2006/relationships/customXml" Target="../ink/ink73.xml"/><Relationship Id="rId179" Type="http://schemas.openxmlformats.org/officeDocument/2006/relationships/customXml" Target="../ink/ink121.xml"/><Relationship Id="rId190" Type="http://schemas.openxmlformats.org/officeDocument/2006/relationships/image" Target="../media/image129.png"/><Relationship Id="rId204" Type="http://schemas.openxmlformats.org/officeDocument/2006/relationships/image" Target="../media/image136.png"/><Relationship Id="rId225" Type="http://schemas.openxmlformats.org/officeDocument/2006/relationships/customXml" Target="../ink/ink144.xml"/><Relationship Id="rId246" Type="http://schemas.openxmlformats.org/officeDocument/2006/relationships/image" Target="../media/image157.png"/><Relationship Id="rId267" Type="http://schemas.openxmlformats.org/officeDocument/2006/relationships/customXml" Target="../ink/ink165.xml"/><Relationship Id="rId288" Type="http://schemas.openxmlformats.org/officeDocument/2006/relationships/image" Target="../media/image178.png"/><Relationship Id="rId106" Type="http://schemas.openxmlformats.org/officeDocument/2006/relationships/image" Target="../media/image87.png"/><Relationship Id="rId127" Type="http://schemas.openxmlformats.org/officeDocument/2006/relationships/customXml" Target="../ink/ink95.xml"/><Relationship Id="rId10" Type="http://schemas.openxmlformats.org/officeDocument/2006/relationships/image" Target="../media/image39.png"/><Relationship Id="rId31" Type="http://schemas.openxmlformats.org/officeDocument/2006/relationships/customXml" Target="../ink/ink47.xml"/><Relationship Id="rId52" Type="http://schemas.openxmlformats.org/officeDocument/2006/relationships/image" Target="../media/image60.png"/><Relationship Id="rId73" Type="http://schemas.openxmlformats.org/officeDocument/2006/relationships/customXml" Target="../ink/ink68.xml"/><Relationship Id="rId94" Type="http://schemas.openxmlformats.org/officeDocument/2006/relationships/image" Target="../media/image81.png"/><Relationship Id="rId148" Type="http://schemas.openxmlformats.org/officeDocument/2006/relationships/image" Target="../media/image108.png"/><Relationship Id="rId169" Type="http://schemas.openxmlformats.org/officeDocument/2006/relationships/customXml" Target="../ink/ink116.xml"/><Relationship Id="rId4" Type="http://schemas.openxmlformats.org/officeDocument/2006/relationships/image" Target="../media/image36.png"/><Relationship Id="rId180" Type="http://schemas.openxmlformats.org/officeDocument/2006/relationships/image" Target="../media/image124.png"/><Relationship Id="rId215" Type="http://schemas.openxmlformats.org/officeDocument/2006/relationships/customXml" Target="../ink/ink139.xml"/><Relationship Id="rId236" Type="http://schemas.openxmlformats.org/officeDocument/2006/relationships/image" Target="../media/image152.png"/><Relationship Id="rId257" Type="http://schemas.openxmlformats.org/officeDocument/2006/relationships/customXml" Target="../ink/ink160.xml"/><Relationship Id="rId278" Type="http://schemas.openxmlformats.org/officeDocument/2006/relationships/image" Target="../media/image173.png"/><Relationship Id="rId42" Type="http://schemas.openxmlformats.org/officeDocument/2006/relationships/image" Target="../media/image55.png"/><Relationship Id="rId84" Type="http://schemas.openxmlformats.org/officeDocument/2006/relationships/image" Target="../media/image76.png"/><Relationship Id="rId138" Type="http://schemas.openxmlformats.org/officeDocument/2006/relationships/image" Target="../media/image103.png"/><Relationship Id="rId191" Type="http://schemas.openxmlformats.org/officeDocument/2006/relationships/customXml" Target="../ink/ink127.xml"/><Relationship Id="rId205" Type="http://schemas.openxmlformats.org/officeDocument/2006/relationships/customXml" Target="../ink/ink134.xml"/><Relationship Id="rId247" Type="http://schemas.openxmlformats.org/officeDocument/2006/relationships/customXml" Target="../ink/ink155.xml"/><Relationship Id="rId107" Type="http://schemas.openxmlformats.org/officeDocument/2006/relationships/customXml" Target="../ink/ink85.xml"/><Relationship Id="rId289" Type="http://schemas.openxmlformats.org/officeDocument/2006/relationships/customXml" Target="../ink/ink176.xml"/><Relationship Id="rId11" Type="http://schemas.openxmlformats.org/officeDocument/2006/relationships/customXml" Target="../ink/ink37.xml"/><Relationship Id="rId53" Type="http://schemas.openxmlformats.org/officeDocument/2006/relationships/customXml" Target="../ink/ink58.xml"/><Relationship Id="rId149" Type="http://schemas.openxmlformats.org/officeDocument/2006/relationships/customXml" Target="../ink/ink106.xml"/><Relationship Id="rId95" Type="http://schemas.openxmlformats.org/officeDocument/2006/relationships/customXml" Target="../ink/ink79.xml"/><Relationship Id="rId160" Type="http://schemas.openxmlformats.org/officeDocument/2006/relationships/image" Target="../media/image114.png"/><Relationship Id="rId216" Type="http://schemas.openxmlformats.org/officeDocument/2006/relationships/image" Target="../media/image142.png"/><Relationship Id="rId258" Type="http://schemas.openxmlformats.org/officeDocument/2006/relationships/image" Target="../media/image163.png"/><Relationship Id="rId22" Type="http://schemas.openxmlformats.org/officeDocument/2006/relationships/image" Target="../media/image45.png"/><Relationship Id="rId64" Type="http://schemas.openxmlformats.org/officeDocument/2006/relationships/image" Target="../media/image66.png"/><Relationship Id="rId118" Type="http://schemas.openxmlformats.org/officeDocument/2006/relationships/image" Target="../media/image93.png"/><Relationship Id="rId171" Type="http://schemas.openxmlformats.org/officeDocument/2006/relationships/customXml" Target="../ink/ink117.xml"/><Relationship Id="rId227" Type="http://schemas.openxmlformats.org/officeDocument/2006/relationships/customXml" Target="../ink/ink145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7.png"/><Relationship Id="rId299" Type="http://schemas.openxmlformats.org/officeDocument/2006/relationships/image" Target="../media/image328.png"/><Relationship Id="rId21" Type="http://schemas.openxmlformats.org/officeDocument/2006/relationships/image" Target="../media/image189.png"/><Relationship Id="rId63" Type="http://schemas.openxmlformats.org/officeDocument/2006/relationships/image" Target="../media/image210.png"/><Relationship Id="rId159" Type="http://schemas.openxmlformats.org/officeDocument/2006/relationships/image" Target="../media/image258.png"/><Relationship Id="rId324" Type="http://schemas.openxmlformats.org/officeDocument/2006/relationships/customXml" Target="../ink/ink338.xml"/><Relationship Id="rId170" Type="http://schemas.openxmlformats.org/officeDocument/2006/relationships/customXml" Target="../ink/ink261.xml"/><Relationship Id="rId226" Type="http://schemas.openxmlformats.org/officeDocument/2006/relationships/customXml" Target="../ink/ink289.xml"/><Relationship Id="rId268" Type="http://schemas.openxmlformats.org/officeDocument/2006/relationships/customXml" Target="../ink/ink310.xml"/><Relationship Id="rId32" Type="http://schemas.openxmlformats.org/officeDocument/2006/relationships/customXml" Target="../ink/ink192.xml"/><Relationship Id="rId74" Type="http://schemas.openxmlformats.org/officeDocument/2006/relationships/customXml" Target="../ink/ink213.xml"/><Relationship Id="rId128" Type="http://schemas.openxmlformats.org/officeDocument/2006/relationships/customXml" Target="../ink/ink240.xml"/><Relationship Id="rId335" Type="http://schemas.openxmlformats.org/officeDocument/2006/relationships/image" Target="../media/image346.png"/><Relationship Id="rId5" Type="http://schemas.openxmlformats.org/officeDocument/2006/relationships/image" Target="../media/image181.png"/><Relationship Id="rId181" Type="http://schemas.openxmlformats.org/officeDocument/2006/relationships/image" Target="../media/image269.png"/><Relationship Id="rId237" Type="http://schemas.openxmlformats.org/officeDocument/2006/relationships/image" Target="../media/image297.png"/><Relationship Id="rId279" Type="http://schemas.openxmlformats.org/officeDocument/2006/relationships/image" Target="../media/image318.png"/><Relationship Id="rId43" Type="http://schemas.openxmlformats.org/officeDocument/2006/relationships/image" Target="../media/image200.png"/><Relationship Id="rId139" Type="http://schemas.openxmlformats.org/officeDocument/2006/relationships/image" Target="../media/image248.png"/><Relationship Id="rId290" Type="http://schemas.openxmlformats.org/officeDocument/2006/relationships/customXml" Target="../ink/ink321.xml"/><Relationship Id="rId304" Type="http://schemas.openxmlformats.org/officeDocument/2006/relationships/customXml" Target="../ink/ink328.xml"/><Relationship Id="rId346" Type="http://schemas.openxmlformats.org/officeDocument/2006/relationships/customXml" Target="../ink/ink349.xml"/><Relationship Id="rId85" Type="http://schemas.openxmlformats.org/officeDocument/2006/relationships/image" Target="../media/image221.png"/><Relationship Id="rId150" Type="http://schemas.openxmlformats.org/officeDocument/2006/relationships/customXml" Target="../ink/ink251.xml"/><Relationship Id="rId192" Type="http://schemas.openxmlformats.org/officeDocument/2006/relationships/customXml" Target="../ink/ink272.xml"/><Relationship Id="rId206" Type="http://schemas.openxmlformats.org/officeDocument/2006/relationships/customXml" Target="../ink/ink279.xml"/><Relationship Id="rId248" Type="http://schemas.openxmlformats.org/officeDocument/2006/relationships/customXml" Target="../ink/ink300.xml"/><Relationship Id="rId12" Type="http://schemas.openxmlformats.org/officeDocument/2006/relationships/customXml" Target="../ink/ink182.xml"/><Relationship Id="rId108" Type="http://schemas.openxmlformats.org/officeDocument/2006/relationships/customXml" Target="../ink/ink230.xml"/><Relationship Id="rId315" Type="http://schemas.openxmlformats.org/officeDocument/2006/relationships/image" Target="../media/image336.png"/><Relationship Id="rId357" Type="http://schemas.openxmlformats.org/officeDocument/2006/relationships/image" Target="../media/image357.png"/><Relationship Id="rId54" Type="http://schemas.openxmlformats.org/officeDocument/2006/relationships/customXml" Target="../ink/ink203.xml"/><Relationship Id="rId96" Type="http://schemas.openxmlformats.org/officeDocument/2006/relationships/customXml" Target="../ink/ink224.xml"/><Relationship Id="rId161" Type="http://schemas.openxmlformats.org/officeDocument/2006/relationships/image" Target="../media/image259.png"/><Relationship Id="rId217" Type="http://schemas.openxmlformats.org/officeDocument/2006/relationships/image" Target="../media/image287.png"/><Relationship Id="rId259" Type="http://schemas.openxmlformats.org/officeDocument/2006/relationships/image" Target="../media/image308.png"/><Relationship Id="rId23" Type="http://schemas.openxmlformats.org/officeDocument/2006/relationships/image" Target="../media/image190.png"/><Relationship Id="rId119" Type="http://schemas.openxmlformats.org/officeDocument/2006/relationships/image" Target="../media/image238.png"/><Relationship Id="rId270" Type="http://schemas.openxmlformats.org/officeDocument/2006/relationships/customXml" Target="../ink/ink311.xml"/><Relationship Id="rId326" Type="http://schemas.openxmlformats.org/officeDocument/2006/relationships/customXml" Target="../ink/ink339.xml"/><Relationship Id="rId65" Type="http://schemas.openxmlformats.org/officeDocument/2006/relationships/image" Target="../media/image211.png"/><Relationship Id="rId130" Type="http://schemas.openxmlformats.org/officeDocument/2006/relationships/customXml" Target="../ink/ink241.xml"/><Relationship Id="rId172" Type="http://schemas.openxmlformats.org/officeDocument/2006/relationships/customXml" Target="../ink/ink262.xml"/><Relationship Id="rId228" Type="http://schemas.openxmlformats.org/officeDocument/2006/relationships/customXml" Target="../ink/ink290.xml"/><Relationship Id="rId281" Type="http://schemas.openxmlformats.org/officeDocument/2006/relationships/image" Target="../media/image319.png"/><Relationship Id="rId337" Type="http://schemas.openxmlformats.org/officeDocument/2006/relationships/image" Target="../media/image347.png"/><Relationship Id="rId34" Type="http://schemas.openxmlformats.org/officeDocument/2006/relationships/customXml" Target="../ink/ink193.xml"/><Relationship Id="rId76" Type="http://schemas.openxmlformats.org/officeDocument/2006/relationships/customXml" Target="../ink/ink214.xml"/><Relationship Id="rId141" Type="http://schemas.openxmlformats.org/officeDocument/2006/relationships/image" Target="../media/image249.png"/><Relationship Id="rId7" Type="http://schemas.openxmlformats.org/officeDocument/2006/relationships/image" Target="../media/image182.png"/><Relationship Id="rId183" Type="http://schemas.openxmlformats.org/officeDocument/2006/relationships/image" Target="../media/image270.png"/><Relationship Id="rId239" Type="http://schemas.openxmlformats.org/officeDocument/2006/relationships/image" Target="../media/image298.png"/><Relationship Id="rId250" Type="http://schemas.openxmlformats.org/officeDocument/2006/relationships/customXml" Target="../ink/ink301.xml"/><Relationship Id="rId292" Type="http://schemas.openxmlformats.org/officeDocument/2006/relationships/customXml" Target="../ink/ink322.xml"/><Relationship Id="rId306" Type="http://schemas.openxmlformats.org/officeDocument/2006/relationships/customXml" Target="../ink/ink329.xml"/><Relationship Id="rId45" Type="http://schemas.openxmlformats.org/officeDocument/2006/relationships/image" Target="../media/image201.png"/><Relationship Id="rId87" Type="http://schemas.openxmlformats.org/officeDocument/2006/relationships/image" Target="../media/image222.png"/><Relationship Id="rId110" Type="http://schemas.openxmlformats.org/officeDocument/2006/relationships/customXml" Target="../ink/ink231.xml"/><Relationship Id="rId348" Type="http://schemas.openxmlformats.org/officeDocument/2006/relationships/customXml" Target="../ink/ink350.xml"/><Relationship Id="rId152" Type="http://schemas.openxmlformats.org/officeDocument/2006/relationships/customXml" Target="../ink/ink252.xml"/><Relationship Id="rId194" Type="http://schemas.openxmlformats.org/officeDocument/2006/relationships/customXml" Target="../ink/ink273.xml"/><Relationship Id="rId208" Type="http://schemas.openxmlformats.org/officeDocument/2006/relationships/customXml" Target="../ink/ink280.xml"/><Relationship Id="rId261" Type="http://schemas.openxmlformats.org/officeDocument/2006/relationships/image" Target="../media/image309.png"/><Relationship Id="rId14" Type="http://schemas.openxmlformats.org/officeDocument/2006/relationships/customXml" Target="../ink/ink183.xml"/><Relationship Id="rId56" Type="http://schemas.openxmlformats.org/officeDocument/2006/relationships/customXml" Target="../ink/ink204.xml"/><Relationship Id="rId317" Type="http://schemas.openxmlformats.org/officeDocument/2006/relationships/image" Target="../media/image337.png"/><Relationship Id="rId359" Type="http://schemas.openxmlformats.org/officeDocument/2006/relationships/image" Target="../media/image358.png"/><Relationship Id="rId98" Type="http://schemas.openxmlformats.org/officeDocument/2006/relationships/customXml" Target="../ink/ink225.xml"/><Relationship Id="rId121" Type="http://schemas.openxmlformats.org/officeDocument/2006/relationships/image" Target="../media/image239.png"/><Relationship Id="rId163" Type="http://schemas.openxmlformats.org/officeDocument/2006/relationships/image" Target="../media/image260.png"/><Relationship Id="rId219" Type="http://schemas.openxmlformats.org/officeDocument/2006/relationships/image" Target="../media/image288.png"/><Relationship Id="rId230" Type="http://schemas.openxmlformats.org/officeDocument/2006/relationships/customXml" Target="../ink/ink291.xml"/><Relationship Id="rId25" Type="http://schemas.openxmlformats.org/officeDocument/2006/relationships/image" Target="../media/image191.png"/><Relationship Id="rId67" Type="http://schemas.openxmlformats.org/officeDocument/2006/relationships/image" Target="../media/image212.png"/><Relationship Id="rId272" Type="http://schemas.openxmlformats.org/officeDocument/2006/relationships/customXml" Target="../ink/ink312.xml"/><Relationship Id="rId328" Type="http://schemas.openxmlformats.org/officeDocument/2006/relationships/customXml" Target="../ink/ink340.xml"/><Relationship Id="rId88" Type="http://schemas.openxmlformats.org/officeDocument/2006/relationships/customXml" Target="../ink/ink220.xml"/><Relationship Id="rId111" Type="http://schemas.openxmlformats.org/officeDocument/2006/relationships/image" Target="../media/image234.png"/><Relationship Id="rId132" Type="http://schemas.openxmlformats.org/officeDocument/2006/relationships/customXml" Target="../ink/ink242.xml"/><Relationship Id="rId153" Type="http://schemas.openxmlformats.org/officeDocument/2006/relationships/image" Target="../media/image255.png"/><Relationship Id="rId174" Type="http://schemas.openxmlformats.org/officeDocument/2006/relationships/customXml" Target="../ink/ink263.xml"/><Relationship Id="rId195" Type="http://schemas.openxmlformats.org/officeDocument/2006/relationships/image" Target="../media/image276.png"/><Relationship Id="rId209" Type="http://schemas.openxmlformats.org/officeDocument/2006/relationships/image" Target="../media/image283.png"/><Relationship Id="rId360" Type="http://schemas.openxmlformats.org/officeDocument/2006/relationships/customXml" Target="../ink/ink356.xml"/><Relationship Id="rId220" Type="http://schemas.openxmlformats.org/officeDocument/2006/relationships/customXml" Target="../ink/ink286.xml"/><Relationship Id="rId241" Type="http://schemas.openxmlformats.org/officeDocument/2006/relationships/image" Target="../media/image299.png"/><Relationship Id="rId15" Type="http://schemas.openxmlformats.org/officeDocument/2006/relationships/image" Target="../media/image186.png"/><Relationship Id="rId36" Type="http://schemas.openxmlformats.org/officeDocument/2006/relationships/customXml" Target="../ink/ink194.xml"/><Relationship Id="rId57" Type="http://schemas.openxmlformats.org/officeDocument/2006/relationships/image" Target="../media/image207.png"/><Relationship Id="rId262" Type="http://schemas.openxmlformats.org/officeDocument/2006/relationships/customXml" Target="../ink/ink307.xml"/><Relationship Id="rId283" Type="http://schemas.openxmlformats.org/officeDocument/2006/relationships/image" Target="../media/image320.png"/><Relationship Id="rId318" Type="http://schemas.openxmlformats.org/officeDocument/2006/relationships/customXml" Target="../ink/ink335.xml"/><Relationship Id="rId339" Type="http://schemas.openxmlformats.org/officeDocument/2006/relationships/image" Target="../media/image348.png"/><Relationship Id="rId78" Type="http://schemas.openxmlformats.org/officeDocument/2006/relationships/customXml" Target="../ink/ink215.xml"/><Relationship Id="rId99" Type="http://schemas.openxmlformats.org/officeDocument/2006/relationships/image" Target="../media/image228.png"/><Relationship Id="rId101" Type="http://schemas.openxmlformats.org/officeDocument/2006/relationships/image" Target="../media/image229.png"/><Relationship Id="rId122" Type="http://schemas.openxmlformats.org/officeDocument/2006/relationships/customXml" Target="../ink/ink237.xml"/><Relationship Id="rId143" Type="http://schemas.openxmlformats.org/officeDocument/2006/relationships/image" Target="../media/image250.png"/><Relationship Id="rId164" Type="http://schemas.openxmlformats.org/officeDocument/2006/relationships/customXml" Target="../ink/ink258.xml"/><Relationship Id="rId185" Type="http://schemas.openxmlformats.org/officeDocument/2006/relationships/image" Target="../media/image271.png"/><Relationship Id="rId350" Type="http://schemas.openxmlformats.org/officeDocument/2006/relationships/customXml" Target="../ink/ink351.xml"/><Relationship Id="rId9" Type="http://schemas.openxmlformats.org/officeDocument/2006/relationships/image" Target="../media/image183.png"/><Relationship Id="rId210" Type="http://schemas.openxmlformats.org/officeDocument/2006/relationships/customXml" Target="../ink/ink281.xml"/><Relationship Id="rId26" Type="http://schemas.openxmlformats.org/officeDocument/2006/relationships/customXml" Target="../ink/ink189.xml"/><Relationship Id="rId231" Type="http://schemas.openxmlformats.org/officeDocument/2006/relationships/image" Target="../media/image294.png"/><Relationship Id="rId252" Type="http://schemas.openxmlformats.org/officeDocument/2006/relationships/customXml" Target="../ink/ink302.xml"/><Relationship Id="rId273" Type="http://schemas.openxmlformats.org/officeDocument/2006/relationships/image" Target="../media/image315.png"/><Relationship Id="rId294" Type="http://schemas.openxmlformats.org/officeDocument/2006/relationships/customXml" Target="../ink/ink323.xml"/><Relationship Id="rId308" Type="http://schemas.openxmlformats.org/officeDocument/2006/relationships/customXml" Target="../ink/ink330.xml"/><Relationship Id="rId329" Type="http://schemas.openxmlformats.org/officeDocument/2006/relationships/image" Target="../media/image343.png"/><Relationship Id="rId47" Type="http://schemas.openxmlformats.org/officeDocument/2006/relationships/image" Target="../media/image202.png"/><Relationship Id="rId68" Type="http://schemas.openxmlformats.org/officeDocument/2006/relationships/customXml" Target="../ink/ink210.xml"/><Relationship Id="rId89" Type="http://schemas.openxmlformats.org/officeDocument/2006/relationships/image" Target="../media/image223.png"/><Relationship Id="rId112" Type="http://schemas.openxmlformats.org/officeDocument/2006/relationships/customXml" Target="../ink/ink232.xml"/><Relationship Id="rId133" Type="http://schemas.openxmlformats.org/officeDocument/2006/relationships/image" Target="../media/image245.png"/><Relationship Id="rId154" Type="http://schemas.openxmlformats.org/officeDocument/2006/relationships/customXml" Target="../ink/ink253.xml"/><Relationship Id="rId175" Type="http://schemas.openxmlformats.org/officeDocument/2006/relationships/image" Target="../media/image266.png"/><Relationship Id="rId340" Type="http://schemas.openxmlformats.org/officeDocument/2006/relationships/customXml" Target="../ink/ink346.xml"/><Relationship Id="rId361" Type="http://schemas.openxmlformats.org/officeDocument/2006/relationships/image" Target="../media/image359.png"/><Relationship Id="rId196" Type="http://schemas.openxmlformats.org/officeDocument/2006/relationships/customXml" Target="../ink/ink274.xml"/><Relationship Id="rId200" Type="http://schemas.openxmlformats.org/officeDocument/2006/relationships/customXml" Target="../ink/ink276.xml"/><Relationship Id="rId16" Type="http://schemas.openxmlformats.org/officeDocument/2006/relationships/customXml" Target="../ink/ink184.xml"/><Relationship Id="rId221" Type="http://schemas.openxmlformats.org/officeDocument/2006/relationships/image" Target="../media/image289.png"/><Relationship Id="rId242" Type="http://schemas.openxmlformats.org/officeDocument/2006/relationships/customXml" Target="../ink/ink297.xml"/><Relationship Id="rId263" Type="http://schemas.openxmlformats.org/officeDocument/2006/relationships/image" Target="../media/image310.png"/><Relationship Id="rId284" Type="http://schemas.openxmlformats.org/officeDocument/2006/relationships/customXml" Target="../ink/ink318.xml"/><Relationship Id="rId319" Type="http://schemas.openxmlformats.org/officeDocument/2006/relationships/image" Target="../media/image338.png"/><Relationship Id="rId37" Type="http://schemas.openxmlformats.org/officeDocument/2006/relationships/image" Target="../media/image197.png"/><Relationship Id="rId58" Type="http://schemas.openxmlformats.org/officeDocument/2006/relationships/customXml" Target="../ink/ink205.xml"/><Relationship Id="rId79" Type="http://schemas.openxmlformats.org/officeDocument/2006/relationships/image" Target="../media/image218.png"/><Relationship Id="rId102" Type="http://schemas.openxmlformats.org/officeDocument/2006/relationships/customXml" Target="../ink/ink227.xml"/><Relationship Id="rId123" Type="http://schemas.openxmlformats.org/officeDocument/2006/relationships/image" Target="../media/image240.png"/><Relationship Id="rId144" Type="http://schemas.openxmlformats.org/officeDocument/2006/relationships/customXml" Target="../ink/ink248.xml"/><Relationship Id="rId330" Type="http://schemas.openxmlformats.org/officeDocument/2006/relationships/customXml" Target="../ink/ink341.xml"/><Relationship Id="rId90" Type="http://schemas.openxmlformats.org/officeDocument/2006/relationships/customXml" Target="../ink/ink221.xml"/><Relationship Id="rId165" Type="http://schemas.openxmlformats.org/officeDocument/2006/relationships/image" Target="../media/image261.png"/><Relationship Id="rId186" Type="http://schemas.openxmlformats.org/officeDocument/2006/relationships/customXml" Target="../ink/ink269.xml"/><Relationship Id="rId351" Type="http://schemas.openxmlformats.org/officeDocument/2006/relationships/image" Target="../media/image354.png"/><Relationship Id="rId211" Type="http://schemas.openxmlformats.org/officeDocument/2006/relationships/image" Target="../media/image284.png"/><Relationship Id="rId232" Type="http://schemas.openxmlformats.org/officeDocument/2006/relationships/customXml" Target="../ink/ink292.xml"/><Relationship Id="rId253" Type="http://schemas.openxmlformats.org/officeDocument/2006/relationships/image" Target="../media/image305.png"/><Relationship Id="rId274" Type="http://schemas.openxmlformats.org/officeDocument/2006/relationships/customXml" Target="../ink/ink313.xml"/><Relationship Id="rId295" Type="http://schemas.openxmlformats.org/officeDocument/2006/relationships/image" Target="../media/image326.png"/><Relationship Id="rId309" Type="http://schemas.openxmlformats.org/officeDocument/2006/relationships/image" Target="../media/image333.png"/><Relationship Id="rId27" Type="http://schemas.openxmlformats.org/officeDocument/2006/relationships/image" Target="../media/image192.png"/><Relationship Id="rId48" Type="http://schemas.openxmlformats.org/officeDocument/2006/relationships/customXml" Target="../ink/ink200.xml"/><Relationship Id="rId69" Type="http://schemas.openxmlformats.org/officeDocument/2006/relationships/image" Target="../media/image213.png"/><Relationship Id="rId113" Type="http://schemas.openxmlformats.org/officeDocument/2006/relationships/image" Target="../media/image235.png"/><Relationship Id="rId134" Type="http://schemas.openxmlformats.org/officeDocument/2006/relationships/customXml" Target="../ink/ink243.xml"/><Relationship Id="rId320" Type="http://schemas.openxmlformats.org/officeDocument/2006/relationships/customXml" Target="../ink/ink336.xml"/><Relationship Id="rId80" Type="http://schemas.openxmlformats.org/officeDocument/2006/relationships/customXml" Target="../ink/ink216.xml"/><Relationship Id="rId155" Type="http://schemas.openxmlformats.org/officeDocument/2006/relationships/image" Target="../media/image256.png"/><Relationship Id="rId176" Type="http://schemas.openxmlformats.org/officeDocument/2006/relationships/customXml" Target="../ink/ink264.xml"/><Relationship Id="rId197" Type="http://schemas.openxmlformats.org/officeDocument/2006/relationships/image" Target="../media/image277.png"/><Relationship Id="rId341" Type="http://schemas.openxmlformats.org/officeDocument/2006/relationships/image" Target="../media/image349.png"/><Relationship Id="rId362" Type="http://schemas.openxmlformats.org/officeDocument/2006/relationships/customXml" Target="../ink/ink357.xml"/><Relationship Id="rId201" Type="http://schemas.openxmlformats.org/officeDocument/2006/relationships/image" Target="../media/image279.png"/><Relationship Id="rId222" Type="http://schemas.openxmlformats.org/officeDocument/2006/relationships/customXml" Target="../ink/ink287.xml"/><Relationship Id="rId243" Type="http://schemas.openxmlformats.org/officeDocument/2006/relationships/image" Target="../media/image300.png"/><Relationship Id="rId264" Type="http://schemas.openxmlformats.org/officeDocument/2006/relationships/customXml" Target="../ink/ink308.xml"/><Relationship Id="rId285" Type="http://schemas.openxmlformats.org/officeDocument/2006/relationships/image" Target="../media/image321.png"/><Relationship Id="rId17" Type="http://schemas.openxmlformats.org/officeDocument/2006/relationships/image" Target="../media/image187.png"/><Relationship Id="rId38" Type="http://schemas.openxmlformats.org/officeDocument/2006/relationships/customXml" Target="../ink/ink195.xml"/><Relationship Id="rId59" Type="http://schemas.openxmlformats.org/officeDocument/2006/relationships/image" Target="../media/image208.png"/><Relationship Id="rId103" Type="http://schemas.openxmlformats.org/officeDocument/2006/relationships/image" Target="../media/image230.png"/><Relationship Id="rId124" Type="http://schemas.openxmlformats.org/officeDocument/2006/relationships/customXml" Target="../ink/ink238.xml"/><Relationship Id="rId310" Type="http://schemas.openxmlformats.org/officeDocument/2006/relationships/customXml" Target="../ink/ink331.xml"/><Relationship Id="rId70" Type="http://schemas.openxmlformats.org/officeDocument/2006/relationships/customXml" Target="../ink/ink211.xml"/><Relationship Id="rId91" Type="http://schemas.openxmlformats.org/officeDocument/2006/relationships/image" Target="../media/image224.png"/><Relationship Id="rId145" Type="http://schemas.openxmlformats.org/officeDocument/2006/relationships/image" Target="../media/image251.png"/><Relationship Id="rId166" Type="http://schemas.openxmlformats.org/officeDocument/2006/relationships/customXml" Target="../ink/ink259.xml"/><Relationship Id="rId187" Type="http://schemas.openxmlformats.org/officeDocument/2006/relationships/image" Target="../media/image272.png"/><Relationship Id="rId331" Type="http://schemas.openxmlformats.org/officeDocument/2006/relationships/image" Target="../media/image344.png"/><Relationship Id="rId352" Type="http://schemas.openxmlformats.org/officeDocument/2006/relationships/customXml" Target="../ink/ink35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2.xml"/><Relationship Id="rId233" Type="http://schemas.openxmlformats.org/officeDocument/2006/relationships/image" Target="../media/image295.png"/><Relationship Id="rId254" Type="http://schemas.openxmlformats.org/officeDocument/2006/relationships/customXml" Target="../ink/ink303.xml"/><Relationship Id="rId28" Type="http://schemas.openxmlformats.org/officeDocument/2006/relationships/customXml" Target="../ink/ink190.xml"/><Relationship Id="rId49" Type="http://schemas.openxmlformats.org/officeDocument/2006/relationships/image" Target="../media/image203.png"/><Relationship Id="rId114" Type="http://schemas.openxmlformats.org/officeDocument/2006/relationships/customXml" Target="../ink/ink233.xml"/><Relationship Id="rId275" Type="http://schemas.openxmlformats.org/officeDocument/2006/relationships/image" Target="../media/image316.png"/><Relationship Id="rId296" Type="http://schemas.openxmlformats.org/officeDocument/2006/relationships/customXml" Target="../ink/ink324.xml"/><Relationship Id="rId300" Type="http://schemas.openxmlformats.org/officeDocument/2006/relationships/customXml" Target="../ink/ink326.xml"/><Relationship Id="rId60" Type="http://schemas.openxmlformats.org/officeDocument/2006/relationships/customXml" Target="../ink/ink206.xml"/><Relationship Id="rId81" Type="http://schemas.openxmlformats.org/officeDocument/2006/relationships/image" Target="../media/image219.png"/><Relationship Id="rId135" Type="http://schemas.openxmlformats.org/officeDocument/2006/relationships/image" Target="../media/image246.png"/><Relationship Id="rId156" Type="http://schemas.openxmlformats.org/officeDocument/2006/relationships/customXml" Target="../ink/ink254.xml"/><Relationship Id="rId177" Type="http://schemas.openxmlformats.org/officeDocument/2006/relationships/image" Target="../media/image267.png"/><Relationship Id="rId198" Type="http://schemas.openxmlformats.org/officeDocument/2006/relationships/customXml" Target="../ink/ink275.xml"/><Relationship Id="rId321" Type="http://schemas.openxmlformats.org/officeDocument/2006/relationships/image" Target="../media/image339.png"/><Relationship Id="rId342" Type="http://schemas.openxmlformats.org/officeDocument/2006/relationships/customXml" Target="../ink/ink347.xml"/><Relationship Id="rId363" Type="http://schemas.openxmlformats.org/officeDocument/2006/relationships/image" Target="../media/image360.png"/><Relationship Id="rId202" Type="http://schemas.openxmlformats.org/officeDocument/2006/relationships/customXml" Target="../ink/ink277.xml"/><Relationship Id="rId223" Type="http://schemas.openxmlformats.org/officeDocument/2006/relationships/image" Target="../media/image290.png"/><Relationship Id="rId244" Type="http://schemas.openxmlformats.org/officeDocument/2006/relationships/customXml" Target="../ink/ink298.xml"/><Relationship Id="rId18" Type="http://schemas.openxmlformats.org/officeDocument/2006/relationships/customXml" Target="../ink/ink185.xml"/><Relationship Id="rId39" Type="http://schemas.openxmlformats.org/officeDocument/2006/relationships/image" Target="../media/image198.png"/><Relationship Id="rId265" Type="http://schemas.openxmlformats.org/officeDocument/2006/relationships/image" Target="../media/image311.png"/><Relationship Id="rId286" Type="http://schemas.openxmlformats.org/officeDocument/2006/relationships/customXml" Target="../ink/ink319.xml"/><Relationship Id="rId50" Type="http://schemas.openxmlformats.org/officeDocument/2006/relationships/customXml" Target="../ink/ink201.xml"/><Relationship Id="rId104" Type="http://schemas.openxmlformats.org/officeDocument/2006/relationships/customXml" Target="../ink/ink228.xml"/><Relationship Id="rId125" Type="http://schemas.openxmlformats.org/officeDocument/2006/relationships/image" Target="../media/image241.png"/><Relationship Id="rId146" Type="http://schemas.openxmlformats.org/officeDocument/2006/relationships/customXml" Target="../ink/ink249.xml"/><Relationship Id="rId167" Type="http://schemas.openxmlformats.org/officeDocument/2006/relationships/image" Target="../media/image262.png"/><Relationship Id="rId188" Type="http://schemas.openxmlformats.org/officeDocument/2006/relationships/customXml" Target="../ink/ink270.xml"/><Relationship Id="rId311" Type="http://schemas.openxmlformats.org/officeDocument/2006/relationships/image" Target="../media/image334.png"/><Relationship Id="rId332" Type="http://schemas.openxmlformats.org/officeDocument/2006/relationships/customXml" Target="../ink/ink342.xml"/><Relationship Id="rId353" Type="http://schemas.openxmlformats.org/officeDocument/2006/relationships/image" Target="../media/image355.png"/><Relationship Id="rId71" Type="http://schemas.openxmlformats.org/officeDocument/2006/relationships/image" Target="../media/image214.png"/><Relationship Id="rId92" Type="http://schemas.openxmlformats.org/officeDocument/2006/relationships/customXml" Target="../ink/ink222.xml"/><Relationship Id="rId213" Type="http://schemas.openxmlformats.org/officeDocument/2006/relationships/image" Target="../media/image285.png"/><Relationship Id="rId234" Type="http://schemas.openxmlformats.org/officeDocument/2006/relationships/customXml" Target="../ink/ink293.xml"/><Relationship Id="rId2" Type="http://schemas.openxmlformats.org/officeDocument/2006/relationships/customXml" Target="../ink/ink177.xml"/><Relationship Id="rId29" Type="http://schemas.openxmlformats.org/officeDocument/2006/relationships/image" Target="../media/image193.png"/><Relationship Id="rId255" Type="http://schemas.openxmlformats.org/officeDocument/2006/relationships/image" Target="../media/image306.png"/><Relationship Id="rId276" Type="http://schemas.openxmlformats.org/officeDocument/2006/relationships/customXml" Target="../ink/ink314.xml"/><Relationship Id="rId297" Type="http://schemas.openxmlformats.org/officeDocument/2006/relationships/image" Target="../media/image327.png"/><Relationship Id="rId40" Type="http://schemas.openxmlformats.org/officeDocument/2006/relationships/customXml" Target="../ink/ink196.xml"/><Relationship Id="rId115" Type="http://schemas.openxmlformats.org/officeDocument/2006/relationships/image" Target="../media/image236.png"/><Relationship Id="rId136" Type="http://schemas.openxmlformats.org/officeDocument/2006/relationships/customXml" Target="../ink/ink244.xml"/><Relationship Id="rId157" Type="http://schemas.openxmlformats.org/officeDocument/2006/relationships/image" Target="../media/image257.png"/><Relationship Id="rId178" Type="http://schemas.openxmlformats.org/officeDocument/2006/relationships/customXml" Target="../ink/ink265.xml"/><Relationship Id="rId301" Type="http://schemas.openxmlformats.org/officeDocument/2006/relationships/image" Target="../media/image329.png"/><Relationship Id="rId322" Type="http://schemas.openxmlformats.org/officeDocument/2006/relationships/customXml" Target="../ink/ink337.xml"/><Relationship Id="rId343" Type="http://schemas.openxmlformats.org/officeDocument/2006/relationships/image" Target="../media/image350.png"/><Relationship Id="rId61" Type="http://schemas.openxmlformats.org/officeDocument/2006/relationships/image" Target="../media/image209.png"/><Relationship Id="rId82" Type="http://schemas.openxmlformats.org/officeDocument/2006/relationships/customXml" Target="../ink/ink217.xml"/><Relationship Id="rId199" Type="http://schemas.openxmlformats.org/officeDocument/2006/relationships/image" Target="../media/image278.png"/><Relationship Id="rId203" Type="http://schemas.openxmlformats.org/officeDocument/2006/relationships/image" Target="../media/image280.png"/><Relationship Id="rId19" Type="http://schemas.openxmlformats.org/officeDocument/2006/relationships/image" Target="../media/image188.png"/><Relationship Id="rId224" Type="http://schemas.openxmlformats.org/officeDocument/2006/relationships/customXml" Target="../ink/ink288.xml"/><Relationship Id="rId245" Type="http://schemas.openxmlformats.org/officeDocument/2006/relationships/image" Target="../media/image301.png"/><Relationship Id="rId266" Type="http://schemas.openxmlformats.org/officeDocument/2006/relationships/customXml" Target="../ink/ink309.xml"/><Relationship Id="rId287" Type="http://schemas.openxmlformats.org/officeDocument/2006/relationships/image" Target="../media/image322.png"/><Relationship Id="rId30" Type="http://schemas.openxmlformats.org/officeDocument/2006/relationships/customXml" Target="../ink/ink191.xml"/><Relationship Id="rId105" Type="http://schemas.openxmlformats.org/officeDocument/2006/relationships/image" Target="../media/image231.png"/><Relationship Id="rId126" Type="http://schemas.openxmlformats.org/officeDocument/2006/relationships/customXml" Target="../ink/ink239.xml"/><Relationship Id="rId147" Type="http://schemas.openxmlformats.org/officeDocument/2006/relationships/image" Target="../media/image252.png"/><Relationship Id="rId168" Type="http://schemas.openxmlformats.org/officeDocument/2006/relationships/customXml" Target="../ink/ink260.xml"/><Relationship Id="rId312" Type="http://schemas.openxmlformats.org/officeDocument/2006/relationships/customXml" Target="../ink/ink332.xml"/><Relationship Id="rId333" Type="http://schemas.openxmlformats.org/officeDocument/2006/relationships/image" Target="../media/image345.png"/><Relationship Id="rId354" Type="http://schemas.openxmlformats.org/officeDocument/2006/relationships/customXml" Target="../ink/ink353.xml"/><Relationship Id="rId51" Type="http://schemas.openxmlformats.org/officeDocument/2006/relationships/image" Target="../media/image204.png"/><Relationship Id="rId72" Type="http://schemas.openxmlformats.org/officeDocument/2006/relationships/customXml" Target="../ink/ink212.xml"/><Relationship Id="rId93" Type="http://schemas.openxmlformats.org/officeDocument/2006/relationships/image" Target="../media/image225.png"/><Relationship Id="rId189" Type="http://schemas.openxmlformats.org/officeDocument/2006/relationships/image" Target="../media/image273.png"/><Relationship Id="rId3" Type="http://schemas.openxmlformats.org/officeDocument/2006/relationships/image" Target="../media/image180.png"/><Relationship Id="rId214" Type="http://schemas.openxmlformats.org/officeDocument/2006/relationships/customXml" Target="../ink/ink283.xml"/><Relationship Id="rId235" Type="http://schemas.openxmlformats.org/officeDocument/2006/relationships/image" Target="../media/image296.png"/><Relationship Id="rId256" Type="http://schemas.openxmlformats.org/officeDocument/2006/relationships/customXml" Target="../ink/ink304.xml"/><Relationship Id="rId277" Type="http://schemas.openxmlformats.org/officeDocument/2006/relationships/image" Target="../media/image317.png"/><Relationship Id="rId298" Type="http://schemas.openxmlformats.org/officeDocument/2006/relationships/customXml" Target="../ink/ink325.xml"/><Relationship Id="rId116" Type="http://schemas.openxmlformats.org/officeDocument/2006/relationships/customXml" Target="../ink/ink234.xml"/><Relationship Id="rId137" Type="http://schemas.openxmlformats.org/officeDocument/2006/relationships/image" Target="../media/image247.png"/><Relationship Id="rId158" Type="http://schemas.openxmlformats.org/officeDocument/2006/relationships/customXml" Target="../ink/ink255.xml"/><Relationship Id="rId302" Type="http://schemas.openxmlformats.org/officeDocument/2006/relationships/customXml" Target="../ink/ink327.xml"/><Relationship Id="rId323" Type="http://schemas.openxmlformats.org/officeDocument/2006/relationships/image" Target="../media/image340.png"/><Relationship Id="rId344" Type="http://schemas.openxmlformats.org/officeDocument/2006/relationships/customXml" Target="../ink/ink348.xml"/><Relationship Id="rId20" Type="http://schemas.openxmlformats.org/officeDocument/2006/relationships/customXml" Target="../ink/ink186.xml"/><Relationship Id="rId41" Type="http://schemas.openxmlformats.org/officeDocument/2006/relationships/image" Target="../media/image199.png"/><Relationship Id="rId62" Type="http://schemas.openxmlformats.org/officeDocument/2006/relationships/customXml" Target="../ink/ink207.xml"/><Relationship Id="rId83" Type="http://schemas.openxmlformats.org/officeDocument/2006/relationships/image" Target="../media/image220.png"/><Relationship Id="rId179" Type="http://schemas.openxmlformats.org/officeDocument/2006/relationships/image" Target="../media/image268.png"/><Relationship Id="rId190" Type="http://schemas.openxmlformats.org/officeDocument/2006/relationships/customXml" Target="../ink/ink271.xml"/><Relationship Id="rId204" Type="http://schemas.openxmlformats.org/officeDocument/2006/relationships/customXml" Target="../ink/ink278.xml"/><Relationship Id="rId225" Type="http://schemas.openxmlformats.org/officeDocument/2006/relationships/image" Target="../media/image291.png"/><Relationship Id="rId246" Type="http://schemas.openxmlformats.org/officeDocument/2006/relationships/customXml" Target="../ink/ink299.xml"/><Relationship Id="rId267" Type="http://schemas.openxmlformats.org/officeDocument/2006/relationships/image" Target="../media/image312.png"/><Relationship Id="rId288" Type="http://schemas.openxmlformats.org/officeDocument/2006/relationships/customXml" Target="../ink/ink320.xml"/><Relationship Id="rId106" Type="http://schemas.openxmlformats.org/officeDocument/2006/relationships/customXml" Target="../ink/ink229.xml"/><Relationship Id="rId127" Type="http://schemas.openxmlformats.org/officeDocument/2006/relationships/image" Target="../media/image242.png"/><Relationship Id="rId313" Type="http://schemas.openxmlformats.org/officeDocument/2006/relationships/image" Target="../media/image335.png"/><Relationship Id="rId10" Type="http://schemas.openxmlformats.org/officeDocument/2006/relationships/customXml" Target="../ink/ink181.xml"/><Relationship Id="rId31" Type="http://schemas.openxmlformats.org/officeDocument/2006/relationships/image" Target="../media/image194.png"/><Relationship Id="rId52" Type="http://schemas.openxmlformats.org/officeDocument/2006/relationships/customXml" Target="../ink/ink202.xml"/><Relationship Id="rId73" Type="http://schemas.openxmlformats.org/officeDocument/2006/relationships/image" Target="../media/image215.png"/><Relationship Id="rId94" Type="http://schemas.openxmlformats.org/officeDocument/2006/relationships/customXml" Target="../ink/ink223.xml"/><Relationship Id="rId148" Type="http://schemas.openxmlformats.org/officeDocument/2006/relationships/customXml" Target="../ink/ink250.xml"/><Relationship Id="rId169" Type="http://schemas.openxmlformats.org/officeDocument/2006/relationships/image" Target="../media/image263.png"/><Relationship Id="rId334" Type="http://schemas.openxmlformats.org/officeDocument/2006/relationships/customXml" Target="../ink/ink343.xml"/><Relationship Id="rId355" Type="http://schemas.openxmlformats.org/officeDocument/2006/relationships/image" Target="../media/image356.png"/><Relationship Id="rId4" Type="http://schemas.openxmlformats.org/officeDocument/2006/relationships/customXml" Target="../ink/ink178.xml"/><Relationship Id="rId180" Type="http://schemas.openxmlformats.org/officeDocument/2006/relationships/customXml" Target="../ink/ink266.xml"/><Relationship Id="rId215" Type="http://schemas.openxmlformats.org/officeDocument/2006/relationships/image" Target="../media/image286.png"/><Relationship Id="rId236" Type="http://schemas.openxmlformats.org/officeDocument/2006/relationships/customXml" Target="../ink/ink294.xml"/><Relationship Id="rId257" Type="http://schemas.openxmlformats.org/officeDocument/2006/relationships/image" Target="../media/image307.png"/><Relationship Id="rId278" Type="http://schemas.openxmlformats.org/officeDocument/2006/relationships/customXml" Target="../ink/ink315.xml"/><Relationship Id="rId303" Type="http://schemas.openxmlformats.org/officeDocument/2006/relationships/image" Target="../media/image330.png"/><Relationship Id="rId42" Type="http://schemas.openxmlformats.org/officeDocument/2006/relationships/customXml" Target="../ink/ink197.xml"/><Relationship Id="rId84" Type="http://schemas.openxmlformats.org/officeDocument/2006/relationships/customXml" Target="../ink/ink218.xml"/><Relationship Id="rId138" Type="http://schemas.openxmlformats.org/officeDocument/2006/relationships/customXml" Target="../ink/ink245.xml"/><Relationship Id="rId345" Type="http://schemas.openxmlformats.org/officeDocument/2006/relationships/image" Target="../media/image351.png"/><Relationship Id="rId191" Type="http://schemas.openxmlformats.org/officeDocument/2006/relationships/image" Target="../media/image274.png"/><Relationship Id="rId205" Type="http://schemas.openxmlformats.org/officeDocument/2006/relationships/image" Target="../media/image281.png"/><Relationship Id="rId247" Type="http://schemas.openxmlformats.org/officeDocument/2006/relationships/image" Target="../media/image302.png"/><Relationship Id="rId107" Type="http://schemas.openxmlformats.org/officeDocument/2006/relationships/image" Target="../media/image232.png"/><Relationship Id="rId289" Type="http://schemas.openxmlformats.org/officeDocument/2006/relationships/image" Target="../media/image323.png"/><Relationship Id="rId11" Type="http://schemas.openxmlformats.org/officeDocument/2006/relationships/image" Target="../media/image184.png"/><Relationship Id="rId53" Type="http://schemas.openxmlformats.org/officeDocument/2006/relationships/image" Target="../media/image205.png"/><Relationship Id="rId149" Type="http://schemas.openxmlformats.org/officeDocument/2006/relationships/image" Target="../media/image253.png"/><Relationship Id="rId314" Type="http://schemas.openxmlformats.org/officeDocument/2006/relationships/customXml" Target="../ink/ink333.xml"/><Relationship Id="rId356" Type="http://schemas.openxmlformats.org/officeDocument/2006/relationships/customXml" Target="../ink/ink354.xml"/><Relationship Id="rId95" Type="http://schemas.openxmlformats.org/officeDocument/2006/relationships/image" Target="../media/image226.png"/><Relationship Id="rId160" Type="http://schemas.openxmlformats.org/officeDocument/2006/relationships/customXml" Target="../ink/ink256.xml"/><Relationship Id="rId216" Type="http://schemas.openxmlformats.org/officeDocument/2006/relationships/customXml" Target="../ink/ink284.xml"/><Relationship Id="rId258" Type="http://schemas.openxmlformats.org/officeDocument/2006/relationships/customXml" Target="../ink/ink305.xml"/><Relationship Id="rId22" Type="http://schemas.openxmlformats.org/officeDocument/2006/relationships/customXml" Target="../ink/ink187.xml"/><Relationship Id="rId64" Type="http://schemas.openxmlformats.org/officeDocument/2006/relationships/customXml" Target="../ink/ink208.xml"/><Relationship Id="rId118" Type="http://schemas.openxmlformats.org/officeDocument/2006/relationships/customXml" Target="../ink/ink235.xml"/><Relationship Id="rId325" Type="http://schemas.openxmlformats.org/officeDocument/2006/relationships/image" Target="../media/image341.png"/><Relationship Id="rId171" Type="http://schemas.openxmlformats.org/officeDocument/2006/relationships/image" Target="../media/image264.png"/><Relationship Id="rId227" Type="http://schemas.openxmlformats.org/officeDocument/2006/relationships/image" Target="../media/image292.png"/><Relationship Id="rId269" Type="http://schemas.openxmlformats.org/officeDocument/2006/relationships/image" Target="../media/image313.png"/><Relationship Id="rId33" Type="http://schemas.openxmlformats.org/officeDocument/2006/relationships/image" Target="../media/image195.png"/><Relationship Id="rId129" Type="http://schemas.openxmlformats.org/officeDocument/2006/relationships/image" Target="../media/image243.png"/><Relationship Id="rId280" Type="http://schemas.openxmlformats.org/officeDocument/2006/relationships/customXml" Target="../ink/ink316.xml"/><Relationship Id="rId336" Type="http://schemas.openxmlformats.org/officeDocument/2006/relationships/customXml" Target="../ink/ink344.xml"/><Relationship Id="rId75" Type="http://schemas.openxmlformats.org/officeDocument/2006/relationships/image" Target="../media/image216.png"/><Relationship Id="rId140" Type="http://schemas.openxmlformats.org/officeDocument/2006/relationships/customXml" Target="../ink/ink246.xml"/><Relationship Id="rId182" Type="http://schemas.openxmlformats.org/officeDocument/2006/relationships/customXml" Target="../ink/ink267.xml"/><Relationship Id="rId6" Type="http://schemas.openxmlformats.org/officeDocument/2006/relationships/customXml" Target="../ink/ink179.xml"/><Relationship Id="rId238" Type="http://schemas.openxmlformats.org/officeDocument/2006/relationships/customXml" Target="../ink/ink295.xml"/><Relationship Id="rId291" Type="http://schemas.openxmlformats.org/officeDocument/2006/relationships/image" Target="../media/image324.png"/><Relationship Id="rId305" Type="http://schemas.openxmlformats.org/officeDocument/2006/relationships/image" Target="../media/image331.png"/><Relationship Id="rId347" Type="http://schemas.openxmlformats.org/officeDocument/2006/relationships/image" Target="../media/image352.png"/><Relationship Id="rId44" Type="http://schemas.openxmlformats.org/officeDocument/2006/relationships/customXml" Target="../ink/ink198.xml"/><Relationship Id="rId86" Type="http://schemas.openxmlformats.org/officeDocument/2006/relationships/customXml" Target="../ink/ink219.xml"/><Relationship Id="rId151" Type="http://schemas.openxmlformats.org/officeDocument/2006/relationships/image" Target="../media/image254.png"/><Relationship Id="rId193" Type="http://schemas.openxmlformats.org/officeDocument/2006/relationships/image" Target="../media/image275.png"/><Relationship Id="rId207" Type="http://schemas.openxmlformats.org/officeDocument/2006/relationships/image" Target="../media/image282.png"/><Relationship Id="rId249" Type="http://schemas.openxmlformats.org/officeDocument/2006/relationships/image" Target="../media/image303.png"/><Relationship Id="rId13" Type="http://schemas.openxmlformats.org/officeDocument/2006/relationships/image" Target="../media/image185.png"/><Relationship Id="rId109" Type="http://schemas.openxmlformats.org/officeDocument/2006/relationships/image" Target="../media/image233.png"/><Relationship Id="rId260" Type="http://schemas.openxmlformats.org/officeDocument/2006/relationships/customXml" Target="../ink/ink306.xml"/><Relationship Id="rId316" Type="http://schemas.openxmlformats.org/officeDocument/2006/relationships/customXml" Target="../ink/ink334.xml"/><Relationship Id="rId55" Type="http://schemas.openxmlformats.org/officeDocument/2006/relationships/image" Target="../media/image206.png"/><Relationship Id="rId97" Type="http://schemas.openxmlformats.org/officeDocument/2006/relationships/image" Target="../media/image227.png"/><Relationship Id="rId120" Type="http://schemas.openxmlformats.org/officeDocument/2006/relationships/customXml" Target="../ink/ink236.xml"/><Relationship Id="rId358" Type="http://schemas.openxmlformats.org/officeDocument/2006/relationships/customXml" Target="../ink/ink355.xml"/><Relationship Id="rId162" Type="http://schemas.openxmlformats.org/officeDocument/2006/relationships/customXml" Target="../ink/ink257.xml"/><Relationship Id="rId218" Type="http://schemas.openxmlformats.org/officeDocument/2006/relationships/customXml" Target="../ink/ink285.xml"/><Relationship Id="rId271" Type="http://schemas.openxmlformats.org/officeDocument/2006/relationships/image" Target="../media/image314.png"/><Relationship Id="rId24" Type="http://schemas.openxmlformats.org/officeDocument/2006/relationships/customXml" Target="../ink/ink188.xml"/><Relationship Id="rId66" Type="http://schemas.openxmlformats.org/officeDocument/2006/relationships/customXml" Target="../ink/ink209.xml"/><Relationship Id="rId131" Type="http://schemas.openxmlformats.org/officeDocument/2006/relationships/image" Target="../media/image244.png"/><Relationship Id="rId327" Type="http://schemas.openxmlformats.org/officeDocument/2006/relationships/image" Target="../media/image342.png"/><Relationship Id="rId173" Type="http://schemas.openxmlformats.org/officeDocument/2006/relationships/image" Target="../media/image265.png"/><Relationship Id="rId229" Type="http://schemas.openxmlformats.org/officeDocument/2006/relationships/image" Target="../media/image293.png"/><Relationship Id="rId240" Type="http://schemas.openxmlformats.org/officeDocument/2006/relationships/customXml" Target="../ink/ink296.xml"/><Relationship Id="rId35" Type="http://schemas.openxmlformats.org/officeDocument/2006/relationships/image" Target="../media/image196.png"/><Relationship Id="rId77" Type="http://schemas.openxmlformats.org/officeDocument/2006/relationships/image" Target="../media/image217.png"/><Relationship Id="rId100" Type="http://schemas.openxmlformats.org/officeDocument/2006/relationships/customXml" Target="../ink/ink226.xml"/><Relationship Id="rId282" Type="http://schemas.openxmlformats.org/officeDocument/2006/relationships/customXml" Target="../ink/ink317.xml"/><Relationship Id="rId338" Type="http://schemas.openxmlformats.org/officeDocument/2006/relationships/customXml" Target="../ink/ink345.xml"/><Relationship Id="rId8" Type="http://schemas.openxmlformats.org/officeDocument/2006/relationships/customXml" Target="../ink/ink180.xml"/><Relationship Id="rId142" Type="http://schemas.openxmlformats.org/officeDocument/2006/relationships/customXml" Target="../ink/ink247.xml"/><Relationship Id="rId184" Type="http://schemas.openxmlformats.org/officeDocument/2006/relationships/customXml" Target="../ink/ink268.xml"/><Relationship Id="rId251" Type="http://schemas.openxmlformats.org/officeDocument/2006/relationships/image" Target="../media/image304.png"/><Relationship Id="rId46" Type="http://schemas.openxmlformats.org/officeDocument/2006/relationships/customXml" Target="../ink/ink199.xml"/><Relationship Id="rId293" Type="http://schemas.openxmlformats.org/officeDocument/2006/relationships/image" Target="../media/image325.png"/><Relationship Id="rId307" Type="http://schemas.openxmlformats.org/officeDocument/2006/relationships/image" Target="../media/image332.png"/><Relationship Id="rId349" Type="http://schemas.openxmlformats.org/officeDocument/2006/relationships/image" Target="../media/image35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3.png"/><Relationship Id="rId21" Type="http://schemas.openxmlformats.org/officeDocument/2006/relationships/customXml" Target="../ink/ink367.xml"/><Relationship Id="rId42" Type="http://schemas.openxmlformats.org/officeDocument/2006/relationships/image" Target="../media/image381.png"/><Relationship Id="rId47" Type="http://schemas.openxmlformats.org/officeDocument/2006/relationships/customXml" Target="../ink/ink380.xml"/><Relationship Id="rId63" Type="http://schemas.openxmlformats.org/officeDocument/2006/relationships/customXml" Target="../ink/ink388.xml"/><Relationship Id="rId68" Type="http://schemas.openxmlformats.org/officeDocument/2006/relationships/image" Target="../media/image394.png"/><Relationship Id="rId84" Type="http://schemas.openxmlformats.org/officeDocument/2006/relationships/image" Target="../media/image402.png"/><Relationship Id="rId89" Type="http://schemas.openxmlformats.org/officeDocument/2006/relationships/customXml" Target="../ink/ink401.xml"/><Relationship Id="rId16" Type="http://schemas.openxmlformats.org/officeDocument/2006/relationships/image" Target="../media/image368.png"/><Relationship Id="rId107" Type="http://schemas.openxmlformats.org/officeDocument/2006/relationships/customXml" Target="../ink/ink410.xml"/><Relationship Id="rId11" Type="http://schemas.openxmlformats.org/officeDocument/2006/relationships/customXml" Target="../ink/ink362.xml"/><Relationship Id="rId32" Type="http://schemas.openxmlformats.org/officeDocument/2006/relationships/image" Target="../media/image376.png"/><Relationship Id="rId37" Type="http://schemas.openxmlformats.org/officeDocument/2006/relationships/customXml" Target="../ink/ink375.xml"/><Relationship Id="rId53" Type="http://schemas.openxmlformats.org/officeDocument/2006/relationships/customXml" Target="../ink/ink383.xml"/><Relationship Id="rId58" Type="http://schemas.openxmlformats.org/officeDocument/2006/relationships/image" Target="../media/image389.png"/><Relationship Id="rId74" Type="http://schemas.openxmlformats.org/officeDocument/2006/relationships/image" Target="../media/image397.png"/><Relationship Id="rId79" Type="http://schemas.openxmlformats.org/officeDocument/2006/relationships/customXml" Target="../ink/ink396.xml"/><Relationship Id="rId102" Type="http://schemas.openxmlformats.org/officeDocument/2006/relationships/image" Target="../media/image411.png"/><Relationship Id="rId5" Type="http://schemas.openxmlformats.org/officeDocument/2006/relationships/customXml" Target="../ink/ink359.xml"/><Relationship Id="rId90" Type="http://schemas.openxmlformats.org/officeDocument/2006/relationships/image" Target="../media/image405.png"/><Relationship Id="rId95" Type="http://schemas.openxmlformats.org/officeDocument/2006/relationships/customXml" Target="../ink/ink404.xml"/><Relationship Id="rId22" Type="http://schemas.openxmlformats.org/officeDocument/2006/relationships/image" Target="../media/image371.png"/><Relationship Id="rId27" Type="http://schemas.openxmlformats.org/officeDocument/2006/relationships/customXml" Target="../ink/ink370.xml"/><Relationship Id="rId43" Type="http://schemas.openxmlformats.org/officeDocument/2006/relationships/customXml" Target="../ink/ink378.xml"/><Relationship Id="rId48" Type="http://schemas.openxmlformats.org/officeDocument/2006/relationships/image" Target="../media/image384.png"/><Relationship Id="rId64" Type="http://schemas.openxmlformats.org/officeDocument/2006/relationships/image" Target="../media/image392.png"/><Relationship Id="rId69" Type="http://schemas.openxmlformats.org/officeDocument/2006/relationships/customXml" Target="../ink/ink391.xml"/><Relationship Id="rId80" Type="http://schemas.openxmlformats.org/officeDocument/2006/relationships/image" Target="../media/image400.png"/><Relationship Id="rId85" Type="http://schemas.openxmlformats.org/officeDocument/2006/relationships/customXml" Target="../ink/ink399.xml"/><Relationship Id="rId12" Type="http://schemas.openxmlformats.org/officeDocument/2006/relationships/image" Target="../media/image366.png"/><Relationship Id="rId17" Type="http://schemas.openxmlformats.org/officeDocument/2006/relationships/customXml" Target="../ink/ink365.xml"/><Relationship Id="rId33" Type="http://schemas.openxmlformats.org/officeDocument/2006/relationships/customXml" Target="../ink/ink373.xml"/><Relationship Id="rId38" Type="http://schemas.openxmlformats.org/officeDocument/2006/relationships/image" Target="../media/image379.png"/><Relationship Id="rId59" Type="http://schemas.openxmlformats.org/officeDocument/2006/relationships/customXml" Target="../ink/ink386.xml"/><Relationship Id="rId103" Type="http://schemas.openxmlformats.org/officeDocument/2006/relationships/customXml" Target="../ink/ink408.xml"/><Relationship Id="rId108" Type="http://schemas.openxmlformats.org/officeDocument/2006/relationships/image" Target="../media/image414.png"/><Relationship Id="rId54" Type="http://schemas.openxmlformats.org/officeDocument/2006/relationships/image" Target="../media/image387.png"/><Relationship Id="rId70" Type="http://schemas.openxmlformats.org/officeDocument/2006/relationships/image" Target="../media/image395.png"/><Relationship Id="rId75" Type="http://schemas.openxmlformats.org/officeDocument/2006/relationships/customXml" Target="../ink/ink394.xml"/><Relationship Id="rId91" Type="http://schemas.openxmlformats.org/officeDocument/2006/relationships/customXml" Target="../ink/ink402.xml"/><Relationship Id="rId96" Type="http://schemas.openxmlformats.org/officeDocument/2006/relationships/image" Target="../media/image4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3.png"/><Relationship Id="rId15" Type="http://schemas.openxmlformats.org/officeDocument/2006/relationships/customXml" Target="../ink/ink364.xml"/><Relationship Id="rId23" Type="http://schemas.openxmlformats.org/officeDocument/2006/relationships/customXml" Target="../ink/ink368.xml"/><Relationship Id="rId28" Type="http://schemas.openxmlformats.org/officeDocument/2006/relationships/image" Target="../media/image374.png"/><Relationship Id="rId36" Type="http://schemas.openxmlformats.org/officeDocument/2006/relationships/image" Target="../media/image378.png"/><Relationship Id="rId49" Type="http://schemas.openxmlformats.org/officeDocument/2006/relationships/customXml" Target="../ink/ink381.xml"/><Relationship Id="rId57" Type="http://schemas.openxmlformats.org/officeDocument/2006/relationships/customXml" Target="../ink/ink385.xml"/><Relationship Id="rId106" Type="http://schemas.openxmlformats.org/officeDocument/2006/relationships/image" Target="../media/image413.png"/><Relationship Id="rId10" Type="http://schemas.openxmlformats.org/officeDocument/2006/relationships/image" Target="../media/image365.png"/><Relationship Id="rId31" Type="http://schemas.openxmlformats.org/officeDocument/2006/relationships/customXml" Target="../ink/ink372.xml"/><Relationship Id="rId44" Type="http://schemas.openxmlformats.org/officeDocument/2006/relationships/image" Target="../media/image382.png"/><Relationship Id="rId52" Type="http://schemas.openxmlformats.org/officeDocument/2006/relationships/image" Target="../media/image386.png"/><Relationship Id="rId60" Type="http://schemas.openxmlformats.org/officeDocument/2006/relationships/image" Target="../media/image390.png"/><Relationship Id="rId65" Type="http://schemas.openxmlformats.org/officeDocument/2006/relationships/customXml" Target="../ink/ink389.xml"/><Relationship Id="rId73" Type="http://schemas.openxmlformats.org/officeDocument/2006/relationships/customXml" Target="../ink/ink393.xml"/><Relationship Id="rId78" Type="http://schemas.openxmlformats.org/officeDocument/2006/relationships/image" Target="../media/image399.png"/><Relationship Id="rId81" Type="http://schemas.openxmlformats.org/officeDocument/2006/relationships/customXml" Target="../ink/ink397.xml"/><Relationship Id="rId86" Type="http://schemas.openxmlformats.org/officeDocument/2006/relationships/image" Target="../media/image403.png"/><Relationship Id="rId94" Type="http://schemas.openxmlformats.org/officeDocument/2006/relationships/image" Target="../media/image407.png"/><Relationship Id="rId99" Type="http://schemas.openxmlformats.org/officeDocument/2006/relationships/customXml" Target="../ink/ink406.xml"/><Relationship Id="rId101" Type="http://schemas.openxmlformats.org/officeDocument/2006/relationships/customXml" Target="../ink/ink407.xml"/><Relationship Id="rId4" Type="http://schemas.openxmlformats.org/officeDocument/2006/relationships/image" Target="../media/image362.png"/><Relationship Id="rId9" Type="http://schemas.openxmlformats.org/officeDocument/2006/relationships/customXml" Target="../ink/ink361.xml"/><Relationship Id="rId13" Type="http://schemas.openxmlformats.org/officeDocument/2006/relationships/customXml" Target="../ink/ink363.xml"/><Relationship Id="rId18" Type="http://schemas.openxmlformats.org/officeDocument/2006/relationships/image" Target="../media/image369.png"/><Relationship Id="rId39" Type="http://schemas.openxmlformats.org/officeDocument/2006/relationships/customXml" Target="../ink/ink376.xml"/><Relationship Id="rId109" Type="http://schemas.openxmlformats.org/officeDocument/2006/relationships/customXml" Target="../ink/ink411.xml"/><Relationship Id="rId34" Type="http://schemas.openxmlformats.org/officeDocument/2006/relationships/image" Target="../media/image377.png"/><Relationship Id="rId50" Type="http://schemas.openxmlformats.org/officeDocument/2006/relationships/image" Target="../media/image385.png"/><Relationship Id="rId55" Type="http://schemas.openxmlformats.org/officeDocument/2006/relationships/customXml" Target="../ink/ink384.xml"/><Relationship Id="rId76" Type="http://schemas.openxmlformats.org/officeDocument/2006/relationships/image" Target="../media/image398.png"/><Relationship Id="rId97" Type="http://schemas.openxmlformats.org/officeDocument/2006/relationships/customXml" Target="../ink/ink405.xml"/><Relationship Id="rId104" Type="http://schemas.openxmlformats.org/officeDocument/2006/relationships/image" Target="../media/image412.png"/><Relationship Id="rId7" Type="http://schemas.openxmlformats.org/officeDocument/2006/relationships/customXml" Target="../ink/ink360.xml"/><Relationship Id="rId71" Type="http://schemas.openxmlformats.org/officeDocument/2006/relationships/customXml" Target="../ink/ink392.xml"/><Relationship Id="rId92" Type="http://schemas.openxmlformats.org/officeDocument/2006/relationships/image" Target="../media/image406.png"/><Relationship Id="rId2" Type="http://schemas.openxmlformats.org/officeDocument/2006/relationships/image" Target="../media/image361.png"/><Relationship Id="rId29" Type="http://schemas.openxmlformats.org/officeDocument/2006/relationships/customXml" Target="../ink/ink371.xml"/><Relationship Id="rId24" Type="http://schemas.openxmlformats.org/officeDocument/2006/relationships/image" Target="../media/image372.png"/><Relationship Id="rId40" Type="http://schemas.openxmlformats.org/officeDocument/2006/relationships/image" Target="../media/image380.png"/><Relationship Id="rId45" Type="http://schemas.openxmlformats.org/officeDocument/2006/relationships/customXml" Target="../ink/ink379.xml"/><Relationship Id="rId66" Type="http://schemas.openxmlformats.org/officeDocument/2006/relationships/image" Target="../media/image393.png"/><Relationship Id="rId87" Type="http://schemas.openxmlformats.org/officeDocument/2006/relationships/customXml" Target="../ink/ink400.xml"/><Relationship Id="rId110" Type="http://schemas.openxmlformats.org/officeDocument/2006/relationships/image" Target="../media/image415.png"/><Relationship Id="rId61" Type="http://schemas.openxmlformats.org/officeDocument/2006/relationships/customXml" Target="../ink/ink387.xml"/><Relationship Id="rId82" Type="http://schemas.openxmlformats.org/officeDocument/2006/relationships/image" Target="../media/image401.png"/><Relationship Id="rId19" Type="http://schemas.openxmlformats.org/officeDocument/2006/relationships/customXml" Target="../ink/ink366.xml"/><Relationship Id="rId14" Type="http://schemas.openxmlformats.org/officeDocument/2006/relationships/image" Target="../media/image367.png"/><Relationship Id="rId30" Type="http://schemas.openxmlformats.org/officeDocument/2006/relationships/image" Target="../media/image375.png"/><Relationship Id="rId35" Type="http://schemas.openxmlformats.org/officeDocument/2006/relationships/customXml" Target="../ink/ink374.xml"/><Relationship Id="rId56" Type="http://schemas.openxmlformats.org/officeDocument/2006/relationships/image" Target="../media/image388.png"/><Relationship Id="rId77" Type="http://schemas.openxmlformats.org/officeDocument/2006/relationships/customXml" Target="../ink/ink395.xml"/><Relationship Id="rId100" Type="http://schemas.openxmlformats.org/officeDocument/2006/relationships/image" Target="../media/image410.png"/><Relationship Id="rId105" Type="http://schemas.openxmlformats.org/officeDocument/2006/relationships/customXml" Target="../ink/ink409.xml"/><Relationship Id="rId8" Type="http://schemas.openxmlformats.org/officeDocument/2006/relationships/image" Target="../media/image364.png"/><Relationship Id="rId51" Type="http://schemas.openxmlformats.org/officeDocument/2006/relationships/customXml" Target="../ink/ink382.xml"/><Relationship Id="rId72" Type="http://schemas.openxmlformats.org/officeDocument/2006/relationships/image" Target="../media/image396.png"/><Relationship Id="rId93" Type="http://schemas.openxmlformats.org/officeDocument/2006/relationships/customXml" Target="../ink/ink403.xml"/><Relationship Id="rId98" Type="http://schemas.openxmlformats.org/officeDocument/2006/relationships/image" Target="../media/image409.png"/><Relationship Id="rId3" Type="http://schemas.openxmlformats.org/officeDocument/2006/relationships/customXml" Target="../ink/ink358.xml"/><Relationship Id="rId25" Type="http://schemas.openxmlformats.org/officeDocument/2006/relationships/customXml" Target="../ink/ink369.xml"/><Relationship Id="rId46" Type="http://schemas.openxmlformats.org/officeDocument/2006/relationships/image" Target="../media/image383.png"/><Relationship Id="rId67" Type="http://schemas.openxmlformats.org/officeDocument/2006/relationships/customXml" Target="../ink/ink390.xml"/><Relationship Id="rId20" Type="http://schemas.openxmlformats.org/officeDocument/2006/relationships/image" Target="../media/image370.png"/><Relationship Id="rId41" Type="http://schemas.openxmlformats.org/officeDocument/2006/relationships/customXml" Target="../ink/ink377.xml"/><Relationship Id="rId62" Type="http://schemas.openxmlformats.org/officeDocument/2006/relationships/image" Target="../media/image391.png"/><Relationship Id="rId83" Type="http://schemas.openxmlformats.org/officeDocument/2006/relationships/customXml" Target="../ink/ink398.xml"/><Relationship Id="rId88" Type="http://schemas.openxmlformats.org/officeDocument/2006/relationships/image" Target="../media/image40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8.png"/><Relationship Id="rId21" Type="http://schemas.openxmlformats.org/officeDocument/2006/relationships/customXml" Target="../ink/ink421.xml"/><Relationship Id="rId42" Type="http://schemas.openxmlformats.org/officeDocument/2006/relationships/image" Target="../media/image436.png"/><Relationship Id="rId47" Type="http://schemas.openxmlformats.org/officeDocument/2006/relationships/customXml" Target="../ink/ink434.xml"/><Relationship Id="rId63" Type="http://schemas.openxmlformats.org/officeDocument/2006/relationships/customXml" Target="../ink/ink442.xml"/><Relationship Id="rId68" Type="http://schemas.openxmlformats.org/officeDocument/2006/relationships/image" Target="../media/image449.png"/><Relationship Id="rId84" Type="http://schemas.openxmlformats.org/officeDocument/2006/relationships/image" Target="../media/image457.png"/><Relationship Id="rId89" Type="http://schemas.openxmlformats.org/officeDocument/2006/relationships/customXml" Target="../ink/ink455.xml"/><Relationship Id="rId16" Type="http://schemas.openxmlformats.org/officeDocument/2006/relationships/image" Target="../media/image423.png"/><Relationship Id="rId11" Type="http://schemas.openxmlformats.org/officeDocument/2006/relationships/customXml" Target="../ink/ink416.xml"/><Relationship Id="rId32" Type="http://schemas.openxmlformats.org/officeDocument/2006/relationships/image" Target="../media/image431.png"/><Relationship Id="rId37" Type="http://schemas.openxmlformats.org/officeDocument/2006/relationships/customXml" Target="../ink/ink429.xml"/><Relationship Id="rId53" Type="http://schemas.openxmlformats.org/officeDocument/2006/relationships/customXml" Target="../ink/ink437.xml"/><Relationship Id="rId58" Type="http://schemas.openxmlformats.org/officeDocument/2006/relationships/image" Target="../media/image444.png"/><Relationship Id="rId74" Type="http://schemas.openxmlformats.org/officeDocument/2006/relationships/image" Target="../media/image452.png"/><Relationship Id="rId79" Type="http://schemas.openxmlformats.org/officeDocument/2006/relationships/customXml" Target="../ink/ink450.xml"/><Relationship Id="rId102" Type="http://schemas.openxmlformats.org/officeDocument/2006/relationships/image" Target="../media/image466.png"/><Relationship Id="rId5" Type="http://schemas.openxmlformats.org/officeDocument/2006/relationships/customXml" Target="../ink/ink413.xml"/><Relationship Id="rId90" Type="http://schemas.openxmlformats.org/officeDocument/2006/relationships/image" Target="../media/image460.png"/><Relationship Id="rId95" Type="http://schemas.openxmlformats.org/officeDocument/2006/relationships/customXml" Target="../ink/ink458.xml"/><Relationship Id="rId22" Type="http://schemas.openxmlformats.org/officeDocument/2006/relationships/image" Target="../media/image426.png"/><Relationship Id="rId27" Type="http://schemas.openxmlformats.org/officeDocument/2006/relationships/customXml" Target="../ink/ink424.xml"/><Relationship Id="rId43" Type="http://schemas.openxmlformats.org/officeDocument/2006/relationships/customXml" Target="../ink/ink432.xml"/><Relationship Id="rId48" Type="http://schemas.openxmlformats.org/officeDocument/2006/relationships/image" Target="../media/image439.png"/><Relationship Id="rId64" Type="http://schemas.openxmlformats.org/officeDocument/2006/relationships/image" Target="../media/image447.png"/><Relationship Id="rId69" Type="http://schemas.openxmlformats.org/officeDocument/2006/relationships/customXml" Target="../ink/ink445.xml"/><Relationship Id="rId80" Type="http://schemas.openxmlformats.org/officeDocument/2006/relationships/image" Target="../media/image455.png"/><Relationship Id="rId85" Type="http://schemas.openxmlformats.org/officeDocument/2006/relationships/customXml" Target="../ink/ink453.xml"/><Relationship Id="rId12" Type="http://schemas.openxmlformats.org/officeDocument/2006/relationships/image" Target="../media/image421.png"/><Relationship Id="rId17" Type="http://schemas.openxmlformats.org/officeDocument/2006/relationships/customXml" Target="../ink/ink419.xml"/><Relationship Id="rId33" Type="http://schemas.openxmlformats.org/officeDocument/2006/relationships/customXml" Target="../ink/ink427.xml"/><Relationship Id="rId38" Type="http://schemas.openxmlformats.org/officeDocument/2006/relationships/image" Target="../media/image434.png"/><Relationship Id="rId59" Type="http://schemas.openxmlformats.org/officeDocument/2006/relationships/customXml" Target="../ink/ink440.xml"/><Relationship Id="rId103" Type="http://schemas.openxmlformats.org/officeDocument/2006/relationships/customXml" Target="../ink/ink462.xml"/><Relationship Id="rId20" Type="http://schemas.openxmlformats.org/officeDocument/2006/relationships/image" Target="../media/image425.png"/><Relationship Id="rId41" Type="http://schemas.openxmlformats.org/officeDocument/2006/relationships/customXml" Target="../ink/ink431.xml"/><Relationship Id="rId54" Type="http://schemas.openxmlformats.org/officeDocument/2006/relationships/image" Target="../media/image442.png"/><Relationship Id="rId62" Type="http://schemas.openxmlformats.org/officeDocument/2006/relationships/image" Target="../media/image446.png"/><Relationship Id="rId70" Type="http://schemas.openxmlformats.org/officeDocument/2006/relationships/image" Target="../media/image450.png"/><Relationship Id="rId75" Type="http://schemas.openxmlformats.org/officeDocument/2006/relationships/customXml" Target="../ink/ink448.xml"/><Relationship Id="rId83" Type="http://schemas.openxmlformats.org/officeDocument/2006/relationships/customXml" Target="../ink/ink452.xml"/><Relationship Id="rId88" Type="http://schemas.openxmlformats.org/officeDocument/2006/relationships/image" Target="../media/image459.png"/><Relationship Id="rId91" Type="http://schemas.openxmlformats.org/officeDocument/2006/relationships/customXml" Target="../ink/ink456.xml"/><Relationship Id="rId96" Type="http://schemas.openxmlformats.org/officeDocument/2006/relationships/image" Target="../media/image4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8.png"/><Relationship Id="rId15" Type="http://schemas.openxmlformats.org/officeDocument/2006/relationships/customXml" Target="../ink/ink418.xml"/><Relationship Id="rId23" Type="http://schemas.openxmlformats.org/officeDocument/2006/relationships/customXml" Target="../ink/ink422.xml"/><Relationship Id="rId28" Type="http://schemas.openxmlformats.org/officeDocument/2006/relationships/image" Target="../media/image429.png"/><Relationship Id="rId36" Type="http://schemas.openxmlformats.org/officeDocument/2006/relationships/image" Target="../media/image433.png"/><Relationship Id="rId49" Type="http://schemas.openxmlformats.org/officeDocument/2006/relationships/customXml" Target="../ink/ink435.xml"/><Relationship Id="rId57" Type="http://schemas.openxmlformats.org/officeDocument/2006/relationships/customXml" Target="../ink/ink439.xml"/><Relationship Id="rId106" Type="http://schemas.openxmlformats.org/officeDocument/2006/relationships/image" Target="../media/image468.png"/><Relationship Id="rId10" Type="http://schemas.openxmlformats.org/officeDocument/2006/relationships/image" Target="../media/image420.png"/><Relationship Id="rId31" Type="http://schemas.openxmlformats.org/officeDocument/2006/relationships/customXml" Target="../ink/ink426.xml"/><Relationship Id="rId44" Type="http://schemas.openxmlformats.org/officeDocument/2006/relationships/image" Target="../media/image437.png"/><Relationship Id="rId52" Type="http://schemas.openxmlformats.org/officeDocument/2006/relationships/image" Target="../media/image441.png"/><Relationship Id="rId60" Type="http://schemas.openxmlformats.org/officeDocument/2006/relationships/image" Target="../media/image445.png"/><Relationship Id="rId65" Type="http://schemas.openxmlformats.org/officeDocument/2006/relationships/customXml" Target="../ink/ink443.xml"/><Relationship Id="rId73" Type="http://schemas.openxmlformats.org/officeDocument/2006/relationships/customXml" Target="../ink/ink447.xml"/><Relationship Id="rId78" Type="http://schemas.openxmlformats.org/officeDocument/2006/relationships/image" Target="../media/image454.png"/><Relationship Id="rId81" Type="http://schemas.openxmlformats.org/officeDocument/2006/relationships/customXml" Target="../ink/ink451.xml"/><Relationship Id="rId86" Type="http://schemas.openxmlformats.org/officeDocument/2006/relationships/image" Target="../media/image458.png"/><Relationship Id="rId94" Type="http://schemas.openxmlformats.org/officeDocument/2006/relationships/image" Target="../media/image462.png"/><Relationship Id="rId99" Type="http://schemas.openxmlformats.org/officeDocument/2006/relationships/customXml" Target="../ink/ink460.xml"/><Relationship Id="rId101" Type="http://schemas.openxmlformats.org/officeDocument/2006/relationships/customXml" Target="../ink/ink461.xml"/><Relationship Id="rId4" Type="http://schemas.openxmlformats.org/officeDocument/2006/relationships/image" Target="../media/image417.png"/><Relationship Id="rId9" Type="http://schemas.openxmlformats.org/officeDocument/2006/relationships/customXml" Target="../ink/ink415.xml"/><Relationship Id="rId13" Type="http://schemas.openxmlformats.org/officeDocument/2006/relationships/customXml" Target="../ink/ink417.xml"/><Relationship Id="rId18" Type="http://schemas.openxmlformats.org/officeDocument/2006/relationships/image" Target="../media/image424.png"/><Relationship Id="rId39" Type="http://schemas.openxmlformats.org/officeDocument/2006/relationships/customXml" Target="../ink/ink430.xml"/><Relationship Id="rId34" Type="http://schemas.openxmlformats.org/officeDocument/2006/relationships/image" Target="../media/image432.png"/><Relationship Id="rId50" Type="http://schemas.openxmlformats.org/officeDocument/2006/relationships/image" Target="../media/image440.png"/><Relationship Id="rId55" Type="http://schemas.openxmlformats.org/officeDocument/2006/relationships/customXml" Target="../ink/ink438.xml"/><Relationship Id="rId76" Type="http://schemas.openxmlformats.org/officeDocument/2006/relationships/image" Target="../media/image453.png"/><Relationship Id="rId97" Type="http://schemas.openxmlformats.org/officeDocument/2006/relationships/customXml" Target="../ink/ink459.xml"/><Relationship Id="rId104" Type="http://schemas.openxmlformats.org/officeDocument/2006/relationships/image" Target="../media/image467.png"/><Relationship Id="rId7" Type="http://schemas.openxmlformats.org/officeDocument/2006/relationships/customXml" Target="../ink/ink414.xml"/><Relationship Id="rId71" Type="http://schemas.openxmlformats.org/officeDocument/2006/relationships/customXml" Target="../ink/ink446.xml"/><Relationship Id="rId92" Type="http://schemas.openxmlformats.org/officeDocument/2006/relationships/image" Target="../media/image461.png"/><Relationship Id="rId2" Type="http://schemas.openxmlformats.org/officeDocument/2006/relationships/image" Target="../media/image416.png"/><Relationship Id="rId29" Type="http://schemas.openxmlformats.org/officeDocument/2006/relationships/customXml" Target="../ink/ink425.xml"/><Relationship Id="rId24" Type="http://schemas.openxmlformats.org/officeDocument/2006/relationships/image" Target="../media/image427.png"/><Relationship Id="rId40" Type="http://schemas.openxmlformats.org/officeDocument/2006/relationships/image" Target="../media/image435.png"/><Relationship Id="rId45" Type="http://schemas.openxmlformats.org/officeDocument/2006/relationships/customXml" Target="../ink/ink433.xml"/><Relationship Id="rId66" Type="http://schemas.openxmlformats.org/officeDocument/2006/relationships/image" Target="../media/image448.png"/><Relationship Id="rId87" Type="http://schemas.openxmlformats.org/officeDocument/2006/relationships/customXml" Target="../ink/ink454.xml"/><Relationship Id="rId61" Type="http://schemas.openxmlformats.org/officeDocument/2006/relationships/customXml" Target="../ink/ink441.xml"/><Relationship Id="rId82" Type="http://schemas.openxmlformats.org/officeDocument/2006/relationships/image" Target="../media/image456.png"/><Relationship Id="rId19" Type="http://schemas.openxmlformats.org/officeDocument/2006/relationships/customXml" Target="../ink/ink420.xml"/><Relationship Id="rId14" Type="http://schemas.openxmlformats.org/officeDocument/2006/relationships/image" Target="../media/image422.png"/><Relationship Id="rId30" Type="http://schemas.openxmlformats.org/officeDocument/2006/relationships/image" Target="../media/image430.png"/><Relationship Id="rId35" Type="http://schemas.openxmlformats.org/officeDocument/2006/relationships/customXml" Target="../ink/ink428.xml"/><Relationship Id="rId56" Type="http://schemas.openxmlformats.org/officeDocument/2006/relationships/image" Target="../media/image443.png"/><Relationship Id="rId77" Type="http://schemas.openxmlformats.org/officeDocument/2006/relationships/customXml" Target="../ink/ink449.xml"/><Relationship Id="rId100" Type="http://schemas.openxmlformats.org/officeDocument/2006/relationships/image" Target="../media/image465.png"/><Relationship Id="rId105" Type="http://schemas.openxmlformats.org/officeDocument/2006/relationships/customXml" Target="../ink/ink463.xml"/><Relationship Id="rId8" Type="http://schemas.openxmlformats.org/officeDocument/2006/relationships/image" Target="../media/image419.png"/><Relationship Id="rId51" Type="http://schemas.openxmlformats.org/officeDocument/2006/relationships/customXml" Target="../ink/ink436.xml"/><Relationship Id="rId72" Type="http://schemas.openxmlformats.org/officeDocument/2006/relationships/image" Target="../media/image451.png"/><Relationship Id="rId93" Type="http://schemas.openxmlformats.org/officeDocument/2006/relationships/customXml" Target="../ink/ink457.xml"/><Relationship Id="rId98" Type="http://schemas.openxmlformats.org/officeDocument/2006/relationships/image" Target="../media/image464.png"/><Relationship Id="rId3" Type="http://schemas.openxmlformats.org/officeDocument/2006/relationships/customXml" Target="../ink/ink412.xml"/><Relationship Id="rId25" Type="http://schemas.openxmlformats.org/officeDocument/2006/relationships/customXml" Target="../ink/ink423.xml"/><Relationship Id="rId46" Type="http://schemas.openxmlformats.org/officeDocument/2006/relationships/image" Target="../media/image438.png"/><Relationship Id="rId67" Type="http://schemas.openxmlformats.org/officeDocument/2006/relationships/customXml" Target="../ink/ink4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2.png"/><Relationship Id="rId21" Type="http://schemas.openxmlformats.org/officeDocument/2006/relationships/customXml" Target="../ink/ink473.xml"/><Relationship Id="rId42" Type="http://schemas.openxmlformats.org/officeDocument/2006/relationships/image" Target="../media/image490.png"/><Relationship Id="rId47" Type="http://schemas.openxmlformats.org/officeDocument/2006/relationships/customXml" Target="../ink/ink486.xml"/><Relationship Id="rId63" Type="http://schemas.openxmlformats.org/officeDocument/2006/relationships/customXml" Target="../ink/ink494.xml"/><Relationship Id="rId68" Type="http://schemas.openxmlformats.org/officeDocument/2006/relationships/image" Target="../media/image503.png"/><Relationship Id="rId7" Type="http://schemas.openxmlformats.org/officeDocument/2006/relationships/customXml" Target="../ink/ink466.xml"/><Relationship Id="rId2" Type="http://schemas.openxmlformats.org/officeDocument/2006/relationships/image" Target="../media/image470.png"/><Relationship Id="rId16" Type="http://schemas.openxmlformats.org/officeDocument/2006/relationships/image" Target="../media/image477.png"/><Relationship Id="rId29" Type="http://schemas.openxmlformats.org/officeDocument/2006/relationships/customXml" Target="../ink/ink477.xml"/><Relationship Id="rId11" Type="http://schemas.openxmlformats.org/officeDocument/2006/relationships/customXml" Target="../ink/ink468.xml"/><Relationship Id="rId24" Type="http://schemas.openxmlformats.org/officeDocument/2006/relationships/image" Target="../media/image481.png"/><Relationship Id="rId32" Type="http://schemas.openxmlformats.org/officeDocument/2006/relationships/image" Target="../media/image485.png"/><Relationship Id="rId37" Type="http://schemas.openxmlformats.org/officeDocument/2006/relationships/customXml" Target="../ink/ink481.xml"/><Relationship Id="rId40" Type="http://schemas.openxmlformats.org/officeDocument/2006/relationships/image" Target="../media/image489.png"/><Relationship Id="rId45" Type="http://schemas.openxmlformats.org/officeDocument/2006/relationships/customXml" Target="../ink/ink485.xml"/><Relationship Id="rId53" Type="http://schemas.openxmlformats.org/officeDocument/2006/relationships/customXml" Target="../ink/ink489.xml"/><Relationship Id="rId58" Type="http://schemas.openxmlformats.org/officeDocument/2006/relationships/image" Target="../media/image498.png"/><Relationship Id="rId66" Type="http://schemas.openxmlformats.org/officeDocument/2006/relationships/image" Target="../media/image502.png"/><Relationship Id="rId5" Type="http://schemas.openxmlformats.org/officeDocument/2006/relationships/customXml" Target="../ink/ink465.xml"/><Relationship Id="rId61" Type="http://schemas.openxmlformats.org/officeDocument/2006/relationships/customXml" Target="../ink/ink493.xml"/><Relationship Id="rId19" Type="http://schemas.openxmlformats.org/officeDocument/2006/relationships/customXml" Target="../ink/ink472.xml"/><Relationship Id="rId14" Type="http://schemas.openxmlformats.org/officeDocument/2006/relationships/image" Target="../media/image476.png"/><Relationship Id="rId22" Type="http://schemas.openxmlformats.org/officeDocument/2006/relationships/image" Target="../media/image480.png"/><Relationship Id="rId27" Type="http://schemas.openxmlformats.org/officeDocument/2006/relationships/customXml" Target="../ink/ink476.xml"/><Relationship Id="rId30" Type="http://schemas.openxmlformats.org/officeDocument/2006/relationships/image" Target="../media/image484.png"/><Relationship Id="rId35" Type="http://schemas.openxmlformats.org/officeDocument/2006/relationships/customXml" Target="../ink/ink480.xml"/><Relationship Id="rId43" Type="http://schemas.openxmlformats.org/officeDocument/2006/relationships/customXml" Target="../ink/ink484.xml"/><Relationship Id="rId48" Type="http://schemas.openxmlformats.org/officeDocument/2006/relationships/image" Target="../media/image493.png"/><Relationship Id="rId56" Type="http://schemas.openxmlformats.org/officeDocument/2006/relationships/image" Target="../media/image497.png"/><Relationship Id="rId64" Type="http://schemas.openxmlformats.org/officeDocument/2006/relationships/image" Target="../media/image501.png"/><Relationship Id="rId69" Type="http://schemas.openxmlformats.org/officeDocument/2006/relationships/customXml" Target="../ink/ink497.xml"/><Relationship Id="rId8" Type="http://schemas.openxmlformats.org/officeDocument/2006/relationships/image" Target="../media/image473.png"/><Relationship Id="rId51" Type="http://schemas.openxmlformats.org/officeDocument/2006/relationships/customXml" Target="../ink/ink488.xml"/><Relationship Id="rId3" Type="http://schemas.openxmlformats.org/officeDocument/2006/relationships/customXml" Target="../ink/ink464.xml"/><Relationship Id="rId12" Type="http://schemas.openxmlformats.org/officeDocument/2006/relationships/image" Target="../media/image475.png"/><Relationship Id="rId17" Type="http://schemas.openxmlformats.org/officeDocument/2006/relationships/customXml" Target="../ink/ink471.xml"/><Relationship Id="rId25" Type="http://schemas.openxmlformats.org/officeDocument/2006/relationships/customXml" Target="../ink/ink475.xml"/><Relationship Id="rId33" Type="http://schemas.openxmlformats.org/officeDocument/2006/relationships/customXml" Target="../ink/ink479.xml"/><Relationship Id="rId38" Type="http://schemas.openxmlformats.org/officeDocument/2006/relationships/image" Target="../media/image488.png"/><Relationship Id="rId46" Type="http://schemas.openxmlformats.org/officeDocument/2006/relationships/image" Target="../media/image492.png"/><Relationship Id="rId59" Type="http://schemas.openxmlformats.org/officeDocument/2006/relationships/customXml" Target="../ink/ink492.xml"/><Relationship Id="rId67" Type="http://schemas.openxmlformats.org/officeDocument/2006/relationships/customXml" Target="../ink/ink496.xml"/><Relationship Id="rId20" Type="http://schemas.openxmlformats.org/officeDocument/2006/relationships/image" Target="../media/image479.png"/><Relationship Id="rId41" Type="http://schemas.openxmlformats.org/officeDocument/2006/relationships/customXml" Target="../ink/ink483.xml"/><Relationship Id="rId54" Type="http://schemas.openxmlformats.org/officeDocument/2006/relationships/image" Target="../media/image496.png"/><Relationship Id="rId62" Type="http://schemas.openxmlformats.org/officeDocument/2006/relationships/image" Target="../media/image500.png"/><Relationship Id="rId70" Type="http://schemas.openxmlformats.org/officeDocument/2006/relationships/image" Target="../media/image5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2.png"/><Relationship Id="rId15" Type="http://schemas.openxmlformats.org/officeDocument/2006/relationships/customXml" Target="../ink/ink470.xml"/><Relationship Id="rId23" Type="http://schemas.openxmlformats.org/officeDocument/2006/relationships/customXml" Target="../ink/ink474.xml"/><Relationship Id="rId28" Type="http://schemas.openxmlformats.org/officeDocument/2006/relationships/image" Target="../media/image483.png"/><Relationship Id="rId36" Type="http://schemas.openxmlformats.org/officeDocument/2006/relationships/image" Target="../media/image487.png"/><Relationship Id="rId49" Type="http://schemas.openxmlformats.org/officeDocument/2006/relationships/customXml" Target="../ink/ink487.xml"/><Relationship Id="rId57" Type="http://schemas.openxmlformats.org/officeDocument/2006/relationships/customXml" Target="../ink/ink491.xml"/><Relationship Id="rId10" Type="http://schemas.openxmlformats.org/officeDocument/2006/relationships/image" Target="../media/image474.png"/><Relationship Id="rId31" Type="http://schemas.openxmlformats.org/officeDocument/2006/relationships/customXml" Target="../ink/ink478.xml"/><Relationship Id="rId44" Type="http://schemas.openxmlformats.org/officeDocument/2006/relationships/image" Target="../media/image491.png"/><Relationship Id="rId52" Type="http://schemas.openxmlformats.org/officeDocument/2006/relationships/image" Target="../media/image495.png"/><Relationship Id="rId60" Type="http://schemas.openxmlformats.org/officeDocument/2006/relationships/image" Target="../media/image499.png"/><Relationship Id="rId65" Type="http://schemas.openxmlformats.org/officeDocument/2006/relationships/customXml" Target="../ink/ink495.xml"/><Relationship Id="rId4" Type="http://schemas.openxmlformats.org/officeDocument/2006/relationships/image" Target="../media/image471.png"/><Relationship Id="rId9" Type="http://schemas.openxmlformats.org/officeDocument/2006/relationships/customXml" Target="../ink/ink467.xml"/><Relationship Id="rId13" Type="http://schemas.openxmlformats.org/officeDocument/2006/relationships/customXml" Target="../ink/ink469.xml"/><Relationship Id="rId18" Type="http://schemas.openxmlformats.org/officeDocument/2006/relationships/image" Target="../media/image478.png"/><Relationship Id="rId39" Type="http://schemas.openxmlformats.org/officeDocument/2006/relationships/customXml" Target="../ink/ink482.xml"/><Relationship Id="rId34" Type="http://schemas.openxmlformats.org/officeDocument/2006/relationships/image" Target="../media/image486.png"/><Relationship Id="rId50" Type="http://schemas.openxmlformats.org/officeDocument/2006/relationships/image" Target="../media/image494.png"/><Relationship Id="rId55" Type="http://schemas.openxmlformats.org/officeDocument/2006/relationships/customXml" Target="../ink/ink49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2.png"/><Relationship Id="rId299" Type="http://schemas.openxmlformats.org/officeDocument/2006/relationships/image" Target="../media/image653.png"/><Relationship Id="rId21" Type="http://schemas.openxmlformats.org/officeDocument/2006/relationships/image" Target="../media/image514.png"/><Relationship Id="rId63" Type="http://schemas.openxmlformats.org/officeDocument/2006/relationships/image" Target="../media/image535.png"/><Relationship Id="rId159" Type="http://schemas.openxmlformats.org/officeDocument/2006/relationships/image" Target="../media/image583.png"/><Relationship Id="rId170" Type="http://schemas.openxmlformats.org/officeDocument/2006/relationships/customXml" Target="../ink/ink582.xml"/><Relationship Id="rId226" Type="http://schemas.openxmlformats.org/officeDocument/2006/relationships/customXml" Target="../ink/ink610.xml"/><Relationship Id="rId268" Type="http://schemas.openxmlformats.org/officeDocument/2006/relationships/customXml" Target="../ink/ink631.xml"/><Relationship Id="rId32" Type="http://schemas.openxmlformats.org/officeDocument/2006/relationships/customXml" Target="../ink/ink513.xml"/><Relationship Id="rId74" Type="http://schemas.openxmlformats.org/officeDocument/2006/relationships/customXml" Target="../ink/ink534.xml"/><Relationship Id="rId128" Type="http://schemas.openxmlformats.org/officeDocument/2006/relationships/customXml" Target="../ink/ink561.xml"/><Relationship Id="rId5" Type="http://schemas.openxmlformats.org/officeDocument/2006/relationships/image" Target="../media/image506.png"/><Relationship Id="rId181" Type="http://schemas.openxmlformats.org/officeDocument/2006/relationships/image" Target="../media/image594.png"/><Relationship Id="rId237" Type="http://schemas.openxmlformats.org/officeDocument/2006/relationships/image" Target="../media/image622.png"/><Relationship Id="rId279" Type="http://schemas.openxmlformats.org/officeDocument/2006/relationships/image" Target="../media/image643.png"/><Relationship Id="rId43" Type="http://schemas.openxmlformats.org/officeDocument/2006/relationships/image" Target="../media/image525.png"/><Relationship Id="rId139" Type="http://schemas.openxmlformats.org/officeDocument/2006/relationships/image" Target="../media/image573.png"/><Relationship Id="rId290" Type="http://schemas.openxmlformats.org/officeDocument/2006/relationships/customXml" Target="../ink/ink642.xml"/><Relationship Id="rId85" Type="http://schemas.openxmlformats.org/officeDocument/2006/relationships/image" Target="../media/image546.png"/><Relationship Id="rId150" Type="http://schemas.openxmlformats.org/officeDocument/2006/relationships/customXml" Target="../ink/ink572.xml"/><Relationship Id="rId192" Type="http://schemas.openxmlformats.org/officeDocument/2006/relationships/customXml" Target="../ink/ink593.xml"/><Relationship Id="rId206" Type="http://schemas.openxmlformats.org/officeDocument/2006/relationships/customXml" Target="../ink/ink600.xml"/><Relationship Id="rId248" Type="http://schemas.openxmlformats.org/officeDocument/2006/relationships/customXml" Target="../ink/ink621.xml"/><Relationship Id="rId12" Type="http://schemas.openxmlformats.org/officeDocument/2006/relationships/customXml" Target="../ink/ink503.xml"/><Relationship Id="rId108" Type="http://schemas.openxmlformats.org/officeDocument/2006/relationships/customXml" Target="../ink/ink551.xml"/><Relationship Id="rId54" Type="http://schemas.openxmlformats.org/officeDocument/2006/relationships/customXml" Target="../ink/ink524.xml"/><Relationship Id="rId75" Type="http://schemas.openxmlformats.org/officeDocument/2006/relationships/image" Target="../media/image541.png"/><Relationship Id="rId96" Type="http://schemas.openxmlformats.org/officeDocument/2006/relationships/customXml" Target="../ink/ink545.xml"/><Relationship Id="rId140" Type="http://schemas.openxmlformats.org/officeDocument/2006/relationships/customXml" Target="../ink/ink567.xml"/><Relationship Id="rId161" Type="http://schemas.openxmlformats.org/officeDocument/2006/relationships/image" Target="../media/image584.png"/><Relationship Id="rId182" Type="http://schemas.openxmlformats.org/officeDocument/2006/relationships/customXml" Target="../ink/ink588.xml"/><Relationship Id="rId217" Type="http://schemas.openxmlformats.org/officeDocument/2006/relationships/image" Target="../media/image612.png"/><Relationship Id="rId6" Type="http://schemas.openxmlformats.org/officeDocument/2006/relationships/customXml" Target="../ink/ink500.xml"/><Relationship Id="rId238" Type="http://schemas.openxmlformats.org/officeDocument/2006/relationships/customXml" Target="../ink/ink616.xml"/><Relationship Id="rId259" Type="http://schemas.openxmlformats.org/officeDocument/2006/relationships/image" Target="../media/image633.png"/><Relationship Id="rId23" Type="http://schemas.openxmlformats.org/officeDocument/2006/relationships/image" Target="../media/image515.png"/><Relationship Id="rId119" Type="http://schemas.openxmlformats.org/officeDocument/2006/relationships/image" Target="../media/image563.png"/><Relationship Id="rId270" Type="http://schemas.openxmlformats.org/officeDocument/2006/relationships/customXml" Target="../ink/ink632.xml"/><Relationship Id="rId291" Type="http://schemas.openxmlformats.org/officeDocument/2006/relationships/image" Target="../media/image649.png"/><Relationship Id="rId44" Type="http://schemas.openxmlformats.org/officeDocument/2006/relationships/customXml" Target="../ink/ink519.xml"/><Relationship Id="rId65" Type="http://schemas.openxmlformats.org/officeDocument/2006/relationships/image" Target="../media/image536.png"/><Relationship Id="rId86" Type="http://schemas.openxmlformats.org/officeDocument/2006/relationships/customXml" Target="../ink/ink540.xml"/><Relationship Id="rId130" Type="http://schemas.openxmlformats.org/officeDocument/2006/relationships/customXml" Target="../ink/ink562.xml"/><Relationship Id="rId151" Type="http://schemas.openxmlformats.org/officeDocument/2006/relationships/image" Target="../media/image579.png"/><Relationship Id="rId172" Type="http://schemas.openxmlformats.org/officeDocument/2006/relationships/customXml" Target="../ink/ink583.xml"/><Relationship Id="rId193" Type="http://schemas.openxmlformats.org/officeDocument/2006/relationships/image" Target="../media/image600.png"/><Relationship Id="rId207" Type="http://schemas.openxmlformats.org/officeDocument/2006/relationships/image" Target="../media/image607.png"/><Relationship Id="rId228" Type="http://schemas.openxmlformats.org/officeDocument/2006/relationships/customXml" Target="../ink/ink611.xml"/><Relationship Id="rId249" Type="http://schemas.openxmlformats.org/officeDocument/2006/relationships/image" Target="../media/image628.png"/><Relationship Id="rId13" Type="http://schemas.openxmlformats.org/officeDocument/2006/relationships/image" Target="../media/image510.png"/><Relationship Id="rId109" Type="http://schemas.openxmlformats.org/officeDocument/2006/relationships/image" Target="../media/image558.png"/><Relationship Id="rId260" Type="http://schemas.openxmlformats.org/officeDocument/2006/relationships/customXml" Target="../ink/ink627.xml"/><Relationship Id="rId281" Type="http://schemas.openxmlformats.org/officeDocument/2006/relationships/image" Target="../media/image644.png"/><Relationship Id="rId34" Type="http://schemas.openxmlformats.org/officeDocument/2006/relationships/customXml" Target="../ink/ink514.xml"/><Relationship Id="rId55" Type="http://schemas.openxmlformats.org/officeDocument/2006/relationships/image" Target="../media/image531.png"/><Relationship Id="rId76" Type="http://schemas.openxmlformats.org/officeDocument/2006/relationships/customXml" Target="../ink/ink535.xml"/><Relationship Id="rId97" Type="http://schemas.openxmlformats.org/officeDocument/2006/relationships/image" Target="../media/image552.png"/><Relationship Id="rId120" Type="http://schemas.openxmlformats.org/officeDocument/2006/relationships/customXml" Target="../ink/ink557.xml"/><Relationship Id="rId141" Type="http://schemas.openxmlformats.org/officeDocument/2006/relationships/image" Target="../media/image574.png"/><Relationship Id="rId7" Type="http://schemas.openxmlformats.org/officeDocument/2006/relationships/image" Target="../media/image507.png"/><Relationship Id="rId162" Type="http://schemas.openxmlformats.org/officeDocument/2006/relationships/customXml" Target="../ink/ink578.xml"/><Relationship Id="rId183" Type="http://schemas.openxmlformats.org/officeDocument/2006/relationships/image" Target="../media/image595.png"/><Relationship Id="rId218" Type="http://schemas.openxmlformats.org/officeDocument/2006/relationships/customXml" Target="../ink/ink606.xml"/><Relationship Id="rId239" Type="http://schemas.openxmlformats.org/officeDocument/2006/relationships/image" Target="../media/image623.png"/><Relationship Id="rId250" Type="http://schemas.openxmlformats.org/officeDocument/2006/relationships/customXml" Target="../ink/ink622.xml"/><Relationship Id="rId271" Type="http://schemas.openxmlformats.org/officeDocument/2006/relationships/image" Target="../media/image639.png"/><Relationship Id="rId292" Type="http://schemas.openxmlformats.org/officeDocument/2006/relationships/customXml" Target="../ink/ink643.xml"/><Relationship Id="rId24" Type="http://schemas.openxmlformats.org/officeDocument/2006/relationships/customXml" Target="../ink/ink509.xml"/><Relationship Id="rId45" Type="http://schemas.openxmlformats.org/officeDocument/2006/relationships/image" Target="../media/image526.png"/><Relationship Id="rId66" Type="http://schemas.openxmlformats.org/officeDocument/2006/relationships/customXml" Target="../ink/ink530.xml"/><Relationship Id="rId87" Type="http://schemas.openxmlformats.org/officeDocument/2006/relationships/image" Target="../media/image547.png"/><Relationship Id="rId110" Type="http://schemas.openxmlformats.org/officeDocument/2006/relationships/customXml" Target="../ink/ink552.xml"/><Relationship Id="rId131" Type="http://schemas.openxmlformats.org/officeDocument/2006/relationships/image" Target="../media/image569.png"/><Relationship Id="rId152" Type="http://schemas.openxmlformats.org/officeDocument/2006/relationships/customXml" Target="../ink/ink573.xml"/><Relationship Id="rId173" Type="http://schemas.openxmlformats.org/officeDocument/2006/relationships/image" Target="../media/image590.png"/><Relationship Id="rId194" Type="http://schemas.openxmlformats.org/officeDocument/2006/relationships/customXml" Target="../ink/ink594.xml"/><Relationship Id="rId208" Type="http://schemas.openxmlformats.org/officeDocument/2006/relationships/customXml" Target="../ink/ink601.xml"/><Relationship Id="rId229" Type="http://schemas.openxmlformats.org/officeDocument/2006/relationships/image" Target="../media/image618.png"/><Relationship Id="rId240" Type="http://schemas.openxmlformats.org/officeDocument/2006/relationships/customXml" Target="../ink/ink617.xml"/><Relationship Id="rId261" Type="http://schemas.openxmlformats.org/officeDocument/2006/relationships/image" Target="../media/image634.png"/><Relationship Id="rId14" Type="http://schemas.openxmlformats.org/officeDocument/2006/relationships/customXml" Target="../ink/ink504.xml"/><Relationship Id="rId35" Type="http://schemas.openxmlformats.org/officeDocument/2006/relationships/image" Target="../media/image521.png"/><Relationship Id="rId56" Type="http://schemas.openxmlformats.org/officeDocument/2006/relationships/customXml" Target="../ink/ink525.xml"/><Relationship Id="rId77" Type="http://schemas.openxmlformats.org/officeDocument/2006/relationships/image" Target="../media/image542.png"/><Relationship Id="rId100" Type="http://schemas.openxmlformats.org/officeDocument/2006/relationships/customXml" Target="../ink/ink547.xml"/><Relationship Id="rId282" Type="http://schemas.openxmlformats.org/officeDocument/2006/relationships/customXml" Target="../ink/ink638.xml"/><Relationship Id="rId8" Type="http://schemas.openxmlformats.org/officeDocument/2006/relationships/customXml" Target="../ink/ink501.xml"/><Relationship Id="rId98" Type="http://schemas.openxmlformats.org/officeDocument/2006/relationships/customXml" Target="../ink/ink546.xml"/><Relationship Id="rId121" Type="http://schemas.openxmlformats.org/officeDocument/2006/relationships/image" Target="../media/image564.png"/><Relationship Id="rId142" Type="http://schemas.openxmlformats.org/officeDocument/2006/relationships/customXml" Target="../ink/ink568.xml"/><Relationship Id="rId163" Type="http://schemas.openxmlformats.org/officeDocument/2006/relationships/image" Target="../media/image585.png"/><Relationship Id="rId184" Type="http://schemas.openxmlformats.org/officeDocument/2006/relationships/customXml" Target="../ink/ink589.xml"/><Relationship Id="rId219" Type="http://schemas.openxmlformats.org/officeDocument/2006/relationships/image" Target="../media/image613.png"/><Relationship Id="rId230" Type="http://schemas.openxmlformats.org/officeDocument/2006/relationships/customXml" Target="../ink/ink612.xml"/><Relationship Id="rId251" Type="http://schemas.openxmlformats.org/officeDocument/2006/relationships/image" Target="../media/image629.png"/><Relationship Id="rId25" Type="http://schemas.openxmlformats.org/officeDocument/2006/relationships/image" Target="../media/image516.png"/><Relationship Id="rId46" Type="http://schemas.openxmlformats.org/officeDocument/2006/relationships/customXml" Target="../ink/ink520.xml"/><Relationship Id="rId67" Type="http://schemas.openxmlformats.org/officeDocument/2006/relationships/image" Target="../media/image537.png"/><Relationship Id="rId272" Type="http://schemas.openxmlformats.org/officeDocument/2006/relationships/customXml" Target="../ink/ink633.xml"/><Relationship Id="rId293" Type="http://schemas.openxmlformats.org/officeDocument/2006/relationships/image" Target="../media/image650.png"/><Relationship Id="rId88" Type="http://schemas.openxmlformats.org/officeDocument/2006/relationships/customXml" Target="../ink/ink541.xml"/><Relationship Id="rId111" Type="http://schemas.openxmlformats.org/officeDocument/2006/relationships/image" Target="../media/image559.png"/><Relationship Id="rId132" Type="http://schemas.openxmlformats.org/officeDocument/2006/relationships/customXml" Target="../ink/ink563.xml"/><Relationship Id="rId153" Type="http://schemas.openxmlformats.org/officeDocument/2006/relationships/image" Target="../media/image580.png"/><Relationship Id="rId174" Type="http://schemas.openxmlformats.org/officeDocument/2006/relationships/customXml" Target="../ink/ink584.xml"/><Relationship Id="rId195" Type="http://schemas.openxmlformats.org/officeDocument/2006/relationships/image" Target="../media/image601.png"/><Relationship Id="rId209" Type="http://schemas.openxmlformats.org/officeDocument/2006/relationships/image" Target="../media/image608.png"/><Relationship Id="rId220" Type="http://schemas.openxmlformats.org/officeDocument/2006/relationships/customXml" Target="../ink/ink607.xml"/><Relationship Id="rId241" Type="http://schemas.openxmlformats.org/officeDocument/2006/relationships/image" Target="../media/image624.png"/><Relationship Id="rId15" Type="http://schemas.openxmlformats.org/officeDocument/2006/relationships/image" Target="../media/image511.png"/><Relationship Id="rId36" Type="http://schemas.openxmlformats.org/officeDocument/2006/relationships/customXml" Target="../ink/ink515.xml"/><Relationship Id="rId57" Type="http://schemas.openxmlformats.org/officeDocument/2006/relationships/image" Target="../media/image532.png"/><Relationship Id="rId262" Type="http://schemas.openxmlformats.org/officeDocument/2006/relationships/customXml" Target="../ink/ink628.xml"/><Relationship Id="rId283" Type="http://schemas.openxmlformats.org/officeDocument/2006/relationships/image" Target="../media/image645.png"/><Relationship Id="rId78" Type="http://schemas.openxmlformats.org/officeDocument/2006/relationships/customXml" Target="../ink/ink536.xml"/><Relationship Id="rId99" Type="http://schemas.openxmlformats.org/officeDocument/2006/relationships/image" Target="../media/image553.png"/><Relationship Id="rId101" Type="http://schemas.openxmlformats.org/officeDocument/2006/relationships/image" Target="../media/image554.png"/><Relationship Id="rId122" Type="http://schemas.openxmlformats.org/officeDocument/2006/relationships/customXml" Target="../ink/ink558.xml"/><Relationship Id="rId143" Type="http://schemas.openxmlformats.org/officeDocument/2006/relationships/image" Target="../media/image575.png"/><Relationship Id="rId164" Type="http://schemas.openxmlformats.org/officeDocument/2006/relationships/customXml" Target="../ink/ink579.xml"/><Relationship Id="rId185" Type="http://schemas.openxmlformats.org/officeDocument/2006/relationships/image" Target="../media/image596.png"/><Relationship Id="rId9" Type="http://schemas.openxmlformats.org/officeDocument/2006/relationships/image" Target="../media/image508.png"/><Relationship Id="rId210" Type="http://schemas.openxmlformats.org/officeDocument/2006/relationships/customXml" Target="../ink/ink602.xml"/><Relationship Id="rId26" Type="http://schemas.openxmlformats.org/officeDocument/2006/relationships/customXml" Target="../ink/ink510.xml"/><Relationship Id="rId231" Type="http://schemas.openxmlformats.org/officeDocument/2006/relationships/image" Target="../media/image619.png"/><Relationship Id="rId252" Type="http://schemas.openxmlformats.org/officeDocument/2006/relationships/customXml" Target="../ink/ink623.xml"/><Relationship Id="rId273" Type="http://schemas.openxmlformats.org/officeDocument/2006/relationships/image" Target="../media/image640.png"/><Relationship Id="rId294" Type="http://schemas.openxmlformats.org/officeDocument/2006/relationships/customXml" Target="../ink/ink644.xml"/><Relationship Id="rId47" Type="http://schemas.openxmlformats.org/officeDocument/2006/relationships/image" Target="../media/image527.png"/><Relationship Id="rId68" Type="http://schemas.openxmlformats.org/officeDocument/2006/relationships/customXml" Target="../ink/ink531.xml"/><Relationship Id="rId89" Type="http://schemas.openxmlformats.org/officeDocument/2006/relationships/image" Target="../media/image548.png"/><Relationship Id="rId112" Type="http://schemas.openxmlformats.org/officeDocument/2006/relationships/customXml" Target="../ink/ink553.xml"/><Relationship Id="rId133" Type="http://schemas.openxmlformats.org/officeDocument/2006/relationships/image" Target="../media/image570.png"/><Relationship Id="rId154" Type="http://schemas.openxmlformats.org/officeDocument/2006/relationships/customXml" Target="../ink/ink574.xml"/><Relationship Id="rId175" Type="http://schemas.openxmlformats.org/officeDocument/2006/relationships/image" Target="../media/image591.png"/><Relationship Id="rId196" Type="http://schemas.openxmlformats.org/officeDocument/2006/relationships/customXml" Target="../ink/ink595.xml"/><Relationship Id="rId200" Type="http://schemas.openxmlformats.org/officeDocument/2006/relationships/customXml" Target="../ink/ink597.xml"/><Relationship Id="rId16" Type="http://schemas.openxmlformats.org/officeDocument/2006/relationships/customXml" Target="../ink/ink505.xml"/><Relationship Id="rId221" Type="http://schemas.openxmlformats.org/officeDocument/2006/relationships/image" Target="../media/image614.png"/><Relationship Id="rId242" Type="http://schemas.openxmlformats.org/officeDocument/2006/relationships/customXml" Target="../ink/ink618.xml"/><Relationship Id="rId263" Type="http://schemas.openxmlformats.org/officeDocument/2006/relationships/image" Target="../media/image635.png"/><Relationship Id="rId284" Type="http://schemas.openxmlformats.org/officeDocument/2006/relationships/customXml" Target="../ink/ink639.xml"/><Relationship Id="rId37" Type="http://schemas.openxmlformats.org/officeDocument/2006/relationships/image" Target="../media/image522.png"/><Relationship Id="rId58" Type="http://schemas.openxmlformats.org/officeDocument/2006/relationships/customXml" Target="../ink/ink526.xml"/><Relationship Id="rId79" Type="http://schemas.openxmlformats.org/officeDocument/2006/relationships/image" Target="../media/image543.png"/><Relationship Id="rId102" Type="http://schemas.openxmlformats.org/officeDocument/2006/relationships/customXml" Target="../ink/ink548.xml"/><Relationship Id="rId123" Type="http://schemas.openxmlformats.org/officeDocument/2006/relationships/image" Target="../media/image565.png"/><Relationship Id="rId144" Type="http://schemas.openxmlformats.org/officeDocument/2006/relationships/customXml" Target="../ink/ink569.xml"/><Relationship Id="rId90" Type="http://schemas.openxmlformats.org/officeDocument/2006/relationships/customXml" Target="../ink/ink542.xml"/><Relationship Id="rId165" Type="http://schemas.openxmlformats.org/officeDocument/2006/relationships/image" Target="../media/image586.png"/><Relationship Id="rId186" Type="http://schemas.openxmlformats.org/officeDocument/2006/relationships/customXml" Target="../ink/ink590.xml"/><Relationship Id="rId211" Type="http://schemas.openxmlformats.org/officeDocument/2006/relationships/image" Target="../media/image609.png"/><Relationship Id="rId232" Type="http://schemas.openxmlformats.org/officeDocument/2006/relationships/customXml" Target="../ink/ink613.xml"/><Relationship Id="rId253" Type="http://schemas.openxmlformats.org/officeDocument/2006/relationships/image" Target="../media/image630.png"/><Relationship Id="rId274" Type="http://schemas.openxmlformats.org/officeDocument/2006/relationships/customXml" Target="../ink/ink634.xml"/><Relationship Id="rId295" Type="http://schemas.openxmlformats.org/officeDocument/2006/relationships/image" Target="../media/image651.png"/><Relationship Id="rId27" Type="http://schemas.openxmlformats.org/officeDocument/2006/relationships/image" Target="../media/image517.png"/><Relationship Id="rId48" Type="http://schemas.openxmlformats.org/officeDocument/2006/relationships/customXml" Target="../ink/ink521.xml"/><Relationship Id="rId69" Type="http://schemas.openxmlformats.org/officeDocument/2006/relationships/image" Target="../media/image538.png"/><Relationship Id="rId113" Type="http://schemas.openxmlformats.org/officeDocument/2006/relationships/image" Target="../media/image560.png"/><Relationship Id="rId134" Type="http://schemas.openxmlformats.org/officeDocument/2006/relationships/customXml" Target="../ink/ink564.xml"/><Relationship Id="rId80" Type="http://schemas.openxmlformats.org/officeDocument/2006/relationships/customXml" Target="../ink/ink537.xml"/><Relationship Id="rId155" Type="http://schemas.openxmlformats.org/officeDocument/2006/relationships/image" Target="../media/image581.png"/><Relationship Id="rId176" Type="http://schemas.openxmlformats.org/officeDocument/2006/relationships/customXml" Target="../ink/ink585.xml"/><Relationship Id="rId197" Type="http://schemas.openxmlformats.org/officeDocument/2006/relationships/image" Target="../media/image602.png"/><Relationship Id="rId201" Type="http://schemas.openxmlformats.org/officeDocument/2006/relationships/image" Target="../media/image604.png"/><Relationship Id="rId222" Type="http://schemas.openxmlformats.org/officeDocument/2006/relationships/customXml" Target="../ink/ink608.xml"/><Relationship Id="rId243" Type="http://schemas.openxmlformats.org/officeDocument/2006/relationships/image" Target="../media/image625.png"/><Relationship Id="rId264" Type="http://schemas.openxmlformats.org/officeDocument/2006/relationships/customXml" Target="../ink/ink629.xml"/><Relationship Id="rId285" Type="http://schemas.openxmlformats.org/officeDocument/2006/relationships/image" Target="../media/image646.png"/><Relationship Id="rId17" Type="http://schemas.openxmlformats.org/officeDocument/2006/relationships/image" Target="../media/image512.png"/><Relationship Id="rId38" Type="http://schemas.openxmlformats.org/officeDocument/2006/relationships/customXml" Target="../ink/ink516.xml"/><Relationship Id="rId59" Type="http://schemas.openxmlformats.org/officeDocument/2006/relationships/image" Target="../media/image533.png"/><Relationship Id="rId103" Type="http://schemas.openxmlformats.org/officeDocument/2006/relationships/image" Target="../media/image555.png"/><Relationship Id="rId124" Type="http://schemas.openxmlformats.org/officeDocument/2006/relationships/customXml" Target="../ink/ink559.xml"/><Relationship Id="rId70" Type="http://schemas.openxmlformats.org/officeDocument/2006/relationships/customXml" Target="../ink/ink532.xml"/><Relationship Id="rId91" Type="http://schemas.openxmlformats.org/officeDocument/2006/relationships/image" Target="../media/image549.png"/><Relationship Id="rId145" Type="http://schemas.openxmlformats.org/officeDocument/2006/relationships/image" Target="../media/image576.png"/><Relationship Id="rId166" Type="http://schemas.openxmlformats.org/officeDocument/2006/relationships/customXml" Target="../ink/ink580.xml"/><Relationship Id="rId187" Type="http://schemas.openxmlformats.org/officeDocument/2006/relationships/image" Target="../media/image59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03.xml"/><Relationship Id="rId233" Type="http://schemas.openxmlformats.org/officeDocument/2006/relationships/image" Target="../media/image620.png"/><Relationship Id="rId254" Type="http://schemas.openxmlformats.org/officeDocument/2006/relationships/customXml" Target="../ink/ink624.xml"/><Relationship Id="rId28" Type="http://schemas.openxmlformats.org/officeDocument/2006/relationships/customXml" Target="../ink/ink511.xml"/><Relationship Id="rId49" Type="http://schemas.openxmlformats.org/officeDocument/2006/relationships/image" Target="../media/image528.png"/><Relationship Id="rId114" Type="http://schemas.openxmlformats.org/officeDocument/2006/relationships/customXml" Target="../ink/ink554.xml"/><Relationship Id="rId275" Type="http://schemas.openxmlformats.org/officeDocument/2006/relationships/image" Target="../media/image641.png"/><Relationship Id="rId296" Type="http://schemas.openxmlformats.org/officeDocument/2006/relationships/customXml" Target="../ink/ink645.xml"/><Relationship Id="rId60" Type="http://schemas.openxmlformats.org/officeDocument/2006/relationships/customXml" Target="../ink/ink527.xml"/><Relationship Id="rId81" Type="http://schemas.openxmlformats.org/officeDocument/2006/relationships/image" Target="../media/image544.png"/><Relationship Id="rId135" Type="http://schemas.openxmlformats.org/officeDocument/2006/relationships/image" Target="../media/image571.png"/><Relationship Id="rId156" Type="http://schemas.openxmlformats.org/officeDocument/2006/relationships/customXml" Target="../ink/ink575.xml"/><Relationship Id="rId177" Type="http://schemas.openxmlformats.org/officeDocument/2006/relationships/image" Target="../media/image592.png"/><Relationship Id="rId198" Type="http://schemas.openxmlformats.org/officeDocument/2006/relationships/customXml" Target="../ink/ink596.xml"/><Relationship Id="rId202" Type="http://schemas.openxmlformats.org/officeDocument/2006/relationships/customXml" Target="../ink/ink598.xml"/><Relationship Id="rId223" Type="http://schemas.openxmlformats.org/officeDocument/2006/relationships/image" Target="../media/image615.png"/><Relationship Id="rId244" Type="http://schemas.openxmlformats.org/officeDocument/2006/relationships/customXml" Target="../ink/ink619.xml"/><Relationship Id="rId18" Type="http://schemas.openxmlformats.org/officeDocument/2006/relationships/customXml" Target="../ink/ink506.xml"/><Relationship Id="rId39" Type="http://schemas.openxmlformats.org/officeDocument/2006/relationships/image" Target="../media/image523.png"/><Relationship Id="rId265" Type="http://schemas.openxmlformats.org/officeDocument/2006/relationships/image" Target="../media/image636.png"/><Relationship Id="rId286" Type="http://schemas.openxmlformats.org/officeDocument/2006/relationships/customXml" Target="../ink/ink640.xml"/><Relationship Id="rId50" Type="http://schemas.openxmlformats.org/officeDocument/2006/relationships/customXml" Target="../ink/ink522.xml"/><Relationship Id="rId104" Type="http://schemas.openxmlformats.org/officeDocument/2006/relationships/customXml" Target="../ink/ink549.xml"/><Relationship Id="rId125" Type="http://schemas.openxmlformats.org/officeDocument/2006/relationships/image" Target="../media/image566.png"/><Relationship Id="rId146" Type="http://schemas.openxmlformats.org/officeDocument/2006/relationships/customXml" Target="../ink/ink570.xml"/><Relationship Id="rId167" Type="http://schemas.openxmlformats.org/officeDocument/2006/relationships/image" Target="../media/image587.png"/><Relationship Id="rId188" Type="http://schemas.openxmlformats.org/officeDocument/2006/relationships/customXml" Target="../ink/ink591.xml"/><Relationship Id="rId71" Type="http://schemas.openxmlformats.org/officeDocument/2006/relationships/image" Target="../media/image539.png"/><Relationship Id="rId92" Type="http://schemas.openxmlformats.org/officeDocument/2006/relationships/customXml" Target="../ink/ink543.xml"/><Relationship Id="rId213" Type="http://schemas.openxmlformats.org/officeDocument/2006/relationships/image" Target="../media/image610.png"/><Relationship Id="rId234" Type="http://schemas.openxmlformats.org/officeDocument/2006/relationships/customXml" Target="../ink/ink614.xml"/><Relationship Id="rId2" Type="http://schemas.openxmlformats.org/officeDocument/2006/relationships/customXml" Target="../ink/ink498.xml"/><Relationship Id="rId29" Type="http://schemas.openxmlformats.org/officeDocument/2006/relationships/image" Target="../media/image518.png"/><Relationship Id="rId255" Type="http://schemas.openxmlformats.org/officeDocument/2006/relationships/image" Target="../media/image631.png"/><Relationship Id="rId276" Type="http://schemas.openxmlformats.org/officeDocument/2006/relationships/customXml" Target="../ink/ink635.xml"/><Relationship Id="rId297" Type="http://schemas.openxmlformats.org/officeDocument/2006/relationships/image" Target="../media/image652.png"/><Relationship Id="rId40" Type="http://schemas.openxmlformats.org/officeDocument/2006/relationships/customXml" Target="../ink/ink517.xml"/><Relationship Id="rId115" Type="http://schemas.openxmlformats.org/officeDocument/2006/relationships/image" Target="../media/image561.png"/><Relationship Id="rId136" Type="http://schemas.openxmlformats.org/officeDocument/2006/relationships/customXml" Target="../ink/ink565.xml"/><Relationship Id="rId157" Type="http://schemas.openxmlformats.org/officeDocument/2006/relationships/image" Target="../media/image582.png"/><Relationship Id="rId178" Type="http://schemas.openxmlformats.org/officeDocument/2006/relationships/customXml" Target="../ink/ink586.xml"/><Relationship Id="rId61" Type="http://schemas.openxmlformats.org/officeDocument/2006/relationships/image" Target="../media/image534.png"/><Relationship Id="rId82" Type="http://schemas.openxmlformats.org/officeDocument/2006/relationships/customXml" Target="../ink/ink538.xml"/><Relationship Id="rId199" Type="http://schemas.openxmlformats.org/officeDocument/2006/relationships/image" Target="../media/image603.png"/><Relationship Id="rId203" Type="http://schemas.openxmlformats.org/officeDocument/2006/relationships/image" Target="../media/image605.png"/><Relationship Id="rId19" Type="http://schemas.openxmlformats.org/officeDocument/2006/relationships/image" Target="../media/image513.png"/><Relationship Id="rId224" Type="http://schemas.openxmlformats.org/officeDocument/2006/relationships/customXml" Target="../ink/ink609.xml"/><Relationship Id="rId245" Type="http://schemas.openxmlformats.org/officeDocument/2006/relationships/image" Target="../media/image626.png"/><Relationship Id="rId266" Type="http://schemas.openxmlformats.org/officeDocument/2006/relationships/customXml" Target="../ink/ink630.xml"/><Relationship Id="rId287" Type="http://schemas.openxmlformats.org/officeDocument/2006/relationships/image" Target="../media/image647.png"/><Relationship Id="rId30" Type="http://schemas.openxmlformats.org/officeDocument/2006/relationships/customXml" Target="../ink/ink512.xml"/><Relationship Id="rId105" Type="http://schemas.openxmlformats.org/officeDocument/2006/relationships/image" Target="../media/image556.png"/><Relationship Id="rId126" Type="http://schemas.openxmlformats.org/officeDocument/2006/relationships/customXml" Target="../ink/ink560.xml"/><Relationship Id="rId147" Type="http://schemas.openxmlformats.org/officeDocument/2006/relationships/image" Target="../media/image577.png"/><Relationship Id="rId168" Type="http://schemas.openxmlformats.org/officeDocument/2006/relationships/customXml" Target="../ink/ink581.xml"/><Relationship Id="rId51" Type="http://schemas.openxmlformats.org/officeDocument/2006/relationships/image" Target="../media/image529.png"/><Relationship Id="rId72" Type="http://schemas.openxmlformats.org/officeDocument/2006/relationships/customXml" Target="../ink/ink533.xml"/><Relationship Id="rId93" Type="http://schemas.openxmlformats.org/officeDocument/2006/relationships/image" Target="../media/image550.png"/><Relationship Id="rId189" Type="http://schemas.openxmlformats.org/officeDocument/2006/relationships/image" Target="../media/image598.png"/><Relationship Id="rId3" Type="http://schemas.openxmlformats.org/officeDocument/2006/relationships/image" Target="../media/image505.png"/><Relationship Id="rId214" Type="http://schemas.openxmlformats.org/officeDocument/2006/relationships/customXml" Target="../ink/ink604.xml"/><Relationship Id="rId235" Type="http://schemas.openxmlformats.org/officeDocument/2006/relationships/image" Target="../media/image621.png"/><Relationship Id="rId256" Type="http://schemas.openxmlformats.org/officeDocument/2006/relationships/customXml" Target="../ink/ink625.xml"/><Relationship Id="rId277" Type="http://schemas.openxmlformats.org/officeDocument/2006/relationships/image" Target="../media/image642.png"/><Relationship Id="rId298" Type="http://schemas.openxmlformats.org/officeDocument/2006/relationships/customXml" Target="../ink/ink646.xml"/><Relationship Id="rId116" Type="http://schemas.openxmlformats.org/officeDocument/2006/relationships/customXml" Target="../ink/ink555.xml"/><Relationship Id="rId137" Type="http://schemas.openxmlformats.org/officeDocument/2006/relationships/image" Target="../media/image572.png"/><Relationship Id="rId158" Type="http://schemas.openxmlformats.org/officeDocument/2006/relationships/customXml" Target="../ink/ink576.xml"/><Relationship Id="rId20" Type="http://schemas.openxmlformats.org/officeDocument/2006/relationships/customXml" Target="../ink/ink507.xml"/><Relationship Id="rId41" Type="http://schemas.openxmlformats.org/officeDocument/2006/relationships/image" Target="../media/image524.png"/><Relationship Id="rId62" Type="http://schemas.openxmlformats.org/officeDocument/2006/relationships/customXml" Target="../ink/ink528.xml"/><Relationship Id="rId83" Type="http://schemas.openxmlformats.org/officeDocument/2006/relationships/image" Target="../media/image545.png"/><Relationship Id="rId179" Type="http://schemas.openxmlformats.org/officeDocument/2006/relationships/image" Target="../media/image593.png"/><Relationship Id="rId190" Type="http://schemas.openxmlformats.org/officeDocument/2006/relationships/customXml" Target="../ink/ink592.xml"/><Relationship Id="rId204" Type="http://schemas.openxmlformats.org/officeDocument/2006/relationships/customXml" Target="../ink/ink599.xml"/><Relationship Id="rId225" Type="http://schemas.openxmlformats.org/officeDocument/2006/relationships/image" Target="../media/image616.png"/><Relationship Id="rId246" Type="http://schemas.openxmlformats.org/officeDocument/2006/relationships/customXml" Target="../ink/ink620.xml"/><Relationship Id="rId267" Type="http://schemas.openxmlformats.org/officeDocument/2006/relationships/image" Target="../media/image637.png"/><Relationship Id="rId288" Type="http://schemas.openxmlformats.org/officeDocument/2006/relationships/customXml" Target="../ink/ink641.xml"/><Relationship Id="rId106" Type="http://schemas.openxmlformats.org/officeDocument/2006/relationships/customXml" Target="../ink/ink550.xml"/><Relationship Id="rId127" Type="http://schemas.openxmlformats.org/officeDocument/2006/relationships/image" Target="../media/image567.png"/><Relationship Id="rId10" Type="http://schemas.openxmlformats.org/officeDocument/2006/relationships/customXml" Target="../ink/ink502.xml"/><Relationship Id="rId31" Type="http://schemas.openxmlformats.org/officeDocument/2006/relationships/image" Target="../media/image519.png"/><Relationship Id="rId52" Type="http://schemas.openxmlformats.org/officeDocument/2006/relationships/customXml" Target="../ink/ink523.xml"/><Relationship Id="rId73" Type="http://schemas.openxmlformats.org/officeDocument/2006/relationships/image" Target="../media/image540.png"/><Relationship Id="rId94" Type="http://schemas.openxmlformats.org/officeDocument/2006/relationships/customXml" Target="../ink/ink544.xml"/><Relationship Id="rId148" Type="http://schemas.openxmlformats.org/officeDocument/2006/relationships/customXml" Target="../ink/ink571.xml"/><Relationship Id="rId169" Type="http://schemas.openxmlformats.org/officeDocument/2006/relationships/image" Target="../media/image588.png"/><Relationship Id="rId4" Type="http://schemas.openxmlformats.org/officeDocument/2006/relationships/customXml" Target="../ink/ink499.xml"/><Relationship Id="rId180" Type="http://schemas.openxmlformats.org/officeDocument/2006/relationships/customXml" Target="../ink/ink587.xml"/><Relationship Id="rId215" Type="http://schemas.openxmlformats.org/officeDocument/2006/relationships/image" Target="../media/image611.png"/><Relationship Id="rId236" Type="http://schemas.openxmlformats.org/officeDocument/2006/relationships/customXml" Target="../ink/ink615.xml"/><Relationship Id="rId257" Type="http://schemas.openxmlformats.org/officeDocument/2006/relationships/image" Target="../media/image632.png"/><Relationship Id="rId278" Type="http://schemas.openxmlformats.org/officeDocument/2006/relationships/customXml" Target="../ink/ink636.xml"/><Relationship Id="rId42" Type="http://schemas.openxmlformats.org/officeDocument/2006/relationships/customXml" Target="../ink/ink518.xml"/><Relationship Id="rId84" Type="http://schemas.openxmlformats.org/officeDocument/2006/relationships/customXml" Target="../ink/ink539.xml"/><Relationship Id="rId138" Type="http://schemas.openxmlformats.org/officeDocument/2006/relationships/customXml" Target="../ink/ink566.xml"/><Relationship Id="rId191" Type="http://schemas.openxmlformats.org/officeDocument/2006/relationships/image" Target="../media/image599.png"/><Relationship Id="rId205" Type="http://schemas.openxmlformats.org/officeDocument/2006/relationships/image" Target="../media/image606.png"/><Relationship Id="rId247" Type="http://schemas.openxmlformats.org/officeDocument/2006/relationships/image" Target="../media/image627.png"/><Relationship Id="rId107" Type="http://schemas.openxmlformats.org/officeDocument/2006/relationships/image" Target="../media/image557.png"/><Relationship Id="rId289" Type="http://schemas.openxmlformats.org/officeDocument/2006/relationships/image" Target="../media/image648.png"/><Relationship Id="rId11" Type="http://schemas.openxmlformats.org/officeDocument/2006/relationships/image" Target="../media/image509.png"/><Relationship Id="rId53" Type="http://schemas.openxmlformats.org/officeDocument/2006/relationships/image" Target="../media/image530.png"/><Relationship Id="rId149" Type="http://schemas.openxmlformats.org/officeDocument/2006/relationships/image" Target="../media/image578.png"/><Relationship Id="rId95" Type="http://schemas.openxmlformats.org/officeDocument/2006/relationships/image" Target="../media/image551.png"/><Relationship Id="rId160" Type="http://schemas.openxmlformats.org/officeDocument/2006/relationships/customXml" Target="../ink/ink577.xml"/><Relationship Id="rId216" Type="http://schemas.openxmlformats.org/officeDocument/2006/relationships/customXml" Target="../ink/ink605.xml"/><Relationship Id="rId258" Type="http://schemas.openxmlformats.org/officeDocument/2006/relationships/customXml" Target="../ink/ink626.xml"/><Relationship Id="rId22" Type="http://schemas.openxmlformats.org/officeDocument/2006/relationships/customXml" Target="../ink/ink508.xml"/><Relationship Id="rId64" Type="http://schemas.openxmlformats.org/officeDocument/2006/relationships/customXml" Target="../ink/ink529.xml"/><Relationship Id="rId118" Type="http://schemas.openxmlformats.org/officeDocument/2006/relationships/customXml" Target="../ink/ink556.xml"/><Relationship Id="rId171" Type="http://schemas.openxmlformats.org/officeDocument/2006/relationships/image" Target="../media/image589.png"/><Relationship Id="rId227" Type="http://schemas.openxmlformats.org/officeDocument/2006/relationships/image" Target="../media/image617.png"/><Relationship Id="rId269" Type="http://schemas.openxmlformats.org/officeDocument/2006/relationships/image" Target="../media/image638.png"/><Relationship Id="rId33" Type="http://schemas.openxmlformats.org/officeDocument/2006/relationships/image" Target="../media/image520.png"/><Relationship Id="rId129" Type="http://schemas.openxmlformats.org/officeDocument/2006/relationships/image" Target="../media/image568.png"/><Relationship Id="rId280" Type="http://schemas.openxmlformats.org/officeDocument/2006/relationships/customXml" Target="../ink/ink6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6.png"/><Relationship Id="rId2" Type="http://schemas.openxmlformats.org/officeDocument/2006/relationships/image" Target="../media/image6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Logaritmo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C4F1A8-A8CB-0D68-97C8-FB132DCE58B6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O 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logaritmo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 é uma operação matemática diretamente 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relacionada com as equações exponenciais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. Nele buscamos encontrar o expoente que faz com a base seja igual ao que chamamos de </a:t>
            </a:r>
            <a:r>
              <a:rPr lang="pt-BR" b="0" i="0" dirty="0" err="1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logaritmando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.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E807ED4-36E6-38C9-DD10-C9187317AE98}"/>
              </a:ext>
            </a:extLst>
          </p:cNvPr>
          <p:cNvGrpSpPr/>
          <p:nvPr/>
        </p:nvGrpSpPr>
        <p:grpSpPr>
          <a:xfrm>
            <a:off x="1569328" y="3442254"/>
            <a:ext cx="1452600" cy="799560"/>
            <a:chOff x="1569328" y="3442254"/>
            <a:chExt cx="1452600" cy="79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C955EAC8-20D9-96B8-F6BF-58B4CA291FF4}"/>
                    </a:ext>
                  </a:extLst>
                </p14:cNvPr>
                <p14:cNvContentPartPr/>
                <p14:nvPr/>
              </p14:nvContentPartPr>
              <p14:xfrm>
                <a:off x="1783888" y="3862734"/>
                <a:ext cx="281160" cy="2455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C955EAC8-20D9-96B8-F6BF-58B4CA291FF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77768" y="3856614"/>
                  <a:ext cx="2934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0D4F2780-A875-B061-5145-A19107574269}"/>
                    </a:ext>
                  </a:extLst>
                </p14:cNvPr>
                <p14:cNvContentPartPr/>
                <p14:nvPr/>
              </p14:nvContentPartPr>
              <p14:xfrm>
                <a:off x="2269888" y="3598854"/>
                <a:ext cx="286200" cy="1872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0D4F2780-A875-B061-5145-A191075742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63768" y="3592734"/>
                  <a:ext cx="298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2F99774-3AD5-E8C8-4A77-C57F55248B16}"/>
                    </a:ext>
                  </a:extLst>
                </p14:cNvPr>
                <p14:cNvContentPartPr/>
                <p14:nvPr/>
              </p14:nvContentPartPr>
              <p14:xfrm>
                <a:off x="1569328" y="3442254"/>
                <a:ext cx="1452600" cy="7995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2F99774-3AD5-E8C8-4A77-C57F55248B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3208" y="3436134"/>
                  <a:ext cx="146484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EF15E7A-EEAE-E5C4-ED00-6062FFA31055}"/>
                    </a:ext>
                  </a:extLst>
                </p14:cNvPr>
                <p14:cNvContentPartPr/>
                <p14:nvPr/>
              </p14:nvContentPartPr>
              <p14:xfrm>
                <a:off x="1725208" y="3816654"/>
                <a:ext cx="573840" cy="3258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EF15E7A-EEAE-E5C4-ED00-6062FFA310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9088" y="3810534"/>
                  <a:ext cx="586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80DCA6AB-4F98-19D9-6086-D700834F89B7}"/>
                    </a:ext>
                  </a:extLst>
                </p14:cNvPr>
                <p14:cNvContentPartPr/>
                <p14:nvPr/>
              </p14:nvContentPartPr>
              <p14:xfrm>
                <a:off x="2228128" y="3543774"/>
                <a:ext cx="660600" cy="27360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80DCA6AB-4F98-19D9-6086-D700834F89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22008" y="3537654"/>
                  <a:ext cx="67284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CF089F6-71D8-D7B3-9BA2-081C171D7860}"/>
              </a:ext>
            </a:extLst>
          </p:cNvPr>
          <p:cNvGrpSpPr/>
          <p:nvPr/>
        </p:nvGrpSpPr>
        <p:grpSpPr>
          <a:xfrm>
            <a:off x="4292728" y="3516054"/>
            <a:ext cx="1632600" cy="771840"/>
            <a:chOff x="4292728" y="3516054"/>
            <a:chExt cx="1632600" cy="77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0BC45D9-D969-17EC-B8BB-8355F28F0CA6}"/>
                    </a:ext>
                  </a:extLst>
                </p14:cNvPr>
                <p14:cNvContentPartPr/>
                <p14:nvPr/>
              </p14:nvContentPartPr>
              <p14:xfrm>
                <a:off x="4633648" y="3989454"/>
                <a:ext cx="334800" cy="2419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0BC45D9-D969-17EC-B8BB-8355F28F0C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27528" y="3983334"/>
                  <a:ext cx="347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7E2600B-F13E-C430-B4DB-FA530E192DCE}"/>
                    </a:ext>
                  </a:extLst>
                </p14:cNvPr>
                <p14:cNvContentPartPr/>
                <p14:nvPr/>
              </p14:nvContentPartPr>
              <p14:xfrm>
                <a:off x="5068888" y="3606774"/>
                <a:ext cx="307800" cy="19080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7E2600B-F13E-C430-B4DB-FA530E192D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2768" y="3600654"/>
                  <a:ext cx="320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48D13E20-F036-00B3-C553-F3915D700EB7}"/>
                    </a:ext>
                  </a:extLst>
                </p14:cNvPr>
                <p14:cNvContentPartPr/>
                <p14:nvPr/>
              </p14:nvContentPartPr>
              <p14:xfrm>
                <a:off x="5751088" y="4015014"/>
                <a:ext cx="174240" cy="1764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48D13E20-F036-00B3-C553-F3915D700E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44968" y="4008894"/>
                  <a:ext cx="186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D64FA288-FAA8-9694-A597-56C132ADBC8E}"/>
                    </a:ext>
                  </a:extLst>
                </p14:cNvPr>
                <p14:cNvContentPartPr/>
                <p14:nvPr/>
              </p14:nvContentPartPr>
              <p14:xfrm>
                <a:off x="5680528" y="4121214"/>
                <a:ext cx="221400" cy="3996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D64FA288-FAA8-9694-A597-56C132ADBC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74408" y="4115094"/>
                  <a:ext cx="233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4B651247-8C06-AEBE-D9D9-CE09E4A3F875}"/>
                    </a:ext>
                  </a:extLst>
                </p14:cNvPr>
                <p14:cNvContentPartPr/>
                <p14:nvPr/>
              </p14:nvContentPartPr>
              <p14:xfrm>
                <a:off x="4292728" y="3516054"/>
                <a:ext cx="1481040" cy="7718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4B651247-8C06-AEBE-D9D9-CE09E4A3F8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6608" y="3509934"/>
                  <a:ext cx="1493280" cy="78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EA6B67C4-C645-299F-EFB4-E66E08C0DEF9}"/>
                  </a:ext>
                </a:extLst>
              </p14:cNvPr>
              <p14:cNvContentPartPr/>
              <p14:nvPr/>
            </p14:nvContentPartPr>
            <p14:xfrm>
              <a:off x="6367048" y="5266014"/>
              <a:ext cx="315000" cy="20556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EA6B67C4-C645-299F-EFB4-E66E08C0DEF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60928" y="5259894"/>
                <a:ext cx="3272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0F5408BC-2073-7DF6-D5AA-AD47FDA89871}"/>
                  </a:ext>
                </a:extLst>
              </p14:cNvPr>
              <p14:cNvContentPartPr/>
              <p14:nvPr/>
            </p14:nvContentPartPr>
            <p14:xfrm>
              <a:off x="7102888" y="5107614"/>
              <a:ext cx="162720" cy="32976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0F5408BC-2073-7DF6-D5AA-AD47FDA8987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96768" y="5101494"/>
                <a:ext cx="1749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8F58EE1C-F5BC-57DC-E4F7-B130A9F0C180}"/>
                  </a:ext>
                </a:extLst>
              </p14:cNvPr>
              <p14:cNvContentPartPr/>
              <p14:nvPr/>
            </p14:nvContentPartPr>
            <p14:xfrm>
              <a:off x="7394488" y="5437014"/>
              <a:ext cx="12240" cy="2052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8F58EE1C-F5BC-57DC-E4F7-B130A9F0C1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88368" y="5430894"/>
                <a:ext cx="244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0B9694D9-4B45-F114-65BC-65032D85DB60}"/>
                  </a:ext>
                </a:extLst>
              </p14:cNvPr>
              <p14:cNvContentPartPr/>
              <p14:nvPr/>
            </p14:nvContentPartPr>
            <p14:xfrm>
              <a:off x="7477648" y="5317854"/>
              <a:ext cx="286200" cy="12852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0B9694D9-4B45-F114-65BC-65032D85DB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71528" y="5311734"/>
                <a:ext cx="2984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992A5A3F-D2EB-A5BD-9628-F6F435A01BC1}"/>
                  </a:ext>
                </a:extLst>
              </p14:cNvPr>
              <p14:cNvContentPartPr/>
              <p14:nvPr/>
            </p14:nvContentPartPr>
            <p14:xfrm>
              <a:off x="8059408" y="5122374"/>
              <a:ext cx="513000" cy="2534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992A5A3F-D2EB-A5BD-9628-F6F435A01B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53288" y="5116254"/>
                <a:ext cx="5252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C3D881ED-914C-C3C1-E446-B486BBC962AC}"/>
                  </a:ext>
                </a:extLst>
              </p14:cNvPr>
              <p14:cNvContentPartPr/>
              <p14:nvPr/>
            </p14:nvContentPartPr>
            <p14:xfrm>
              <a:off x="6134128" y="4850214"/>
              <a:ext cx="129600" cy="490680"/>
            </p14:xfrm>
          </p:contentPart>
        </mc:Choice>
        <mc:Fallback xmlns=""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C3D881ED-914C-C3C1-E446-B486BBC962A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28008" y="4844094"/>
                <a:ext cx="1418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A2A1C686-1234-4B32-314F-614A8B068F89}"/>
                  </a:ext>
                </a:extLst>
              </p14:cNvPr>
              <p14:cNvContentPartPr/>
              <p14:nvPr/>
            </p14:nvContentPartPr>
            <p14:xfrm>
              <a:off x="6239608" y="4710894"/>
              <a:ext cx="2472480" cy="126720"/>
            </p14:xfrm>
          </p:contentPart>
        </mc:Choice>
        <mc:Fallback xmlns=""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A2A1C686-1234-4B32-314F-614A8B068F8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33488" y="4704774"/>
                <a:ext cx="24847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F740D263-1AA1-0CCA-0374-5D3B0F789740}"/>
                  </a:ext>
                </a:extLst>
              </p14:cNvPr>
              <p14:cNvContentPartPr/>
              <p14:nvPr/>
            </p14:nvContentPartPr>
            <p14:xfrm>
              <a:off x="5913808" y="5310294"/>
              <a:ext cx="2718360" cy="46692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F740D263-1AA1-0CCA-0374-5D3B0F78974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07688" y="5304174"/>
                <a:ext cx="273060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CA5C3496-5F2D-EF11-255C-0D82FE2E8B02}"/>
                  </a:ext>
                </a:extLst>
              </p14:cNvPr>
              <p14:cNvContentPartPr/>
              <p14:nvPr/>
            </p14:nvContentPartPr>
            <p14:xfrm>
              <a:off x="8561248" y="5019414"/>
              <a:ext cx="208440" cy="65088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CA5C3496-5F2D-EF11-255C-0D82FE2E8B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55128" y="5013294"/>
                <a:ext cx="220680" cy="66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E39683CC-34DD-EF8C-5821-949F81B781CB}"/>
              </a:ext>
            </a:extLst>
          </p:cNvPr>
          <p:cNvGrpSpPr/>
          <p:nvPr/>
        </p:nvGrpSpPr>
        <p:grpSpPr>
          <a:xfrm>
            <a:off x="1591648" y="4770294"/>
            <a:ext cx="3809520" cy="850320"/>
            <a:chOff x="1591648" y="4770294"/>
            <a:chExt cx="3809520" cy="85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9809E2F4-D2C2-AAE2-D3B7-233441B5D02E}"/>
                    </a:ext>
                  </a:extLst>
                </p14:cNvPr>
                <p14:cNvContentPartPr/>
                <p14:nvPr/>
              </p14:nvContentPartPr>
              <p14:xfrm>
                <a:off x="2033368" y="5058294"/>
                <a:ext cx="322920" cy="51516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9809E2F4-D2C2-AAE2-D3B7-233441B5D0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27248" y="5052174"/>
                  <a:ext cx="3351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80CB8C3-C5FF-4AEF-7912-DC11768D8DC3}"/>
                    </a:ext>
                  </a:extLst>
                </p14:cNvPr>
                <p14:cNvContentPartPr/>
                <p14:nvPr/>
              </p14:nvContentPartPr>
              <p14:xfrm>
                <a:off x="2264488" y="5497854"/>
                <a:ext cx="263520" cy="1227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80CB8C3-C5FF-4AEF-7912-DC11768D8D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58368" y="5491734"/>
                  <a:ext cx="275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2144807-E13D-A5ED-E55E-C31795C77F6A}"/>
                    </a:ext>
                  </a:extLst>
                </p14:cNvPr>
                <p14:cNvContentPartPr/>
                <p14:nvPr/>
              </p14:nvContentPartPr>
              <p14:xfrm>
                <a:off x="2951008" y="5180694"/>
                <a:ext cx="240840" cy="4129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2144807-E13D-A5ED-E55E-C31795C77F6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44888" y="5174574"/>
                  <a:ext cx="2530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3E1A882-A871-C951-58B3-AECF8BBEFA4D}"/>
                    </a:ext>
                  </a:extLst>
                </p14:cNvPr>
                <p14:cNvContentPartPr/>
                <p14:nvPr/>
              </p14:nvContentPartPr>
              <p14:xfrm>
                <a:off x="3628168" y="5290854"/>
                <a:ext cx="374040" cy="2156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3E1A882-A871-C951-58B3-AECF8BBEFA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22048" y="5284734"/>
                  <a:ext cx="386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F50A65F-4087-DD21-B98D-14019F5955A5}"/>
                    </a:ext>
                  </a:extLst>
                </p14:cNvPr>
                <p14:cNvContentPartPr/>
                <p14:nvPr/>
              </p14:nvContentPartPr>
              <p14:xfrm>
                <a:off x="4081768" y="5045334"/>
                <a:ext cx="310680" cy="2131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F50A65F-4087-DD21-B98D-14019F5955A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75648" y="5039214"/>
                  <a:ext cx="322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16A9058F-4CA9-CFE2-41B5-8DF676345D59}"/>
                    </a:ext>
                  </a:extLst>
                </p14:cNvPr>
                <p14:cNvContentPartPr/>
                <p14:nvPr/>
              </p14:nvContentPartPr>
              <p14:xfrm>
                <a:off x="4646968" y="5038134"/>
                <a:ext cx="96480" cy="3276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16A9058F-4CA9-CFE2-41B5-8DF676345D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0848" y="5032014"/>
                  <a:ext cx="1087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01AACA3-719F-F399-7C81-312BDFA21ADB}"/>
                    </a:ext>
                  </a:extLst>
                </p14:cNvPr>
                <p14:cNvContentPartPr/>
                <p14:nvPr/>
              </p14:nvContentPartPr>
              <p14:xfrm>
                <a:off x="1591648" y="4770294"/>
                <a:ext cx="2714760" cy="3888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01AACA3-719F-F399-7C81-312BDFA21A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85528" y="4764174"/>
                  <a:ext cx="2727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B0B28DF-C33E-D2E4-514D-EC0D561F008F}"/>
                    </a:ext>
                  </a:extLst>
                </p14:cNvPr>
                <p14:cNvContentPartPr/>
                <p14:nvPr/>
              </p14:nvContentPartPr>
              <p14:xfrm>
                <a:off x="1714408" y="4884414"/>
                <a:ext cx="70920" cy="2430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B0B28DF-C33E-D2E4-514D-EC0D561F00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08288" y="4878294"/>
                  <a:ext cx="83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C7571E30-2549-9ACB-B02D-887FFE9D62D2}"/>
                    </a:ext>
                  </a:extLst>
                </p14:cNvPr>
                <p14:cNvContentPartPr/>
                <p14:nvPr/>
              </p14:nvContentPartPr>
              <p14:xfrm>
                <a:off x="1808728" y="5062614"/>
                <a:ext cx="548280" cy="900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C7571E30-2549-9ACB-B02D-887FFE9D62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02608" y="5056494"/>
                  <a:ext cx="560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D06F593-B97C-F3FB-535A-3E53AB95FDE1}"/>
                    </a:ext>
                  </a:extLst>
                </p14:cNvPr>
                <p14:cNvContentPartPr/>
                <p14:nvPr/>
              </p14:nvContentPartPr>
              <p14:xfrm>
                <a:off x="1738168" y="4903854"/>
                <a:ext cx="416520" cy="1227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D06F593-B97C-F3FB-535A-3E53AB95FDE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32048" y="4897734"/>
                  <a:ext cx="428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A48D0CD-758E-A87A-799A-7428C27982EB}"/>
                    </a:ext>
                  </a:extLst>
                </p14:cNvPr>
                <p14:cNvContentPartPr/>
                <p14:nvPr/>
              </p14:nvContentPartPr>
              <p14:xfrm>
                <a:off x="5179768" y="5308134"/>
                <a:ext cx="221400" cy="136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A48D0CD-758E-A87A-799A-7428C27982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73648" y="5302014"/>
                  <a:ext cx="233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92184A7-5038-6FE9-1257-2366C8B83855}"/>
                    </a:ext>
                  </a:extLst>
                </p14:cNvPr>
                <p14:cNvContentPartPr/>
                <p14:nvPr/>
              </p14:nvContentPartPr>
              <p14:xfrm>
                <a:off x="5132608" y="5410014"/>
                <a:ext cx="198000" cy="122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92184A7-5038-6FE9-1257-2366C8B838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6488" y="5403894"/>
                  <a:ext cx="210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EC5A655-7471-84A3-917C-7E543678B6E3}"/>
                    </a:ext>
                  </a:extLst>
                </p14:cNvPr>
                <p14:cNvContentPartPr/>
                <p14:nvPr/>
              </p14:nvContentPartPr>
              <p14:xfrm>
                <a:off x="4013728" y="4904214"/>
                <a:ext cx="604800" cy="3405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EC5A655-7471-84A3-917C-7E543678B6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07608" y="4898094"/>
                  <a:ext cx="617040" cy="35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A3DA1F-190B-E841-2C83-8E392EEF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510" y="808876"/>
            <a:ext cx="9905999" cy="3541714"/>
          </a:xfrm>
        </p:spPr>
        <p:txBody>
          <a:bodyPr/>
          <a:lstStyle/>
          <a:p>
            <a:pPr algn="just"/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Chamamos de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logaritmo de a na base b</a:t>
            </a:r>
            <a:r>
              <a:rPr lang="pt-BR" b="1" i="1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,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representado por </a:t>
            </a:r>
            <a:r>
              <a:rPr lang="pt-BR" b="1" i="0" dirty="0" err="1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log</a:t>
            </a:r>
            <a:r>
              <a:rPr lang="pt-BR" b="1" i="0" baseline="-25000" dirty="0" err="1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a</a:t>
            </a:r>
            <a:r>
              <a:rPr lang="pt-BR" b="1" i="0" dirty="0" err="1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b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, o valor x, tal que 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a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elevado a 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x</a:t>
            </a:r>
            <a:r>
              <a:rPr lang="pt-BR" b="0" i="1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seja igual a </a:t>
            </a:r>
            <a:r>
              <a:rPr lang="pt-BR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b</a:t>
            </a:r>
            <a:r>
              <a:rPr lang="pt-BR" b="0" i="1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Por exemplo, ao </a:t>
            </a:r>
            <a:r>
              <a:rPr lang="pt-BR" b="0" i="0" dirty="0" err="1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escrevermo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 log</a:t>
            </a:r>
            <a:r>
              <a:rPr lang="pt-BR" b="0" i="0" baseline="-2500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8 (lê-se logaritmo de 8 na base 2), estamos procurando o número a que devemos elevar o 2 para que a resposta seja igual a 8.</a:t>
            </a:r>
          </a:p>
          <a:p>
            <a:pPr algn="just"/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Log</a:t>
            </a:r>
            <a:r>
              <a:rPr lang="pt-BR" b="0" i="0" baseline="-2500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2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8 = 3, pois 2³ = 8.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D98DEC-7F42-5017-8556-353AC398C4F6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92588E-DC76-6236-4710-3EF38178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89" y="3701252"/>
            <a:ext cx="2854276" cy="2347872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235AAAC8-43ED-007D-B31D-4A074AE81BD8}"/>
              </a:ext>
            </a:extLst>
          </p:cNvPr>
          <p:cNvGrpSpPr/>
          <p:nvPr/>
        </p:nvGrpSpPr>
        <p:grpSpPr>
          <a:xfrm>
            <a:off x="9644128" y="4198974"/>
            <a:ext cx="839880" cy="232200"/>
            <a:chOff x="9644128" y="4198974"/>
            <a:chExt cx="83988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71CF877-7F40-239F-01FA-99AC60B3686C}"/>
                    </a:ext>
                  </a:extLst>
                </p14:cNvPr>
                <p14:cNvContentPartPr/>
                <p14:nvPr/>
              </p14:nvContentPartPr>
              <p14:xfrm>
                <a:off x="9679408" y="4267734"/>
                <a:ext cx="291960" cy="252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71CF877-7F40-239F-01FA-99AC60B3686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73288" y="4261614"/>
                  <a:ext cx="30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6C398A13-E664-04D3-D940-0001CF7052BC}"/>
                    </a:ext>
                  </a:extLst>
                </p14:cNvPr>
                <p14:cNvContentPartPr/>
                <p14:nvPr/>
              </p14:nvContentPartPr>
              <p14:xfrm>
                <a:off x="9644128" y="4353774"/>
                <a:ext cx="244800" cy="183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6C398A13-E664-04D3-D940-0001CF7052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38008" y="4347654"/>
                  <a:ext cx="257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26582F8C-B31E-8C5E-55B1-D922D2DBAB42}"/>
                    </a:ext>
                  </a:extLst>
                </p14:cNvPr>
                <p14:cNvContentPartPr/>
                <p14:nvPr/>
              </p14:nvContentPartPr>
              <p14:xfrm>
                <a:off x="10215448" y="4198974"/>
                <a:ext cx="268560" cy="2322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26582F8C-B31E-8C5E-55B1-D922D2DBAB4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09328" y="4192854"/>
                  <a:ext cx="28080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70931AED-FB14-74C5-DE16-CC8CE719E9A3}"/>
              </a:ext>
            </a:extLst>
          </p:cNvPr>
          <p:cNvGrpSpPr/>
          <p:nvPr/>
        </p:nvGrpSpPr>
        <p:grpSpPr>
          <a:xfrm>
            <a:off x="7476568" y="5036334"/>
            <a:ext cx="3228480" cy="837360"/>
            <a:chOff x="7476568" y="5036334"/>
            <a:chExt cx="32284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333944F8-3079-69C8-D2F0-6FE7EED38040}"/>
                    </a:ext>
                  </a:extLst>
                </p14:cNvPr>
                <p14:cNvContentPartPr/>
                <p14:nvPr/>
              </p14:nvContentPartPr>
              <p14:xfrm>
                <a:off x="7476568" y="5041374"/>
                <a:ext cx="524880" cy="4014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333944F8-3079-69C8-D2F0-6FE7EED380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70448" y="5035254"/>
                  <a:ext cx="5371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607D315C-D7B4-0ABA-3865-E9C1493E307C}"/>
                    </a:ext>
                  </a:extLst>
                </p14:cNvPr>
                <p14:cNvContentPartPr/>
                <p14:nvPr/>
              </p14:nvContentPartPr>
              <p14:xfrm>
                <a:off x="7999648" y="5249094"/>
                <a:ext cx="257760" cy="11412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607D315C-D7B4-0ABA-3865-E9C1493E30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93528" y="5242974"/>
                  <a:ext cx="270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134D5CA-5C5D-54E0-DED3-F831AE0203B7}"/>
                    </a:ext>
                  </a:extLst>
                </p14:cNvPr>
                <p14:cNvContentPartPr/>
                <p14:nvPr/>
              </p14:nvContentPartPr>
              <p14:xfrm>
                <a:off x="8012608" y="5226774"/>
                <a:ext cx="605160" cy="3373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134D5CA-5C5D-54E0-DED3-F831AE0203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06488" y="5220654"/>
                  <a:ext cx="6174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324FF21-1C4F-E663-22BC-A86E2059DFCF}"/>
                    </a:ext>
                  </a:extLst>
                </p14:cNvPr>
                <p14:cNvContentPartPr/>
                <p14:nvPr/>
              </p14:nvContentPartPr>
              <p14:xfrm>
                <a:off x="8875168" y="5036334"/>
                <a:ext cx="221760" cy="35892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324FF21-1C4F-E663-22BC-A86E2059DFC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69048" y="5030214"/>
                  <a:ext cx="234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6165526-6469-410A-1EC2-24155EE76CAE}"/>
                    </a:ext>
                  </a:extLst>
                </p14:cNvPr>
                <p14:cNvContentPartPr/>
                <p14:nvPr/>
              </p14:nvContentPartPr>
              <p14:xfrm>
                <a:off x="8395648" y="5647974"/>
                <a:ext cx="421200" cy="2084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6165526-6469-410A-1EC2-24155EE76C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89528" y="5641854"/>
                  <a:ext cx="433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174221AC-4990-381B-DBFE-F10EE1CB5BFA}"/>
                    </a:ext>
                  </a:extLst>
                </p14:cNvPr>
                <p14:cNvContentPartPr/>
                <p14:nvPr/>
              </p14:nvContentPartPr>
              <p14:xfrm>
                <a:off x="9540808" y="5184654"/>
                <a:ext cx="209520" cy="1764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174221AC-4990-381B-DBFE-F10EE1CB5BF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34688" y="5178534"/>
                  <a:ext cx="221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E2AA2D4-71A3-D0E8-B1A8-0D9CC50D649F}"/>
                    </a:ext>
                  </a:extLst>
                </p14:cNvPr>
                <p14:cNvContentPartPr/>
                <p14:nvPr/>
              </p14:nvContentPartPr>
              <p14:xfrm>
                <a:off x="9458368" y="5238654"/>
                <a:ext cx="453960" cy="356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E2AA2D4-71A3-D0E8-B1A8-0D9CC50D64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52248" y="5232534"/>
                  <a:ext cx="466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71E380F-57CA-225B-ACAE-E8D98CBFC3B8}"/>
                    </a:ext>
                  </a:extLst>
                </p14:cNvPr>
                <p14:cNvContentPartPr/>
                <p14:nvPr/>
              </p14:nvContentPartPr>
              <p14:xfrm>
                <a:off x="10274128" y="5068014"/>
                <a:ext cx="430920" cy="44640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71E380F-57CA-225B-ACAE-E8D98CBFC3B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8008" y="5061894"/>
                  <a:ext cx="4431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770DFAB-0131-B632-E7A7-2EFAB2DC2ECF}"/>
                    </a:ext>
                  </a:extLst>
                </p14:cNvPr>
                <p14:cNvContentPartPr/>
                <p14:nvPr/>
              </p14:nvContentPartPr>
              <p14:xfrm>
                <a:off x="8969128" y="5493894"/>
                <a:ext cx="1480320" cy="3798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770DFAB-0131-B632-E7A7-2EFAB2DC2EC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63008" y="5487774"/>
                  <a:ext cx="149256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5489C402-634D-1A09-C861-B902820D3B42}"/>
                  </a:ext>
                </a:extLst>
              </p14:cNvPr>
              <p14:cNvContentPartPr/>
              <p14:nvPr/>
            </p14:nvContentPartPr>
            <p14:xfrm>
              <a:off x="9072448" y="4775334"/>
              <a:ext cx="1587600" cy="20844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5489C402-634D-1A09-C861-B902820D3B4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66328" y="4769214"/>
                <a:ext cx="159984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Agrupar 50">
            <a:extLst>
              <a:ext uri="{FF2B5EF4-FFF2-40B4-BE49-F238E27FC236}">
                <a16:creationId xmlns:a16="http://schemas.microsoft.com/office/drawing/2014/main" id="{00270CCB-9215-E2CB-B683-293221468653}"/>
              </a:ext>
            </a:extLst>
          </p:cNvPr>
          <p:cNvGrpSpPr/>
          <p:nvPr/>
        </p:nvGrpSpPr>
        <p:grpSpPr>
          <a:xfrm>
            <a:off x="7852768" y="5808894"/>
            <a:ext cx="1220400" cy="517320"/>
            <a:chOff x="7852768" y="5808894"/>
            <a:chExt cx="122040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3D481B6E-85F4-EF75-09F0-43241148AADE}"/>
                    </a:ext>
                  </a:extLst>
                </p14:cNvPr>
                <p14:cNvContentPartPr/>
                <p14:nvPr/>
              </p14:nvContentPartPr>
              <p14:xfrm>
                <a:off x="7852768" y="6011574"/>
                <a:ext cx="299160" cy="31464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3D481B6E-85F4-EF75-09F0-43241148AA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46648" y="6005454"/>
                  <a:ext cx="311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29886918-84FD-9E73-ED60-E4EB4A128EFF}"/>
                    </a:ext>
                  </a:extLst>
                </p14:cNvPr>
                <p14:cNvContentPartPr/>
                <p14:nvPr/>
              </p14:nvContentPartPr>
              <p14:xfrm>
                <a:off x="8259208" y="5808894"/>
                <a:ext cx="290520" cy="2959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29886918-84FD-9E73-ED60-E4EB4A128EF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53088" y="5802774"/>
                  <a:ext cx="302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EF6ADA4E-4BE3-4CA7-A33B-2955AAF92EF6}"/>
                    </a:ext>
                  </a:extLst>
                </p14:cNvPr>
                <p14:cNvContentPartPr/>
                <p14:nvPr/>
              </p14:nvContentPartPr>
              <p14:xfrm>
                <a:off x="8781208" y="6024534"/>
                <a:ext cx="291960" cy="100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EF6ADA4E-4BE3-4CA7-A33B-2955AAF92EF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75088" y="6018414"/>
                  <a:ext cx="304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29665AB5-43D6-53B0-91CF-B3EC45AC2937}"/>
                    </a:ext>
                  </a:extLst>
                </p14:cNvPr>
                <p14:cNvContentPartPr/>
                <p14:nvPr/>
              </p14:nvContentPartPr>
              <p14:xfrm>
                <a:off x="8757808" y="6115614"/>
                <a:ext cx="244800" cy="1836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29665AB5-43D6-53B0-91CF-B3EC45AC29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51688" y="6109494"/>
                  <a:ext cx="2570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A1803F2D-8F2B-F248-5D82-C326E5EC2B7E}"/>
                  </a:ext>
                </a:extLst>
              </p14:cNvPr>
              <p14:cNvContentPartPr/>
              <p14:nvPr/>
            </p14:nvContentPartPr>
            <p14:xfrm>
              <a:off x="9540808" y="5883054"/>
              <a:ext cx="303840" cy="347400"/>
            </p14:xfrm>
          </p:contentPart>
        </mc:Choice>
        <mc:Fallback xmlns=""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A1803F2D-8F2B-F248-5D82-C326E5EC2B7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34688" y="5876934"/>
                <a:ext cx="3160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3FB6B768-675C-336D-F606-D77F38E58714}"/>
                  </a:ext>
                </a:extLst>
              </p14:cNvPr>
              <p14:cNvContentPartPr/>
              <p14:nvPr/>
            </p14:nvContentPartPr>
            <p14:xfrm>
              <a:off x="2331808" y="3968214"/>
              <a:ext cx="970200" cy="48132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3FB6B768-675C-336D-F606-D77F38E5871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325688" y="3962094"/>
                <a:ext cx="98244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Agrupar 76">
            <a:extLst>
              <a:ext uri="{FF2B5EF4-FFF2-40B4-BE49-F238E27FC236}">
                <a16:creationId xmlns:a16="http://schemas.microsoft.com/office/drawing/2014/main" id="{5A3C1875-00D7-C503-F536-F1220C148893}"/>
              </a:ext>
            </a:extLst>
          </p:cNvPr>
          <p:cNvGrpSpPr/>
          <p:nvPr/>
        </p:nvGrpSpPr>
        <p:grpSpPr>
          <a:xfrm>
            <a:off x="456928" y="3491214"/>
            <a:ext cx="2923200" cy="2036520"/>
            <a:chOff x="456928" y="3491214"/>
            <a:chExt cx="2923200" cy="20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678E20EB-7715-E867-DE9C-05906471A1C4}"/>
                    </a:ext>
                  </a:extLst>
                </p14:cNvPr>
                <p14:cNvContentPartPr/>
                <p14:nvPr/>
              </p14:nvContentPartPr>
              <p14:xfrm>
                <a:off x="934648" y="3544134"/>
                <a:ext cx="150120" cy="3477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678E20EB-7715-E867-DE9C-05906471A1C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8528" y="3538014"/>
                  <a:ext cx="162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8305143C-1AB0-6CD4-5D52-51FA267937BF}"/>
                    </a:ext>
                  </a:extLst>
                </p14:cNvPr>
                <p14:cNvContentPartPr/>
                <p14:nvPr/>
              </p14:nvContentPartPr>
              <p14:xfrm>
                <a:off x="1144888" y="3681294"/>
                <a:ext cx="262080" cy="1641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8305143C-1AB0-6CD4-5D52-51FA267937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8768" y="3675174"/>
                  <a:ext cx="274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04780D59-DACA-50ED-1A87-3C823A591B23}"/>
                    </a:ext>
                  </a:extLst>
                </p14:cNvPr>
                <p14:cNvContentPartPr/>
                <p14:nvPr/>
              </p14:nvContentPartPr>
              <p14:xfrm>
                <a:off x="1206088" y="3682734"/>
                <a:ext cx="488160" cy="32328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04780D59-DACA-50ED-1A87-3C823A591B2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99968" y="3676614"/>
                  <a:ext cx="500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AA1AF3D8-3CE8-62FF-6714-13BE88224F7F}"/>
                    </a:ext>
                  </a:extLst>
                </p14:cNvPr>
                <p14:cNvContentPartPr/>
                <p14:nvPr/>
              </p14:nvContentPartPr>
              <p14:xfrm>
                <a:off x="2111848" y="3491214"/>
                <a:ext cx="339480" cy="4496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AA1AF3D8-3CE8-62FF-6714-13BE88224F7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05728" y="3485094"/>
                  <a:ext cx="3517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E413E7FC-3D33-821C-6007-1F744510B91B}"/>
                    </a:ext>
                  </a:extLst>
                </p14:cNvPr>
                <p14:cNvContentPartPr/>
                <p14:nvPr/>
              </p14:nvContentPartPr>
              <p14:xfrm>
                <a:off x="818728" y="4488054"/>
                <a:ext cx="33120" cy="24804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E413E7FC-3D33-821C-6007-1F744510B91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2608" y="4481934"/>
                  <a:ext cx="45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AB43EBBF-73A3-6520-4580-E93EEF74C13E}"/>
                    </a:ext>
                  </a:extLst>
                </p14:cNvPr>
                <p14:cNvContentPartPr/>
                <p14:nvPr/>
              </p14:nvContentPartPr>
              <p14:xfrm>
                <a:off x="1178368" y="4504974"/>
                <a:ext cx="188280" cy="11304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AB43EBBF-73A3-6520-4580-E93EEF74C1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72248" y="4498854"/>
                  <a:ext cx="200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C9C72BD1-712B-43D5-3E3E-5B88D11D8649}"/>
                    </a:ext>
                  </a:extLst>
                </p14:cNvPr>
                <p14:cNvContentPartPr/>
                <p14:nvPr/>
              </p14:nvContentPartPr>
              <p14:xfrm>
                <a:off x="1331368" y="4476174"/>
                <a:ext cx="339480" cy="3139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C9C72BD1-712B-43D5-3E3E-5B88D11D864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25248" y="4470054"/>
                  <a:ext cx="3517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1189752-766B-CDEB-C2E8-F67690AEDF83}"/>
                    </a:ext>
                  </a:extLst>
                </p14:cNvPr>
                <p14:cNvContentPartPr/>
                <p14:nvPr/>
              </p14:nvContentPartPr>
              <p14:xfrm>
                <a:off x="1943368" y="4473654"/>
                <a:ext cx="424800" cy="26496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1189752-766B-CDEB-C2E8-F67690AEDF8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37248" y="4467534"/>
                  <a:ext cx="437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F5039C1-7FB8-E0AD-63F1-7BD03DB5C0AE}"/>
                    </a:ext>
                  </a:extLst>
                </p14:cNvPr>
                <p14:cNvContentPartPr/>
                <p14:nvPr/>
              </p14:nvContentPartPr>
              <p14:xfrm>
                <a:off x="2485168" y="4158654"/>
                <a:ext cx="396000" cy="2494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F5039C1-7FB8-E0AD-63F1-7BD03DB5C0A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79048" y="4152534"/>
                  <a:ext cx="408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3CC294E-CA1A-3831-21E7-857AAF4CB8B5}"/>
                    </a:ext>
                  </a:extLst>
                </p14:cNvPr>
                <p14:cNvContentPartPr/>
                <p14:nvPr/>
              </p14:nvContentPartPr>
              <p14:xfrm>
                <a:off x="1154968" y="4458534"/>
                <a:ext cx="311400" cy="1580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3CC294E-CA1A-3831-21E7-857AAF4CB8B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48848" y="4452414"/>
                  <a:ext cx="323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FA6431F5-2EB5-E7B1-7F84-0156D86863BB}"/>
                    </a:ext>
                  </a:extLst>
                </p14:cNvPr>
                <p14:cNvContentPartPr/>
                <p14:nvPr/>
              </p14:nvContentPartPr>
              <p14:xfrm>
                <a:off x="981088" y="5199054"/>
                <a:ext cx="362520" cy="24120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FA6431F5-2EB5-E7B1-7F84-0156D86863B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4968" y="5192934"/>
                  <a:ext cx="374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6B74A4B7-F345-D54B-1732-537BBAF4F44B}"/>
                    </a:ext>
                  </a:extLst>
                </p14:cNvPr>
                <p14:cNvContentPartPr/>
                <p14:nvPr/>
              </p14:nvContentPartPr>
              <p14:xfrm>
                <a:off x="1658248" y="5025894"/>
                <a:ext cx="127440" cy="3222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6B74A4B7-F345-D54B-1732-537BBAF4F44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52128" y="5019774"/>
                  <a:ext cx="139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F76912D-0D15-3E8F-1827-50769F176400}"/>
                    </a:ext>
                  </a:extLst>
                </p14:cNvPr>
                <p14:cNvContentPartPr/>
                <p14:nvPr/>
              </p14:nvContentPartPr>
              <p14:xfrm>
                <a:off x="1901968" y="5213814"/>
                <a:ext cx="186840" cy="8388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F76912D-0D15-3E8F-1827-50769F17640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895848" y="5207694"/>
                  <a:ext cx="199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99285E7D-F5A7-7918-6DA0-E05F12AB9E9A}"/>
                    </a:ext>
                  </a:extLst>
                </p14:cNvPr>
                <p14:cNvContentPartPr/>
                <p14:nvPr/>
              </p14:nvContentPartPr>
              <p14:xfrm>
                <a:off x="2123368" y="5196534"/>
                <a:ext cx="279360" cy="33120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99285E7D-F5A7-7918-6DA0-E05F12AB9E9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17248" y="5190414"/>
                  <a:ext cx="291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11BB7DAC-268B-66CF-FB17-06FA3B167486}"/>
                    </a:ext>
                  </a:extLst>
                </p14:cNvPr>
                <p14:cNvContentPartPr/>
                <p14:nvPr/>
              </p14:nvContentPartPr>
              <p14:xfrm>
                <a:off x="2951728" y="4883694"/>
                <a:ext cx="428400" cy="28620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11BB7DAC-268B-66CF-FB17-06FA3B16748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45608" y="4877574"/>
                  <a:ext cx="440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B31284E1-2519-CD08-2804-47BA73EDB85B}"/>
                    </a:ext>
                  </a:extLst>
                </p14:cNvPr>
                <p14:cNvContentPartPr/>
                <p14:nvPr/>
              </p14:nvContentPartPr>
              <p14:xfrm>
                <a:off x="483208" y="4039494"/>
                <a:ext cx="1782000" cy="35748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B31284E1-2519-CD08-2804-47BA73EDB8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7088" y="4033374"/>
                  <a:ext cx="17942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73D8C427-308C-667F-0E8F-1A088ED0CA7C}"/>
                    </a:ext>
                  </a:extLst>
                </p14:cNvPr>
                <p14:cNvContentPartPr/>
                <p14:nvPr/>
              </p14:nvContentPartPr>
              <p14:xfrm>
                <a:off x="536848" y="4368894"/>
                <a:ext cx="409320" cy="5508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73D8C427-308C-667F-0E8F-1A088ED0CA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0728" y="4362774"/>
                  <a:ext cx="4215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7A4031D4-2ABD-FA3C-83DC-485C48958BEF}"/>
                    </a:ext>
                  </a:extLst>
                </p14:cNvPr>
                <p14:cNvContentPartPr/>
                <p14:nvPr/>
              </p14:nvContentPartPr>
              <p14:xfrm>
                <a:off x="527488" y="4223094"/>
                <a:ext cx="268200" cy="15372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7A4031D4-2ABD-FA3C-83DC-485C48958BE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1368" y="4216974"/>
                  <a:ext cx="280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19D6A6E4-1A3F-618C-4EAC-06C078C0A97C}"/>
                    </a:ext>
                  </a:extLst>
                </p14:cNvPr>
                <p14:cNvContentPartPr/>
                <p14:nvPr/>
              </p14:nvContentPartPr>
              <p14:xfrm>
                <a:off x="456928" y="4335414"/>
                <a:ext cx="489240" cy="1378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19D6A6E4-1A3F-618C-4EAC-06C078C0A97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50808" y="4329294"/>
                  <a:ext cx="50148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48C8F7F8-04E1-4128-773C-02D8D0B434AD}"/>
                  </a:ext>
                </a:extLst>
              </p14:cNvPr>
              <p14:cNvContentPartPr/>
              <p14:nvPr/>
            </p14:nvContentPartPr>
            <p14:xfrm>
              <a:off x="4864768" y="3229134"/>
              <a:ext cx="465840" cy="44820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48C8F7F8-04E1-4128-773C-02D8D0B434A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858648" y="3223014"/>
                <a:ext cx="47808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5CFC1AA9-CAA4-F88B-A567-17B8CA0CB778}"/>
                  </a:ext>
                </a:extLst>
              </p14:cNvPr>
              <p14:cNvContentPartPr/>
              <p14:nvPr/>
            </p14:nvContentPartPr>
            <p14:xfrm>
              <a:off x="3697648" y="3201774"/>
              <a:ext cx="1388160" cy="12528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5CFC1AA9-CAA4-F88B-A567-17B8CA0CB77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691528" y="3195654"/>
                <a:ext cx="140040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B58A39D9-84FE-576E-5710-42F251DA267B}"/>
                  </a:ext>
                </a:extLst>
              </p14:cNvPr>
              <p14:cNvContentPartPr/>
              <p14:nvPr/>
            </p14:nvContentPartPr>
            <p14:xfrm>
              <a:off x="8221048" y="2954094"/>
              <a:ext cx="782280" cy="47232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B58A39D9-84FE-576E-5710-42F251DA267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214928" y="2947974"/>
                <a:ext cx="794520" cy="48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7A9BCAF8-DDFB-4A6E-5A57-1605D2AEFE5A}"/>
              </a:ext>
            </a:extLst>
          </p:cNvPr>
          <p:cNvGrpSpPr/>
          <p:nvPr/>
        </p:nvGrpSpPr>
        <p:grpSpPr>
          <a:xfrm>
            <a:off x="3604768" y="3797214"/>
            <a:ext cx="5317920" cy="802080"/>
            <a:chOff x="3604768" y="3797214"/>
            <a:chExt cx="531792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915A3B5-FDE6-2F86-9BF6-65902C7E228D}"/>
                    </a:ext>
                  </a:extLst>
                </p14:cNvPr>
                <p14:cNvContentPartPr/>
                <p14:nvPr/>
              </p14:nvContentPartPr>
              <p14:xfrm>
                <a:off x="8037088" y="4206894"/>
                <a:ext cx="290520" cy="27180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915A3B5-FDE6-2F86-9BF6-65902C7E228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30968" y="4200774"/>
                  <a:ext cx="302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A986C306-2B96-7F3F-1523-F6B5B6CD151B}"/>
                    </a:ext>
                  </a:extLst>
                </p14:cNvPr>
                <p14:cNvContentPartPr/>
                <p14:nvPr/>
              </p14:nvContentPartPr>
              <p14:xfrm>
                <a:off x="8677888" y="4064334"/>
                <a:ext cx="150840" cy="1321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A986C306-2B96-7F3F-1523-F6B5B6CD15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71768" y="4058214"/>
                  <a:ext cx="163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735B3E01-E8E6-E37C-61BD-0489A0E3639A}"/>
                    </a:ext>
                  </a:extLst>
                </p14:cNvPr>
                <p14:cNvContentPartPr/>
                <p14:nvPr/>
              </p14:nvContentPartPr>
              <p14:xfrm>
                <a:off x="8654488" y="4138494"/>
                <a:ext cx="268200" cy="302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735B3E01-E8E6-E37C-61BD-0489A0E3639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48368" y="4132374"/>
                  <a:ext cx="280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E62EF9B-858C-389D-9CFB-9DE05FF01B16}"/>
                    </a:ext>
                  </a:extLst>
                </p14:cNvPr>
                <p14:cNvContentPartPr/>
                <p14:nvPr/>
              </p14:nvContentPartPr>
              <p14:xfrm>
                <a:off x="6657928" y="4158294"/>
                <a:ext cx="323640" cy="22572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E62EF9B-858C-389D-9CFB-9DE05FF01B1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651808" y="4152174"/>
                  <a:ext cx="3358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039AC2C2-C914-5F90-0706-0A22B20F60C1}"/>
                    </a:ext>
                  </a:extLst>
                </p14:cNvPr>
                <p14:cNvContentPartPr/>
                <p14:nvPr/>
              </p14:nvContentPartPr>
              <p14:xfrm>
                <a:off x="7370728" y="4034454"/>
                <a:ext cx="186120" cy="37008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039AC2C2-C914-5F90-0706-0A22B20F60C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364608" y="4028334"/>
                  <a:ext cx="198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AB9E094F-ED07-F2F9-E852-30B70A131F70}"/>
                    </a:ext>
                  </a:extLst>
                </p14:cNvPr>
                <p14:cNvContentPartPr/>
                <p14:nvPr/>
              </p14:nvContentPartPr>
              <p14:xfrm>
                <a:off x="7545328" y="4245414"/>
                <a:ext cx="247320" cy="11448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AB9E094F-ED07-F2F9-E852-30B70A131F7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39208" y="4239294"/>
                  <a:ext cx="259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B7952000-C367-0E43-AA75-418AAF0DCDB0}"/>
                    </a:ext>
                  </a:extLst>
                </p14:cNvPr>
                <p14:cNvContentPartPr/>
                <p14:nvPr/>
              </p14:nvContentPartPr>
              <p14:xfrm>
                <a:off x="7848088" y="4255134"/>
                <a:ext cx="235440" cy="2257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B7952000-C367-0E43-AA75-418AAF0DCDB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41968" y="4249014"/>
                  <a:ext cx="247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BEB92F3-A891-0FB0-1B87-70F9C099E50D}"/>
                    </a:ext>
                  </a:extLst>
                </p14:cNvPr>
                <p14:cNvContentPartPr/>
                <p14:nvPr/>
              </p14:nvContentPartPr>
              <p14:xfrm>
                <a:off x="8268208" y="4092774"/>
                <a:ext cx="362880" cy="33408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BEB92F3-A891-0FB0-1B87-70F9C099E50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62088" y="4086654"/>
                  <a:ext cx="375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851E239C-99D9-8765-1CA1-EEBB76823D9D}"/>
                    </a:ext>
                  </a:extLst>
                </p14:cNvPr>
                <p14:cNvContentPartPr/>
                <p14:nvPr/>
              </p14:nvContentPartPr>
              <p14:xfrm>
                <a:off x="3710608" y="4135974"/>
                <a:ext cx="162720" cy="18612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851E239C-99D9-8765-1CA1-EEBB76823D9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04488" y="4129854"/>
                  <a:ext cx="174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EC567321-DB7F-13D5-F953-EF07ABF86162}"/>
                    </a:ext>
                  </a:extLst>
                </p14:cNvPr>
                <p14:cNvContentPartPr/>
                <p14:nvPr/>
              </p14:nvContentPartPr>
              <p14:xfrm>
                <a:off x="3604768" y="4205814"/>
                <a:ext cx="501120" cy="8208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EC567321-DB7F-13D5-F953-EF07ABF8616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98648" y="4199694"/>
                  <a:ext cx="513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79A7B0B7-25B5-2B9E-4A86-FC9801C32BA1}"/>
                    </a:ext>
                  </a:extLst>
                </p14:cNvPr>
                <p14:cNvContentPartPr/>
                <p14:nvPr/>
              </p14:nvContentPartPr>
              <p14:xfrm>
                <a:off x="4314688" y="4124094"/>
                <a:ext cx="188280" cy="16128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79A7B0B7-25B5-2B9E-4A86-FC9801C32BA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08568" y="4117974"/>
                  <a:ext cx="200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F3E39C29-0980-0EF3-E15F-1701718F1A3B}"/>
                    </a:ext>
                  </a:extLst>
                </p14:cNvPr>
                <p14:cNvContentPartPr/>
                <p14:nvPr/>
              </p14:nvContentPartPr>
              <p14:xfrm>
                <a:off x="4457248" y="4210134"/>
                <a:ext cx="195480" cy="8352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F3E39C29-0980-0EF3-E15F-1701718F1A3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51128" y="4204014"/>
                  <a:ext cx="207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73E1AADB-9C47-6157-6ED4-316DD6FE4B69}"/>
                    </a:ext>
                  </a:extLst>
                </p14:cNvPr>
                <p14:cNvContentPartPr/>
                <p14:nvPr/>
              </p14:nvContentPartPr>
              <p14:xfrm>
                <a:off x="4676848" y="4177374"/>
                <a:ext cx="351720" cy="21276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73E1AADB-9C47-6157-6ED4-316DD6FE4B6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670728" y="4171254"/>
                  <a:ext cx="363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FFB30135-48C8-F9BC-8716-DFDDC4CF1CAB}"/>
                    </a:ext>
                  </a:extLst>
                </p14:cNvPr>
                <p14:cNvContentPartPr/>
                <p14:nvPr/>
              </p14:nvContentPartPr>
              <p14:xfrm>
                <a:off x="5179768" y="4133814"/>
                <a:ext cx="221400" cy="15912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FFB30135-48C8-F9BC-8716-DFDDC4CF1C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73648" y="4127694"/>
                  <a:ext cx="233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D8C02CE4-84D8-A969-7036-2731EB2BEA35}"/>
                    </a:ext>
                  </a:extLst>
                </p14:cNvPr>
                <p14:cNvContentPartPr/>
                <p14:nvPr/>
              </p14:nvContentPartPr>
              <p14:xfrm>
                <a:off x="5271208" y="4183134"/>
                <a:ext cx="311040" cy="14508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D8C02CE4-84D8-A969-7036-2731EB2BEA3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265088" y="4177014"/>
                  <a:ext cx="323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6D8CF337-0249-FEBC-B380-939B25A2783D}"/>
                    </a:ext>
                  </a:extLst>
                </p14:cNvPr>
                <p14:cNvContentPartPr/>
                <p14:nvPr/>
              </p14:nvContentPartPr>
              <p14:xfrm>
                <a:off x="5692408" y="4135974"/>
                <a:ext cx="162720" cy="2458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6D8CF337-0249-FEBC-B380-939B25A2783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86288" y="4129854"/>
                  <a:ext cx="174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BCACE70C-2F9D-941E-489E-104CE1D8DA83}"/>
                    </a:ext>
                  </a:extLst>
                </p14:cNvPr>
                <p14:cNvContentPartPr/>
                <p14:nvPr/>
              </p14:nvContentPartPr>
              <p14:xfrm>
                <a:off x="6134128" y="4220574"/>
                <a:ext cx="233280" cy="1548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BCACE70C-2F9D-941E-489E-104CE1D8DA8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28008" y="4214454"/>
                  <a:ext cx="245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1688B5B3-426C-FE35-0041-622BA9B96043}"/>
                    </a:ext>
                  </a:extLst>
                </p14:cNvPr>
                <p14:cNvContentPartPr/>
                <p14:nvPr/>
              </p14:nvContentPartPr>
              <p14:xfrm>
                <a:off x="6042688" y="4300134"/>
                <a:ext cx="268200" cy="1008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1688B5B3-426C-FE35-0041-622BA9B9604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36568" y="4294014"/>
                  <a:ext cx="280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DA619F02-7291-7C84-2FE2-E6BDAE5BA593}"/>
                    </a:ext>
                  </a:extLst>
                </p14:cNvPr>
                <p14:cNvContentPartPr/>
                <p14:nvPr/>
              </p14:nvContentPartPr>
              <p14:xfrm>
                <a:off x="4514488" y="3910974"/>
                <a:ext cx="374040" cy="58788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DA619F02-7291-7C84-2FE2-E6BDAE5BA59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08368" y="3904854"/>
                  <a:ext cx="3862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25183FC8-3CAF-1EF0-FE55-B72EF65EDE0E}"/>
                    </a:ext>
                  </a:extLst>
                </p14:cNvPr>
                <p14:cNvContentPartPr/>
                <p14:nvPr/>
              </p14:nvContentPartPr>
              <p14:xfrm>
                <a:off x="7532728" y="3797214"/>
                <a:ext cx="421560" cy="80208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25183FC8-3CAF-1EF0-FE55-B72EF65EDE0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26608" y="3791094"/>
                  <a:ext cx="433800" cy="81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33EC029E-9D8E-5D20-F766-017272895012}"/>
                  </a:ext>
                </a:extLst>
              </p14:cNvPr>
              <p14:cNvContentPartPr/>
              <p14:nvPr/>
            </p14:nvContentPartPr>
            <p14:xfrm>
              <a:off x="6846568" y="4096374"/>
              <a:ext cx="12240" cy="7920"/>
            </p14:xfrm>
          </p:contentPart>
        </mc:Choice>
        <mc:Fallback xmlns=""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33EC029E-9D8E-5D20-F766-01727289501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840448" y="4090254"/>
                <a:ext cx="2448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437BC2BD-29DB-CCC2-2312-EB66ECD4158C}"/>
              </a:ext>
            </a:extLst>
          </p:cNvPr>
          <p:cNvGrpSpPr/>
          <p:nvPr/>
        </p:nvGrpSpPr>
        <p:grpSpPr>
          <a:xfrm>
            <a:off x="4023088" y="4536294"/>
            <a:ext cx="2403360" cy="593640"/>
            <a:chOff x="4023088" y="4536294"/>
            <a:chExt cx="240336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B817DD90-3584-B8DC-4AEE-349A17646D5F}"/>
                    </a:ext>
                  </a:extLst>
                </p14:cNvPr>
                <p14:cNvContentPartPr/>
                <p14:nvPr/>
              </p14:nvContentPartPr>
              <p14:xfrm>
                <a:off x="4314688" y="4773534"/>
                <a:ext cx="301680" cy="2196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B817DD90-3584-B8DC-4AEE-349A17646D5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308568" y="4767414"/>
                  <a:ext cx="313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52F24D9-0995-30F2-C61A-E573F815CD4F}"/>
                    </a:ext>
                  </a:extLst>
                </p14:cNvPr>
                <p14:cNvContentPartPr/>
                <p14:nvPr/>
              </p14:nvContentPartPr>
              <p14:xfrm>
                <a:off x="4211368" y="4837254"/>
                <a:ext cx="559800" cy="16668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52F24D9-0995-30F2-C61A-E573F815CD4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04888" y="4831134"/>
                  <a:ext cx="572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347921E3-D7F4-9BC9-433E-30155E55DC03}"/>
                    </a:ext>
                  </a:extLst>
                </p14:cNvPr>
                <p14:cNvContentPartPr/>
                <p14:nvPr/>
              </p14:nvContentPartPr>
              <p14:xfrm>
                <a:off x="5003368" y="4874694"/>
                <a:ext cx="362520" cy="1980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347921E3-D7F4-9BC9-433E-30155E55DC0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97248" y="4868574"/>
                  <a:ext cx="374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3E809AE-1E78-CCF5-34BA-8F039575AD59}"/>
                    </a:ext>
                  </a:extLst>
                </p14:cNvPr>
                <p14:cNvContentPartPr/>
                <p14:nvPr/>
              </p14:nvContentPartPr>
              <p14:xfrm>
                <a:off x="4956568" y="5047854"/>
                <a:ext cx="374040" cy="1296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3E809AE-1E78-CCF5-34BA-8F039575AD5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950448" y="5041734"/>
                  <a:ext cx="38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B103C471-2BFD-1ED6-FACE-EBF5D006F66B}"/>
                    </a:ext>
                  </a:extLst>
                </p14:cNvPr>
                <p14:cNvContentPartPr/>
                <p14:nvPr/>
              </p14:nvContentPartPr>
              <p14:xfrm>
                <a:off x="5715448" y="4805214"/>
                <a:ext cx="430920" cy="25776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B103C471-2BFD-1ED6-FACE-EBF5D006F66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09328" y="4799094"/>
                  <a:ext cx="443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81B1F8F2-28C3-B32A-545A-8EC80DF4F5AF}"/>
                    </a:ext>
                  </a:extLst>
                </p14:cNvPr>
                <p14:cNvContentPartPr/>
                <p14:nvPr/>
              </p14:nvContentPartPr>
              <p14:xfrm>
                <a:off x="4141528" y="4605774"/>
                <a:ext cx="117000" cy="36360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81B1F8F2-28C3-B32A-545A-8EC80DF4F5A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35408" y="4599654"/>
                  <a:ext cx="129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E7FAEBE9-AB4E-13AA-B27D-2D74DCC5484A}"/>
                    </a:ext>
                  </a:extLst>
                </p14:cNvPr>
                <p14:cNvContentPartPr/>
                <p14:nvPr/>
              </p14:nvContentPartPr>
              <p14:xfrm>
                <a:off x="4023088" y="4536294"/>
                <a:ext cx="2403360" cy="59364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E7FAEBE9-AB4E-13AA-B27D-2D74DCC5484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016968" y="4530174"/>
                  <a:ext cx="2415600" cy="60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83" name="Tinta 182">
                <a:extLst>
                  <a:ext uri="{FF2B5EF4-FFF2-40B4-BE49-F238E27FC236}">
                    <a16:creationId xmlns:a16="http://schemas.microsoft.com/office/drawing/2014/main" id="{8DD167AA-6422-87A3-9788-BC216CEC55C7}"/>
                  </a:ext>
                </a:extLst>
              </p14:cNvPr>
              <p14:cNvContentPartPr/>
              <p14:nvPr/>
            </p14:nvContentPartPr>
            <p14:xfrm>
              <a:off x="1960648" y="16494"/>
              <a:ext cx="3370320" cy="708120"/>
            </p14:xfrm>
          </p:contentPart>
        </mc:Choice>
        <mc:Fallback xmlns="">
          <p:pic>
            <p:nvPicPr>
              <p:cNvPr id="183" name="Tinta 182">
                <a:extLst>
                  <a:ext uri="{FF2B5EF4-FFF2-40B4-BE49-F238E27FC236}">
                    <a16:creationId xmlns:a16="http://schemas.microsoft.com/office/drawing/2014/main" id="{8DD167AA-6422-87A3-9788-BC216CEC55C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954528" y="10374"/>
                <a:ext cx="3382560" cy="72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Agrupar 185">
            <a:extLst>
              <a:ext uri="{FF2B5EF4-FFF2-40B4-BE49-F238E27FC236}">
                <a16:creationId xmlns:a16="http://schemas.microsoft.com/office/drawing/2014/main" id="{9528AB04-D383-F6B5-A274-92C4E28BC85E}"/>
              </a:ext>
            </a:extLst>
          </p:cNvPr>
          <p:cNvGrpSpPr/>
          <p:nvPr/>
        </p:nvGrpSpPr>
        <p:grpSpPr>
          <a:xfrm>
            <a:off x="3644728" y="2379174"/>
            <a:ext cx="7913160" cy="1331640"/>
            <a:chOff x="3644728" y="2379174"/>
            <a:chExt cx="7913160" cy="13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D864B78-95C9-3B14-9279-FF6612557620}"/>
                    </a:ext>
                  </a:extLst>
                </p14:cNvPr>
                <p14:cNvContentPartPr/>
                <p14:nvPr/>
              </p14:nvContentPartPr>
              <p14:xfrm>
                <a:off x="9517048" y="2966334"/>
                <a:ext cx="186120" cy="12996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D864B78-95C9-3B14-9279-FF661255762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10928" y="2960214"/>
                  <a:ext cx="198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4E49145-9A9F-8FE2-19B0-F9C23390169F}"/>
                    </a:ext>
                  </a:extLst>
                </p14:cNvPr>
                <p14:cNvContentPartPr/>
                <p14:nvPr/>
              </p14:nvContentPartPr>
              <p14:xfrm>
                <a:off x="8693008" y="3387894"/>
                <a:ext cx="333000" cy="2332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4E49145-9A9F-8FE2-19B0-F9C2339016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86888" y="3381774"/>
                  <a:ext cx="345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F27A91FC-0094-17B0-412E-A851605C9266}"/>
                    </a:ext>
                  </a:extLst>
                </p14:cNvPr>
                <p14:cNvContentPartPr/>
                <p14:nvPr/>
              </p14:nvContentPartPr>
              <p14:xfrm>
                <a:off x="10427128" y="2947254"/>
                <a:ext cx="207720" cy="248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F27A91FC-0094-17B0-412E-A851605C92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421008" y="2941134"/>
                  <a:ext cx="219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1378EF97-2FCB-C4E3-4178-B15C25FAE71A}"/>
                    </a:ext>
                  </a:extLst>
                </p14:cNvPr>
                <p14:cNvContentPartPr/>
                <p14:nvPr/>
              </p14:nvContentPartPr>
              <p14:xfrm>
                <a:off x="10215448" y="3011334"/>
                <a:ext cx="350640" cy="3996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1378EF97-2FCB-C4E3-4178-B15C25FAE71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09328" y="3005214"/>
                  <a:ext cx="362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735351B1-AC37-966D-9FD3-229BF8436B28}"/>
                    </a:ext>
                  </a:extLst>
                </p14:cNvPr>
                <p14:cNvContentPartPr/>
                <p14:nvPr/>
              </p14:nvContentPartPr>
              <p14:xfrm>
                <a:off x="11054608" y="2890014"/>
                <a:ext cx="176760" cy="1515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735351B1-AC37-966D-9FD3-229BF8436B2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048488" y="2883894"/>
                  <a:ext cx="189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56C9EB60-63AA-C345-8EAC-56872AE0E421}"/>
                    </a:ext>
                  </a:extLst>
                </p14:cNvPr>
                <p14:cNvContentPartPr/>
                <p14:nvPr/>
              </p14:nvContentPartPr>
              <p14:xfrm>
                <a:off x="10798288" y="2890014"/>
                <a:ext cx="759600" cy="17100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56C9EB60-63AA-C345-8EAC-56872AE0E42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792168" y="2883894"/>
                  <a:ext cx="77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51C91B17-3B42-B719-0559-42C03AA22CB7}"/>
                    </a:ext>
                  </a:extLst>
                </p14:cNvPr>
                <p14:cNvContentPartPr/>
                <p14:nvPr/>
              </p14:nvContentPartPr>
              <p14:xfrm>
                <a:off x="9354688" y="3237054"/>
                <a:ext cx="1696680" cy="4420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51C91B17-3B42-B719-0559-42C03AA22CB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48568" y="3230934"/>
                  <a:ext cx="17089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83F81046-A90E-C9CF-4379-72B7D8B536E4}"/>
                    </a:ext>
                  </a:extLst>
                </p14:cNvPr>
                <p14:cNvContentPartPr/>
                <p14:nvPr/>
              </p14:nvContentPartPr>
              <p14:xfrm>
                <a:off x="9517048" y="2379174"/>
                <a:ext cx="1876320" cy="31284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83F81046-A90E-C9CF-4379-72B7D8B536E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510928" y="2373054"/>
                  <a:ext cx="1888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CE2648C-3D84-62AF-205B-D7C80E50ABF7}"/>
                    </a:ext>
                  </a:extLst>
                </p14:cNvPr>
                <p14:cNvContentPartPr/>
                <p14:nvPr/>
              </p14:nvContentPartPr>
              <p14:xfrm>
                <a:off x="9434968" y="2396814"/>
                <a:ext cx="418680" cy="1688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CE2648C-3D84-62AF-205B-D7C80E50ABF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28848" y="2390694"/>
                  <a:ext cx="430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B20663C-0F87-A49D-D8A8-E595B6F6DB43}"/>
                    </a:ext>
                  </a:extLst>
                </p14:cNvPr>
                <p14:cNvContentPartPr/>
                <p14:nvPr/>
              </p14:nvContentPartPr>
              <p14:xfrm>
                <a:off x="9505528" y="2503014"/>
                <a:ext cx="244800" cy="1195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B20663C-0F87-A49D-D8A8-E595B6F6DB4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499408" y="2496894"/>
                  <a:ext cx="25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4CED5AFB-F9FA-FDA2-D358-B88F474D81BB}"/>
                    </a:ext>
                  </a:extLst>
                </p14:cNvPr>
                <p14:cNvContentPartPr/>
                <p14:nvPr/>
              </p14:nvContentPartPr>
              <p14:xfrm>
                <a:off x="8430928" y="2956614"/>
                <a:ext cx="12240" cy="25200"/>
              </p14:xfrm>
            </p:contentPart>
          </mc:Choice>
          <mc:Fallback xmlns=""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4CED5AFB-F9FA-FDA2-D358-B88F474D81B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424808" y="2950494"/>
                  <a:ext cx="24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3E81C756-D8B7-E396-0DA7-51D2AC6E7C61}"/>
                    </a:ext>
                  </a:extLst>
                </p14:cNvPr>
                <p14:cNvContentPartPr/>
                <p14:nvPr/>
              </p14:nvContentPartPr>
              <p14:xfrm>
                <a:off x="8233648" y="2835294"/>
                <a:ext cx="264600" cy="27288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3E81C756-D8B7-E396-0DA7-51D2AC6E7C6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27528" y="2829174"/>
                  <a:ext cx="276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544B416A-D0BD-ECB3-6F71-61246AE65EEB}"/>
                    </a:ext>
                  </a:extLst>
                </p14:cNvPr>
                <p14:cNvContentPartPr/>
                <p14:nvPr/>
              </p14:nvContentPartPr>
              <p14:xfrm>
                <a:off x="8501488" y="2986494"/>
                <a:ext cx="198000" cy="777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544B416A-D0BD-ECB3-6F71-61246AE65EE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495368" y="2980374"/>
                  <a:ext cx="210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230B2E4E-1503-EA46-9623-067D17A9C2F0}"/>
                    </a:ext>
                  </a:extLst>
                </p14:cNvPr>
                <p14:cNvContentPartPr/>
                <p14:nvPr/>
              </p14:nvContentPartPr>
              <p14:xfrm>
                <a:off x="8786608" y="2954454"/>
                <a:ext cx="275040" cy="9792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230B2E4E-1503-EA46-9623-067D17A9C2F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80488" y="2948334"/>
                  <a:ext cx="2872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64EDB45-533D-0181-138E-C07D06A5B2FF}"/>
                    </a:ext>
                  </a:extLst>
                </p14:cNvPr>
                <p14:cNvContentPartPr/>
                <p14:nvPr/>
              </p14:nvContentPartPr>
              <p14:xfrm>
                <a:off x="8489968" y="2969214"/>
                <a:ext cx="567720" cy="3214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64EDB45-533D-0181-138E-C07D06A5B2F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83848" y="2963094"/>
                  <a:ext cx="5799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E429B204-6614-C4C8-B153-A752DE544147}"/>
                    </a:ext>
                  </a:extLst>
                </p14:cNvPr>
                <p14:cNvContentPartPr/>
                <p14:nvPr/>
              </p14:nvContentPartPr>
              <p14:xfrm>
                <a:off x="5935768" y="2966334"/>
                <a:ext cx="246240" cy="1540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E429B204-6614-C4C8-B153-A752DE5441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929648" y="2960214"/>
                  <a:ext cx="258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98F7F9B-3FB2-C005-8855-83FB5F15298D}"/>
                    </a:ext>
                  </a:extLst>
                </p14:cNvPr>
                <p14:cNvContentPartPr/>
                <p14:nvPr/>
              </p14:nvContentPartPr>
              <p14:xfrm>
                <a:off x="6461008" y="2750334"/>
                <a:ext cx="303480" cy="18432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98F7F9B-3FB2-C005-8855-83FB5F1529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54888" y="2744214"/>
                  <a:ext cx="315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BA824754-B397-CDB2-9F47-FB87F764F4A7}"/>
                    </a:ext>
                  </a:extLst>
                </p14:cNvPr>
                <p14:cNvContentPartPr/>
                <p14:nvPr/>
              </p14:nvContentPartPr>
              <p14:xfrm>
                <a:off x="6554968" y="3179814"/>
                <a:ext cx="280080" cy="31248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BA824754-B397-CDB2-9F47-FB87F764F4A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48848" y="3173694"/>
                  <a:ext cx="2923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3E88568E-FE77-0AFC-8578-CAEA914A6EFC}"/>
                    </a:ext>
                  </a:extLst>
                </p14:cNvPr>
                <p14:cNvContentPartPr/>
                <p14:nvPr/>
              </p14:nvContentPartPr>
              <p14:xfrm>
                <a:off x="6753688" y="3400494"/>
                <a:ext cx="413640" cy="11124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3E88568E-FE77-0AFC-8578-CAEA914A6EF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47568" y="3394374"/>
                  <a:ext cx="425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13AF2B5D-EFAD-CCFC-DB99-795D527F34DC}"/>
                    </a:ext>
                  </a:extLst>
                </p14:cNvPr>
                <p14:cNvContentPartPr/>
                <p14:nvPr/>
              </p14:nvContentPartPr>
              <p14:xfrm>
                <a:off x="7102888" y="3363054"/>
                <a:ext cx="362520" cy="27684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13AF2B5D-EFAD-CCFC-DB99-795D527F34D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96768" y="3356934"/>
                  <a:ext cx="374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2049A469-87D8-F84F-4317-03D5BDF80A72}"/>
                    </a:ext>
                  </a:extLst>
                </p14:cNvPr>
                <p14:cNvContentPartPr/>
                <p14:nvPr/>
              </p14:nvContentPartPr>
              <p14:xfrm>
                <a:off x="7690768" y="3246414"/>
                <a:ext cx="352440" cy="26388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2049A469-87D8-F84F-4317-03D5BDF80A7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84648" y="3240294"/>
                  <a:ext cx="364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C512EF01-A794-5A4E-3173-AAFB57EA401F}"/>
                    </a:ext>
                  </a:extLst>
                </p14:cNvPr>
                <p14:cNvContentPartPr/>
                <p14:nvPr/>
              </p14:nvContentPartPr>
              <p14:xfrm>
                <a:off x="7907488" y="3285654"/>
                <a:ext cx="290880" cy="2289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C512EF01-A794-5A4E-3173-AAFB57EA401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01368" y="3279534"/>
                  <a:ext cx="303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2BF01F28-114A-B51C-B9C3-E6DAB840A221}"/>
                    </a:ext>
                  </a:extLst>
                </p14:cNvPr>
                <p14:cNvContentPartPr/>
                <p14:nvPr/>
              </p14:nvContentPartPr>
              <p14:xfrm>
                <a:off x="8350648" y="3176574"/>
                <a:ext cx="304200" cy="1576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2BF01F28-114A-B51C-B9C3-E6DAB840A22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44528" y="3170454"/>
                  <a:ext cx="316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99B9A5C9-87D8-2F83-939D-304A3B59A009}"/>
                    </a:ext>
                  </a:extLst>
                </p14:cNvPr>
                <p14:cNvContentPartPr/>
                <p14:nvPr/>
              </p14:nvContentPartPr>
              <p14:xfrm>
                <a:off x="8619208" y="3189534"/>
                <a:ext cx="232920" cy="5212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99B9A5C9-87D8-2F83-939D-304A3B59A00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13088" y="3183414"/>
                  <a:ext cx="2451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2743366-C17C-6165-47F7-B291A24644BB}"/>
                    </a:ext>
                  </a:extLst>
                </p14:cNvPr>
                <p14:cNvContentPartPr/>
                <p14:nvPr/>
              </p14:nvContentPartPr>
              <p14:xfrm>
                <a:off x="4270048" y="2979294"/>
                <a:ext cx="371880" cy="2397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2743366-C17C-6165-47F7-B291A24644B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263928" y="2973174"/>
                  <a:ext cx="384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F14C5A4C-B9EE-8D4A-1873-5EAAD152FA5C}"/>
                    </a:ext>
                  </a:extLst>
                </p14:cNvPr>
                <p14:cNvContentPartPr/>
                <p14:nvPr/>
              </p14:nvContentPartPr>
              <p14:xfrm>
                <a:off x="4852888" y="2681934"/>
                <a:ext cx="221400" cy="22356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F14C5A4C-B9EE-8D4A-1873-5EAAD152FA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846768" y="2675814"/>
                  <a:ext cx="233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DD4AEEBF-D8F7-BD6E-64A4-9CA739D72DC7}"/>
                    </a:ext>
                  </a:extLst>
                </p14:cNvPr>
                <p14:cNvContentPartPr/>
                <p14:nvPr/>
              </p14:nvContentPartPr>
              <p14:xfrm>
                <a:off x="4641568" y="2801094"/>
                <a:ext cx="538560" cy="8424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DD4AEEBF-D8F7-BD6E-64A4-9CA739D72DC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35448" y="2794974"/>
                  <a:ext cx="550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4F6B4255-952B-CB48-D3CD-1362D7E6BCF0}"/>
                    </a:ext>
                  </a:extLst>
                </p14:cNvPr>
                <p14:cNvContentPartPr/>
                <p14:nvPr/>
              </p14:nvContentPartPr>
              <p14:xfrm>
                <a:off x="5179768" y="3060654"/>
                <a:ext cx="256680" cy="2268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4F6B4255-952B-CB48-D3CD-1362D7E6BCF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73648" y="3054534"/>
                  <a:ext cx="268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8923FE1F-637F-0839-97AB-9F8B770B8B9D}"/>
                    </a:ext>
                  </a:extLst>
                </p14:cNvPr>
                <p14:cNvContentPartPr/>
                <p14:nvPr/>
              </p14:nvContentPartPr>
              <p14:xfrm>
                <a:off x="4991848" y="3179814"/>
                <a:ext cx="327240" cy="252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8923FE1F-637F-0839-97AB-9F8B770B8B9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985728" y="3173694"/>
                  <a:ext cx="339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85E40F6-AC2D-47AE-4B95-9C03AE21C1D4}"/>
                    </a:ext>
                  </a:extLst>
                </p14:cNvPr>
                <p14:cNvContentPartPr/>
                <p14:nvPr/>
              </p14:nvContentPartPr>
              <p14:xfrm>
                <a:off x="3644728" y="3258654"/>
                <a:ext cx="263160" cy="2898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85E40F6-AC2D-47AE-4B95-9C03AE21C1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638608" y="3252534"/>
                  <a:ext cx="275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D5F65CD2-BBE2-8798-4AEC-5622BCD72A48}"/>
                    </a:ext>
                  </a:extLst>
                </p14:cNvPr>
                <p14:cNvContentPartPr/>
                <p14:nvPr/>
              </p14:nvContentPartPr>
              <p14:xfrm>
                <a:off x="3849208" y="3419934"/>
                <a:ext cx="181080" cy="12960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D5F65CD2-BBE2-8798-4AEC-5622BCD72A4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843088" y="3413814"/>
                  <a:ext cx="193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1C725B05-D0D4-FA24-3390-F6E2181C5BE5}"/>
                    </a:ext>
                  </a:extLst>
                </p14:cNvPr>
                <p14:cNvContentPartPr/>
                <p14:nvPr/>
              </p14:nvContentPartPr>
              <p14:xfrm>
                <a:off x="3955048" y="3430734"/>
                <a:ext cx="360000" cy="2710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1C725B05-D0D4-FA24-3390-F6E2181C5BE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948928" y="3424614"/>
                  <a:ext cx="372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DA8DFBDE-FD19-F780-A789-B63D58DEE7BA}"/>
                    </a:ext>
                  </a:extLst>
                </p14:cNvPr>
                <p14:cNvContentPartPr/>
                <p14:nvPr/>
              </p14:nvContentPartPr>
              <p14:xfrm>
                <a:off x="4413328" y="3312294"/>
                <a:ext cx="367560" cy="2966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DA8DFBDE-FD19-F780-A789-B63D58DEE7B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407208" y="3306174"/>
                  <a:ext cx="3798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15CDD860-89B8-DFAB-E021-74525702B632}"/>
                    </a:ext>
                  </a:extLst>
                </p14:cNvPr>
                <p14:cNvContentPartPr/>
                <p14:nvPr/>
              </p14:nvContentPartPr>
              <p14:xfrm>
                <a:off x="4677208" y="3417054"/>
                <a:ext cx="239040" cy="2012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15CDD860-89B8-DFAB-E021-74525702B63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671088" y="3410934"/>
                  <a:ext cx="251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E6C8A7D-C8C6-C298-263E-07E77C32EFBC}"/>
                    </a:ext>
                  </a:extLst>
                </p14:cNvPr>
                <p14:cNvContentPartPr/>
                <p14:nvPr/>
              </p14:nvContentPartPr>
              <p14:xfrm>
                <a:off x="5073928" y="3259014"/>
                <a:ext cx="82800" cy="1688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E6C8A7D-C8C6-C298-263E-07E77C32EFB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67808" y="3252894"/>
                  <a:ext cx="95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E1A8CFD-04E1-BC45-974A-2FC3557E45B2}"/>
                    </a:ext>
                  </a:extLst>
                </p14:cNvPr>
                <p14:cNvContentPartPr/>
                <p14:nvPr/>
              </p14:nvContentPartPr>
              <p14:xfrm>
                <a:off x="4909408" y="3340734"/>
                <a:ext cx="444600" cy="7956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E1A8CFD-04E1-BC45-974A-2FC3557E45B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03288" y="3334614"/>
                  <a:ext cx="456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13691F11-88F3-7F41-4218-D5EE2F988597}"/>
                    </a:ext>
                  </a:extLst>
                </p14:cNvPr>
                <p14:cNvContentPartPr/>
                <p14:nvPr/>
              </p14:nvContentPartPr>
              <p14:xfrm>
                <a:off x="5377408" y="3467094"/>
                <a:ext cx="327240" cy="5508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13691F11-88F3-7F41-4218-D5EE2F98859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71288" y="3460974"/>
                  <a:ext cx="339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39443C4-4B4A-AE9B-EEB8-05BF972EF2FF}"/>
                    </a:ext>
                  </a:extLst>
                </p14:cNvPr>
                <p14:cNvContentPartPr/>
                <p14:nvPr/>
              </p14:nvContentPartPr>
              <p14:xfrm>
                <a:off x="5283088" y="3541974"/>
                <a:ext cx="362520" cy="1440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39443C4-4B4A-AE9B-EEB8-05BF972EF2F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76968" y="3535854"/>
                  <a:ext cx="374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65ADC5B2-36AE-AB63-67D2-3874B936804C}"/>
                    </a:ext>
                  </a:extLst>
                </p14:cNvPr>
                <p14:cNvContentPartPr/>
                <p14:nvPr/>
              </p14:nvContentPartPr>
              <p14:xfrm>
                <a:off x="8552608" y="2512734"/>
                <a:ext cx="577440" cy="27936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65ADC5B2-36AE-AB63-67D2-3874B936804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546488" y="2506614"/>
                  <a:ext cx="58968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B816DA25-7579-E24D-B2F1-283AB219ECF2}"/>
              </a:ext>
            </a:extLst>
          </p:cNvPr>
          <p:cNvGrpSpPr/>
          <p:nvPr/>
        </p:nvGrpSpPr>
        <p:grpSpPr>
          <a:xfrm>
            <a:off x="5842528" y="-105546"/>
            <a:ext cx="4767840" cy="1159560"/>
            <a:chOff x="5842528" y="-105546"/>
            <a:chExt cx="476784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3A9E3C08-93D7-EE26-EC48-C668C4E2BE97}"/>
                    </a:ext>
                  </a:extLst>
                </p14:cNvPr>
                <p14:cNvContentPartPr/>
                <p14:nvPr/>
              </p14:nvContentPartPr>
              <p14:xfrm>
                <a:off x="5842528" y="310254"/>
                <a:ext cx="615600" cy="9792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3A9E3C08-93D7-EE26-EC48-C668C4E2BE9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36408" y="304134"/>
                  <a:ext cx="62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6B035026-A503-BF97-3489-196304AA3DE5}"/>
                    </a:ext>
                  </a:extLst>
                </p14:cNvPr>
                <p14:cNvContentPartPr/>
                <p14:nvPr/>
              </p14:nvContentPartPr>
              <p14:xfrm>
                <a:off x="6146008" y="404574"/>
                <a:ext cx="327240" cy="11952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6B035026-A503-BF97-3489-196304AA3DE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139888" y="398454"/>
                  <a:ext cx="339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3C384624-729E-3EFF-96A6-A143B4F534B6}"/>
                    </a:ext>
                  </a:extLst>
                </p14:cNvPr>
                <p14:cNvContentPartPr/>
                <p14:nvPr/>
              </p14:nvContentPartPr>
              <p14:xfrm>
                <a:off x="6146008" y="305574"/>
                <a:ext cx="233280" cy="17100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3C384624-729E-3EFF-96A6-A143B4F534B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39888" y="299454"/>
                  <a:ext cx="245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854D0B0E-16B6-4907-C730-A06FB69CA5A4}"/>
                    </a:ext>
                  </a:extLst>
                </p14:cNvPr>
                <p14:cNvContentPartPr/>
                <p14:nvPr/>
              </p14:nvContentPartPr>
              <p14:xfrm>
                <a:off x="6204688" y="367134"/>
                <a:ext cx="184320" cy="972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854D0B0E-16B6-4907-C730-A06FB69CA5A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98568" y="361014"/>
                  <a:ext cx="196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94B91CD1-0CDC-D752-7EEE-A2ECB4D54388}"/>
                    </a:ext>
                  </a:extLst>
                </p14:cNvPr>
                <p14:cNvContentPartPr/>
                <p14:nvPr/>
              </p14:nvContentPartPr>
              <p14:xfrm>
                <a:off x="7055368" y="50334"/>
                <a:ext cx="174960" cy="14544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94B91CD1-0CDC-D752-7EEE-A2ECB4D5438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49248" y="44214"/>
                  <a:ext cx="187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B23FBF8C-4C26-9D3C-CC5E-7F1A2AA162D4}"/>
                    </a:ext>
                  </a:extLst>
                </p14:cNvPr>
                <p14:cNvContentPartPr/>
                <p14:nvPr/>
              </p14:nvContentPartPr>
              <p14:xfrm>
                <a:off x="6859168" y="-100866"/>
                <a:ext cx="685080" cy="28224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B23FBF8C-4C26-9D3C-CC5E-7F1A2AA162D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853048" y="-106986"/>
                  <a:ext cx="6973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F285CC55-C5BA-F068-0019-DFD20B1AF769}"/>
                    </a:ext>
                  </a:extLst>
                </p14:cNvPr>
                <p14:cNvContentPartPr/>
                <p14:nvPr/>
              </p14:nvContentPartPr>
              <p14:xfrm>
                <a:off x="7977328" y="211254"/>
                <a:ext cx="186120" cy="990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F285CC55-C5BA-F068-0019-DFD20B1AF76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971208" y="205134"/>
                  <a:ext cx="198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7885D5F7-7924-1A1C-D558-B0DDEE11135C}"/>
                    </a:ext>
                  </a:extLst>
                </p14:cNvPr>
                <p14:cNvContentPartPr/>
                <p14:nvPr/>
              </p14:nvContentPartPr>
              <p14:xfrm>
                <a:off x="7883368" y="268134"/>
                <a:ext cx="327240" cy="4968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7885D5F7-7924-1A1C-D558-B0DDEE11135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77248" y="262014"/>
                  <a:ext cx="339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D3101CD6-BA00-4847-CC08-488D8817BCCF}"/>
                    </a:ext>
                  </a:extLst>
                </p14:cNvPr>
                <p14:cNvContentPartPr/>
                <p14:nvPr/>
              </p14:nvContentPartPr>
              <p14:xfrm>
                <a:off x="8524888" y="-3306"/>
                <a:ext cx="263520" cy="13356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D3101CD6-BA00-4847-CC08-488D8817BCC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518768" y="-9426"/>
                  <a:ext cx="275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3D97B6C-44D4-D5DF-36E6-8E31668BDE0B}"/>
                    </a:ext>
                  </a:extLst>
                </p14:cNvPr>
                <p14:cNvContentPartPr/>
                <p14:nvPr/>
              </p14:nvContentPartPr>
              <p14:xfrm>
                <a:off x="7627048" y="-105546"/>
                <a:ext cx="1399320" cy="42372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3D97B6C-44D4-D5DF-36E6-8E31668BDE0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620928" y="-111666"/>
                  <a:ext cx="14115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7CF9D21B-596A-90B7-2D1C-4BFC53D6EF49}"/>
                    </a:ext>
                  </a:extLst>
                </p14:cNvPr>
                <p14:cNvContentPartPr/>
                <p14:nvPr/>
              </p14:nvContentPartPr>
              <p14:xfrm>
                <a:off x="7744048" y="-81426"/>
                <a:ext cx="59760" cy="2052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7CF9D21B-596A-90B7-2D1C-4BFC53D6EF4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37928" y="-87546"/>
                  <a:ext cx="72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0819E3DB-D044-3223-EBEC-9B857021BAD2}"/>
                    </a:ext>
                  </a:extLst>
                </p14:cNvPr>
                <p14:cNvContentPartPr/>
                <p14:nvPr/>
              </p14:nvContentPartPr>
              <p14:xfrm>
                <a:off x="7749088" y="-96186"/>
                <a:ext cx="240840" cy="14220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0819E3DB-D044-3223-EBEC-9B857021BAD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42968" y="-102306"/>
                  <a:ext cx="253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ABCBC88-5542-22C8-D3D4-3728BCF07E79}"/>
                    </a:ext>
                  </a:extLst>
                </p14:cNvPr>
                <p14:cNvContentPartPr/>
                <p14:nvPr/>
              </p14:nvContentPartPr>
              <p14:xfrm>
                <a:off x="9237328" y="213774"/>
                <a:ext cx="268200" cy="1296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ABCBC88-5542-22C8-D3D4-3728BCF07E7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231208" y="207654"/>
                  <a:ext cx="280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B4952BBC-0500-D377-7467-CA6C54C28AE7}"/>
                    </a:ext>
                  </a:extLst>
                </p14:cNvPr>
                <p14:cNvContentPartPr/>
                <p14:nvPr/>
              </p14:nvContentPartPr>
              <p14:xfrm>
                <a:off x="8946088" y="330414"/>
                <a:ext cx="360000" cy="1980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B4952BBC-0500-D377-7467-CA6C54C28AE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939968" y="324294"/>
                  <a:ext cx="372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14B99BA3-BF68-57BA-60F3-287581D5129E}"/>
                    </a:ext>
                  </a:extLst>
                </p14:cNvPr>
                <p14:cNvContentPartPr/>
                <p14:nvPr/>
              </p14:nvContentPartPr>
              <p14:xfrm>
                <a:off x="9812248" y="90294"/>
                <a:ext cx="288000" cy="16884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14B99BA3-BF68-57BA-60F3-287581D5129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806128" y="84174"/>
                  <a:ext cx="300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AB5DF79-81D2-9C8A-213D-90A9BD2C65BA}"/>
                    </a:ext>
                  </a:extLst>
                </p14:cNvPr>
                <p14:cNvContentPartPr/>
                <p14:nvPr/>
              </p14:nvContentPartPr>
              <p14:xfrm>
                <a:off x="9994408" y="-31026"/>
                <a:ext cx="524520" cy="24804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AB5DF79-81D2-9C8A-213D-90A9BD2C65B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988288" y="-37146"/>
                  <a:ext cx="536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A8DEB540-EBA1-D06B-5C6F-D1FF5E25EE92}"/>
                    </a:ext>
                  </a:extLst>
                </p14:cNvPr>
                <p14:cNvContentPartPr/>
                <p14:nvPr/>
              </p14:nvContentPartPr>
              <p14:xfrm>
                <a:off x="9608128" y="-66306"/>
                <a:ext cx="1002240" cy="3891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A8DEB540-EBA1-D06B-5C6F-D1FF5E25EE9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602008" y="-72426"/>
                  <a:ext cx="10144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F4AD0C1A-96DC-3196-5FDD-E71471B7E01A}"/>
                    </a:ext>
                  </a:extLst>
                </p14:cNvPr>
                <p14:cNvContentPartPr/>
                <p14:nvPr/>
              </p14:nvContentPartPr>
              <p14:xfrm>
                <a:off x="9423088" y="-73866"/>
                <a:ext cx="466200" cy="1756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F4AD0C1A-96DC-3196-5FDD-E71471B7E01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16968" y="-79986"/>
                  <a:ext cx="478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01C07821-0182-2B83-DFCF-6540FDD2F075}"/>
                    </a:ext>
                  </a:extLst>
                </p14:cNvPr>
                <p14:cNvContentPartPr/>
                <p14:nvPr/>
              </p14:nvContentPartPr>
              <p14:xfrm>
                <a:off x="7756288" y="690774"/>
                <a:ext cx="360000" cy="16236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01C07821-0182-2B83-DFCF-6540FDD2F07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750168" y="684654"/>
                  <a:ext cx="372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BCD354DD-FF39-9A40-C0AB-63AD73DB2698}"/>
                    </a:ext>
                  </a:extLst>
                </p14:cNvPr>
                <p14:cNvContentPartPr/>
                <p14:nvPr/>
              </p14:nvContentPartPr>
              <p14:xfrm>
                <a:off x="7662328" y="754134"/>
                <a:ext cx="677520" cy="12924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BCD354DD-FF39-9A40-C0AB-63AD73DB269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656208" y="748014"/>
                  <a:ext cx="689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D4F0F778-21AB-5B4C-A2B3-636A3CF72EB9}"/>
                    </a:ext>
                  </a:extLst>
                </p14:cNvPr>
                <p14:cNvContentPartPr/>
                <p14:nvPr/>
              </p14:nvContentPartPr>
              <p14:xfrm>
                <a:off x="8990728" y="687534"/>
                <a:ext cx="618480" cy="5940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D4F0F778-21AB-5B4C-A2B3-636A3CF72EB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984608" y="681414"/>
                  <a:ext cx="630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EA8B1BD6-043B-C03E-1326-8C37FBE7016B}"/>
                    </a:ext>
                  </a:extLst>
                </p14:cNvPr>
                <p14:cNvContentPartPr/>
                <p14:nvPr/>
              </p14:nvContentPartPr>
              <p14:xfrm>
                <a:off x="9166768" y="860334"/>
                <a:ext cx="244800" cy="792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EA8B1BD6-043B-C03E-1326-8C37FBE7016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160648" y="854214"/>
                  <a:ext cx="257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C9D6D7D9-A64C-A66B-6C38-8C328A6C354E}"/>
                    </a:ext>
                  </a:extLst>
                </p14:cNvPr>
                <p14:cNvContentPartPr/>
                <p14:nvPr/>
              </p14:nvContentPartPr>
              <p14:xfrm>
                <a:off x="9853288" y="617694"/>
                <a:ext cx="386280" cy="20304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C9D6D7D9-A64C-A66B-6C38-8C328A6C354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847168" y="611574"/>
                  <a:ext cx="398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65DD87FC-A1F9-3EB1-3AFB-B6A0204C3938}"/>
                    </a:ext>
                  </a:extLst>
                </p14:cNvPr>
                <p14:cNvContentPartPr/>
                <p14:nvPr/>
              </p14:nvContentPartPr>
              <p14:xfrm>
                <a:off x="7464688" y="583494"/>
                <a:ext cx="268200" cy="31248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65DD87FC-A1F9-3EB1-3AFB-B6A0204C393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458568" y="577374"/>
                  <a:ext cx="2804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CECA4407-D684-C2CF-1592-5B29AD061E43}"/>
                    </a:ext>
                  </a:extLst>
                </p14:cNvPr>
                <p14:cNvContentPartPr/>
                <p14:nvPr/>
              </p14:nvContentPartPr>
              <p14:xfrm>
                <a:off x="7533448" y="397374"/>
                <a:ext cx="2950920" cy="65664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CECA4407-D684-C2CF-1592-5B29AD061E4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527328" y="391254"/>
                  <a:ext cx="2963160" cy="66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0352B56C-6E5F-61E4-2DEC-601AC7A6E89A}"/>
              </a:ext>
            </a:extLst>
          </p:cNvPr>
          <p:cNvGrpSpPr/>
          <p:nvPr/>
        </p:nvGrpSpPr>
        <p:grpSpPr>
          <a:xfrm>
            <a:off x="1994128" y="57894"/>
            <a:ext cx="1704960" cy="486000"/>
            <a:chOff x="1994128" y="57894"/>
            <a:chExt cx="170496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071151B8-C2D6-7994-11C3-9C21E62E8A19}"/>
                    </a:ext>
                  </a:extLst>
                </p14:cNvPr>
                <p14:cNvContentPartPr/>
                <p14:nvPr/>
              </p14:nvContentPartPr>
              <p14:xfrm>
                <a:off x="2158288" y="314934"/>
                <a:ext cx="276840" cy="15732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071151B8-C2D6-7994-11C3-9C21E62E8A1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152168" y="308814"/>
                  <a:ext cx="289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9093F471-49C7-4273-642B-402FF9B90BE5}"/>
                    </a:ext>
                  </a:extLst>
                </p14:cNvPr>
                <p14:cNvContentPartPr/>
                <p14:nvPr/>
              </p14:nvContentPartPr>
              <p14:xfrm>
                <a:off x="1994128" y="389454"/>
                <a:ext cx="479880" cy="15444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9093F471-49C7-4273-642B-402FF9B90BE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988008" y="383334"/>
                  <a:ext cx="492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828E763D-6B1C-A971-A957-FBE97DB2978A}"/>
                    </a:ext>
                  </a:extLst>
                </p14:cNvPr>
                <p14:cNvContentPartPr/>
                <p14:nvPr/>
              </p14:nvContentPartPr>
              <p14:xfrm>
                <a:off x="2752288" y="190734"/>
                <a:ext cx="317520" cy="17208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828E763D-6B1C-A971-A957-FBE97DB2978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746168" y="184614"/>
                  <a:ext cx="329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9B3FEEA9-2EF5-B7DE-5B65-A4EE362F02ED}"/>
                    </a:ext>
                  </a:extLst>
                </p14:cNvPr>
                <p14:cNvContentPartPr/>
                <p14:nvPr/>
              </p14:nvContentPartPr>
              <p14:xfrm>
                <a:off x="3545728" y="339414"/>
                <a:ext cx="153360" cy="2160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9B3FEEA9-2EF5-B7DE-5B65-A4EE362F02E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539608" y="333294"/>
                  <a:ext cx="165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42BBD181-5237-0DB3-241A-D8C0D298D8FA}"/>
                    </a:ext>
                  </a:extLst>
                </p14:cNvPr>
                <p14:cNvContentPartPr/>
                <p14:nvPr/>
              </p14:nvContentPartPr>
              <p14:xfrm>
                <a:off x="3336568" y="434454"/>
                <a:ext cx="350640" cy="576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42BBD181-5237-0DB3-241A-D8C0D298D8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330448" y="428334"/>
                  <a:ext cx="362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FDD4CC89-C997-DED9-8C7D-3560265410C4}"/>
                    </a:ext>
                  </a:extLst>
                </p14:cNvPr>
                <p14:cNvContentPartPr/>
                <p14:nvPr/>
              </p14:nvContentPartPr>
              <p14:xfrm>
                <a:off x="2600368" y="57894"/>
                <a:ext cx="714240" cy="32976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FDD4CC89-C997-DED9-8C7D-3560265410C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594248" y="51774"/>
                  <a:ext cx="7264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FFAB2054-6BFB-2642-7F2B-D22855473CD5}"/>
              </a:ext>
            </a:extLst>
          </p:cNvPr>
          <p:cNvGrpSpPr/>
          <p:nvPr/>
        </p:nvGrpSpPr>
        <p:grpSpPr>
          <a:xfrm>
            <a:off x="4330168" y="114774"/>
            <a:ext cx="1019880" cy="427320"/>
            <a:chOff x="4330168" y="114774"/>
            <a:chExt cx="10198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48BDB4C-417A-5FA0-7A5F-714A42E284B1}"/>
                    </a:ext>
                  </a:extLst>
                </p14:cNvPr>
                <p14:cNvContentPartPr/>
                <p14:nvPr/>
              </p14:nvContentPartPr>
              <p14:xfrm>
                <a:off x="4330168" y="290454"/>
                <a:ext cx="412200" cy="24336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48BDB4C-417A-5FA0-7A5F-714A42E284B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324048" y="284334"/>
                  <a:ext cx="424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7E38CF39-BD7A-0028-A369-924DD09A537B}"/>
                    </a:ext>
                  </a:extLst>
                </p14:cNvPr>
                <p14:cNvContentPartPr/>
                <p14:nvPr/>
              </p14:nvContentPartPr>
              <p14:xfrm>
                <a:off x="4798168" y="256254"/>
                <a:ext cx="410760" cy="2858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7E38CF39-BD7A-0028-A369-924DD09A537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792048" y="250134"/>
                  <a:ext cx="4230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AB58CD7-0CAD-A34F-C346-419EAD0DD001}"/>
                    </a:ext>
                  </a:extLst>
                </p14:cNvPr>
                <p14:cNvContentPartPr/>
                <p14:nvPr/>
              </p14:nvContentPartPr>
              <p14:xfrm>
                <a:off x="4841368" y="412134"/>
                <a:ext cx="360000" cy="2052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AB58CD7-0CAD-A34F-C346-419EAD0DD00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835248" y="406014"/>
                  <a:ext cx="372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014E38A8-E304-708C-94D8-9FCEB8817D20}"/>
                    </a:ext>
                  </a:extLst>
                </p14:cNvPr>
                <p14:cNvContentPartPr/>
                <p14:nvPr/>
              </p14:nvContentPartPr>
              <p14:xfrm>
                <a:off x="4932808" y="114774"/>
                <a:ext cx="417240" cy="15840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014E38A8-E304-708C-94D8-9FCEB8817D2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926688" y="108654"/>
                  <a:ext cx="429480" cy="17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81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10584-EECF-0CCF-6A95-C434365A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78FCB0-293A-98F9-F773-8C3CE005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Calcule log</a:t>
            </a:r>
            <a:r>
              <a:rPr lang="pt-BR" b="0" i="0" baseline="-2500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3</a:t>
            </a:r>
            <a:r>
              <a:rPr lang="pt-BR" b="0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243.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3E1AB9-98AE-1A5C-BAFA-A645E3E57040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FDB799C3-2AA7-6E65-AE38-8617BB68132C}"/>
                  </a:ext>
                </a:extLst>
              </p14:cNvPr>
              <p14:cNvContentPartPr/>
              <p14:nvPr/>
            </p14:nvContentPartPr>
            <p14:xfrm>
              <a:off x="6042688" y="700854"/>
              <a:ext cx="896040" cy="42804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FDB799C3-2AA7-6E65-AE38-8617BB681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6568" y="694734"/>
                <a:ext cx="908280" cy="44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1DC4A5AC-EFC6-65AA-7DF2-C935FE4693C8}"/>
              </a:ext>
            </a:extLst>
          </p:cNvPr>
          <p:cNvGrpSpPr/>
          <p:nvPr/>
        </p:nvGrpSpPr>
        <p:grpSpPr>
          <a:xfrm>
            <a:off x="8828368" y="3469974"/>
            <a:ext cx="2158560" cy="419040"/>
            <a:chOff x="8828368" y="3469974"/>
            <a:chExt cx="215856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5D715B2A-FE0D-3F49-AAC1-45CE26592FE8}"/>
                    </a:ext>
                  </a:extLst>
                </p14:cNvPr>
                <p14:cNvContentPartPr/>
                <p14:nvPr/>
              </p14:nvContentPartPr>
              <p14:xfrm>
                <a:off x="8828368" y="3469974"/>
                <a:ext cx="374040" cy="41652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5D715B2A-FE0D-3F49-AAC1-45CE26592F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22248" y="3463854"/>
                  <a:ext cx="3862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222D2A83-A924-01DE-D558-B9B89E1FDE63}"/>
                    </a:ext>
                  </a:extLst>
                </p14:cNvPr>
                <p14:cNvContentPartPr/>
                <p14:nvPr/>
              </p14:nvContentPartPr>
              <p14:xfrm>
                <a:off x="9190528" y="3689934"/>
                <a:ext cx="288000" cy="16812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222D2A83-A924-01DE-D558-B9B89E1FDE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84408" y="3683814"/>
                  <a:ext cx="300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ABEC8B71-73B0-8A1D-D3FC-50FE50AAEB2C}"/>
                    </a:ext>
                  </a:extLst>
                </p14:cNvPr>
                <p14:cNvContentPartPr/>
                <p14:nvPr/>
              </p14:nvContentPartPr>
              <p14:xfrm>
                <a:off x="9749968" y="3536574"/>
                <a:ext cx="385920" cy="28764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ABEC8B71-73B0-8A1D-D3FC-50FE50AAEB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43848" y="3530454"/>
                  <a:ext cx="398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FE78827E-0E51-246F-2E2F-B74E66B560E8}"/>
                    </a:ext>
                  </a:extLst>
                </p14:cNvPr>
                <p14:cNvContentPartPr/>
                <p14:nvPr/>
              </p14:nvContentPartPr>
              <p14:xfrm>
                <a:off x="10123648" y="3645654"/>
                <a:ext cx="174960" cy="1857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FE78827E-0E51-246F-2E2F-B74E66B560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17528" y="3639534"/>
                  <a:ext cx="187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22E25DD9-DB21-58E4-2FBC-B2095ADAC37D}"/>
                    </a:ext>
                  </a:extLst>
                </p14:cNvPr>
                <p14:cNvContentPartPr/>
                <p14:nvPr/>
              </p14:nvContentPartPr>
              <p14:xfrm>
                <a:off x="10577608" y="3474654"/>
                <a:ext cx="409320" cy="41436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22E25DD9-DB21-58E4-2FBC-B2095ADAC3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71488" y="3468534"/>
                  <a:ext cx="42156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FD78BC92-CBC6-D345-10F3-70B7AA75AE68}"/>
              </a:ext>
            </a:extLst>
          </p:cNvPr>
          <p:cNvGrpSpPr/>
          <p:nvPr/>
        </p:nvGrpSpPr>
        <p:grpSpPr>
          <a:xfrm>
            <a:off x="5038648" y="3276294"/>
            <a:ext cx="2868480" cy="541800"/>
            <a:chOff x="5038648" y="3276294"/>
            <a:chExt cx="2868480" cy="5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5F8BE6D9-C69F-1DDA-5B50-35D7D0F4BC4C}"/>
                    </a:ext>
                  </a:extLst>
                </p14:cNvPr>
                <p14:cNvContentPartPr/>
                <p14:nvPr/>
              </p14:nvContentPartPr>
              <p14:xfrm>
                <a:off x="5038648" y="3276294"/>
                <a:ext cx="118080" cy="4665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5F8BE6D9-C69F-1DDA-5B50-35D7D0F4BC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2528" y="3270174"/>
                  <a:ext cx="1303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465D8B78-27EF-4544-20B3-FB7053818334}"/>
                    </a:ext>
                  </a:extLst>
                </p14:cNvPr>
                <p14:cNvContentPartPr/>
                <p14:nvPr/>
              </p14:nvContentPartPr>
              <p14:xfrm>
                <a:off x="5353648" y="3663654"/>
                <a:ext cx="357480" cy="15444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465D8B78-27EF-4544-20B3-FB705381833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7528" y="3657534"/>
                  <a:ext cx="369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4A68F226-1645-8F69-E8E6-50D2CE8F158F}"/>
                    </a:ext>
                  </a:extLst>
                </p14:cNvPr>
                <p14:cNvContentPartPr/>
                <p14:nvPr/>
              </p14:nvContentPartPr>
              <p14:xfrm>
                <a:off x="5948368" y="3536574"/>
                <a:ext cx="291960" cy="2750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4A68F226-1645-8F69-E8E6-50D2CE8F15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42248" y="3530454"/>
                  <a:ext cx="304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D185CCD-1D68-E15D-E4A6-4370174C2DC3}"/>
                    </a:ext>
                  </a:extLst>
                </p14:cNvPr>
                <p14:cNvContentPartPr/>
                <p14:nvPr/>
              </p14:nvContentPartPr>
              <p14:xfrm>
                <a:off x="6251848" y="3553854"/>
                <a:ext cx="221400" cy="17172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D185CCD-1D68-E15D-E4A6-4370174C2D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45728" y="3547734"/>
                  <a:ext cx="233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BD1E9B94-EAFC-2D28-9B3F-1201792E6BB0}"/>
                    </a:ext>
                  </a:extLst>
                </p14:cNvPr>
                <p14:cNvContentPartPr/>
                <p14:nvPr/>
              </p14:nvContentPartPr>
              <p14:xfrm>
                <a:off x="6322408" y="3568974"/>
                <a:ext cx="371880" cy="10440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BD1E9B94-EAFC-2D28-9B3F-1201792E6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16288" y="3562854"/>
                  <a:ext cx="384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93142106-CFA9-A6B7-3825-286595D2AECD}"/>
                    </a:ext>
                  </a:extLst>
                </p14:cNvPr>
                <p14:cNvContentPartPr/>
                <p14:nvPr/>
              </p14:nvContentPartPr>
              <p14:xfrm>
                <a:off x="6776008" y="3457374"/>
                <a:ext cx="162720" cy="2826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93142106-CFA9-A6B7-3825-286595D2AE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9888" y="3451254"/>
                  <a:ext cx="1749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31BBF6EA-F793-A517-F45E-7B51CE89DE14}"/>
                    </a:ext>
                  </a:extLst>
                </p14:cNvPr>
                <p14:cNvContentPartPr/>
                <p14:nvPr/>
              </p14:nvContentPartPr>
              <p14:xfrm>
                <a:off x="7300168" y="3585894"/>
                <a:ext cx="433080" cy="2052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31BBF6EA-F793-A517-F45E-7B51CE89DE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94048" y="3579774"/>
                  <a:ext cx="445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14F5BED7-D42E-C43D-83EF-77C358204DCD}"/>
                    </a:ext>
                  </a:extLst>
                </p14:cNvPr>
                <p14:cNvContentPartPr/>
                <p14:nvPr/>
              </p14:nvContentPartPr>
              <p14:xfrm>
                <a:off x="7288648" y="3606414"/>
                <a:ext cx="618480" cy="3708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14F5BED7-D42E-C43D-83EF-77C358204D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82528" y="3600294"/>
                  <a:ext cx="630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D6DFB89-6F92-FE82-993A-F6387CF82784}"/>
                    </a:ext>
                  </a:extLst>
                </p14:cNvPr>
                <p14:cNvContentPartPr/>
                <p14:nvPr/>
              </p14:nvContentPartPr>
              <p14:xfrm>
                <a:off x="6157528" y="3377814"/>
                <a:ext cx="759960" cy="41364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D6DFB89-6F92-FE82-993A-F6387CF827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51408" y="3371694"/>
                  <a:ext cx="77220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3A567E53-BF6F-7EEB-91E3-24AE01357458}"/>
              </a:ext>
            </a:extLst>
          </p:cNvPr>
          <p:cNvGrpSpPr/>
          <p:nvPr/>
        </p:nvGrpSpPr>
        <p:grpSpPr>
          <a:xfrm>
            <a:off x="642688" y="3124734"/>
            <a:ext cx="1248120" cy="368640"/>
            <a:chOff x="642688" y="3124734"/>
            <a:chExt cx="124812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8FFD90B8-C68D-323C-53CB-98384F94B5CC}"/>
                    </a:ext>
                  </a:extLst>
                </p14:cNvPr>
                <p14:cNvContentPartPr/>
                <p14:nvPr/>
              </p14:nvContentPartPr>
              <p14:xfrm>
                <a:off x="642688" y="3145614"/>
                <a:ext cx="374760" cy="3330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8FFD90B8-C68D-323C-53CB-98384F94B5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6568" y="3139494"/>
                  <a:ext cx="3870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24C4F9B-E235-2C02-143D-9BE72A1291D6}"/>
                    </a:ext>
                  </a:extLst>
                </p14:cNvPr>
                <p14:cNvContentPartPr/>
                <p14:nvPr/>
              </p14:nvContentPartPr>
              <p14:xfrm>
                <a:off x="1180528" y="3124734"/>
                <a:ext cx="325440" cy="30528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24C4F9B-E235-2C02-143D-9BE72A1291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4408" y="3118614"/>
                  <a:ext cx="337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E74F809-3838-3259-4944-682815670D7C}"/>
                    </a:ext>
                  </a:extLst>
                </p14:cNvPr>
                <p14:cNvContentPartPr/>
                <p14:nvPr/>
              </p14:nvContentPartPr>
              <p14:xfrm>
                <a:off x="1591648" y="3211854"/>
                <a:ext cx="299160" cy="28152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E74F809-3838-3259-4944-682815670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85528" y="3205734"/>
                  <a:ext cx="311400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13C7CD2A-3438-37B2-60A7-CCC22E7A2ECC}"/>
                  </a:ext>
                </a:extLst>
              </p14:cNvPr>
              <p14:cNvContentPartPr/>
              <p14:nvPr/>
            </p14:nvContentPartPr>
            <p14:xfrm>
              <a:off x="2789008" y="2497974"/>
              <a:ext cx="395280" cy="19476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13C7CD2A-3438-37B2-60A7-CCC22E7A2EC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82888" y="2491854"/>
                <a:ext cx="40752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66438B80-4958-0AC9-9E19-4BCD5D0FB341}"/>
              </a:ext>
            </a:extLst>
          </p:cNvPr>
          <p:cNvGrpSpPr/>
          <p:nvPr/>
        </p:nvGrpSpPr>
        <p:grpSpPr>
          <a:xfrm>
            <a:off x="2076568" y="3320934"/>
            <a:ext cx="908640" cy="191520"/>
            <a:chOff x="2076568" y="3320934"/>
            <a:chExt cx="9086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94243930-7BB2-6FD9-4242-83EAA1A64DF5}"/>
                    </a:ext>
                  </a:extLst>
                </p14:cNvPr>
                <p14:cNvContentPartPr/>
                <p14:nvPr/>
              </p14:nvContentPartPr>
              <p14:xfrm>
                <a:off x="2158288" y="3364854"/>
                <a:ext cx="198360" cy="7776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94243930-7BB2-6FD9-4242-83EAA1A64D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168" y="3358734"/>
                  <a:ext cx="210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7789CB04-6A3C-0AAA-F904-3617B2A4CE9C}"/>
                    </a:ext>
                  </a:extLst>
                </p14:cNvPr>
                <p14:cNvContentPartPr/>
                <p14:nvPr/>
              </p14:nvContentPartPr>
              <p14:xfrm>
                <a:off x="2076568" y="3496974"/>
                <a:ext cx="315360" cy="1548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7789CB04-6A3C-0AAA-F904-3617B2A4CE9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0448" y="3490854"/>
                  <a:ext cx="327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6190FFED-0FEA-DCE5-321E-E6C538F4901C}"/>
                    </a:ext>
                  </a:extLst>
                </p14:cNvPr>
                <p14:cNvContentPartPr/>
                <p14:nvPr/>
              </p14:nvContentPartPr>
              <p14:xfrm>
                <a:off x="2718088" y="3320934"/>
                <a:ext cx="267120" cy="17856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6190FFED-0FEA-DCE5-321E-E6C538F490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11968" y="3314814"/>
                  <a:ext cx="27936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390F6AE4-CC01-5A50-3754-89A9861423C1}"/>
                  </a:ext>
                </a:extLst>
              </p14:cNvPr>
              <p14:cNvContentPartPr/>
              <p14:nvPr/>
            </p14:nvContentPartPr>
            <p14:xfrm>
              <a:off x="2849128" y="2998734"/>
              <a:ext cx="358560" cy="238680"/>
            </p14:xfrm>
          </p:contentPart>
        </mc:Choice>
        <mc:Fallback xmlns=""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390F6AE4-CC01-5A50-3754-89A9861423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843008" y="2992614"/>
                <a:ext cx="3708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7D014428-3FFD-8F40-181F-0B69C47F7E9A}"/>
                  </a:ext>
                </a:extLst>
              </p14:cNvPr>
              <p14:cNvContentPartPr/>
              <p14:nvPr/>
            </p14:nvContentPartPr>
            <p14:xfrm>
              <a:off x="1469968" y="4480494"/>
              <a:ext cx="514080" cy="327240"/>
            </p14:xfrm>
          </p:contentPart>
        </mc:Choice>
        <mc:Fallback xmlns=""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7D014428-3FFD-8F40-181F-0B69C47F7E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463848" y="4474374"/>
                <a:ext cx="526320" cy="33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A330625E-6DB9-8E57-3E15-E3B3AADD7320}"/>
              </a:ext>
            </a:extLst>
          </p:cNvPr>
          <p:cNvGrpSpPr/>
          <p:nvPr/>
        </p:nvGrpSpPr>
        <p:grpSpPr>
          <a:xfrm>
            <a:off x="1236688" y="3698934"/>
            <a:ext cx="1844640" cy="634680"/>
            <a:chOff x="1236688" y="3698934"/>
            <a:chExt cx="1844640" cy="6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1EF07BC4-E231-607F-1139-8D570FC27CB0}"/>
                    </a:ext>
                  </a:extLst>
                </p14:cNvPr>
                <p14:cNvContentPartPr/>
                <p14:nvPr/>
              </p14:nvContentPartPr>
              <p14:xfrm>
                <a:off x="1236688" y="3901614"/>
                <a:ext cx="59760" cy="31860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1EF07BC4-E231-607F-1139-8D570FC27C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30568" y="3895494"/>
                  <a:ext cx="72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A6966E4D-055C-D0B9-8CD1-53DFB4FAE570}"/>
                    </a:ext>
                  </a:extLst>
                </p14:cNvPr>
                <p14:cNvContentPartPr/>
                <p14:nvPr/>
              </p14:nvContentPartPr>
              <p14:xfrm>
                <a:off x="1428208" y="4032294"/>
                <a:ext cx="171000" cy="1357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A6966E4D-055C-D0B9-8CD1-53DFB4FAE5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22088" y="4026174"/>
                  <a:ext cx="183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DA363E3F-E9F6-91A2-B7DD-16E956C9104B}"/>
                    </a:ext>
                  </a:extLst>
                </p14:cNvPr>
                <p14:cNvContentPartPr/>
                <p14:nvPr/>
              </p14:nvContentPartPr>
              <p14:xfrm>
                <a:off x="1517128" y="3999894"/>
                <a:ext cx="455760" cy="3337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DA363E3F-E9F6-91A2-B7DD-16E956C910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11008" y="3993774"/>
                  <a:ext cx="468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54B394F6-51DF-6A33-DDEF-4A85FEE1D32B}"/>
                    </a:ext>
                  </a:extLst>
                </p14:cNvPr>
                <p14:cNvContentPartPr/>
                <p14:nvPr/>
              </p14:nvContentPartPr>
              <p14:xfrm>
                <a:off x="2229208" y="3965694"/>
                <a:ext cx="280800" cy="16092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54B394F6-51DF-6A33-DDEF-4A85FEE1D32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23088" y="3959574"/>
                  <a:ext cx="293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3D2ECE7-8C01-EAD6-ED68-87CED0A16975}"/>
                    </a:ext>
                  </a:extLst>
                </p14:cNvPr>
                <p14:cNvContentPartPr/>
                <p14:nvPr/>
              </p14:nvContentPartPr>
              <p14:xfrm>
                <a:off x="2565088" y="3732774"/>
                <a:ext cx="223920" cy="23328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3D2ECE7-8C01-EAD6-ED68-87CED0A169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58968" y="3726654"/>
                  <a:ext cx="236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9AE73454-04ED-312C-BA81-33D0FC696432}"/>
                    </a:ext>
                  </a:extLst>
                </p14:cNvPr>
                <p14:cNvContentPartPr/>
                <p14:nvPr/>
              </p14:nvContentPartPr>
              <p14:xfrm>
                <a:off x="2532688" y="3698934"/>
                <a:ext cx="548640" cy="28656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9AE73454-04ED-312C-BA81-33D0FC6964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26568" y="3692814"/>
                  <a:ext cx="560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DA624B25-50C0-7D7B-7F2B-46ED1D518333}"/>
              </a:ext>
            </a:extLst>
          </p:cNvPr>
          <p:cNvGrpSpPr/>
          <p:nvPr/>
        </p:nvGrpSpPr>
        <p:grpSpPr>
          <a:xfrm>
            <a:off x="2626288" y="4552134"/>
            <a:ext cx="466200" cy="115200"/>
            <a:chOff x="2626288" y="4552134"/>
            <a:chExt cx="466200" cy="11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DF0CF173-7D9A-7B09-6522-EDD0A61D3FDC}"/>
                    </a:ext>
                  </a:extLst>
                </p14:cNvPr>
                <p14:cNvContentPartPr/>
                <p14:nvPr/>
              </p14:nvContentPartPr>
              <p14:xfrm>
                <a:off x="2626288" y="4552134"/>
                <a:ext cx="384120" cy="432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DF0CF173-7D9A-7B09-6522-EDD0A61D3FD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20168" y="4546014"/>
                  <a:ext cx="396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F0725C90-B689-99FF-65DC-17E7CA69DBC5}"/>
                    </a:ext>
                  </a:extLst>
                </p14:cNvPr>
                <p14:cNvContentPartPr/>
                <p14:nvPr/>
              </p14:nvContentPartPr>
              <p14:xfrm>
                <a:off x="2729968" y="4621974"/>
                <a:ext cx="362520" cy="4536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F0725C90-B689-99FF-65DC-17E7CA69DB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23848" y="4615854"/>
                  <a:ext cx="37476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D3528CDF-F033-EBB2-815C-C33A57B2DE17}"/>
                  </a:ext>
                </a:extLst>
              </p14:cNvPr>
              <p14:cNvContentPartPr/>
              <p14:nvPr/>
            </p14:nvContentPartPr>
            <p14:xfrm>
              <a:off x="7703008" y="5691534"/>
              <a:ext cx="518760" cy="223920"/>
            </p14:xfrm>
          </p:contentPart>
        </mc:Choice>
        <mc:Fallback xmlns=""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D3528CDF-F033-EBB2-815C-C33A57B2DE1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96888" y="5685414"/>
                <a:ext cx="53100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E0227FE0-0632-4EAB-A2E3-8682EFABF460}"/>
              </a:ext>
            </a:extLst>
          </p:cNvPr>
          <p:cNvGrpSpPr/>
          <p:nvPr/>
        </p:nvGrpSpPr>
        <p:grpSpPr>
          <a:xfrm>
            <a:off x="8395648" y="5325414"/>
            <a:ext cx="595080" cy="216000"/>
            <a:chOff x="8395648" y="5325414"/>
            <a:chExt cx="5950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CBFDEED6-A4A7-EC1E-929C-371D76517E6F}"/>
                    </a:ext>
                  </a:extLst>
                </p14:cNvPr>
                <p14:cNvContentPartPr/>
                <p14:nvPr/>
              </p14:nvContentPartPr>
              <p14:xfrm>
                <a:off x="8501488" y="5332974"/>
                <a:ext cx="385920" cy="20844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CBFDEED6-A4A7-EC1E-929C-371D76517E6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95368" y="5326854"/>
                  <a:ext cx="398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711233D4-44A7-23C4-6FFC-403471D07F7C}"/>
                    </a:ext>
                  </a:extLst>
                </p14:cNvPr>
                <p14:cNvContentPartPr/>
                <p14:nvPr/>
              </p14:nvContentPartPr>
              <p14:xfrm>
                <a:off x="8395648" y="5325414"/>
                <a:ext cx="595080" cy="16668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711233D4-44A7-23C4-6FFC-403471D07F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9528" y="5319294"/>
                  <a:ext cx="60732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A4671DF2-C9BE-E2CA-D942-777F86181784}"/>
              </a:ext>
            </a:extLst>
          </p:cNvPr>
          <p:cNvGrpSpPr/>
          <p:nvPr/>
        </p:nvGrpSpPr>
        <p:grpSpPr>
          <a:xfrm>
            <a:off x="8887048" y="5696934"/>
            <a:ext cx="1677960" cy="314280"/>
            <a:chOff x="8887048" y="5696934"/>
            <a:chExt cx="16779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FCEC65A9-D3B4-545D-489E-80929DDE2D5A}"/>
                    </a:ext>
                  </a:extLst>
                </p14:cNvPr>
                <p14:cNvContentPartPr/>
                <p14:nvPr/>
              </p14:nvContentPartPr>
              <p14:xfrm>
                <a:off x="9060928" y="5722134"/>
                <a:ext cx="385920" cy="3492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FCEC65A9-D3B4-545D-489E-80929DDE2D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54808" y="5716014"/>
                  <a:ext cx="398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F992051E-FBB2-668A-799F-00F618081D9D}"/>
                    </a:ext>
                  </a:extLst>
                </p14:cNvPr>
                <p14:cNvContentPartPr/>
                <p14:nvPr/>
              </p14:nvContentPartPr>
              <p14:xfrm>
                <a:off x="8887048" y="5784054"/>
                <a:ext cx="548280" cy="1980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F992051E-FBB2-668A-799F-00F618081D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80928" y="5777934"/>
                  <a:ext cx="560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8E929840-504C-C1A8-AD91-EB434A9C8E6F}"/>
                    </a:ext>
                  </a:extLst>
                </p14:cNvPr>
                <p14:cNvContentPartPr/>
                <p14:nvPr/>
              </p14:nvContentPartPr>
              <p14:xfrm>
                <a:off x="9738088" y="5696934"/>
                <a:ext cx="826920" cy="31428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8E929840-504C-C1A8-AD91-EB434A9C8E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31968" y="5690814"/>
                  <a:ext cx="83916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8D82E1B9-7AFE-10DA-AE4D-E786C60BA605}"/>
              </a:ext>
            </a:extLst>
          </p:cNvPr>
          <p:cNvGrpSpPr/>
          <p:nvPr/>
        </p:nvGrpSpPr>
        <p:grpSpPr>
          <a:xfrm>
            <a:off x="8094688" y="4285374"/>
            <a:ext cx="2459520" cy="869760"/>
            <a:chOff x="8094688" y="4285374"/>
            <a:chExt cx="2459520" cy="8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51A3D24C-D9A1-74C6-3676-A81B1840F442}"/>
                    </a:ext>
                  </a:extLst>
                </p14:cNvPr>
                <p14:cNvContentPartPr/>
                <p14:nvPr/>
              </p14:nvContentPartPr>
              <p14:xfrm>
                <a:off x="8094688" y="4285374"/>
                <a:ext cx="198000" cy="31104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51A3D24C-D9A1-74C6-3676-A81B1840F4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88568" y="4279254"/>
                  <a:ext cx="2102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84D9E277-0045-E2EE-AB73-0C9246217211}"/>
                    </a:ext>
                  </a:extLst>
                </p14:cNvPr>
                <p14:cNvContentPartPr/>
                <p14:nvPr/>
              </p14:nvContentPartPr>
              <p14:xfrm>
                <a:off x="8339488" y="4470774"/>
                <a:ext cx="316440" cy="14364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84D9E277-0045-E2EE-AB73-0C92462172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33368" y="4464654"/>
                  <a:ext cx="328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D9DB7E7-FA35-3CF4-AFBC-C3BEA482A6AF}"/>
                    </a:ext>
                  </a:extLst>
                </p14:cNvPr>
                <p14:cNvContentPartPr/>
                <p14:nvPr/>
              </p14:nvContentPartPr>
              <p14:xfrm>
                <a:off x="8536768" y="4471134"/>
                <a:ext cx="442440" cy="2379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D9DB7E7-FA35-3CF4-AFBC-C3BEA482A6A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30648" y="4465014"/>
                  <a:ext cx="454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82459BC0-10BE-F5ED-BA09-99D05360880A}"/>
                    </a:ext>
                  </a:extLst>
                </p14:cNvPr>
                <p14:cNvContentPartPr/>
                <p14:nvPr/>
              </p14:nvContentPartPr>
              <p14:xfrm>
                <a:off x="8666008" y="4498494"/>
                <a:ext cx="150480" cy="14616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82459BC0-10BE-F5ED-BA09-99D0536088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59888" y="4492374"/>
                  <a:ext cx="162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1681D18B-ECDC-F374-C9BC-1B0DA8272F06}"/>
                    </a:ext>
                  </a:extLst>
                </p14:cNvPr>
                <p14:cNvContentPartPr/>
                <p14:nvPr/>
              </p14:nvContentPartPr>
              <p14:xfrm>
                <a:off x="8560528" y="4951014"/>
                <a:ext cx="12240" cy="2052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1681D18B-ECDC-F374-C9BC-1B0DA8272F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54408" y="4944894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6B1D1EB-1415-972D-511A-2D1F9B34DB09}"/>
                    </a:ext>
                  </a:extLst>
                </p14:cNvPr>
                <p14:cNvContentPartPr/>
                <p14:nvPr/>
              </p14:nvContentPartPr>
              <p14:xfrm>
                <a:off x="8389528" y="4913574"/>
                <a:ext cx="473760" cy="18828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6B1D1EB-1415-972D-511A-2D1F9B34DB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83408" y="4907454"/>
                  <a:ext cx="486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251562F3-B6E9-689D-6249-585CE0CD33D1}"/>
                    </a:ext>
                  </a:extLst>
                </p14:cNvPr>
                <p14:cNvContentPartPr/>
                <p14:nvPr/>
              </p14:nvContentPartPr>
              <p14:xfrm>
                <a:off x="9352528" y="4616574"/>
                <a:ext cx="362520" cy="2592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251562F3-B6E9-689D-6249-585CE0CD33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46408" y="4610454"/>
                  <a:ext cx="374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63F3AAE-76FB-AAB7-482C-B0F5AD98ABDD}"/>
                    </a:ext>
                  </a:extLst>
                </p14:cNvPr>
                <p14:cNvContentPartPr/>
                <p14:nvPr/>
              </p14:nvContentPartPr>
              <p14:xfrm>
                <a:off x="9317248" y="4683894"/>
                <a:ext cx="456480" cy="3492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63F3AAE-76FB-AAB7-482C-B0F5AD98ABD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11128" y="4677774"/>
                  <a:ext cx="468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2F514673-F074-66E1-E805-006B7056E0CA}"/>
                    </a:ext>
                  </a:extLst>
                </p14:cNvPr>
                <p14:cNvContentPartPr/>
                <p14:nvPr/>
              </p14:nvContentPartPr>
              <p14:xfrm>
                <a:off x="10053088" y="4572654"/>
                <a:ext cx="501120" cy="15372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2F514673-F074-66E1-E805-006B7056E0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46968" y="4566534"/>
                  <a:ext cx="513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87FDE180-EE16-FD7D-95ED-619F743810EE}"/>
                    </a:ext>
                  </a:extLst>
                </p14:cNvPr>
                <p14:cNvContentPartPr/>
                <p14:nvPr/>
              </p14:nvContentPartPr>
              <p14:xfrm>
                <a:off x="8757448" y="4782894"/>
                <a:ext cx="1494000" cy="37224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87FDE180-EE16-FD7D-95ED-619F743810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51328" y="4776774"/>
                  <a:ext cx="15062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F91FADAC-EB0C-AF72-6142-8D8D159C1CF8}"/>
                    </a:ext>
                  </a:extLst>
                </p14:cNvPr>
                <p14:cNvContentPartPr/>
                <p14:nvPr/>
              </p14:nvContentPartPr>
              <p14:xfrm>
                <a:off x="9002248" y="4341894"/>
                <a:ext cx="1366560" cy="1897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F91FADAC-EB0C-AF72-6142-8D8D159C1CF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96128" y="4335774"/>
                  <a:ext cx="137880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8B222F2A-395C-17DC-8E04-DEDBD9B35390}"/>
                  </a:ext>
                </a:extLst>
              </p14:cNvPr>
              <p14:cNvContentPartPr/>
              <p14:nvPr/>
            </p14:nvContentPartPr>
            <p14:xfrm>
              <a:off x="10495168" y="5340894"/>
              <a:ext cx="153000" cy="247320"/>
            </p14:xfrm>
          </p:contentPart>
        </mc:Choice>
        <mc:Fallback xmlns=""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8B222F2A-395C-17DC-8E04-DEDBD9B3539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89048" y="5334774"/>
                <a:ext cx="1652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F3A96084-5331-B726-807D-43E6C6EA3861}"/>
                  </a:ext>
                </a:extLst>
              </p14:cNvPr>
              <p14:cNvContentPartPr/>
              <p14:nvPr/>
            </p14:nvContentPartPr>
            <p14:xfrm>
              <a:off x="3944968" y="5321454"/>
              <a:ext cx="428760" cy="259560"/>
            </p14:xfrm>
          </p:contentPart>
        </mc:Choice>
        <mc:Fallback xmlns=""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F3A96084-5331-B726-807D-43E6C6EA386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938848" y="5315334"/>
                <a:ext cx="44100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366686BC-98A2-2A6F-97A2-0F9D93BE7572}"/>
                  </a:ext>
                </a:extLst>
              </p14:cNvPr>
              <p14:cNvContentPartPr/>
              <p14:nvPr/>
            </p14:nvContentPartPr>
            <p14:xfrm>
              <a:off x="1213648" y="2262534"/>
              <a:ext cx="1936080" cy="5205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366686BC-98A2-2A6F-97A2-0F9D93BE757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07528" y="2256414"/>
                <a:ext cx="194832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5CA16F51-F756-BE1B-713E-5F8807909CDA}"/>
                  </a:ext>
                </a:extLst>
              </p14:cNvPr>
              <p14:cNvContentPartPr/>
              <p14:nvPr/>
            </p14:nvContentPartPr>
            <p14:xfrm>
              <a:off x="795328" y="1611654"/>
              <a:ext cx="465840" cy="334440"/>
            </p14:xfrm>
          </p:contentPart>
        </mc:Choice>
        <mc:Fallback xmlns=""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5CA16F51-F756-BE1B-713E-5F8807909CD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89208" y="1605534"/>
                <a:ext cx="4780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2E4D05A6-F930-73FF-5EB5-3C8AC8059B2C}"/>
                  </a:ext>
                </a:extLst>
              </p14:cNvPr>
              <p14:cNvContentPartPr/>
              <p14:nvPr/>
            </p14:nvContentPartPr>
            <p14:xfrm>
              <a:off x="1178368" y="1778694"/>
              <a:ext cx="141120" cy="139320"/>
            </p14:xfrm>
          </p:contentPart>
        </mc:Choice>
        <mc:Fallback xmlns=""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2E4D05A6-F930-73FF-5EB5-3C8AC8059B2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72248" y="1772574"/>
                <a:ext cx="1533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625CE91F-03E6-D057-0767-7A6A8AB307F4}"/>
                  </a:ext>
                </a:extLst>
              </p14:cNvPr>
              <p14:cNvContentPartPr/>
              <p14:nvPr/>
            </p14:nvContentPartPr>
            <p14:xfrm>
              <a:off x="1225528" y="1768254"/>
              <a:ext cx="327600" cy="254880"/>
            </p14:xfrm>
          </p:contentPart>
        </mc:Choice>
        <mc:Fallback xmlns=""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625CE91F-03E6-D057-0767-7A6A8AB307F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219408" y="1762134"/>
                <a:ext cx="3398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7F82E689-578A-A9FF-0632-2AE5A229EE1A}"/>
                  </a:ext>
                </a:extLst>
              </p14:cNvPr>
              <p14:cNvContentPartPr/>
              <p14:nvPr/>
            </p14:nvContentPartPr>
            <p14:xfrm>
              <a:off x="1681288" y="1677174"/>
              <a:ext cx="383760" cy="251280"/>
            </p14:xfrm>
          </p:contentPart>
        </mc:Choice>
        <mc:Fallback xmlns=""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7F82E689-578A-A9FF-0632-2AE5A229EE1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675168" y="1671054"/>
                <a:ext cx="3960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F255D012-6743-FF0A-AF72-8EF35F8AE999}"/>
                  </a:ext>
                </a:extLst>
              </p14:cNvPr>
              <p14:cNvContentPartPr/>
              <p14:nvPr/>
            </p14:nvContentPartPr>
            <p14:xfrm>
              <a:off x="1178368" y="2139414"/>
              <a:ext cx="397800" cy="146160"/>
            </p14:xfrm>
          </p:contentPart>
        </mc:Choice>
        <mc:Fallback xmlns=""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F255D012-6743-FF0A-AF72-8EF35F8AE99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72248" y="2133294"/>
                <a:ext cx="4100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30AE4AE4-CAD7-1AF0-6BCC-1E606B586E4A}"/>
                  </a:ext>
                </a:extLst>
              </p14:cNvPr>
              <p14:cNvContentPartPr/>
              <p14:nvPr/>
            </p14:nvContentPartPr>
            <p14:xfrm>
              <a:off x="2344408" y="1831614"/>
              <a:ext cx="291960" cy="20520"/>
            </p14:xfrm>
          </p:contentPart>
        </mc:Choice>
        <mc:Fallback xmlns=""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30AE4AE4-CAD7-1AF0-6BCC-1E606B586E4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338288" y="1825494"/>
                <a:ext cx="3042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70036037-24F4-4841-CED2-CB6593F42C24}"/>
                  </a:ext>
                </a:extLst>
              </p14:cNvPr>
              <p14:cNvContentPartPr/>
              <p14:nvPr/>
            </p14:nvContentPartPr>
            <p14:xfrm>
              <a:off x="2285728" y="1891734"/>
              <a:ext cx="303480" cy="19800"/>
            </p14:xfrm>
          </p:contentPart>
        </mc:Choice>
        <mc:Fallback xmlns=""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70036037-24F4-4841-CED2-CB6593F42C2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79608" y="1885614"/>
                <a:ext cx="315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63E5CC8E-E5FD-9B15-0905-457C13B7CD92}"/>
                  </a:ext>
                </a:extLst>
              </p14:cNvPr>
              <p14:cNvContentPartPr/>
              <p14:nvPr/>
            </p14:nvContentPartPr>
            <p14:xfrm>
              <a:off x="2939488" y="1769694"/>
              <a:ext cx="245520" cy="298080"/>
            </p14:xfrm>
          </p:contentPart>
        </mc:Choice>
        <mc:Fallback xmlns=""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63E5CC8E-E5FD-9B15-0905-457C13B7CD9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933368" y="1763574"/>
                <a:ext cx="2577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B0A24313-8CCD-A297-171C-4A03BCA748DF}"/>
                  </a:ext>
                </a:extLst>
              </p14:cNvPr>
              <p14:cNvContentPartPr/>
              <p14:nvPr/>
            </p14:nvContentPartPr>
            <p14:xfrm>
              <a:off x="1016008" y="2079294"/>
              <a:ext cx="769680" cy="344520"/>
            </p14:xfrm>
          </p:contentPart>
        </mc:Choice>
        <mc:Fallback xmlns=""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B0A24313-8CCD-A297-171C-4A03BCA748D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09888" y="2073174"/>
                <a:ext cx="7819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41C6AE9F-547E-AB23-CF6A-5A28E198AE4B}"/>
                  </a:ext>
                </a:extLst>
              </p14:cNvPr>
              <p14:cNvContentPartPr/>
              <p14:nvPr/>
            </p14:nvContentPartPr>
            <p14:xfrm>
              <a:off x="1550608" y="1561614"/>
              <a:ext cx="852120" cy="450000"/>
            </p14:xfrm>
          </p:contentPart>
        </mc:Choice>
        <mc:Fallback xmlns=""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41C6AE9F-547E-AB23-CF6A-5A28E198AE4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544488" y="1555494"/>
                <a:ext cx="86436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B6C77A23-B7CF-B58F-4590-C724A8D0E500}"/>
                  </a:ext>
                </a:extLst>
              </p14:cNvPr>
              <p14:cNvContentPartPr/>
              <p14:nvPr/>
            </p14:nvContentPartPr>
            <p14:xfrm>
              <a:off x="1189528" y="714174"/>
              <a:ext cx="469080" cy="361800"/>
            </p14:xfrm>
          </p:contentPart>
        </mc:Choice>
        <mc:Fallback xmlns=""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B6C77A23-B7CF-B58F-4590-C724A8D0E50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83408" y="708054"/>
                <a:ext cx="4813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F0B8F653-3A63-AC39-95F8-733AE483E2BD}"/>
                  </a:ext>
                </a:extLst>
              </p14:cNvPr>
              <p14:cNvContentPartPr/>
              <p14:nvPr/>
            </p14:nvContentPartPr>
            <p14:xfrm>
              <a:off x="1635208" y="926574"/>
              <a:ext cx="197640" cy="112680"/>
            </p14:xfrm>
          </p:contentPart>
        </mc:Choice>
        <mc:Fallback xmlns=""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F0B8F653-3A63-AC39-95F8-733AE483E2B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629088" y="920454"/>
                <a:ext cx="2098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7A064C50-B83B-2C26-C460-95AA744644E4}"/>
                  </a:ext>
                </a:extLst>
              </p14:cNvPr>
              <p14:cNvContentPartPr/>
              <p14:nvPr/>
            </p14:nvContentPartPr>
            <p14:xfrm>
              <a:off x="1878568" y="944934"/>
              <a:ext cx="245880" cy="114840"/>
            </p14:xfrm>
          </p:contentPart>
        </mc:Choice>
        <mc:Fallback xmlns=""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7A064C50-B83B-2C26-C460-95AA744644E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72448" y="938814"/>
                <a:ext cx="2581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50A9649D-F1B7-0851-A807-FF215D36D76F}"/>
                  </a:ext>
                </a:extLst>
              </p14:cNvPr>
              <p14:cNvContentPartPr/>
              <p14:nvPr/>
            </p14:nvContentPartPr>
            <p14:xfrm>
              <a:off x="1773448" y="1019094"/>
              <a:ext cx="428400" cy="240840"/>
            </p14:xfrm>
          </p:contentPart>
        </mc:Choice>
        <mc:Fallback xmlns=""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50A9649D-F1B7-0851-A807-FF215D36D76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67328" y="1012974"/>
                <a:ext cx="440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29454DCE-2FE6-9B9E-396D-21B92EA20BBD}"/>
                  </a:ext>
                </a:extLst>
              </p14:cNvPr>
              <p14:cNvContentPartPr/>
              <p14:nvPr/>
            </p14:nvContentPartPr>
            <p14:xfrm>
              <a:off x="2380048" y="838014"/>
              <a:ext cx="205200" cy="263520"/>
            </p14:xfrm>
          </p:contentPart>
        </mc:Choice>
        <mc:Fallback xmlns=""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29454DCE-2FE6-9B9E-396D-21B92EA20BB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73928" y="831894"/>
                <a:ext cx="2174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21" name="Tinta 220">
                <a:extLst>
                  <a:ext uri="{FF2B5EF4-FFF2-40B4-BE49-F238E27FC236}">
                    <a16:creationId xmlns:a16="http://schemas.microsoft.com/office/drawing/2014/main" id="{FF846415-B5B3-3A19-20C3-E5170D124879}"/>
                  </a:ext>
                </a:extLst>
              </p14:cNvPr>
              <p14:cNvContentPartPr/>
              <p14:nvPr/>
            </p14:nvContentPartPr>
            <p14:xfrm>
              <a:off x="2660848" y="884814"/>
              <a:ext cx="203760" cy="156960"/>
            </p14:xfrm>
          </p:contentPart>
        </mc:Choice>
        <mc:Fallback xmlns="">
          <p:pic>
            <p:nvPicPr>
              <p:cNvPr id="221" name="Tinta 220">
                <a:extLst>
                  <a:ext uri="{FF2B5EF4-FFF2-40B4-BE49-F238E27FC236}">
                    <a16:creationId xmlns:a16="http://schemas.microsoft.com/office/drawing/2014/main" id="{FF846415-B5B3-3A19-20C3-E5170D12487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654728" y="878694"/>
                <a:ext cx="2160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75137F5A-AB00-B5E4-EEB9-3C46A4A73415}"/>
                  </a:ext>
                </a:extLst>
              </p14:cNvPr>
              <p14:cNvContentPartPr/>
              <p14:nvPr/>
            </p14:nvContentPartPr>
            <p14:xfrm>
              <a:off x="2017528" y="1259574"/>
              <a:ext cx="235080" cy="220320"/>
            </p14:xfrm>
          </p:contentPart>
        </mc:Choice>
        <mc:Fallback xmlns=""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75137F5A-AB00-B5E4-EEB9-3C46A4A7341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011408" y="1253454"/>
                <a:ext cx="2473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ACE4C450-AB26-49C9-407C-94EAD6F5321E}"/>
                  </a:ext>
                </a:extLst>
              </p14:cNvPr>
              <p14:cNvContentPartPr/>
              <p14:nvPr/>
            </p14:nvContentPartPr>
            <p14:xfrm>
              <a:off x="2194648" y="1357854"/>
              <a:ext cx="393840" cy="97920"/>
            </p14:xfrm>
          </p:contentPart>
        </mc:Choice>
        <mc:Fallback xmlns=""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ACE4C450-AB26-49C9-407C-94EAD6F5321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188528" y="1351734"/>
                <a:ext cx="406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D6ED8070-EFA5-F711-AD62-D4D52224A44C}"/>
                  </a:ext>
                </a:extLst>
              </p14:cNvPr>
              <p14:cNvContentPartPr/>
              <p14:nvPr/>
            </p14:nvContentPartPr>
            <p14:xfrm>
              <a:off x="3207328" y="1031694"/>
              <a:ext cx="291960" cy="25200"/>
            </p14:xfrm>
          </p:contentPart>
        </mc:Choice>
        <mc:Fallback xmlns=""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D6ED8070-EFA5-F711-AD62-D4D52224A44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201208" y="1025574"/>
                <a:ext cx="304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84BFDFC3-0A53-73A9-E021-9B473F50F648}"/>
                  </a:ext>
                </a:extLst>
              </p14:cNvPr>
              <p14:cNvContentPartPr/>
              <p14:nvPr/>
            </p14:nvContentPartPr>
            <p14:xfrm>
              <a:off x="3033448" y="1155174"/>
              <a:ext cx="232920" cy="12960"/>
            </p14:xfrm>
          </p:contentPart>
        </mc:Choice>
        <mc:Fallback xmlns=""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84BFDFC3-0A53-73A9-E021-9B473F50F64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027328" y="1149054"/>
                <a:ext cx="245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26" name="Tinta 225">
                <a:extLst>
                  <a:ext uri="{FF2B5EF4-FFF2-40B4-BE49-F238E27FC236}">
                    <a16:creationId xmlns:a16="http://schemas.microsoft.com/office/drawing/2014/main" id="{0D77FAB4-998E-B63B-68E0-4535F5D6216F}"/>
                  </a:ext>
                </a:extLst>
              </p14:cNvPr>
              <p14:cNvContentPartPr/>
              <p14:nvPr/>
            </p14:nvContentPartPr>
            <p14:xfrm>
              <a:off x="3546088" y="1025574"/>
              <a:ext cx="351000" cy="269640"/>
            </p14:xfrm>
          </p:contentPart>
        </mc:Choice>
        <mc:Fallback xmlns="">
          <p:pic>
            <p:nvPicPr>
              <p:cNvPr id="226" name="Tinta 225">
                <a:extLst>
                  <a:ext uri="{FF2B5EF4-FFF2-40B4-BE49-F238E27FC236}">
                    <a16:creationId xmlns:a16="http://schemas.microsoft.com/office/drawing/2014/main" id="{0D77FAB4-998E-B63B-68E0-4535F5D6216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39968" y="1019454"/>
                <a:ext cx="3632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27" name="Tinta 226">
                <a:extLst>
                  <a:ext uri="{FF2B5EF4-FFF2-40B4-BE49-F238E27FC236}">
                    <a16:creationId xmlns:a16="http://schemas.microsoft.com/office/drawing/2014/main" id="{AD056008-5412-F528-E5B2-094499009D7E}"/>
                  </a:ext>
                </a:extLst>
              </p14:cNvPr>
              <p14:cNvContentPartPr/>
              <p14:nvPr/>
            </p14:nvContentPartPr>
            <p14:xfrm>
              <a:off x="1772368" y="1280814"/>
              <a:ext cx="934200" cy="383040"/>
            </p14:xfrm>
          </p:contentPart>
        </mc:Choice>
        <mc:Fallback xmlns="">
          <p:pic>
            <p:nvPicPr>
              <p:cNvPr id="227" name="Tinta 226">
                <a:extLst>
                  <a:ext uri="{FF2B5EF4-FFF2-40B4-BE49-F238E27FC236}">
                    <a16:creationId xmlns:a16="http://schemas.microsoft.com/office/drawing/2014/main" id="{AD056008-5412-F528-E5B2-094499009D7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766248" y="1274694"/>
                <a:ext cx="94644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76908C16-8AD4-0EEA-B689-CA9D4D4E230D}"/>
                  </a:ext>
                </a:extLst>
              </p14:cNvPr>
              <p14:cNvContentPartPr/>
              <p14:nvPr/>
            </p14:nvContentPartPr>
            <p14:xfrm>
              <a:off x="2344048" y="781494"/>
              <a:ext cx="816840" cy="402120"/>
            </p14:xfrm>
          </p:contentPart>
        </mc:Choice>
        <mc:Fallback xmlns=""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76908C16-8AD4-0EEA-B689-CA9D4D4E230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337928" y="775374"/>
                <a:ext cx="829080" cy="41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41DF7F80-5E1C-DC9E-ADF1-0E9EA695AAC5}"/>
              </a:ext>
            </a:extLst>
          </p:cNvPr>
          <p:cNvGrpSpPr/>
          <p:nvPr/>
        </p:nvGrpSpPr>
        <p:grpSpPr>
          <a:xfrm>
            <a:off x="3990328" y="4974"/>
            <a:ext cx="7718040" cy="2715120"/>
            <a:chOff x="3990328" y="4974"/>
            <a:chExt cx="7718040" cy="271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9AD7700D-BB87-7F0E-5B22-DDC8BB80F0B3}"/>
                    </a:ext>
                  </a:extLst>
                </p14:cNvPr>
                <p14:cNvContentPartPr/>
                <p14:nvPr/>
              </p14:nvContentPartPr>
              <p14:xfrm>
                <a:off x="5756488" y="2323014"/>
                <a:ext cx="716400" cy="39708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9AD7700D-BB87-7F0E-5B22-DDC8BB80F0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50368" y="2316894"/>
                  <a:ext cx="7286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2AF37A8-1918-EBC3-3E3C-128BF828EAB7}"/>
                    </a:ext>
                  </a:extLst>
                </p14:cNvPr>
                <p14:cNvContentPartPr/>
                <p14:nvPr/>
              </p14:nvContentPartPr>
              <p14:xfrm>
                <a:off x="10372048" y="747654"/>
                <a:ext cx="334080" cy="15984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2AF37A8-1918-EBC3-3E3C-128BF828EA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65928" y="741534"/>
                  <a:ext cx="346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7ADE7F0B-ED45-0229-5D2A-FCF3FC1860EE}"/>
                    </a:ext>
                  </a:extLst>
                </p14:cNvPr>
                <p14:cNvContentPartPr/>
                <p14:nvPr/>
              </p14:nvContentPartPr>
              <p14:xfrm>
                <a:off x="10962808" y="774294"/>
                <a:ext cx="289800" cy="572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7ADE7F0B-ED45-0229-5D2A-FCF3FC1860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56688" y="768174"/>
                  <a:ext cx="302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6602E65-75D1-1A5A-0265-1D4C2844B02C}"/>
                    </a:ext>
                  </a:extLst>
                </p14:cNvPr>
                <p14:cNvContentPartPr/>
                <p14:nvPr/>
              </p14:nvContentPartPr>
              <p14:xfrm>
                <a:off x="10845448" y="776454"/>
                <a:ext cx="477720" cy="572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6602E65-75D1-1A5A-0265-1D4C2844B0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39328" y="770334"/>
                  <a:ext cx="489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20CA1A1E-CA80-F2EF-DA84-6CBE012BCE1F}"/>
                    </a:ext>
                  </a:extLst>
                </p14:cNvPr>
                <p14:cNvContentPartPr/>
                <p14:nvPr/>
              </p14:nvContentPartPr>
              <p14:xfrm>
                <a:off x="11137048" y="748734"/>
                <a:ext cx="571320" cy="1792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20CA1A1E-CA80-F2EF-DA84-6CBE012BCE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30928" y="742614"/>
                  <a:ext cx="583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55F0E117-8F76-B82A-6F9B-76D4E46485EA}"/>
                    </a:ext>
                  </a:extLst>
                </p14:cNvPr>
                <p14:cNvContentPartPr/>
                <p14:nvPr/>
              </p14:nvContentPartPr>
              <p14:xfrm>
                <a:off x="9108088" y="716334"/>
                <a:ext cx="287640" cy="2376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55F0E117-8F76-B82A-6F9B-76D4E46485E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01968" y="710214"/>
                  <a:ext cx="299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8A2DA31-F048-23B9-3676-FA03864ABC2C}"/>
                    </a:ext>
                  </a:extLst>
                </p14:cNvPr>
                <p14:cNvContentPartPr/>
                <p14:nvPr/>
              </p14:nvContentPartPr>
              <p14:xfrm>
                <a:off x="9585448" y="825774"/>
                <a:ext cx="235440" cy="1292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8A2DA31-F048-23B9-3676-FA03864ABC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79328" y="819654"/>
                  <a:ext cx="247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03A8641C-560E-57F6-EE73-9C44CA75C918}"/>
                    </a:ext>
                  </a:extLst>
                </p14:cNvPr>
                <p14:cNvContentPartPr/>
                <p14:nvPr/>
              </p14:nvContentPartPr>
              <p14:xfrm>
                <a:off x="9470248" y="882654"/>
                <a:ext cx="513000" cy="676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03A8641C-560E-57F6-EE73-9C44CA75C9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64128" y="876534"/>
                  <a:ext cx="525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7B322D7C-08B3-B703-D5CA-4630A7020C55}"/>
                    </a:ext>
                  </a:extLst>
                </p14:cNvPr>
                <p14:cNvContentPartPr/>
                <p14:nvPr/>
              </p14:nvContentPartPr>
              <p14:xfrm>
                <a:off x="4156288" y="208374"/>
                <a:ext cx="300240" cy="1767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7B322D7C-08B3-B703-D5CA-4630A7020C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50168" y="202254"/>
                  <a:ext cx="312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ED52CFD-F24F-A929-F10A-54F2A5F3591E}"/>
                    </a:ext>
                  </a:extLst>
                </p14:cNvPr>
                <p14:cNvContentPartPr/>
                <p14:nvPr/>
              </p14:nvContentPartPr>
              <p14:xfrm>
                <a:off x="3990328" y="213774"/>
                <a:ext cx="571680" cy="23328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ED52CFD-F24F-A929-F10A-54F2A5F3591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84208" y="207654"/>
                  <a:ext cx="583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442DF4F-6BA9-8375-1B10-70F6EE743D8B}"/>
                    </a:ext>
                  </a:extLst>
                </p14:cNvPr>
                <p14:cNvContentPartPr/>
                <p14:nvPr/>
              </p14:nvContentPartPr>
              <p14:xfrm>
                <a:off x="4829488" y="4974"/>
                <a:ext cx="441720" cy="19404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442DF4F-6BA9-8375-1B10-70F6EE743D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23368" y="-1146"/>
                  <a:ext cx="453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EF5AD844-286C-82E9-8001-236AA30FEF15}"/>
                    </a:ext>
                  </a:extLst>
                </p14:cNvPr>
                <p14:cNvContentPartPr/>
                <p14:nvPr/>
              </p14:nvContentPartPr>
              <p14:xfrm>
                <a:off x="5504128" y="186774"/>
                <a:ext cx="303480" cy="2268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EF5AD844-286C-82E9-8001-236AA30FEF1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98008" y="180654"/>
                  <a:ext cx="315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D3DEF361-0AA3-C80F-970D-9762FA6A2F72}"/>
                    </a:ext>
                  </a:extLst>
                </p14:cNvPr>
                <p14:cNvContentPartPr/>
                <p14:nvPr/>
              </p14:nvContentPartPr>
              <p14:xfrm>
                <a:off x="5388928" y="277854"/>
                <a:ext cx="374040" cy="5040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D3DEF361-0AA3-C80F-970D-9762FA6A2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82808" y="271734"/>
                  <a:ext cx="386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30ADCBF-AF81-E76F-90B5-8BCCD25AFFAF}"/>
                    </a:ext>
                  </a:extLst>
                </p14:cNvPr>
                <p14:cNvContentPartPr/>
                <p14:nvPr/>
              </p14:nvContentPartPr>
              <p14:xfrm>
                <a:off x="6158248" y="114774"/>
                <a:ext cx="385920" cy="2638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30ADCBF-AF81-E76F-90B5-8BCCD25AFFA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52128" y="108654"/>
                  <a:ext cx="3981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21FA331A-6033-3D40-746D-81F63A295B7C}"/>
                    </a:ext>
                  </a:extLst>
                </p14:cNvPr>
                <p14:cNvContentPartPr/>
                <p14:nvPr/>
              </p14:nvContentPartPr>
              <p14:xfrm>
                <a:off x="6869968" y="78414"/>
                <a:ext cx="205920" cy="27504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21FA331A-6033-3D40-746D-81F63A295B7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63848" y="72294"/>
                  <a:ext cx="218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54ED5583-E9E6-4E1F-209A-C56D641B246F}"/>
                    </a:ext>
                  </a:extLst>
                </p14:cNvPr>
                <p14:cNvContentPartPr/>
                <p14:nvPr/>
              </p14:nvContentPartPr>
              <p14:xfrm>
                <a:off x="6917128" y="191094"/>
                <a:ext cx="442440" cy="475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54ED5583-E9E6-4E1F-209A-C56D641B246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11008" y="184974"/>
                  <a:ext cx="454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DBB539B-CA4A-40ED-F7D8-8A2EB8C00D2B}"/>
                    </a:ext>
                  </a:extLst>
                </p14:cNvPr>
                <p14:cNvContentPartPr/>
                <p14:nvPr/>
              </p14:nvContentPartPr>
              <p14:xfrm>
                <a:off x="7836208" y="959694"/>
                <a:ext cx="176760" cy="399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DBB539B-CA4A-40ED-F7D8-8A2EB8C00D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30088" y="953574"/>
                  <a:ext cx="189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A21F496B-76FD-AB98-3B13-6B0B9048A632}"/>
                    </a:ext>
                  </a:extLst>
                </p14:cNvPr>
                <p14:cNvContentPartPr/>
                <p14:nvPr/>
              </p14:nvContentPartPr>
              <p14:xfrm>
                <a:off x="7615168" y="1029534"/>
                <a:ext cx="362520" cy="252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A21F496B-76FD-AB98-3B13-6B0B9048A63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09048" y="1023414"/>
                  <a:ext cx="374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17A8AE6-B3CB-822E-5C8E-5258336CFFDD}"/>
                    </a:ext>
                  </a:extLst>
                </p14:cNvPr>
                <p14:cNvContentPartPr/>
                <p14:nvPr/>
              </p14:nvContentPartPr>
              <p14:xfrm>
                <a:off x="4222888" y="808494"/>
                <a:ext cx="254520" cy="946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17A8AE6-B3CB-822E-5C8E-5258336CFF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16768" y="802374"/>
                  <a:ext cx="266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C8D793F-4BA2-C18E-043A-C765E9B35D5D}"/>
                    </a:ext>
                  </a:extLst>
                </p14:cNvPr>
                <p14:cNvContentPartPr/>
                <p14:nvPr/>
              </p14:nvContentPartPr>
              <p14:xfrm>
                <a:off x="4281568" y="795894"/>
                <a:ext cx="303480" cy="1119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C8D793F-4BA2-C18E-043A-C765E9B35D5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75448" y="789774"/>
                  <a:ext cx="315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F6B1289-B8F3-2C35-BF66-0AD4F26CC205}"/>
                    </a:ext>
                  </a:extLst>
                </p14:cNvPr>
                <p14:cNvContentPartPr/>
                <p14:nvPr/>
              </p14:nvContentPartPr>
              <p14:xfrm>
                <a:off x="4864768" y="656934"/>
                <a:ext cx="268920" cy="1296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F6B1289-B8F3-2C35-BF66-0AD4F26CC20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58648" y="650814"/>
                  <a:ext cx="281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466A18E2-3FEC-C07B-2CEF-34C27CC462D2}"/>
                    </a:ext>
                  </a:extLst>
                </p14:cNvPr>
                <p14:cNvContentPartPr/>
                <p14:nvPr/>
              </p14:nvContentPartPr>
              <p14:xfrm>
                <a:off x="5504128" y="863214"/>
                <a:ext cx="235440" cy="57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466A18E2-3FEC-C07B-2CEF-34C27CC462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98008" y="857094"/>
                  <a:ext cx="247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57374C32-3256-51A2-DC2E-27E607C03301}"/>
                    </a:ext>
                  </a:extLst>
                </p14:cNvPr>
                <p14:cNvContentPartPr/>
                <p14:nvPr/>
              </p14:nvContentPartPr>
              <p14:xfrm>
                <a:off x="5365528" y="952494"/>
                <a:ext cx="303480" cy="1548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57374C32-3256-51A2-DC2E-27E607C0330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59408" y="946374"/>
                  <a:ext cx="315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F94E5E6C-80E1-CD26-0E8A-E47679D27654}"/>
                    </a:ext>
                  </a:extLst>
                </p14:cNvPr>
                <p14:cNvContentPartPr/>
                <p14:nvPr/>
              </p14:nvContentPartPr>
              <p14:xfrm>
                <a:off x="6314488" y="798774"/>
                <a:ext cx="425880" cy="1663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F94E5E6C-80E1-CD26-0E8A-E47679D276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08368" y="792654"/>
                  <a:ext cx="438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0BF3E473-B4C8-B5A9-210B-7A28FE80A965}"/>
                    </a:ext>
                  </a:extLst>
                </p14:cNvPr>
                <p14:cNvContentPartPr/>
                <p14:nvPr/>
              </p14:nvContentPartPr>
              <p14:xfrm>
                <a:off x="6938368" y="587454"/>
                <a:ext cx="440640" cy="2484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0BF3E473-B4C8-B5A9-210B-7A28FE80A96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32248" y="581334"/>
                  <a:ext cx="452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1091ABC-4DDE-5311-355B-85341C70A922}"/>
                    </a:ext>
                  </a:extLst>
                </p14:cNvPr>
                <p14:cNvContentPartPr/>
                <p14:nvPr/>
              </p14:nvContentPartPr>
              <p14:xfrm>
                <a:off x="4221808" y="377214"/>
                <a:ext cx="3578040" cy="7970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1091ABC-4DDE-5311-355B-85341C70A92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15688" y="371094"/>
                  <a:ext cx="359028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35F2DF92-43B4-C859-4C8E-3C14A37849F3}"/>
                    </a:ext>
                  </a:extLst>
                </p14:cNvPr>
                <p14:cNvContentPartPr/>
                <p14:nvPr/>
              </p14:nvContentPartPr>
              <p14:xfrm>
                <a:off x="4211368" y="1495014"/>
                <a:ext cx="268200" cy="27792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35F2DF92-43B4-C859-4C8E-3C14A37849F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05248" y="1488894"/>
                  <a:ext cx="280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FE9865D-9F8E-F231-EDD5-243DEBD07423}"/>
                    </a:ext>
                  </a:extLst>
                </p14:cNvPr>
                <p14:cNvContentPartPr/>
                <p14:nvPr/>
              </p14:nvContentPartPr>
              <p14:xfrm>
                <a:off x="4490368" y="1663134"/>
                <a:ext cx="232920" cy="1065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FE9865D-9F8E-F231-EDD5-243DEBD074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84248" y="1657014"/>
                  <a:ext cx="245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2D516FCC-31C9-B931-D7C9-3F1970CA1977}"/>
                    </a:ext>
                  </a:extLst>
                </p14:cNvPr>
                <p14:cNvContentPartPr/>
                <p14:nvPr/>
              </p14:nvContentPartPr>
              <p14:xfrm>
                <a:off x="5062048" y="1536774"/>
                <a:ext cx="162720" cy="20088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2D516FCC-31C9-B931-D7C9-3F1970CA197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55928" y="1530654"/>
                  <a:ext cx="174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7115E4B9-71CC-225C-5A48-FB39C7D1A743}"/>
                    </a:ext>
                  </a:extLst>
                </p14:cNvPr>
                <p14:cNvContentPartPr/>
                <p14:nvPr/>
              </p14:nvContentPartPr>
              <p14:xfrm>
                <a:off x="5259688" y="1604094"/>
                <a:ext cx="212040" cy="1634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7115E4B9-71CC-225C-5A48-FB39C7D1A7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53568" y="1597974"/>
                  <a:ext cx="224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1A390CDC-C226-FE4E-9707-B6EEC3EEB258}"/>
                    </a:ext>
                  </a:extLst>
                </p14:cNvPr>
                <p14:cNvContentPartPr/>
                <p14:nvPr/>
              </p14:nvContentPartPr>
              <p14:xfrm>
                <a:off x="5247808" y="1633254"/>
                <a:ext cx="362520" cy="849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1A390CDC-C226-FE4E-9707-B6EEC3EEB25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41688" y="1627134"/>
                  <a:ext cx="374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609DD3D1-DF3F-8286-BC76-E5D518B912BA}"/>
                    </a:ext>
                  </a:extLst>
                </p14:cNvPr>
                <p14:cNvContentPartPr/>
                <p14:nvPr/>
              </p14:nvContentPartPr>
              <p14:xfrm>
                <a:off x="5854408" y="1378014"/>
                <a:ext cx="206280" cy="14112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609DD3D1-DF3F-8286-BC76-E5D518B912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48288" y="1371894"/>
                  <a:ext cx="218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5B79CCA3-28B4-CC23-227B-43DEC3296E82}"/>
                    </a:ext>
                  </a:extLst>
                </p14:cNvPr>
                <p14:cNvContentPartPr/>
                <p14:nvPr/>
              </p14:nvContentPartPr>
              <p14:xfrm>
                <a:off x="6251848" y="1487454"/>
                <a:ext cx="138960" cy="1591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5B79CCA3-28B4-CC23-227B-43DEC3296E8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245728" y="1481334"/>
                  <a:ext cx="151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399FBFAD-9519-397F-6E91-95414EDBA60B}"/>
                    </a:ext>
                  </a:extLst>
                </p14:cNvPr>
                <p14:cNvContentPartPr/>
                <p14:nvPr/>
              </p14:nvContentPartPr>
              <p14:xfrm>
                <a:off x="6670168" y="1517334"/>
                <a:ext cx="247320" cy="100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399FBFAD-9519-397F-6E91-95414EDBA60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64048" y="1511214"/>
                  <a:ext cx="259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F9B62BED-09D1-0562-A27D-F48517DC7D82}"/>
                    </a:ext>
                  </a:extLst>
                </p14:cNvPr>
                <p14:cNvContentPartPr/>
                <p14:nvPr/>
              </p14:nvContentPartPr>
              <p14:xfrm>
                <a:off x="6508168" y="1606614"/>
                <a:ext cx="268200" cy="3024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F9B62BED-09D1-0562-A27D-F48517DC7D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02048" y="1600494"/>
                  <a:ext cx="280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4540A9E-7B2C-F7F4-F301-0DB71DDCDAFF}"/>
                    </a:ext>
                  </a:extLst>
                </p14:cNvPr>
                <p14:cNvContentPartPr/>
                <p14:nvPr/>
              </p14:nvContentPartPr>
              <p14:xfrm>
                <a:off x="7674208" y="1558734"/>
                <a:ext cx="361800" cy="22176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4540A9E-7B2C-F7F4-F301-0DB71DDCDAF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68088" y="1552614"/>
                  <a:ext cx="3740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3AA96499-3AC7-6488-72AF-821536D7D829}"/>
                    </a:ext>
                  </a:extLst>
                </p14:cNvPr>
                <p14:cNvContentPartPr/>
                <p14:nvPr/>
              </p14:nvContentPartPr>
              <p14:xfrm>
                <a:off x="6997048" y="1366134"/>
                <a:ext cx="397800" cy="31464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3AA96499-3AC7-6488-72AF-821536D7D8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90928" y="1360014"/>
                  <a:ext cx="410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A8A67C61-B57E-2F7D-6764-A77E03E1BC7A}"/>
                    </a:ext>
                  </a:extLst>
                </p14:cNvPr>
                <p14:cNvContentPartPr/>
                <p14:nvPr/>
              </p14:nvContentPartPr>
              <p14:xfrm>
                <a:off x="7279288" y="1618854"/>
                <a:ext cx="401760" cy="17352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A8A67C61-B57E-2F7D-6764-A77E03E1BC7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73168" y="1612734"/>
                  <a:ext cx="414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6166DC42-DC50-4991-7F4E-6BB95923EAE8}"/>
                    </a:ext>
                  </a:extLst>
                </p14:cNvPr>
                <p14:cNvContentPartPr/>
                <p14:nvPr/>
              </p14:nvContentPartPr>
              <p14:xfrm>
                <a:off x="7556488" y="1358574"/>
                <a:ext cx="350640" cy="4143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6166DC42-DC50-4991-7F4E-6BB95923EAE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50368" y="1352454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E95D1E53-6318-A665-B1EF-519C5C4FF474}"/>
                    </a:ext>
                  </a:extLst>
                </p14:cNvPr>
                <p14:cNvContentPartPr/>
                <p14:nvPr/>
              </p14:nvContentPartPr>
              <p14:xfrm>
                <a:off x="8151208" y="1452894"/>
                <a:ext cx="188280" cy="4510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E95D1E53-6318-A665-B1EF-519C5C4FF47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45088" y="1446774"/>
                  <a:ext cx="2005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EC40D4AA-1C9B-A992-E5D1-05064A109D6B}"/>
                    </a:ext>
                  </a:extLst>
                </p14:cNvPr>
                <p14:cNvContentPartPr/>
                <p14:nvPr/>
              </p14:nvContentPartPr>
              <p14:xfrm>
                <a:off x="8851768" y="1294494"/>
                <a:ext cx="23760" cy="468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EC40D4AA-1C9B-A992-E5D1-05064A109D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45648" y="1288374"/>
                  <a:ext cx="360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0C2B26E1-0AAD-2CA6-F901-C26F6A642C9F}"/>
                    </a:ext>
                  </a:extLst>
                </p14:cNvPr>
                <p14:cNvContentPartPr/>
                <p14:nvPr/>
              </p14:nvContentPartPr>
              <p14:xfrm>
                <a:off x="8374768" y="1351374"/>
                <a:ext cx="488880" cy="2354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0C2B26E1-0AAD-2CA6-F901-C26F6A642C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68648" y="1345254"/>
                  <a:ext cx="501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5952C01-C89A-CA5F-C426-1EC4E1C2D793}"/>
                    </a:ext>
                  </a:extLst>
                </p14:cNvPr>
                <p14:cNvContentPartPr/>
                <p14:nvPr/>
              </p14:nvContentPartPr>
              <p14:xfrm>
                <a:off x="4198768" y="1348494"/>
                <a:ext cx="1785240" cy="14292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5952C01-C89A-CA5F-C426-1EC4E1C2D79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92648" y="1342374"/>
                  <a:ext cx="1797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8EA3FC1B-FD2B-5CFB-453D-BE5BA299FE3B}"/>
                    </a:ext>
                  </a:extLst>
                </p14:cNvPr>
                <p14:cNvContentPartPr/>
                <p14:nvPr/>
              </p14:nvContentPartPr>
              <p14:xfrm>
                <a:off x="7166248" y="1255614"/>
                <a:ext cx="1488600" cy="25164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8EA3FC1B-FD2B-5CFB-453D-BE5BA299FE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60128" y="1249494"/>
                  <a:ext cx="1500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08012BBA-C666-01CF-E8D6-904E044DD710}"/>
                    </a:ext>
                  </a:extLst>
                </p14:cNvPr>
                <p14:cNvContentPartPr/>
                <p14:nvPr/>
              </p14:nvContentPartPr>
              <p14:xfrm>
                <a:off x="4747048" y="2167854"/>
                <a:ext cx="309960" cy="21852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08012BBA-C666-01CF-E8D6-904E044DD71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740928" y="2161734"/>
                  <a:ext cx="322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AF64431-1151-1C79-4028-5AD232EBC54B}"/>
                    </a:ext>
                  </a:extLst>
                </p14:cNvPr>
                <p14:cNvContentPartPr/>
                <p14:nvPr/>
              </p14:nvContentPartPr>
              <p14:xfrm>
                <a:off x="5424208" y="2096574"/>
                <a:ext cx="244800" cy="26604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AF64431-1151-1C79-4028-5AD232EBC54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18088" y="2090454"/>
                  <a:ext cx="257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47D0E448-1C30-0500-3DC2-02EF89850989}"/>
                    </a:ext>
                  </a:extLst>
                </p14:cNvPr>
                <p14:cNvContentPartPr/>
                <p14:nvPr/>
              </p14:nvContentPartPr>
              <p14:xfrm>
                <a:off x="5788528" y="2206014"/>
                <a:ext cx="462960" cy="1083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47D0E448-1C30-0500-3DC2-02EF898509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782408" y="2199894"/>
                  <a:ext cx="475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BF158C34-C68D-A05C-D99B-17DCC920223B}"/>
                    </a:ext>
                  </a:extLst>
                </p14:cNvPr>
                <p14:cNvContentPartPr/>
                <p14:nvPr/>
              </p14:nvContentPartPr>
              <p14:xfrm>
                <a:off x="6355168" y="2109894"/>
                <a:ext cx="427320" cy="23112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BF158C34-C68D-A05C-D99B-17DCC920223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49048" y="2103774"/>
                  <a:ext cx="439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206779E7-FDA4-4CA2-E3B9-FE738D7CAF8A}"/>
                    </a:ext>
                  </a:extLst>
                </p14:cNvPr>
                <p14:cNvContentPartPr/>
                <p14:nvPr/>
              </p14:nvContentPartPr>
              <p14:xfrm>
                <a:off x="6461008" y="2039694"/>
                <a:ext cx="433080" cy="2253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206779E7-FDA4-4CA2-E3B9-FE738D7CAF8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4888" y="2033574"/>
                  <a:ext cx="445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D194CE66-4BF5-9CD9-A0C2-2314C05EDBF7}"/>
                    </a:ext>
                  </a:extLst>
                </p14:cNvPr>
                <p14:cNvContentPartPr/>
                <p14:nvPr/>
              </p14:nvContentPartPr>
              <p14:xfrm>
                <a:off x="6484408" y="2122134"/>
                <a:ext cx="665640" cy="8928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D194CE66-4BF5-9CD9-A0C2-2314C05EDBF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478288" y="2116014"/>
                  <a:ext cx="677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B65243CF-219D-3C49-9345-43F642C21932}"/>
                    </a:ext>
                  </a:extLst>
                </p14:cNvPr>
                <p14:cNvContentPartPr/>
                <p14:nvPr/>
              </p14:nvContentPartPr>
              <p14:xfrm>
                <a:off x="7417888" y="2233734"/>
                <a:ext cx="430560" cy="6156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B65243CF-219D-3C49-9345-43F642C2193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11768" y="2227614"/>
                  <a:ext cx="442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EEA52244-3AE2-EA33-22FA-8E7F17BFB849}"/>
                    </a:ext>
                  </a:extLst>
                </p14:cNvPr>
                <p14:cNvContentPartPr/>
                <p14:nvPr/>
              </p14:nvContentPartPr>
              <p14:xfrm>
                <a:off x="7288648" y="2312214"/>
                <a:ext cx="653760" cy="154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EEA52244-3AE2-EA33-22FA-8E7F17BFB84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82528" y="2306094"/>
                  <a:ext cx="666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3C54937C-7665-5867-6FF8-AF26BC4C4562}"/>
                    </a:ext>
                  </a:extLst>
                </p14:cNvPr>
                <p14:cNvContentPartPr/>
                <p14:nvPr/>
              </p14:nvContentPartPr>
              <p14:xfrm>
                <a:off x="8304208" y="1901814"/>
                <a:ext cx="500760" cy="2923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3C54937C-7665-5867-6FF8-AF26BC4C456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98088" y="1895694"/>
                  <a:ext cx="5130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B360EA0-B809-1ED6-1992-BDDE5FE39C2B}"/>
                    </a:ext>
                  </a:extLst>
                </p14:cNvPr>
                <p14:cNvContentPartPr/>
                <p14:nvPr/>
              </p14:nvContentPartPr>
              <p14:xfrm>
                <a:off x="9470608" y="1853934"/>
                <a:ext cx="350280" cy="25848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B360EA0-B809-1ED6-1992-BDDE5FE39C2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64488" y="1847814"/>
                  <a:ext cx="362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A78AAF16-7450-F5E3-0913-3D6E0A08287F}"/>
                    </a:ext>
                  </a:extLst>
                </p14:cNvPr>
                <p14:cNvContentPartPr/>
                <p14:nvPr/>
              </p14:nvContentPartPr>
              <p14:xfrm>
                <a:off x="9738088" y="2039694"/>
                <a:ext cx="163800" cy="1044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A78AAF16-7450-F5E3-0913-3D6E0A08287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31968" y="2033574"/>
                  <a:ext cx="176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34306E27-7243-E88D-2EE8-BC2B02E25472}"/>
                    </a:ext>
                  </a:extLst>
                </p14:cNvPr>
                <p14:cNvContentPartPr/>
                <p14:nvPr/>
              </p14:nvContentPartPr>
              <p14:xfrm>
                <a:off x="10064968" y="1960494"/>
                <a:ext cx="221400" cy="2286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34306E27-7243-E88D-2EE8-BC2B02E2547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058848" y="1954374"/>
                  <a:ext cx="233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983D9F6A-4F37-E728-9F21-62C35B080C2B}"/>
                    </a:ext>
                  </a:extLst>
                </p14:cNvPr>
                <p14:cNvContentPartPr/>
                <p14:nvPr/>
              </p14:nvContentPartPr>
              <p14:xfrm>
                <a:off x="10203568" y="2053374"/>
                <a:ext cx="292320" cy="14184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983D9F6A-4F37-E728-9F21-62C35B080C2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197448" y="2047254"/>
                  <a:ext cx="304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2C36C7AF-BB83-5A0C-2E48-056F7FDBAE24}"/>
                    </a:ext>
                  </a:extLst>
                </p14:cNvPr>
                <p14:cNvContentPartPr/>
                <p14:nvPr/>
              </p14:nvContentPartPr>
              <p14:xfrm>
                <a:off x="10436488" y="1854294"/>
                <a:ext cx="421200" cy="47844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2C36C7AF-BB83-5A0C-2E48-056F7FDBAE2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430368" y="1848174"/>
                  <a:ext cx="4334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053D67B9-1D1D-6AF1-66BE-F5E87AD5FE39}"/>
                    </a:ext>
                  </a:extLst>
                </p14:cNvPr>
                <p14:cNvContentPartPr/>
                <p14:nvPr/>
              </p14:nvContentPartPr>
              <p14:xfrm>
                <a:off x="4817608" y="1980654"/>
                <a:ext cx="558000" cy="3470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053D67B9-1D1D-6AF1-66BE-F5E87AD5FE3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11488" y="1974534"/>
                  <a:ext cx="570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4BD896F-95B1-03C0-A82E-55290CC46479}"/>
                    </a:ext>
                  </a:extLst>
                </p14:cNvPr>
                <p14:cNvContentPartPr/>
                <p14:nvPr/>
              </p14:nvContentPartPr>
              <p14:xfrm>
                <a:off x="8501488" y="1693374"/>
                <a:ext cx="433080" cy="4338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4BD896F-95B1-03C0-A82E-55290CC4647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495368" y="1687254"/>
                  <a:ext cx="445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DAEFF2C9-5B61-79AA-8DA2-4ACF0CA15349}"/>
                    </a:ext>
                  </a:extLst>
                </p14:cNvPr>
                <p14:cNvContentPartPr/>
                <p14:nvPr/>
              </p14:nvContentPartPr>
              <p14:xfrm>
                <a:off x="5611048" y="1929174"/>
                <a:ext cx="676800" cy="33624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DAEFF2C9-5B61-79AA-8DA2-4ACF0CA1534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04928" y="1923054"/>
                  <a:ext cx="68904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Agrupar 232">
            <a:extLst>
              <a:ext uri="{FF2B5EF4-FFF2-40B4-BE49-F238E27FC236}">
                <a16:creationId xmlns:a16="http://schemas.microsoft.com/office/drawing/2014/main" id="{A6F14E10-231E-CE7D-85E9-F1B63777F706}"/>
              </a:ext>
            </a:extLst>
          </p:cNvPr>
          <p:cNvGrpSpPr/>
          <p:nvPr/>
        </p:nvGrpSpPr>
        <p:grpSpPr>
          <a:xfrm>
            <a:off x="3790888" y="4066494"/>
            <a:ext cx="2846880" cy="954000"/>
            <a:chOff x="3790888" y="4066494"/>
            <a:chExt cx="2846880" cy="95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BEE4A208-0EF7-6C3F-3F88-291DE720525B}"/>
                    </a:ext>
                  </a:extLst>
                </p14:cNvPr>
                <p14:cNvContentPartPr/>
                <p14:nvPr/>
              </p14:nvContentPartPr>
              <p14:xfrm>
                <a:off x="3790888" y="4264494"/>
                <a:ext cx="491040" cy="2628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BEE4A208-0EF7-6C3F-3F88-291DE72052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84768" y="4258374"/>
                  <a:ext cx="5032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31CB9FBD-97B6-D9A3-F785-E8835F5EAA2C}"/>
                    </a:ext>
                  </a:extLst>
                </p14:cNvPr>
                <p14:cNvContentPartPr/>
                <p14:nvPr/>
              </p14:nvContentPartPr>
              <p14:xfrm>
                <a:off x="4735528" y="4196094"/>
                <a:ext cx="106200" cy="32436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31CB9FBD-97B6-D9A3-F785-E8835F5EAA2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29408" y="4189974"/>
                  <a:ext cx="1184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83F9331-2388-29F8-9852-1F3E1D4D2A1C}"/>
                    </a:ext>
                  </a:extLst>
                </p14:cNvPr>
                <p14:cNvContentPartPr/>
                <p14:nvPr/>
              </p14:nvContentPartPr>
              <p14:xfrm>
                <a:off x="4821568" y="4381494"/>
                <a:ext cx="457200" cy="11448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83F9331-2388-29F8-9852-1F3E1D4D2A1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15448" y="4375374"/>
                  <a:ext cx="469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B721ED5-5DA0-0F5E-0BDA-83DC38964616}"/>
                    </a:ext>
                  </a:extLst>
                </p14:cNvPr>
                <p14:cNvContentPartPr/>
                <p14:nvPr/>
              </p14:nvContentPartPr>
              <p14:xfrm>
                <a:off x="5073568" y="4398054"/>
                <a:ext cx="501480" cy="26532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B721ED5-5DA0-0F5E-0BDA-83DC3896461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067448" y="4391934"/>
                  <a:ext cx="513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0737CB4B-8909-0634-1CDD-5D28178B7682}"/>
                    </a:ext>
                  </a:extLst>
                </p14:cNvPr>
                <p14:cNvContentPartPr/>
                <p14:nvPr/>
              </p14:nvContentPartPr>
              <p14:xfrm>
                <a:off x="5928928" y="4277454"/>
                <a:ext cx="423360" cy="21312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0737CB4B-8909-0634-1CDD-5D28178B76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922808" y="4271334"/>
                  <a:ext cx="435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4646CB9E-EEFA-CCD6-7321-2EB84BAFC489}"/>
                    </a:ext>
                  </a:extLst>
                </p14:cNvPr>
                <p14:cNvContentPartPr/>
                <p14:nvPr/>
              </p14:nvContentPartPr>
              <p14:xfrm>
                <a:off x="5306848" y="4820334"/>
                <a:ext cx="385920" cy="20016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4646CB9E-EEFA-CCD6-7321-2EB84BAFC48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300728" y="4814214"/>
                  <a:ext cx="398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7F9BD961-576A-0A08-EEE8-BB9193A78D40}"/>
                    </a:ext>
                  </a:extLst>
                </p14:cNvPr>
                <p14:cNvContentPartPr/>
                <p14:nvPr/>
              </p14:nvContentPartPr>
              <p14:xfrm>
                <a:off x="5960248" y="4066494"/>
                <a:ext cx="624960" cy="45036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7F9BD961-576A-0A08-EEE8-BB9193A78D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954128" y="4060374"/>
                  <a:ext cx="63720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3A54CF3-BB36-D2BB-0B8F-ACFC97B0B81D}"/>
                    </a:ext>
                  </a:extLst>
                </p14:cNvPr>
                <p14:cNvContentPartPr/>
                <p14:nvPr/>
              </p14:nvContentPartPr>
              <p14:xfrm>
                <a:off x="5271208" y="4636374"/>
                <a:ext cx="619560" cy="35748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3A54CF3-BB36-D2BB-0B8F-ACFC97B0B81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265088" y="4630254"/>
                  <a:ext cx="6318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46A1C8C9-4C90-4E5F-516C-45435F7241E1}"/>
                    </a:ext>
                  </a:extLst>
                </p14:cNvPr>
                <p14:cNvContentPartPr/>
                <p14:nvPr/>
              </p14:nvContentPartPr>
              <p14:xfrm>
                <a:off x="5830288" y="4144974"/>
                <a:ext cx="807480" cy="44172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46A1C8C9-4C90-4E5F-516C-45435F7241E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24168" y="4138854"/>
                  <a:ext cx="8197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292F5C23-6532-D90B-149C-8FFFCFA950DA}"/>
                    </a:ext>
                  </a:extLst>
                </p14:cNvPr>
                <p14:cNvContentPartPr/>
                <p14:nvPr/>
              </p14:nvContentPartPr>
              <p14:xfrm>
                <a:off x="4420528" y="4589574"/>
                <a:ext cx="360" cy="1008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292F5C23-6532-D90B-149C-8FFFCFA950D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14408" y="4583454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E435476C-A388-2648-B581-C618593D0876}"/>
              </a:ext>
            </a:extLst>
          </p:cNvPr>
          <p:cNvGrpSpPr/>
          <p:nvPr/>
        </p:nvGrpSpPr>
        <p:grpSpPr>
          <a:xfrm>
            <a:off x="3978088" y="4939134"/>
            <a:ext cx="2109600" cy="1124640"/>
            <a:chOff x="3978088" y="4939134"/>
            <a:chExt cx="2109600" cy="11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A3082864-2039-F0C1-9843-FEF57C45735C}"/>
                    </a:ext>
                  </a:extLst>
                </p14:cNvPr>
                <p14:cNvContentPartPr/>
                <p14:nvPr/>
              </p14:nvContentPartPr>
              <p14:xfrm>
                <a:off x="4735528" y="5377974"/>
                <a:ext cx="209520" cy="2062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A3082864-2039-F0C1-9843-FEF57C45735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29408" y="5371854"/>
                  <a:ext cx="221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0F324927-5B13-3744-4BBD-2688EC243C10}"/>
                    </a:ext>
                  </a:extLst>
                </p14:cNvPr>
                <p14:cNvContentPartPr/>
                <p14:nvPr/>
              </p14:nvContentPartPr>
              <p14:xfrm>
                <a:off x="4770808" y="5449614"/>
                <a:ext cx="385920" cy="7236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0F324927-5B13-3744-4BBD-2688EC243C1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764688" y="5443494"/>
                  <a:ext cx="398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35AD0CFB-5BE2-AE46-B129-5DA7878F6E7D}"/>
                    </a:ext>
                  </a:extLst>
                </p14:cNvPr>
                <p14:cNvContentPartPr/>
                <p14:nvPr/>
              </p14:nvContentPartPr>
              <p14:xfrm>
                <a:off x="5271208" y="5285814"/>
                <a:ext cx="327600" cy="30564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35AD0CFB-5BE2-AE46-B129-5DA7878F6E7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65088" y="5279694"/>
                  <a:ext cx="3398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1BA90EC9-DFF8-30A9-E749-B1122419B3CA}"/>
                    </a:ext>
                  </a:extLst>
                </p14:cNvPr>
                <p14:cNvContentPartPr/>
                <p14:nvPr/>
              </p14:nvContentPartPr>
              <p14:xfrm>
                <a:off x="3978088" y="4939134"/>
                <a:ext cx="2109600" cy="112464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1BA90EC9-DFF8-30A9-E749-B1122419B3C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971968" y="4933014"/>
                  <a:ext cx="2121840" cy="11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40" name="Tinta 239">
                <a:extLst>
                  <a:ext uri="{FF2B5EF4-FFF2-40B4-BE49-F238E27FC236}">
                    <a16:creationId xmlns:a16="http://schemas.microsoft.com/office/drawing/2014/main" id="{16BFEE1E-67C6-3F0A-C4F5-933387AE0B57}"/>
                  </a:ext>
                </a:extLst>
              </p14:cNvPr>
              <p14:cNvContentPartPr/>
              <p14:nvPr/>
            </p14:nvContentPartPr>
            <p14:xfrm>
              <a:off x="1492288" y="5648334"/>
              <a:ext cx="1024200" cy="421200"/>
            </p14:xfrm>
          </p:contentPart>
        </mc:Choice>
        <mc:Fallback xmlns="">
          <p:pic>
            <p:nvPicPr>
              <p:cNvPr id="240" name="Tinta 239">
                <a:extLst>
                  <a:ext uri="{FF2B5EF4-FFF2-40B4-BE49-F238E27FC236}">
                    <a16:creationId xmlns:a16="http://schemas.microsoft.com/office/drawing/2014/main" id="{16BFEE1E-67C6-3F0A-C4F5-933387AE0B5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486168" y="5642214"/>
                <a:ext cx="1036440" cy="43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63FBB404-8114-0ADA-1C26-37EA76D980B6}"/>
              </a:ext>
            </a:extLst>
          </p:cNvPr>
          <p:cNvGrpSpPr/>
          <p:nvPr/>
        </p:nvGrpSpPr>
        <p:grpSpPr>
          <a:xfrm>
            <a:off x="4046488" y="2521014"/>
            <a:ext cx="559800" cy="320040"/>
            <a:chOff x="4046488" y="2521014"/>
            <a:chExt cx="5598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6853F5A7-0B97-0421-DA08-0016586CBF80}"/>
                    </a:ext>
                  </a:extLst>
                </p14:cNvPr>
                <p14:cNvContentPartPr/>
                <p14:nvPr/>
              </p14:nvContentPartPr>
              <p14:xfrm>
                <a:off x="4046488" y="2521014"/>
                <a:ext cx="164880" cy="30204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6853F5A7-0B97-0421-DA08-0016586CBF8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040368" y="2514894"/>
                  <a:ext cx="1771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52B64136-B8FB-76FB-2F0E-D7B22E0B06D9}"/>
                    </a:ext>
                  </a:extLst>
                </p14:cNvPr>
                <p14:cNvContentPartPr/>
                <p14:nvPr/>
              </p14:nvContentPartPr>
              <p14:xfrm>
                <a:off x="4285528" y="2695254"/>
                <a:ext cx="320760" cy="14580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52B64136-B8FB-76FB-2F0E-D7B22E0B06D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279408" y="2689134"/>
                  <a:ext cx="33300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45" name="Tinta 244">
                <a:extLst>
                  <a:ext uri="{FF2B5EF4-FFF2-40B4-BE49-F238E27FC236}">
                    <a16:creationId xmlns:a16="http://schemas.microsoft.com/office/drawing/2014/main" id="{707A5FEA-1073-4391-AFA6-9CAA2866356F}"/>
                  </a:ext>
                </a:extLst>
              </p14:cNvPr>
              <p14:cNvContentPartPr/>
              <p14:nvPr/>
            </p14:nvContentPartPr>
            <p14:xfrm>
              <a:off x="4350328" y="3046614"/>
              <a:ext cx="279360" cy="108720"/>
            </p14:xfrm>
          </p:contentPart>
        </mc:Choice>
        <mc:Fallback xmlns="">
          <p:pic>
            <p:nvPicPr>
              <p:cNvPr id="245" name="Tinta 244">
                <a:extLst>
                  <a:ext uri="{FF2B5EF4-FFF2-40B4-BE49-F238E27FC236}">
                    <a16:creationId xmlns:a16="http://schemas.microsoft.com/office/drawing/2014/main" id="{707A5FEA-1073-4391-AFA6-9CAA2866356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344208" y="3040494"/>
                <a:ext cx="29160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A57E3C6B-4113-B1C5-6571-745FD965BF2E}"/>
              </a:ext>
            </a:extLst>
          </p:cNvPr>
          <p:cNvGrpSpPr/>
          <p:nvPr/>
        </p:nvGrpSpPr>
        <p:grpSpPr>
          <a:xfrm>
            <a:off x="6607168" y="2617494"/>
            <a:ext cx="1847880" cy="686880"/>
            <a:chOff x="6607168" y="2617494"/>
            <a:chExt cx="184788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C3DC0D50-95AD-E8B6-EF11-4576F596DF57}"/>
                    </a:ext>
                  </a:extLst>
                </p14:cNvPr>
                <p14:cNvContentPartPr/>
                <p14:nvPr/>
              </p14:nvContentPartPr>
              <p14:xfrm>
                <a:off x="6607168" y="2617494"/>
                <a:ext cx="322200" cy="33444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C3DC0D50-95AD-E8B6-EF11-4576F596DF5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601048" y="2611374"/>
                  <a:ext cx="334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248F8689-FE39-5CEA-41E9-D0A8AB501604}"/>
                    </a:ext>
                  </a:extLst>
                </p14:cNvPr>
                <p14:cNvContentPartPr/>
                <p14:nvPr/>
              </p14:nvContentPartPr>
              <p14:xfrm>
                <a:off x="6883288" y="2820894"/>
                <a:ext cx="324720" cy="12312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248F8689-FE39-5CEA-41E9-D0A8AB50160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877168" y="2814774"/>
                  <a:ext cx="336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707A8809-CA88-9AA3-BDE5-615CC43E3F3A}"/>
                    </a:ext>
                  </a:extLst>
                </p14:cNvPr>
                <p14:cNvContentPartPr/>
                <p14:nvPr/>
              </p14:nvContentPartPr>
              <p14:xfrm>
                <a:off x="7300168" y="2769774"/>
                <a:ext cx="429120" cy="13896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707A8809-CA88-9AA3-BDE5-615CC43E3F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294048" y="2763654"/>
                  <a:ext cx="441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77D4A625-39B7-15BA-22DA-C6E5E5D1550E}"/>
                    </a:ext>
                  </a:extLst>
                </p14:cNvPr>
                <p14:cNvContentPartPr/>
                <p14:nvPr/>
              </p14:nvContentPartPr>
              <p14:xfrm>
                <a:off x="7464688" y="2810814"/>
                <a:ext cx="384480" cy="24264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77D4A625-39B7-15BA-22DA-C6E5E5D1550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58568" y="2804694"/>
                  <a:ext cx="396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063A214C-C141-EE4E-77AE-EBEC555E0CF5}"/>
                    </a:ext>
                  </a:extLst>
                </p14:cNvPr>
                <p14:cNvContentPartPr/>
                <p14:nvPr/>
              </p14:nvContentPartPr>
              <p14:xfrm>
                <a:off x="7732888" y="3149214"/>
                <a:ext cx="314280" cy="15516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063A214C-C141-EE4E-77AE-EBEC555E0CF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726768" y="3143094"/>
                  <a:ext cx="326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214453CC-E0C7-465D-A8F6-C19D928055F6}"/>
                    </a:ext>
                  </a:extLst>
                </p14:cNvPr>
                <p14:cNvContentPartPr/>
                <p14:nvPr/>
              </p14:nvContentPartPr>
              <p14:xfrm>
                <a:off x="8133568" y="3103494"/>
                <a:ext cx="321480" cy="18072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214453CC-E0C7-465D-A8F6-C19D928055F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27448" y="3097374"/>
                  <a:ext cx="33372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2C8FFAB0-1809-910D-FF13-F7B387170306}"/>
              </a:ext>
            </a:extLst>
          </p:cNvPr>
          <p:cNvGrpSpPr/>
          <p:nvPr/>
        </p:nvGrpSpPr>
        <p:grpSpPr>
          <a:xfrm>
            <a:off x="936088" y="5174214"/>
            <a:ext cx="1432440" cy="753840"/>
            <a:chOff x="936088" y="5174214"/>
            <a:chExt cx="1432440" cy="75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ED8A8B37-5667-BDEF-E864-671F1254DFEF}"/>
                    </a:ext>
                  </a:extLst>
                </p14:cNvPr>
                <p14:cNvContentPartPr/>
                <p14:nvPr/>
              </p14:nvContentPartPr>
              <p14:xfrm>
                <a:off x="936088" y="5174214"/>
                <a:ext cx="278640" cy="34236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ED8A8B37-5667-BDEF-E864-671F1254DFE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9968" y="5168094"/>
                  <a:ext cx="290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1E103932-2344-8458-4043-7CCA1B7BDE62}"/>
                    </a:ext>
                  </a:extLst>
                </p14:cNvPr>
                <p14:cNvContentPartPr/>
                <p14:nvPr/>
              </p14:nvContentPartPr>
              <p14:xfrm>
                <a:off x="1272688" y="5332974"/>
                <a:ext cx="548640" cy="28728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1E103932-2344-8458-4043-7CCA1B7BDE6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66568" y="5326854"/>
                  <a:ext cx="560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3E314AD5-0471-FD35-B38D-163F9ADF6588}"/>
                    </a:ext>
                  </a:extLst>
                </p14:cNvPr>
                <p14:cNvContentPartPr/>
                <p14:nvPr/>
              </p14:nvContentPartPr>
              <p14:xfrm>
                <a:off x="1645648" y="5809974"/>
                <a:ext cx="407880" cy="11808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3E314AD5-0471-FD35-B38D-163F9ADF658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639528" y="5803854"/>
                  <a:ext cx="420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0C27E43E-7C40-4A2A-E240-A7B833443031}"/>
                    </a:ext>
                  </a:extLst>
                </p14:cNvPr>
                <p14:cNvContentPartPr/>
                <p14:nvPr/>
              </p14:nvContentPartPr>
              <p14:xfrm>
                <a:off x="1984408" y="5603334"/>
                <a:ext cx="384120" cy="8460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0C27E43E-7C40-4A2A-E240-A7B83344303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78288" y="5597214"/>
                  <a:ext cx="396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6F4413B9-7916-BFEF-D4F0-783177652E80}"/>
              </a:ext>
            </a:extLst>
          </p:cNvPr>
          <p:cNvGrpSpPr/>
          <p:nvPr/>
        </p:nvGrpSpPr>
        <p:grpSpPr>
          <a:xfrm>
            <a:off x="9085048" y="2443974"/>
            <a:ext cx="2508480" cy="593280"/>
            <a:chOff x="9085048" y="2443974"/>
            <a:chExt cx="250848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6525A4BB-2EE7-1D3F-30C1-CEE3AA09914F}"/>
                    </a:ext>
                  </a:extLst>
                </p14:cNvPr>
                <p14:cNvContentPartPr/>
                <p14:nvPr/>
              </p14:nvContentPartPr>
              <p14:xfrm>
                <a:off x="9213928" y="2577894"/>
                <a:ext cx="12240" cy="2520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6525A4BB-2EE7-1D3F-30C1-CEE3AA09914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07808" y="2571774"/>
                  <a:ext cx="24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9CC756CE-B679-83F7-B486-2A97FEFD609F}"/>
                    </a:ext>
                  </a:extLst>
                </p14:cNvPr>
                <p14:cNvContentPartPr/>
                <p14:nvPr/>
              </p14:nvContentPartPr>
              <p14:xfrm>
                <a:off x="9085048" y="2443974"/>
                <a:ext cx="221040" cy="39276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9CC756CE-B679-83F7-B486-2A97FEFD609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078928" y="2437854"/>
                  <a:ext cx="2332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17F38068-5BB4-C2E5-4E9E-F647AE544F28}"/>
                    </a:ext>
                  </a:extLst>
                </p14:cNvPr>
                <p14:cNvContentPartPr/>
                <p14:nvPr/>
              </p14:nvContentPartPr>
              <p14:xfrm>
                <a:off x="9242368" y="2711094"/>
                <a:ext cx="228240" cy="11052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17F38068-5BB4-C2E5-4E9E-F647AE544F2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236248" y="2704974"/>
                  <a:ext cx="240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4D684FB1-A74F-8F5B-85F4-8C2FE1CB6C42}"/>
                    </a:ext>
                  </a:extLst>
                </p14:cNvPr>
                <p14:cNvContentPartPr/>
                <p14:nvPr/>
              </p14:nvContentPartPr>
              <p14:xfrm>
                <a:off x="9281968" y="2676174"/>
                <a:ext cx="504360" cy="36108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4D684FB1-A74F-8F5B-85F4-8C2FE1CB6C4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75848" y="2670054"/>
                  <a:ext cx="5166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55314BA4-C16C-BB4F-8107-03C549930A43}"/>
                    </a:ext>
                  </a:extLst>
                </p14:cNvPr>
                <p14:cNvContentPartPr/>
                <p14:nvPr/>
              </p14:nvContentPartPr>
              <p14:xfrm>
                <a:off x="10022128" y="2555934"/>
                <a:ext cx="334440" cy="20412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55314BA4-C16C-BB4F-8107-03C549930A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016008" y="2549814"/>
                  <a:ext cx="346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736B4EC3-316C-BA43-113F-BD4E19242D92}"/>
                    </a:ext>
                  </a:extLst>
                </p14:cNvPr>
                <p14:cNvContentPartPr/>
                <p14:nvPr/>
              </p14:nvContentPartPr>
              <p14:xfrm>
                <a:off x="10471768" y="2496174"/>
                <a:ext cx="223920" cy="36648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736B4EC3-316C-BA43-113F-BD4E19242D9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465648" y="2490054"/>
                  <a:ext cx="2361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4B00DD02-6DE9-1F66-874C-2F2B504604FD}"/>
                    </a:ext>
                  </a:extLst>
                </p14:cNvPr>
                <p14:cNvContentPartPr/>
                <p14:nvPr/>
              </p14:nvContentPartPr>
              <p14:xfrm>
                <a:off x="10647808" y="2604894"/>
                <a:ext cx="315000" cy="20628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4B00DD02-6DE9-1F66-874C-2F2B504604F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41688" y="2598774"/>
                  <a:ext cx="327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A4627DBC-8F2F-12E1-8C6A-728804449CDA}"/>
                    </a:ext>
                  </a:extLst>
                </p14:cNvPr>
                <p14:cNvContentPartPr/>
                <p14:nvPr/>
              </p14:nvContentPartPr>
              <p14:xfrm>
                <a:off x="11439808" y="2617494"/>
                <a:ext cx="153720" cy="1044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A4627DBC-8F2F-12E1-8C6A-728804449CD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433688" y="2611374"/>
                  <a:ext cx="165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A3E0766E-78B0-C002-25D8-D7B9B21D2116}"/>
                    </a:ext>
                  </a:extLst>
                </p14:cNvPr>
                <p14:cNvContentPartPr/>
                <p14:nvPr/>
              </p14:nvContentPartPr>
              <p14:xfrm>
                <a:off x="11148568" y="2733414"/>
                <a:ext cx="244800" cy="3024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A3E0766E-78B0-C002-25D8-D7B9B21D211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142448" y="2727294"/>
                  <a:ext cx="2570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Agrupar 275">
            <a:extLst>
              <a:ext uri="{FF2B5EF4-FFF2-40B4-BE49-F238E27FC236}">
                <a16:creationId xmlns:a16="http://schemas.microsoft.com/office/drawing/2014/main" id="{9F02BF49-934A-408A-2A87-042C58D563CB}"/>
              </a:ext>
            </a:extLst>
          </p:cNvPr>
          <p:cNvGrpSpPr/>
          <p:nvPr/>
        </p:nvGrpSpPr>
        <p:grpSpPr>
          <a:xfrm>
            <a:off x="10718368" y="2999814"/>
            <a:ext cx="1900080" cy="539280"/>
            <a:chOff x="10718368" y="2999814"/>
            <a:chExt cx="190008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447B0CA9-454A-9415-2C77-9A24EAA43477}"/>
                    </a:ext>
                  </a:extLst>
                </p14:cNvPr>
                <p14:cNvContentPartPr/>
                <p14:nvPr/>
              </p14:nvContentPartPr>
              <p14:xfrm>
                <a:off x="10718368" y="3095934"/>
                <a:ext cx="198000" cy="23760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447B0CA9-454A-9415-2C77-9A24EAA4347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712248" y="3089814"/>
                  <a:ext cx="210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8EA6E06C-FBE4-FA49-B7EC-B390AE19CEA9}"/>
                    </a:ext>
                  </a:extLst>
                </p14:cNvPr>
                <p14:cNvContentPartPr/>
                <p14:nvPr/>
              </p14:nvContentPartPr>
              <p14:xfrm>
                <a:off x="10857688" y="3221574"/>
                <a:ext cx="185760" cy="11916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8EA6E06C-FBE4-FA49-B7EC-B390AE19CEA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851568" y="3215454"/>
                  <a:ext cx="198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A27EF976-BF67-953F-20A3-772070F3741D}"/>
                    </a:ext>
                  </a:extLst>
                </p14:cNvPr>
                <p14:cNvContentPartPr/>
                <p14:nvPr/>
              </p14:nvContentPartPr>
              <p14:xfrm>
                <a:off x="11153248" y="3189534"/>
                <a:ext cx="181440" cy="12636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A27EF976-BF67-953F-20A3-772070F3741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147128" y="3183414"/>
                  <a:ext cx="193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8C91B141-AC47-E79E-EF5A-456F80E47E5B}"/>
                    </a:ext>
                  </a:extLst>
                </p14:cNvPr>
                <p14:cNvContentPartPr/>
                <p14:nvPr/>
              </p14:nvContentPartPr>
              <p14:xfrm>
                <a:off x="11113648" y="3347214"/>
                <a:ext cx="164160" cy="17172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8C91B141-AC47-E79E-EF5A-456F80E47E5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107528" y="3341094"/>
                  <a:ext cx="176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3F9DFE42-FE3C-6FAF-D4AF-CA203673EA68}"/>
                    </a:ext>
                  </a:extLst>
                </p14:cNvPr>
                <p14:cNvContentPartPr/>
                <p14:nvPr/>
              </p14:nvContentPartPr>
              <p14:xfrm>
                <a:off x="11231008" y="3383214"/>
                <a:ext cx="152640" cy="15588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3F9DFE42-FE3C-6FAF-D4AF-CA203673EA6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224888" y="3377094"/>
                  <a:ext cx="164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842B7D72-2DDF-D115-EB3B-3EF7A2484017}"/>
                    </a:ext>
                  </a:extLst>
                </p14:cNvPr>
                <p14:cNvContentPartPr/>
                <p14:nvPr/>
              </p14:nvContentPartPr>
              <p14:xfrm>
                <a:off x="11626648" y="3037974"/>
                <a:ext cx="314640" cy="197640"/>
              </p14:xfrm>
            </p:contentPart>
          </mc:Choice>
          <mc:Fallback xmlns=""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842B7D72-2DDF-D115-EB3B-3EF7A248401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620528" y="3031854"/>
                  <a:ext cx="326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BA529621-9BBD-1C6D-21C7-DED7EFCED40E}"/>
                    </a:ext>
                  </a:extLst>
                </p14:cNvPr>
                <p14:cNvContentPartPr/>
                <p14:nvPr/>
              </p14:nvContentPartPr>
              <p14:xfrm>
                <a:off x="12105448" y="2999814"/>
                <a:ext cx="257040" cy="36360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BA529621-9BBD-1C6D-21C7-DED7EFCED40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099328" y="2993694"/>
                  <a:ext cx="2692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80337924-4E40-3BD4-B23E-EAEEB155E7E6}"/>
                    </a:ext>
                  </a:extLst>
                </p14:cNvPr>
                <p14:cNvContentPartPr/>
                <p14:nvPr/>
              </p14:nvContentPartPr>
              <p14:xfrm>
                <a:off x="12117328" y="3041574"/>
                <a:ext cx="501120" cy="34020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80337924-4E40-3BD4-B23E-EAEEB155E7E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111208" y="3035454"/>
                  <a:ext cx="513360" cy="35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116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FDDE3-3364-DC2A-6F38-3407547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do logaritmo: propriedade 1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BB38787-257C-DDA9-D7FF-886883671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704" y="2189338"/>
            <a:ext cx="8802421" cy="1478570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14A063B-75A9-99CE-8989-E69D2991134C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0EF5F57-0439-2C11-082F-D038EACA61F0}"/>
                  </a:ext>
                </a:extLst>
              </p14:cNvPr>
              <p14:cNvContentPartPr/>
              <p14:nvPr/>
            </p14:nvContentPartPr>
            <p14:xfrm>
              <a:off x="7299808" y="4502814"/>
              <a:ext cx="443160" cy="2160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0EF5F57-0439-2C11-082F-D038EACA61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3688" y="4496694"/>
                <a:ext cx="4554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9A1419B-115C-47C9-E975-654BA2FBDC28}"/>
                  </a:ext>
                </a:extLst>
              </p14:cNvPr>
              <p14:cNvContentPartPr/>
              <p14:nvPr/>
            </p14:nvContentPartPr>
            <p14:xfrm>
              <a:off x="2509288" y="3958134"/>
              <a:ext cx="174240" cy="2577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9A1419B-115C-47C9-E975-654BA2FBDC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3168" y="3952014"/>
                <a:ext cx="1864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2409B73F-EEAD-C177-039F-173ED9FEAE4D}"/>
                  </a:ext>
                </a:extLst>
              </p14:cNvPr>
              <p14:cNvContentPartPr/>
              <p14:nvPr/>
            </p14:nvContentPartPr>
            <p14:xfrm>
              <a:off x="2652568" y="4042014"/>
              <a:ext cx="447840" cy="18828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2409B73F-EEAD-C177-039F-173ED9FEAE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46448" y="4035894"/>
                <a:ext cx="4600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65DE3E74-540C-D465-3833-2BC73E1E8A45}"/>
                  </a:ext>
                </a:extLst>
              </p14:cNvPr>
              <p14:cNvContentPartPr/>
              <p14:nvPr/>
            </p14:nvContentPartPr>
            <p14:xfrm>
              <a:off x="3139288" y="4004214"/>
              <a:ext cx="508320" cy="36180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65DE3E74-540C-D465-3833-2BC73E1E8A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33168" y="3998094"/>
                <a:ext cx="520560" cy="37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3C7F4F6-B000-B6B6-9E89-F3EDCBF541EA}"/>
              </a:ext>
            </a:extLst>
          </p:cNvPr>
          <p:cNvGrpSpPr/>
          <p:nvPr/>
        </p:nvGrpSpPr>
        <p:grpSpPr>
          <a:xfrm>
            <a:off x="3990328" y="3918534"/>
            <a:ext cx="1013400" cy="318960"/>
            <a:chOff x="3990328" y="3918534"/>
            <a:chExt cx="10134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B9BCEAB-F1E7-1183-8BB5-15AEBFCEF9A2}"/>
                    </a:ext>
                  </a:extLst>
                </p14:cNvPr>
                <p14:cNvContentPartPr/>
                <p14:nvPr/>
              </p14:nvContentPartPr>
              <p14:xfrm>
                <a:off x="3990328" y="3918534"/>
                <a:ext cx="315000" cy="3142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B9BCEAB-F1E7-1183-8BB5-15AEBFCEF9A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84208" y="3912414"/>
                  <a:ext cx="327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5FD0DE12-A591-16AA-E646-17D8A83231BF}"/>
                    </a:ext>
                  </a:extLst>
                </p14:cNvPr>
                <p14:cNvContentPartPr/>
                <p14:nvPr/>
              </p14:nvContentPartPr>
              <p14:xfrm>
                <a:off x="4502608" y="4023654"/>
                <a:ext cx="186480" cy="2048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5FD0DE12-A591-16AA-E646-17D8A83231B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96488" y="4017534"/>
                  <a:ext cx="198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ABD615B-A6E1-DA16-92F4-89B489D494D2}"/>
                    </a:ext>
                  </a:extLst>
                </p14:cNvPr>
                <p14:cNvContentPartPr/>
                <p14:nvPr/>
              </p14:nvContentPartPr>
              <p14:xfrm>
                <a:off x="4876648" y="4022214"/>
                <a:ext cx="115560" cy="4932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ABD615B-A6E1-DA16-92F4-89B489D494D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70528" y="4016094"/>
                  <a:ext cx="127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BC70A0A9-4F61-5BFE-C295-9ACC566DF701}"/>
                    </a:ext>
                  </a:extLst>
                </p14:cNvPr>
                <p14:cNvContentPartPr/>
                <p14:nvPr/>
              </p14:nvContentPartPr>
              <p14:xfrm>
                <a:off x="4715728" y="4039494"/>
                <a:ext cx="288000" cy="1980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BC70A0A9-4F61-5BFE-C295-9ACC566DF7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09608" y="4033374"/>
                  <a:ext cx="30024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956C2DD6-0076-39AB-11A2-EF3484D35940}"/>
                  </a:ext>
                </a:extLst>
              </p14:cNvPr>
              <p14:cNvContentPartPr/>
              <p14:nvPr/>
            </p14:nvContentPartPr>
            <p14:xfrm>
              <a:off x="5365528" y="3854094"/>
              <a:ext cx="338040" cy="4262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956C2DD6-0076-39AB-11A2-EF3484D3594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59408" y="3847974"/>
                <a:ext cx="35028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AD3F8C62-1FF6-7300-E8E4-DF595F717F86}"/>
                  </a:ext>
                </a:extLst>
              </p14:cNvPr>
              <p14:cNvContentPartPr/>
              <p14:nvPr/>
            </p14:nvContentPartPr>
            <p14:xfrm>
              <a:off x="5574688" y="5585694"/>
              <a:ext cx="129600" cy="1908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AD3F8C62-1FF6-7300-E8E4-DF595F717F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68568" y="5579574"/>
                <a:ext cx="14184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2FEBEA3-B70E-4C70-0629-DEF5E0653BC8}"/>
              </a:ext>
            </a:extLst>
          </p:cNvPr>
          <p:cNvGrpSpPr/>
          <p:nvPr/>
        </p:nvGrpSpPr>
        <p:grpSpPr>
          <a:xfrm>
            <a:off x="9481768" y="3697134"/>
            <a:ext cx="921960" cy="416880"/>
            <a:chOff x="9481768" y="3697134"/>
            <a:chExt cx="92196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1322B71-C08E-3C1C-FEF9-A9D917F12703}"/>
                    </a:ext>
                  </a:extLst>
                </p14:cNvPr>
                <p14:cNvContentPartPr/>
                <p14:nvPr/>
              </p14:nvContentPartPr>
              <p14:xfrm>
                <a:off x="9481768" y="3697134"/>
                <a:ext cx="642960" cy="35820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1322B71-C08E-3C1C-FEF9-A9D917F127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75648" y="3691014"/>
                  <a:ext cx="6552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B91839C-52C0-D496-A543-8627701F1E25}"/>
                    </a:ext>
                  </a:extLst>
                </p14:cNvPr>
                <p14:cNvContentPartPr/>
                <p14:nvPr/>
              </p14:nvContentPartPr>
              <p14:xfrm>
                <a:off x="9865168" y="3876774"/>
                <a:ext cx="164880" cy="2372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B91839C-52C0-D496-A543-8627701F1E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59048" y="3870654"/>
                  <a:ext cx="177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35180E63-8A28-465D-C0CF-8CF44046F8F8}"/>
                    </a:ext>
                  </a:extLst>
                </p14:cNvPr>
                <p14:cNvContentPartPr/>
                <p14:nvPr/>
              </p14:nvContentPartPr>
              <p14:xfrm>
                <a:off x="9971008" y="3891534"/>
                <a:ext cx="432720" cy="1976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35180E63-8A28-465D-C0CF-8CF44046F8F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64888" y="3885414"/>
                  <a:ext cx="44496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F5860758-A8CD-3050-7A0C-44B20E653CB4}"/>
                  </a:ext>
                </a:extLst>
              </p14:cNvPr>
              <p14:cNvContentPartPr/>
              <p14:nvPr/>
            </p14:nvContentPartPr>
            <p14:xfrm>
              <a:off x="10112128" y="4363134"/>
              <a:ext cx="606960" cy="327240"/>
            </p14:xfrm>
          </p:contentPart>
        </mc:Choice>
        <mc:Fallback xmlns=""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F5860758-A8CD-3050-7A0C-44B20E653CB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106008" y="4357014"/>
                <a:ext cx="6192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F8FFF60D-302D-AE7C-BD8C-E2F9E9D1F48A}"/>
                  </a:ext>
                </a:extLst>
              </p14:cNvPr>
              <p14:cNvContentPartPr/>
              <p14:nvPr/>
            </p14:nvContentPartPr>
            <p14:xfrm>
              <a:off x="10415248" y="4600014"/>
              <a:ext cx="228960" cy="12384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F8FFF60D-302D-AE7C-BD8C-E2F9E9D1F48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409128" y="4593894"/>
                <a:ext cx="2412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56FCD033-143D-DA6B-0500-5EE67F249D37}"/>
                  </a:ext>
                </a:extLst>
              </p14:cNvPr>
              <p14:cNvContentPartPr/>
              <p14:nvPr/>
            </p14:nvContentPartPr>
            <p14:xfrm>
              <a:off x="10822048" y="4565094"/>
              <a:ext cx="327240" cy="12168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56FCD033-143D-DA6B-0500-5EE67F249D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815928" y="4558974"/>
                <a:ext cx="3394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91C17665-C4D5-1CCA-D752-DAC917661F96}"/>
                  </a:ext>
                </a:extLst>
              </p14:cNvPr>
              <p14:cNvContentPartPr/>
              <p14:nvPr/>
            </p14:nvContentPartPr>
            <p14:xfrm>
              <a:off x="10822048" y="4552134"/>
              <a:ext cx="421200" cy="13644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91C17665-C4D5-1CCA-D752-DAC917661F9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815928" y="4546014"/>
                <a:ext cx="433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83CDCD5D-A690-2037-FAB4-32BA1882BB64}"/>
                  </a:ext>
                </a:extLst>
              </p14:cNvPr>
              <p14:cNvContentPartPr/>
              <p14:nvPr/>
            </p14:nvContentPartPr>
            <p14:xfrm>
              <a:off x="10822048" y="4495254"/>
              <a:ext cx="572760" cy="32004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83CDCD5D-A690-2037-FAB4-32BA1882BB6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815928" y="4489134"/>
                <a:ext cx="5850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1DFEBD44-95AD-763A-463D-9B9AB61EA4D7}"/>
                  </a:ext>
                </a:extLst>
              </p14:cNvPr>
              <p14:cNvContentPartPr/>
              <p14:nvPr/>
            </p14:nvContentPartPr>
            <p14:xfrm>
              <a:off x="10064968" y="5060454"/>
              <a:ext cx="548280" cy="27036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1DFEBD44-95AD-763A-463D-9B9AB61EA4D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58848" y="5054334"/>
                <a:ext cx="5605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C1F08C07-ADFD-D8AE-979A-2A5818E54ED1}"/>
                  </a:ext>
                </a:extLst>
              </p14:cNvPr>
              <p14:cNvContentPartPr/>
              <p14:nvPr/>
            </p14:nvContentPartPr>
            <p14:xfrm>
              <a:off x="10360528" y="5226774"/>
              <a:ext cx="379080" cy="193680"/>
            </p14:xfrm>
          </p:contentPart>
        </mc:Choice>
        <mc:Fallback xmlns=""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C1F08C07-ADFD-D8AE-979A-2A5818E54ED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54408" y="5220654"/>
                <a:ext cx="3913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0FB05B31-CCBE-7458-BC7D-B08D3E3047C9}"/>
                  </a:ext>
                </a:extLst>
              </p14:cNvPr>
              <p14:cNvContentPartPr/>
              <p14:nvPr/>
            </p14:nvContentPartPr>
            <p14:xfrm>
              <a:off x="10927888" y="5217054"/>
              <a:ext cx="383400" cy="11196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0FB05B31-CCBE-7458-BC7D-B08D3E3047C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921768" y="5210934"/>
                <a:ext cx="3956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A932D30A-F9A5-5831-A6D7-36256DAC61F7}"/>
                  </a:ext>
                </a:extLst>
              </p14:cNvPr>
              <p14:cNvContentPartPr/>
              <p14:nvPr/>
            </p14:nvContentPartPr>
            <p14:xfrm>
              <a:off x="10939408" y="5194374"/>
              <a:ext cx="350640" cy="14616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A932D30A-F9A5-5831-A6D7-36256DAC61F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933288" y="5188254"/>
                <a:ext cx="3628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050066D6-DF80-06C3-CA92-95FC144B9D1D}"/>
                  </a:ext>
                </a:extLst>
              </p14:cNvPr>
              <p14:cNvContentPartPr/>
              <p14:nvPr/>
            </p14:nvContentPartPr>
            <p14:xfrm>
              <a:off x="11594608" y="4984854"/>
              <a:ext cx="417240" cy="33480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050066D6-DF80-06C3-CA92-95FC144B9D1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588488" y="4978734"/>
                <a:ext cx="42948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6231D778-CCC4-4DC6-AB77-6819C9332F2C}"/>
                  </a:ext>
                </a:extLst>
              </p14:cNvPr>
              <p14:cNvContentPartPr/>
              <p14:nvPr/>
            </p14:nvContentPartPr>
            <p14:xfrm>
              <a:off x="11614048" y="5177094"/>
              <a:ext cx="433440" cy="20232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6231D778-CCC4-4DC6-AB77-6819C9332F2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607928" y="5170974"/>
                <a:ext cx="4456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DA5E1CEF-8B9B-646C-F5AA-006C85E1F421}"/>
                  </a:ext>
                </a:extLst>
              </p14:cNvPr>
              <p14:cNvContentPartPr/>
              <p14:nvPr/>
            </p14:nvContentPartPr>
            <p14:xfrm>
              <a:off x="9725488" y="4853094"/>
              <a:ext cx="2483640" cy="64800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DA5E1CEF-8B9B-646C-F5AA-006C85E1F42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719368" y="4846974"/>
                <a:ext cx="249588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FD94E7DF-22C7-263E-5DEE-8DF32ED68911}"/>
                  </a:ext>
                </a:extLst>
              </p14:cNvPr>
              <p14:cNvContentPartPr/>
              <p14:nvPr/>
            </p14:nvContentPartPr>
            <p14:xfrm>
              <a:off x="5400808" y="5273934"/>
              <a:ext cx="1258560" cy="72828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FD94E7DF-22C7-263E-5DEE-8DF32ED6891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394688" y="5267814"/>
                <a:ext cx="1270800" cy="74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Agrupar 74">
            <a:extLst>
              <a:ext uri="{FF2B5EF4-FFF2-40B4-BE49-F238E27FC236}">
                <a16:creationId xmlns:a16="http://schemas.microsoft.com/office/drawing/2014/main" id="{31702E67-2B4B-867B-E199-4766AF283D6E}"/>
              </a:ext>
            </a:extLst>
          </p:cNvPr>
          <p:cNvGrpSpPr/>
          <p:nvPr/>
        </p:nvGrpSpPr>
        <p:grpSpPr>
          <a:xfrm>
            <a:off x="2241448" y="4572654"/>
            <a:ext cx="7461720" cy="1599480"/>
            <a:chOff x="2241448" y="4572654"/>
            <a:chExt cx="7461720" cy="15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DB3FF752-0000-10B3-E089-B7919C9CD306}"/>
                    </a:ext>
                  </a:extLst>
                </p14:cNvPr>
                <p14:cNvContentPartPr/>
                <p14:nvPr/>
              </p14:nvContentPartPr>
              <p14:xfrm>
                <a:off x="2474008" y="4787934"/>
                <a:ext cx="70920" cy="3571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DB3FF752-0000-10B3-E089-B7919C9CD3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67888" y="4781814"/>
                  <a:ext cx="831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FB9D904B-C6C2-FA10-6E72-1EE37806FED3}"/>
                    </a:ext>
                  </a:extLst>
                </p14:cNvPr>
                <p14:cNvContentPartPr/>
                <p14:nvPr/>
              </p14:nvContentPartPr>
              <p14:xfrm>
                <a:off x="2951008" y="4914654"/>
                <a:ext cx="244800" cy="1389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FB9D904B-C6C2-FA10-6E72-1EE37806FED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44888" y="4908534"/>
                  <a:ext cx="257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6FFC0CA-D833-460F-8F5E-A8769F53227B}"/>
                    </a:ext>
                  </a:extLst>
                </p14:cNvPr>
                <p14:cNvContentPartPr/>
                <p14:nvPr/>
              </p14:nvContentPartPr>
              <p14:xfrm>
                <a:off x="3207328" y="4855254"/>
                <a:ext cx="452520" cy="3402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6FFC0CA-D833-460F-8F5E-A8769F53227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201208" y="4849134"/>
                  <a:ext cx="4647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E3CD6A0-7577-7448-AB01-60288674385B}"/>
                    </a:ext>
                  </a:extLst>
                </p14:cNvPr>
                <p14:cNvContentPartPr/>
                <p14:nvPr/>
              </p14:nvContentPartPr>
              <p14:xfrm>
                <a:off x="4117048" y="4763454"/>
                <a:ext cx="176760" cy="30492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E3CD6A0-7577-7448-AB01-6028867438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10928" y="4757334"/>
                  <a:ext cx="189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779736C0-4F24-0D2A-4B73-5B6279E15872}"/>
                    </a:ext>
                  </a:extLst>
                </p14:cNvPr>
                <p14:cNvContentPartPr/>
                <p14:nvPr/>
              </p14:nvContentPartPr>
              <p14:xfrm>
                <a:off x="4496128" y="4879374"/>
                <a:ext cx="275040" cy="1508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779736C0-4F24-0D2A-4B73-5B6279E1587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90008" y="4873254"/>
                  <a:ext cx="287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139FA0A-3BB7-2195-0289-3558C31793CA}"/>
                    </a:ext>
                  </a:extLst>
                </p14:cNvPr>
                <p14:cNvContentPartPr/>
                <p14:nvPr/>
              </p14:nvContentPartPr>
              <p14:xfrm>
                <a:off x="5330248" y="4790454"/>
                <a:ext cx="303480" cy="1418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139FA0A-3BB7-2195-0289-3558C31793C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24128" y="4784334"/>
                  <a:ext cx="315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92E48C1-D950-D917-41E3-6A99671FF1D9}"/>
                    </a:ext>
                  </a:extLst>
                </p14:cNvPr>
                <p14:cNvContentPartPr/>
                <p14:nvPr/>
              </p14:nvContentPartPr>
              <p14:xfrm>
                <a:off x="5201008" y="4807374"/>
                <a:ext cx="456480" cy="1245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92E48C1-D950-D917-41E3-6A99671FF1D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94888" y="4801254"/>
                  <a:ext cx="468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1D32010E-6478-5CD7-E59C-74A9B88A5381}"/>
                    </a:ext>
                  </a:extLst>
                </p14:cNvPr>
                <p14:cNvContentPartPr/>
                <p14:nvPr/>
              </p14:nvContentPartPr>
              <p14:xfrm>
                <a:off x="5771968" y="4765974"/>
                <a:ext cx="362520" cy="1900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1D32010E-6478-5CD7-E59C-74A9B88A538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65848" y="4759854"/>
                  <a:ext cx="374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A420D2DF-1D9A-EFF5-6AFF-A425745B3FDF}"/>
                    </a:ext>
                  </a:extLst>
                </p14:cNvPr>
                <p14:cNvContentPartPr/>
                <p14:nvPr/>
              </p14:nvContentPartPr>
              <p14:xfrm>
                <a:off x="5983648" y="4676694"/>
                <a:ext cx="362520" cy="4935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A420D2DF-1D9A-EFF5-6AFF-A425745B3FD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77528" y="4670574"/>
                  <a:ext cx="3747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03EAC8C-9646-F974-5648-284C36CDA163}"/>
                    </a:ext>
                  </a:extLst>
                </p14:cNvPr>
                <p14:cNvContentPartPr/>
                <p14:nvPr/>
              </p14:nvContentPartPr>
              <p14:xfrm>
                <a:off x="2520448" y="5555454"/>
                <a:ext cx="443160" cy="4244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03EAC8C-9646-F974-5648-284C36CDA16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514328" y="5549334"/>
                  <a:ext cx="4554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6DBA07D-40CD-7B98-C68E-DC685080FE2F}"/>
                    </a:ext>
                  </a:extLst>
                </p14:cNvPr>
                <p14:cNvContentPartPr/>
                <p14:nvPr/>
              </p14:nvContentPartPr>
              <p14:xfrm>
                <a:off x="2916448" y="5807814"/>
                <a:ext cx="266760" cy="1544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6DBA07D-40CD-7B98-C68E-DC685080FE2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10328" y="5801694"/>
                  <a:ext cx="279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A4B4B1D-BBC8-0C92-107A-344B97B79525}"/>
                    </a:ext>
                  </a:extLst>
                </p14:cNvPr>
                <p14:cNvContentPartPr/>
                <p14:nvPr/>
              </p14:nvContentPartPr>
              <p14:xfrm>
                <a:off x="3080248" y="5793774"/>
                <a:ext cx="476640" cy="3646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A4B4B1D-BBC8-0C92-107A-344B97B7952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74128" y="5787654"/>
                  <a:ext cx="4888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2F6E10B-2EE7-E211-1E0B-1898EAD8F994}"/>
                    </a:ext>
                  </a:extLst>
                </p14:cNvPr>
                <p14:cNvContentPartPr/>
                <p14:nvPr/>
              </p14:nvContentPartPr>
              <p14:xfrm>
                <a:off x="3919768" y="5575974"/>
                <a:ext cx="209520" cy="2772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2F6E10B-2EE7-E211-1E0B-1898EAD8F99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13648" y="5569854"/>
                  <a:ext cx="221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B5FEA8B3-321F-3701-04B8-536363D31D94}"/>
                    </a:ext>
                  </a:extLst>
                </p14:cNvPr>
                <p14:cNvContentPartPr/>
                <p14:nvPr/>
              </p14:nvContentPartPr>
              <p14:xfrm>
                <a:off x="4199128" y="5655534"/>
                <a:ext cx="267840" cy="3067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B5FEA8B3-321F-3701-04B8-536363D31D9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93008" y="5649414"/>
                  <a:ext cx="280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FB948FC7-C535-A893-D46D-7D9168B452BC}"/>
                    </a:ext>
                  </a:extLst>
                </p14:cNvPr>
                <p14:cNvContentPartPr/>
                <p14:nvPr/>
              </p14:nvContentPartPr>
              <p14:xfrm>
                <a:off x="4537888" y="5641494"/>
                <a:ext cx="186840" cy="27180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FB948FC7-C535-A893-D46D-7D9168B452B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31768" y="5635374"/>
                  <a:ext cx="1990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8C55B92-0D80-0C7B-F97F-92BB68DB5FF9}"/>
                    </a:ext>
                  </a:extLst>
                </p14:cNvPr>
                <p14:cNvContentPartPr/>
                <p14:nvPr/>
              </p14:nvContentPartPr>
              <p14:xfrm>
                <a:off x="9423088" y="4572654"/>
                <a:ext cx="162720" cy="25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8C55B92-0D80-0C7B-F97F-92BB68DB5FF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416968" y="4566534"/>
                  <a:ext cx="1749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E68D857-0013-3B1E-C4BD-58A985FC3F0A}"/>
                    </a:ext>
                  </a:extLst>
                </p14:cNvPr>
                <p14:cNvContentPartPr/>
                <p14:nvPr/>
              </p14:nvContentPartPr>
              <p14:xfrm>
                <a:off x="9237328" y="4597134"/>
                <a:ext cx="371880" cy="5940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E68D857-0013-3B1E-C4BD-58A985FC3F0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31208" y="4591014"/>
                  <a:ext cx="384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043E09F-ECCD-1A41-D859-DD314D7C40B9}"/>
                    </a:ext>
                  </a:extLst>
                </p14:cNvPr>
                <p14:cNvContentPartPr/>
                <p14:nvPr/>
              </p14:nvContentPartPr>
              <p14:xfrm>
                <a:off x="5668648" y="5618094"/>
                <a:ext cx="501120" cy="399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043E09F-ECCD-1A41-D859-DD314D7C40B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662528" y="5611974"/>
                  <a:ext cx="513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475B72A-DAA1-8E16-2781-F0DE47167ECF}"/>
                    </a:ext>
                  </a:extLst>
                </p14:cNvPr>
                <p14:cNvContentPartPr/>
                <p14:nvPr/>
              </p14:nvContentPartPr>
              <p14:xfrm>
                <a:off x="5739208" y="5432334"/>
                <a:ext cx="80280" cy="4208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475B72A-DAA1-8E16-2781-F0DE47167EC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733088" y="5426214"/>
                  <a:ext cx="925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5A2F0B0A-D4A9-5718-35B9-723323AB9828}"/>
                    </a:ext>
                  </a:extLst>
                </p14:cNvPr>
                <p14:cNvContentPartPr/>
                <p14:nvPr/>
              </p14:nvContentPartPr>
              <p14:xfrm>
                <a:off x="6756568" y="5480934"/>
                <a:ext cx="240840" cy="45324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5A2F0B0A-D4A9-5718-35B9-723323AB982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50448" y="5474814"/>
                  <a:ext cx="2530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E7CC2E3-F012-8B22-2643-D9192E9B808D}"/>
                    </a:ext>
                  </a:extLst>
                </p14:cNvPr>
                <p14:cNvContentPartPr/>
                <p14:nvPr/>
              </p14:nvContentPartPr>
              <p14:xfrm>
                <a:off x="7021168" y="5756334"/>
                <a:ext cx="310680" cy="1364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E7CC2E3-F012-8B22-2643-D9192E9B80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15048" y="5750214"/>
                  <a:ext cx="32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58FAF03-9324-2FE0-BE11-741895398D46}"/>
                    </a:ext>
                  </a:extLst>
                </p14:cNvPr>
                <p14:cNvContentPartPr/>
                <p14:nvPr/>
              </p14:nvContentPartPr>
              <p14:xfrm>
                <a:off x="7079128" y="5729694"/>
                <a:ext cx="676800" cy="4424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58FAF03-9324-2FE0-BE11-741895398D4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073008" y="5723574"/>
                  <a:ext cx="6890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0A25DA1-5FE7-6198-493F-793CC2A3206F}"/>
                    </a:ext>
                  </a:extLst>
                </p14:cNvPr>
                <p14:cNvContentPartPr/>
                <p14:nvPr/>
              </p14:nvContentPartPr>
              <p14:xfrm>
                <a:off x="8047888" y="5434854"/>
                <a:ext cx="232920" cy="37224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0A25DA1-5FE7-6198-493F-793CC2A3206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41768" y="5428734"/>
                  <a:ext cx="245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00808256-26B1-F844-DA6D-56172EF4BF07}"/>
                    </a:ext>
                  </a:extLst>
                </p14:cNvPr>
                <p14:cNvContentPartPr/>
                <p14:nvPr/>
              </p14:nvContentPartPr>
              <p14:xfrm>
                <a:off x="8560528" y="5555814"/>
                <a:ext cx="303480" cy="24948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00808256-26B1-F844-DA6D-56172EF4BF0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54408" y="5549694"/>
                  <a:ext cx="315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E1A421A8-7C56-1A07-5CB3-4E04CAAF437C}"/>
                    </a:ext>
                  </a:extLst>
                </p14:cNvPr>
                <p14:cNvContentPartPr/>
                <p14:nvPr/>
              </p14:nvContentPartPr>
              <p14:xfrm>
                <a:off x="8934208" y="5285814"/>
                <a:ext cx="360000" cy="77868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E1A421A8-7C56-1A07-5CB3-4E04CAAF43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928088" y="5279694"/>
                  <a:ext cx="37224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D34C7D5-D275-56B7-C1B5-1044059A96BA}"/>
                    </a:ext>
                  </a:extLst>
                </p14:cNvPr>
                <p14:cNvContentPartPr/>
                <p14:nvPr/>
              </p14:nvContentPartPr>
              <p14:xfrm>
                <a:off x="9305728" y="5221374"/>
                <a:ext cx="327240" cy="2052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D34C7D5-D275-56B7-C1B5-1044059A96B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99608" y="5215254"/>
                  <a:ext cx="339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B026940-4C44-5FFB-FD65-5292396C1691}"/>
                    </a:ext>
                  </a:extLst>
                </p14:cNvPr>
                <p14:cNvContentPartPr/>
                <p14:nvPr/>
              </p14:nvContentPartPr>
              <p14:xfrm>
                <a:off x="9237328" y="5256654"/>
                <a:ext cx="465840" cy="176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B026940-4C44-5FFB-FD65-5292396C169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31208" y="5250534"/>
                  <a:ext cx="47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DAE29738-B1CC-BA1F-6E06-69230250B70F}"/>
                    </a:ext>
                  </a:extLst>
                </p14:cNvPr>
                <p14:cNvContentPartPr/>
                <p14:nvPr/>
              </p14:nvContentPartPr>
              <p14:xfrm>
                <a:off x="2241448" y="5092854"/>
                <a:ext cx="7311600" cy="103320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DAE29738-B1CC-BA1F-6E06-69230250B70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35328" y="5086734"/>
                  <a:ext cx="7323840" cy="104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672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FDDE3-3364-DC2A-6F38-3407547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do logaritmo: propriedade 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4A063B-75A9-99CE-8989-E69D2991134C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BD4604DC-7841-1BC7-323C-9629DF38F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2446" y="2361596"/>
            <a:ext cx="3341213" cy="1235619"/>
          </a:xfr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A225F75-A339-629C-47C6-07F970DA6B51}"/>
              </a:ext>
            </a:extLst>
          </p:cNvPr>
          <p:cNvGrpSpPr/>
          <p:nvPr/>
        </p:nvGrpSpPr>
        <p:grpSpPr>
          <a:xfrm>
            <a:off x="797128" y="3744294"/>
            <a:ext cx="3379320" cy="894240"/>
            <a:chOff x="797128" y="3744294"/>
            <a:chExt cx="3379320" cy="89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8135EECD-C1F5-29A1-FE60-4F56C5E4E2A3}"/>
                    </a:ext>
                  </a:extLst>
                </p14:cNvPr>
                <p14:cNvContentPartPr/>
                <p14:nvPr/>
              </p14:nvContentPartPr>
              <p14:xfrm>
                <a:off x="797128" y="3744294"/>
                <a:ext cx="638640" cy="39960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8135EECD-C1F5-29A1-FE60-4F56C5E4E2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008" y="3738174"/>
                  <a:ext cx="650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176D32CB-2F34-4C76-C346-E4222D95011D}"/>
                    </a:ext>
                  </a:extLst>
                </p14:cNvPr>
                <p14:cNvContentPartPr/>
                <p14:nvPr/>
              </p14:nvContentPartPr>
              <p14:xfrm>
                <a:off x="1342528" y="4026894"/>
                <a:ext cx="223560" cy="10980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176D32CB-2F34-4C76-C346-E4222D9501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36408" y="4020774"/>
                  <a:ext cx="235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FA0D13E9-CCFC-4FE8-4812-16276279CFE0}"/>
                    </a:ext>
                  </a:extLst>
                </p14:cNvPr>
                <p14:cNvContentPartPr/>
                <p14:nvPr/>
              </p14:nvContentPartPr>
              <p14:xfrm>
                <a:off x="1552408" y="4027254"/>
                <a:ext cx="431640" cy="2995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FA0D13E9-CCFC-4FE8-4812-16276279CF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46288" y="4021134"/>
                  <a:ext cx="443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06D6451-272D-453B-103C-739C0FB43114}"/>
                    </a:ext>
                  </a:extLst>
                </p14:cNvPr>
                <p14:cNvContentPartPr/>
                <p14:nvPr/>
              </p14:nvContentPartPr>
              <p14:xfrm>
                <a:off x="2195008" y="3823854"/>
                <a:ext cx="462960" cy="39204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06D6451-272D-453B-103C-739C0FB431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88888" y="3817734"/>
                  <a:ext cx="4752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98850A07-798E-1AA2-AFF0-11C55A5F9D83}"/>
                    </a:ext>
                  </a:extLst>
                </p14:cNvPr>
                <p14:cNvContentPartPr/>
                <p14:nvPr/>
              </p14:nvContentPartPr>
              <p14:xfrm>
                <a:off x="2776768" y="3855174"/>
                <a:ext cx="392040" cy="3002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98850A07-798E-1AA2-AFF0-11C55A5F9D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70648" y="3849054"/>
                  <a:ext cx="404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C06CF141-907B-8137-0050-E9B6D5D46E57}"/>
                    </a:ext>
                  </a:extLst>
                </p14:cNvPr>
                <p14:cNvContentPartPr/>
                <p14:nvPr/>
              </p14:nvContentPartPr>
              <p14:xfrm>
                <a:off x="2576968" y="4243254"/>
                <a:ext cx="492120" cy="421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C06CF141-907B-8137-0050-E9B6D5D46E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0848" y="4237134"/>
                  <a:ext cx="50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A3F20C5E-F78C-E37C-4939-8F52E3D2A150}"/>
                    </a:ext>
                  </a:extLst>
                </p14:cNvPr>
                <p14:cNvContentPartPr/>
                <p14:nvPr/>
              </p14:nvContentPartPr>
              <p14:xfrm>
                <a:off x="2437288" y="4413894"/>
                <a:ext cx="443880" cy="2246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A3F20C5E-F78C-E37C-4939-8F52E3D2A15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31168" y="4407774"/>
                  <a:ext cx="456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D8F85FF6-0AD6-5127-AFAD-7641AF56598C}"/>
                    </a:ext>
                  </a:extLst>
                </p14:cNvPr>
                <p14:cNvContentPartPr/>
                <p14:nvPr/>
              </p14:nvContentPartPr>
              <p14:xfrm>
                <a:off x="3289768" y="3801894"/>
                <a:ext cx="221400" cy="62712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D8F85FF6-0AD6-5127-AFAD-7641AF56598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83648" y="3795774"/>
                  <a:ext cx="2336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74A3B5CC-2BA6-69C2-DDE3-BB90E784528E}"/>
                    </a:ext>
                  </a:extLst>
                </p14:cNvPr>
                <p14:cNvContentPartPr/>
                <p14:nvPr/>
              </p14:nvContentPartPr>
              <p14:xfrm>
                <a:off x="3731488" y="4062174"/>
                <a:ext cx="291960" cy="349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74A3B5CC-2BA6-69C2-DDE3-BB90E78452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25368" y="4056054"/>
                  <a:ext cx="304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0F45C4FC-E238-3A30-5FA3-F752673BE3AD}"/>
                    </a:ext>
                  </a:extLst>
                </p14:cNvPr>
                <p14:cNvContentPartPr/>
                <p14:nvPr/>
              </p14:nvContentPartPr>
              <p14:xfrm>
                <a:off x="3790528" y="4203654"/>
                <a:ext cx="385920" cy="349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0F45C4FC-E238-3A30-5FA3-F752673BE3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84408" y="4197534"/>
                  <a:ext cx="39816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DDFABD9-4627-940E-302A-1F999B4DDF37}"/>
              </a:ext>
            </a:extLst>
          </p:cNvPr>
          <p:cNvGrpSpPr/>
          <p:nvPr/>
        </p:nvGrpSpPr>
        <p:grpSpPr>
          <a:xfrm>
            <a:off x="4093648" y="2368014"/>
            <a:ext cx="3092040" cy="945360"/>
            <a:chOff x="4093648" y="2368014"/>
            <a:chExt cx="3092040" cy="9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80C03E0-33B8-97D0-DDAF-10107C988502}"/>
                    </a:ext>
                  </a:extLst>
                </p14:cNvPr>
                <p14:cNvContentPartPr/>
                <p14:nvPr/>
              </p14:nvContentPartPr>
              <p14:xfrm>
                <a:off x="5144488" y="2391414"/>
                <a:ext cx="12240" cy="57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80C03E0-33B8-97D0-DDAF-10107C98850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38368" y="2385294"/>
                  <a:ext cx="24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4C8D5E43-8503-9F2E-CAEF-C9AA06FABF48}"/>
                    </a:ext>
                  </a:extLst>
                </p14:cNvPr>
                <p14:cNvContentPartPr/>
                <p14:nvPr/>
              </p14:nvContentPartPr>
              <p14:xfrm>
                <a:off x="4093648" y="2368014"/>
                <a:ext cx="3092040" cy="94536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4C8D5E43-8503-9F2E-CAEF-C9AA06FABF4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87528" y="2361894"/>
                  <a:ext cx="3104280" cy="9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10C5EA-1632-B128-FAC6-2DA72BCB3747}"/>
              </a:ext>
            </a:extLst>
          </p:cNvPr>
          <p:cNvGrpSpPr/>
          <p:nvPr/>
        </p:nvGrpSpPr>
        <p:grpSpPr>
          <a:xfrm>
            <a:off x="4758568" y="3923934"/>
            <a:ext cx="2868840" cy="518760"/>
            <a:chOff x="4758568" y="3923934"/>
            <a:chExt cx="286884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ACDB7A8-E90B-62D6-EA49-2C2148FCE372}"/>
                    </a:ext>
                  </a:extLst>
                </p14:cNvPr>
                <p14:cNvContentPartPr/>
                <p14:nvPr/>
              </p14:nvContentPartPr>
              <p14:xfrm>
                <a:off x="4758568" y="3923934"/>
                <a:ext cx="374400" cy="35820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ACDB7A8-E90B-62D6-EA49-2C2148FCE37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52448" y="3917814"/>
                  <a:ext cx="3866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11C0F1C-B4E4-B214-ACE4-11BD5C9824B9}"/>
                    </a:ext>
                  </a:extLst>
                </p14:cNvPr>
                <p14:cNvContentPartPr/>
                <p14:nvPr/>
              </p14:nvContentPartPr>
              <p14:xfrm>
                <a:off x="5122528" y="4135974"/>
                <a:ext cx="137520" cy="1238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11C0F1C-B4E4-B214-ACE4-11BD5C9824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16408" y="4129854"/>
                  <a:ext cx="149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7E50E46-17D7-85F3-EB7A-84BF15B349A9}"/>
                    </a:ext>
                  </a:extLst>
                </p14:cNvPr>
                <p14:cNvContentPartPr/>
                <p14:nvPr/>
              </p14:nvContentPartPr>
              <p14:xfrm>
                <a:off x="5377408" y="4114014"/>
                <a:ext cx="385920" cy="3286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7E50E46-17D7-85F3-EB7A-84BF15B349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71288" y="4107894"/>
                  <a:ext cx="3981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7EBEE9F0-E7CE-1470-6C62-F7F26F483A8F}"/>
                    </a:ext>
                  </a:extLst>
                </p14:cNvPr>
                <p14:cNvContentPartPr/>
                <p14:nvPr/>
              </p14:nvContentPartPr>
              <p14:xfrm>
                <a:off x="5935768" y="3992334"/>
                <a:ext cx="279000" cy="2674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7EBEE9F0-E7CE-1470-6C62-F7F26F483A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29648" y="3986214"/>
                  <a:ext cx="291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397F0F1-9B4B-1666-D1BC-2049826C9D88}"/>
                    </a:ext>
                  </a:extLst>
                </p14:cNvPr>
                <p14:cNvContentPartPr/>
                <p14:nvPr/>
              </p14:nvContentPartPr>
              <p14:xfrm>
                <a:off x="6216568" y="3991974"/>
                <a:ext cx="393480" cy="2955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397F0F1-9B4B-1666-D1BC-2049826C9D8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10448" y="3985854"/>
                  <a:ext cx="405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F3D1E37F-4E2D-54AA-43C2-04DF17A2D079}"/>
                    </a:ext>
                  </a:extLst>
                </p14:cNvPr>
                <p14:cNvContentPartPr/>
                <p14:nvPr/>
              </p14:nvContentPartPr>
              <p14:xfrm>
                <a:off x="6519688" y="3948054"/>
                <a:ext cx="269280" cy="3585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F3D1E37F-4E2D-54AA-43C2-04DF17A2D07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13568" y="3941934"/>
                  <a:ext cx="2815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D06CAF6B-7ED3-4E85-BD82-CF6BE8B2D242}"/>
                    </a:ext>
                  </a:extLst>
                </p14:cNvPr>
                <p14:cNvContentPartPr/>
                <p14:nvPr/>
              </p14:nvContentPartPr>
              <p14:xfrm>
                <a:off x="7173448" y="4103934"/>
                <a:ext cx="453960" cy="399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D06CAF6B-7ED3-4E85-BD82-CF6BE8B2D24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67328" y="4097814"/>
                  <a:ext cx="4662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44B2659-6849-7281-BF59-9E59B4A29F7E}"/>
              </a:ext>
            </a:extLst>
          </p:cNvPr>
          <p:cNvGrpSpPr/>
          <p:nvPr/>
        </p:nvGrpSpPr>
        <p:grpSpPr>
          <a:xfrm>
            <a:off x="8560528" y="3821694"/>
            <a:ext cx="2482920" cy="600120"/>
            <a:chOff x="8560528" y="3821694"/>
            <a:chExt cx="2482920" cy="60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F3055D6-7FDF-CF58-B798-83C8DE5FBF10}"/>
                    </a:ext>
                  </a:extLst>
                </p14:cNvPr>
                <p14:cNvContentPartPr/>
                <p14:nvPr/>
              </p14:nvContentPartPr>
              <p14:xfrm>
                <a:off x="8560528" y="3821694"/>
                <a:ext cx="525600" cy="4755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F3055D6-7FDF-CF58-B798-83C8DE5FBF1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54408" y="3815574"/>
                  <a:ext cx="5378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D9DC2951-1705-A466-8DC6-AD95B52F1DDB}"/>
                    </a:ext>
                  </a:extLst>
                </p14:cNvPr>
                <p14:cNvContentPartPr/>
                <p14:nvPr/>
              </p14:nvContentPartPr>
              <p14:xfrm>
                <a:off x="8970928" y="4128774"/>
                <a:ext cx="278640" cy="1580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D9DC2951-1705-A466-8DC6-AD95B52F1DD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64808" y="4122654"/>
                  <a:ext cx="290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955741A-48AD-56E7-C473-CA8E9880A73B}"/>
                    </a:ext>
                  </a:extLst>
                </p14:cNvPr>
                <p14:cNvContentPartPr/>
                <p14:nvPr/>
              </p14:nvContentPartPr>
              <p14:xfrm>
                <a:off x="9202048" y="4098894"/>
                <a:ext cx="460800" cy="2847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955741A-48AD-56E7-C473-CA8E9880A73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95928" y="4092774"/>
                  <a:ext cx="473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BDFABC33-3BA2-94D2-A46C-C0136C5D43F0}"/>
                    </a:ext>
                  </a:extLst>
                </p14:cNvPr>
                <p14:cNvContentPartPr/>
                <p14:nvPr/>
              </p14:nvContentPartPr>
              <p14:xfrm>
                <a:off x="9613888" y="3903774"/>
                <a:ext cx="601560" cy="39672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BDFABC33-3BA2-94D2-A46C-C0136C5D43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07768" y="3897654"/>
                  <a:ext cx="6138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8BCF384-FCF5-F13E-5CA8-275DFF9C63D1}"/>
                    </a:ext>
                  </a:extLst>
                </p14:cNvPr>
                <p14:cNvContentPartPr/>
                <p14:nvPr/>
              </p14:nvContentPartPr>
              <p14:xfrm>
                <a:off x="9847528" y="4020774"/>
                <a:ext cx="573480" cy="2966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8BCF384-FCF5-F13E-5CA8-275DFF9C63D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41408" y="4014654"/>
                  <a:ext cx="585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996E5B5-1DE2-A803-CED9-C8FAEA8BF785}"/>
                    </a:ext>
                  </a:extLst>
                </p14:cNvPr>
                <p14:cNvContentPartPr/>
                <p14:nvPr/>
              </p14:nvContentPartPr>
              <p14:xfrm>
                <a:off x="10427128" y="3910974"/>
                <a:ext cx="616320" cy="51084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996E5B5-1DE2-A803-CED9-C8FAEA8BF78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21008" y="3904854"/>
                  <a:ext cx="62856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F198483B-6423-583E-C53B-E51B885E77EA}"/>
              </a:ext>
            </a:extLst>
          </p:cNvPr>
          <p:cNvGrpSpPr/>
          <p:nvPr/>
        </p:nvGrpSpPr>
        <p:grpSpPr>
          <a:xfrm>
            <a:off x="1401928" y="4998894"/>
            <a:ext cx="4361040" cy="596160"/>
            <a:chOff x="1401928" y="4998894"/>
            <a:chExt cx="436104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47A0FEBC-6238-418A-2EF1-C54CFDE23800}"/>
                    </a:ext>
                  </a:extLst>
                </p14:cNvPr>
                <p14:cNvContentPartPr/>
                <p14:nvPr/>
              </p14:nvContentPartPr>
              <p14:xfrm>
                <a:off x="1401928" y="5041374"/>
                <a:ext cx="542520" cy="37188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47A0FEBC-6238-418A-2EF1-C54CFDE238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95808" y="5035254"/>
                  <a:ext cx="554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8E0C5A2-B0E0-83E6-DF3A-4E538F38497A}"/>
                    </a:ext>
                  </a:extLst>
                </p14:cNvPr>
                <p14:cNvContentPartPr/>
                <p14:nvPr/>
              </p14:nvContentPartPr>
              <p14:xfrm>
                <a:off x="1914928" y="5290854"/>
                <a:ext cx="196200" cy="1508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8E0C5A2-B0E0-83E6-DF3A-4E538F3849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08808" y="5284734"/>
                  <a:ext cx="208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87ECF7A5-1C47-750D-3B44-8F2D7D354445}"/>
                    </a:ext>
                  </a:extLst>
                </p14:cNvPr>
                <p14:cNvContentPartPr/>
                <p14:nvPr/>
              </p14:nvContentPartPr>
              <p14:xfrm>
                <a:off x="2170528" y="5276094"/>
                <a:ext cx="349560" cy="3189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87ECF7A5-1C47-750D-3B44-8F2D7D35444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64408" y="5269974"/>
                  <a:ext cx="3618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D87AE37-0C48-A2EF-3666-671121C7C84D}"/>
                    </a:ext>
                  </a:extLst>
                </p14:cNvPr>
                <p14:cNvContentPartPr/>
                <p14:nvPr/>
              </p14:nvContentPartPr>
              <p14:xfrm>
                <a:off x="2694688" y="5085294"/>
                <a:ext cx="465840" cy="40464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D87AE37-0C48-A2EF-3666-671121C7C8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88568" y="5079174"/>
                  <a:ext cx="4780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69D30312-764A-24FB-C732-54A15F7558EA}"/>
                    </a:ext>
                  </a:extLst>
                </p14:cNvPr>
                <p14:cNvContentPartPr/>
                <p14:nvPr/>
              </p14:nvContentPartPr>
              <p14:xfrm>
                <a:off x="3159448" y="5147214"/>
                <a:ext cx="351720" cy="3272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69D30312-764A-24FB-C732-54A15F7558E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53328" y="5141094"/>
                  <a:ext cx="3639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63FC89C-AEDD-2C93-A370-76632DCC840E}"/>
                    </a:ext>
                  </a:extLst>
                </p14:cNvPr>
                <p14:cNvContentPartPr/>
                <p14:nvPr/>
              </p14:nvContentPartPr>
              <p14:xfrm>
                <a:off x="3569488" y="5313534"/>
                <a:ext cx="244800" cy="1933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63FC89C-AEDD-2C93-A370-76632DCC840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63368" y="5307414"/>
                  <a:ext cx="257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ECB07EEE-DDB8-3D4F-2C03-F13A34B33BF3}"/>
                    </a:ext>
                  </a:extLst>
                </p14:cNvPr>
                <p14:cNvContentPartPr/>
                <p14:nvPr/>
              </p14:nvContentPartPr>
              <p14:xfrm>
                <a:off x="3651568" y="5400294"/>
                <a:ext cx="198000" cy="5940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ECB07EEE-DDB8-3D4F-2C03-F13A34B33BF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45448" y="5394174"/>
                  <a:ext cx="210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E47E16F7-8C8F-CD63-D186-9102C2554F2D}"/>
                    </a:ext>
                  </a:extLst>
                </p14:cNvPr>
                <p14:cNvContentPartPr/>
                <p14:nvPr/>
              </p14:nvContentPartPr>
              <p14:xfrm>
                <a:off x="3908248" y="5156934"/>
                <a:ext cx="488880" cy="3276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E47E16F7-8C8F-CD63-D186-9102C2554F2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902128" y="5150814"/>
                  <a:ext cx="5011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483681E-514E-E3A4-2E1F-906B744EB998}"/>
                    </a:ext>
                  </a:extLst>
                </p14:cNvPr>
                <p14:cNvContentPartPr/>
                <p14:nvPr/>
              </p14:nvContentPartPr>
              <p14:xfrm>
                <a:off x="4769728" y="4998894"/>
                <a:ext cx="176040" cy="4341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483681E-514E-E3A4-2E1F-906B744EB99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63608" y="4992774"/>
                  <a:ext cx="1882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FD71469-8F0E-E081-8792-27BE08214DC4}"/>
                    </a:ext>
                  </a:extLst>
                </p14:cNvPr>
                <p14:cNvContentPartPr/>
                <p14:nvPr/>
              </p14:nvContentPartPr>
              <p14:xfrm>
                <a:off x="5388928" y="5264214"/>
                <a:ext cx="374040" cy="4968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FD71469-8F0E-E081-8792-27BE08214DC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82808" y="5258094"/>
                  <a:ext cx="386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3D296DF-7EB6-4633-D514-58AF8E3E846D}"/>
                    </a:ext>
                  </a:extLst>
                </p14:cNvPr>
                <p14:cNvContentPartPr/>
                <p14:nvPr/>
              </p14:nvContentPartPr>
              <p14:xfrm>
                <a:off x="5179768" y="5402454"/>
                <a:ext cx="524520" cy="2268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3D296DF-7EB6-4633-D514-58AF8E3E84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73648" y="5396334"/>
                  <a:ext cx="53676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839F44C8-78B6-D026-8CC8-A0DA0C13A2AF}"/>
              </a:ext>
            </a:extLst>
          </p:cNvPr>
          <p:cNvGrpSpPr/>
          <p:nvPr/>
        </p:nvGrpSpPr>
        <p:grpSpPr>
          <a:xfrm>
            <a:off x="6302608" y="4852374"/>
            <a:ext cx="2935080" cy="773640"/>
            <a:chOff x="6302608" y="4852374"/>
            <a:chExt cx="2935080" cy="77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933414C1-F473-7E2A-D53C-9EA8FB453CC5}"/>
                    </a:ext>
                  </a:extLst>
                </p14:cNvPr>
                <p14:cNvContentPartPr/>
                <p14:nvPr/>
              </p14:nvContentPartPr>
              <p14:xfrm>
                <a:off x="6302608" y="4852374"/>
                <a:ext cx="375120" cy="5565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933414C1-F473-7E2A-D53C-9EA8FB453CC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96488" y="4846254"/>
                  <a:ext cx="38736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0BF7D7FA-DC8C-0659-DEF1-0269ACDC32F3}"/>
                    </a:ext>
                  </a:extLst>
                </p14:cNvPr>
                <p14:cNvContentPartPr/>
                <p14:nvPr/>
              </p14:nvContentPartPr>
              <p14:xfrm>
                <a:off x="6681688" y="5224254"/>
                <a:ext cx="268200" cy="1483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0BF7D7FA-DC8C-0659-DEF1-0269ACDC32F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75568" y="5218134"/>
                  <a:ext cx="280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7D10DB2-C6BA-3833-29A2-259F7F989A16}"/>
                    </a:ext>
                  </a:extLst>
                </p14:cNvPr>
                <p14:cNvContentPartPr/>
                <p14:nvPr/>
              </p14:nvContentPartPr>
              <p14:xfrm>
                <a:off x="6997048" y="5186454"/>
                <a:ext cx="314280" cy="1767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7D10DB2-C6BA-3833-29A2-259F7F989A1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90928" y="5180334"/>
                  <a:ext cx="326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CF60ED08-1DE0-F40E-5E0B-A028CF675602}"/>
                    </a:ext>
                  </a:extLst>
                </p14:cNvPr>
                <p14:cNvContentPartPr/>
                <p14:nvPr/>
              </p14:nvContentPartPr>
              <p14:xfrm>
                <a:off x="7511848" y="5166654"/>
                <a:ext cx="92160" cy="8244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CF60ED08-1DE0-F40E-5E0B-A028CF6756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505728" y="5160534"/>
                  <a:ext cx="104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337992B-7CAE-1938-C98C-E9628A15615A}"/>
                    </a:ext>
                  </a:extLst>
                </p14:cNvPr>
                <p14:cNvContentPartPr/>
                <p14:nvPr/>
              </p14:nvContentPartPr>
              <p14:xfrm>
                <a:off x="7044208" y="5273934"/>
                <a:ext cx="374040" cy="35208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337992B-7CAE-1938-C98C-E9628A15615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38088" y="5267814"/>
                  <a:ext cx="386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CA169D7A-52C6-AFFB-7249-513059A74B32}"/>
                    </a:ext>
                  </a:extLst>
                </p14:cNvPr>
                <p14:cNvContentPartPr/>
                <p14:nvPr/>
              </p14:nvContentPartPr>
              <p14:xfrm>
                <a:off x="7468648" y="5087454"/>
                <a:ext cx="288000" cy="2980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CA169D7A-52C6-AFFB-7249-513059A74B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462528" y="5081334"/>
                  <a:ext cx="300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87C37925-0287-45F6-3926-CB89529216AD}"/>
                    </a:ext>
                  </a:extLst>
                </p14:cNvPr>
                <p14:cNvContentPartPr/>
                <p14:nvPr/>
              </p14:nvContentPartPr>
              <p14:xfrm>
                <a:off x="7694368" y="5075574"/>
                <a:ext cx="306720" cy="28872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87C37925-0287-45F6-3926-CB89529216A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88248" y="5069454"/>
                  <a:ext cx="318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9D80C07-9762-3CA5-A414-AA3ED75A5F6E}"/>
                    </a:ext>
                  </a:extLst>
                </p14:cNvPr>
                <p14:cNvContentPartPr/>
                <p14:nvPr/>
              </p14:nvContentPartPr>
              <p14:xfrm>
                <a:off x="8127808" y="4858494"/>
                <a:ext cx="362520" cy="58716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9D80C07-9762-3CA5-A414-AA3ED75A5F6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21688" y="4852374"/>
                  <a:ext cx="3747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47E76B65-DE89-DEBC-D6BF-86F880783B34}"/>
                    </a:ext>
                  </a:extLst>
                </p14:cNvPr>
                <p14:cNvContentPartPr/>
                <p14:nvPr/>
              </p14:nvContentPartPr>
              <p14:xfrm>
                <a:off x="8736208" y="5139654"/>
                <a:ext cx="501480" cy="5220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47E76B65-DE89-DEBC-D6BF-86F880783B3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30088" y="5133534"/>
                  <a:ext cx="513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0A40FF4-C219-ED4A-55F7-11DEF9BC4E0F}"/>
                    </a:ext>
                  </a:extLst>
                </p14:cNvPr>
                <p14:cNvContentPartPr/>
                <p14:nvPr/>
              </p14:nvContentPartPr>
              <p14:xfrm>
                <a:off x="8863648" y="4971534"/>
                <a:ext cx="59040" cy="4539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0A40FF4-C219-ED4A-55F7-11DEF9BC4E0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57528" y="4965414"/>
                  <a:ext cx="7128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D77A70EB-7EDE-8098-BBED-31934EDE3945}"/>
              </a:ext>
            </a:extLst>
          </p:cNvPr>
          <p:cNvGrpSpPr/>
          <p:nvPr/>
        </p:nvGrpSpPr>
        <p:grpSpPr>
          <a:xfrm>
            <a:off x="9790288" y="4867854"/>
            <a:ext cx="2070000" cy="765720"/>
            <a:chOff x="9790288" y="4867854"/>
            <a:chExt cx="2070000" cy="76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BB8867D-AE88-600A-6963-38471A7DB141}"/>
                    </a:ext>
                  </a:extLst>
                </p14:cNvPr>
                <p14:cNvContentPartPr/>
                <p14:nvPr/>
              </p14:nvContentPartPr>
              <p14:xfrm>
                <a:off x="9790288" y="4867854"/>
                <a:ext cx="299520" cy="4327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BB8867D-AE88-600A-6963-38471A7DB1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84168" y="4861734"/>
                  <a:ext cx="3117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C74C670-2D63-E1B9-E570-B41AF2C5FD6F}"/>
                    </a:ext>
                  </a:extLst>
                </p14:cNvPr>
                <p14:cNvContentPartPr/>
                <p14:nvPr/>
              </p14:nvContentPartPr>
              <p14:xfrm>
                <a:off x="10145248" y="5194374"/>
                <a:ext cx="290880" cy="1479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C74C670-2D63-E1B9-E570-B41AF2C5FD6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39128" y="5188254"/>
                  <a:ext cx="303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979D786D-3F59-15C5-830E-198FA85F50F5}"/>
                    </a:ext>
                  </a:extLst>
                </p14:cNvPr>
                <p14:cNvContentPartPr/>
                <p14:nvPr/>
              </p14:nvContentPartPr>
              <p14:xfrm>
                <a:off x="10451968" y="5084934"/>
                <a:ext cx="533880" cy="38772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979D786D-3F59-15C5-830E-198FA85F50F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45848" y="5078814"/>
                  <a:ext cx="5461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73AF7C2C-F8E8-3F93-C340-35485813406D}"/>
                    </a:ext>
                  </a:extLst>
                </p14:cNvPr>
                <p14:cNvContentPartPr/>
                <p14:nvPr/>
              </p14:nvContentPartPr>
              <p14:xfrm>
                <a:off x="10951288" y="5018694"/>
                <a:ext cx="407160" cy="3297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73AF7C2C-F8E8-3F93-C340-3548581340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945168" y="5012574"/>
                  <a:ext cx="419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22C86A78-74A9-E22C-225F-480ECA600FA9}"/>
                    </a:ext>
                  </a:extLst>
                </p14:cNvPr>
                <p14:cNvContentPartPr/>
                <p14:nvPr/>
              </p14:nvContentPartPr>
              <p14:xfrm>
                <a:off x="11083768" y="5099334"/>
                <a:ext cx="497880" cy="25524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22C86A78-74A9-E22C-225F-480ECA600FA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077648" y="5093214"/>
                  <a:ext cx="510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986E8442-B2EB-DAC8-808C-1D1F46E103DF}"/>
                    </a:ext>
                  </a:extLst>
                </p14:cNvPr>
                <p14:cNvContentPartPr/>
                <p14:nvPr/>
              </p14:nvContentPartPr>
              <p14:xfrm>
                <a:off x="11428288" y="5023014"/>
                <a:ext cx="432000" cy="6105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986E8442-B2EB-DAC8-808C-1D1F46E103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422168" y="5016894"/>
                  <a:ext cx="444240" cy="62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622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FDDE3-3364-DC2A-6F38-3407547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do logaritmo: propriedade 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4A063B-75A9-99CE-8989-E69D2991134C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EE9D0723-9729-3DD6-8BC9-76C078B7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B980CDC-7616-8470-703E-0AA796BE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504" y="2373266"/>
            <a:ext cx="2791870" cy="90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3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FDDE3-3364-DC2A-6F38-34075477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do logaritmo: propriedade 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4A063B-75A9-99CE-8989-E69D2991134C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E0112DE-6BD7-60DA-50ED-4611B3416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0951" y="2200286"/>
            <a:ext cx="1998584" cy="96560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4BD2349-2518-D35D-DA01-6E38EF6B01BD}"/>
                  </a:ext>
                </a:extLst>
              </p14:cNvPr>
              <p14:cNvContentPartPr/>
              <p14:nvPr/>
            </p14:nvContentPartPr>
            <p14:xfrm>
              <a:off x="4747048" y="2491134"/>
              <a:ext cx="968760" cy="46584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4BD2349-2518-D35D-DA01-6E38EF6B01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0928" y="2485014"/>
                <a:ext cx="98100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5A759D6-9AA1-6576-4DE0-3A3618928EC5}"/>
                  </a:ext>
                </a:extLst>
              </p14:cNvPr>
              <p14:cNvContentPartPr/>
              <p14:nvPr/>
            </p14:nvContentPartPr>
            <p14:xfrm>
              <a:off x="5317648" y="2523174"/>
              <a:ext cx="560880" cy="24408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5A759D6-9AA1-6576-4DE0-3A3618928E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1528" y="2517054"/>
                <a:ext cx="5731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158B3273-35FC-8318-8801-3E80D8D86B22}"/>
                  </a:ext>
                </a:extLst>
              </p14:cNvPr>
              <p14:cNvContentPartPr/>
              <p14:nvPr/>
            </p14:nvContentPartPr>
            <p14:xfrm>
              <a:off x="5738848" y="2314734"/>
              <a:ext cx="919800" cy="38592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158B3273-35FC-8318-8801-3E80D8D86B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2728" y="2308614"/>
                <a:ext cx="932040" cy="39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BE26D33-BBAC-ADE7-5C83-26A877B74445}"/>
              </a:ext>
            </a:extLst>
          </p:cNvPr>
          <p:cNvGrpSpPr/>
          <p:nvPr/>
        </p:nvGrpSpPr>
        <p:grpSpPr>
          <a:xfrm>
            <a:off x="1808728" y="3553494"/>
            <a:ext cx="2797920" cy="1189440"/>
            <a:chOff x="1808728" y="3553494"/>
            <a:chExt cx="279792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741072A-3852-0E59-192A-AC4BE75FB071}"/>
                    </a:ext>
                  </a:extLst>
                </p14:cNvPr>
                <p14:cNvContentPartPr/>
                <p14:nvPr/>
              </p14:nvContentPartPr>
              <p14:xfrm>
                <a:off x="2345128" y="4421094"/>
                <a:ext cx="653400" cy="1591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741072A-3852-0E59-192A-AC4BE75FB0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39008" y="4414974"/>
                  <a:ext cx="665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0388098-5F2F-CCC6-1BAD-91A7E6D26029}"/>
                    </a:ext>
                  </a:extLst>
                </p14:cNvPr>
                <p14:cNvContentPartPr/>
                <p14:nvPr/>
              </p14:nvContentPartPr>
              <p14:xfrm>
                <a:off x="1808728" y="3735654"/>
                <a:ext cx="554760" cy="45756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0388098-5F2F-CCC6-1BAD-91A7E6D260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02608" y="3729534"/>
                  <a:ext cx="5670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E30F7568-9F82-9DDD-6D4E-BDB98622B381}"/>
                    </a:ext>
                  </a:extLst>
                </p14:cNvPr>
                <p14:cNvContentPartPr/>
                <p14:nvPr/>
              </p14:nvContentPartPr>
              <p14:xfrm>
                <a:off x="2264488" y="4030134"/>
                <a:ext cx="245160" cy="1836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E30F7568-9F82-9DDD-6D4E-BDB98622B3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58368" y="4024014"/>
                  <a:ext cx="257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0C5540D5-EB10-3498-A5D6-C6529639BA3A}"/>
                    </a:ext>
                  </a:extLst>
                </p14:cNvPr>
                <p14:cNvContentPartPr/>
                <p14:nvPr/>
              </p14:nvContentPartPr>
              <p14:xfrm>
                <a:off x="2881168" y="3737454"/>
                <a:ext cx="456120" cy="2952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0C5540D5-EB10-3498-A5D6-C6529639BA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75048" y="3731334"/>
                  <a:ext cx="468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D0F4D34-8CBC-AEF9-29F9-CCF94EFD27F0}"/>
                    </a:ext>
                  </a:extLst>
                </p14:cNvPr>
                <p14:cNvContentPartPr/>
                <p14:nvPr/>
              </p14:nvContentPartPr>
              <p14:xfrm>
                <a:off x="3463648" y="3741414"/>
                <a:ext cx="410040" cy="3628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D0F4D34-8CBC-AEF9-29F9-CCF94EFD27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57528" y="3735294"/>
                  <a:ext cx="4222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772406E-54C8-C2FB-1383-F060D156187B}"/>
                    </a:ext>
                  </a:extLst>
                </p14:cNvPr>
                <p14:cNvContentPartPr/>
                <p14:nvPr/>
              </p14:nvContentPartPr>
              <p14:xfrm>
                <a:off x="4349968" y="3920694"/>
                <a:ext cx="256680" cy="2520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772406E-54C8-C2FB-1383-F060D15618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43848" y="3914574"/>
                  <a:ext cx="268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9056C31-C1BE-A4AB-977F-6E02F4A38D6B}"/>
                    </a:ext>
                  </a:extLst>
                </p14:cNvPr>
                <p14:cNvContentPartPr/>
                <p14:nvPr/>
              </p14:nvContentPartPr>
              <p14:xfrm>
                <a:off x="4246288" y="4017174"/>
                <a:ext cx="360000" cy="3780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9056C31-C1BE-A4AB-977F-6E02F4A38D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40168" y="4011054"/>
                  <a:ext cx="372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653AD1D-6979-75DB-1765-53963B23D52C}"/>
                    </a:ext>
                  </a:extLst>
                </p14:cNvPr>
                <p14:cNvContentPartPr/>
                <p14:nvPr/>
              </p14:nvContentPartPr>
              <p14:xfrm>
                <a:off x="3080248" y="3646014"/>
                <a:ext cx="103680" cy="273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653AD1D-6979-75DB-1765-53963B23D52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74128" y="3639894"/>
                  <a:ext cx="115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7BF7CA5-0570-65DD-1CAF-CA92841AEB8B}"/>
                    </a:ext>
                  </a:extLst>
                </p14:cNvPr>
                <p14:cNvContentPartPr/>
                <p14:nvPr/>
              </p14:nvContentPartPr>
              <p14:xfrm>
                <a:off x="2741848" y="3553494"/>
                <a:ext cx="1422000" cy="7239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7BF7CA5-0570-65DD-1CAF-CA92841AEB8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35728" y="3547374"/>
                  <a:ext cx="143424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D2FE84D8-A720-B81D-B185-36D474B660BB}"/>
                    </a:ext>
                  </a:extLst>
                </p14:cNvPr>
                <p14:cNvContentPartPr/>
                <p14:nvPr/>
              </p14:nvContentPartPr>
              <p14:xfrm>
                <a:off x="2309128" y="4356294"/>
                <a:ext cx="1279080" cy="3866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D2FE84D8-A720-B81D-B185-36D474B6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03008" y="4350174"/>
                  <a:ext cx="1291320" cy="39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A62B7975-68A8-E30B-4BF5-78CE06006549}"/>
                  </a:ext>
                </a:extLst>
              </p14:cNvPr>
              <p14:cNvContentPartPr/>
              <p14:nvPr/>
            </p14:nvContentPartPr>
            <p14:xfrm>
              <a:off x="5621848" y="4341894"/>
              <a:ext cx="2785320" cy="1173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A62B7975-68A8-E30B-4BF5-78CE0600654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15728" y="4335774"/>
                <a:ext cx="279756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D77FB0A7-1901-88B0-5292-674AEDFE1AC4}"/>
              </a:ext>
            </a:extLst>
          </p:cNvPr>
          <p:cNvGrpSpPr/>
          <p:nvPr/>
        </p:nvGrpSpPr>
        <p:grpSpPr>
          <a:xfrm>
            <a:off x="5972128" y="4663374"/>
            <a:ext cx="2191320" cy="585000"/>
            <a:chOff x="5972128" y="4663374"/>
            <a:chExt cx="219132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C15E998E-CB30-EE9F-F464-0D8881DC222B}"/>
                    </a:ext>
                  </a:extLst>
                </p14:cNvPr>
                <p14:cNvContentPartPr/>
                <p14:nvPr/>
              </p14:nvContentPartPr>
              <p14:xfrm>
                <a:off x="5972128" y="4663374"/>
                <a:ext cx="46440" cy="36108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C15E998E-CB30-EE9F-F464-0D8881DC222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66008" y="4657254"/>
                  <a:ext cx="586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61A6B9A-45DF-733C-53AC-6383F17DBF62}"/>
                    </a:ext>
                  </a:extLst>
                </p14:cNvPr>
                <p14:cNvContentPartPr/>
                <p14:nvPr/>
              </p14:nvContentPartPr>
              <p14:xfrm>
                <a:off x="6267688" y="4832214"/>
                <a:ext cx="335160" cy="1458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61A6B9A-45DF-733C-53AC-6383F17DBF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61568" y="4826094"/>
                  <a:ext cx="347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68B49352-A46B-31CF-1783-E299264D8198}"/>
                    </a:ext>
                  </a:extLst>
                </p14:cNvPr>
                <p14:cNvContentPartPr/>
                <p14:nvPr/>
              </p14:nvContentPartPr>
              <p14:xfrm>
                <a:off x="6728848" y="4743294"/>
                <a:ext cx="480240" cy="4492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68B49352-A46B-31CF-1783-E299264D81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22728" y="4737174"/>
                  <a:ext cx="4924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909E544C-8A49-EF0B-EB57-7D2A326C2019}"/>
                    </a:ext>
                  </a:extLst>
                </p14:cNvPr>
                <p14:cNvContentPartPr/>
                <p14:nvPr/>
              </p14:nvContentPartPr>
              <p14:xfrm>
                <a:off x="7429408" y="5035614"/>
                <a:ext cx="198000" cy="2127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909E544C-8A49-EF0B-EB57-7D2A326C201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23288" y="5029494"/>
                  <a:ext cx="210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8435CED-653F-CBB6-3450-1AE166881B15}"/>
                    </a:ext>
                  </a:extLst>
                </p14:cNvPr>
                <p14:cNvContentPartPr/>
                <p14:nvPr/>
              </p14:nvContentPartPr>
              <p14:xfrm>
                <a:off x="7737568" y="5060454"/>
                <a:ext cx="309960" cy="1548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8435CED-653F-CBB6-3450-1AE166881B1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31448" y="5054334"/>
                  <a:ext cx="322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9415A30D-90E2-A623-F61D-E18EFFB06A67}"/>
                    </a:ext>
                  </a:extLst>
                </p14:cNvPr>
                <p14:cNvContentPartPr/>
                <p14:nvPr/>
              </p14:nvContentPartPr>
              <p14:xfrm>
                <a:off x="7545328" y="4822494"/>
                <a:ext cx="618120" cy="10188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9415A30D-90E2-A623-F61D-E18EFFB06A6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39208" y="4816374"/>
                  <a:ext cx="630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92FFA370-F560-D1EC-0E62-534E16A1E297}"/>
              </a:ext>
            </a:extLst>
          </p:cNvPr>
          <p:cNvGrpSpPr/>
          <p:nvPr/>
        </p:nvGrpSpPr>
        <p:grpSpPr>
          <a:xfrm>
            <a:off x="5714728" y="3304734"/>
            <a:ext cx="3441240" cy="842040"/>
            <a:chOff x="5714728" y="3304734"/>
            <a:chExt cx="3441240" cy="84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9AC03B6-BC86-5BB7-2D57-7357E6BAC237}"/>
                    </a:ext>
                  </a:extLst>
                </p14:cNvPr>
                <p14:cNvContentPartPr/>
                <p14:nvPr/>
              </p14:nvContentPartPr>
              <p14:xfrm>
                <a:off x="5831008" y="3621174"/>
                <a:ext cx="72000" cy="3294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9AC03B6-BC86-5BB7-2D57-7357E6BAC2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24888" y="3615054"/>
                  <a:ext cx="84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C153FF0-6FFE-2057-A3DA-5F9C09BF1DEC}"/>
                    </a:ext>
                  </a:extLst>
                </p14:cNvPr>
                <p14:cNvContentPartPr/>
                <p14:nvPr/>
              </p14:nvContentPartPr>
              <p14:xfrm>
                <a:off x="6092008" y="3764454"/>
                <a:ext cx="310680" cy="1188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C153FF0-6FFE-2057-A3DA-5F9C09BF1D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085888" y="3758334"/>
                  <a:ext cx="322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23C71FDB-5ED8-C5D8-3DA4-9A091CCA8190}"/>
                    </a:ext>
                  </a:extLst>
                </p14:cNvPr>
                <p14:cNvContentPartPr/>
                <p14:nvPr/>
              </p14:nvContentPartPr>
              <p14:xfrm>
                <a:off x="6239968" y="3774534"/>
                <a:ext cx="429840" cy="37224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23C71FDB-5ED8-C5D8-3DA4-9A091CCA81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33848" y="3768414"/>
                  <a:ext cx="4420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1869F66-D67B-4B90-8B81-2817D0144BB4}"/>
                    </a:ext>
                  </a:extLst>
                </p14:cNvPr>
                <p14:cNvContentPartPr/>
                <p14:nvPr/>
              </p14:nvContentPartPr>
              <p14:xfrm>
                <a:off x="6903808" y="3928254"/>
                <a:ext cx="210960" cy="1987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1869F66-D67B-4B90-8B81-2817D0144B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97688" y="3922134"/>
                  <a:ext cx="223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99481B30-2204-871B-5D88-C9D4F1E96781}"/>
                    </a:ext>
                  </a:extLst>
                </p14:cNvPr>
                <p14:cNvContentPartPr/>
                <p14:nvPr/>
              </p14:nvContentPartPr>
              <p14:xfrm>
                <a:off x="7049248" y="3965334"/>
                <a:ext cx="423720" cy="1803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99481B30-2204-871B-5D88-C9D4F1E967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43128" y="3959214"/>
                  <a:ext cx="435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1491AEFB-4ECE-5773-542D-3B50D9E90D48}"/>
                    </a:ext>
                  </a:extLst>
                </p14:cNvPr>
                <p14:cNvContentPartPr/>
                <p14:nvPr/>
              </p14:nvContentPartPr>
              <p14:xfrm>
                <a:off x="7652248" y="3522894"/>
                <a:ext cx="396360" cy="1713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1491AEFB-4ECE-5773-542D-3B50D9E90D4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46128" y="3516774"/>
                  <a:ext cx="408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059DCD4-872E-CBFA-EE3D-115ED1DDBF28}"/>
                    </a:ext>
                  </a:extLst>
                </p14:cNvPr>
                <p14:cNvContentPartPr/>
                <p14:nvPr/>
              </p14:nvContentPartPr>
              <p14:xfrm>
                <a:off x="7859968" y="3500934"/>
                <a:ext cx="701280" cy="2912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059DCD4-872E-CBFA-EE3D-115ED1DDBF2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53848" y="3494814"/>
                  <a:ext cx="7135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71DAE389-C694-D441-0551-7C907899F0EC}"/>
                    </a:ext>
                  </a:extLst>
                </p14:cNvPr>
                <p14:cNvContentPartPr/>
                <p14:nvPr/>
              </p14:nvContentPartPr>
              <p14:xfrm>
                <a:off x="5714728" y="3304734"/>
                <a:ext cx="3441240" cy="7617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71DAE389-C694-D441-0551-7C907899F0E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08608" y="3298614"/>
                  <a:ext cx="3453480" cy="77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01E02901-6076-759A-7FFC-F245EF7C805A}"/>
              </a:ext>
            </a:extLst>
          </p:cNvPr>
          <p:cNvGrpSpPr/>
          <p:nvPr/>
        </p:nvGrpSpPr>
        <p:grpSpPr>
          <a:xfrm>
            <a:off x="5212168" y="2582574"/>
            <a:ext cx="1529640" cy="460800"/>
            <a:chOff x="5212168" y="2582574"/>
            <a:chExt cx="152964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28E3F65D-3783-F6A8-0265-4709FF918B0E}"/>
                    </a:ext>
                  </a:extLst>
                </p14:cNvPr>
                <p14:cNvContentPartPr/>
                <p14:nvPr/>
              </p14:nvContentPartPr>
              <p14:xfrm>
                <a:off x="5235208" y="2729094"/>
                <a:ext cx="363600" cy="169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28E3F65D-3783-F6A8-0265-4709FF918B0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29088" y="2722974"/>
                  <a:ext cx="375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0AC83A6-C84F-89F0-2E41-7FADBC6CC5C1}"/>
                    </a:ext>
                  </a:extLst>
                </p14:cNvPr>
                <p14:cNvContentPartPr/>
                <p14:nvPr/>
              </p14:nvContentPartPr>
              <p14:xfrm>
                <a:off x="5667568" y="2808294"/>
                <a:ext cx="1074240" cy="2350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0AC83A6-C84F-89F0-2E41-7FADBC6CC5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61448" y="2802174"/>
                  <a:ext cx="1086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4A529948-068C-86B8-2EA8-1E6CC47A5438}"/>
                    </a:ext>
                  </a:extLst>
                </p14:cNvPr>
                <p14:cNvContentPartPr/>
                <p14:nvPr/>
              </p14:nvContentPartPr>
              <p14:xfrm>
                <a:off x="5586568" y="2625054"/>
                <a:ext cx="59040" cy="219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4A529948-068C-86B8-2EA8-1E6CC47A54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80448" y="2618934"/>
                  <a:ext cx="71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FD5A1443-FBCB-9789-07B2-A6CEF3CB008B}"/>
                    </a:ext>
                  </a:extLst>
                </p14:cNvPr>
                <p14:cNvContentPartPr/>
                <p14:nvPr/>
              </p14:nvContentPartPr>
              <p14:xfrm>
                <a:off x="5283808" y="2582574"/>
                <a:ext cx="326160" cy="2509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FD5A1443-FBCB-9789-07B2-A6CEF3CB00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77688" y="2576454"/>
                  <a:ext cx="338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34424C5-BB50-4330-F773-9622E5E63ED1}"/>
                    </a:ext>
                  </a:extLst>
                </p14:cNvPr>
                <p14:cNvContentPartPr/>
                <p14:nvPr/>
              </p14:nvContentPartPr>
              <p14:xfrm>
                <a:off x="5306848" y="2874894"/>
                <a:ext cx="23760" cy="3780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34424C5-BB50-4330-F773-9622E5E63ED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00728" y="2868774"/>
                  <a:ext cx="36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15EBC70-E614-52DE-5A82-D3777D68BB0F}"/>
                    </a:ext>
                  </a:extLst>
                </p14:cNvPr>
                <p14:cNvContentPartPr/>
                <p14:nvPr/>
              </p14:nvContentPartPr>
              <p14:xfrm>
                <a:off x="5212168" y="2708934"/>
                <a:ext cx="561600" cy="1533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15EBC70-E614-52DE-5A82-D3777D68BB0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06048" y="2702814"/>
                  <a:ext cx="573840" cy="16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9743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0206-2E66-0093-2498-E3E80F39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Propriedade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53CAD-0149-E231-63A8-6BA3E655D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Simplifique a expressão: log(200)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22845D4-56E6-72C5-2888-8251119005DD}"/>
              </a:ext>
            </a:extLst>
          </p:cNvPr>
          <p:cNvGrpSpPr/>
          <p:nvPr/>
        </p:nvGrpSpPr>
        <p:grpSpPr>
          <a:xfrm>
            <a:off x="787048" y="2939481"/>
            <a:ext cx="567360" cy="426600"/>
            <a:chOff x="787048" y="2939481"/>
            <a:chExt cx="56736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E6F05C9E-2FB0-C106-468F-24F31B152577}"/>
                    </a:ext>
                  </a:extLst>
                </p14:cNvPr>
                <p14:cNvContentPartPr/>
                <p14:nvPr/>
              </p14:nvContentPartPr>
              <p14:xfrm>
                <a:off x="787048" y="2939481"/>
                <a:ext cx="474480" cy="37548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E6F05C9E-2FB0-C106-468F-24F31B15257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928" y="2933361"/>
                  <a:ext cx="4867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93E5A54E-35A5-C4E0-D271-3056BEE7FBD3}"/>
                    </a:ext>
                  </a:extLst>
                </p14:cNvPr>
                <p14:cNvContentPartPr/>
                <p14:nvPr/>
              </p14:nvContentPartPr>
              <p14:xfrm>
                <a:off x="1050928" y="3258441"/>
                <a:ext cx="303480" cy="1076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93E5A54E-35A5-C4E0-D271-3056BEE7FB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4808" y="3252321"/>
                  <a:ext cx="31572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D7157691-30CB-E570-A91C-9915869383AE}"/>
                  </a:ext>
                </a:extLst>
              </p14:cNvPr>
              <p14:cNvContentPartPr/>
              <p14:nvPr/>
            </p14:nvContentPartPr>
            <p14:xfrm>
              <a:off x="2206528" y="3106521"/>
              <a:ext cx="337320" cy="15840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D7157691-30CB-E570-A91C-9915869383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0408" y="3100401"/>
                <a:ext cx="3495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9BFC7F26-DE1B-1B04-03E7-9B1C5CBE8C76}"/>
                  </a:ext>
                </a:extLst>
              </p14:cNvPr>
              <p14:cNvContentPartPr/>
              <p14:nvPr/>
            </p14:nvContentPartPr>
            <p14:xfrm>
              <a:off x="946528" y="3564081"/>
              <a:ext cx="444600" cy="20232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9BFC7F26-DE1B-1B04-03E7-9B1C5CBE8C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0408" y="3557961"/>
                <a:ext cx="456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C5CA7DFD-9832-4BBA-CC5F-2D5ABE2C6CB8}"/>
                  </a:ext>
                </a:extLst>
              </p14:cNvPr>
              <p14:cNvContentPartPr/>
              <p14:nvPr/>
            </p14:nvContentPartPr>
            <p14:xfrm>
              <a:off x="3212368" y="3011841"/>
              <a:ext cx="218520" cy="30528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C5CA7DFD-9832-4BBA-CC5F-2D5ABE2C6C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06248" y="3005721"/>
                <a:ext cx="2307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AA5A2B3-9E7B-40E1-C28D-80CB6A893AC9}"/>
                  </a:ext>
                </a:extLst>
              </p14:cNvPr>
              <p14:cNvContentPartPr/>
              <p14:nvPr/>
            </p14:nvContentPartPr>
            <p14:xfrm>
              <a:off x="3452128" y="3222081"/>
              <a:ext cx="172800" cy="11664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AA5A2B3-9E7B-40E1-C28D-80CB6A893A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46008" y="3215961"/>
                <a:ext cx="1850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CCAE660A-4BEF-E269-00F4-3A122CDDE5EB}"/>
                  </a:ext>
                </a:extLst>
              </p14:cNvPr>
              <p14:cNvContentPartPr/>
              <p14:nvPr/>
            </p14:nvContentPartPr>
            <p14:xfrm>
              <a:off x="3686848" y="3169881"/>
              <a:ext cx="477000" cy="36180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CCAE660A-4BEF-E269-00F4-3A122CDDE5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80728" y="3163761"/>
                <a:ext cx="48924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5A23A746-BC76-23D8-DF35-615E0449E2D6}"/>
                  </a:ext>
                </a:extLst>
              </p14:cNvPr>
              <p14:cNvContentPartPr/>
              <p14:nvPr/>
            </p14:nvContentPartPr>
            <p14:xfrm>
              <a:off x="4104808" y="3576321"/>
              <a:ext cx="142200" cy="2469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5A23A746-BC76-23D8-DF35-615E0449E2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98688" y="3570201"/>
                <a:ext cx="1544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C9D3AFCF-02B3-158A-BB7F-81C3ED7DC904}"/>
                  </a:ext>
                </a:extLst>
              </p14:cNvPr>
              <p14:cNvContentPartPr/>
              <p14:nvPr/>
            </p14:nvContentPartPr>
            <p14:xfrm>
              <a:off x="4258888" y="3600081"/>
              <a:ext cx="325440" cy="21456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C9D3AFCF-02B3-158A-BB7F-81C3ED7DC9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52768" y="3593961"/>
                <a:ext cx="3376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00FAFE30-5819-6B16-38EA-F9E2C3AB479F}"/>
                  </a:ext>
                </a:extLst>
              </p14:cNvPr>
              <p14:cNvContentPartPr/>
              <p14:nvPr/>
            </p14:nvContentPartPr>
            <p14:xfrm>
              <a:off x="5402608" y="2729601"/>
              <a:ext cx="612720" cy="27612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00FAFE30-5819-6B16-38EA-F9E2C3AB47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96488" y="2723481"/>
                <a:ext cx="6249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1A44609C-EE4E-F165-D290-22427A86FD2E}"/>
                  </a:ext>
                </a:extLst>
              </p14:cNvPr>
              <p14:cNvContentPartPr/>
              <p14:nvPr/>
            </p14:nvContentPartPr>
            <p14:xfrm>
              <a:off x="5988328" y="3338721"/>
              <a:ext cx="263880" cy="32508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1A44609C-EE4E-F165-D290-22427A86FD2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82208" y="3332601"/>
                <a:ext cx="27612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F41DF97E-3657-039E-1449-EB05CED8F36C}"/>
                  </a:ext>
                </a:extLst>
              </p14:cNvPr>
              <p14:cNvContentPartPr/>
              <p14:nvPr/>
            </p14:nvContentPartPr>
            <p14:xfrm>
              <a:off x="6227008" y="3531681"/>
              <a:ext cx="294120" cy="9252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F41DF97E-3657-039E-1449-EB05CED8F36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20888" y="3525561"/>
                <a:ext cx="3063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E8D49FA3-A9D5-105A-D722-02F9D00854C3}"/>
                  </a:ext>
                </a:extLst>
              </p14:cNvPr>
              <p14:cNvContentPartPr/>
              <p14:nvPr/>
            </p14:nvContentPartPr>
            <p14:xfrm>
              <a:off x="6461008" y="3460041"/>
              <a:ext cx="743400" cy="34740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E8D49FA3-A9D5-105A-D722-02F9D00854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54888" y="3453561"/>
                <a:ext cx="75564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21E14E8F-57AB-BF84-94FB-E38988054246}"/>
                  </a:ext>
                </a:extLst>
              </p14:cNvPr>
              <p14:cNvContentPartPr/>
              <p14:nvPr/>
            </p14:nvContentPartPr>
            <p14:xfrm>
              <a:off x="7617328" y="3326481"/>
              <a:ext cx="465840" cy="24804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21E14E8F-57AB-BF84-94FB-E389880542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11208" y="3320361"/>
                <a:ext cx="4780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7C7A2C7A-E725-F4C2-B0C3-D10AFB614C96}"/>
                  </a:ext>
                </a:extLst>
              </p14:cNvPr>
              <p14:cNvContentPartPr/>
              <p14:nvPr/>
            </p14:nvContentPartPr>
            <p14:xfrm>
              <a:off x="8041048" y="3446361"/>
              <a:ext cx="366840" cy="14796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7C7A2C7A-E725-F4C2-B0C3-D10AFB614C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34928" y="3440241"/>
                <a:ext cx="3790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CA2C493D-E03A-369D-3029-F0E9F7BA60CD}"/>
                  </a:ext>
                </a:extLst>
              </p14:cNvPr>
              <p14:cNvContentPartPr/>
              <p14:nvPr/>
            </p14:nvContentPartPr>
            <p14:xfrm>
              <a:off x="8343808" y="3480201"/>
              <a:ext cx="461160" cy="15048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CA2C493D-E03A-369D-3029-F0E9F7BA60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37688" y="3474081"/>
                <a:ext cx="4734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4BA40658-397D-080D-692D-2E1C688B555A}"/>
                  </a:ext>
                </a:extLst>
              </p14:cNvPr>
              <p14:cNvContentPartPr/>
              <p14:nvPr/>
            </p14:nvContentPartPr>
            <p14:xfrm>
              <a:off x="4384168" y="2280681"/>
              <a:ext cx="1483560" cy="50148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4BA40658-397D-080D-692D-2E1C688B555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78048" y="2274561"/>
                <a:ext cx="149580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EEDF1985-081C-0791-E978-7AB61725C505}"/>
                  </a:ext>
                </a:extLst>
              </p14:cNvPr>
              <p14:cNvContentPartPr/>
              <p14:nvPr/>
            </p14:nvContentPartPr>
            <p14:xfrm>
              <a:off x="5715088" y="2932641"/>
              <a:ext cx="3335400" cy="1442160"/>
            </p14:xfrm>
          </p:contentPart>
        </mc:Choice>
        <mc:Fallback xmlns=""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EEDF1985-081C-0791-E978-7AB61725C50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08968" y="2926521"/>
                <a:ext cx="3347640" cy="145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0DCC6249-50A4-0D54-9F76-8D9874286776}"/>
              </a:ext>
            </a:extLst>
          </p:cNvPr>
          <p:cNvGrpSpPr/>
          <p:nvPr/>
        </p:nvGrpSpPr>
        <p:grpSpPr>
          <a:xfrm>
            <a:off x="6928648" y="3991401"/>
            <a:ext cx="639000" cy="291240"/>
            <a:chOff x="6928648" y="3991401"/>
            <a:chExt cx="63900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8785EE9-4C7A-3C1F-DA08-A21A7C15FED7}"/>
                    </a:ext>
                  </a:extLst>
                </p14:cNvPr>
                <p14:cNvContentPartPr/>
                <p14:nvPr/>
              </p14:nvContentPartPr>
              <p14:xfrm>
                <a:off x="6928648" y="3991401"/>
                <a:ext cx="229320" cy="2624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8785EE9-4C7A-3C1F-DA08-A21A7C15FE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22528" y="3985281"/>
                  <a:ext cx="2415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7F40E7A-7891-752F-7281-AF105B31F965}"/>
                    </a:ext>
                  </a:extLst>
                </p14:cNvPr>
                <p14:cNvContentPartPr/>
                <p14:nvPr/>
              </p14:nvContentPartPr>
              <p14:xfrm>
                <a:off x="7161208" y="4030281"/>
                <a:ext cx="406440" cy="2523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7F40E7A-7891-752F-7281-AF105B31F96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55088" y="4024161"/>
                  <a:ext cx="4186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8310CCBA-E2C8-9409-7ADA-C8C3D72A7179}"/>
                    </a:ext>
                  </a:extLst>
                </p14:cNvPr>
                <p14:cNvContentPartPr/>
                <p14:nvPr/>
              </p14:nvContentPartPr>
              <p14:xfrm>
                <a:off x="7300168" y="4161321"/>
                <a:ext cx="59040" cy="57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8310CCBA-E2C8-9409-7ADA-C8C3D72A71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94048" y="4155201"/>
                  <a:ext cx="712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E0967E9C-0326-E87B-76EC-4BB7D4BA54F7}"/>
                  </a:ext>
                </a:extLst>
              </p14:cNvPr>
              <p14:cNvContentPartPr/>
              <p14:nvPr/>
            </p14:nvContentPartPr>
            <p14:xfrm>
              <a:off x="1925008" y="4511961"/>
              <a:ext cx="372960" cy="27180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E0967E9C-0326-E87B-76EC-4BB7D4BA54F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918888" y="4505841"/>
                <a:ext cx="3852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049C7B27-EE37-BBEA-E228-189EA998610D}"/>
                  </a:ext>
                </a:extLst>
              </p14:cNvPr>
              <p14:cNvContentPartPr/>
              <p14:nvPr/>
            </p14:nvContentPartPr>
            <p14:xfrm>
              <a:off x="2290408" y="4621761"/>
              <a:ext cx="357480" cy="166680"/>
            </p14:xfrm>
          </p:contentPart>
        </mc:Choice>
        <mc:Fallback xmlns=""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049C7B27-EE37-BBEA-E228-189EA998610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84288" y="4615641"/>
                <a:ext cx="369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3E5BB2A2-D208-10E9-F1C0-82D2ACCDB0E3}"/>
                  </a:ext>
                </a:extLst>
              </p14:cNvPr>
              <p14:cNvContentPartPr/>
              <p14:nvPr/>
            </p14:nvContentPartPr>
            <p14:xfrm>
              <a:off x="2719888" y="4614921"/>
              <a:ext cx="289800" cy="151560"/>
            </p14:xfrm>
          </p:contentPart>
        </mc:Choice>
        <mc:Fallback xmlns=""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3E5BB2A2-D208-10E9-F1C0-82D2ACCDB0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13768" y="4608801"/>
                <a:ext cx="3020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CE29EB9D-C3F6-9AE7-AB28-02C55ECA8E80}"/>
                  </a:ext>
                </a:extLst>
              </p14:cNvPr>
              <p14:cNvContentPartPr/>
              <p14:nvPr/>
            </p14:nvContentPartPr>
            <p14:xfrm>
              <a:off x="3430528" y="4602321"/>
              <a:ext cx="268200" cy="18360"/>
            </p14:xfrm>
          </p:contentPart>
        </mc:Choice>
        <mc:Fallback xmlns=""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CE29EB9D-C3F6-9AE7-AB28-02C55ECA8E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24408" y="4596201"/>
                <a:ext cx="2804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574AC921-055B-74DA-1C62-9151AED241E5}"/>
                  </a:ext>
                </a:extLst>
              </p14:cNvPr>
              <p14:cNvContentPartPr/>
              <p14:nvPr/>
            </p14:nvContentPartPr>
            <p14:xfrm>
              <a:off x="3195448" y="4711401"/>
              <a:ext cx="268200" cy="2520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574AC921-055B-74DA-1C62-9151AED241E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9328" y="4705281"/>
                <a:ext cx="280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E216D495-44D8-BD93-3499-A4B20578E30D}"/>
                  </a:ext>
                </a:extLst>
              </p14:cNvPr>
              <p14:cNvContentPartPr/>
              <p14:nvPr/>
            </p14:nvContentPartPr>
            <p14:xfrm>
              <a:off x="4189408" y="4501161"/>
              <a:ext cx="396000" cy="352080"/>
            </p14:xfrm>
          </p:contentPart>
        </mc:Choice>
        <mc:Fallback xmlns=""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E216D495-44D8-BD93-3499-A4B20578E3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83288" y="4495041"/>
                <a:ext cx="408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D7565296-D7E4-08BA-50CA-31813E84C746}"/>
                  </a:ext>
                </a:extLst>
              </p14:cNvPr>
              <p14:cNvContentPartPr/>
              <p14:nvPr/>
            </p14:nvContentPartPr>
            <p14:xfrm>
              <a:off x="4735528" y="4703841"/>
              <a:ext cx="198000" cy="146880"/>
            </p14:xfrm>
          </p:contentPart>
        </mc:Choice>
        <mc:Fallback xmlns=""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D7565296-D7E4-08BA-50CA-31813E84C74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729408" y="4697721"/>
                <a:ext cx="2102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EF735C4D-2B70-BCDD-6ED6-263EE28E0079}"/>
                  </a:ext>
                </a:extLst>
              </p14:cNvPr>
              <p14:cNvContentPartPr/>
              <p14:nvPr/>
            </p14:nvContentPartPr>
            <p14:xfrm>
              <a:off x="4514488" y="4796001"/>
              <a:ext cx="315360" cy="84240"/>
            </p14:xfrm>
          </p:contentPart>
        </mc:Choice>
        <mc:Fallback xmlns=""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EF735C4D-2B70-BCDD-6ED6-263EE28E007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08368" y="4789881"/>
                <a:ext cx="327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BA42217F-28B2-E61F-2E58-8276F09BC88D}"/>
                  </a:ext>
                </a:extLst>
              </p14:cNvPr>
              <p14:cNvContentPartPr/>
              <p14:nvPr/>
            </p14:nvContentPartPr>
            <p14:xfrm>
              <a:off x="5056288" y="4621041"/>
              <a:ext cx="215280" cy="250920"/>
            </p14:xfrm>
          </p:contentPart>
        </mc:Choice>
        <mc:Fallback xmlns=""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BA42217F-28B2-E61F-2E58-8276F09BC8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50168" y="4614921"/>
                <a:ext cx="2275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1489049D-6A8B-2DAC-E2E8-6F6DB7ABFAEF}"/>
                  </a:ext>
                </a:extLst>
              </p14:cNvPr>
              <p14:cNvContentPartPr/>
              <p14:nvPr/>
            </p14:nvContentPartPr>
            <p14:xfrm>
              <a:off x="5318368" y="4621761"/>
              <a:ext cx="326160" cy="14076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1489049D-6A8B-2DAC-E2E8-6F6DB7ABFAE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12248" y="4615641"/>
                <a:ext cx="3384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7809B71F-C6BD-6B80-FBED-B142CDBF48A3}"/>
                  </a:ext>
                </a:extLst>
              </p14:cNvPr>
              <p14:cNvContentPartPr/>
              <p14:nvPr/>
            </p14:nvContentPartPr>
            <p14:xfrm>
              <a:off x="5591608" y="4637241"/>
              <a:ext cx="340560" cy="20448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7809B71F-C6BD-6B80-FBED-B142CDBF48A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85488" y="4631121"/>
                <a:ext cx="3528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F338854E-3792-57F6-5683-4ED622A85B33}"/>
                  </a:ext>
                </a:extLst>
              </p14:cNvPr>
              <p14:cNvContentPartPr/>
              <p14:nvPr/>
            </p14:nvContentPartPr>
            <p14:xfrm>
              <a:off x="3596488" y="5117841"/>
              <a:ext cx="335160" cy="41976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F338854E-3792-57F6-5683-4ED622A85B3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90368" y="5111721"/>
                <a:ext cx="347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710527F6-3630-1A34-5B87-2A7DC70DDC32}"/>
                  </a:ext>
                </a:extLst>
              </p14:cNvPr>
              <p14:cNvContentPartPr/>
              <p14:nvPr/>
            </p14:nvContentPartPr>
            <p14:xfrm>
              <a:off x="3755248" y="5350761"/>
              <a:ext cx="374400" cy="14868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710527F6-3630-1A34-5B87-2A7DC70DDC3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49128" y="5344641"/>
                <a:ext cx="3866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84F9B8AA-23FB-0345-212E-AF926D9CC02B}"/>
                  </a:ext>
                </a:extLst>
              </p14:cNvPr>
              <p14:cNvContentPartPr/>
              <p14:nvPr/>
            </p14:nvContentPartPr>
            <p14:xfrm>
              <a:off x="4117048" y="5346081"/>
              <a:ext cx="457560" cy="32184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84F9B8AA-23FB-0345-212E-AF926D9CC02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10928" y="5339961"/>
                <a:ext cx="4698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89CD2DEA-BDCA-90F5-8F1B-C0D9824B9481}"/>
                  </a:ext>
                </a:extLst>
              </p14:cNvPr>
              <p14:cNvContentPartPr/>
              <p14:nvPr/>
            </p14:nvContentPartPr>
            <p14:xfrm>
              <a:off x="5003008" y="5208201"/>
              <a:ext cx="451800" cy="21060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89CD2DEA-BDCA-90F5-8F1B-C0D9824B948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96888" y="5202081"/>
                <a:ext cx="4640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A593BEA3-C2EC-8A65-1F28-82E58B0C59AA}"/>
                  </a:ext>
                </a:extLst>
              </p14:cNvPr>
              <p14:cNvContentPartPr/>
              <p14:nvPr/>
            </p14:nvContentPartPr>
            <p14:xfrm>
              <a:off x="5751088" y="5263641"/>
              <a:ext cx="127440" cy="13968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A593BEA3-C2EC-8A65-1F28-82E58B0C59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44968" y="5257521"/>
                <a:ext cx="1396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E5ACF49D-F775-EDC9-E03A-6953E87378D8}"/>
                  </a:ext>
                </a:extLst>
              </p14:cNvPr>
              <p14:cNvContentPartPr/>
              <p14:nvPr/>
            </p14:nvContentPartPr>
            <p14:xfrm>
              <a:off x="5598088" y="5301081"/>
              <a:ext cx="280080" cy="18360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E5ACF49D-F775-EDC9-E03A-6953E87378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591968" y="5294961"/>
                <a:ext cx="2923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8FCF9477-5270-AD32-66F9-95030056C8B8}"/>
                  </a:ext>
                </a:extLst>
              </p14:cNvPr>
              <p14:cNvContentPartPr/>
              <p14:nvPr/>
            </p14:nvContentPartPr>
            <p14:xfrm>
              <a:off x="6063568" y="5212161"/>
              <a:ext cx="374040" cy="295200"/>
            </p14:xfrm>
          </p:contentPart>
        </mc:Choice>
        <mc:Fallback xmlns=""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8FCF9477-5270-AD32-66F9-95030056C8B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57448" y="5206041"/>
                <a:ext cx="3862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03DF1302-0585-38CA-72FB-042BFFE5B086}"/>
                  </a:ext>
                </a:extLst>
              </p14:cNvPr>
              <p14:cNvContentPartPr/>
              <p14:nvPr/>
            </p14:nvContentPartPr>
            <p14:xfrm>
              <a:off x="6391168" y="5298921"/>
              <a:ext cx="256320" cy="157680"/>
            </p14:xfrm>
          </p:contentPart>
        </mc:Choice>
        <mc:Fallback xmlns=""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03DF1302-0585-38CA-72FB-042BFFE5B08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85048" y="5292801"/>
                <a:ext cx="2685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DBE8A6A6-22DA-26C5-7E91-B7A8939E5B8E}"/>
                  </a:ext>
                </a:extLst>
              </p14:cNvPr>
              <p14:cNvContentPartPr/>
              <p14:nvPr/>
            </p14:nvContentPartPr>
            <p14:xfrm>
              <a:off x="6744688" y="5337081"/>
              <a:ext cx="413280" cy="234720"/>
            </p14:xfrm>
          </p:contentPart>
        </mc:Choice>
        <mc:Fallback xmlns=""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DBE8A6A6-22DA-26C5-7E91-B7A8939E5B8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38568" y="5330961"/>
                <a:ext cx="425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38BE907C-5C18-A1D0-67BF-7DCBB2230786}"/>
                  </a:ext>
                </a:extLst>
              </p14:cNvPr>
              <p14:cNvContentPartPr/>
              <p14:nvPr/>
            </p14:nvContentPartPr>
            <p14:xfrm>
              <a:off x="4724368" y="5006601"/>
              <a:ext cx="289080" cy="364320"/>
            </p14:xfrm>
          </p:contentPart>
        </mc:Choice>
        <mc:Fallback xmlns=""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38BE907C-5C18-A1D0-67BF-7DCBB223078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18248" y="5000481"/>
                <a:ext cx="30132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3E684596-129F-C934-3667-DA28419D6D8B}"/>
                  </a:ext>
                </a:extLst>
              </p14:cNvPr>
              <p14:cNvContentPartPr/>
              <p14:nvPr/>
            </p14:nvContentPartPr>
            <p14:xfrm>
              <a:off x="7347328" y="4944321"/>
              <a:ext cx="255960" cy="578160"/>
            </p14:xfrm>
          </p:contentPart>
        </mc:Choice>
        <mc:Fallback xmlns=""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3E684596-129F-C934-3667-DA28419D6D8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41208" y="4938201"/>
                <a:ext cx="268200" cy="59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Agrupar 87">
            <a:extLst>
              <a:ext uri="{FF2B5EF4-FFF2-40B4-BE49-F238E27FC236}">
                <a16:creationId xmlns:a16="http://schemas.microsoft.com/office/drawing/2014/main" id="{9B2AD21F-97B5-8BD6-F94B-12995FDF181E}"/>
              </a:ext>
            </a:extLst>
          </p:cNvPr>
          <p:cNvGrpSpPr/>
          <p:nvPr/>
        </p:nvGrpSpPr>
        <p:grpSpPr>
          <a:xfrm>
            <a:off x="7942048" y="5263641"/>
            <a:ext cx="513000" cy="204120"/>
            <a:chOff x="7942048" y="5263641"/>
            <a:chExt cx="51300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A6F0DD6F-6054-F756-C709-75D176AD5528}"/>
                    </a:ext>
                  </a:extLst>
                </p14:cNvPr>
                <p14:cNvContentPartPr/>
                <p14:nvPr/>
              </p14:nvContentPartPr>
              <p14:xfrm>
                <a:off x="7942048" y="5263641"/>
                <a:ext cx="221400" cy="67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A6F0DD6F-6054-F756-C709-75D176AD55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35928" y="5257521"/>
                  <a:ext cx="233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F2605D42-5C80-091D-A866-ACB56DAAD227}"/>
                    </a:ext>
                  </a:extLst>
                </p14:cNvPr>
                <p14:cNvContentPartPr/>
                <p14:nvPr/>
              </p14:nvContentPartPr>
              <p14:xfrm>
                <a:off x="8095048" y="5442561"/>
                <a:ext cx="360000" cy="2520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F2605D42-5C80-091D-A866-ACB56DAAD2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88928" y="5436441"/>
                  <a:ext cx="3722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CED4B9C0-205B-E7E8-FF91-1F473DB58E58}"/>
                  </a:ext>
                </a:extLst>
              </p14:cNvPr>
              <p14:cNvContentPartPr/>
              <p14:nvPr/>
            </p14:nvContentPartPr>
            <p14:xfrm>
              <a:off x="8630728" y="4569201"/>
              <a:ext cx="2077560" cy="125532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CED4B9C0-205B-E7E8-FF91-1F473DB58E5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24608" y="4563081"/>
                <a:ext cx="2089800" cy="12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84FB944D-6574-BDE3-65B6-50E8E579BA3A}"/>
                  </a:ext>
                </a:extLst>
              </p14:cNvPr>
              <p14:cNvContentPartPr/>
              <p14:nvPr/>
            </p14:nvContentPartPr>
            <p14:xfrm>
              <a:off x="8749528" y="4840641"/>
              <a:ext cx="429840" cy="55116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84FB944D-6574-BDE3-65B6-50E8E579BA3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743408" y="4834521"/>
                <a:ext cx="44208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801FC16F-3073-C1F9-FD20-B66A6C3E349D}"/>
                  </a:ext>
                </a:extLst>
              </p14:cNvPr>
              <p14:cNvContentPartPr/>
              <p14:nvPr/>
            </p14:nvContentPartPr>
            <p14:xfrm>
              <a:off x="9073168" y="5220441"/>
              <a:ext cx="243720" cy="192240"/>
            </p14:xfrm>
          </p:contentPart>
        </mc:Choice>
        <mc:Fallback xmlns=""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801FC16F-3073-C1F9-FD20-B66A6C3E349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067048" y="5214321"/>
                <a:ext cx="2559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4DA33CF9-4E6E-65CC-5613-13FCCD8F8AC0}"/>
                  </a:ext>
                </a:extLst>
              </p14:cNvPr>
              <p14:cNvContentPartPr/>
              <p14:nvPr/>
            </p14:nvContentPartPr>
            <p14:xfrm>
              <a:off x="9172888" y="5221881"/>
              <a:ext cx="505800" cy="43236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4DA33CF9-4E6E-65CC-5613-13FCCD8F8AC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166768" y="5215761"/>
                <a:ext cx="51804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43EE87C7-DF6C-D300-0F2D-63EC58647603}"/>
                  </a:ext>
                </a:extLst>
              </p14:cNvPr>
              <p14:cNvContentPartPr/>
              <p14:nvPr/>
            </p14:nvContentPartPr>
            <p14:xfrm>
              <a:off x="9936088" y="5036121"/>
              <a:ext cx="432360" cy="29880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43EE87C7-DF6C-D300-0F2D-63EC5864760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929968" y="5030001"/>
                <a:ext cx="4446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4CDEFA71-A5CF-CF76-388E-764CB76F3E8E}"/>
                  </a:ext>
                </a:extLst>
              </p14:cNvPr>
              <p14:cNvContentPartPr/>
              <p14:nvPr/>
            </p14:nvContentPartPr>
            <p14:xfrm>
              <a:off x="10694968" y="5221881"/>
              <a:ext cx="383400" cy="1764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4CDEFA71-A5CF-CF76-388E-764CB76F3E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88848" y="5215761"/>
                <a:ext cx="3956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5ACE4D1B-4521-06C0-FF55-707905DA2358}"/>
                  </a:ext>
                </a:extLst>
              </p14:cNvPr>
              <p14:cNvContentPartPr/>
              <p14:nvPr/>
            </p14:nvContentPartPr>
            <p14:xfrm>
              <a:off x="10589128" y="5102721"/>
              <a:ext cx="233280" cy="272880"/>
            </p14:xfrm>
          </p:contentPart>
        </mc:Choice>
        <mc:Fallback xmlns=""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5ACE4D1B-4521-06C0-FF55-707905DA235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583008" y="5096601"/>
                <a:ext cx="2455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9EAE93F4-3879-D1A0-BFB4-9E62A011DC5C}"/>
                  </a:ext>
                </a:extLst>
              </p14:cNvPr>
              <p14:cNvContentPartPr/>
              <p14:nvPr/>
            </p14:nvContentPartPr>
            <p14:xfrm>
              <a:off x="11148568" y="4979241"/>
              <a:ext cx="244800" cy="374400"/>
            </p14:xfrm>
          </p:contentPart>
        </mc:Choice>
        <mc:Fallback xmlns=""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9EAE93F4-3879-D1A0-BFB4-9E62A011DC5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2448" y="4973121"/>
                <a:ext cx="25704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A6C0C82C-3191-470A-35F6-4528F7C78CE3}"/>
                  </a:ext>
                </a:extLst>
              </p14:cNvPr>
              <p14:cNvContentPartPr/>
              <p14:nvPr/>
            </p14:nvContentPartPr>
            <p14:xfrm>
              <a:off x="11148568" y="5217561"/>
              <a:ext cx="267480" cy="171000"/>
            </p14:xfrm>
          </p:contentPart>
        </mc:Choice>
        <mc:Fallback xmlns=""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A6C0C82C-3191-470A-35F6-4528F7C78CE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142448" y="5211441"/>
                <a:ext cx="279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5D6AE0D8-3B73-EF4B-E3EF-DAC82FABBBEE}"/>
                  </a:ext>
                </a:extLst>
              </p14:cNvPr>
              <p14:cNvContentPartPr/>
              <p14:nvPr/>
            </p14:nvContentPartPr>
            <p14:xfrm>
              <a:off x="11207248" y="5162841"/>
              <a:ext cx="595080" cy="392040"/>
            </p14:xfrm>
          </p:contentPart>
        </mc:Choice>
        <mc:Fallback xmlns=""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5D6AE0D8-3B73-EF4B-E3EF-DAC82FABBBE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201128" y="5156721"/>
                <a:ext cx="60732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D3F60A15-62F0-729D-4777-AFF97AF324FA}"/>
                  </a:ext>
                </a:extLst>
              </p14:cNvPr>
              <p14:cNvContentPartPr/>
              <p14:nvPr/>
            </p14:nvContentPartPr>
            <p14:xfrm>
              <a:off x="11653648" y="5113521"/>
              <a:ext cx="195480" cy="306720"/>
            </p14:xfrm>
          </p:contentPart>
        </mc:Choice>
        <mc:Fallback xmlns=""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D3F60A15-62F0-729D-4777-AFF97AF324F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647528" y="5107401"/>
                <a:ext cx="2077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96DFB250-ADE7-B627-2C05-F4127418E55A}"/>
                  </a:ext>
                </a:extLst>
              </p14:cNvPr>
              <p14:cNvContentPartPr/>
              <p14:nvPr/>
            </p14:nvContentPartPr>
            <p14:xfrm>
              <a:off x="11861728" y="5197041"/>
              <a:ext cx="267480" cy="201240"/>
            </p14:xfrm>
          </p:contentPart>
        </mc:Choice>
        <mc:Fallback xmlns=""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96DFB250-ADE7-B627-2C05-F4127418E55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855608" y="5190921"/>
                <a:ext cx="2797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538B89DB-C441-A245-253A-6D48AB1EC2FE}"/>
                  </a:ext>
                </a:extLst>
              </p14:cNvPr>
              <p14:cNvContentPartPr/>
              <p14:nvPr/>
            </p14:nvContentPartPr>
            <p14:xfrm>
              <a:off x="12071248" y="5141601"/>
              <a:ext cx="303840" cy="255600"/>
            </p14:xfrm>
          </p:contentPart>
        </mc:Choice>
        <mc:Fallback xmlns=""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538B89DB-C441-A245-253A-6D48AB1EC2F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065128" y="5135481"/>
                <a:ext cx="3160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36852B78-E367-A8DA-8DAA-AA8E2A2013AB}"/>
                  </a:ext>
                </a:extLst>
              </p14:cNvPr>
              <p14:cNvContentPartPr/>
              <p14:nvPr/>
            </p14:nvContentPartPr>
            <p14:xfrm>
              <a:off x="11558248" y="5690601"/>
              <a:ext cx="172080" cy="21456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36852B78-E367-A8DA-8DAA-AA8E2A2013A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552128" y="5684481"/>
                <a:ext cx="1843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975A69D9-8700-5816-264C-41AE2C3B1C26}"/>
                  </a:ext>
                </a:extLst>
              </p14:cNvPr>
              <p14:cNvContentPartPr/>
              <p14:nvPr/>
            </p14:nvContentPartPr>
            <p14:xfrm>
              <a:off x="11660488" y="5650641"/>
              <a:ext cx="398160" cy="23652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975A69D9-8700-5816-264C-41AE2C3B1C2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654368" y="5644521"/>
                <a:ext cx="410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568808D8-F9E2-D8C2-DA9B-9B195C6E2FC1}"/>
                  </a:ext>
                </a:extLst>
              </p14:cNvPr>
              <p14:cNvContentPartPr/>
              <p14:nvPr/>
            </p14:nvContentPartPr>
            <p14:xfrm>
              <a:off x="11089168" y="4745961"/>
              <a:ext cx="1890360" cy="119556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568808D8-F9E2-D8C2-DA9B-9B195C6E2FC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083048" y="4739841"/>
                <a:ext cx="1902600" cy="12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B165E984-C1CA-CCF2-4D63-87A5B165E046}"/>
              </a:ext>
            </a:extLst>
          </p:cNvPr>
          <p:cNvGrpSpPr/>
          <p:nvPr/>
        </p:nvGrpSpPr>
        <p:grpSpPr>
          <a:xfrm>
            <a:off x="4234408" y="6691041"/>
            <a:ext cx="490680" cy="281013"/>
            <a:chOff x="4234408" y="6691041"/>
            <a:chExt cx="490680" cy="28101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C1F3E2DD-245D-9981-A145-28786B7966FF}"/>
                    </a:ext>
                  </a:extLst>
                </p14:cNvPr>
                <p14:cNvContentPartPr/>
                <p14:nvPr/>
              </p14:nvContentPartPr>
              <p14:xfrm>
                <a:off x="4234408" y="6691041"/>
                <a:ext cx="149040" cy="24588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C1F3E2DD-245D-9981-A145-28786B7966F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28288" y="6684921"/>
                  <a:ext cx="161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7B3B3B6F-EFB5-071F-8195-AB9916AF43F5}"/>
                    </a:ext>
                  </a:extLst>
                </p14:cNvPr>
                <p14:cNvContentPartPr/>
                <p14:nvPr/>
              </p14:nvContentPartPr>
              <p14:xfrm>
                <a:off x="4432768" y="6766134"/>
                <a:ext cx="292320" cy="20592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7B3B3B6F-EFB5-071F-8195-AB9916AF43F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26648" y="6760014"/>
                  <a:ext cx="3045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BBA097E3-C353-D3EE-D570-A92FF46AA09A}"/>
              </a:ext>
            </a:extLst>
          </p:cNvPr>
          <p:cNvGrpSpPr/>
          <p:nvPr/>
        </p:nvGrpSpPr>
        <p:grpSpPr>
          <a:xfrm>
            <a:off x="1907008" y="5746041"/>
            <a:ext cx="3996000" cy="851040"/>
            <a:chOff x="1907008" y="5746041"/>
            <a:chExt cx="3996000" cy="85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4EF1E1C-B093-0BCF-7FB6-41E4AECBC474}"/>
                    </a:ext>
                  </a:extLst>
                </p14:cNvPr>
                <p14:cNvContentPartPr/>
                <p14:nvPr/>
              </p14:nvContentPartPr>
              <p14:xfrm>
                <a:off x="4391728" y="5746041"/>
                <a:ext cx="193680" cy="24804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4EF1E1C-B093-0BCF-7FB6-41E4AECBC4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85608" y="5739921"/>
                  <a:ext cx="205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ABCFCA20-410A-BC99-3E9A-E67A9449E2B5}"/>
                    </a:ext>
                  </a:extLst>
                </p14:cNvPr>
                <p14:cNvContentPartPr/>
                <p14:nvPr/>
              </p14:nvContentPartPr>
              <p14:xfrm>
                <a:off x="4491088" y="5825241"/>
                <a:ext cx="288000" cy="13608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ABCFCA20-410A-BC99-3E9A-E67A9449E2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84968" y="5819121"/>
                  <a:ext cx="300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2ED38B9-3344-A1AC-223B-C192BBE00795}"/>
                    </a:ext>
                  </a:extLst>
                </p14:cNvPr>
                <p14:cNvContentPartPr/>
                <p14:nvPr/>
              </p14:nvContentPartPr>
              <p14:xfrm>
                <a:off x="1907008" y="5787441"/>
                <a:ext cx="276120" cy="45972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2ED38B9-3344-A1AC-223B-C192BBE0079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00888" y="5781321"/>
                  <a:ext cx="2883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641B050A-1370-3D74-A304-08D749F5E174}"/>
                    </a:ext>
                  </a:extLst>
                </p14:cNvPr>
                <p14:cNvContentPartPr/>
                <p14:nvPr/>
              </p14:nvContentPartPr>
              <p14:xfrm>
                <a:off x="2146768" y="6108921"/>
                <a:ext cx="222840" cy="15588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641B050A-1370-3D74-A304-08D749F5E1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40648" y="6102801"/>
                  <a:ext cx="235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7DF66E02-215C-315F-7A38-2E223D287A6C}"/>
                    </a:ext>
                  </a:extLst>
                </p14:cNvPr>
                <p14:cNvContentPartPr/>
                <p14:nvPr/>
              </p14:nvContentPartPr>
              <p14:xfrm>
                <a:off x="2229208" y="6112161"/>
                <a:ext cx="325440" cy="2937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7DF66E02-215C-315F-7A38-2E223D287A6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23088" y="6106041"/>
                  <a:ext cx="3376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E00E810-DCA5-24D0-A10C-F4B11094AA07}"/>
                    </a:ext>
                  </a:extLst>
                </p14:cNvPr>
                <p14:cNvContentPartPr/>
                <p14:nvPr/>
              </p14:nvContentPartPr>
              <p14:xfrm>
                <a:off x="2474368" y="6021081"/>
                <a:ext cx="419400" cy="24768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E00E810-DCA5-24D0-A10C-F4B11094AA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68248" y="6014961"/>
                  <a:ext cx="4316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9D1334C-C2BC-FE5E-F2C1-76ED0DBEADCA}"/>
                    </a:ext>
                  </a:extLst>
                </p14:cNvPr>
                <p14:cNvContentPartPr/>
                <p14:nvPr/>
              </p14:nvContentPartPr>
              <p14:xfrm>
                <a:off x="2403448" y="6409881"/>
                <a:ext cx="153720" cy="18720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9D1334C-C2BC-FE5E-F2C1-76ED0DBEAD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97328" y="6403761"/>
                  <a:ext cx="165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9AF3E313-912D-2B01-217A-261CB9EAB3A5}"/>
                    </a:ext>
                  </a:extLst>
                </p14:cNvPr>
                <p14:cNvContentPartPr/>
                <p14:nvPr/>
              </p14:nvContentPartPr>
              <p14:xfrm>
                <a:off x="2474368" y="6450921"/>
                <a:ext cx="268200" cy="13212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9AF3E313-912D-2B01-217A-261CB9EAB3A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8248" y="6444801"/>
                  <a:ext cx="280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35D0366C-E846-F4F6-52D4-DCE5B842CC49}"/>
                    </a:ext>
                  </a:extLst>
                </p14:cNvPr>
                <p14:cNvContentPartPr/>
                <p14:nvPr/>
              </p14:nvContentPartPr>
              <p14:xfrm>
                <a:off x="3183928" y="6245001"/>
                <a:ext cx="409320" cy="3780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35D0366C-E846-F4F6-52D4-DCE5B842CC4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77808" y="6238881"/>
                  <a:ext cx="42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C272B541-D654-B0D2-64A7-2F824C44B8D3}"/>
                    </a:ext>
                  </a:extLst>
                </p14:cNvPr>
                <p14:cNvContentPartPr/>
                <p14:nvPr/>
              </p14:nvContentPartPr>
              <p14:xfrm>
                <a:off x="3383728" y="6183441"/>
                <a:ext cx="80280" cy="27504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C272B541-D654-B0D2-64A7-2F824C44B8D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77608" y="6177321"/>
                  <a:ext cx="925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E6C09FDB-B214-7015-7CB6-25354A4F0A15}"/>
                    </a:ext>
                  </a:extLst>
                </p14:cNvPr>
                <p14:cNvContentPartPr/>
                <p14:nvPr/>
              </p14:nvContentPartPr>
              <p14:xfrm>
                <a:off x="3709888" y="6095241"/>
                <a:ext cx="174960" cy="3546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E6C09FDB-B214-7015-7CB6-25354A4F0A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03768" y="6089121"/>
                  <a:ext cx="1872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CA312758-F672-C2D8-72CA-45E272FC2952}"/>
                    </a:ext>
                  </a:extLst>
                </p14:cNvPr>
                <p14:cNvContentPartPr/>
                <p14:nvPr/>
              </p14:nvContentPartPr>
              <p14:xfrm>
                <a:off x="3988888" y="6287481"/>
                <a:ext cx="246240" cy="17676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CA312758-F672-C2D8-72CA-45E272FC295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82768" y="6281361"/>
                  <a:ext cx="258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46C6C5A4-B29F-1CBD-6342-D23596DF356E}"/>
                    </a:ext>
                  </a:extLst>
                </p14:cNvPr>
                <p14:cNvContentPartPr/>
                <p14:nvPr/>
              </p14:nvContentPartPr>
              <p14:xfrm>
                <a:off x="4377328" y="6191001"/>
                <a:ext cx="221040" cy="34128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46C6C5A4-B29F-1CBD-6342-D23596DF356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71208" y="6184881"/>
                  <a:ext cx="2332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A1B91C80-F33B-5554-A8B8-AC190FA1E338}"/>
                    </a:ext>
                  </a:extLst>
                </p14:cNvPr>
                <p14:cNvContentPartPr/>
                <p14:nvPr/>
              </p14:nvContentPartPr>
              <p14:xfrm>
                <a:off x="4798168" y="6194961"/>
                <a:ext cx="225360" cy="27756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A1B91C80-F33B-5554-A8B8-AC190FA1E3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92048" y="6188841"/>
                  <a:ext cx="237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5E91FB4C-70DB-5535-0F57-9C94424D8B8C}"/>
                    </a:ext>
                  </a:extLst>
                </p14:cNvPr>
                <p14:cNvContentPartPr/>
                <p14:nvPr/>
              </p14:nvContentPartPr>
              <p14:xfrm>
                <a:off x="4979968" y="6245001"/>
                <a:ext cx="252000" cy="18972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5E91FB4C-70DB-5535-0F57-9C94424D8B8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73848" y="6238881"/>
                  <a:ext cx="264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F84E79CF-75FB-486E-012C-65478A852EAE}"/>
                    </a:ext>
                  </a:extLst>
                </p14:cNvPr>
                <p14:cNvContentPartPr/>
                <p14:nvPr/>
              </p14:nvContentPartPr>
              <p14:xfrm>
                <a:off x="5305408" y="5967801"/>
                <a:ext cx="387360" cy="2196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F84E79CF-75FB-486E-012C-65478A852E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99288" y="5961681"/>
                  <a:ext cx="399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03EFF352-A764-84D4-6AC2-F8F2C5F52160}"/>
                    </a:ext>
                  </a:extLst>
                </p14:cNvPr>
                <p14:cNvContentPartPr/>
                <p14:nvPr/>
              </p14:nvContentPartPr>
              <p14:xfrm>
                <a:off x="5121088" y="5746614"/>
                <a:ext cx="781920" cy="56340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03EFF352-A764-84D4-6AC2-F8F2C5F5216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14968" y="5740494"/>
                  <a:ext cx="794160" cy="57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AE8EDAE-ACD2-C957-8B0B-E97A8BF3C66B}"/>
              </a:ext>
            </a:extLst>
          </p:cNvPr>
          <p:cNvGrpSpPr/>
          <p:nvPr/>
        </p:nvGrpSpPr>
        <p:grpSpPr>
          <a:xfrm>
            <a:off x="5831008" y="5697441"/>
            <a:ext cx="5235840" cy="1211613"/>
            <a:chOff x="5831008" y="5697441"/>
            <a:chExt cx="5235840" cy="121161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00ED0F93-5975-E385-662E-C69DA43EC9AE}"/>
                    </a:ext>
                  </a:extLst>
                </p14:cNvPr>
                <p14:cNvContentPartPr/>
                <p14:nvPr/>
              </p14:nvContentPartPr>
              <p14:xfrm>
                <a:off x="5831008" y="6266814"/>
                <a:ext cx="304200" cy="6984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00ED0F93-5975-E385-662E-C69DA43EC9A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24888" y="6260694"/>
                  <a:ext cx="316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8C67180D-F5B4-25BB-61D8-E3986883DFBE}"/>
                    </a:ext>
                  </a:extLst>
                </p14:cNvPr>
                <p14:cNvContentPartPr/>
                <p14:nvPr/>
              </p14:nvContentPartPr>
              <p14:xfrm>
                <a:off x="5842888" y="6413694"/>
                <a:ext cx="327240" cy="2736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8C67180D-F5B4-25BB-61D8-E3986883DF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36768" y="6407574"/>
                  <a:ext cx="339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4F91E091-2A04-1765-3545-D051A343E262}"/>
                    </a:ext>
                  </a:extLst>
                </p14:cNvPr>
                <p14:cNvContentPartPr/>
                <p14:nvPr/>
              </p14:nvContentPartPr>
              <p14:xfrm>
                <a:off x="9601288" y="5697801"/>
                <a:ext cx="100080" cy="18072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4F91E091-2A04-1765-3545-D051A343E2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95168" y="5691681"/>
                  <a:ext cx="112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EC56929D-F0EC-ED7E-3F72-994F62A0C313}"/>
                    </a:ext>
                  </a:extLst>
                </p14:cNvPr>
                <p14:cNvContentPartPr/>
                <p14:nvPr/>
              </p14:nvContentPartPr>
              <p14:xfrm>
                <a:off x="9724408" y="5697441"/>
                <a:ext cx="240480" cy="1436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EC56929D-F0EC-ED7E-3F72-994F62A0C31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18288" y="5691321"/>
                  <a:ext cx="25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227D9CE8-1133-170D-8EF4-220F1B641FB5}"/>
                    </a:ext>
                  </a:extLst>
                </p14:cNvPr>
                <p14:cNvContentPartPr/>
                <p14:nvPr/>
              </p14:nvContentPartPr>
              <p14:xfrm>
                <a:off x="6625528" y="6022374"/>
                <a:ext cx="198000" cy="37908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227D9CE8-1133-170D-8EF4-220F1B641FB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19408" y="6016254"/>
                  <a:ext cx="210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2B844F70-4F46-C7FD-9F42-BD7D8EEECF6B}"/>
                    </a:ext>
                  </a:extLst>
                </p14:cNvPr>
                <p14:cNvContentPartPr/>
                <p14:nvPr/>
              </p14:nvContentPartPr>
              <p14:xfrm>
                <a:off x="6835408" y="6210654"/>
                <a:ext cx="287280" cy="13392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2B844F70-4F46-C7FD-9F42-BD7D8EEECF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29288" y="6204534"/>
                  <a:ext cx="299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0A3C84D6-FC08-5452-63D0-BCD92B9A4500}"/>
                    </a:ext>
                  </a:extLst>
                </p14:cNvPr>
                <p14:cNvContentPartPr/>
                <p14:nvPr/>
              </p14:nvContentPartPr>
              <p14:xfrm>
                <a:off x="7120168" y="6209934"/>
                <a:ext cx="285480" cy="11484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0A3C84D6-FC08-5452-63D0-BCD92B9A450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14048" y="6203814"/>
                  <a:ext cx="297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7B3661AF-1238-25AC-5223-F877A20AF34B}"/>
                    </a:ext>
                  </a:extLst>
                </p14:cNvPr>
                <p14:cNvContentPartPr/>
                <p14:nvPr/>
              </p14:nvContentPartPr>
              <p14:xfrm>
                <a:off x="7488448" y="6014814"/>
                <a:ext cx="303480" cy="25992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7B3661AF-1238-25AC-5223-F877A20AF34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82328" y="6008694"/>
                  <a:ext cx="3157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852A9F7A-E71D-3658-5CC9-25D7DB1E7BA1}"/>
                    </a:ext>
                  </a:extLst>
                </p14:cNvPr>
                <p14:cNvContentPartPr/>
                <p14:nvPr/>
              </p14:nvContentPartPr>
              <p14:xfrm>
                <a:off x="6985168" y="6242334"/>
                <a:ext cx="397800" cy="27144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852A9F7A-E71D-3658-5CC9-25D7DB1E7BA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79048" y="6236214"/>
                  <a:ext cx="41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F9EAD831-5970-7248-1AF3-FC060771F621}"/>
                    </a:ext>
                  </a:extLst>
                </p14:cNvPr>
                <p14:cNvContentPartPr/>
                <p14:nvPr/>
              </p14:nvContentPartPr>
              <p14:xfrm>
                <a:off x="7289008" y="6550494"/>
                <a:ext cx="164160" cy="20916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F9EAD831-5970-7248-1AF3-FC060771F62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82888" y="6544374"/>
                  <a:ext cx="176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3826AEF5-248A-E174-B4F9-7F352D5CC21D}"/>
                    </a:ext>
                  </a:extLst>
                </p14:cNvPr>
                <p14:cNvContentPartPr/>
                <p14:nvPr/>
              </p14:nvContentPartPr>
              <p14:xfrm>
                <a:off x="7352008" y="6614214"/>
                <a:ext cx="370080" cy="16524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3826AEF5-248A-E174-B4F9-7F352D5CC21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45888" y="6608094"/>
                  <a:ext cx="382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0A845E13-4AD4-2706-FA40-522DB3DB9270}"/>
                    </a:ext>
                  </a:extLst>
                </p14:cNvPr>
                <p14:cNvContentPartPr/>
                <p14:nvPr/>
              </p14:nvContentPartPr>
              <p14:xfrm>
                <a:off x="8095048" y="6242334"/>
                <a:ext cx="465840" cy="3780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0A845E13-4AD4-2706-FA40-522DB3DB927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88928" y="6236214"/>
                  <a:ext cx="478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F81D04CE-C650-DD7F-54A4-39005B6D4C3C}"/>
                    </a:ext>
                  </a:extLst>
                </p14:cNvPr>
                <p14:cNvContentPartPr/>
                <p14:nvPr/>
              </p14:nvContentPartPr>
              <p14:xfrm>
                <a:off x="8198368" y="6158454"/>
                <a:ext cx="164880" cy="25776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F81D04CE-C650-DD7F-54A4-39005B6D4C3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92248" y="6152334"/>
                  <a:ext cx="177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B0E1CB6-F76D-308E-6EDB-F54F7DDFFB52}"/>
                    </a:ext>
                  </a:extLst>
                </p14:cNvPr>
                <p14:cNvContentPartPr/>
                <p14:nvPr/>
              </p14:nvContentPartPr>
              <p14:xfrm>
                <a:off x="8519128" y="6076014"/>
                <a:ext cx="450720" cy="28332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B0E1CB6-F76D-308E-6EDB-F54F7DDFFB5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13008" y="6069894"/>
                  <a:ext cx="462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D4F4F0E5-F209-D23F-A0C4-7AFBDAFB3EAD}"/>
                    </a:ext>
                  </a:extLst>
                </p14:cNvPr>
                <p14:cNvContentPartPr/>
                <p14:nvPr/>
              </p14:nvContentPartPr>
              <p14:xfrm>
                <a:off x="9249208" y="6011574"/>
                <a:ext cx="186120" cy="30060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D4F4F0E5-F209-D23F-A0C4-7AFBDAFB3E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43088" y="6005454"/>
                  <a:ext cx="1983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352CE3C-E59A-4F2B-44FD-D8CF44F929B4}"/>
                    </a:ext>
                  </a:extLst>
                </p14:cNvPr>
                <p14:cNvContentPartPr/>
                <p14:nvPr/>
              </p14:nvContentPartPr>
              <p14:xfrm>
                <a:off x="9254248" y="6247374"/>
                <a:ext cx="400680" cy="18684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352CE3C-E59A-4F2B-44FD-D8CF44F929B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48128" y="6241254"/>
                  <a:ext cx="412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0D2BEABC-28C4-E269-4F8E-3A4F65435389}"/>
                    </a:ext>
                  </a:extLst>
                </p14:cNvPr>
                <p14:cNvContentPartPr/>
                <p14:nvPr/>
              </p14:nvContentPartPr>
              <p14:xfrm>
                <a:off x="9644128" y="6259974"/>
                <a:ext cx="361080" cy="25416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0D2BEABC-28C4-E269-4F8E-3A4F6543538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38008" y="6253854"/>
                  <a:ext cx="373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F28CC3E0-53E9-7F1B-AAE0-8E9FEB69718D}"/>
                    </a:ext>
                  </a:extLst>
                </p14:cNvPr>
                <p14:cNvContentPartPr/>
                <p14:nvPr/>
              </p14:nvContentPartPr>
              <p14:xfrm>
                <a:off x="9941488" y="6140814"/>
                <a:ext cx="286200" cy="26352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F28CC3E0-53E9-7F1B-AAE0-8E9FEB69718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35368" y="6134694"/>
                  <a:ext cx="298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576CC3E7-C7BD-9BA5-4411-C0009364FC3C}"/>
                    </a:ext>
                  </a:extLst>
                </p14:cNvPr>
                <p14:cNvContentPartPr/>
                <p14:nvPr/>
              </p14:nvContentPartPr>
              <p14:xfrm>
                <a:off x="10064968" y="6177894"/>
                <a:ext cx="449280" cy="26316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576CC3E7-C7BD-9BA5-4411-C0009364FC3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58848" y="6171774"/>
                  <a:ext cx="461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526E8FF0-06DB-E340-E71F-0CA98C6DC02B}"/>
                    </a:ext>
                  </a:extLst>
                </p14:cNvPr>
                <p14:cNvContentPartPr/>
                <p14:nvPr/>
              </p14:nvContentPartPr>
              <p14:xfrm>
                <a:off x="9808648" y="6638694"/>
                <a:ext cx="138600" cy="15264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526E8FF0-06DB-E340-E71F-0CA98C6DC02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02528" y="6632574"/>
                  <a:ext cx="150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92F394D0-0448-059E-1335-7FC3A04A5092}"/>
                    </a:ext>
                  </a:extLst>
                </p14:cNvPr>
                <p14:cNvContentPartPr/>
                <p14:nvPr/>
              </p14:nvContentPartPr>
              <p14:xfrm>
                <a:off x="9941128" y="6676494"/>
                <a:ext cx="262080" cy="13212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92F394D0-0448-059E-1335-7FC3A04A50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35008" y="6670374"/>
                  <a:ext cx="274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DCE93339-EE54-2D8C-6895-49C03AB2A480}"/>
                    </a:ext>
                  </a:extLst>
                </p14:cNvPr>
                <p14:cNvContentPartPr/>
                <p14:nvPr/>
              </p14:nvContentPartPr>
              <p14:xfrm>
                <a:off x="9119968" y="5900334"/>
                <a:ext cx="1796400" cy="100872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DCE93339-EE54-2D8C-6895-49C03AB2A48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13848" y="5894214"/>
                  <a:ext cx="180864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9FFDBA14-FB7C-16B5-DEAF-E796D9BDB166}"/>
                    </a:ext>
                  </a:extLst>
                </p14:cNvPr>
                <p14:cNvContentPartPr/>
                <p14:nvPr/>
              </p14:nvContentPartPr>
              <p14:xfrm>
                <a:off x="9947248" y="6104454"/>
                <a:ext cx="748080" cy="46152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9FFDBA14-FB7C-16B5-DEAF-E796D9BDB1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41128" y="6098334"/>
                  <a:ext cx="7603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ED26D025-5C24-9121-8B8A-91842B1E47E5}"/>
                    </a:ext>
                  </a:extLst>
                </p14:cNvPr>
                <p14:cNvContentPartPr/>
                <p14:nvPr/>
              </p14:nvContentPartPr>
              <p14:xfrm>
                <a:off x="10872808" y="5848494"/>
                <a:ext cx="194040" cy="3427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ED26D025-5C24-9121-8B8A-91842B1E47E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66688" y="5842374"/>
                  <a:ext cx="206280" cy="35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F6F40563-0FAD-FF43-822A-FC6ED94A7F04}"/>
                  </a:ext>
                </a:extLst>
              </p14:cNvPr>
              <p14:cNvContentPartPr/>
              <p14:nvPr/>
            </p14:nvContentPartPr>
            <p14:xfrm>
              <a:off x="7965448" y="2971734"/>
              <a:ext cx="129600" cy="69840"/>
            </p14:xfrm>
          </p:contentPart>
        </mc:Choice>
        <mc:Fallback xmlns=""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F6F40563-0FAD-FF43-822A-FC6ED94A7F0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959328" y="2965614"/>
                <a:ext cx="1418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B23DE4B4-1349-D473-70D6-FFD6FC1777C9}"/>
              </a:ext>
            </a:extLst>
          </p:cNvPr>
          <p:cNvGrpSpPr/>
          <p:nvPr/>
        </p:nvGrpSpPr>
        <p:grpSpPr>
          <a:xfrm>
            <a:off x="4328008" y="2067414"/>
            <a:ext cx="1825920" cy="786027"/>
            <a:chOff x="4328008" y="2067414"/>
            <a:chExt cx="1825920" cy="78602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E304373D-7C03-1BB1-EE54-F6196565D3F0}"/>
                    </a:ext>
                  </a:extLst>
                </p14:cNvPr>
                <p14:cNvContentPartPr/>
                <p14:nvPr/>
              </p14:nvContentPartPr>
              <p14:xfrm>
                <a:off x="4489648" y="2244321"/>
                <a:ext cx="1664280" cy="6091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E304373D-7C03-1BB1-EE54-F6196565D3F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483528" y="2238201"/>
                  <a:ext cx="16765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B51BEBC8-F48F-6E9F-7B4E-5267D732B4D7}"/>
                    </a:ext>
                  </a:extLst>
                </p14:cNvPr>
                <p14:cNvContentPartPr/>
                <p14:nvPr/>
              </p14:nvContentPartPr>
              <p14:xfrm>
                <a:off x="4606288" y="2179521"/>
                <a:ext cx="1272240" cy="5551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B51BEBC8-F48F-6E9F-7B4E-5267D732B4D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00168" y="2173401"/>
                  <a:ext cx="128448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E6BE5C23-0C80-74E7-B588-4A60EDC8B178}"/>
                    </a:ext>
                  </a:extLst>
                </p14:cNvPr>
                <p14:cNvContentPartPr/>
                <p14:nvPr/>
              </p14:nvContentPartPr>
              <p14:xfrm>
                <a:off x="4328008" y="2067414"/>
                <a:ext cx="1376640" cy="66060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E6BE5C23-0C80-74E7-B588-4A60EDC8B17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321888" y="2061294"/>
                  <a:ext cx="138888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42DB0815-225C-0607-5F64-D6B8279DA30A}"/>
              </a:ext>
            </a:extLst>
          </p:cNvPr>
          <p:cNvGrpSpPr/>
          <p:nvPr/>
        </p:nvGrpSpPr>
        <p:grpSpPr>
          <a:xfrm>
            <a:off x="6658648" y="355254"/>
            <a:ext cx="6251040" cy="2539947"/>
            <a:chOff x="6658648" y="355254"/>
            <a:chExt cx="6251040" cy="25399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046C6E85-AC66-5609-2381-F3D4C6CC0E5E}"/>
                    </a:ext>
                  </a:extLst>
                </p14:cNvPr>
                <p14:cNvContentPartPr/>
                <p14:nvPr/>
              </p14:nvContentPartPr>
              <p14:xfrm>
                <a:off x="7055728" y="2280681"/>
                <a:ext cx="654480" cy="676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046C6E85-AC66-5609-2381-F3D4C6CC0E5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49608" y="2274561"/>
                  <a:ext cx="666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6E1790E9-1E4D-F458-02B0-28E02E58D83E}"/>
                    </a:ext>
                  </a:extLst>
                </p14:cNvPr>
                <p14:cNvContentPartPr/>
                <p14:nvPr/>
              </p14:nvContentPartPr>
              <p14:xfrm>
                <a:off x="7264888" y="2278161"/>
                <a:ext cx="268200" cy="3006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6E1790E9-1E4D-F458-02B0-28E02E58D83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58768" y="2272041"/>
                  <a:ext cx="280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8CA742B5-32D3-C3CB-4C2D-5ED2511CCD4C}"/>
                    </a:ext>
                  </a:extLst>
                </p14:cNvPr>
                <p14:cNvContentPartPr/>
                <p14:nvPr/>
              </p14:nvContentPartPr>
              <p14:xfrm>
                <a:off x="7161568" y="2412441"/>
                <a:ext cx="303480" cy="3024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8CA742B5-32D3-C3CB-4C2D-5ED2511CCD4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55448" y="2406321"/>
                  <a:ext cx="315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ABCFFC9A-6773-56AD-484A-B6D7560F4D77}"/>
                    </a:ext>
                  </a:extLst>
                </p14:cNvPr>
                <p14:cNvContentPartPr/>
                <p14:nvPr/>
              </p14:nvContentPartPr>
              <p14:xfrm>
                <a:off x="7500328" y="2348001"/>
                <a:ext cx="535680" cy="19620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ABCFFC9A-6773-56AD-484A-B6D7560F4D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494208" y="2341881"/>
                  <a:ext cx="547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C1E6C4C-AACC-8A5C-93D5-5CCBAC6791D2}"/>
                    </a:ext>
                  </a:extLst>
                </p14:cNvPr>
                <p14:cNvContentPartPr/>
                <p14:nvPr/>
              </p14:nvContentPartPr>
              <p14:xfrm>
                <a:off x="8117368" y="2120121"/>
                <a:ext cx="495000" cy="2005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C1E6C4C-AACC-8A5C-93D5-5CCBAC6791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11248" y="2114001"/>
                  <a:ext cx="507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E252048B-E147-E2A7-DB6E-2535923012C6}"/>
                    </a:ext>
                  </a:extLst>
                </p14:cNvPr>
                <p14:cNvContentPartPr/>
                <p14:nvPr/>
              </p14:nvContentPartPr>
              <p14:xfrm>
                <a:off x="8666008" y="2479041"/>
                <a:ext cx="477720" cy="4536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E252048B-E147-E2A7-DB6E-2535923012C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59888" y="2472921"/>
                  <a:ext cx="489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0D965FFD-4759-74B5-13EC-C5127466BE04}"/>
                    </a:ext>
                  </a:extLst>
                </p14:cNvPr>
                <p14:cNvContentPartPr/>
                <p14:nvPr/>
              </p14:nvContentPartPr>
              <p14:xfrm>
                <a:off x="9225808" y="2188521"/>
                <a:ext cx="428040" cy="7066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0D965FFD-4759-74B5-13EC-C5127466BE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19688" y="2182401"/>
                  <a:ext cx="44028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12B19F3E-4865-904E-FE3B-2EAFAD06A705}"/>
                    </a:ext>
                  </a:extLst>
                </p14:cNvPr>
                <p14:cNvContentPartPr/>
                <p14:nvPr/>
              </p14:nvContentPartPr>
              <p14:xfrm>
                <a:off x="7020448" y="1762641"/>
                <a:ext cx="385920" cy="1245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12B19F3E-4865-904E-FE3B-2EAFAD06A70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14328" y="1756521"/>
                  <a:ext cx="398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5EE25E70-FF9D-D015-D9F8-6DA33BB4965F}"/>
                    </a:ext>
                  </a:extLst>
                </p14:cNvPr>
                <p14:cNvContentPartPr/>
                <p14:nvPr/>
              </p14:nvContentPartPr>
              <p14:xfrm>
                <a:off x="6997048" y="1800081"/>
                <a:ext cx="385920" cy="1022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5EE25E70-FF9D-D015-D9F8-6DA33BB4965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90928" y="1793961"/>
                  <a:ext cx="398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EA670E2-F7F0-13CB-0E90-25A44736A1F1}"/>
                    </a:ext>
                  </a:extLst>
                </p14:cNvPr>
                <p14:cNvContentPartPr/>
                <p14:nvPr/>
              </p14:nvContentPartPr>
              <p14:xfrm>
                <a:off x="7687888" y="1497681"/>
                <a:ext cx="254160" cy="1792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EA670E2-F7F0-13CB-0E90-25A44736A1F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81768" y="1491561"/>
                  <a:ext cx="266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9A43D407-9726-48BC-555B-93ECE06FEF14}"/>
                    </a:ext>
                  </a:extLst>
                </p14:cNvPr>
                <p14:cNvContentPartPr/>
                <p14:nvPr/>
              </p14:nvContentPartPr>
              <p14:xfrm>
                <a:off x="8047888" y="1884681"/>
                <a:ext cx="618480" cy="2520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9A43D407-9726-48BC-555B-93ECE06FEF1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41768" y="1878561"/>
                  <a:ext cx="630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5717BF8-77FE-81D6-3A49-4DA2615B4D32}"/>
                    </a:ext>
                  </a:extLst>
                </p14:cNvPr>
                <p14:cNvContentPartPr/>
                <p14:nvPr/>
              </p14:nvContentPartPr>
              <p14:xfrm>
                <a:off x="8257048" y="1741041"/>
                <a:ext cx="209520" cy="2696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5717BF8-77FE-81D6-3A49-4DA2615B4D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50928" y="1734921"/>
                  <a:ext cx="221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C597979F-9668-0C9A-D233-9BB31CE0965F}"/>
                    </a:ext>
                  </a:extLst>
                </p14:cNvPr>
                <p14:cNvContentPartPr/>
                <p14:nvPr/>
              </p14:nvContentPartPr>
              <p14:xfrm>
                <a:off x="8922328" y="1587321"/>
                <a:ext cx="302400" cy="33192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C597979F-9668-0C9A-D233-9BB31CE0965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16208" y="1581201"/>
                  <a:ext cx="3146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792761C-83FD-9008-160A-AAFB134F3E54}"/>
                    </a:ext>
                  </a:extLst>
                </p14:cNvPr>
                <p14:cNvContentPartPr/>
                <p14:nvPr/>
              </p14:nvContentPartPr>
              <p14:xfrm>
                <a:off x="8990728" y="1748241"/>
                <a:ext cx="315360" cy="198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792761C-83FD-9008-160A-AAFB134F3E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84608" y="1742121"/>
                  <a:ext cx="327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45FFF1E5-7A30-4F54-EB9F-60B932C6F6EF}"/>
                    </a:ext>
                  </a:extLst>
                </p14:cNvPr>
                <p14:cNvContentPartPr/>
                <p14:nvPr/>
              </p14:nvContentPartPr>
              <p14:xfrm>
                <a:off x="6682048" y="419334"/>
                <a:ext cx="94320" cy="4968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45FFF1E5-7A30-4F54-EB9F-60B932C6F6E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75928" y="413214"/>
                  <a:ext cx="106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46EB31E6-2E98-D78D-457B-64DD09EAF859}"/>
                    </a:ext>
                  </a:extLst>
                </p14:cNvPr>
                <p14:cNvContentPartPr/>
                <p14:nvPr/>
              </p14:nvContentPartPr>
              <p14:xfrm>
                <a:off x="6658648" y="355254"/>
                <a:ext cx="223560" cy="30492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46EB31E6-2E98-D78D-457B-64DD09EAF8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52528" y="349134"/>
                  <a:ext cx="235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80136BCD-75B5-10F9-D103-0C54B49FEE26}"/>
                    </a:ext>
                  </a:extLst>
                </p14:cNvPr>
                <p14:cNvContentPartPr/>
                <p14:nvPr/>
              </p14:nvContentPartPr>
              <p14:xfrm>
                <a:off x="6905248" y="483054"/>
                <a:ext cx="287280" cy="10800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80136BCD-75B5-10F9-D103-0C54B49FEE2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99128" y="476934"/>
                  <a:ext cx="29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5207C718-061E-1575-5BF6-4FF84C017FB1}"/>
                    </a:ext>
                  </a:extLst>
                </p14:cNvPr>
                <p14:cNvContentPartPr/>
                <p14:nvPr/>
              </p14:nvContentPartPr>
              <p14:xfrm>
                <a:off x="6949888" y="489174"/>
                <a:ext cx="568080" cy="32760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5207C718-061E-1575-5BF6-4FF84C017FB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43768" y="483054"/>
                  <a:ext cx="580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47D0FD1-D21B-6107-329D-990673961F14}"/>
                    </a:ext>
                  </a:extLst>
                </p14:cNvPr>
                <p14:cNvContentPartPr/>
                <p14:nvPr/>
              </p14:nvContentPartPr>
              <p14:xfrm>
                <a:off x="7674928" y="390174"/>
                <a:ext cx="429840" cy="15372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47D0FD1-D21B-6107-329D-990673961F1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68808" y="384054"/>
                  <a:ext cx="442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06C85701-8E69-11EA-C8B3-B6757FCF3C06}"/>
                    </a:ext>
                  </a:extLst>
                </p14:cNvPr>
                <p14:cNvContentPartPr/>
                <p14:nvPr/>
              </p14:nvContentPartPr>
              <p14:xfrm>
                <a:off x="7276768" y="766734"/>
                <a:ext cx="289800" cy="16524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06C85701-8E69-11EA-C8B3-B6757FCF3C0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70648" y="760614"/>
                  <a:ext cx="302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1118A3B-BD30-EECA-52E6-0321249417DC}"/>
                    </a:ext>
                  </a:extLst>
                </p14:cNvPr>
                <p14:cNvContentPartPr/>
                <p14:nvPr/>
              </p14:nvContentPartPr>
              <p14:xfrm>
                <a:off x="7465408" y="723894"/>
                <a:ext cx="602640" cy="20160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1118A3B-BD30-EECA-52E6-0321249417D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59288" y="717774"/>
                  <a:ext cx="614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2FA4BC22-0159-1344-C717-B14497DB5F32}"/>
                    </a:ext>
                  </a:extLst>
                </p14:cNvPr>
                <p14:cNvContentPartPr/>
                <p14:nvPr/>
              </p14:nvContentPartPr>
              <p14:xfrm>
                <a:off x="8339488" y="751614"/>
                <a:ext cx="630360" cy="3708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2FA4BC22-0159-1344-C717-B14497DB5F3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333368" y="745494"/>
                  <a:ext cx="642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2A94C138-FE42-B659-B438-4C04F499759E}"/>
                    </a:ext>
                  </a:extLst>
                </p14:cNvPr>
                <p14:cNvContentPartPr/>
                <p14:nvPr/>
              </p14:nvContentPartPr>
              <p14:xfrm>
                <a:off x="8386288" y="729294"/>
                <a:ext cx="186120" cy="30708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2A94C138-FE42-B659-B438-4C04F499759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80168" y="723174"/>
                  <a:ext cx="198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82C3B732-7BCB-C40C-1166-68A2559BF9B7}"/>
                    </a:ext>
                  </a:extLst>
                </p14:cNvPr>
                <p14:cNvContentPartPr/>
                <p14:nvPr/>
              </p14:nvContentPartPr>
              <p14:xfrm>
                <a:off x="9212848" y="482334"/>
                <a:ext cx="462240" cy="37620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82C3B732-7BCB-C40C-1166-68A2559BF9B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06728" y="476214"/>
                  <a:ext cx="4744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E294F911-DDBE-FD57-F6C5-7F9C2F6C5D7F}"/>
                    </a:ext>
                  </a:extLst>
                </p14:cNvPr>
                <p14:cNvContentPartPr/>
                <p14:nvPr/>
              </p14:nvContentPartPr>
              <p14:xfrm>
                <a:off x="10156768" y="419334"/>
                <a:ext cx="315360" cy="32220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E294F911-DDBE-FD57-F6C5-7F9C2F6C5D7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50648" y="413214"/>
                  <a:ext cx="327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BB3A076C-E6BA-0663-7F23-FC1096EF667A}"/>
                    </a:ext>
                  </a:extLst>
                </p14:cNvPr>
                <p14:cNvContentPartPr/>
                <p14:nvPr/>
              </p14:nvContentPartPr>
              <p14:xfrm>
                <a:off x="9784888" y="498894"/>
                <a:ext cx="268560" cy="18360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BB3A076C-E6BA-0663-7F23-FC1096EF667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778768" y="492774"/>
                  <a:ext cx="280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BF704413-F26E-0F62-B088-4C97B2137E87}"/>
                    </a:ext>
                  </a:extLst>
                </p14:cNvPr>
                <p14:cNvContentPartPr/>
                <p14:nvPr/>
              </p14:nvContentPartPr>
              <p14:xfrm>
                <a:off x="9738088" y="593214"/>
                <a:ext cx="209520" cy="1548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BF704413-F26E-0F62-B088-4C97B2137E8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31968" y="587094"/>
                  <a:ext cx="221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E562FFFA-0614-5CBE-6E11-E1EE227214BF}"/>
                    </a:ext>
                  </a:extLst>
                </p14:cNvPr>
                <p14:cNvContentPartPr/>
                <p14:nvPr/>
              </p14:nvContentPartPr>
              <p14:xfrm>
                <a:off x="9399688" y="1046454"/>
                <a:ext cx="362520" cy="1764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E562FFFA-0614-5CBE-6E11-E1EE227214B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393568" y="1040334"/>
                  <a:ext cx="374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4E474C73-69FF-9809-1364-9F0A696ECA12}"/>
                    </a:ext>
                  </a:extLst>
                </p14:cNvPr>
                <p14:cNvContentPartPr/>
                <p14:nvPr/>
              </p14:nvContentPartPr>
              <p14:xfrm>
                <a:off x="9155248" y="1173174"/>
                <a:ext cx="397800" cy="5724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4E474C73-69FF-9809-1364-9F0A696ECA1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49128" y="1167054"/>
                  <a:ext cx="410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99A0B62A-E5BD-1A82-F998-9999038C46C8}"/>
                    </a:ext>
                  </a:extLst>
                </p14:cNvPr>
                <p14:cNvContentPartPr/>
                <p14:nvPr/>
              </p14:nvContentPartPr>
              <p14:xfrm>
                <a:off x="9614608" y="1159854"/>
                <a:ext cx="766440" cy="35784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99A0B62A-E5BD-1A82-F998-9999038C46C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608488" y="1153734"/>
                  <a:ext cx="7786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D8EB017B-FB16-7433-847C-6A049CB016F5}"/>
                    </a:ext>
                  </a:extLst>
                </p14:cNvPr>
                <p14:cNvContentPartPr/>
                <p14:nvPr/>
              </p14:nvContentPartPr>
              <p14:xfrm>
                <a:off x="10592368" y="1465134"/>
                <a:ext cx="509760" cy="2988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D8EB017B-FB16-7433-847C-6A049CB016F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86248" y="1459014"/>
                  <a:ext cx="522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1AE1F6A8-E35B-4412-950F-E8011566314F}"/>
                    </a:ext>
                  </a:extLst>
                </p14:cNvPr>
                <p14:cNvContentPartPr/>
                <p14:nvPr/>
              </p14:nvContentPartPr>
              <p14:xfrm>
                <a:off x="10671568" y="1338414"/>
                <a:ext cx="209520" cy="26820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1AE1F6A8-E35B-4412-950F-E8011566314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65448" y="1332294"/>
                  <a:ext cx="221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BE898E04-B670-415B-0693-ADF605456C96}"/>
                    </a:ext>
                  </a:extLst>
                </p14:cNvPr>
                <p14:cNvContentPartPr/>
                <p14:nvPr/>
              </p14:nvContentPartPr>
              <p14:xfrm>
                <a:off x="10998088" y="1170294"/>
                <a:ext cx="383400" cy="36252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BE898E04-B670-415B-0693-ADF605456C9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91968" y="1164174"/>
                  <a:ext cx="395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D8BC5496-F1DB-AB6C-B434-D29665555959}"/>
                    </a:ext>
                  </a:extLst>
                </p14:cNvPr>
                <p14:cNvContentPartPr/>
                <p14:nvPr/>
              </p14:nvContentPartPr>
              <p14:xfrm>
                <a:off x="11010328" y="1442454"/>
                <a:ext cx="297000" cy="17496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D8BC5496-F1DB-AB6C-B434-D2966555595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4208" y="1436334"/>
                  <a:ext cx="309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691D0CBA-37B8-2ADF-08C6-D2FE8081D7A5}"/>
                    </a:ext>
                  </a:extLst>
                </p14:cNvPr>
                <p14:cNvContentPartPr/>
                <p14:nvPr/>
              </p14:nvContentPartPr>
              <p14:xfrm>
                <a:off x="11060368" y="1442454"/>
                <a:ext cx="451440" cy="34812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691D0CBA-37B8-2ADF-08C6-D2FE8081D7A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54248" y="1436334"/>
                  <a:ext cx="4636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3452A610-715F-EDC7-49E8-76049ADC2317}"/>
                    </a:ext>
                  </a:extLst>
                </p14:cNvPr>
                <p14:cNvContentPartPr/>
                <p14:nvPr/>
              </p14:nvContentPartPr>
              <p14:xfrm>
                <a:off x="11463568" y="1343814"/>
                <a:ext cx="501120" cy="36720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3452A610-715F-EDC7-49E8-76049ADC231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457448" y="1337694"/>
                  <a:ext cx="513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5793A599-31BE-D249-EBB1-71A39302FE8C}"/>
                    </a:ext>
                  </a:extLst>
                </p14:cNvPr>
                <p14:cNvContentPartPr/>
                <p14:nvPr/>
              </p14:nvContentPartPr>
              <p14:xfrm>
                <a:off x="11771728" y="1428414"/>
                <a:ext cx="344880" cy="25560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5793A599-31BE-D249-EBB1-71A39302FE8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765608" y="1422294"/>
                  <a:ext cx="357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E7D78404-1A65-75C0-B040-B3396417A423}"/>
                    </a:ext>
                  </a:extLst>
                </p14:cNvPr>
                <p14:cNvContentPartPr/>
                <p14:nvPr/>
              </p14:nvContentPartPr>
              <p14:xfrm>
                <a:off x="11999608" y="1385574"/>
                <a:ext cx="595080" cy="4485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E7D78404-1A65-75C0-B040-B3396417A42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993488" y="1379454"/>
                  <a:ext cx="6073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36F4B8E9-2C86-3096-9A8B-36D5BAC48603}"/>
                    </a:ext>
                  </a:extLst>
                </p14:cNvPr>
                <p14:cNvContentPartPr/>
                <p14:nvPr/>
              </p14:nvContentPartPr>
              <p14:xfrm>
                <a:off x="11043088" y="1873014"/>
                <a:ext cx="280800" cy="20700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36F4B8E9-2C86-3096-9A8B-36D5BAC4860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036968" y="1866894"/>
                  <a:ext cx="293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CDC33477-930A-98E1-68AA-D4626F920421}"/>
                    </a:ext>
                  </a:extLst>
                </p14:cNvPr>
                <p14:cNvContentPartPr/>
                <p14:nvPr/>
              </p14:nvContentPartPr>
              <p14:xfrm>
                <a:off x="11289688" y="1968054"/>
                <a:ext cx="268200" cy="14724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CDC33477-930A-98E1-68AA-D4626F92042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283568" y="1961934"/>
                  <a:ext cx="280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A7A6DD9C-54BE-F14F-AF0D-8F5A19E09CFD}"/>
                    </a:ext>
                  </a:extLst>
                </p14:cNvPr>
                <p14:cNvContentPartPr/>
                <p14:nvPr/>
              </p14:nvContentPartPr>
              <p14:xfrm>
                <a:off x="9565648" y="1035654"/>
                <a:ext cx="3344040" cy="91512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A7A6DD9C-54BE-F14F-AF0D-8F5A19E09CF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559528" y="1029534"/>
                  <a:ext cx="3356280" cy="92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206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A7D-D9E5-9509-037E-108D5F2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Exercicio</a:t>
            </a:r>
            <a:r>
              <a:rPr lang="pt-BR" dirty="0"/>
              <a:t> 1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8A236E2-A332-1A63-0622-B53E3FDBC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4802" y="2881055"/>
            <a:ext cx="5319221" cy="2278577"/>
          </a:xfrm>
        </p:spPr>
      </p:pic>
    </p:spTree>
    <p:extLst>
      <p:ext uri="{BB962C8B-B14F-4D97-AF65-F5344CB8AC3E}">
        <p14:creationId xmlns:p14="http://schemas.microsoft.com/office/powerpoint/2010/main" val="273714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A7D-D9E5-9509-037E-108D5F2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Exercicio</a:t>
            </a:r>
            <a:r>
              <a:rPr lang="pt-BR" dirty="0"/>
              <a:t> 2</a:t>
            </a:r>
          </a:p>
        </p:txBody>
      </p:sp>
      <p:pic>
        <p:nvPicPr>
          <p:cNvPr id="6" name="Espaço Reservado para Conteúdo 4">
            <a:extLst>
              <a:ext uri="{FF2B5EF4-FFF2-40B4-BE49-F238E27FC236}">
                <a16:creationId xmlns:a16="http://schemas.microsoft.com/office/drawing/2014/main" id="{A0CFD110-9D05-D4D8-8763-6ECCD9B62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2857748" cy="754445"/>
          </a:xfr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6CDF2A5-CB6A-2953-F886-CC7C5AECE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06" y="1780830"/>
            <a:ext cx="2804403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33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A7D-D9E5-9509-037E-108D5F2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Exercicio</a:t>
            </a:r>
            <a:r>
              <a:rPr lang="pt-BR" dirty="0"/>
              <a:t> 3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BCE81A-3434-06A0-C4B3-196200F94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441013-AF6E-8C52-D748-0034D9D8A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379284"/>
            <a:ext cx="2834886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8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A7D-D9E5-9509-037E-108D5F2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Exercicio</a:t>
            </a:r>
            <a:r>
              <a:rPr lang="pt-BR" dirty="0"/>
              <a:t> 4</a:t>
            </a:r>
            <a:br>
              <a:rPr lang="pt-BR" dirty="0"/>
            </a:br>
            <a:endParaRPr lang="pt-BR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D1A250A3-EE1A-87A1-06C7-4CC1C5E4C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687" y="1846390"/>
            <a:ext cx="4847313" cy="977076"/>
          </a:xfrm>
        </p:spPr>
      </p:pic>
    </p:spTree>
    <p:extLst>
      <p:ext uri="{BB962C8B-B14F-4D97-AF65-F5344CB8AC3E}">
        <p14:creationId xmlns:p14="http://schemas.microsoft.com/office/powerpoint/2010/main" val="368906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1A7D-D9E5-9509-037E-108D5F2D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Exercicio</a:t>
            </a:r>
            <a:r>
              <a:rPr lang="pt-BR" dirty="0"/>
              <a:t> 5</a:t>
            </a:r>
            <a:br>
              <a:rPr lang="pt-BR" dirty="0"/>
            </a:b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A8A9915-7C24-9056-CD72-215D6D361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427" y="2097088"/>
            <a:ext cx="2812024" cy="845893"/>
          </a:xfrm>
        </p:spPr>
      </p:pic>
    </p:spTree>
    <p:extLst>
      <p:ext uri="{BB962C8B-B14F-4D97-AF65-F5344CB8AC3E}">
        <p14:creationId xmlns:p14="http://schemas.microsoft.com/office/powerpoint/2010/main" val="1873507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66</TotalTime>
  <Words>245</Words>
  <Application>Microsoft Office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Source Sans Pro</vt:lpstr>
      <vt:lpstr>Tw Cen MT</vt:lpstr>
      <vt:lpstr>Circuito</vt:lpstr>
      <vt:lpstr>Logaritmo</vt:lpstr>
      <vt:lpstr>Definição</vt:lpstr>
      <vt:lpstr>Apresentação do PowerPoint</vt:lpstr>
      <vt:lpstr>Exemplo 1</vt:lpstr>
      <vt:lpstr>Propriedades do logaritmo: propriedade 1</vt:lpstr>
      <vt:lpstr>Propriedades do logaritmo: propriedade 2</vt:lpstr>
      <vt:lpstr>Propriedades do logaritmo: propriedade 3</vt:lpstr>
      <vt:lpstr>Propriedades do logaritmo: propriedade 4</vt:lpstr>
      <vt:lpstr>Exemplo Propriedade 1</vt:lpstr>
      <vt:lpstr>Exercicio 1</vt:lpstr>
      <vt:lpstr>Exercicio 2</vt:lpstr>
      <vt:lpstr>Exercicio 3 </vt:lpstr>
      <vt:lpstr>Exercicio 4 </vt:lpstr>
      <vt:lpstr>Exercicio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5</cp:revision>
  <dcterms:created xsi:type="dcterms:W3CDTF">2023-07-31T19:06:40Z</dcterms:created>
  <dcterms:modified xsi:type="dcterms:W3CDTF">2023-09-04T20:02:42Z</dcterms:modified>
</cp:coreProperties>
</file>