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7" d="100"/>
          <a:sy n="107" d="100"/>
        </p:scale>
        <p:origin x="-235" y="-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08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513 143 960,'-4'1'593,"0"0"0,0 0 0,1 0-1,-1 1 1,0-1 0,1 1 0,-1 0-1,1 0 1,-3 3 0,-18 9 2243,-24 13 1950,-53 21 0,-157 46-1418,216-80-2821,64-24-507,0-1 0,0 0 0,37-29 0,-24 15-39,87-68 64,-112 84-26,17-15 299,2 0 1,35-21-1,-61 43-339,1 0-1,0 0 1,0 0 0,0 0-1,0 1 1,0 0-1,1 0 1,-1 0 0,0 0-1,0 1 1,1 0-1,-1 0 1,0 0 0,1 0-1,-1 1 1,0-1-1,1 1 1,5 2-1,0-1 29,5 2 75,-1-1-1,23 11 1,-31-11-111,1 0 0,-1-1-1,1 1 1,0-2 0,0 1 0,12 1-1,-14-3-70,-12-1 7,6 1 70,0 0 1,1 0-1,-1 0 1,0 0 0,0 0-1,1 0 1,-1 0-1,0 0 1,1-1-1,-1 1 1,0 0-1,1 0 1,-1 0 0,0-1-1,1 1 1,-1 0-1,1-1 1,-1 1-1,0-1 1,1 1-1,-1 0 1,1-1 0,-1 1-1,1-1 1,0 0-1,-1 1 1,1-1-1,-1 1 1,1-2 0,-2 0 24,0 0 0,1 0 0,-1 0 0,0 0 0,0 0 1,0 1-1,0-1 0,0 0 0,0 1 0,-1 0 1,1 0-1,-1 0 0,1 0 0,-3-1 0,-7-4 126,2 1 22,0 1 1,1 0 0,-1 1-1,-1 0 1,-13-2-1,23 5-179,-12-2 85,0 1 1,0 1 0,0 0 0,0 0-1,0 1 1,1 1 0,-15 4 0,-90 28 392,77-20-339,24-9-125,0 0-46,0 0 0,1 1 0,-27 15-1,25-12 14,7-4 10,0 1 0,-1 0 0,-9 8-1,17-12 17,1 0-1,0-1 1,0 1 0,0 0-1,0 1 1,1-1-1,-1 0 1,0 0 0,1 1-1,0-1 1,-1 1-1,1-1 1,0 1 0,0 0-1,1-1 1,-1 1-1,0 0 1,1 5 0,0-6 7,0-1 0,0 1 1,0 0-1,0-1 0,0 1 1,1 0-1,-1-1 0,1 1 1,-1-1-1,1 1 0,0 0 0,-1-1 1,1 0-1,0 1 0,0-1 1,0 1-1,0-1 0,3 2 1,28 15 106,-23-14-85,37 18 21,2-2 0,0-3 0,1-1 0,1-3 0,0-2 0,1-2 0,0-2 0,1-3 0,94-3 0,-130-3-129,0 0 0,0 0 0,30-11 1,-40 11 68,0 0-1,0 0 1,0-1 0,0 0 0,-1 0 0,1-1 0,-1 0 0,0 1 0,0-2 0,-1 1 0,1 0 0,6-10 0,-10 12 18,0 1-1,0-1 1,-1 0 0,1 1 0,-1-1 0,1 0-1,-1 0 1,0 0 0,1 1 0,-1-1-1,0 0 1,0 0 0,0 0 0,-1-1 0,1 1-2,0 0 1,-1 0-1,1 1 1,0-1 0,1 0-1,-1 0 1,0 1-1,0-1 1,1 0 0,-1 1-1,1-1 1,1-3 0,4-3-6,-5 8 1,0-1 0,0 0 0,0 0 0,0 1 0,0-1 0,0 0 0,-1 0 0,1 0 0,0 0 0,-1 0 0,1 0 0,-1 0 0,1-1 0,-1 1 0,1 0 0,-1 0 0,0 0 0,0 0 0,1-1 0,-1 1 0,0 0 0,0 0 0,0 0 0,0-1 0,-1 1 0,1 0 0,0 0 0,0 0 0,-1-1 0,0 0 0,-5-9-1,4 8 2,0 0 0,1 0 1,-1-1-1,1 1 0,-1 0 0,1-1 0,0 1 0,0-1 0,1 1 0,-1-1 1,1 0-1,0-5 0,-1 5 4,1 0 0,0 0-1,-1 0 1,0 0 0,0 0 0,0 0 0,-1 0 0,1 0-1,-1 1 1,0-1 0,0 0 0,0 1 0,0-1 0,-1 1 0,1 0-1,-1 0 1,0 0 0,0 0 0,0 0 0,0 1 0,-5-3 0,-2-3 52,-1 1 1,1 1 0,-1 0 0,-1 0 0,1 1 0,-1 1-1,0 0 1,-18-4 0,-8 0 113,-47-2 0,56 8-126,-41-4 299,0 4 0,-85 9 0,151-7-336,-1 1-33,0-1-1,1 1 1,-1 0 0,1 0-1,-1 0 1,1 1-1,-1 0 1,1 0 0,0 0-1,0 0 1,0 1 0,0-1-1,0 1 1,-3 4-1,5-6 24,1 1 0,-1 0 0,1-1 0,0 1 0,0 0 0,0-1-1,0 1 1,0 0 0,0 0 0,0 0 0,1 0 0,-1 0 0,1 0-1,-1 0 1,1 0 0,0 0 0,0 0 0,0 0 0,0 0 0,0 1-1,1-1 1,-1 0 0,0 0 0,1 0 0,-1 0 0,1 0 0,0-1-1,0 1 1,0 0 0,0 0 0,0 0 0,0-1 0,2 3 0,6 4-10,0 0 0,1 0 0,0-1 0,0 0 0,1 0 0,0-2 0,0 1 0,1-1 0,15 4 0,8 3-912,0-2 0,1-1 1,54 5-1,-36-9-2804,88-5-1,33-16-4942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32.1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42 800,'0'0'1614,"0"0"-1492,0 0-1,-1-1 0,1 1 1,0 0-1,0 0 0,0-1 1,0 1-1,0 0 0,0-1 0,0 1 1,0 0-1,0 0 0,0-1 1,0 1-1,0 0 0,0-1 0,0 1 1,0 0-1,0 0 0,0-1 1,0 1-1,0 0 0,0-1 1,1 1-1,-1 0 0,0 0 0,0 0 1,0-1-1,0 1 0,1 0 1,-1 0-1,0-1 0,0 1 1,1 0-1,-1 0 0,0 0 0,0 0 1,1 0-1,-1-1 0,0 1 1,0 0-1,1 0 0,16-6 8710,-84 16-2468,63-9-5656,8-1 13,13 0 14,-13 0 3027,-4 0-3694,0 0 0,-1 0 0,1 0 0,0 0 0,0-1 0,0 1 0,0 0 0,0 0 0,0 0 0,0 0 0,0 0 0,0-1-1,0 1 1,0 0 0,0 0 0,0 0 0,0 0 0,0-1 0,0 1 0,0 0 0,0 0 0,0 0 0,0 0 0,0-1-1,0 1 1,0 0 0,0 0 0,0 0 0,0 0 0,0-1 0,1 1 0,-1 0 0,0 0 0,0 0 0,0 0 0,0 0 0,0 0-1,0-1 1,1 1 0,-1 0 0,0 0 0,0 0 0,0 0 0,0 0 0,0 0 0,1 0 0,-1 0 0,0 0 0,0 0-1,0 0 1,0 0 0,1 0 0,-1 0 0,0 0 0,0 0 0,0 0 0,0 0 0,1 0 0,-1 0 0,21 0-62,55-3-5,-56 0 0,179-16 0,-170 18 29,138-3-544,-196 15-17778,12-2 12429,-8 1-19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32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 2241,'25'0'6243,"0"-4"-2882,0 4-399,0 0-321,0-5-400,0 5-400,25 0-240,25 0-321,0 0 1,50 9 239,-5 18-399,-70-1-1201,-50-4-800,-25-1-2082,-25 0-8483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3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28 332 160,'0'0'6336,"1"13"-205,-1-12-5893,0-1 0,0 1 0,0-1 0,0 1 0,0-1 0,0 1 0,0-1 0,0 1 0,0-1 0,0 1 0,0-1 0,0 1 0,0-1 0,0 1 0,-1-1 0,1 1 0,0-1 0,0 1 0,-1-1 0,1 1 0,0-1 0,0 0 0,-1 1 0,1-1 0,-1 0 0,1 1 0,0-1 0,-1 1 0,-15-2 773,16 1-966,0 0 0,-1-1 1,1 1-1,0 0 1,-1 0-1,1 0 1,0 0-1,-1 0 1,1 0-1,0-1 0,-1 1 1,1 0-1,0 0 1,0 0-1,-1-1 1,1 1-1,0 0 1,0-1-1,-1 1 1,1 0-1,0 0 0,0-1 1,0 1-1,0 0 1,-1-1-1,1 1 1,0 0-1,0-1 1,0 1-1,0 0 0,0-1 1,0 1-1,0 0 1,0-1-1,0 1 1,0 0-1,0-1 1,0 1-1,0 0 0,0-1 1,0 1-1,1 0 1,-1-1-1,0 1 1,0 0-1,0-1 1,0 1-1,1 0 1,-1-1-1,0 1 0,0 0 1,1 0-1,-1-1 1,0 1-1,0 0 1,1 0-1,-1 0 1,0-1-1,1 1 0,-1 0 1,1 0-1,45-64 1636,8-18-1027,17-7-107,-25 36-281,-45 50-230,1 1-1,-1-1 0,1 1 0,0 0 0,0-1 0,0 1 1,0 0-1,0 0 0,1 0 0,3-2 0,2-7 432,-4 9-442,-3 2-8,0 0 0,0 0-1,0 0 1,0-1 0,-1 1 0,1 0-1,0-1 1,0 1 0,-1-1 0,1 1-1,0-1 1,0 1 0,-1-1 0,1 1-1,-1-1 1,1 0 0,0 1 0,-1-1-1,1 0 1,-1 0 0,0 1 0,1-1-1,0-2 1,-2 6-5,1-1 0,-1 0-1,1 0 1,-1 0 0,0 0 0,0 0-1,0 0 1,0 0 0,0-1 0,0 1-1,0 0 1,-1 0 0,1-1 0,-1 1-1,1-1 1,-1 1 0,0-1 0,0 0-1,1 0 1,-1 0 0,-2 2 0,-17 13 129,12-7-74,1 0 0,0 1-1,0 0 1,1 0 0,-7 15-1,-28 26 281,36-37-270,5-12-66,1 0 0,-1 0 1,0 0-1,0 0 0,0 0 0,0-1 0,0 1 0,-1 0 1,1-1-1,0 1 0,-1-1 0,1 1 0,-1-1 1,0 0-1,0 1 0,-1 0 0,-2 1 24,1 0-1,0 0 1,0 1 0,1-1-1,-1 1 1,1 0 0,-1 0-1,1 0 1,0 1 0,1-1 0,-1 1-1,1 0 1,0-1 0,-2 8-1,4-11-29,0 0 1,0 0-1,0 0 0,-1 0 0,1-1 1,0 1-1,0 0 0,0 0 0,-1 0 1,1 0-1,0-1 0,-1 1 0,1 0 0,-1-1 1,1 1-1,-1 0 0,1 0 0,-1-1 1,1 1-1,-1-1 0,0 1 0,1-1 0,-1 1 1,0-1-1,0 1 0,1-1 0,-3 1 1,3-1-3,-1 0 0,0 1 1,1-1-1,-1 0 0,1 1 1,-1-1-1,0 1 0,1-1 1,-1 1-1,1-1 0,-1 1 1,1-1-1,-1 1 0,1-1 1,-1 1-1,1 0 1,0-1-1,-1 1 0,1 0 1,0-1-1,0 1 0,-1 0 1,1-1-1,0 1 0,0 0 1,0 0-1,0 0 0,-4 1 77,-6-2-7,9 0 18,16 0 279,-15 1-290,0-1-80,0 1 0,0 0 0,1-1 0,-1 1 0,0 0 0,1-1 0,-1 1 0,1-1 0,-1 1 0,0-1 0,1 1 0,-1-1 0,1 1 1,-1-1-1,1 0 0,0 1 0,-1-1 0,1 1 0,-1-1 0,1 0 0,0 0 0,-1 1 0,1-1 0,0 0 0,-1 0 0,1 0 0,0 0 0,0 0 0,26 3 10,-19-3 19,37 2 345,0-2 0,70-10 0,-45 3-29,350-46 261,-376 43-606,-42 9 0,0 1 0,-1 0 0,1-1 0,-1 1 0,1-1 0,0 1 0,-1-1 0,1 0 0,-1 0 0,1 0 0,-1 0 0,0 0 0,1 0 0,-1 0 0,0 0 0,0 0 0,0-1 0,0 1 0,0 0 0,2-3 0,-3 3 0,0 0 0,0 1 0,0-1 0,0 0 0,0 1 0,0-1 0,0 1 0,0-1 0,0 0 0,1 1 0,-1-1 0,0 1 0,1-1 0,-1 1 0,0-1 0,1 0 0,-1 1 0,0 0 0,1-1 0,-1 1 0,1-1 0,-1 1 0,1-1 0,-1 1 0,1 0 0,-1-1 0,1 1 0,0 0 0,-1 0 0,1-1 0,-1 1 0,2 0 0,-1 0 0,-1 0 0,1-1 0,0 1 0,-1 0 0,1 0 0,-1-1 0,1 1 0,0 0 0,-1-1 0,1 1 0,-1 0 0,1-1 0,-1 1 0,1-1 0,-1 1 0,1-1 0,-1 1 0,0-1 0,1 1 0,-1-1 0,0 0 0,1 1 0,-1-1 0,0 0 0,0 1 0,0-1 0,1 1 0,-1-1 0,0 0 0,0 1 0,0-1 0,0-1 0,0 0 0,0 1 0,0-1 0,1 1 0,-1-1 0,0 1 0,1-1 0,-1 1 0,1-1 0,0 1 0,0-1 0,-1 1 0,1 0 0,0-1 0,0 1 0,0 0 0,0 0 0,2-1 0,5-8 0,14-38 0,-20 41 0,0 1 0,1 0 0,0 0 0,0 0 0,0 0 0,1 0 0,0 1 0,0-1 0,0 1 0,1 0 0,-1 0 0,7-4 0,8-1 0,-18 9 0,1 1 0,0-1 0,0 0 0,0 0 0,0 1 0,-1-1 0,1-1 0,0 1 0,-1 0 0,1 0 0,-1 0 0,1-1 0,-1 1 0,0-1 0,0 1 0,1-1 0,-1 0 0,0 1 0,1-4 0,2-1 0,6 2 0,-13 5 0,2-1 0,1 1 0,-1-1 0,0 0 0,0 1 0,1-1 0,-1 1 0,1-1 0,-1 1 0,0-1 0,1 1 0,-1-1 0,1 1 0,-1-1 0,1 1 0,-1 0 0,1-1 0,0 1 0,-1 0 0,1 0 0,0 1 0,-1 0 0,1 0 0,0 0 0,-1 0 0,1-1 0,-1 1 0,0 0 0,1 0 0,-1-1 0,0 1 0,0 0 0,0-1 0,0 1 0,-3 2 0,-30 39 0,-85 125 0,99-132 0,3-7 0,-25 37 0,23-42 0,1 2 0,-20 40 0,35-61 5,-25 44-330,27-47 200,0 0 1,0-1 0,0 1-1,0-1 1,0 0 0,-1 1 0,1-1-1,0 0 1,-1 0 0,1 1-1,-1-1 1,1 0 0,-1-1-1,0 1 1,1 0 0,-1 0-1,0-1 1,1 1 0,-1-1-1,0 1 1,0-1 0,0 0-1,0 0 1,-2 0 0,1-3-3743,10-6-1796,35-19-9744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3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37 720,'-6'-13'11049,"-5"9"-3151,28 5-5248,-7-1-2101,167 6 2717,164 20-2266,-257-15-695,21 2 133,-94-13-474,0 1 1,0-2-1,0 1 1,0-2-1,0 1 1,12-5-1,-20 5-229,-1 0-1,0 0 1,0 0-1,0 0 1,0-1-1,-1 1 1,1-1 0,0 1-1,0-1 1,-1 0-1,2-1 1,-2 1-832,-3-1-894,-21-20-6996,-17 12 3344,-6 1 681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4.4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41 2081,'-16'-1'2395,"-29"-10"12357,35 7-13917,10 4-765,0-1 1,0 1 0,0 0-1,0 0 1,0-1 0,0 1-1,0 0 1,0 0 0,0-1-1,0 1 1,0 0 0,0 0 0,0-1-1,0 1 1,1 0 0,-1 0-1,0-1 1,0 1 0,0 0-1,0 0 1,1 0 0,-1-1 0,0 1-1,0 0 1,0 0 0,1 0-1,-1 0 1,0 0 0,0-1-1,0 1 1,1 0 0,-1 0-1,0 0 1,0 0 0,1 0 0,-1 0-1,0 0 1,1 0 0,-1 0-1,0 0 1,19-9 1772,-19 9-1822,12-3 144,0 1 1,1 0-1,-1 1 0,0 0 1,1 1-1,-1 1 1,1 0-1,-1 0 0,18 5 1,-27-5-172,1-1 1,-1 1-1,1 0 1,-1 0-1,1 1 0,-1-1 1,1 1-1,-1-1 1,0 1-1,0 0 1,6 5-1,-9-7 7,0 1 0,0-1 0,1 1 0,-1-1 0,0 0 0,0 1 0,0-1 0,1 1 0,-1-1 0,0 1 0,0-1 0,0 1 0,0-1 0,0 1 0,0-1 0,0 1 0,0-1 0,0 1 0,0-1 0,0 1 0,0-1 0,0 1 0,0-1 0,-1 0 0,1 1-1,0-1 1,0 1 0,-1-1 0,1 1 0,0-1 0,0 0 0,-1 1 0,1-1 0,0 0 0,-1 1 0,1-1 0,-1 0 0,1 1 0,0-1 0,-2 1 0,-2 2 28,-5 5 109,1-2-1,-1 1 1,-1-1-1,1 0 0,-20 7 1,-9-2 1227,0-2 0,0-2 1,-56 4-1,175-6-1365,0 2 0,0 5 0,87 24 0,-163-35 0,0 0 0,0 1 0,0-1 0,0 1 0,0 0 0,0 1 0,-1-1 0,7 6 0,-10-7 0,0 0 0,0 0 0,0 0 0,0 0 0,0 0 0,0 0 0,-1 1 0,1-1 0,0 0 0,-1 0 0,1 1 0,-1-1 0,1 0 0,-1 1 0,0-1 0,0 1 0,1-1 0,-1 1 0,0-1 0,0 0 0,-1 1 0,1-1 0,0 1 0,0-1 0,-1 0 0,1 1 0,0-1 0,-1 1 0,0-1 0,1 0 0,-1 0 0,0 1 0,0 0 0,-2 2 0,0-1 0,0 0 0,0 0 0,0 0 0,0 0 0,0 0 0,-1-1 0,1 1 0,-1-1 0,0 0 0,0 0 0,0 0 0,-6 1 0,-65 16 0,54-14 0,-146 16 0,93-14 0,-197 16 0,268-22 3,-5 0-161,0-1 0,-1 1 1,1-1-1,-1-1 0,1 0 0,0 0 1,-10-3-1,17 4-180,0 0 1,0 0 0,0 0 0,1 0-1,-1 0 1,0-1 0,0 1-1,0 0 1,1-1 0,-1 1-1,0-1 1,0 1 0,1-1-1,-1 1 1,0-1 0,1 1-1,-1-1 1,1 1 0,-1-1-1,1 0 1,-1 0 0,0 0 0,2-1-902,0 0 0,0 0 0,0 1 0,0-1 1,0 1-1,0-1 0,0 1 0,1-1 0,-1 1 1,0 0-1,4-3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5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73 240,'29'-7'2768,"-24"6"-1529,-1-1 0,1 1-1,-1 0 1,1 1 0,-1-1 0,1 1 0,-1 0 0,1 0 0,-1 0 0,1 1 0,6 1 0,15 1 2678,5-4-2673,-8 0-496,12 0 183,41-7-1,-50 5-737,97-14 375,-10 1-898,129-3-1,-216 22-11691,-52-1 4142,-19-2 3238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6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0 880,'25'7'2802,"-50"2"479,25 39 2002,-50 21-881,50-17-3442,-25-9-1280,25-6 160,-25-6-1441,5-5-2641,20-10-2321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6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 4002,'-25'68'9444,"-25"-4"-3441,25-7-3842,0-9-1681,0-12-400,25 3 80,0-3-720,0-15-3122,25-5-4802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7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286 181 640,'27'-22'4344,"45"-27"-1,-67 46-3919,44-25 5919,93-39 0,-133 57-5369,-3 8-914,-9 3-22,-23 6-3,-85 24 152,45-12 149,5-2-148,-82 34 0,127-44 10,0 1 0,0 0 1,1 1-1,0 1 0,0 0 0,1 1 1,1 1-1,0 0 0,-21 26 0,31-34-159,1 0 0,0 1 0,-1-1 0,2 1 0,-1 0-1,1-1 1,-1 1 0,1 0 0,1 0 0,-1 0-1,1 0 1,-1 0 0,1 0 0,1 0 0,-1 0 0,1 0-1,0 0 1,0 0 0,3 6 0,4 47 132,-8-52-199,0-1 1,1 1 0,0 0 0,0 0 0,1-1 0,0 1 0,0 0 0,0-1 0,1 0 0,-1 0 0,1 1 0,0-1 0,1-1 0,-1 1-1,1-1 1,8 8 0,-5-5-635,0-2 0,1 1 0,-1-1 0,12 6 0,-9-6-1513,0 0-1,0-1 1,16 4-1,45 3-9923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7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1131 16 240,'1'-1'230,"-1"1"-1,0-1 1,1 0-1,-1 0 1,0 0-1,1 1 1,-1-1-1,1 0 1,-1 0-1,1 1 1,-1-1 0,1 1-1,0-1 1,-1 0-1,1 1 1,0-1-1,-1 1 1,1-1-1,0 1 1,0 0-1,-1-1 1,1 1-1,0 0 1,0-1-1,1 1 1,-1-1 1037,-8 1 748,-8 0 647,-1 2-1771,0 0 0,-1 0 0,1 2 0,1 0 1,-20 7-1,-24 7 912,4-5-587,-57 16 983,96-24-1967,-192 66 2145,164-54-1913,1 3 1,-61 36-1,94-49-384,1 0 0,0 1 0,-14 15 0,-6 6 227,23-22-283,0 0-1,0 1 1,0-1 0,1 1 0,0 1 0,-4 9-1,7-14-2,1-3-23,0 1 1,0 0-1,0 0 1,0 0 0,1 0-1,-1 0 1,1 0 0,-1 0-1,1 0 1,0 0-1,0 0 1,0 0 0,0 0-1,0 0 1,1 0-1,-1 0 1,0 0 0,1 0-1,0 0 1,-1 0-1,1 0 1,0 0 0,0 0-1,0 0 1,0-1 0,0 1-1,1 0 1,-1-1-1,0 1 1,1-1 0,-1 1-1,1-1 1,0 0-1,-1 0 1,1 1 0,0-1-1,3 1 1,2 2-51,0-1 0,1 0 1,-1 0-1,1-1 0,-1 0 0,1 0 0,8 0 1,14 0-65,0-1 0,47-5 0,-71 3 113,1 0-1,-1 0 0,1 0 1,-1-1-1,1 0 0,-1 0 1,0 0-1,0-1 0,0 0 1,-1 0-1,1-1 0,-1 0 1,1 1-1,-1-2 0,0 1 1,-1-1-1,5-5 0,-8 10 5,-1-1 0,0 0 0,1 1-1,-1-1 1,0 1 0,1-1 0,-1 0-1,0 1 1,0-1 0,0 0 0,0 1-1,1-1 1,-1 0 0,0 1 0,0-1 0,0 0-1,0 1 1,-1-1 0,1 0 0,0 1-1,0-1 1,0 0 0,0 1 0,-1-1 0,1 1-1,0-1 1,-1 0 0,1 1 0,0-1-1,-1 1 1,1-1 0,-1 1 0,1-1-1,-1 1 1,0-1 0,-29-15 91,-18 3 206,-1 2 0,-87-8 0,102 16-182,0 2 0,0 1 1,0 2-1,0 1 0,0 1 0,-57 17 1,70-14-1906,42-7-5667,24-6-5456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8.8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79 320,'35'-21'7347,"0"-1"1443,0 11-5998,-18 8-2050,80-15 1480,-84 16-2227,0 1 0,-1 0 0,1 1 0,0 1 0,21 3 0,-32-3-3,-1-1 0,1 0 0,-1 1 0,1 0 0,-1-1-1,0 1 1,1 0 0,-1 0 0,0 0 0,1 0-1,-1 0 1,0 0 0,0 0 0,0 0 0,0 0-1,0 1 1,0-1 0,0 0 0,0 1 0,0-1-1,-1 1 1,1-1 0,-1 1 0,1-1 0,-1 1-1,1 1 1,0 4-6,-1 1 0,1-1-1,-1 1 1,-2 10 0,1 1-14,1-18 29,1 2 11,-1 0-1,0 0 0,0 0 0,0-1 1,0 1-1,0 0 0,0 0 0,-1-1 1,1 1-1,-1 0 0,0-1 0,0 1 1,0-1-1,0 1 0,-1-1 0,1 1 1,-1-1-1,1 0 0,-1 1 0,0-1 1,0 0-1,0 0 0,0-1 0,0 1 1,-3 2-1,-29 25 909,18-3 174,-16-4-404,23-18-509,2 1 0,-1 0-1,0 0 1,1 1 0,-9 9-1,-2 3 74,11-13-281,2 4 0,5-7 201,-1-1 52,7 2-199,-4-3-9,-1 0-16,-1 0 0,1-1 1,0 1-1,-1 0 0,1 0 1,0 0-1,0 0 0,-1 0 1,1 0-1,0 1 0,0-1 1,-1 0-1,1 0 0,0 1 0,-1-1 1,1 0-1,0 0 0,-1 1 1,1-1-1,0 1 0,-1-1 1,1 1-1,-1-1 0,1 1 1,-1-1-1,1 2 0,-1-2-2,1 0 0,-1 1 0,0-1 0,0 0 0,0 0 0,0 1 0,0-1 0,0 0 0,1 1 0,-1-1 0,0 0 0,0 0 0,0 0 0,1 1 0,-1-1 0,0 0 0,0 0 0,1 0 0,-1 1 0,0-1 0,0 0 0,1 0 0,-1 0 0,0 0 0,1 0 0,-1 0 0,0 0 0,0 0 0,1 0 0,-1 1 0,0-1 0,1-1 0,-1 1 0,0 0 0,1 0 0,-1 0 0,0 0 0,1 0 0,-1 0 0,1 0 0,-1 0 2,0-1 1,1 1-1,-1 0 0,1 0 0,-1 0 0,1 0 0,-1 0 0,1 0 0,-1 0 0,1 0 0,-1 0 0,1 0 0,-1 0 0,1 0 0,-1 1 1,0-1-1,1 0 0,-1 0 0,1 0 0,-1 0 0,1 1 0,-1-1 0,0 0 0,1 1 0,-1-1 0,0 0 0,1 1 0,-1-1 0,0 0 1,1 1-1,-1-1 0,0 1 0,0-1 0,0 0 0,1 1 0,-1-1 0,0 1 0,0-1 0,0 1 0,0-1 0,0 1 0,0-1 0,0 0 1,0 2-1,-3 20 528,3-22-574,-1 1 1,1-1-1,0 1 0,0-1 1,-1 1-1,1-1 0,0 0 0,-1 1 1,1-1-1,-1 1 0,1-1 1,0 0-1,-1 1 0,1-1 1,-1 0-1,1 0 0,-1 1 1,1-1-1,-1 0 0,1 0 0,-1 0 1,1 0-1,-2 0 0,-1 0-586,0-1-1,0 0 1,-1 0 0,1 0-1,0 0 1,0 0-1,0-1 1,0 0-1,0 1 1,1-1-1,-5-3 1,-39-28-9068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49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445 7 1281,'21'-6'1827,"-17"5"1721,-4 2-3324,1 0-1,-1 0 0,0 0 0,0 0 0,0 0 0,1 0 0,-1 0 0,0 0 1,1 0-1,-1 0 0,1 0 0,-1 0 0,1 0 0,-1-1 0,1 1 0,0 0 1,0 0-1,-1-1 0,1 1 0,0 0 0,1 0 0,7 9 1031,-4 2 110,0 0 1,-1 0-1,3 18 0,-3-13-284,-1 15 516,-3-29-1513,0 0 0,0 0 1,0 0-1,0 0 0,1 0 0,-1 0 0,1 0 0,0 0 0,2 4 0,13 17 344,-7 5 173,4 1 48,15 38 879,-19-24-20,-2-21-922,-4-14-434,0-1 1,-1 1-1,0-1 1,-1 1 0,1 16-1,-1-10 33,-1 1 0,0-1-1,-2 1 1,0-1 0,0 0-1,-1 0 1,-1 0 0,-1 0-1,0 0 1,-1-1 0,0 0-1,-14 21 1,-10 8-83,-3-1-1,-1-2 1,-2-2 0,-2-1 0,-1-2 0,-2-1-1,-1-2 1,-61 34 0,99-64-238,-51 27-794,52-28 641,-1 0 1,1 0-1,0 0 0,-1 0 0,0 0 0,1-1 0,-1 1 0,1-1 0,-1 0 1,0 0-1,1 0 0,-1-1 0,1 0 0,-5 0 0,6 0-285,-1 0 0,1-1-1,0 1 1,0 0 0,1 0 0,-1-1-1,0 0 1,0 1 0,1-1 0,-1 0-1,1 1 1,-1-1 0,1 0-1,0 0 1,-2-3 0,-22-52-13445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0.3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344 6 2481,'74'-3'12615,"-43"1"-9972,1 1-1,31 3 1,-60-1-2579,0-1 1,0 0-1,0 1 1,0 0-1,0-1 0,0 1 1,0 0-1,0 0 1,-1 1-1,1-1 1,0 1-1,-1-1 0,3 3 1,-4-3-45,0 0 1,0 1-1,-1-1 0,1 0 1,0 0-1,-1 1 0,1-1 1,-1 1-1,0-1 1,1 0-1,-1 1 0,0-1 1,0 1-1,0-1 0,0 0 1,0 1-1,0-1 0,0 1 1,-1-1-1,1 0 1,0 1-1,-1-1 0,1 0 1,-1 1-1,0-1 0,1 0 1,-1 0-1,0 1 0,0-1 1,1 0-1,-1 0 1,-2 2-1,-8 10 106,-1-1 0,0 0 0,0 0 0,-1-1 0,-1-1 0,0 0 1,0-1-1,-1 0 0,0-1 0,-32 11 0,10-5 171,-1-3 0,-1-1 0,-76 10-1,110-20-255,-20 3 524,-37-1 0,57-2-510,-1 0-1,1-1 1,0 1-1,0-1 0,0 0 1,0 0-1,0-1 1,0 1-1,1-1 1,-1 0-1,0-1 1,1 1-1,0-1 1,-6-4-1,9 7-55,1-1 0,0 1 1,-1-1-1,1 1 0,0 0 0,0-1 1,-1 1-1,1-1 0,0 1 0,0 0 1,0-1-1,0 1 0,-1-1 0,1 1 1,0-1-1,0 1 0,0-1 0,0 1 0,0-1 1,0 1-1,0-1 0,0 1 0,1-1 1,-1 1-1,0 0 0,0-1 0,0 1 1,0-1-1,1 1 0,-1-1 0,0 1 0,0 0 1,1-1-1,-1 1 0,0 0 0,1-1 1,0 0-1,15-11-9,-13 10 22,15-8 24,-1 2 0,1 0 0,1 0-1,-1 2 1,1 0 0,28-4 0,115-10-120,-139 18 64,21-2-208,82 5 1,-105 0 136,1 2 0,-1 1 0,0 1 0,0 0 0,24 10 1,-43-14 89,0 0-1,1 0 1,-1 0 0,0 0 0,0 0 0,0 1 0,0-1 0,0 0 0,-1 1 0,1 0 0,0-1 0,1 3 0,-3-3 16,1-1 0,-1 1 0,0 0 0,0-1 0,1 1 1,-1 0-1,0 0 0,0-1 0,0 1 0,0 0 0,0-1 0,0 1 0,0 0 0,0 0 1,0-1-1,0 1 0,0 0 0,-1-1 0,1 1 0,0 0 0,0 0 0,-1-1 0,1 1 1,-1 0-1,-2 3 158,-1 0 0,0-1 0,0 1 0,0-1 0,0 0-1,0 0 1,-7 3 0,6-3 14,-18 9 129,0-1 0,-2 0 1,-39 11-1,-81 13 611,5-1-566,49-12-4360,75-19 1934,0-1 0,0 0 0,0-1 0,0-1 0,0-1 0,-17-2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7.1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35 101 2801,'39'-17'8236,"22"-9"709,-7 8-5315,-33 10-3335,0 0 1,1 2-1,0 0 1,0 2-1,37-4 1,-59 8-301,0 0 1,0 0-1,0 0 0,0 0 0,0 0 1,0 0-1,1 0 0,-1 0 1,0 0-1,0 0 0,0 0 1,0 0-1,0 0 0,0 0 1,1 0-1,-1 0 0,0 0 0,0 0 1,0 0-1,0 0 0,0 1 1,0-1-1,1 0 0,-1 0 1,0 0-1,0 0 0,0 0 1,0 0-1,0 0 0,0 0 0,0 0 1,0 0-1,0 1 0,1-1 1,-1 0-1,0 0 0,0 0 1,0 0-1,0 0 0,0 0 1,0 1-1,0-1 0,0 0 0,0 0 1,0 0-1,0 0 0,0 0 1,0 1-1,0-1 0,0 0 1,0 0-1,0 0 0,0 0 1,0 0-1,0 0 0,0 1 0,0-1 1,-1 0-1,1 0 0,0 0 1,0 0-1,0 0 0,0 0 1,0 0-1,-8 7 16,-19 5 402,-1-3 0,0 0-1,-1-1 1,-45 5 0,48-9 18,-4 1 651,0-1 1,-35 0-1,51-4-350,18 0-169,31 1 76,35 3-772,443 44-3501,-503-47 3579,0 1-1,0 0 1,-1 1 0,1 0 0,-1 0-1,16 9 1,-23-11 64,-2-1-5,1 0 1,0 0-1,0 1 0,0-1 0,0 0 0,0 1 1,-1-1-1,1 1 0,0-1 0,0 1 1,-1 0-1,1-1 0,0 1 0,-1 0 1,1-1-1,0 1 0,0 1 0,-2-1 11,0 0 0,-1 0 0,1 0 0,0 0 0,0 0 0,-1 0-1,1 0 1,0 0 0,-1-1 0,1 1 0,-1 0 0,1-1 0,-2 1 0,-44 17 536,0-3 1,0-1-1,-2-3 1,1-1-1,-1-3 1,-80 1-1,-71 7-863,175-14-2796,0-2-7150,0-5-5870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2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398 100 560,'12'-9'1104,"0"1"-1,1 0 0,24-10 1,-24 12 314,0 0-1,0-1 1,19-15 0,-29 20-815,-2 0-348,1 1-1,-1 0 0,0 0 0,1 0 1,-1 0-1,1 0 0,-1 0 0,1 0 0,0 0 1,-1 1-1,1-1 0,2 0 0,-42 17 9686,-30 26-8996,29-17 18,-45 21-270,42-24-318,-77 54 0,112-71-346,-70 59 170,69-56-167,0-1-1,1 1 1,0 0 0,0 1-1,1 0 1,-9 15 0,6 16 153,5-20-102,-1 7 2,0-5-1,1 1 0,-2 46 1,5-23-483,0-5 809,7 63 0,-4-90-968,0 0-1,2-1 0,4 14 0,-5-18-562,1-1 1,0 0-1,0 0 1,1-1-1,9 13 1,-10-16-723,1 1 0,0-1 0,0 0 1,0 0-1,0-1 0,12 6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2.8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83 1601,'0'-56'15487,"0"55"-15270,0-1 0,0 1 0,1 0-1,-1-1 1,1 1 0,-1 0 0,1 0 0,0 0 0,-1 0 0,1-1 0,0 1 0,0 0 0,0 0 0,0 0-1,0 1 1,0-1 0,0 0 0,0 0 0,0 0 0,0 1 0,0-1 0,0 1 0,1-1 0,-1 1 0,0-1-1,0 1 1,1 0 0,-1-1 0,0 1 0,3 0 0,41-1 1383,-44 1-1602,0 0 1,0 0-1,0 0 0,0 0 1,0 1-1,0-1 1,0 0-1,0 0 1,0 1-1,0-1 1,0 1-1,0-1 1,0 1-1,0-1 1,0 1-1,0 0 0,0-1 1,0 1-1,-1 0 1,1 0-1,0 0 1,0 0-1,-1-1 1,1 1-1,-1 0 1,1 0-1,-1 0 1,1 0-1,-1 0 0,0 0 1,1 1-1,-1-1 1,0 0-1,0 0 1,0 0-1,0 0 1,0 0-1,0 0 1,0 0-1,0 0 1,0 1-1,0-1 0,-1 0 1,1 0-1,0 0 1,-1 0-1,1 0 1,-1 0-1,1 0 1,-1 0-1,-1 1 1,-1 2-68,-1 1 1,0-1 0,0 1-1,0-1 1,-1 0 0,1-1 0,-1 1-1,0-1 1,0 0 0,-1 0 0,1-1-1,-7 3 1,8-3-5,-16 6 3,-1-1 0,1-1 0,-1 0 0,-31 3 0,15-3 1154,37-6-1078,0 0 1,0 0-1,0 0 0,0 0 1,0 0-1,0 1 1,0-1-1,0 0 0,0 0 1,0 0-1,0 0 1,0 0-1,0 0 0,0 0 1,0 0-1,0 0 1,0 0-1,0 0 0,0 1 1,0-1-1,0 0 1,0 0-1,0 0 0,0 0 1,11 3 42,1 0 1,0-1-1,0-1 0,19 1 1,16 3 130,-28 0-165,0 0 0,-1 1 1,35 17-1,-46-20 12,-1 1 0,0-1 0,0 1 0,0 0 0,-1 0 0,1 0 0,-1 1 0,0 0 0,0 0 0,0 1 0,-1-1 0,0 1 1,0 0-1,4 9 0,-7-12 24,0-1 1,-1 1 0,0-1 0,1 1 0,-1-1 0,0 1-1,0-1 1,-1 1 0,1 0 0,0-1 0,-1 1 0,1-1-1,-1 1 1,0-1 0,0 0 0,0 1 0,0-1 0,-1 0-1,1 0 1,0 1 0,-1-1 0,0 0 0,-1 2-1,-6 4 215,0 1-1,-1-1 1,-16 11-1,4-3 258,13-8-317,0-1 0,0 0 0,0 0 0,-1-1 0,0 0 0,0-1 0,0 0 0,-14 4 0,-17 5 422,-82 15 1,106-27-1239,1-1-1,-31-1 0,38 0-298,-1-1 0,1-1 0,-1 0 0,1 0 0,-16-7-1,22 7-152,0 1 0,0-1-1,0 0 1,0 0 0,0 0 0,0-1-1,1 1 1,-1 0 0,1-1-1,-3-4 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3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0 1281,'-217'115'13228,"60"-29"-6567,148-82-6397,-6 4 393,0 0 0,1 0-1,0 2 1,-19 15 0,-58 37 1237,88-61-1864,1 1-1,0-1 1,0 1-1,0 0 1,0-1 0,1 1-1,-1 0 1,0 0-1,1 1 1,-1-1 0,1 0-1,0 0 1,0 1-1,0-1 1,0 0-1,0 1 1,0-1 0,1 1-1,-1 0 1,1-1-1,0 1 1,-1 3-1,2-4-7,-2 0-1,1 0 1,0 0-1,0 0 0,-1 0 1,1 0-1,-1 0 1,1 0-1,-1-1 0,0 1 1,0 0-1,0 0 1,0-1-1,0 1 0,0-1 1,-2 3-1,2-3-5,-1 1-1,1-1 1,0 1-1,0-1 1,0 1-1,0-1 1,0 1-1,1 0 1,-1 0-1,0-1 1,1 1-1,-1 0 1,1 0-1,0 0 0,0 0 1,-1 2-1,1 6 49,0-7-59,-1 0 0,1 0 0,0-1 0,0 1 0,0 0 0,0 0 0,1-1 0,-1 1-1,1 0 1,-1 0 0,1-1 0,0 1 0,0-1 0,0 1 0,0-1 0,1 1 0,-1-1 0,1 0 0,-1 1 0,1-1-1,0 0 1,0 0 0,0 0 0,3 2 0,-2-2 0,-2-1-5,1 0 1,-1 0-1,1 0 0,-1 0 1,1 0-1,-1 0 1,0 0-1,0 0 0,1 1 1,-1-1-1,0 1 0,0-1 1,0 1-1,-1-1 1,1 1-1,0-1 0,-1 1 1,1 0-1,-1-1 0,1 1 1,-1 0-1,0 2 1,1-3-4,-1 0 1,0 0 0,0 1 0,1-1 0,-1 0 0,1 0 0,-1 0-1,1 0 1,-1 0 0,1 0 0,-1 0 0,1 0 0,0 0 0,0 0-1,0 0 1,-1-1 0,1 1 0,0 0 0,0 0 0,0-1 0,0 1-1,0-1 1,0 1 0,0-1 0,1 1 0,-1-1 0,0 1 0,1-1-1,37 7-85,-30-6 78,8 2-301,-1-1 0,0 0 0,1-1-1,-1-1 1,27-3 0,-42 3 290,-1 0 1,1 0-1,-1-1 1,0 1-1,1 0 1,-1-1-1,0 1 1,1 0-1,-1-1 0,0 1 1,0-1-1,1 1 1,-1 0-1,0-1 1,0 1-1,0-1 1,1 1-1,-1-1 1,0 1-1,0 0 0,0-1 1,0 1-1,0-1 1,0 1-1,0-1 1,0 1-1,0-1 1,0 1-1,0-1 1,0 1-1,-1-1 0,-4-14 65,0 11-5,0 1 1,0 0-1,0 0 0,-1 0 0,1 1 0,-1 0 0,0 0 1,0 0-1,-7-1 0,-4-2 63,-154-33-124,63 20-4251,82 13 1049,18 2 146,30-6-11096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4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2481,'0'-11'18008,"0"17"-14166,0 4-2401,0 1-401,25 21 1,-25 20-81,20-10-560,-20-27-480,25 1-320,0 5-2161,0 1-5123,0-12-3120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4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25 131 4882,'0'-5'6803,"-25"0"-160,25-1-2481,25 1-2081,0 0-1040,25-1-321,0-8-240,25-2-320,75-16-2801,-5-5-8644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5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594 1 1040,'-9'1'1082,"0"0"0,1 1 0,-1 0 0,0 1-1,1 0 1,-1 0 0,1 1 0,0 0-1,0 0 1,0 1 0,-9 7 0,-22 12 1850,-18 4-455,36-19-1818,0 1 0,1 1-1,0 1 1,1 1 0,-19 15 0,-29 30 2113,38-35-1937,-25 28 0,48-45-708,-4 4-19,1-1 0,0 2 0,0-1-1,1 1 1,-11 22 0,-6 28 425,24-60-521,1 0-1,-1 0 1,1 0 0,-1 0-1,1 0 1,0 0-1,0 1 1,0-1-1,0 0 1,0 0-1,0 0 1,0 0 0,0 1-1,0-1 1,0 0-1,0 0 1,1 0-1,-1 0 1,1 0 0,-1 0-1,1 0 1,-1 0-1,1 0 1,-1 0-1,1 0 1,1 2-1,27 19-52,-17-14-3,-2-2-16,-1-1 0,1 0 1,0-1-1,0 1 0,0-2 0,0 0 0,1 0 1,0-1-1,-1 0 0,22 1 0,-19-3-22,-1 0 0,1 0-1,0-1 1,-1-1 0,1 0-1,-1-1 1,0 0 0,0-1 0,18-8-1,-25 8 158,0 1 0,-1-1 0,1 0 0,-1-1-1,0 1 1,0-1 0,-1 1 0,6-11-1,-6 10 27,-2 5-83,-1-1 1,0 0-1,1 0 0,-1 0 0,0 0 0,0 0 0,1 0 1,-1 0-1,0 0 0,0 0 0,0 0 0,0 0 1,0 0-1,0 0 0,-1 1 0,1-1 0,0 0 1,0 0-1,-1 0 0,1 0 0,0 0 0,-1 0 1,1 0-1,-1 1 0,1-1 0,-1 0 0,0 0 1,1 1-1,-1-1 0,0 0 0,1 1 0,-1-1 1,0 1-1,0-1 0,-1 0 0,-38-20 248,25 16-1002,0 0 1,0 1-1,-25-3 1,4 1-5674,34 5 5224,-15-3-3398,17 4 4427,0 0 0,-1 0 0,1 0 0,0 0 1,0-1-1,-1 1 0,1 0 0,0 0 0,0 0 0,-1 0 0,1-1 0,0 1 1,0 0-1,0 0 0,0 0 0,-1-1 0,1 1 0,0 0 0,0 0 0,0-1 1,0 1-1,0 0 0,0-1 0,-1 1 0,1 0 0,0 0 0,0-1 0,0 1 1,0 0-1,0-1 0,0 1 0,0 0 0,0 0 0,1-1 0,-1 1 1,0 0-1,0-1 0,0 1 0,0 0 0,0 0 0,0-1 0,0 1 0,1 0 1,-1 0-1,0 0 0,0-1 0,0 1 0,0 0 0,1 0 0,-1 0 0,1-1 1,19-14-5235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5.8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400 4 240,'4'-4'8911,"-2"5"-8740,-1-1 1,0 0-1,0 0 1,0 0-1,0 0 1,0 1-1,0-1 0,0 0 1,0 1-1,-1-1 1,1 1-1,0-1 1,0 1-1,0 0 0,1 0 1,-1 1 286,0 1-1,-1-1 1,1 0-1,-1 0 1,1 0 0,-1 0-1,1 0 1,-1 1 0,0-1-1,-1 4 1,1 4 896,-1 0 1,-1 0-1,0 0 1,-5 16-1,4-19-1016,1 0 1,0 1-1,0 0 0,0-1 0,1 1 1,1 0-1,-1 0 0,1 0 1,0 0-1,1 0 0,2 12 0,2-6-232,3 20 175,-15 2 80,1-15-122,0 15 166,3-18-186,0-1 0,-2 0 0,-7 20 0,1-7 173,-2-1 0,-1-1 1,-1 0-1,-32 43 0,-73 97 387,111-158-866,4-3-506,-1 0 0,0-1 1,-1 1-1,-9 7 0,12-12 21,0 0-1,0 0 1,0 0 0,0 0 0,0-1-1,0 0 1,0 1 0,-1-2 0,1 1 0,0 0-1,-1-1 1,-5 0 0,-36-4-12581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08.9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399 423 480,'0'7'3866,"1"18"4336,-6-13-6824,2-10-1166,1 0-1,-1 0 0,1 0 0,0 1 1,0-1-1,0 1 0,0-1 0,-2 4 1,1-1 151,-1 1 1,0-1-1,0-1 0,0 1 1,-5 4-1,-8 5 374,-35 31 848,49-42-1501,1-1-1,-1 1 1,1 0-1,0 0 1,0 1-1,0-1 1,0 0 0,0 1-1,1-1 1,-1 1-1,1-1 1,0 1-1,0 0 1,0 6-1,1-7 8,-1 0 0,1 1-1,-1-1 1,1 1 0,-1-1-1,0 0 1,-1 0 0,1 1-1,0-1 1,-1 0 0,-2 3 0,-3 8 194,-18 45 476,24-55-715,0-1 0,0 1 0,0 0 1,1-1-1,-1 1 0,1 0 0,0 0 1,0 0-1,1 6 0,0-6-13,0-1-1,-1 1 1,0-1 0,0 1-1,0-1 1,-1 1-1,1-1 1,-1 1-1,1-1 1,-1 1 0,-2 4-1,-4 3 2,5-8-19,0-1 0,1 1-1,-1-1 1,1 1 0,0 0 0,0-1 0,0 1 0,0 0 0,0 0-1,1 0 1,-1 0 0,1 5 0,0-4-5,-1 0 0,1 0 1,-1 0-1,0 0 0,0 0 0,0 0 0,-1 0 0,1 0 1,-4 4-1,3-4 4,0 0-1,1-1 1,-1 1 0,1 0 0,0 0 0,0 0 0,0 0-1,1 0 1,-1 5 0,1 4 34,1-9-34,-1 0 0,0 0 0,0-1 0,0 1 0,-1 0 0,1 0 0,-1 0 0,-2 6 0,-11 23 88,10-19-18,-2 0 1,0 0-1,-1 0 1,0-1-1,-1 0 1,-11 14-1,16-23-64,0-1 0,1 1 0,-1-1-1,1 1 1,0 0 0,0 0 0,0 0-1,0 0 1,1 0 0,0 0 0,0 1 0,0-1-1,0 0 1,1 1 0,0-1 0,-1 1 0,2-1-1,0 7 1,-1-1 44,-1-9-56,1 1 0,0-1-1,-1 1 1,0-1-1,1 0 1,-1 1-1,0-1 1,0 0 0,1 1-1,-1-1 1,0 0-1,0 0 1,0 0-1,-2 1 1,2-1-5,0-1-1,0 1 1,0-1 0,1 1 0,-1-1 0,0 1-1,0 0 1,1-1 0,-1 1 0,1 0-1,-1-1 1,1 1 0,-1 0 0,1 0-1,-1 0 1,1-1 0,-1 1 0,1 0-1,0 0 1,0 0 0,-1 0 0,1 0-1,0 0 1,0 0 0,0-1 0,0 1 0,0 0-1,0 0 1,0 0 0,0 0 0,1 0-1,-1 0 1,0 0 0,0 0 0,1-1-1,-1 1 1,1 0 0,-1 0 0,1 0-1,0 1 1,4 3 0,-4-4 1,1 0-1,-1 0 0,0 1 1,1-1-1,-1 1 0,0-1 1,0 1-1,0-1 0,0 1 1,0 0-1,-1 0 0,1-1 1,0 1-1,-1 0 0,1 0 1,-1 0-1,0-1 0,0 1 1,0 0-1,0 0 1,0 0-1,0 3 0,1 10 6,-1-11 9,1-1 1,-1 1 0,0-1 0,0 1 0,0-1 0,0 1 0,0-1-1,-1 1 1,0-1 0,0 1 0,0-1 0,-1 4 0,-4-2-1,5-4-16,0-1 0,1 0-1,-1 1 1,0-1 0,0 1-1,1-1 1,-1 1 0,0 0-1,1-1 1,-1 1 0,0 0-1,1-1 1,-1 1 0,1 0-1,-1 0 1,1-1-1,0 1 1,-1 0 0,1 0-1,0 0 1,-1 0 0,1 0-1,0-1 1,0 1 0,0 0-1,0 0 1,0 0 0,0 0-1,0 0 1,0 0 0,0 0-1,0 0 1,1-1 0,-1 1-1,0 0 1,1 1 0,5 6 18,-5-6-21,0-1-1,0 1 1,1-1-1,-1 1 1,0-1 0,0 1-1,0 0 1,-1-1-1,1 1 1,0 0 0,-1 0-1,1 0 1,-1-1-1,0 1 1,1 0 0,-1 0-1,0 0 1,0 0-1,0 0 1,0 0 0,-1 0-1,1 0 1,-1 3-1,-8 11-43,7-13 51,1 0 1,-1 1 0,1-1-1,-1 1 1,1-1-1,0 1 1,0-1-1,1 1 1,-1-1 0,1 1-1,0 0 1,0 5-1,-1-6 11,1-1 0,-1 1 0,1-1 0,-1 1 0,0-1 0,0 1 0,0-1 0,0 0 0,0 1 0,-3 2 0,3-4-16,0 1-1,-1-1 1,1 1 0,0-1-1,1 1 1,-1-1-1,0 1 1,0 0-1,1 0 1,-1-1 0,1 1-1,-1 0 1,1 0-1,0 0 1,0-1-1,0 1 1,0 0 0,0 0-1,0 0 1,0-1-1,1 1 1,0 3-1,5 6-76,-4-7 84,0 0 0,0 1 0,0-1 1,-1 0-1,1 1 0,-1-1 0,0 1 0,0-1 0,-1 1 1,1 8-1,-1-11-2,0 0 1,0 0-1,1 0 1,-1 0 0,0 0-1,1 0 1,0 0-1,-1 0 1,1 0-1,0 0 1,0 0-1,0 0 1,0-1-1,1 1 1,0 1 0,0-1 0,-1-1 0,0 1 0,0-1 1,0 1-1,0 0 0,0 0 0,0-1 1,0 1-1,0 0 0,-1 0 0,1 0 1,-1 0-1,0 0 0,1 4 0,2 28 13,-2-32-14,0 0 0,1-1 0,-1 1 0,0 0 0,1 0 0,-1-1 0,1 1 0,0 0 0,3 1 0,-5-2-4,0-1 0,1 0-1,-1 0 1,1 0 0,-1 1-1,0-1 1,1 0 0,-1 1-1,0-1 1,1 0 0,-1 1-1,0-1 1,1 0 0,-1 1-1,0-1 1,0 1 0,0-1-1,1 0 1,-1 1 0,0-1-1,0 1 1,0-1 0,0 1-1,0-1 1,0 1 0,0-1-1,0 1 1,0-1 0,0 1-1,0-1 1,0 0 0,0 1-1,0-1 1,-1 2 0,-12 7 27,-1 0-21,14-8-8,0-1 0,-1 1 0,1-1 0,0 1 0,0-1 0,0 1 0,0-1 0,0 0 0,0 1 0,0-1-1,0 1 1,0-1 0,0 1 0,0-1 0,0 1 0,0-1 0,0 1 0,0-1 0,1 0 0,-1 1 0,0-1 0,0 1 0,0-1-1,1 0 1,-1 1 0,0-1 0,1 0 0,-1 1 0,0-1 0,1 0 0,-1 1 0,0-1 0,1 0 0,0 1 0,0-1 0,0 2-2,1-1 0,0 0 0,-1 1 0,1-1 0,-1 1 0,1 0 0,-1-1 0,0 1 0,0 0 0,0 0 0,0-1 0,0 1 0,0 0 0,0 0 0,-1 0 0,1 0 0,-1 0 0,1 1 0,-1-1 0,0 0 0,0 0 0,0 0 0,0 0 0,0 0 0,0 0 0,-1 3 0,1-3 13,0 0 0,0 0-1,0 0 1,1 0 0,-1 0 0,1 0-1,-1 0 1,1 0 0,0 0-1,0 0 1,0 0 0,0-1 0,0 1-1,0 0 1,3 2 0,-3-3 1,0 1 1,0-1 0,0 1-1,0-1 1,0 1-1,0 0 1,0-1 0,0 1-1,-1 0 1,1 0 0,0 0-1,-1 0 1,0 0 0,1 0-1,-1 2 1,0 120 534,0-122-482,1 0 1,0 0 0,0 0 0,0 0 0,0 0-1,0 0 1,0 0 0,0 0 0,0 0-1,1-1 1,-1 1 0,1-1 0,0 1 0,-1-1-1,1 1 1,0-1 0,0 0 0,0 0-1,-1 0 1,4 1 0,10 8 60,35 21-406,-47-29 252,0 0 0,1 0 1,-1 0-1,1-1 0,0 0 0,-1 0 0,1 0 1,0 0-1,0 0 0,4 0 0,-4-1 36,1 1 1,-1-1-1,0 1 0,1 1 0,-1-1 0,0 0 1,5 4-1,3 0 73,0 1 0,0-1 0,15 3 0,27 13 62,-34-10-98,-12-8-40,0 1 0,-1 1 0,1 0 0,-1 0 0,0 0 0,10 11 0,-13-14 3,0 1 0,0-1 0,1 0 0,-1-1 0,1 1 0,-1-1 0,1 1 0,7 0 0,8 3-14,134 34-60,180 21 465,-31-7-11,-261-45-341,1-3 0,81 0 0,84-17-371,-134 5 518,0 3 1,139 11-1,-94 13 589,228 69 0,-337-87-783,0 0 0,0 0 0,0-1 0,1-1 0,-1 0 0,0 0 0,1-1 0,-1 0 0,0-1 0,0 0 0,0-1 0,0 0 0,0 0 0,-1-1 0,1 0 0,8-6 0,-13 7 0,-1 1 0,1-1 0,0 1 0,1 1 0,-1-1 0,0 1 0,0 0 0,1 0 0,-1 0 0,9 1 0,21-3 0,-3-2 0,30-3 0,64 0 0,-17 8 0,343-10 0,-349 4 0,49-6 0,331-85 0,-151 11 0,97-20 0,-334 88 0,425-65 0,-225 58 0,-101 6 0,-13 1 0,-42 9 0,242-4 0,-208 14 0,-76-3 0,158 20 0,-60-8 0,-140-12 0,64-12 0,-43 4 0,369-53 0,-198 39 0,122-15 0,-16-16 0,-286 39 0,0-2 0,-2-4 0,79-38 0,79-27 0,-15 11 0,-145 52 0,-61 23 0,0-7 0,-2 6 0,4-4 0,1 3 0,-4 3 0,0-1 0,0 1 0,0-1 0,0 0 0,0 1 0,0-1 0,0 0 0,-1 0 0,1 0 0,0 0 0,0 1 0,-1-1 0,1 0 0,0 0 0,-1 0 0,1-1 0,-1 1 0,1 0 0,-1 0 0,1 0 0,-1 0 0,0 0 0,0-1 0,0 1 0,0 0 0,0 0 0,0-2 0,0 2 0,0-1 0,0 1 0,1 0 0,-1 0 0,0-1 0,1 1 0,-1 0 0,0 0 0,1 0 0,-1-1 0,1 1 0,0 0 0,-1 0 0,1 0 0,0 0 0,0 0 0,0 0 0,0 1 0,1-3 0,7-7 0,1-10 0,9-11 0,-15 27 0,25-31 0,34-50 0,-62 82 0,1 0 0,-1 0 0,-1 0 0,1 0 0,0-1 0,-1 1 0,1 0 0,-1 0 0,0-1 0,0 1 0,-1 0 0,0-5 0,0-5 0,1 10 0,-1 1 0,1 0 0,-1 0 0,0 0 0,0 0 0,0 0 0,0 0 0,0 0 0,0 0 0,0 1 0,-1-1 0,1 0 0,-1 1 0,1-1 0,-1 1 0,0-1 0,1 1 0,-1 0 0,0 0 0,-3-2 0,-46-21 0,35 17 0,-113-50 0,125 55 0,-2-1 0,1 0 0,-1 0 0,0 0 0,1 0 0,0-1 0,0 0 0,0 0 0,1 0 0,-1 0 0,1-1 0,0 0 0,0 0 0,1 0 0,-5-8 0,-34-30 0,34 24 0,6 16 0,1-1 0,-1 1 0,1 0 0,-1 0 0,0 0 0,0 0 0,-1 0 0,-3-4 0,-8-5 0,-2 0 0,0 1 0,0 0 0,-1 1 0,-19-8 0,-23-13 0,12 12 0,41 18 0,0-1 0,1 0 0,-1 0 0,1 0 0,0-1 0,-7-4 0,3 0 0,0 1 0,-1 0 0,0 0 0,-1 1 0,-19-6 0,-20-15 0,-11-1 0,26 10 0,27 13 0,-1-1 0,1 0 0,0-1 0,0 0 0,-9-8 0,-25-18 0,42 31 0,-1 0 0,1 1 0,-1-1 0,1 0 0,0 0 0,-1 1 0,1-1 0,-1 0 0,1 0 0,0 0 0,0 0 0,0 1 0,-1-1 0,1 0 0,0 0 0,0 0 0,0 0 0,0 0 0,0 0 0,1 1 0,-1-1 0,0 0 0,0 0 0,1 0 0,-1 0 0,0 1 0,1-1 0,-1 0 0,0 0 0,1 1 0,0-2 0,145-88 0,-109 71 0,-33 17 0,1 0 0,-1 0 0,1-1 0,-1 1 0,0-1 0,0 0 0,0 0 0,4-5 0,14-4 0,-21 12 0,0 0 0,1 0 0,-1-1 0,0 1 0,0-1 0,0 1 0,0-1 0,0 1 0,0-1 0,0 1 0,0-1 0,0 0 0,0 0 0,0 0 0,0 1 0,0-1 0,0 0 0,-1 0 0,1 0 0,0 0 0,-1 0 0,1 0 0,-1-1 0,1 1 0,-1 0 0,0 0 0,1 0 0,-1 0 0,0-1 0,0 1 0,0 0 0,0 0 0,0-3 0,0 4 0,0-1 0,-1 0 0,1 1 0,-1-1 0,1 1 0,-1-1 0,1 1 0,-1 0 0,1-1 0,-1 1 0,0-1 0,1 1 0,-1 0 0,0 0 0,1-1 0,-1 1 0,0 0 0,1 0 0,-1 0 0,0 0 0,1-1 0,-1 1 0,0 0 0,0 1 0,-13-5 0,3 0 0,6 3 0,0 0-1,1-1 1,-1 0-1,1 0 1,0 0-1,-1-1 1,1 1 0,0-1-1,0 0 1,0 0-1,-4-4 1,1-5-59,5 8 53,-1-1 0,0 0 0,0 1 0,0 0 0,0 0 0,0 0 0,-1 0 0,0 1 0,0-1 0,0 1 0,0 0 0,0 0 1,-1 0-1,1 1 0,-1 0 0,-9-4 0,-65-19 44,33 9-23,20 5 73,21 8-90,0 1-1,-1 0 1,1 0 0,-1 0 0,1 1-1,-12-2 1,-82-3-470,71 3 576,-38 1 0,-11 0 88,-315-2-498,189 9 439,8-5-267,-110 11 121,-57 3-180,250-8 292,-285 0 43,333-6 103,-121-10-296,112 4 188,-84 0-394,-107-9 81,74 1 528,14 1-258,56 2-54,43-3-40,49 7 0,-29-8 1,35 8-3,-1 1 1,1 1-1,-33-3 1,-110-4-34,-35-2 75,188 12-40,0 1 0,0 1 0,-13 0 0,-19 2 0,-72-2 0,-147-21 0,47 1 0,-424-34 0,565 46 0,-1 5 0,1 2 0,-84 11 0,3-2 0,-73 8 0,-41 5 0,120-10 0,-420 57 0,503-58 0,1 3 0,-117 41 0,175-50 0,-1-1 0,1-1 0,0 1 0,-1-2 0,0 1 0,0-1 0,-9 0 0,-12 1 0,-91 19 0,37-2 0,18-3 0,56-14-46,5 0-45,1-1-1,-1 0 1,1-1-1,-1 1 1,0-1-1,0 0 1,1 0 0,-1 0-1,0-1 1,1 0-1,-1 0 1,1 0-1,-5-2 1,-1 1 200,0 0 0,0 1 0,0 0 0,-11 0 0,-14-2 66,-29-1-321,-2 4-3389,21 1-2075,4-3-3387,12 2 486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18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62 184 3602,'0'-6'2809,"1"-27"6176,-6 20-6199,2 11-2758,2 2 90,0 0 0,0-1 1,0 1-1,0 0 1,0-1-1,0 1 1,0-1-1,0 0 1,1 1-1,-1-1 1,0 0-1,0 1 0,0-1 1,1 0-1,-1 0 1,1 0-1,-1 0 1,0 0-1,1 1 1,-1-1-1,1 0 0,0 0 1,-1 0-1,1 0 1,0 0-1,0 0 1,0-1-1,-1 1 1,1 0-1,0 0 1,0 0-1,1 0 0,-1-2 1,0 2-29,1 0-1,-1 0 1,1 0 0,-1 0-1,1 1 1,0-1 0,-1 0 0,1 0-1,0 0 1,-1 1 0,1-1 0,0 0-1,0 1 1,0-1 0,0 1-1,0-1 1,0 1 0,0-1 0,0 1-1,1-1 1,2-1 267,4-4 67,1 1 0,0 0 0,0 0 1,0 1-1,1 0 0,0 0 0,-1 1 0,1 1 1,11-3-1,29-4-84,-33 7-499,0-1 1,0-1-1,0-1 0,19-8 0,-32 12 106,-1 0 0,0 0 0,1 0 0,-1 1 1,1-1-1,-1 1 0,7 0 0,-10 0 51,0 0-1,0 0 1,0 0 0,-1 1 0,1-1 0,0 0 0,0 0 0,0 0 0,0 0 0,0 0-1,0 0 1,0 0 0,0 0 0,0 0 0,0 1 0,0-1 0,0 0 0,0 0 0,0 0-1,0 0 1,0 0 0,0 0 0,0 0 0,0 0 0,0 0 0,0 1 0,0-1 0,1 0-1,-1 0 1,0 0 0,0 0 0,0 0 0,0 0 0,0 0 0,0 0 0,0 0 0,0 0-1,0 0 1,0 0 0,0 0 0,0 0 0,0 1 0,1-1 0,-1 0 0,0 0-1,0 0 1,0 0 0,0 0 0,0 0 0,0 0 0,0 0 0,0 0 0,0 0 0,1 0-1,-1 0 1,0 0 0,0 0 0,0 0 0,0 0 0,0 0 0,-23 7 127,-8 0 605,1 2-1,-47 20 0,70-25-637,0-1 1,0-1-1,0 1 0,0-1 1,-1 0-1,-8 0 0,-25 8 36,41-9-127,-1-1 0,1 0 0,-1 1 0,1-1 0,0 0 0,-1 1 0,1-1 0,0 1 0,-1-1 0,1 1 0,0-1 0,0 1 0,-1-1 0,1 1 0,0 0 0,0-1 0,0 1 1,0-1-1,0 1 0,0-1 0,0 1 0,0-1 0,0 1 0,0 0 0,0-1 0,0 1 0,0-1 0,0 1 0,1-1 0,-1 1 0,0-1 0,1 2 0,-1-1 47,1 1 1,-1-1-1,0 1 0,1-1 0,-1 0 0,0 1 0,0-1 0,0 1 1,0-1-1,0 1 0,0-1 0,-1 1 0,1-1 0,0 0 1,-1 1-1,1-1 0,-1 0 0,0 1 0,1-1 0,-1 0 0,-1 2 1,-40 28 676,38-25-701,0 0 0,1 0 0,0 0-1,-1 0 1,-3 13 0,-1 3-20,7-20-4,0-1 0,0 1 0,0 0 0,0 0 0,1 0 0,-1-1 0,1 1 0,-1 0 0,1 0 0,0 0 0,-1 0 0,1 0 0,0 0 0,0 0 0,1 0 0,-1-1 0,1 4 0,1-2 0,1 0 0,0 0 0,0 0 0,0 0 0,1 0 0,-1-1 0,0 1 0,8 3 0,1 0-373,-1 0 1,1 0-1,1-1 0,-1-1 1,1 0-1,20 3 1,80 6-6061,-61-8 2356,2 1-7488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24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747 385 1121,'0'0'3068,"-4"1"133,3-1-2708,-13 2 1297,8 5 2423,5-6-3877,0-1 0,0 1 0,0 0 1,0 0-1,0-1 0,0 1 0,0-1 0,0 1 0,0-1 0,0 1 0,-1-1 0,1 0 0,0 1 0,0-1 0,0 0 0,-1 0 0,0 0 0,-23 3 2953,25-3-3217,0 0 0,-1 0 0,1 0 0,0 0 0,0 0 0,0 0 1,-1 0-1,1 0 0,0 0 0,0 0 0,0 0 0,0 0 0,-1 0 0,1 0 0,0 1 0,0-1 0,0 0 1,0 0-1,-1 0 0,1 0 0,0 0 0,0 1 0,0-1 0,0 0 0,0 0 0,0 0 0,0 0 0,0 1 0,-1-1 1,1 0-1,0 0 0,0 0 0,0 0 0,0 1 0,0-1 0,0 0 0,0 1 0,-3 5 817,-202 66 3200,69-27-2263,87-26-1826,15-5 0,-58 14 0,91-27 0,-1-1 0,1 0 0,0 0 0,0 1 0,0-1 0,0 1 0,0-1 0,-1 1 0,1-1 0,0 1 0,0 0 0,0-1 0,0 1 0,1 0 0,-1 0 0,0 0 0,0 0 0,0 0 0,1 0 0,-1 0 0,0 0 0,1 0 0,-1 1 0,-1 30 0,2-17 0,0-9 0,-1 0 0,0-1 0,0 1 0,0-1 0,-1 1 0,0-1 0,-3 8 0,-3 7 0,0 18 0,-9 0 0,9 1 0,-9-1 0,5 4 0,-9 21 0,12-47 0,8-15 0,-1 1 0,1 0 0,0 0 0,-1 0 0,1 0 0,0 1 0,0-1 0,1 0 0,-1 0 0,0 1 0,1-1 0,-1 0 0,1 1 0,0-1 0,0 1 0,0-1 0,0 0 0,0 1 0,0-1 0,1 0 0,-1 1 0,1-1 0,-1 0 0,3 5 0,2 0 0,0 1 0,1-1 0,0-1 0,9 9 0,15 19 0,-28-31 0,0 0 0,0 0 0,1-1 0,-1 1 0,1-1 0,-1 0 0,1 0 0,0 0 0,0 0 0,0 0 0,0-1 0,0 1 0,1-1 0,6 2 0,21 11 0,-23-10 0,0 0 0,1-1 0,-1 0 0,10 3 0,35 13 0,56 24 0,-26-13 0,-37-5 0,-39-20 0,1-1 0,-1 1 0,1-2 0,0 1 0,8 2 0,33 4 0,92 6 0,-111-15 0,-1-2 0,-1 0 0,36-8 0,19-1 0,35 4 0,177 12 0,-233 0 0,0 3 0,-1 3 0,0 2 0,100 39 0,-135-44 0,-11-4 0,0 1 0,28 16 0,-20-9 0,0 0 0,1-2 0,48 15 0,-37-18 0,-28-6 0,1 0 0,0 0 0,0-1 0,0 0 0,0-1 0,14 0 0,161-26 0,-41 4 0,-132 21 0,229-21 0,-202 21 0,0 1 0,0 2 0,0 2 0,61 14 0,-49-5 0,0-1 0,1-3 0,0-2 0,0-2 0,76-3 0,-111-3 0,-4 1 0,1 0 0,-1-1 0,0 0 0,21-6 0,-14 0 0,2 1 0,-1 1 0,22-2 0,-10 1 0,264-37 0,-174 23 0,-94 16 0,0-1 0,48-14 0,-72 18 0,0-1 0,0 1 0,-1-1 0,1 1 0,0-1 0,-1 0 0,1 0 0,3-4 0,16-10 0,6 2 0,1 1 0,1 1 0,53-14 0,-65 23 0,0 1 0,0 1 0,21 0 0,22-1 0,55 6 0,-60-1 0,93-6 0,-130-1 0,0 0 0,-1-1 0,21-8 0,231-81 0,-24 26 0,-240 65 0,22-6 0,35-6 0,-39 0 0,-21 12 0,1-8 0,-4 10 0,0 0 0,0 0 0,0 1 0,0-1 0,0 0 0,0 0 0,1 1 0,-1-1 0,0 0 0,0 0 0,1 1 0,-1-1 0,0 0 0,1 1 0,-1-1 0,0 0 0,2 0 0,0-2 0,1 0 0,-1 0 0,0-1 0,0 1 0,0 0 0,-1-1 0,1 1 0,-1-1 0,0 0 0,0 1 0,0-1 0,0 0 0,-1 0 0,1 1 0,-1-1 0,0 0 0,0 0 0,-1-6 0,1-158 0,0 165 0,0 0 0,0 0 0,1-1 0,0 1 0,0 0 0,0 0 0,0 0 0,0 0 0,0 0 0,4-5 0,-3 5 0,0 0 0,-1 0 0,0 0 0,1 0 0,-1 1 0,0-2 0,-1 1 0,1 0 0,0 0 0,0-6 0,-1 7 0,0 0 0,0 1 0,0-1 0,0 0 0,1 1 0,-1-1 0,0 1 0,1-1 0,0 0 0,-1 1 0,1-1 0,0 1 0,0-1 0,0 1 0,0 0 0,0-1 0,2-1 0,-2 2 0,1 0 0,-1-1 0,0 1 0,0 0 0,0-1 0,-1 1 0,1-1 0,0 1 0,0-1 0,-1 1 0,1-1 0,-1 1 0,1-1 0,-1 1 0,0-1 0,0 0 0,1-3 0,-1-3 0,0-1 0,0 0 0,-1 1 0,0-1 0,-1 1 0,1-1 0,-2 1 0,1-1 0,-1 1 0,0 0 0,-6-10 0,-2 0 0,2 0 0,0 0 0,-8-29 0,-8-35 0,23 77 0,0 0 0,0 0 0,0 1 0,-1-1 0,0 0 0,0 1 0,0-1 0,0 1 0,-1 0 0,0 0 0,1 1 0,-7-6 0,-20-19 0,22 21 0,1 1 0,-1 0 0,0 0 0,0 0 0,-1 1 0,0 0 0,0 1 0,0 0 0,0 1 0,0-1 0,-1 2 0,-12-3 0,-204-35 0,6 1 0,38-9 0,111 27 0,-1 4 0,-98-13 0,47 16 0,59 6 0,-73-1 0,-143 23 0,181-7 0,27-3 0,0-4 0,-129-15 0,142 6 0,-4-2 0,-1 3 0,-112 0 0,36 9 0,5 2 0,-161 12 0,177-8 0,83-3 0,0-2 0,-51-3 0,-79-4 0,157 5 0,-20 0 0,-17 0 0,16 2 0,-39 7 0,2 0 0,-95 9 0,45-3 0,-83 1 0,163-10 0,-70 20 0,31-6 0,44-11 0,-38 17 0,42-15 0,-38 10 0,-42 7 0,82-23 0,-10 2 0,0 2 0,-61 23 0,93-31 68,0-1 0,0 1 0,0 0 0,0-1 0,0 0 0,0 0 0,0 0 0,0 0 0,0-1 0,-5-1 0,7 2-327,-1-1-1,1 1 1,-1-1 0,1 0 0,-1 0 0,1 0 0,-1 0 0,1 0 0,0 0 0,0-1 0,0 1-1,0-1 1,0 1 0,0-1 0,0 0 0,0 0 0,0 0 0,-1-3 0,2 1-2385,0 0 0,0-1 0,0 1 0,1 0 0,0-1 0,0-6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30.8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1144 272 880,'1'4'8617,"-6"2"-5668,-79 8 6655,-7-5-5938,0 0-2650,43-6-202,39-4-725,-1 2 0,0-1 0,1 1 0,-1 1 0,0-1 0,1 2-1,0-1 1,-17 8 0,-3 4 184,-40 13 0,17-7-112,36-13-139,-27 9 66,1 3 0,1 1 0,-62 42 0,57-33-284,36-24 115,0 1 1,1 0-1,0 1 0,0 0 1,0 0-1,-10 13 0,16-17 54,-32 43-293,-81 79 0,114-124 313,0 1 1,0-1-1,0 1 0,0 0 0,1 0 0,-1-1 0,1 1 0,-1 0 0,1 1 0,0-1 0,0 0 0,0 0 0,0 0 0,0 1 0,0-1 0,0 0 0,1 1 0,-1-1 0,1 1 0,0 3 0,0-4 8,0 0 1,0 1-1,-1-1 1,1 0-1,0 0 1,-1 0-1,0 0 1,1-1-1,-1 1 1,0 0-1,0 0 1,0 0-1,0 0 1,0-1-1,-3 4 1,3-4 0,0 1 1,-1-1 0,1 1-1,0-1 1,0 1 0,0 0-1,1 0 1,-1-1 0,0 1-1,1 0 1,-1 0 0,1 0-1,-1 0 1,1 0 0,0 3-1,-1 12 19,0-13-16,0 0 0,1 0 0,0 0 0,0 1 0,0-1 0,0 0 0,1 1 0,0-1 0,-1 0 0,1 0-1,3 6 1,1-3-48,-3-5 51,0 0 0,-1-1 0,1 1 0,-1 0 0,0 1 0,0-1 0,0 0-1,0 0 1,0 0 0,0 1 0,0-1 0,-1 0 0,1 1 0,-1-1 0,0 1 0,0-1-1,0 0 1,0 5 0,0-6 0,0 0 0,0 0 0,0 0 0,0 0 0,0 0 0,1 0 0,-1 0 0,0 0 0,1 0 0,-1 0 0,0 0 0,1-1 0,0 1-1,-1 0 1,1 0 0,-1 0 0,1-1 0,0 1 0,-1 0 0,1 0 0,0-1 0,0 1 0,0-1 0,1 2 0,6 4 60,17 26 972,-22-16-733,-3-15-299,0 1 0,0-1-1,0 1 1,0-1-1,0 0 1,1 1 0,-1-1-1,0 0 1,1 1 0,-1-1-1,1 0 1,-1 1-1,2 0 1,2 3-4,1 3 20,0 0 0,1-1-1,0 1 1,0-2 0,8 8 0,36 35 256,-40-41-201,0-1-1,1-1 1,0 0 0,0 0-1,0-1 1,1-1 0,-1 0-1,1 0 1,18 2 0,39 7 280,-34-8 90,0 2 1,67 23-1,-95-28-445,0 1-1,0-1 0,0 0 0,0 0 1,0-1-1,8 1 0,32 5-7,-4 3 4,55 19 0,-79-22 0,-1 1 0,0 1 0,0 0 0,-1 1 0,19 15 0,-20-13 0,1 0 0,29 15 0,-25-9 0,-19-16 0,0 0 0,0 0 0,0 0 0,1 0 0,-1 0 0,0 0 0,1 0 0,0-1 0,-1 1 0,1-1 0,3 1 0,19 5 0,-15-5 0,0 0 0,0 1 0,0 1 0,-1-1 0,13 8 0,-11-7 0,0 0 0,0-1 0,0 0 0,1-1 0,-1 0 0,1-1 0,13 0 0,-4 1 0,123 12 0,-22-1 0,178-4 0,-234-9 0,43-5 0,-85 1 0,1-1 0,-1-2 0,0 0 0,-1-2 0,25-12 0,103-62 0,-129 70 0,136-90 0,-128 85 0,1 2 0,0 0 0,63-19 0,-13 4 0,-26 9 0,39-19 0,-40 4 0,50-30 0,-37 22 0,-19 9 0,-45 34 0,-1 0 0,0 0 0,0 0 0,0 0 0,0-1 0,0 1 0,0-1 0,-1 1 0,1-1 0,-1 0 0,0 1 0,0-1 0,0 0 0,0 0 0,1-6 0,-2 8 0,0 0 0,0 0 0,0 0 0,0 0 0,0 0 0,1 0 0,-1 0 0,0 0 0,1 0 0,-1 0 0,0 0 0,1 0 0,-1 1 0,1-1 0,0 0 0,-1 0 0,1 0 0,0 1 0,-1-1 0,1 0 0,0 1 0,0-1 0,0 0 0,1 0 0,6-5 0,-1-7 0,-5 11 0,-1-1 0,1 1 0,0-1 0,0 1 0,0-1 0,0 1 0,0 0 0,5-3 0,8-8 0,-1-1 0,22-25 0,-25 25 0,1 1 0,21-18 0,16-7 0,-46 35 0,0 0 0,1 1 0,-1 0 0,0-1 0,1 1 0,-1 0 0,1 1 0,-1-1 0,6-1 0,2-2 0,-11 5 0,0 0 0,1 0 0,-1 0 0,0 0 0,0 0 0,1 0 0,-1 0 0,0 0 0,0 0 0,0 0 0,1 0 0,-1 0 0,0 0 0,0-1 0,0 1 0,0 0 0,1 0 0,-1 0 0,0 0 0,0 0 0,0-1 0,0 1 0,0 0 0,1 0 0,-1 0 0,0-1 0,0 1 0,0 0 0,0 0 0,0 0 0,0-1 0,0 1 0,0 0 0,0 0 0,0 0 0,0-1 0,0 1 0,0 0 0,0 0 0,0 0 0,0-1 0,0 1 0,0 0 0,0 0 0,0 0 0,0-1 0,0 1 0,0 0 0,-1 0 0,1 0 0,0-1 0,0 1 0,0 0 0,0 0 0,0 0 0,-1 0 0,1-1 0,0 1 0,0 0 0,0 0 0,0 0 0,-1 0 0,1 0 0,0 0 0,0 0 0,0 0 0,-1 0 0,1 0 0,-1-1 0,-1 0 0,-1 0 0,1-1 0,-1 1 0,1-1 0,-1 0 0,1 0 0,0 0 0,0 0 0,-3-4 0,-23-21 0,-35-31 0,-65-77 0,105 103 0,21 28 0,-1-1 0,0 1 0,1 0 0,-1 0 0,-1 1 0,1-1 0,0 1 0,-1-1 0,0 1 0,0 0 0,0 0 0,0 1 0,-5-3 0,2 2 0,-1 0 0,1 1 0,0-1 0,-15-1 0,15 3 0,-1 0 0,1-1 0,0 0 0,-13-6 0,-126-44 0,47 19 0,75 22 0,-37-22 0,29 15 0,-1-4 0,24 18 0,1-1 0,0 0 0,0-1 0,0 0 0,-11-11 0,12 10 0,0 1 0,0 0 0,-1 0 0,0 1 0,0 0 0,-12-6 0,-34-9 0,0 2 0,0 2 0,-2 3 0,0 2 0,0 3 0,-84-2 0,42 8 0,0 4 0,-123 20 0,206-20 0,0-1 0,-24-1 0,-20 2 0,-95 14 0,37 0 0,-12 5 0,107-14 251,16-1 21,13 2-2554,18 5-9744,21 6-2874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39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74 960,'0'0'166,"0"-1"-1,0 1 0,0 0 1,0 0-1,0-1 0,0 1 0,0 0 1,1 0-1,-1-1 0,0 1 1,0 0-1,0 0 0,0-1 1,0 1-1,0 0 0,0 0 0,0-1 1,0 1-1,0 0 0,-1 0 1,1-1-1,0 1 0,0 0 0,0 0 1,0-1-1,0 1 0,0 0 1,0 0-1,-1 0 0,1-1 1,0 1-1,0 0 0,0 0 0,-1 0 1,1-1-1,0 1 0,0 0 1,0 0-1,-1 0 0,1 0 0,0 0 1,0 0-1,-1 0 0,1-1 1,-1 1-1,0 0 35,1 1-125,-1-1 0,0 0 0,0 0 0,0 0 0,0 0 0,1 0 0,-1 0 0,0 0 0,0 0 0,0 0 0,0 0 0,1 0 0,-1-1 0,0 1 0,0 0 0,1-1 1,-1 1-1,0 0 0,0-1 0,1 1 0,-1-1 0,0 1 0,0-2 0,1 1 845,0 0-781,0 1 0,0-1 0,0 0 0,0 1 0,0-1 0,0 0 0,0 1 0,0-1 0,0 0 0,0 1 0,0-1 0,0 0 0,0 1 0,0-1 0,0 1 0,-1-1-1,1 0 1,0 1 0,-1-1 0,1 1 0,0-1 0,-1 0 0,0 0 0,-61-30 4010,41 22-2178,17 8-1621,0 1 757,10 7 2741,17 24-3574,-5 16 502,-13-30-372,1-1 0,10 17-1,-11-22-240,0-1 0,-1 1 0,3 11 0,-4-12-75,0 0 1,1-1-1,0 1 1,7 9-1,10 15 53,58 97 305,-70-114-317,2-1 0,21 24 0,-18-22-56,20 30 1,-16-21-56,-12-18 1,-1-1 0,1 1-1,4 13 1,-9-19-14,0 0-4,0 1 1,0 0 0,0-1-1,1 0 1,-1 1-1,1-1 1,-1 0 0,1 1-1,0-1 1,1 0-1,-1 0 1,0-1 0,1 1-1,0 0 1,-1-1-1,1 0 1,0 1 0,0-1-1,1 0 1,-1-1 0,6 3-1,-5-3-53,0 0-1,1 0 1,-1 0-1,0-1 1,1 0-1,-1 0 1,1 0-1,-1-1 1,0 1-1,1-1 1,-1 0 0,0 0-1,1-1 1,4-2-1,3-2 100,0 0-1,-1 0 1,0-2-1,-1 1 1,0-1-1,0-1 0,0 0 1,-1 0-1,-1-1 1,11-15-1,-4 7 3,31-39 26,75-86 210,-61 89 355,122-85-1,-162 125-485,0 0-40,8-7 3,53-28-1,28-15-116,-93 53 0,-16 11 0,0 0 0,0 0 0,0 0 0,0 0 0,0 0 0,-1 0 0,1 0 0,0 0 0,0 0 0,0 0 0,0 0 0,0-1 0,0 1 0,0 0 0,0 0 0,-1 0 0,1 0 0,0 0 0,0 0 0,0 0 0,0 0 0,0 0 0,0-1 0,0 1 0,0 0 0,0 0 0,0 0 0,0 0 0,0 0 0,0 0 0,0-1 0,0 1 0,0 0 0,0 0 0,0 0 0,0 0 0,0 0 0,0 0 0,0-1 0,0 1 0,0 0 0,0 0 0,0 0 0,0 0 0,0 0 0,0 0 0,0-1 0,0 1 0,0 0 0,0 0 0,1 0 0,-1 0 0,0 0 0,0 0 0,0 0 0,0 0 0,0 0 0,0 0 0,0 0 0,0-1 0,1 1 0,-1 0 0,0 0 0,0 0 0,0 0 0,-16-1-392,-14-1-8408,26 2 7437,0-1 1,0 1 0,0 0 0,0 0 0,-1 0-1,1 0 1,0 1 0,0 0 0,0-1 0,-4 3 0,-17 11-6028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0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217 116 2961,'1'2'641,"0"0"-1,0 0 0,1-1 1,0 1-1,-1 0 0,1-1 0,0 1 1,-1-1-1,1 0 0,0 0 1,0 0-1,0 0 0,0 0 0,4 1 1,0 0 68,-6-2-607,1 0 0,-1 0 0,1 0-1,0 0 1,-1 0 0,1 0 0,-1 0 0,1 1 0,0-1-1,-1 0 1,1 0 0,-1 1 0,1-1 0,-1 0 0,1 1-1,-1-1 1,1 0 0,-1 1 0,1-1 0,-1 1 0,0-1-1,1 1 1,-1-1 0,1 1 0,-1-1 0,0 1 0,0-1-1,1 1 1,-1 0 0,0-1 0,0 1 0,0-1 0,0 1-1,0 0 1,1 0 0,2 1 154,1-1 0,1 1 1,-1-1-1,0 0 0,0 0 0,0-1 0,0 1 1,8-1-1,-6 0-1,13 0-37,0-1 0,0 0 0,1-2 0,-1 0 0,30-11 0,1-6 46,-48 20-239,0-1 1,0 0-1,0 0 1,-1 0-1,1 0 0,0-1 1,0 1-1,-1 0 1,1-1-1,-1 1 0,0-1 1,1 1-1,-1-1 1,0 0-1,0 1 0,0-1 1,0 0-1,2-3 1,-3-6 277,-3-19 895,2 29-1154,0-1 0,1 1 0,-1 0 0,0-1 0,0 1 0,0 0 0,0 0 0,-1 0 0,1 0 1,0 0-1,0 0 0,-1 0 0,1 0 0,0 1 0,-1-1 0,1 0 0,-2 0 0,-19-6 469,0 0 0,0 2 1,0 0-1,-1 1 0,1 2 0,-1 0 0,-33 2 1,5 4 805,0 1-1,-56 14 1,93-16-985,12-3-308,-1 0 0,1 0 0,-1 1 0,1 0 0,-1-1 0,1 1 0,0 0 0,-1 0 0,1 0 0,0 0 0,0 1 0,0-1 0,0 1 0,0-1 0,0 1 0,0 0 0,0 0 0,0 0 0,-1 2 0,-13 9-26,14-12 0,1 0 0,-1 0 0,1 0 0,-1 0 0,0 1 0,1-1 0,0 0 0,-1 1 0,1-1 0,0 1 0,0 0 0,0-1 0,-1 3 0,2-4 0,0 1 0,0-1 0,0 1 0,0 0 0,0-1 0,0 1 0,0-1 0,0 1 0,0-1 0,1 1 0,-1-1 0,0 1 0,0-1 0,1 1 0,-1-1 0,0 1 0,0-1 0,1 1 0,-1-1 0,1 1 0,0 0 0,22 12 0,21 7 0,100 40 0,-115-50-529,43 11-4474,-58-17 2510,0-2-1,0 0 1,22 1-1,35-8-14687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2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96 1040,'1'-1'319,"-1"0"-1,0 0 0,0 0 0,1 0 0,-1 0 0,0 0 1,0 0-1,0 0 0,0 0 0,-1 0 0,1 0 0,0 0 0,0 0 1,-1 0-1,1 0 0,0 0 0,-1 0 0,1 0 0,-1 0 0,1 0 1,-1 0-1,0 1 0,1-1 0,-1 0 0,0 0 0,1 1 0,-1-1 1,0 0-1,0 1 0,0-1 0,0 1 0,0-1 0,1 1 1,-1 0-1,-2-1 0,-1-1-6,3 2-198,1 0 1,0-1 0,0 1-1,-1 0 1,1 0-1,0 0 1,0-1 0,-1 1-1,1 0 1,0 0-1,0 0 1,0-1-1,0 1 1,-1 0 0,1-1-1,0 1 1,0 0-1,0 0 1,0-1-1,0 1 1,0 0 0,0-1-1,0 1 1,0 0-1,0 0 1,0-1 0,0 1-1,0 0 1,0-1-1,0 1 1,0-1-1,0 1 66,0 0 0,0 0 0,0-1 0,0 1 0,0 0 0,0-1 0,0 1 0,0 0 0,0 0 0,0-1 0,0 1 0,0 0 0,0 0 0,0-1 0,0 1 0,0 0 0,0 0 0,0-1 0,0 1 0,-1 0 0,1 0-1,0-1 1,0 1 0,0 0 0,0 0 0,-1 0 0,1 0 0,0-1 0,0 1 0,0 0 0,-1 0 0,1 0 0,0 0 0,0 0 0,-1-1 0,1 1 0,0 0 0,-1 0 0,-15-4 1874,11 3 2148,10 0-3335,11-2-227,-12 2-226,1 0-174,84-10-2273,3 6-4410,38-5-6798,-76 0 6492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3.3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17 1761,'-25'0'11765,"25"-7"-9124,25 7-480,0-4-240,25-1-240,50 5-80,120 9-561,-20 2-6402,-75-6-9845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4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92 240,'120'-38'7200,"-91"28"-5792,0 0 0,0 2 0,35-6 1,-34 10-769,-16 1-440,1 1 0,24 0 1,-36 1-187,0 2 0,-1-1 0,1 0 0,0 1 0,0-1 0,0 1 0,0 0 0,-1 0 0,1 0 0,0 0 0,-1 0 0,1 1 0,-1-1 0,1 1 0,-1 0 0,0-1 0,0 1 0,3 3 0,2 3 127,0 1 1,-1-1-1,1 1 1,-2 0-1,0 1 0,0-1 1,0 1-1,-1 0 1,4 16-1,-3-9 165,-4-16-259,0 1 1,-1 0 0,1-1-1,-1 1 1,1 0-1,-1-1 1,1 1 0,-1 0-1,0 0 1,0 0-1,0-1 1,0 1 0,0 0-1,-1 0 1,1-1 0,0 1-1,-1 0 1,1 0-1,-1-1 1,0 1 0,1-1-1,-1 1 1,0 0-1,0-1 1,0 0 0,0 1-1,0-1 1,0 1-1,-3 0 1,-66 72 2687,56-58-1999,0-1 0,-1 0 1,-1-1-1,-30 20 0,9-9 63,-1-3 0,-1-1-1,-1-2 1,-1-1-1,-46 12 1,54-21-320,-1-1 0,-1-2 0,1-2-1,-1 0 1,0-3 0,1-1 0,-39-5 0,32-1-479,40 6 0,1 0 0,-1-1 0,0 1 0,1 0 0,-1-1 0,1 1 0,-1-1 0,1 1 0,-1-1 0,1 1 0,-1-1 0,1 1 0,0-1 0,-1 1 0,1-1 0,0 1 0,-1-1 0,1 0 0,0 1 0,0-1 0,0 0 0,0 1 0,-1-1 0,1 0 0,0 1 0,0-1 0,0 0 0,0 1 0,1-1 0,-1 0 0,0 1 0,0-1 0,0 0 0,0 1 0,1-1 0,-1 1 0,0-1 0,1 0 0,-1 1 0,0-1 0,1 1 0,-1-1 0,1 1 0,0-1 0,3-5 0,0 1 0,1 0 0,-1 0 0,1 1 0,1-1 0,-1 1 0,0 0 0,1 1 0,0-1 0,0 1 0,0 0 0,0 1 0,1-1 0,-1 1 0,1 0 0,-1 1 0,9-1 0,12-1 0,0 1 0,1 1 0,34 4 0,-7 3 0,-1 2 0,100 29 0,-138-32 0,172 57 1,5 2-1,-161-55-1,0-2-1,0-2 1,1 0 0,35-1 0,-54-5-547,0 0 0,0 0 0,0-2 0,14-3 0,-11 1-2583,0-1 0,0-1 0,-1 0 0,29-18 0,9-17-8755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5.2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744 80 720,'-4'0'3322,"-75"-5"5876,12 0-5337,14 5-20,-1 2 0,-65 11 0,72-5-2462,0 3 1,-78 29-1,112-35-1378,0 0 0,0 1 0,0 1-1,1 0 1,0 1 0,-21 17 0,30-21-1,-1-1 0,0 1 0,1 0 0,0 0 0,0 0 0,0 0 0,1 1 0,-1-1 0,1 1 0,0 0 0,1 0 0,-1-1 0,1 1 0,0 0-1,0 0 1,0 1 0,0-1 0,1 0 0,0 0 0,0 0 0,1 0 0,2 10 0,-2-9 0,1 0 0,0 0 0,1-1 0,0 1 0,0-1 0,0 0 0,0 0 0,1 0 0,0 0 0,0 0 0,0-1 0,0 0 0,1 0 0,0 0 0,0 0 0,0-1 0,0 0 0,0 0 0,1 0 0,7 2 0,8 3 0,1-1 0,0-1 0,44 6 0,-31-7 0,1-2 0,-1-1 0,1-2 0,-1-1 0,1-2 0,-1-1 0,0-2 0,0-1 0,-1-2 0,55-22 0,-64 20-976,0-2 1,0-1-1,39-30 1,-43 28-803,-1-2 0,0 0 1,-1-1-1,-1-2 0,-1 1 1,25-42-1,-38 57 983,-1-2 0,0 1 0,0 0 0,-1-1 0,1 1 0,-1-1 0,-1 0 0,1 0 0,0-13 0,-3 12 53,0 0 1,0 1 0,-1-1-1,0 0 1,0 1 0,-6-13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21 3682,'-8'-3'1675,"-1"1"-1,0 0 1,1 1 0,-1 0 0,0 0 0,-9 0 0,-55 6 5311,45-3-4753,2 0-391,0 2 0,0 0 0,-46 14 0,68-17-1815,1 0 0,-1 1-1,0-1 1,0 1 0,0-1-1,1 1 1,-1 0 0,1 1-1,0-1 1,-1 0 0,1 1-1,0 0 1,1 0 0,-1 0-1,0 0 1,1 0 0,-1 1 0,1-1-1,0 1 1,0-1 0,1 1-1,-1 0 1,1-1 0,0 1-1,0 0 1,0 0 0,0 0-1,0 4 1,1-6-27,1 0 0,-1 0 0,0 0 0,1 0 0,-1 0 0,1 0 0,0 0 0,0 0 0,0 0 0,0 0 0,0-1 0,0 1 0,0 0 0,0-1 0,1 1 0,-1-1 0,1 1 0,-1-1 0,1 0 0,-1 0 0,1 0 0,0 1 0,0-2 0,-1 1 0,4 1 0,5 4 0,5 3 0,0-1 0,1 0 0,-1-1 0,2-1 0,-1 0 0,1-2 0,-1 1 0,27 1 0,-35-4 0,9 0 0,0 0 0,0-1 0,0 0 0,-1-2 0,1 0 0,0-1 0,0 0 0,-1-2 0,1 0 0,-1-1 0,25-10 0,-39 14 0,-1 0 0,1 1 0,-1-1 0,0 0 0,1 1 0,-1-1 0,0 0 0,1 0 0,-1 0 0,0 0 0,0-1 0,0 1 0,0 0 0,0 0 0,0 0 0,-1-1 0,1 1 0,0-1 0,0 1 0,-1-1 0,1 1 0,-1 0 0,1-3 0,-2 1 0,0 1 0,0 0 0,0-1 0,0 1 0,0 0 0,0 0 0,-1 0 0,1 0 0,-1 0 0,1 0 0,-1 0 0,0 1 0,0-1 0,0 0 0,0 1 0,0 0 0,0-1 0,0 1 0,0 0 0,-4-1 0,-108-53-2714,-6 7-7471,-9 7-6802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6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0 400,'1'1'1424,"15"10"3203,-15-10-3959,-1 0 1,1 1 0,0-1 0,0 0-1,0 0 1,-1 0 0,1 1 0,-1-1 0,1 1-1,-1-1 1,1 0 0,-1 1 0,0-1-1,0 1 1,1-1 0,-1 1 0,-1 1-1,2-1-441,-1-1 0,0 0-1,1 0 1,-1 0-1,1 0 1,-1 0-1,1 0 1,0 0-1,-1 0 1,1 0-1,0 0 1,-1 0-1,1-1 1,0 1-1,0 0 1,0 0-1,0-1 1,0 1 0,0-1-1,0 1 1,0-1-1,0 1 1,0-1-1,0 0 1,2 1-1,33 8 666,-28-8-283,351 105 6279,-321-96-6888,0-2 0,1-2 0,51 3 0,129-6 0,-3-6 0,596 7 0,-652 7 368,125 4-2609,-278-15-1920,-31-5-20971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7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603 60 3201,'1'-1'490,"-1"1"-1,1-1 1,-1 0-1,1 0 0,-1 0 1,1 1-1,-1-1 1,1 0-1,0 0 0,-1 1 1,1-1-1,0 1 1,0-1-1,-1 1 0,1-1 1,0 1-1,0-1 1,0 1-1,1-1 0,24-9 3981,-17 7-1786,5-3 191,0 2 1,22-5-1,61-3 1044,-91 12-3859,60-2-37,-29 2-27,-37 0 4,17 2 0,-13 0 0,-16 4 0,-407 90 0,184-48 0,217-43 0,31-5 0,17 1 0,87 18 0,-29-3 0,-73-14 0,27 4 0,0 1 0,0 2 0,58 21 0,-94-28 0,-1 0 0,0 0 0,0 1 0,0 0 0,0 0 0,9 8 0,-13-10 0,0 0 0,0 1 0,0-1 0,0 1 0,0-1 0,0 1 0,0-1 0,-1 1 0,1 0 0,-1-1 0,1 1 0,-1 0 0,0 0 0,1-1 0,-1 1 0,0 0 0,0 0 0,0-1 0,0 1 0,-1 0 0,1 0 0,0-1 0,-1 1 0,1 0 0,-1-1 0,0 1 0,-1 2 0,-2 5 0,-1 0 0,-1 0 0,0 0 0,0-1 0,0 0 0,-1 0 0,0 0 0,-1-1 0,0 0 0,0-1 0,-14 9 0,-7 2 0,-1-2 0,-43 17 0,42-19 0,-1-1 0,-1-2 0,0-1 0,0-2 0,-1-1 0,0-1 0,0-2 0,-47-2 0,67-2-40,1 0-1,-1-1 1,0 0-1,1-1 1,-1 0-1,1-1 1,0-1 0,0 0-1,1-1 1,-1 0-1,1-1 1,-21-16-1,29 21-261,1-1-1,0 0 1,0 1-1,1-1 1,-1 0-1,1-1 0,-1 1 1,1 0-1,0-1 1,0 1-1,0-1 1,1 1-1,-1-1 0,1 0 1,0 0-1,-1-7 1,3 5-1128,1 0-1,-1 0 1,1 0 0,1 0 0,-1 0-1,1 0 1,0 1 0,0-1 0,0 1-1,7-8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7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1038 123 1921,'2'5'7501,"2"-5"-4344,7-7-2322,-7 3-136,-3 4-604,-1 0 0,0-1 0,1 1-1,-1 0 1,0 0 0,1-1 0,-1 1-1,0-1 1,1 1 0,-1 0 0,0-1 0,0 1-1,1-1 1,-1 1 0,0-1 0,0 1 0,0-1-1,0 1 1,1 0 0,-1-1 0,0 1 0,0-1-1,0 1 1,0-1 0,0 1 0,0-1 0,0 1-1,-1-1 1,1 1 0,0-1 0,0 0-13,0 1 1,0-1-1,-1 1 1,1-1-1,0 1 0,0-1 1,0 1-1,0-1 1,0 1-1,0-1 1,0 0-1,1 1 1,-1-1-1,0 1 1,0-1-1,0 1 0,0-1 1,1 1-1,-1 0 1,0-1-1,1 1 1,-1-1-1,0 1 1,1-1-1,-1 1 0,7-5 574,-6 5-549,0-1 0,-1 1 0,1-1 1,0 1-1,0-1 0,0 0 0,0 1 0,-1-1 0,1 0 1,0 1-1,-1-1 0,1 0 0,0 0 0,-1 0 1,1 0-1,-1 0 0,1 0 0,-1 0 0,0 0 0,1 0 1,-1 0-1,0 0 0,0 0 0,0-1 0,0 1-52,0 0 1,0 1-1,0-1 0,1 1 0,-1-1 0,0 0 1,0 1-1,0-1 0,0 0 0,1 1 0,-1-1 0,0 1 1,1-1-1,-1 0 0,0 1 0,1-1 0,-1 1 0,1-1 1,-1 1-1,1 0 0,-1-1 0,1 1 0,-1-1 0,1 1 1,-1 0-1,1-1 0,-1 1 0,1 0 0,0 0 0,-1-1 1,1 1-1,0 0 0,0 0 0,0 0-13,-1 0 1,1 0-1,-1 0 0,1 0 0,-1-1 0,1 1 0,-1 0 1,1 0-1,-1 0 0,0 0 0,1-1 0,-1 1 1,1 0-1,-1-1 0,0 1 0,1 0 0,-1-1 1,1 1-1,-1 0 0,0-1 0,0 1 0,1-1 1,-1 1-1,0-1 0,0 1 0,1 0 0,-1-1 1,0 1-1,0-1 0,0 1 0,0-1 0,0 0 0,0 0 10,-1 0-1,0 0 1,1 0-1,-1 0 1,0 0-1,0 1 0,0-1 1,0 0-1,0 1 1,0-1-1,0 0 1,0 1-1,0-1 0,0 1 1,0-1-1,0 1 1,0 0-1,-1 0 1,-1-1-1,-5-2 401,-8-2-45,-1 1 0,0 0 0,0 2 0,0-1-1,-28 1 1,-3 1 208,-1 2-1,-75 10 1,100-7-465,-1 1 1,1 1-1,0 0 0,1 2 1,0 1-1,0 1 1,-27 17-1,48-26-150,0 0 0,0 0 0,1 1 0,-1-1 0,0 1 0,0-1 0,1 1 0,-1 0 0,1-1 0,-1 1 0,1 0 0,0 0 0,0 0 0,0 0 0,0 1 0,0-1 0,0 0 0,1 0 0,-1 0 0,1 1 0,-1-1 0,1 0 0,0 1 0,0-1 0,0 0 0,0 1 0,0-1 0,1 0 0,-1 0 0,1 1 0,-1-1 0,3 3 0,1 6 0,2-1 0,-1 1 0,2-2 0,-1 1 0,10 10 0,-12-15 0,4 4 0,0 0 0,0-1 0,1 0 0,0 0 0,1-1 0,-1-1 0,1 1 0,0-2 0,20 9 0,-7-6 0,0 0 0,0-2 0,38 6 0,-57-11 0,1-1 0,-1 0 0,0 1 0,0-1 0,1-1 0,-1 1 0,0-1 0,0 1 0,8-3 0,-12 3 0,0 0 0,0 0 0,0 0 0,0-1 0,-1 1 0,1 0 0,0 0 0,0 0 0,0 0 0,0 0 0,0 0 0,0 0 0,0 0 0,-1 0 0,1 0 0,0 0 0,0 0 0,0-1 0,0 1 0,0 0 0,0 0 0,0 0 0,0 0 0,0 0 0,0 0 0,0 0 0,0-1 0,0 1 0,0 0 0,-1 0 0,1 0 0,0 0 0,0 0 0,0 0 0,0-1 0,0 1 0,0 0 0,1 0 0,-1 0 0,0 0 0,0 0 0,0 0 0,0-1 0,0 1 0,0 0 0,0 0 0,0 0 0,0 0 0,0 0 0,0 0 0,0 0 0,0 0 0,0-1 0,1 1 0,-1 0 0,0 0 0,0 0 0,0 0 0,0 0 0,0 0 0,0 0 0,0 0 0,1 0 0,-1 0 0,0 0 0,0 0 0,-37-7 0,-201-20 0,-248 3 0,423 24-365,53 0-673,33-11-14479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8.2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74 960,'-11'-5'1793,"-1"1"-1,0 1 0,0 0 1,0 0-1,0 1 0,0 1 1,0 0-1,-1 0 0,1 2 1,-22 2-1,15 0-448,-1 0-1,1 2 0,0 0 1,0 1-1,0 1 1,1 1-1,0 0 1,-18 13-1,35-21-1343,0 1 0,-1-1 0,1 1 0,1 0 0,-1 0 0,0 0 0,0-1 0,0 1 0,0 0 0,0 0 0,1 0 0,-1 0 0,1 0 0,-1 1 0,0-1 0,1 0 0,0 0 0,-1 0 0,1 0 0,0 1 0,-1-1 0,1 0 0,0 0 0,0 2 0,1-1 0,-1 0 0,1 0 0,0 0 0,0 0 0,0 0 0,0 0 0,0 0 0,0 0 0,0-1 0,0 1 0,1 0 0,-1-1 0,3 2 0,5 5 0,0-2 0,0 1 0,1-1 0,19 9 0,-6-6 0,1-1 0,-1 0 0,1-2 0,1-1 0,-1-1 0,1-1 0,-1-1 0,1-1 0,49-5 0,-70 3 0,1 0 0,-1 0 0,0 0 0,1 0 0,-1-1 0,0 1 0,0-1 0,0 0 0,0 0 0,0-1 0,-1 1 0,1-1 0,-1 0 0,1 0 0,-1 0 0,0 0 0,0 0 0,4-7 0,-6 7 0,1 0 0,-1-1 0,0 1 0,0 0 0,0-1 0,0 1 0,-1-1 0,1 1 0,-1-1 0,0 1 0,0-1 0,0 1 0,-1-1 0,1 1 0,-1-1 0,0 1 0,0-1 0,0 1 0,0 0 0,-1 0 0,1-1 0,-4-4 0,-1 0-189,0 0 0,0 0 0,-1 1 0,0-1 0,0 2 0,0-1 1,-1 1-1,0 0 0,-1 1 0,1 0 0,-13-6 0,5 4-801,0 1 0,0 0 0,-1 1 0,1 1 1,-1 0-1,-19 0 0,-43-2-9535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48.7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41 4642,'-80'-9'4846,"-42"3"6081,93 7-7642,-1 1 0,-29 5-1,39-2-2035,-36 11 0,46-13-1249,0 1 0,0 1 0,1 0 0,-1 0 0,-11 9 0,20-13 0,1-1 0,0 0 0,-1 1 0,1-1 0,0 0 0,-1 1 0,1-1 0,0 0 0,0 1 0,-1-1 0,1 0 0,0 1 0,0-1 0,0 1 0,0-1 0,-1 0 0,1 1 0,0-1 0,0 1 0,0-1 0,0 0 0,0 1 0,0-1 0,0 1 0,0-1 0,0 1 0,0-1 0,0 0 0,1 1 0,-1-1 0,0 1 0,0-1 0,0 1 0,0-1 0,1 0 0,-1 1 0,0-1 0,0 0 0,1 1 0,-1-1 0,0 0 0,1 1 0,-1-1 0,0 0 0,1 1 0,16 9 0,28 7 0,-26-17 0,-9-2 0,-1-1-181,0 0 1,0 0-1,0-1 0,-1 0 1,1 0-1,-1-1 0,0 0 0,-1-1 1,1 0-1,8-9 0,-13 13-1169,0-1 0,0 0-1,0 0 1,-1 0 0,1 0-1,3-6 1,-5 7 790,-1 1 0,1 0-1,-1 0 1,1-1 0,-1 1 0,0-1 0,1 1 0,-1 0 0,0-1-1,0 1 1,0-1 0,0 1 0,0 0 0,0-1 0,0 1 0,-1-1-1,1 1 1,0 0 0,-1-1 0,1 1 0,-1 0 0,0-1 0,1 1-1,-2-1 1,-19-15-5723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4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296 239 560,'137'-69'3727,"-128"65"-3665,-3 0 88,-1 1 1,0-1 0,0 0 0,8-8 0,11-9 642,93-63 6690,-116 83-7215,-1 0 0,1 0 0,0 0 0,-1 0 0,1 0 0,-1 0 0,1 0 0,-1 0 0,0 0 0,1-1 0,-1 1 0,0 0 0,0 0 0,0 0 0,0 0 0,0-1 0,0 1 0,0 0 0,0 0 0,-1 0 0,1 0 0,0 0 0,-5-7 7495,-3 10-7081,1 1 1,-1 0 0,0 1-1,1-1 1,0 1-1,-12 9 1,4-3-427,-152 92 171,130-82-427,32-19 0,0 1 0,1 1 0,-1-1 0,1 0 0,-1 1 0,1 0 0,0 0 0,0 0 0,0 1 0,1-1 0,-1 1 0,-4 6 0,1 4 0,6-11 0,-1 0 0,0 0 0,1-1 0,-1 1 0,0-1 0,0 1 0,0-1 0,-1 1 0,-2 1 0,3-2 0,-1 1 0,1-1 0,0 1 0,0-1 0,0 1 0,0 0 0,1 0 0,-1-1 0,1 1 0,-1 1 0,1-1 0,0 0 0,0 0 0,0 0 0,0 7 0,0 3 0,1 1 0,2 23 0,0-27 0,-2-1 0,1 0 0,-1 0 0,0 1 0,-1-1 0,0 0 0,-4 15 0,-3-6 0,6-13 0,0-1 0,0 1 0,1-1 0,-1 1 0,1 0 0,0-1 0,0 1 0,0 9 0,2-1 0,-2-1 0,1 1 0,-2 0 0,0 0 0,0-1 0,-1 1 0,0-1 0,-10 21 0,3-11 0,2 0 0,0 1 0,-7 34 0,12-38 0,0-2 0,1 0 0,-2-1 0,0 1 0,-9 19 0,5-18 0,-1 1 0,1 1 0,1 1 0,-7 28 0,9-15 0,1-9 0,-1 0 0,-10 30 0,7-23 0,2 1 0,0-1 0,2 1 0,2 0 0,3 58 0,-1-43 0,0-17 0,1-1 0,1 0 0,2 0 0,0 0 0,3 0 0,0-1 0,18 46 0,-23-70 0,1-1 0,-1 1 0,1-1 0,-1 0 0,1 1 0,1-1 0,-1-1 0,0 1 0,1 0 0,0-1 0,0 0 0,0 0 0,6 4 0,-8-6 0,0 0 0,0 0 0,1 0 0,-1-1 0,0 1 0,0-1 0,0 1 0,1-1 0,-1 0 0,0 0 0,1 0 0,-1 0 0,0 0 0,0 0 0,1 0 0,-1-1 0,0 1 0,0-1 0,1 0 0,-1 0 0,0 0 0,0 0 0,0 0 0,0 0 0,0 0 0,-1-1 0,1 1 0,0-1 0,2-2 0,0-1-351,-1 0-1,0 0 1,1-1 0,-2 1-1,1-1 1,-1 1-1,0-1 1,0 0 0,1-8-1,22-105-17216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5.3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443 34 320,'0'0'14287,"-4"0"-11873,-13 0-200,17 0-2128,0 0 0,0 0 0,0 0 0,0 0 0,-1 0 0,1 0 0,0 0 0,0 0-1,0 0 1,0 0 0,0 0 0,-1 0 0,1 0 0,0 0 0,0 0 0,0 0 0,0-1-1,0 1 1,-1 0 0,1 0 0,0 0 0,0 0 0,0 0 0,0 0 0,0 0-1,0 0 1,0-1 0,-1 1 0,1 0 0,0 0 0,0 0 0,0 0 0,0 0 0,0 0-1,0-1 1,0 1 0,0 0 0,0 0 0,0 0 0,0 0 0,0-1 0,0 1-1,0 0 1,0 0 0,0 0 0,0 0 0,0 0 0,0-1 0,0 1 0,0 0-19,0 0 0,0 0 0,0-1 0,0 1 0,0 0 0,0 0 0,0 0 0,0-1 0,0 1 0,0 0 0,0 0 0,0 0 0,0-1 0,0 1 0,0 0 0,0 0 0,0 0 1,0 0-1,0-1 0,0 1 0,-1 0 0,1 0 0,0 0 0,0 0 0,0 0 0,0-1 0,0 1 0,-1 0 0,1 0 0,0 0 0,0 0 0,0 0 0,0 0 0,-1 0 0,1 0 0,0-1 0,0 1 1,0 0-1,0 0 0,-1 0 0,-23-7 888,-27-7-171,48 14-688,0-1-1,1 1 0,-1 0 1,0 0-1,0 0 1,1 0-1,-1 1 1,0-1-1,0 1 0,1-1 1,-1 1-1,1 0 1,-1 0-1,0 0 0,1 1 1,-4 1-1,-40 31 1443,24-18-840,-27 24 1,27-16-644,1 1 0,1 1 0,-28 48 0,9-14-83,33-52 28,5-7 0,-1 1 0,1-1 0,-1 1 0,1-1 0,0 1 0,0 0 0,0-1 0,0 1 0,0 0 0,0 0 0,0 0 0,1 0 0,-1 0 0,1 0 0,-1-1 0,1 1 0,0 0 0,0 1 0,-1-1 0,1 0 0,1 0 0,-1 0 0,0 0 0,1 3 0,7 2 0,-7-7 0,0 1 0,0-1 0,0 1 0,0 0 0,-1-1 0,1 1 0,0 0 0,0 0 0,-1-1 0,1 1 0,0 0 0,-1 0 0,1 0 0,-1 0 0,1 0 0,-1 0 0,0 0 0,1-1 0,-1 3 0,4-2 0,0 1 0,0-1 0,0 0 0,1 0 0,-1 0 0,0 0 0,0-1 0,8 0 0,-7 1 0,169 5 0,83 0 0,-247-6 0,46-3 0,-55 3 0,0 0 0,0 0 0,0-1 0,0 1 0,0 0 0,-1-1 0,1 1 0,0-1 0,0 1 0,0-1 0,-1 1 0,1-1 0,0 1 0,-1-1 0,1 0 0,0 0 0,-1 1 0,1-1 0,0-1 0,2-2 0,-2 2 0,-1 1 0,0-1 0,1 1 0,-1-1 0,0 0 0,0 1 0,0-1 0,0 0 0,0 1 0,0-1 0,-1 1 0,1-1 0,0 0 0,-1 1 0,1-1 0,-1 1 0,0-1 0,0 1 0,1-1 0,-1 1 0,0 0 0,0-1 0,0 1 0,-2-2 0,-4-8 0,5 1 0,0 0 0,0 0 0,1-1 0,1 1 0,0-1 0,0 1 0,2-11 0,-1-14 0,-1 35 0,0 0 0,0 0 0,0-1 0,0 1 0,0 0 0,0 0 0,0 0 0,0-1 0,0 1 0,0 0 0,0 0 0,0 0 0,0 0 0,0-1 0,0 1 0,0 0 0,0 0 0,1 0 0,-1-1 0,0 1 0,0 0 0,0 0 0,0 0 0,0 0 0,0 0 0,0-1 0,1 1 0,-1 0 0,0 0 0,0 0 0,0 0 0,0 0 0,1 0 0,-1 0 0,0 0 0,0 0 0,0-1 0,0 1 0,1 0 0,-1 0 0,0 0 0,1 0 0,0 0 0,0 0 0,-1 1 0,1-1 0,0 0 0,0 0 0,-1 0 0,1 1 0,0-1 0,-1 0 0,1 0 0,0 1 0,-1-1 0,1 1 0,0-1 0,-1 1 0,1-1 0,-1 1 0,1-1 0,-1 1 0,1-1 0,-1 1 0,1 0 0,-1-1 0,0 1 0,1 0 0,-1-1 0,0 1 0,0 0 0,1 1 0,2 36 0,1 35 0,9-9 0,-21-16 0,5-39 0,1 0 0,1 1 0,-2 15 0,3 55-900,0-32-3936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5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 2881,'-6'1'2021,"-9"4"890,11 4 5950,8-6-8434,-3-3-387,12 6 118,-12-5-147,-1-1-1,0 0 0,1 0 1,-1 0-1,0 1 0,1-1 1,-1 0-1,0 0 0,1 1 1,-1-1-1,0 0 0,0 0 1,0 1-1,1-1 1,-1 0-1,0 1 0,0-1 1,0 1-1,0-1 0,1 0 1,-1 1-1,0-1 0,0 0 1,0 1-1,0-1 0,0 1 1,0-1-1,0 0 0,0 1 1,0-1-1,0 0 1,0 1-1,-1-1 0,1 1 1,0-1-1,0 0 0,0 1 1,0-1-1,-1 0 0,1 1 1,0-1-1,0 0 0,-1 1 1,-4 4 559,1 0 0,-1 1 0,1-1 0,0 1 0,1 0 0,-1 0 0,1 0 0,1 1 0,-1-1 0,1 1 0,0 0 0,0-1 0,1 1 0,-1 8 0,2-8-364,-1 1-1,1-1 0,-2 0 0,1 1 0,-1-1 0,0 0 0,-1 0 0,1 0 1,-8 11-1,-1 1 942,-28 34-1,30-43-910,0 0-1,1 1 0,0 0 0,1 1 0,0 0 0,1 0 1,1 0-1,-9 25 0,12-21-235,1 0 0,0 31 0,1-27 0,0-19 5,0 0 1,0 0-1,0 0 0,0 0 1,0 0-1,0 0 0,0 0 1,0 0-1,0 0 1,0 0-1,1 0 0,-1 0 1,0 0-1,1 0 0,-1-1 1,0 1-1,1 0 0,0 0 1,-1 0-1,1 0 0,-1 0 1,1-1-1,0 1 0,0 0 1,-1-1-1,1 1 0,0 0 1,0-1-1,0 1 1,0-1-1,0 0 0,0 1 1,-1-1-1,1 1 0,0-1 1,0 0-1,0 0 0,0 0 1,2 0-1,4 0-485,0-1 0,0 0 0,-1-1 0,1 1 1,9-5-1,-5 3-763,80-30-11769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6.1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1 240,'-50'16'12886,"25"-10"1681,50-6-14007,0-6-320,0 1-80,25 0-160,0-1-480,0 6-1441,20 0-2961,5 0-2241,-25 0 159,-25 0 1282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6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1 480,'-25'47'12246,"25"31"1040,-25 13-6531,0 3-6755,0 11 0,25-14 0,-25-13 0,50-10 0,0-15-6435,25-26-15735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6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4722,'50'20'9685,"0"1"-2162,45-5-1360,55 0-1489,50 0-4674,25-5 0,-5 5 0,5-11 0,-30 6 0,-45-2 0,-25-9 0,-25-5-4834,-75 1-6772,0-7-2480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7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9 400,'-4'0'4629,"-13"4"12672,108-8-13272,34-3-2615,-124 7-1410,1 0 0,-1-1 0,0 1 0,0 0 0,1 0 0,-1 0 1,0 0-1,1 0 0,-1 0 0,0 0 0,0 1 0,1-1 0,-1 0 0,0 1 1,0-1-1,1 1 0,-1-1 0,0 1 0,1 0 0,-7 2-20,-5 3 18,0-1 0,-1-1 0,1 0 0,-13 3 0,-33 14 189,-31 23 435,86-43-597,0-1 0,0 0-1,1 1 1,-1 0-1,1-1 1,-1 1 0,0-1-1,1 1 1,-1 0-1,1-1 1,-1 1-1,1 0 1,0-1 0,-1 1-1,1 0 1,0 0-1,-1-1 1,1 1 0,0 0-1,0 0 1,0 0-1,0-1 1,0 1 0,0 0-1,0 0 1,0 0-1,0-1 1,0 1-1,0 0 1,0 0 0,1 0-1,-1-1 1,0 1-1,1 0 1,-1 0 0,0-1-1,1 1 1,-1 0-1,1-1 1,-1 1-1,1 0 1,12 4 60,0 0-1,1-1 1,-1 0-1,1-1 1,0-1-1,27 2 1,3 1 91,-13-1-41,-19-3-80,1 1-1,-1 0 1,0 0 0,0 1-1,0 1 1,0 0 0,-1 1 0,12 6-1,-22-11-39,0 0-1,0 1 1,0-1 0,0 1-1,-1 0 1,1-1-1,0 1 1,0-1-1,-1 1 1,1 0 0,0 0-1,-1-1 1,1 1-1,-1 0 1,1 0 0,-1 0-1,1 0 1,-1 0-1,0 0 1,1 0-1,-1 0 1,0 0 0,0 0-1,1-1 1,-1 1-1,0 0 1,0 0-1,0 0 1,0 0 0,-1 0-1,1 0 1,0 0-1,0 0 1,-1 1-1,-1 3 77,-1-1 0,0 1-1,0-1 1,0 0-1,-1 0 1,-3 3 0,-6 7-20,4-6-71,0 0 0,0 0 0,-1-1 0,0 0 0,0 0 0,-1-1 1,0-1-1,0 0 0,0 0 0,-13 3 0,8-4-318,0-1 1,0 0-1,-1-1 0,1-1 1,-1 0-1,-31-3 0,-103-23-5304,78 12 1688,-27-3-6528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9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378 4 320,'21'-4'12099,"-167"87"-3535,122-69-7786,-9 5 227,1 1 0,-42 35-1,66-48-721,1-1-1,0 2 1,0-1-1,0 1 1,1 0 0,0 0-1,1 1 1,0 0-1,0 0 1,1 0-1,0 0 1,0 1-1,1-1 1,-2 13-1,2 1 94,1 0-1,1 0 0,0 0 1,2 0-1,1 0 1,1 0-1,1 0 0,1-1 1,8 26-1,8 20-375,-21-65 1,2 9-81,1 0 1,0 0 0,5 13-1,-6-21-329,0 0 0,1 0 0,-1 0 0,1 0 0,0 0 0,0-1 0,0 1 0,1-1 0,-1 0 0,7 5 0,40 21-11695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59.9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29 1040,'-15'0'5475,"0"-2"0,-28-5-1,20 0-2342,18 1 1190,13 3-3053,10 1-1231,-6 2 38,-5-1-69,-1 1 0,0 0 0,1 0 0,-1 1 0,9 1 1,-14-1 0,0-1 0,0 0 0,-1 1 0,1-1 1,0 0-1,0 1 0,0-1 0,0 1 1,-1 0-1,1-1 0,0 1 0,-1-1 1,1 1-1,0 0 0,-1 0 0,1-1 0,-1 1 1,1 0-1,-1 0 0,1 0 0,-1-1 1,0 1-1,1 0 0,-1 0 0,0 0 0,0 0 1,0 0-1,0 0 0,0 0 0,0 0 1,0 0-1,0-1 0,0 1 0,0 0 1,0 0-1,0 0 0,-1 0 0,1 0 0,0 0 1,-1 0-1,1-1 0,-1 1 0,0 1 1,-2 4 83,0 0 1,-1 0 0,0-1-1,0 1 1,0-1 0,-1 0-1,1 0 1,-1-1 0,0 1-1,-1-1 1,1 0 0,-1-1-1,1 1 1,-1-1 0,-10 4-1,-12 3 550,-1-1 0,-39 8-1,11-3 994,32-5-856,25-9-776,1 0 1,-1 0-1,0 0 0,0 0 1,0 0-1,0 0 0,0 0 1,0 0-1,0 0 0,1 0 1,-1 1-1,0-1 1,0 0-1,0 0 0,0 0 1,0 0-1,0 0 0,0 0 1,0 0-1,0 0 0,1 0 1,-1 1-1,0-1 0,0 0 1,0 0-1,0 0 0,0 0 1,0 0-1,0 0 1,0 1-1,0-1 0,0 0 1,0 0-1,0 0 0,0 0 1,0 0-1,0 0 0,0 1 1,0-1-1,0 0 0,0 0 1,0 0-1,0 0 1,0 0-1,0 0 0,-1 0 1,1 1-1,0-1 0,0 0 1,0 0-1,0 0 0,0 0 1,0 0-1,0 0 0,0 0 1,0 0-1,-1 0 1,1 1-1,0-1 0,0 0 1,0 0-1,0 0 0,0 0 1,0 0-1,-1 0 0,18 2 2,-1 0-1,0-1 0,1-1 1,17-2-1,12 0-7,-5 4 3,-1 2 0,0 2 0,56 15 0,-91-20 0,34 12 0,-39-13 0,1 0 0,0 1 0,0-1 0,-1 1 0,1-1 0,0 1 0,0-1 0,-1 1 0,1-1 0,-1 1 0,1 0 0,0-1 0,-1 1 0,0 0 0,1 0 0,-1-1 0,1 1 0,-1 0 0,0 0 0,1 0 0,-1-1 0,0 1 0,0 0 0,0 0 0,0 0 0,0 0 0,0 0 0,0-1 0,0 1 0,0 0 0,0 0 0,0 0 0,0 0 0,-1 0 0,1-1 0,0 1 0,-1 1 0,-1 1 0,0 0 0,0 0 0,0 0 0,0 0 0,-1 0 0,1 0 0,-1-1 0,0 0 0,0 1 0,0-1 0,0 0 0,-4 2 0,-46 18 0,43-18 0,-7 2 0,-11 5 0,-1-2 0,1-1 0,-49 8 0,9-11 0,-72-4 0,133 0-269,-1-1 0,0-1 0,1 1 0,-1-1 0,1-1 0,-1 1 0,1-1 0,0 0 0,-1-1 0,1 0 0,-11-6 0,17 8 35,0 1 0,0-1 0,0 0-1,-1 0 1,1 0 0,0 0 0,0 0 0,0 0 0,1 0 0,-1 0 0,0 0 0,0 0-1,1-1 1,-1 1 0,0 0 0,1-1 0,-1 1 0,1 0 0,0-1 0,-1 1 0,1 0-1,0-1 1,0 1 0,0-1 0,0 1 0,0 0 0,1-3 0,1-1-1049,1 0 0,1 0 0,-1 0 0,1 0 0,0 1 0,0-1 0,9-7-1,-13 12 1211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01.7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5 320,'0'0'3442,"4"0"-1802,81-2 2008,-33 0-364,-22 1 2537,-47 1-4714,4 3-220,0-1-1,0 2 1,0 0-1,0 0 1,-18 10-1,19-9-536,-53 25 2011,-62 39 1,107-54-1976,1 0 1,1 1 0,0 1 0,1 1 0,1 1 0,1 0-1,-15 24 1,-12 26-363,39-62-25,0 0 1,0 0-1,0 1 1,1-1-1,0 1 1,0-1-1,1 1 1,-1 9-1,3-8 1,0 0 0,0 1 0,0-1 0,1 0 0,1-1 0,-1 1 0,2 0 0,-1-1 0,1 1 0,0-1 0,1 0 0,0 0 0,0-1 0,0 0 0,1 0 0,0 0 0,1 0 0,0-1 0,0 0 0,0-1 0,0 1 0,1-1 0,0-1 0,0 0 0,16 7 0,5-2 0,0-1 0,1-1 0,0-1 0,0-1 0,42 0 0,-25-5 0,1-1 0,78-13 0,-96 8 0,-1-1 0,1-1 0,-2-2 0,47-21 0,-70 28 3,-1 1 1,1-1-1,0 0 1,-1 0-1,0 0 1,0-1-1,0 1 1,6-8-1,-8 8-15,-1 0 0,1 0 0,-1 0 0,1 0 0,-1 0 0,0 0 0,0-1 0,0 1 0,-1 0 0,1-1 0,-1 1 0,0-7 0,0 7-22,0-1 0,-1 1 0,0-1 0,1 1 0,-1-1 0,0 1 1,-1 0-1,1-1 0,-1 1 0,1 0 0,-1 0 0,0 0 1,0 0-1,0 0 0,0 1 0,-1-1 0,1 0 0,-1 1 0,0 0 1,0 0-1,1 0 0,-6-3 0,-6-2 92,0 0 0,0 1 0,-28-8 0,-4 3 90,0 1 0,-1 3 0,-52-2 0,42 5-132,-1 3 0,1 2 0,0 2 0,-88 17 0,128-17-141,0 1 1,0 1-1,-32 13 0,33-11-3224,35-10-4867,23-10-4163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02.2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4802,'7'0'970,"17"0"1038,0 0 0,29 6 0,-45-5-1778,-1 1 0,1 0-1,-1 0 1,0 1 0,1 0 0,-1 0-1,0 1 1,-1 0 0,1 0 0,-1 1 0,8 6-1,-6-2 316,0 0-1,-1 0 0,0 0 0,-1 1 1,0 0-1,-1 1 0,0-1 1,0 1-1,-1 0 0,0 1 0,-1-1 1,-1 0-1,1 1 0,-2 0 1,0-1-1,0 1 0,-2 13 0,0-2 796,-1 0 0,-1 1 0,0-1 0,-9 26 0,3-23-482,-15 36 1,3-19-859,-29 71 0,44-97-18,-1 0 0,-1 0 0,-1-1 0,0 0 1,-1-1-1,-1 0 0,0 0 0,-1-1 0,-26 24 0,13-18-3458,25-20 3135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02.7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218 31 5683,'0'0'13699,"4"0"-11698,20-2 307,39-7-1,-4-1-1199,55 1 48,-99 9-993,0 0 0,0 1 0,1 1 0,-1 0 0,15 5 0,-25-6-57,-1 1 0,0-1 1,1 1-1,-1 0 0,0 0 0,0 1 0,0-1 1,0 1-1,3 3 0,-5-4-28,-1-1-1,1 1 1,-1 0-1,0 0 1,0 0 0,1 0-1,-1 0 1,0 0-1,-1 0 1,1 0 0,0 0-1,0 0 1,-1 0 0,1 4-1,-1-2-20,-1-1 1,1 1-1,-1 0 0,0-1 0,0 1 1,0-1-1,0 0 0,0 1 0,-1-1 1,0 0-1,1 0 0,-1 1 0,-1-1 1,1-1-1,0 1 0,-1 0 0,1-1 1,-1 1-1,0-1 0,-4 4 0,-9 3-46,-1 1 0,1-2 1,-1 0-1,-1-1 0,1-1 0,-1 0 0,0-1 0,-25 2 0,31-4-12,-111 22 1,-150 9 0,252-35 0,21 1 0,0-1 0,0 1 0,0 0 0,0-1 0,0 1 0,0 0 0,0 0 0,0-1 0,0 1 0,0 0 0,0 0 0,0-1 0,0 1 0,0 0 0,1 0 0,-1-1 0,0 1 0,0 0 0,0 0 0,0-1 0,1 1 0,-1 0 0,0 0 0,0 0 0,1 0 0,-1-1 0,0 1 0,0 0 0,1 0 0,-1 0 0,0 0 0,0 0 0,1 0 0,-1 0 0,1-1 0,39-16 0,50-15 0,1 5 0,1 3 0,122-14 0,-151 30 0,81 2 0,-123 6 0,0 2 0,0 0 0,-1 1 0,1 1 0,-1 1 0,1 1 0,23 10 0,-42-15 0,1 0 0,-1 0 0,1 0 0,-1 0 0,1 0 0,-1 1 0,0-1 0,0 1 0,0 0 0,0 0 0,0 0 0,0 0 0,0 0 0,0 0 0,-1 0 0,1 0 0,-1 1 0,0-1 0,0 1 0,0-1 0,0 1 0,0-1 0,0 1 0,-1 0 0,1-1 0,-1 1 0,0 0 0,1-1 0,-1 1 0,-1 5 0,-2 1 0,0 1 0,0-1 0,-1 0 0,0 0 0,-1 0 0,1 0 0,-2-1 0,-6 9 0,-1 0 0,0-2 0,-2 0 0,1 0 0,-2-1 0,0-1 0,0-1 0,-27 15 0,-136 63 0,166-85 0,-298 109 0,299-111 18,-112 33 594,55-23-4369,58-13-105,0 1 0,0-1 0,-13-2 0,23 2 3676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10.7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670 497 1121,'74'-14'3757,"-1"-3"0,124-48 0,-79 25-755,-108 37-2565,-5 1-211,1 1-1,-1-1 1,0 0 0,0 0-1,6-5 1,-9 6-36,-1 0 1,0 0-1,-1 0 0,1 0 1,0 0-1,0 0 1,0-1-1,-1 1 0,1 0 1,-1-1-1,1 1 1,-1 0-1,1-1 0,-1 1 1,0 0-1,0-1 0,0 1 1,1-1-1,-1 1 1,-1-3-1,-7 4 464,-13 0-303,0 2 0,-37 7 0,9 1-162,1 2 0,0 3 0,1 1 0,1 2 0,-53 30 0,31-11-291,-43 26 1045,-3-4-158,74-41-551,-52 34 1,-107 67-115,176-107-189,14-7 96,0 0 0,1 0 0,-14 10 1,6-2 142,14-12-162,-1 1 0,1-1 0,0 1 1,0 0-1,0-1 0,0 1 1,0 0-1,0 0 0,0 0 0,1 1 1,-1-1-1,1 0 0,0 1 0,-1-1 1,1 1-1,0-1 0,0 1 1,1-1-1,-1 1 0,0 0 0,1-1 1,-1 6-1,1-7-4,0 0 1,1 0-1,-1 0 1,0 0-1,0 1 1,1-1-1,-1 0 1,1 0-1,-1 0 1,1 0 0,-1 0-1,1-1 1,-1 1-1,1 0 1,0 0-1,0 0 1,-1 0-1,1-1 1,0 1-1,0 0 1,0-1-1,0 1 1,1 0-1,4 4 35,-2-2-67,0 0 1,0 1 0,0-1-1,0-1 1,0 1 0,1-1-1,0 0 1,8 3 0,19 10 153,-11-4-64,1-1 0,0-1 0,0-2 0,26 7 0,-37-11 14,138 49 178,-76-32-195,83 18 162,-83-23-172,-24-4 60,54 6 0,237-12 602,-64-5 419,-85 26-52,-134-16-713,0-2 1,58 0-1,1-6-65,0 4-1,118 23 1,240 24-300,-399-47 0,9 2 0,157 35 0,-234-41 0,53 14 0,0-3 0,108 11 0,257-20 0,-297 2 0,-40-1 0,-81-5 0,1 0 0,-1-1 0,1 1 0,-1-1 0,8-3 0,37-6 0,-13 0 0,0-1 0,58-27 0,-39 16 0,1 3 0,104-21 0,127 5 0,-258 32 0,-1-1 0,0-2 0,42-14 0,86-38 0,-69 24 0,39-21 0,-113 49 0,-1-1 0,21-12 0,-32 17 0,-4 1 0,1 1 0,-1 0 0,0 0 0,0 0 0,1-1 0,-1 1 0,0 0 0,1 0 0,-1-1 0,0 1 0,0 0 0,0 0 0,1-1 0,-1 1 0,0 0 0,0-1 0,0 1 0,0 0 0,0-1 0,1 1 0,-1 0 0,0-1 0,0 1 0,0-1 0,0 1 0,0 0 0,0-1 0,0 1 0,0 0 0,0-1 0,0 1 0,-1 0 0,1-1 0,0 0 0,0 1 0,0-1 0,0 1 0,0 0 0,-1-1 0,1 1 0,0 0 0,0-1 0,0 1 0,0-1 0,0 1 0,0 0 0,1-1 0,-1 1 0,0-1 0,0 1 0,0 0 0,0-1 0,0 1 0,1 0 0,-1-1 0,0 1 0,0 0 0,0-1 0,1 1 0,-1 0 0,0-1 0,1 1 0,-1 0 0,0 0 0,0-1 0,1 1 0,2-2 0,-2 2 0,0-1 0,0 0 0,1 1 0,-1-1 0,0 0 0,0 0 0,0 0 0,0 0 0,0 0 0,0 0 0,0-1 0,0 1 0,-1 0 0,1 0 0,0 0 0,-1-1 0,1 1 0,-1-1 0,1 1 0,-1 0 0,0-1 0,0 1 0,1-1 0,-1 1 0,0 0 0,0-1 0,0 1 0,-1-3 0,1 2 0,1 0 0,-1-1 0,0 1 0,1 0 0,0 0 0,0 0 0,-1 0 0,1 0 0,0 0 0,1 0 0,-1 0 0,0 0 0,0 1 0,1-1 0,-1 0 0,1 1 0,2-3 0,33-21 0,-23 17 0,-9 4 0,12-7 0,0-2 0,19-18 0,-21 18 0,-14 12 0,0 0 0,0 0 0,0 0 0,0 0 0,0 0 0,0 0 0,0 0 0,0 0 0,0 0 0,0-1 0,-1 1 0,1 0 0,0-1 0,-1 1 0,1 0 0,-1-1 0,0 1 0,1-1 0,-1 1 0,0-1 0,0 1 0,0-1 0,0 1 0,0-1 0,0 1 0,-1-2 0,1 2 0,0 1 0,0-1 0,0 0 0,0 1 0,0-1 0,0 1 0,0-1 0,-1 1 0,1 0 0,0-1 0,0 1 0,-1-1 0,1 1 0,0-1 0,0 1 0,-1-1 0,1 1 0,0 0 0,-1-1 0,1 1 0,-1 0 0,1-1 0,0 1 0,-1 0 0,1 0 0,-1-1 0,1 1 0,-1 0 0,1 0 0,-1 0 0,1-1 0,-1 1 0,1 0 0,-1 0 0,0 0 0,0 0 0,1 0 0,-1 0 0,1 0 0,-1 0 0,1 0 0,-1 0 0,1 0 0,-1-1 0,0 1 0,1 0 0,0 0 0,-1-1 0,1 1 0,-1 0 0,1-1 0,-1 1 0,1 0 0,-1-1 0,1 1 0,0 0 0,-1-1 0,1 1 0,0-1 0,0 1 0,-1-1 0,1 1 0,0-1 0,0 1 0,0-1 0,-1 1 0,1-1 0,0 1 0,0-1 0,0 1 0,0-1 0,0 0 0,-1-1 0,0 0 0,1 1 0,-1-1 0,-1 0 0,1 1 0,0-1 0,0 1 0,0 0 0,-1-1 0,1 1 0,-1 0 0,1 0 0,-1 0 0,1 0 0,-1 0 0,0 0 0,0 0 0,-2-1 0,-14-9 0,15 6 0,-1 0 0,0 1 0,0 0 0,0-1 0,0 1 0,-1 1 0,1-1 0,-1 1 0,0 0 0,-7-4 0,-19-9 0,17 7 0,-2 1 0,1 1 0,-1 0 0,0 1 0,0 1 0,0 0 0,-19-2 0,9 2 0,0-1 0,0-1 0,0-1 0,1-2 0,1 0 0,-25-15 0,2 3 0,44 20 0,1 1 0,-1-1 0,1 1 0,0-1 0,-1 0 0,1 0 0,0 0 0,-2-3 0,-19-14 0,5 11 0,-1 0 0,-19-4 0,21 7 0,1-1 0,-26-12 0,29 12 0,-1 1 0,1 0 0,-1 1 0,0 0 0,-28-2 0,2-1 0,-85-18 0,0 7 0,-141-4 0,97 5 0,109 9 0,-216-48 0,82 13 0,-272-10 0,231 27 0,46 4 0,118 16 0,0-3 0,-108-29 0,129 18 0,40 15 0,1 1 0,-1 0 0,-19-4 0,-4 3 0,0 1 0,-47 2 0,-86-4 0,83 9 0,-120 21 0,135-15 0,-101 28 0,97-19 0,61-16 0,1 0 0,0 1 0,0 1 0,0-1 0,0 1 0,1 1 0,-1 0 0,1 0 0,0 1 0,1 0 0,0 1 0,-11 10 0,4-5-420,5-3-1154,-1 1 1,1 0-1,-16 20 1,25-29 1279,-1 1 1,1-1-1,0 1 1,0 0-1,0-1 1,0 1-1,0 0 1,0 0-1,1 0 1,-1 0-1,1-1 1,-1 1-1,1 0 1,0 0-1,0 0 1,-1 0-1,1 0 1,1 0-1,-1 0 1,0 0-1,0 0 1,1 0-1,-1 0 1,1 0-1,0 0 1,-1-1-1,1 1 1,0 0-1,0 0 1,0-1-1,0 1 1,1 0-1,1 2 1,22 17-11859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1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96 312 80,'-21'0'387,"13"-5"413,-9 5-600,13 0 507,0 1-213,-13 2 133,1-2 1156,8-1 2130,8-3-2020,0 3-1772,0-1-1,0 1 0,0-1 0,0 1 0,0-1 0,-1 1 0,1-1 0,1 1 0,-1-1 0,0 1 0,0-1 0,0 1 0,0-1 1,0 1-1,0-1 0,0 1 0,1-1 0,-1 1 0,0-1 0,0 1 0,1 0 0,-1-1 0,0 1 0,1-1 0,-1 1 0,63-12 361,-38 2-401,-25 10-81,0 0 0,0 0 0,0 0 1,1 0-1,-1 0 0,0 0 0,0-1 0,0 1 1,0 0-1,0 0 0,1 0 0,-1 0 1,0 0-1,0 0 0,0 0 0,0 0 0,0 0 1,1 0-1,-1 0 0,0 0 0,0 0 1,0 0-1,0 0 0,1 0 0,-1 0 0,0 0 1,0 1-1,0-1 0,0 0 0,0 0 1,0 0-1,1 0 0,-1 0 0,0 0 0,0 0 1,0 0-1,0 0 0,0 1 0,0-1 1,0 0-1,0 0 0,1 0 0,-1 0 0,0 0 1,0 1-1,0-1 0,0 0 0,0 0 1,0 0-1,0 0 0,0 0 0,0 1 0,0-1 1,0 0-1,0 0 0,0 0 0,0 0 1,0 1-1,0-1 0,0 0 0,0 0 0,0 0 1,-6 8-845,-10-1 301,15-6 264,1 0 0,-1 1-1,0-1 1,1 1-1,-1 0 1,1-1 0,0 1-1,-1-1 1,1 1 0,0 0-1,0-1 1,0 1 0,0 2-1,4 0 228,-3-4 59,0 0-1,0 1 1,-1-1-1,1 0 1,0 0 0,0 0-1,0 0 1,0 0 0,-1 0-1,1 0 1,0 0 0,0 0-1,0 0 1,-1 0 0,1-1-1,0 1 1,0 0-1,0 0 1,-1-1 0,1 1-1,0-1 1,-1 1 0,1-1-1,0 1 1,0-1 0,3 0 140,13 1 28,8-5 439,-21 5-439,0 0-14,38-5 240,-38 5-320,0-1 0,13-3 0,8-2 94,-23 6-90,0 0 1,0-1 0,0 1 0,0 0 0,0-1-1,0 1 1,0-1 0,0 0 0,-1 0 0,1 0-1,0 0 1,0 0 0,2-2 0,-3 3-70,-1-1 0,1 1 0,0-1 0,-1 1 1,1-1-1,0 1 0,-1-1 0,1 1 0,0 0 1,0-1-1,-1 1 0,1 0 0,0-1 0,0 1 0,0 0 1,-1 0-1,1 0 0,0 0 0,0 0 0,0 0 0,0 0 1,-1 0-1,3 1 0,-2-1 21,3 0 538,-4 0-546,0 0 0,0-1 0,0 1 0,0 0 0,-1 0 0,1-1 0,0 1 0,0 0 0,0 0 0,0 0 0,0-1 0,0 1 0,0 0 0,0 0 1,0-1-1,0 1 0,0 0 0,0 0 0,0-1 0,0 1 0,0 0 0,0 0 0,0-1 0,1 1 0,-1 0 0,0 0 0,0 0 0,0-1 1,0 1-1,0 0 0,1 0 0,-1 0 0,0 0 0,0-1 0,0 1 0,0 0 0,1 0 0,-1 0 0,0 0 0,0 0 0,1 0 0,-1-1 0,0 1 1,0 0-1,0 0 0,1 0 0,-1 0 0,2 0 18,-1 0-37,0 1 0,-1-1-1,1 0 1,0 0 0,-1 0 0,1 0 0,0 0 0,-1 0-1,1 0 1,0 0 0,-1 0 0,1-1 0,0 1 0,-1 0 0,1 0-1,0-1 1,-1 1 0,1 0 0,-1 0 0,1-1 0,0 1-1,-1-1 1,1 1 0,-1-1 0,1 1 0,-1-1 0,0 1-1,1-1 1,-1 1 0,1-2 0,0 2-1,0-1-1,-1 1 1,1-1 0,0 1-1,0-1 1,0 1 0,0-1-1,0 1 1,0 0 0,0 0 0,-1-1-1,1 1 1,0 0 0,0 0-1,0 0 1,0 0 0,0 0-1,0 0 1,0 1 0,2-1-1,1 0 85,-4-2 434,0 1-490,0 1-1,0 0 0,0 0 0,0 0 1,0-1-1,-1 1 0,1 0 0,0 0 1,0-1-1,0 1 0,0 0 0,0 0 1,0-1-1,0 1 0,0 0 0,0 0 1,0-1-1,0 1 0,0 0 0,1 0 1,-1 0-1,0-1 0,0 1 0,0 0 1,0 0-1,0-1 0,0 1 0,0 0 1,1 0-1,-1 0 0,0 0 0,0-1 1,0 1-1,1 0 0,-1 0 1,0 0-1,0 0 0,0 0 0,1 0 1,-1-1-1,0 1 0,0 0 0,0 0 1,1 0-1,-1 0 0,3 0 55,-2 1-74,-1-1 0,1 0 0,-1 0-1,1 0 1,-1 0 0,1 0 0,0 0-1,-1 1 1,1-1 0,-1 0 0,1-1-1,-1 1 1,1 0 0,-1 0 0,1 0-1,-1 0 1,1 0 0,-1 0 0,1-1-1,-1 1 1,1 0 0,-1 0 0,1-1-1,-1 1 1,1 0 0,-1-1 0,1 1-1,-1-1 1,0 1 0,1 0 0,-1-1-1,0 1 1,1-1 0,-1 1 0,0-1-1,0 1 1,1-1 0,-1 1 0,0-2-1,4 1 65,13-4 0,8-1 14,16-7 95,-24 7-119,0 1 1,33-6-1,-25 5 10,-17 0-13,55-15-1,-63 21-65,0 0-1,0 0 0,0 0 0,0 0 1,-1 0-1,1 0 0,0-1 0,0 1 0,0 0 1,0 0-1,0 0 0,0 0 0,0 0 0,0 0 1,0 0-1,0 0 0,0 0 0,0 0 0,0 0 1,0 0-1,0-1 0,0 1 0,0 0 1,0 0-1,0 0 0,0 0 0,0 0 0,0 0 1,0 0-1,0 0 0,1 0 0,-1 0 0,0 0 1,0 0-1,0-1 0,0 1 0,0 0 0,0 0 1,0 0-1,0 0 0,0 0 0,0 0 1,0 0-1,0 0 0,0 0 0,0 0 0,1 0 1,-1 0-1,0 0 0,0 0 0,0 0 0,27-8-91,-2 4 38,0 3 40,-4 1 26,29 0 200,-46-1-266,-4-2 53,4 2 53,13 0-26,-13-2 40,0 1 0,17-3-54,37-7 104,-43 9-138,1 0 0,-1-1 1,0-1-1,20-10 0,-14 10 8,25-6 320,-42 6-294,-2 3-12,0 1 0,-1 0 0,1 0 1,0-1-1,0 1 0,0 1 0,0-1 0,0 0 0,1 0 1,-1 1-1,0-1 0,0 1 0,0 0 0,4 0 0,6-3-18,-8-2 4,-3 4 7,-1 1 0,1-1 0,-1 0 1,1 1-1,0-1 0,-1 1 0,1-1 0,0 1 1,0 0-1,-1-1 0,1 1 0,0 0 0,0-1 1,-1 1-1,1 0 0,0 0 0,0 0 0,0 0 1,0 0-1,-1 0 0,1 0 0,0 0 0,0 0 1,1 0-1,-1 0-9,-1 0 14,0 0 0,0 0 0,1 0 0,-1 0 0,0 0 0,0 0 0,0 0 0,0 0 0,1 0 0,-1 0 0,0 0 0,0 0 0,0 0 0,0 0 0,1 0 0,-1 0 0,0 0 0,0 0 0,0 0 0,0 0 0,0 0 0,1-1 0,-1 1 0,0 0 0,0 0 0,0 0 1,0 0-1,0 0 0,0 0 0,0-1 0,0 1 0,1 0 0,-1 0 0,0 0 0,0 0 0,0-1 0,0 1 0,0 0 0,0 0 0,0 0 0,0 0 0,0-1 0,0 1 0,0 0 0,0 0 0,0 0 0,0 0 0,0-1 0,0 1 0,0 0 0,0 0 0,-1 0 0,1-1 0,0 1 9,0 0-1,0 0 0,0 0 0,0 0 0,0 0 0,0-1 0,0 1 1,0 0-1,0 0 0,0 0 0,0 0 0,0 0 0,0-1 0,0 1 1,0 0-1,0 0 0,0 0 0,0 0 0,0-1 0,0 1 0,0 0 1,0 0-1,0 0 0,0 0 0,0 0 0,0-1 0,0 1 0,1 0 1,-1 0-1,0 0 0,0 0 0,0 0 0,0 0 0,0 0 0,0 0 1,1-1-1,-1 1 0,0 0 0,0 0 0,0 0 0,0 0 0,0 0 1,1 0-1,-1 0 0,0 0 0,0 0 0,0 0 0,0 0 0,0 0 1,1 0-1,-1 0 0,0 0 0,0 0 0,3-1 18,15-2 110,11-7-41,-23 10-70,-5 0-17,-1 0-1,1 0 1,-1 0-1,1 0 1,-1 0-1,1 0 1,-1 0 0,1 0-1,-1 0 1,1 0-1,-1 0 1,1 0-1,-1 0 1,1 0 0,-1-1-1,0 1 1,1 0-1,-1 0 1,1-1-1,-1 1 1,1 0-1,-1 0 1,0-1 0,1 1-1,-1 0 1,0-1-1,1 1 1,-1-1-1,0 1 1,0 0 0,1-1-1,-1 1 1,0-1-1,0 1 1,0-1-1,1 1 1,-1-1 0,0 1-1,0-1 1,0 1-1,0 0 1,0-2-1,0 3 221,-50 5-11445,25-2 5722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4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12 720,'4'-11'13633,"13"11"-13059,-13 0-67,-4 1-503,1 0 0,-1 0 0,0 0 0,1-1 1,-1 1-1,0 0 0,1 0 0,-1 0 0,1 0 1,0-1-1,-1 1 0,1 0 0,0 0 0,-1-1 1,1 1-1,0-1 0,0 1 0,-1 0 0,1-1 0,0 1 1,0-1-1,1 1 0,30 11-1,0 1-89,-32-13 86,26 18-159,-24-17 141,0 1 1,-1-1 0,1 0 0,0 0 0,-1 1-1,0-1 1,1 1 0,-1-1 0,0 1 0,0 0-1,0-1 1,0 1 0,1 2 0,-2-3 13,1 0 0,-1 0 0,1 0 0,-1 0 1,1 0-1,0 0 0,-1-1 0,1 1 0,0 0 0,0 0 0,-1-1 1,1 1-1,0 0 0,0-1 0,0 1 0,0-1 0,0 1 0,0-1 1,0 1-1,2-1 0,0 2-8,22 14-135,-25-16 143,1 0-1,-1 0 1,0 0 0,0 0 0,1 1-1,-1-1 1,0 0 0,0 0 0,1 0 0,-1 1-1,0-1 1,0 0 0,1 0 0,-1 1 0,0-1-1,0 0 1,0 1 0,0-1 0,1 0-1,-1 0 1,0 1 0,0-1 0,0 0 0,0 1-1,0-1 1,0 0 0,0 1 0,0-1 0,0 0-1,0 1 1,0-1 0,0 0 0,0 1-1,0-1 1,0 0 0,0 1 0,-1-1 0,1 1-1,0-1 2,0 0-1,0 0 0,0 1 0,-1-1 0,1 0 0,0 1 0,0-1 1,0 0-1,0 1 0,0-1 0,0 0 0,0 0 0,0 1 0,0-1 1,0 0-1,0 1 0,0-1 0,0 0 0,1 1 0,-1-1 1,0 0-1,0 0 0,0 1 0,0-1 0,0 0 0,1 0 0,-1 1 1,0-1-1,0 0 0,0 0 0,1 1 0,-1-1 0,0 0 1,0 0-1,1 0 0,-1 1 0,6 1-17,2 3-27,-5 14 24,-3-18 25,0-1 1,0 1-1,0-1 1,0 1 0,0-1-1,1 1 1,-1-1-1,0 1 1,0-1 0,0 0-1,1 1 1,-1-1-1,0 1 1,0-1 0,1 0-1,-1 1 1,0-1-1,1 0 1,-1 1 0,0-1-1,1 0 1,-1 1-1,1-1 1,-1 0 0,0 0-1,1 0 1,-1 1-1,1-1 1,-1 0 0,1 0-1,-1 0 1,1 0-1,-1 0 1,1 0 0,0 0 0,-1 0 1,1 0-1,0 1 1,-1-1-1,1 0 1,0 0-1,-1 0 1,1 0-1,-1 1 1,1-1-1,-1 0 1,1 1-1,-1-1 1,1 0-1,-1 1 1,1-1-1,-1 1 1,1-1 0,-1 1-1,0-1 1,1 1-1,-1-1 1,0 1-1,1-1 1,-1 1-1,0 0 1,0-1-1,1 1 1,-1-1-1,0 1 1,0 0-1,0-1 1,0 1-1,0-1 1,0 2-1,-28 7 505,-35-7 40,-18 10-123,37-4-208,-43 7 646,80-13-783,-1 0 0,0 1 0,1 0 0,-1 0 0,1 0 0,0 1 0,-12 9 0,-23 8-385,38-18 466,-18 15-2552,20-16 1829,1-1 0,-1 0-1,0-1 1,1 1 0,-1 0-1,0 0 1,0-1 0,1 1 0,-1-1-1,0 0 1,-3 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4.6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1361,'0'6'3361,"0"-1"1681,0 0-5362,0 1-1921,-25-12-640,25 1-80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5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4 400,'0'1'59,"-1"-1"1,1 1-1,0-1 0,-1 1 1,1-1-1,-1 1 0,1-1 0,0 1 1,-1-1-1,0 0 0,1 1 1,-1-1-1,1 0 0,-1 1 1,1-1-1,-1 0 0,0 0 0,1 0 1,-1 1-1,1-1 0,-1 0 1,0 0-1,1 0 0,-1 0 0,0 0 1,1 0-1,-1 0 0,0 0 1,1 0-1,-1-1 0,1 1 0,-1 0 1,0 0-1,-1-1 193,-2 1 3456,0-1-3147,-13-3-148,13 3-93,4 1-310,0 0-1,0 0 0,0 0 1,0 0-1,-1 0 1,1 0-1,0 1 1,0-1-1,0 0 1,0 0-1,0 0 0,0 0 1,-1 0-1,1 0 1,0 0-1,0 0 1,0 0-1,0 0 1,0 0-1,0 0 0,-1 0 1,1 0-1,0 0 1,0-1-1,0 1 1,0 0-1,0 0 1,0 0-1,0 0 0,-1 0 1,1 0-1,0 0 1,0 0-1,0 0 1,0 0-1,0 0 0,0-1 1,0 1-1,0 0 1,0 0-1,0 0 1,0 0-1,0 0 1,-1 0-1,1 0 0,0-1 1,0 1-1,0 0 1,0 0-1,0 0 1,0 0-1,0 0 1,0 0-1,0-1 0,0 1 1,0 0-1,0 0 1,1 0-1,-1 0 1,0 0-1,0 0 0,0-1 1,0 1-1,0 0 1,-50 15-2945,29-10 227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6.4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745 237 80,'0'0'1707,"-4"-1"108,-13-3 12,13 3-53,0 1-53,-13 0-240,13 0-401,0 0-279,-38 0 506,37-1-1143,-1 1 0,1-1 0,-1-1 0,1 1 0,-9-4 0,-23-6 559,-25 2 291,46 7-664,0 1 0,-1-2 0,1 0 1,1-1-1,-1-1 0,0 0 0,-27-14 0,36 15-232,-1 0 0,0 1 0,0-1-1,0 2 1,0-1 0,0 1-1,0 1 1,-14-2 0,11 2 89,0-1 0,0 0 0,0-1 0,-18-7 0,7 3-52,16 5-131,1 1-1,-1-1 1,1 0-1,0 0 1,0-1-1,-8-4 1,3-1 84,-1 1-1,-1 0 1,1 1 0,-18-7 0,27 12-87,-9-4 135,10 5-152,0 0 1,0 0-1,1 0 1,-1-1-1,0 1 1,0 0 0,0 0-1,1-1 1,-1 1-1,0-1 1,0 1-1,1-1 1,-1 1 0,0-1-1,1 1 1,-1-1-1,1 0 1,-1 1-1,1-1 1,-1 0 0,1 1-1,-1-1 1,1 0-1,-1 0 1,1 1 0,0-1-1,0 0 1,-1 0-1,1 0 1,0 1-1,0-1 1,0 0 0,0 0-1,0 0 1,0-1-1,0 1 5,0 1-1,0-1 1,0 0-1,0 1 1,-1-1-1,1 1 1,0-1-1,0 1 1,-1-1-1,1 0 1,0 1-1,-1-1 1,1 1-1,0-1 1,-1 1-1,1 0 1,-1-1-1,1 1 1,-1-1-1,1 1 1,-1 0-1,1-1 1,-1 1-1,1 0 1,-1 0-1,1-1 1,-1 1-1,0 0 1,1 0-1,-1 0 1,1 0-1,-1 0 1,0 0 0,0 0-1,0 0-120,1 0 0,0 0-1,-1 0 1,1 0 0,0 0 0,-1 0 0,1 0-1,-1 0 1,1-1 0,0 1 0,-1 0 0,1 0-1,0 0 1,-1 0 0,1-1 0,0 1 0,-1 0-1,1 0 1,0 0 0,-1-1 0,1 1 0,0 0 0,0-1-1,-1 1 1,1 0 0,0-1 0,0 1 0,0 0-1,-1-1 1,1 2-146,0 0-1,1 0 1,-1 0-1,0 0 1,1 0-1,-1 0 1,0 0-1,1 0 1,-1 0-1,1-1 1,0 1-1,-1 0 1,1 0-1,-1 0 1,1-1-1,0 1 1,0 0-1,0 0 1,-1-1-1,1 1 1,2 0-1,4 5-1831,1 10-3165,13 0 466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7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545 62 400,'-71'-24'7630,"60"21"-4791,-7-5-1729,18 7-710,-4 1-133,1 0-241,2 0-8,1 0 0,-1 0 1,1 0-1,-1 0 0,0 1 0,1-1 0,-1 0 0,1 0 1,-1-1-1,0 1 0,1 0 0,-1 0 0,1 0 0,-1 0 1,1 0-1,-1-1 0,0 1 0,1 0 0,-1 0 1,1-1-1,-1 1 0,1 0 0,-1-1 0,1 1 0,0-1 1,-1 1-1,1-1 0,-1 1 0,1-1 0,0 1 0,0-1 1,-1 1-1,1-1 0,0 1 0,0-1 0,-1 1 0,1-1 1,0 1-1,0-1 0,0 0 0,0 1 0,0-1 1,0 1-1,0-1 0,0 0 0,0 0 0,0 1-11,0-1 0,-1 1 1,1 0-1,0-1 0,0 1 0,-1 0 0,1-1 0,0 1 1,-1 0-1,1-1 0,0 1 0,-1 0 0,1 0 0,0-1 0,-1 1 1,1 0-1,-1 0 0,1 0 0,-1 0 0,1-1 0,0 1 1,-1 0-1,1 0 0,-1 0 0,1 0 0,-1 0 0,1 0 0,-1 0 1,1 0-1,0 0 0,-1 1 0,1-1 0,-1 0 0,0 0 1,1 0-1,0 0 1,-1 1-1,1-1 0,-1 0 1,1 0-1,0 0 1,-1 0-1,1 0 0,-1 0 1,1 0-1,0 0 1,-1 0-1,1-1 0,-1 1 1,1 0-1,0 0 1,-1 0-1,1 0 1,0 0-1,-1-1 0,1 1 1,0 0-1,-1 0 1,1-1-1,0 1 0,-1 0 1,1-1-1,0 1 1,0 0-1,-1-1 0,1 0 367,0 34-241,0-32-118,0 0 0,-1 0 0,1 0-1,-1 0 1,1 0 0,-1 0 0,1 0-1,-1 0 1,0 0 0,1 0 0,-1 0-1,0 0 1,0 0 0,1 0 0,-1 0-1,0-1 1,0 1 0,0 0 0,0-1-1,0 1 1,0-1 0,0 1 0,-1-1 0,0 1-1,-37 10 92,23-7-114,-175 43 338,145-37-260,9 5 157,20-14-147,-12-1 534,29 3-846,0 7-438,4-8-4057,13-6 511,-13-2 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8.0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1 160,'0'5'80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59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18 240,'-2'-2'573,"0"1"-1,0 0 1,0 0-1,0 0 1,-1 0-1,1 0 1,0 1-1,0-1 0,-1 1 1,1-1-1,-3 1 1,-12 0 681,13 0 2361,0 0-3442,-13 0-66,13 0 120,4-1-213,-1 1 1,1-1-1,-1 1 1,1-1-1,-1 1 1,1-1-1,-1 1 1,1-1-1,-1 1 1,0 0-1,1-1 1,-1 1-1,0 0 1,1-1-1,-1 1 1,0 0-1,1 0 1,-1 0-1,0 0 1,0 0-1,1 0 1,-1 0-1,0 0 1,1 0 0,-1 0-1,0 0 1,0 0-1,-1 1 1,1-1 31,-3 0 140,0 0 28,-38 6 279,38-6-186,4 0-304,0 1 1,0-1-1,-1 0 0,1 1 1,0-1-1,0 0 0,-1 1 1,1-1-1,0 0 0,-1 1 1,1-1-1,0 0 0,-1 0 0,1 0 1,0 1-1,-1-1 0,1 0 1,0 0-1,-1 0 0,1 0 1,-1 0-1,1 0 0,0 1 0,-1-1 1,1 0-1,-1 0 0,1 0 1,0 0-1,-1-1 0,1 1 1,-1 0-1,1 0 0,0 0 1,-1 0-1,0 0-1,1-1-1,0 1 1,-1 0-1,1 0 1,-1 0 0,1 0-1,0 0 1,-1 0 0,1 0-1,-1 0 1,1 0 0,0 0-1,-1 0 1,1 0 0,-1 0-1,1 0 1,0 1 0,-1-1-1,1 0 1,-1 0-1,1 0 1,0 1 0,-1-1-1,1 0 1,0 0 0,-1 1-1,1-1 1,0 0 0,0 1-1,-1-1 1,1 0 0,0 1-1,0-1 1,-1 1 0,-2 1 9,0 0 1,0 0 0,0 0 0,0 0-1,0 0 1,0-1 0,-1 1 0,1-1-1,-7 2 1,2 0 17,5-2-29,2-1-3,-1 1 0,0-1 0,1 1 1,-1-1-1,1 1 0,0 0 0,-1 0 1,1 0-1,-1 0 0,1 0 0,0 0 0,0 0 1,0 0-1,-1 0 0,1 0 0,0 1 1,0-1-1,-1 3 0,2-3 5,0 0 1,0 0-1,-1-1 1,1 1-1,0 0 1,0 0-1,-1 0 1,1-1-1,-1 1 1,1 0-1,-1-1 1,1 1-1,-1 0 1,1-1-1,-1 1 1,0 0-1,1-1 1,-1 1-1,0-1 1,1 1-1,-1-1 1,0 0-1,0 1 1,-1-1-1,-5 5-11,-1 5-48,7-8 45,0-1 0,0 0 0,-1 1 0,1-1 0,0 0-1,0 0 1,-1 0 0,1 0 0,-1 0 0,1 0 0,-1 0 0,1 0 0,-3 0 0,-67 35-149,71-36 165,0 0 0,0 0 0,0 0-1,-1 0 1,1 0 0,0 0-1,0 0 1,0 0 0,-1 0 0,1 0-1,0 0 1,0 0 0,0 0-1,0 0 1,-1 1 0,1-1 0,0 0-1,0 0 1,0 0 0,0 0-1,0 0 1,-1 0 0,1 1 0,0-1-1,0 0 1,0 0 0,0 0-1,0 0 1,0 1 0,0-1 0,0 0-1,0 0 1,0 0 0,0 1-1,0-1 1,0 0 0,0 0 0,0 0-1,0 0 1,0 1 0,-4 5 30,-13-1 86,-58 22 627,75-27-746,0 0-1,0-1 1,0 1 0,0 0-1,0 0 1,-1 0-1,1 0 1,0 0-1,0 0 1,0 1 0,0-1-1,0 0 1,0 0-1,-1 0 1,1 0-1,0 0 1,0 0 0,0 0-1,0 0 1,0 0-1,0 0 1,-1 0-1,1 0 1,0 0 0,0 0-1,0 1 1,0-1-1,0 0 1,0 0-1,0 0 1,0 0 0,0 0-1,0 0 1,0 0-1,0 1 1,0-1-1,0 0 1,0 0 0,-1 0-1,1 0 1,0 0-1,0 1 1,0-1-1,0 0 1,1 0 0,-1 0-1,0 0 1,0 0-1,0 0 1,0 1-1,0-1 1,0 0 0,0 0-1,0 0 1,0 0-1,0 0 1,0 0-1,0 0 1,0 1 0,0-1-1,1 0 1,-2 4 24,-25 2-19,1 4-86,25-10 87,1-1-1,-1 1 1,1-1 0,-1 1 0,1-1-1,-1 1 1,1-1 0,-1 1 0,1 0-1,-1-1 1,1 1 0,-1 0-1,1-1 1,-1 1 0,1 0 0,0 0-1,-1 0 1,1-1 0,0 1 0,-1 0-1,1 0 1,0 0 0,-1 0-1,1 0 1,0 0 0,13-3 298,6-2-57,0 0-1,0 2 1,0 0 0,1 1-1,24 1 1,9-1 94,-30 0-241,12-1 83,1 1 0,58 6 0,-77 0-135,-1 1 1,0 1-1,24 11 0,-34-14-19,-3 0-17,-3 0-13,15 7 0,-13-6-11,-3-2 0,21 8 20,-17-6 18,-4-3 39,0-1-48,0-1 0,0 1 0,0 0 0,-1 0 0,1-1 0,0 1 0,0 0 0,0-1 0,0 1 1,0 0-1,0-1 0,0 1 0,0 0 0,0-1 0,0 1 0,0 0 0,0-1 0,0 1 0,0 0 0,1-1 0,-1 1 0,0 0 0,0 0 0,0-1 0,0 1 0,1 0 0,-1-1 0,0 1 0,0 0 0,0 0 0,1 0 0,-1-1 0,0 1 0,0 0 0,1 0 0,-1 0 0,0 0 0,1-1 0,-1 1 0,7-2-45,-7 2 80,1-1 1,0 1 0,0 0 0,0 0-1,-1-1 1,1 1 0,0 0-1,-1-1 1,1 1 0,0-1 0,-1 1-1,1-1 1,0 1 0,-1-1 0,1 0-1,-1 1 1,1-1 0,-1 0 0,0 1-1,1-1 1,-1 0 0,1 0-1,-1 1 1,0-1 0,0 0 0,0 0-1,1 1 1,-1-1 0,0 0 0,0 0-1,0 0 1,0 1 0,0-1-1,0 0 1,0 0 0,-1-1 0,1 2-59,0-1 1,0 1 0,0-1-1,1 1 1,-1-1 0,0 1 0,0-1-1,0 1 1,1-1 0,-1 1-1,0-1 1,0 1 0,1-1 0,-1 1-1,0 0 1,1-1 0,-1 1-1,1-1 1,-1 1 0,0 0-1,1 0 1,-1-1 0,1 1 0,-1 0-1,1 0 1,-1-1 0,1 1-1,-1 0 1,1 0 0,-1 0 0,2 0-1,-2 0-50,1 0 1,-1-1-1,1 1 0,0 0 0,-1 0 0,1 0 0,0-1 0,-1 1 1,1 0-1,-1-1 0,1 1 0,-1 0 0,1-1 0,-1 1 0,1-1 1,-1 1-1,1-1 0,-1 1 0,0-1 0,1 1 0,-1-1 0,0 1 1,1-1-1,-1 1 0,0-1 0,0 0 0,1 1 0,-1-1 1,0 1-1,0-1 0,0 0 0,0 0 0,0-8-2296,1 8 1790,-1-1 0,0 0 0,0 1 0,0-1 1,0 0-1,0 0 0,0 1 0,0-1 0,-1 0 0,1 1 0,-1-1 0,1 1 1,-1-1-1,1 1 0,-2-3 0,-19-7-3894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00.3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17 2721,'0'-7'9445,"25"7"-7364,-50 0-961,0 0-8723,25-4 3601,-25-1 560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01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1136 1 720,'0'0'3455,"-4"1"-1721,-67 20 4042,0 4-4729,25-9-813,-61 26 153,-39 11-134,139-51-239,1 0 0,-1 0 0,0 0 0,-13 1 0,15-2-2,-1 0-1,0 0 0,1 0 0,-1 1 1,1-1-1,-1 1 0,-8 5 0,4-2 21,-1-1 0,0 0 0,0-1 0,0-1 0,-1 1 0,-15 0 0,15-2 3,0 1 1,0 0-1,0 1 0,-18 6 0,-6 0 13,32-8-34,0-1 0,0 1 0,-1 0 0,1 0 0,0 1 0,0-1 0,0 1 0,-5 3 0,-9 5 34,0-2 0,-29 11 0,9-5-32,-12 14 131,13-10-34,23-11-93,0 0 0,-21 6 0,29-11-14,0 1 0,1-1 0,-1 1 0,-9 7 0,12-7-4,-1-1-1,0 0 0,0 0 1,0 0-1,0 0 1,-6 2-1,10-4-53,1 0 0,-1 0 0,0 0-1,0 0 1,0 0 0,0 0 0,0 0 0,1 0 0,-1 0-1,0 1 1,0-1 0,0 0 0,0 0 0,0 0 0,0 0-1,0 0 1,1 1 0,-1-1 0,0 0 0,0 0 0,0 0-1,0 0 1,0 0 0,0 1 0,0-1 0,0 0 0,0 0-1,0 0 1,0 0 0,0 1 0,0-1 0,0 0 0,0 0-1,0 0 1,0 0 0,0 1 0,0-1 0,0 0 0,-1 0-1,1 0 1,0 0 0,0 0 0,0 1 0,0-1 0,0 0-1,0 0 1,0 0 0,0 0 0,-1 0 0,1 0 0,0 0-1,0 1 1,0-1 0,0 0 0,-1 0 0,18-1-3950,-13-5-333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7:02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85 960,'4'-5'15901,"13"5"-15234,-13 0 1908,0 1-2055,35 10 899,-31-8-1249,0-1-1,1 1 1,-1-1 0,11 0-1,-8 0-24,0-1-1,0 2 0,-1-1 0,18 7 0,-24-8-114,0-1 1,1 0-1,-1-1 1,0 1-1,0-1 0,0 0 1,0 0-1,0 0 1,0 0-1,0-1 1,0 1-1,0-1 0,4-3 1,35-11 410,53-11 919,-85 25-1207,2-1-71,2 1 1,25-1 0,-19 3-190,-17 0-293,-7-10-6480,-8 3 4022,4 2 577,-1-10-3015,-13-1 321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38.3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1 160,'0'0'10258,"5"0"-8587,11 0-941,-12 5 4459,1-3-5119,-1 0 0,1 0-1,0-1 1,0 1 0,0-1-1,0-1 1,0 1 0,6-1-1,3 3-32,-1 0 0,0 0 0,0 1 0,0 1 0,-1 0 1,1 1-1,-1 0 0,14 10 0,41 12 296,-17-13 307,-42-4-253,29 0 400,0-1 0,49 6 0,-30-6 307,-26-4-431,-13-4-220,-1 1 1,1 1 0,-1 1 0,17 7 0,63 13 756,-84-21-1087,-6-3 33,0 1 0,0 1-1,0-1 1,0 1 0,6 4-1,-3-2 257,0-1 0,0 0 1,0-1-1,12 3 0,22 9 1127,-33-12-1369,13 6 6,-22-9-164,0 1 0,-1-1 0,1 0 0,0 1 1,0-1-1,-1 1 0,1-1 0,0 1 0,-1-1 1,1 1-1,-1-1 0,1 1 0,-1-1 0,1 1 1,-1 0-1,1-1 0,-1 1 0,1 0 0,-1 0 1,0-1-1,1 2 0,-1-1-2,0-1 0,0 1 0,1-1 0,-1 1 0,0-1 0,0 0 0,0 1 0,1-1 0,-1 0 0,0 1 0,0-1 0,1 0 0,-1 1 0,0-1 0,1 0 0,-1 0 0,0 1 0,1-1 0,-1 0 0,1 0 0,-1 0 0,0 1 0,1-1 0,-1 0 0,1 0 0,-1 0 0,0 0 0,1 0 0,-1 0 0,1 0 0,-1 0 0,1 0 0,-1 0 0,0 0 0,1 0 0,-1 0 0,1 0 0,0-1 0,-1 1 0,0 0 0,1 0 0,-1 0 0,0 0 0,1 0 0,-1 0 0,0 0 0,1 0 0,-1 0 0,1 0 0,-1 0 0,0 0 0,1 0 0,-1 0 0,0 0 0,1 0 0,-1 0 0,0 0 0,1 0 0,-1 1 0,0-1 0,1 0 0,-1 0 0,0 0 0,1 1 0,-1-1 0,0 0 0,0 0 0,1 1 0,-1-1 0,0 0 0,0 0 0,0 1 0,1-1 0,-1 0 0,0 1 0,1 1 0,1-1 0,-1 0 0,0 0 0,1 0 0,-1 1 0,1-1 0,-1 0 0,1-1 0,0 1 0,-1 0 0,1 0 0,0-1 0,3 1 0,-1 1 0,24 11 0,-14-6 0,0 0 0,0-1 0,1-1 0,17 5 0,-8-5 0,1 0 0,117 21 0,-138-26 0,23 8 0,-21-6 0,-4-1-26,-5-1-117,-12-3-891,-35-8-6780,-63-17-9613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39.5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85 160,'0'0'31,"0"-1"-1,0 0 0,0 1 1,0-1-1,0 0 1,0 1-1,0-1 1,-1 1-1,1-1 1,0 0-1,0 1 1,-1-1-1,1 1 1,0-1-1,-1 1 0,1-1 1,0 1-1,-1-1 1,1 1-1,-1-1 1,1 1-1,-1 0 1,1-1-1,-1 1 1,1 0-1,-1-1 1,0 1-1,1 0 0,-1-1 1,0 1-1,0 0 46,0 0 0,1-1 0,-1 1 0,0-1 0,0 1-1,1 0 1,-1-1 0,0 1 0,0-1 0,1 0-1,-1 1 1,1-1 0,-1 0 0,1 1 0,-1-1 0,1 0-1,-1 1 1,1-1 0,0 0 0,-1 0 0,1 0 0,0 1-1,-1-1 1,1 0 0,0 0 0,0 0 0,0 0-1,0 1 1,0-1 0,0-2 0,0 3 50,0-1 0,0 0 0,0 0 0,0 0 0,0 0 0,-1 0 0,1 0 0,0 1 0,-1-1 0,1 0 1,0 0-1,-1 0 0,1 1 0,-1-1 0,1 0 0,-1 1 0,0-1 0,1 0 0,-1 1 0,0-1 0,1 1 0,-1-1 0,0 1 0,-1-1 0,2 0 83,-1 1 0,0-1 0,0 0 0,0 1 0,0-1 0,0 0 1,1 1-1,-1-1 0,0 0 0,1 0 0,-1 0 0,0 0 0,1 0 0,-1 1 0,1-1 0,0 0 0,-1 0 0,1 0 0,0 0 0,-1-1 0,1 1 0,0 0 0,0 0 0,0-2 0,-4 2 1032,-13-2 93,13 2 2067,0 1-2681,-13 0-239,13 0-28,4 0-435,0 1 0,0-1 0,0 1 0,0 0 0,0-1 0,0 1 0,1-1 0,-1 1 0,0-1 0,0 1 0,0-1 0,1 0-1,-1 1 1,0-1 0,1 1 0,-1-1 0,0 1 0,1-1 0,-1 0 0,0 1 0,1-1 0,-1 0 0,1 1 0,-1-1 0,0 0 0,1 0 0,-1 1 0,1-1 0,-1 0 0,1 0-1,-1 0 1,1 0 0,-1 0 0,1 1 0,1-1 0,-2 0-7,1 0-1,-1 0 0,1 0 0,-1 0 1,1 0-1,-1 0 0,1 0 1,-1 0-1,1 1 0,-1-1 1,1 0-1,-1 0 0,1 1 0,-1-1 1,0 0-1,1 1 0,-1-1 1,1 0-1,-1 1 0,0-1 1,1 1-1,-1-1 0,0 0 0,1 1 1,-1-1-1,0 1 0,0-1 1,0 1-1,1-1 0,-1 1 1,0-1-1,0 1 0,0-1 0,0 1 1,0 0-1,0 0 0,0 0 13,1 0-1,-1 0 0,1 0 0,-1 1 0,1-1 0,-1 0 1,1 0-1,0 0 0,-1 0 0,1 0 0,0 0 0,0 0 1,0 0-1,0-1 0,0 1 0,0 0 0,0 0 0,0-1 0,2 2 1,31 15 245,-10-5-6,68 53 890,16 10 57,-17-15 632,-58-37-1118,1-1 1,1-1 0,42 17 0,61 25 1009,28 11 122,-119-55-1649,-1 1 1,81 50-1,-111-60-350,24 16-1594,-40-25 1655,0-1 0,1 1 1,-1-1-1,1 0 0,-1 1 1,0-1-1,1 1 0,-1-1 1,0 1-1,1-1 0,-1 1 1,0 0-1,0-1 0,1 1 0,-1-1 1,0 1-1,0-1 0,0 1 1,0 0-1,0-1 0,0 2 1,0-2-37,-1 1 1,1 0 0,-1-1 0,1 1 0,-1-1-1,1 1 1,-1-1 0,1 1 0,-1-1 0,1 1 0,-1-1-1,0 0 1,1 1 0,-1-1 0,0 0 0,0 1-1,1-1 1,-1 0 0,0 0 0,1 0 0,-2 1-1,0-1-906,0 0-1,-1 1 0,1-1 0,0 0 0,0 0 1,-1 0-1,1-1 0,0 1 0,-4-1 0,-39-13-13900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1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48 400,'0'-5'17261,"1"6"-16923,0 0-1,0-1 1,0 1-1,1-1 1,-1 1-1,0-1 1,1 1-1,-1-1 1,0 1-1,1-1 1,-1 0-1,0 0 1,1 0-1,-1 0 0,0 0 1,1 0-1,0 0 1,39-1 2466,-31 1-2412,196-3 3344,-71-10-9539,-119 9 2840,11-9-9847,-20 8 10921,-3-4-3393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2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 3682,'0'0'16087,"25"0"-13606,0-4-560,25-1-400,0 5-401,20-5-479,5 10-641,25 4-4563,-25-2-6962,-50-7 2721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4.1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127 127 800,'4'-1'1921,"-1"1"-1519,-3 0-300,1 0-1,0 0 1,-1 0 0,1 0 0,0 0-1,0 0 1,-1-1 0,1 1-1,0 0 1,-1 0 0,1 0 0,0-1-1,-1 1 1,1 0 0,-1-1-1,1 1 1,0-1 0,-1 1 0,1-1-1,-1 1 1,1-1 0,-1 1-1,1-1 1,-1 1 0,0-1 0,1 0-1,-1 1 1,0-1 0,1 0-1,-1 1 1,0-1 0,0 0 0,0 1-1,1-2 1,-1 1 74,0 0 0,0 0-1,0 0 1,0 0 0,1 0 0,-1 0-1,0 0 1,1 1 0,-1-1 0,1 0-1,-1 0 1,1 0 0,-1 0 0,1 1-1,0-1 1,-1 0 0,1 0 0,0 1-1,-1-1 1,1 1 0,1-2 0,-1 2-39,0-1 1,0 0-1,0 1 1,0-1-1,0 0 1,0 0-1,-1 0 1,1 0-1,0 0 1,0 0 0,-1 0-1,1 0 1,-1 0-1,1 0 1,-1 0-1,0 0 1,1 0-1,-1 0 1,0 0-1,0 0 1,1 0-1,-1-2 1,-1 2 150,1-1-1,0 0 1,0 1-1,0-1 1,0 0 0,0 1-1,1-1 1,-1 1-1,0-1 1,1 0 0,-1 1-1,1-1 1,-1 1-1,1-1 1,0 1 0,0 0-1,0-1 1,0 1-1,0 0 1,0-1 0,0 1-1,2-2 1,5-4 554,-8 6-557,1 0 0,-1-1-1,1 1 1,-1 0 0,1 0 0,-1-1 0,1 1 0,-1 0 0,0-1 0,0 1 0,0 0 0,0 0-1,0-1 1,0-1 0,0-1 1845,-1 4-2104,1 1 1,0 0 0,-1 0 0,1 0 0,-1-1-1,1 1 1,-1 0 0,1-1 0,-1 1 0,0-1-1,1 1 1,-1 0 0,0-1 0,1 1 0,-1-1-1,0 0 1,0 1 0,1-1 0,-2 1-1,-6 4 92,-4 15 75,11-17-176,-1 1 0,1-1 0,-1 0 0,0 0 1,0 0-1,-1 0 0,1 0 0,-4 3 0,0-1 27,0 0 0,1 1 0,0-1 0,0 1 0,1 0 0,-1 0 0,1 0 0,1 1 0,-4 7 0,-16 13 66,4-6-73,14-12 10,2-1 21,-2 0-1,1 0 1,-2 0-1,1 0 1,-1-1 0,-10 11-1,15-16-52,0-1-1,1 0 0,-1 1 1,1-1-1,-1 0 1,1 1-1,-1-1 1,1 1-1,0-1 0,0 1 1,-1-1-1,1 1 1,0-1-1,1 1 0,-1-1 1,0 1-1,0-1 1,1 1-1,-1-1 0,0 1 1,1-1-1,0 0 1,-1 1-1,2 1 0,16 4 12,0 0 0,1-2-1,0 0 1,0 0-1,24 1 1,-33-5-33,25 4-5,1-1 1,0-2-1,1-2 0,-1-1 1,0-2-1,-1-1 0,55-14 1,-80 15 31,0 0 1,1-2-1,-1 1 0,-1-1 1,1 0-1,-1-1 1,0 0-1,0-1 0,-1 0 1,1 0-1,-2-1 1,1 0-1,-1 0 0,0-1 1,-1 0-1,9-15 1,20-22 105,-24 34-132,-5-9-46,-6 21 46,0 0 0,0 1 0,0-1 0,0 0 0,0 0 0,-1 0 0,1 0 0,0 0 0,0 0 0,0 0 0,0 0-1,-1 0 1,1 0 0,0 0 0,0 0 0,0 1 0,0-1 0,-1 0 0,1 0 0,0-1 0,0 1 0,0 0 0,-1 0 0,1 0 0,0 0 0,0 0 0,0 0 0,0 0 0,-1 0 0,1 0-1,0 0 1,0 0 0,0 0 0,0-1 0,0 1 0,-1 0 0,1 0 0,0 0 0,0 0 0,0 0 0,0-1 0,0 1 0,0 0 0,0 0 0,-1 0 0,1 0 0,0-1 0,0 1-1,0 0 1,0 0 0,0 0 0,0 0 0,0-1 0,0 1 0,0 0 0,0 0 0,0 0 0,0-1 0,0 1 0,0 0 0,1 0 0,-45 43 410,33-33-132,0 0-1,-15 21 1,5-3-95,1 1 0,1 1-1,2 0 1,1 2 0,1 0 0,2 0-1,-16 62 1,27-86-177,-1 10 0,-1 0 0,-12 35 0,12-39-747,10-13-1487,13-16-6649,6-18-5297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4.9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1761,'25'-5'5602,"0"5"1762,0 0-3763,25 5-719,-5-5-721,5 6-721,50 4 1,0 1-1201,-25-6-4402,0-15-5282,-25-1 1680,-25-5 2722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5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0 7203,'-25'53'8404,"-20"11"-3121,-5 4-2802,25 5-1121,0-9-719,25-12-401,25-20-480,-25-16-3522,50-16-5843,20-16-1440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5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126 1 4242,'0'68'10805,"-25"7"-3602,0-18-4562,0 1-2320,0-15-401,25-11 80,-25-7-2402,50-14-6001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56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49 880,'17'-2'3729,"0"0"-1,0-1 0,31-9 1,-28 7-1181,36-6 0,0 9-1260,1 3 0,-1 2 0,109 21 0,-83-11-704,-17-2-263,103 9 398,-61-20-409,208-27-1,-22 0-168,24 24 136,-197 4-1541,-118-1 637,0 0 0,0 0-1,1 0 1,-1 0 0,0 0-1,0 0 1,0-1 0,0 1-1,0-1 1,0 0 0,0 1-1,1-2 1,2-5-5091,-4-3-3793,-1 5 5536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48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1542 241 720,'212'-62'15047,"-211"62"-14879,-1 1 1,1-1-1,-1 0 0,0 0 1,1 0-1,-1 0 0,1 0 0,-1 0 1,1 0-1,-1 0 0,1-1 0,-1 1 1,0 0-1,1 0 0,-1 0 0,1 0 1,-1-1-1,0 1 0,1 0 0,-1 0 1,0-1-1,1 1 0,-1 0 0,0 0 1,1-1-1,-1 1 0,0 0 1,1-1-1,-1 1 0,0-1 0,0 1 1,0 0-1,1-1 0,-1 1 0,0-1 1,4-2 3578,21 2 2434,-5 3-5341,-32 3-667,8-4-172,-204 51-1,83-25 0,-283 84 0,97-24 0,84-30 0,-201 57 0,408-109 0,0 2 0,-31 14 0,49-18 0,10-2 0,36-5 0,147-30-379,745-188-3836,-350 15 4343,-438 151 117,188-67 1103,-289 109-523,-43 13-497,-5 3 63,-20 9 613,-353 146-854,182-80-1122,-341 136-2649,455-183 3608,44-23-490,54-19-436,72-27-1167,-7 7-56,43-15-5694,-28 1-3603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8:51.4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1201,'0'0'5095,"4"-1"-3721,51-9 2450,-1 1-1961,58-18 0,-12 6-1236,-46 8-403,-28 14-203,-25-1-20,-1 0-1,1 0 1,-1 1 0,1-1-1,0 0 1,-1 0 0,1 0 0,-1 1-1,1-1 1,-1 0 0,0 1-1,1-1 1,-1 1 0,1-1 0,-1 0-1,1 1 1,-1-1 0,0 1-1,1-1 1,-1 1 0,0-1 0,0 1-1,1-1 1,-1 1 0,0-1-1,0 1 1,0 0 0,0-1 0,0 1-1,0 0 1,-4 14 41,-1 0 1,0 0-1,-1 0 0,-1-1 0,-11 19 0,-1-3-281,-29 37 0,37-53-1224,-1 0-1,-19 15 1,-19 14-7315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9:06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1391 358 1761,'27'20'3326,"-21"-17"-2656,0 1 0,0-1 0,-1 2 0,1-1 0,-1 1 1,5 5-1,0 11 1159,-9-18-1389,0 0 0,1 1 0,-1-1 0,1 0 0,0 0 0,0 0 0,5 5 0,3 3 97,-9-10 123,0 1 1,0-1-1,0 0 1,1 1-1,-1-1 1,0 0-1,1 0 1,-1 0-1,1 0 1,0 0-1,-1 0 1,3 1-1,8-2 422,-12 0-1081,-1 0 29,1 0 0,0-1 0,0 1 1,0 0-1,0 0 0,0 0 0,0 0 1,0 0-1,-1 0 0,1 0 0,0 0 1,0 0-1,0-1 0,0 1 0,0 0 1,0 0-1,0 0 0,0 0 0,0 0 1,0 0-1,0-1 0,0 1 0,0 0 1,0 0-1,0 0 0,0 0 0,0 0 1,0-1-1,0 1 0,0 0 0,0 0 1,0 0-1,0 0 0,0 0 0,0 0 1,0-1-1,0 1 0,0 0 0,0 0 1,0 0-1,0 0 0,0 0 0,1 0 1,-1-1-1,0 1 0,0 0 0,0 0 1,0 0-1,0 0 0,0 0 0,1 0 1,-3-1 71,1 1 1,0 0 0,0-1 0,0 1 0,0-1-1,-1 0 1,1 0 0,0 1 0,0-1 0,0 0-1,0 0 1,1 0 0,-1 0 0,0 0 0,0 0-1,0 0 1,1 0 0,-1 0 0,1 0-1,-1 0 1,1-1 0,-1 1 0,1 0 0,0 0-1,-1-1 1,1 1 0,0 0 0,0 0 0,0-1-1,0 1 1,0 0 0,0 0 0,1-2 0,-1 1-56,-1 1 1,1 0-1,0-1 1,-1 1-1,1 0 1,-1-1-1,0 1 1,1 0-1,-1 0 1,0 0-1,0-1 1,1 1-1,-1 0 1,0 0-1,0 0 1,0 0-1,0 0 1,-1 1-1,1-1 1,-2-1-1,-29-14 1035,16 8-795,7 3-287,-1 0 0,1 1 0,-1 0 0,0 1 0,0 0 0,-1 0 0,-14-1 0,-83-4 0,77 6 0,-17 3 0,1 3 0,0 1 0,0 2 0,-70 21 0,31-8 0,-159 46 0,220-60 0,1 1 0,-1 1 0,2 1 0,-37 20 0,59-29 0,-145 83 0,142-80 0,0 0 0,1 0 0,-1 1 0,1-1 0,0 1 0,0 0 0,0 0 0,0 0 0,1 0 0,0 1 0,-1-1 0,2 0 0,-1 1 0,0 0 0,1-1 0,-1 9 0,2-11 0,0-1 0,-1 1 0,1 0 0,0 0 0,-1 0 0,1 0 0,-1-1 0,1 1 0,-1 0 0,0-1 0,0 1 0,0 0 0,0-1 0,0 1 0,-2 2 0,1-3 0,1 1 0,0-1 0,0 1 0,0-1 0,0 1 0,0 0 0,0 0 0,0-1 0,0 1 0,1 0 0,-1 0 0,1 0 0,-1 0 0,1 0 0,0 3 0,0-2 0,-1 0 0,1-1 0,-1 1 0,0-1 0,1 1 0,-1 0 0,0-1 0,0 0 0,-1 1 0,1-1 0,0 0 0,-1 1 0,-2 1 0,-29 30 0,7-8 0,0 1 0,16-17 0,0 0 0,-15 21 0,24-29 0,1-1 0,-1 1 0,0 0 0,1-1 0,0 1 0,-1 0 0,1 0 0,0-1 0,0 1 0,0 0 0,0 0 0,0 3 0,1-4 0,-1 1 0,0 0 0,0 0 0,0-1 0,0 1 0,0 0 0,0 0 0,-1-1 0,1 1 0,-1 0 0,1-1 0,-1 1 0,1 0 0,-2 1 0,-5 5 0,5-7 0,1 1 0,0-1 0,0 0 0,0 0 0,0 0 0,0 1 0,0-1 0,0 0 0,1 1 0,-1-1 0,0 1 0,1-1 0,-1 1 0,1-1 0,0 1 0,-1-1 0,1 4 0,0-4 0,0 1 0,0-1 0,0 0 0,-1 0 0,1 1 0,0-1 0,-1 0 0,1 0 0,0 0 0,-1 0 0,0 0 0,1 1 0,-1-1 0,1 0 0,-1 0 0,0 0 0,0-1 0,0 1 0,0 0 0,-1 1 0,1-1 0,0 0 0,0 0 0,0 0 0,0 0 0,0 0 0,0 0 0,0 1 0,0-1 0,1 0 0,-1 0 0,0 1 0,1-1 0,-1 1 0,1-1 0,0 0 0,-1 1 0,1-1 0,0 1 0,0-1 0,0 3 0,0-3 0,0 0 0,0-1 0,0 1 0,0 0 0,1 0 0,-1-1 0,0 1 0,0 0 0,1 0 0,-1-1 0,1 1 0,-1 0 0,0-1 0,1 1 0,-1-1 0,1 1 0,0 0 0,-1-1 0,1 1 0,-1-1 0,1 0 0,0 1 0,-1-1 0,1 1 0,1-1 0,7 7 0,-1 6 0,-7-11 0,0 0 0,1 0 0,-1 0 0,0 0 0,0-1 0,1 1 0,-1-1 0,1 1 0,-1-1 0,1 1 0,0-1 0,2 1 0,170 89 0,-53-29 0,-72-39 0,-40-20 0,0 0 0,0 1 0,15 10 0,-13-8 0,1 1 0,1-2 0,20 8 0,23 9 0,-8 1 0,-35-18 0,0 0 0,-1 1 0,0 0 0,0 1 0,-1 1 0,0 0 0,0 0 0,0 1 0,14 17 0,-16-14 0,-6-7 0,0-1 0,0 0 0,0 0 0,1 0 0,-1 0 0,1 0 0,0-1 0,6 4 0,2 0 0,-7-5 0,0 0 0,0 1 0,-1-1 0,1 1 0,0 1 0,-1-1 0,0 0 0,0 1 0,0 0 0,5 7 0,-6-7 0,0 0 0,0-1 0,1 1 0,-1-1 0,1 0 0,-1 0 0,1 0 0,0 0 0,0-1 0,0 1 0,1-1 0,4 2 0,13 7 0,-19-9 0,1 0 0,0 0 0,-1 0 0,1-1 0,0 0 0,0 0 0,0 0 0,0 0 0,1 0 0,6-1 0,18 3 0,13 2 0,0-2 0,0-2 0,55-5 0,-20 0 0,17 1 0,-18-1 0,-1 3 0,104 13 0,-57-3 0,-23-3 0,-87-5 0,0-1 0,-1-1 0,1 0 0,0-1 0,19-4 0,58-23 0,-48 15 0,-38 13 0,9-2 0,-1-1 0,0 0 0,0-1 0,16-9 0,-22 10 0,1 1 0,-1 1 0,1-1 0,0 1 0,0 0 0,7-1 0,-7 1 0,-1 1 0,0-1 0,0 1 0,0-1 0,0-1 0,0 1 0,0-1 0,7-5 0,4-3 0,1 1 0,0 0 0,31-12 0,-27 12 0,31-17 0,68-40 0,-115 65 0,-1-1 0,1 1 0,-1-1 0,0 0 0,0-1 0,5-4 0,14-9 0,78-43 0,-35 19 0,-38 20 0,-25 18 0,0 0 0,1 1 0,-1-1 0,1 1 0,-1 0 0,7-3 0,-6 4 0,-3 0 0,0 1 0,-1 0 0,1 0 0,0 0 0,-1 0 0,1 0 0,0-1 0,0 1 0,-1 0 0,1 0 0,0-1 0,-1 1 0,1-1 0,-1 1 0,1-1 0,0 1 0,-1-1 0,1 1 0,-1-1 0,1 1 0,-1-1 0,0 0 0,1 1 0,-1-1 0,0 1 0,1-1 0,-1 0 0,0 0 0,1 0 0,-1 0 0,0 0 0,1 1 0,-1-1 0,0 0 0,1 1 0,-1-1 0,1 0 0,-1 1 0,1-1 0,-1 1 0,1-1 0,0 1 0,-1-1 0,1 1 0,-1-1 0,1 1 0,0 0 0,-1-1 0,1 1 0,0 0 0,0 0 0,-1 0 0,1-1 0,0 1 0,0 0 0,0 0 0,4-1 0,24-19 0,-15 15 0,0-1 0,0-1 0,0 0 0,-1-1 0,13-10 0,-21 14 0,0 0 0,-1 0 0,1 1 0,0 0 0,0 0 0,1 1 0,5-3 0,27-16 0,-29 14 0,-6 5 0,-1 1 0,1-1 0,-1 0 0,1 1 0,-1-1 0,0 0 0,1-1 0,-1 1 0,0 0 0,-1-1 0,1 1 0,0-1 0,-1 1 0,1-1 0,-1 0 0,0 0 0,2-5 0,-3 7 0,0 0 0,0 0 0,0-1 0,0 1 0,1 0 0,-1 0 0,0 0 0,1-1 0,-1 1 0,1 0 0,0 0 0,-1 0 0,1 0 0,0 0 0,-1 0 0,1 0 0,0 0 0,0 0 0,0 0 0,1-1 0,6-6 0,-1-2 0,-2-1 0,0 0 0,0 0 0,5-19 0,13-28 0,-6 25 0,31-65 0,-47 97 0,0-1 0,-1 0 0,0 1 0,1-1 0,-1 0 0,0 0 0,0 1 0,0-1 0,0 0 0,0 1 0,0-1 0,-1 0 0,1 0 0,-1 1 0,1-1 0,-1 0 0,1 1 0,-1-1 0,0 1 0,0-1 0,0 1 0,0-1 0,0 1 0,-1-2 0,-6-10 0,0-11 0,7 19 0,-1 1 0,1-1 0,-1 0 0,0 1 0,0 0 0,-5-8 0,-13-14 0,10 14 0,0-1 0,1-1 0,-12-24 0,-13-42 0,29 70 0,-1 0 0,0 1 0,-1 0 0,0 0 0,-1 0 0,-8-7 0,-24-29 0,28 32 0,0 0 0,-1 0 0,0 1 0,-1 1 0,-1 1 0,-25-16 0,-16-11 0,43 29 0,-1 1 0,0 0 0,0 1 0,0 0 0,-16-3 0,-17-8 0,8 3 0,0 1 0,-58-10 0,23 6 0,-27-3 0,27 7 0,24 5 0,0 1 0,-1 3 0,1 2 0,-74 7 0,-192 44 0,116 1 0,77-28 0,-171 6 0,63-8 0,125-14 0,77-6 0,-1 1 0,1 1 0,-44 11 0,68-12 74,0 1 1,0 0-1,0 0 1,0 0-1,1 1 1,-1 0-1,1 0 1,0 0-1,-1 0 1,-3 5-1,-12 20-4687,16-4-14355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28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1 191 1841,'4'-1'1987,"13"2"13515,-34-1-14343,59-10 4431,-36 9-5393,0 1 0,0 0 0,0 0 0,-1 0 0,1 1 0,0 0 0,0 0 0,0 0 0,0 1 0,5 2 0,67 32 3135,-18-7-2143,12 6-1189,-47-21 0,1-1 0,42 14 0,1 3 0,-17-7 0,27 9 0,-14-3 0,-26-11 0,-37-17 0,-1-1 0,0 0 0,0 0 0,0 0 0,0 0 0,0 1 0,0-1 0,0 0 0,0 1 0,0-1 0,0 1 0,0-1 0,0 1 0,-1 0 0,1-1 0,0 1 0,0 0 0,0-1 0,-1 1 0,2 1 0,-1-1 0,0 0 0,0-1 0,-1 1 0,1-1 0,0 1 0,0-1 0,0 1 0,0-1 0,0 0 0,1 1 0,-1-1 0,0 0 0,0 0 0,0 0 0,0 0 0,0 0 0,0 0 0,0 0 0,0 0 0,2-1 0,-1 1 0,-2-1 0,1 0 0,-1 0 0,1 0 0,-1 1 0,1-1 0,0 0 0,0 0 0,-1 0 0,1 1 0,0-1 0,0 0 0,0 1 0,-1-1 0,1 0 0,0 1 0,0-1 0,0 1 0,2-1 0,2-2 0,7-19 0,3 4 0,1 0 0,1 1 0,1 1 0,0 1 0,28-19 0,-14 10 0,6-5 0,199-143 0,-212 157 0,-18 12 0,0 0 0,-1-1 0,1 0 0,-1-1 0,0 1 0,0-1 0,0-1 0,0 1 0,8-12 0,-6-4 0,2 4 0,-19 20 0,0 1 0,-9 1-2625,-31 0-11990,41-6 6678,-13-3 1468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30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101 145 240,'0'0'235,"-1"-1"0,1 1 0,0-1 0,0 0-1,0 1 1,0-1 0,0 1 0,0-1 0,0 0 0,0 1 0,0-1 0,0 0-1,0 1 1,0-1 0,0 1 0,1-1 0,-1 0 0,0 1 0,0-1-1,1 1 1,-1-1 0,0 1 0,1-1 0,-1 1 0,0-1 0,1 1 0,0-2-1,16-2 327,-10 3 4317,11 1-4140,-10 6 836,11 0-1098,0-1 0,0-1 0,0-1 0,1 0 1,36-1-1,-9 0-199,-23-2-140,0-1 0,0-1 0,46-10-1,-65 11-119,-1-1 0,1 0 0,0 0-1,-1 0 1,0-1 0,1 1 0,-1-1-1,0 0 1,4-5 0,-5 6 7,-1 0-1,0-1 1,0 1 0,0 0 0,0-1-1,0 0 1,0 1 0,-1-1-1,1 0 1,-1 0 0,0 0-1,1 0 1,-2 0 0,1 0 0,1-6-1,-3 7-15,1 0 1,-1 0-1,0 0 0,0 0 0,1 0 0,-1 0 1,-1 1-1,1-1 0,0 0 0,0 0 0,-1 1 0,1-1 1,-1 1-1,1 0 0,-1-1 0,0 1 0,1 0 0,-1 0 1,-3-2-1,-2-1 11,0 1 1,0 0-1,-1 0 1,1 0-1,-8-1 0,-18 0 248,0 1 0,0 2 0,-1 2 0,1 0-1,-59 12 1,78-11-90,0 0 0,0 1 0,0 0 0,0 1 0,1 1 0,-1 0 0,1 1 1,1 1-1,-1 0 0,-14 11 0,10-8-70,13-9-96,1 0 1,0 1-1,0-1 0,0 1 0,0 0 0,0 0 0,0 0 0,1 0 0,-1 1 0,1-1 0,-1 0 0,1 1 0,0 0 0,0 0 1,0 0-1,0-1 0,1 2 0,-1-1 0,1 0 0,0 0 0,0 0 0,0 1 0,-1 5 0,2-4 55,0 1 1,-1 1 1,2-1-1,-1 0 1,1 0 0,0 0-1,4 12 1,-4-15-50,0-1 0,1 1 0,-1-1 0,1 0 1,0 0-1,-1 1 0,1-1 0,0 0 0,1-1 1,-1 1-1,0 0 0,0-1 0,1 1 0,-1-1 0,1 1 1,-1-1-1,1 0 0,0 0 0,-1-1 0,4 2 1,7 1 187,0-1 1,0 0 0,0-1 0,0 0-1,26-2 1,146-29 826,-57 7-212,-118 21-774,44-6 277,77-2-1,-123 10-841,1 0 1,-1 1-1,17 3 1,0 8-4843,-21-4-2470,-4 2 266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31.1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15 480,'-4'0'734,"2"0"-695,-36 0 1290,36 0-1226,1 0-1,-1 0 1,1 0 0,-1 0 0,0 0 0,1 0-1,-1 0 1,1 0 0,-1 1 0,1-1 0,-1 1 0,0-1-1,1 1 1,0 0 0,-1-1 0,1 1 0,-1 0 0,-1 2-1,-1-2 312,-13-1-94,13 0 667,0 0-493,-38 0 3027,38 0 41,7-4 132,8 1-2999,4 0 465,-1-1-602,0 1 0,0 0 0,0 1 0,0 1 0,0 0 0,1 1 0,18 2 0,6-1 154,129 9 1958,-106-4-6451,-1-3-9128,-77-6 6773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31.5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23 400,'0'0'5042,"25"-7"801,0 2-2881,0 1-81,25-3 0,25 7-80,45 11 561,55 21-1041,-75 5-5442,-100 15-7844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3:59.2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51 118 2321,'11'-2'1951,"0"0"1,0-1-1,0 0 1,0-1-1,0 0 0,14-9 1,-25 13-1801,0 0 0,1-1 0,-1 1 0,1-1 0,-1 1 0,0-1 1,0 1-1,1-1 0,-1 0 0,0 1 0,0-1 0,1 1 0,-1-1 1,0 0-1,0 1 0,0-1 0,0 1 0,0-1 0,0 0 0,0 1 0,0-2 1,0 2-19,0-1 1,-1 0 0,1 1 0,0-1 0,0 0 0,1 1 0,-1-1 0,0 0-1,0 1 1,0-1 0,0 0 0,0 1 0,1-1 0,-1 1 0,0-1-1,1 0 1,-1 1 0,0-1 0,1 1 0,0-1 0,2-1 382,-2 2-402,0-1 0,0 1 0,0 0-1,0-1 1,0 1 0,0-1 0,0 1 0,0-1 0,0 0 0,0 1 0,-1-1 0,1 0 0,0 0-1,0 1 1,-1-1 0,1 0 0,-1 0 0,1 0 0,0 0 0,0-1 0,-1 1-57,0 0-1,0 1 1,0-1 0,0 0-1,0 1 1,0-1 0,1 1 0,-1-1-1,0 0 1,0 1 0,1-1-1,-1 1 1,0-1 0,1 1 0,-1-1-1,0 1 1,1-1 0,-1 1 0,1-1-1,-1 1 1,1-1 0,-1 1-1,1 0 1,0-1 0,-1 1 0,1 0-1,-1 0 1,1-1 0,-1 1 0,2 0-1,-1 0-9,-1-1-1,1 1 1,0 0-1,-1 0 1,1 0 0,0-1-1,-1 1 1,1 0-1,-1-1 1,1 1-1,-1 0 1,1-1-1,-1 1 1,1-1-1,-1 1 1,0-1 0,1 1-1,-1-1 1,1 1-1,-1-1 1,0 1-1,0-1 1,1 0-1,-1 1 1,0-1 0,0 1-1,0-1 1,1 0-1,-1 1 1,0-2-1,15-9 1213,-7 9-574,-10 6 1907,-13 14-2586,0 3-7,-8 7 1,-22 29 0,42-53 0,0 0 0,1 1 0,-1 0 0,1 0 0,0-1 0,0 1 0,0 1 0,1-1 0,0 0 0,-1 10 0,2-11 0,-1 0 0,1 0 0,-1-1 0,0 1 0,0-1 0,0 1 0,0-1 0,-4 6 0,4-6 0,-1 0 0,1 0 0,0 1 0,0-1 0,0 0 0,0 0 0,1 1 0,-1 4 0,1-6 0,0-1 0,0 0 0,0 1 0,-1-1 0,1 0 0,0 0 0,-1 1 0,1-1 0,0 0 0,-1 0 0,0 0 0,1 1 0,-1-1 0,0 0 0,1 0 0,-1 0 0,0 0 0,0 0 0,0 0 0,0-1 0,-2 3 0,-4 4 0,-18 24 0,25-31 0,-1 0 0,1 0 0,-1 1 0,1-1 0,0 0 0,-1 0 0,1 1 0,0-1 0,0 1 0,-1-1 0,1 0 0,0 1 0,0-1 0,0 0 0,-1 1 0,1-1 0,0 1 0,0-1 0,0 1 0,0-1 0,0 0 0,0 1 0,0-1 0,0 1 0,0-1 0,0 1 0,0-1 0,0 1 0,0-1 0,0 0 0,1 1 0,-1-1 0,0 1 0,13 8 0,-13-9 0,1 0 0,0 0 0,0 1 0,-1-1 0,1 0 0,0 1 0,-1-1 0,1 1 0,-1-1 0,1 1 0,0-1 0,-1 1 0,1-1 0,-1 1 0,1-1 0,-1 1 0,0 0 0,1-1 0,0 2 0,0 0 0,-23 6 0,18-2 0,4-1 0,-4 0 0,2-5 0,1 1 0,0-1 0,0 0 0,0 0 0,0 0 0,0 1 0,0-1 0,0 0 0,0 1 0,0-1 0,0 1 0,0-1 0,0 1 0,0-1 0,0 1 0,1 0 0,-1-1 0,0 1 0,0 0 0,0 1 0,5 2 0,92 8 0,7 9 0,185 14 0,-13-22 0,-176-8 0,-46 0 0,1-4 0,60-5 0,-109 3 0,1 0 0,-1 0 0,0-1 0,1 1 0,-1-2 0,0 1 0,8-5 0,-13 7 0,1-1 0,-1 1 0,1-1 0,-1 0 0,1 1 0,-1-1 0,0 0 0,1 1 0,-1-1 0,0 0 0,1 1 0,-1-1 0,0 0 0,0 0 0,0 1 0,0-1 0,1 0 0,-1 0 0,0 0 0,-1 1 0,1-1 0,0 0 0,0 0 0,0 1 0,-1-2 0,1 1 0,0 0 0,0 0 0,0 0 0,0 1 0,0-1 0,0 0 0,0 0 0,0 0 0,0 0 0,0 0 0,0 1 0,0-1 0,1 0 0,-1 0 0,0 0 0,0 0 0,1 1 0,-1-1 0,1 0 0,0 0 0,5-4 0,-5 5 0,0-1 0,0 1 0,0-1 0,0 0 0,0 1 0,0-1 0,-1 0 0,1 1 0,0-1 0,-1 0 0,1 0 0,0 1 0,-1-1 0,1 0 0,-1 0 0,1 0 0,-1 0 0,0 0 0,1 0 0,-1 0 0,0 0 0,0 0 0,1 0 0,-1 0 0,0 0 0,0-1 0,0-2 0,1 0 0,0 0 0,0 0 0,1 0 0,-1 0 0,1 0 0,0 0 0,0 1 0,0-1 0,0 1 0,1-1 0,-1 1 0,5-4 0,15-23 0,1-22 0,-16 36 0,0 1 0,10-17 0,-4 14 0,1 1 0,20-19 0,-9 10 0,-20 19 0,-9 2 0,-13 6 0,16-1 0,1 0 0,0 0 0,-1 1 0,1-1 0,0 0 0,0 0 0,-1 1 0,1-1 0,0 0 0,-1 0 0,1 1 0,0-1 0,0 0 0,0 1 0,-1-1 0,1 0 0,0 1 0,0-1 0,0 0 0,0 1 0,0-1 0,0 0 0,-1 1 0,1-1 0,0 1 0,0-1 0,0 0 0,0 1 0,-2 8 0,-7 6 0,-1-1 0,-1 0 0,0 0 0,-1-1 0,0-1 0,-1 0 0,-20 14 0,9-6 0,-32 33 0,-115 124 0,154-160 0,1 0 0,0 0 0,2 2 0,0 0 0,1 0 0,1 1 0,-15 35 0,7-13 0,13-30 0,2 0 0,-9 25 0,-11 50 0,24-86 1,0 3 56,0 1 0,-1-1 0,0 0 1,0 0-1,0 0 0,-5 6 0,6-9-137,0 0 0,0 0-1,-1 0 1,1 0 0,0 0 0,0-1-1,-1 1 1,1-1 0,0 1-1,-1-1 1,1 1 0,-1-1-1,1 0 1,0 0 0,-1 1 0,1-1-1,-1 0 1,1 0 0,-1-1-1,1 1 1,-1 0 0,1 0 0,0-1-1,-2 0 1,1 1-487,1 0 1,0 0-1,0-1 0,0 1 1,0-1-1,0 1 1,0-1-1,0 1 0,0-1 1,0 0-1,0 1 0,1-1 1,-1 0-1,0 0 0,0 1 1,1-1-1,-2-2 1,-1-21-19916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0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2961,'6'10'22210,"10"-5"-15040,21-4-9414,-30-1 4562,238 16-1966,-25-6-352,601 31 0,-757-37 0,150 14 0,-89-6 0,-129-13 171,-48-4-1009,4-1-3324,-43-5-11530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0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92 80,'161'-50'16827,"-148"46"-16006,14-4 142,1 0 1,1 2-1,-1 2 1,49-3-1,-45 5-351,82-1 825,-101 4-1172,1 0 0,-1 0 0,0 2 1,0-1-1,23 9 0,-33-10-181,-1 0 0,0 0-1,1 1 1,-1-1-1,0 1 1,0-1 0,0 1-1,0-1 1,0 1-1,-1 0 1,1 0 0,0 0-1,1 3 1,-3-4-49,0 0 1,1 0 0,-1 0-1,1 0 1,-1 0 0,0 0-1,0 0 1,0 0 0,0 0-1,0 0 1,0 0 0,0 0 0,0 0-1,0 0 1,0 0 0,0 0-1,-1 0 1,1 0 0,0 0-1,-1 0 1,1 0 0,-1 0-1,1 0 1,-1 0 0,1 0-1,-1 0 1,0 0 0,0-1-1,1 1 1,-1 0 0,0-1-1,-1 2 1,-8 5 122,-1-1-1,0-1 0,0 1 1,0-1-1,-1-1 1,0 0-1,0-1 1,-21 3-1,-102 10 827,76-13-526,1-2 1,-1-3-1,-60-10 0,94 6-458,25 6 0,0 0 0,0 0 0,0 0 0,0 0 0,0 0 0,0 0 0,1 0 0,-1 0 0,0 0 0,0 0 0,0 0 0,0 0 0,0 0 0,0 0 0,0-1 0,0 1 0,0 0 0,0 0 0,0 0 0,0 0 0,0 0 0,0 0 0,0 0 0,0 0 0,0-1 0,0 1 0,0 0 0,0 0 0,0 0 0,0 0 0,0 0 0,0 0 0,0 0 0,0 0 0,0 0 0,0-1 0,0 1 0,0 0 0,0 0 0,0 0 0,0 0 0,0 0 0,0 0 0,0 0 0,0 0 0,-1 0 0,1 0 0,0 0 0,0-1 0,0 1 0,0 0 0,0 0 0,78-1 0,27 3 0,0 5 0,168 31 0,-250-34 0,-18-3 0,-1-1 0,1 0 0,0 1 0,0 0 0,0 1 0,-1-1 0,1 1 0,-1-1 0,1 1 0,-1 1 0,1-1 0,-1 1 0,0-1 0,0 1 0,5 6 0,16 33 0,-24-41 0,-1 0 0,1 0 0,-1 0 0,0 0 0,0 0 0,0 0 0,0 1 0,0-1 0,0 0 0,0 0 0,0 0 0,0 0 0,0 0 0,-1 1 0,1-1 0,0 0 0,-1 0 0,1 0 0,-1 0 0,1 0 0,-1 0 0,0 0 0,1 0 0,-1 0 0,0-1 0,0 1 0,1 0 0,-1 0 0,0 0 0,0-1 0,-1 2 0,-3 2 0,1 1 0,-1 0 0,1-1 0,-1 0 0,0 0 0,0 0 0,0-1 0,-1 1 0,1-1 0,-1 0 0,0-1 0,1 0 0,-1 0 0,-9 2 0,-13 3 0,-41 5 0,-142 0 0,1-1 0,61 2-641,57-16-4160,59-3-9798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1.9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94 1121,'15'-4'9082,"-26"3"-5732,25-9 4400,-10 7-6756,0 0 0,0 0-1,1 0 1,-1 0 0,10-3 0,48-10-111,1 2-1,1 4 1,76-4 0,-46 11 102,133 12 0,-219-8-985,1-1 0,-1 2 0,1-1 0,14 6 0,-18-2-3545,-35-5-15899,-15-5 12787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2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0 240,'0'0'2481,"25"0"401,-25 5 399,0 11 801,-50 32 3201,0 36-880,0 0-4002,5-10-2161,20-6-640,0-20-1361,50-26-4642,0-22-4962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2.6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 2161,'0'16'3442,"25"4"399,0 23 1282,0-1-961,-50-10-1841,0-1 0,25 12-480,-25 10-641,0 4-1040,0-9-1200,0-11-3763,0-17-6722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4.4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51 792 800,'-2'0'664,"1"0"-557,0 1 0,0-1 0,-1 0 0,1 0 0,0 0 0,0 1-1,0-1 1,0 1 0,0-1 0,0 1 0,0-1 0,0 1 0,0-1 0,0 1 0,0 0-1,-1 1 1,-1 4 4585,2 5 5503,-3-12-8647,-12-2-308,15 2-1184,1 1-1,-1-1 1,1 1 0,0-1-1,-1 1 1,1-1-1,0 0 1,-1 1-1,1-1 1,0 1 0,0-1-1,-1 0 1,1 1-1,0-1 1,0 1 0,0-1-1,0 0 1,0 1-1,0-1 1,0 0-1,0 1 1,0-1 0,0 0-1,0 1 1,1-1-1,-1 1 1,0-1 0,0 0-1,1 1 1,-1-1-1,0 1 1,1-1-1,-1 1 1,0-1 0,2 0-1,4-4 139,0-1-1,0 0 0,0-1 1,-1 1-1,7-11 1,-4-1 227,-7 14-283,1 0-1,0 0 1,0 0-1,1 0 0,-1 0 1,1 1-1,3-5 0,6-4 299,-9 9-255,1 0 1,-1 0-1,0 0 1,0 0-1,-1-1 0,1 1 1,-1-1-1,0 0 0,0 1 1,0-1-1,0 0 1,0 0-1,-1 0 0,0-1 1,0 1-1,0 0 0,0 0 1,-1-7-1,0 11-128,0-1-1,1 0 0,-1 0 1,0 0-1,0 0 0,0 0 1,1 0-1,-1 0 0,0 0 1,1 1-1,-1-1 0,0 0 1,1 0-1,-1 0 1,1 1-1,0-1 0,-1 0 1,1 1-1,0-1 0,-1 0 1,1 1-1,0-1 0,0 1 1,0-1-1,0 0 24,0 1 0,0-1-1,0 0 1,0 1 0,0-1-1,-1 0 1,1 0 0,0 1-1,-1-1 1,1 0 0,0 0 0,-1 0-1,1 0 1,-1 0 0,1 0-1,-1 0 1,0 0 0,1 0-1,-1 0 1,0 0 0,0 0 0,0 0-1,0 0 1,0-2 0,0-1-31,0 13-45,1-10 0,-1 0 0,0 0 0,0 0 0,0 0 0,1 0 0,-1 0 0,1 0 0,-1 0 0,1 0 0,-1 0 0,1 0 0,-1 0 0,1 0 0,0 1 0,0-1 0,-1 0 0,1 0 0,0 1 0,0-1 0,1 0 0,6-7 0,11-16 0,1 1 0,1 0 0,1 2 0,26-21 0,-28 25 0,26-19 0,2 2 0,53-27 0,-42 26 0,61-48 0,-101 69 0,1 1 0,0 1 0,1 1 0,0 0 0,0 2 0,34-10 0,3 3 0,77-10 0,-117 23 0,0 1 0,-1 0 0,1 2 0,0 0 0,0 1 0,25 4 0,-37-4 0,-1 0 0,1 1 0,-1-1 0,0 1 0,0 0 0,1 0 0,-2 1 0,1 0 0,0 0 0,8 6 0,-12-7 0,0-1 0,1 0 0,-1 1 0,0-1 0,0 1 0,-1-1 0,1 1 0,0-1 0,0 1 0,-1 0 0,1-1 0,-1 1 0,0 0 0,1-1 0,-1 1 0,0 0 0,0 0 0,0-1 0,0 1 0,0 0 0,-1 2 0,-2 3 0,1-1 0,-1 1 0,-1-1 0,1 0 0,-1 0 0,0-1 0,0 1 0,-1-1 0,-9 9 0,1-2 0,1-2 0,-1 0 0,-1 0 0,1-1 0,-30 13 0,-4 4 0,12-5 0,-125 69 0,132-77 0,-1 0 0,-1-2 0,-58 13 0,52-17 0,-69 5 0,98-12 0,1-1 0,-1 1 0,0-1 0,1-1 0,0 1 0,-1-1 0,1 0 0,0 0 0,0-1 0,0 0 0,0 0 0,0-1 0,1 1 0,-1-1 0,-5-6 0,10 9 0,1 1 0,0-1 0,-1 0 0,1 1 0,0-1 0,0 0 0,0 0 0,-1 1 0,1-1 0,0 0 0,0 0 0,0 1 0,0-1 0,1 0 0,-1 0 0,0 1 0,0-1 0,0 0 0,0 1 0,1-1 0,-1 0 0,0 1 0,1-1 0,-1 0 0,0 1 0,1-1 0,-1 0 0,1 1 0,0-2 0,20-17 0,-20 18 0,2 0 0,-2 0 0,0 1 0,0 0 0,0-1 0,0 1 0,0-1 0,0 1 0,0-1 0,0 0 0,0 1 0,0-1 0,0 0 0,0 0 0,0 0 0,-1 1 0,1-1 0,0 0 0,-1 0 0,1-1 0,0 1 0,0 0 0,0 0 0,-1 0 0,1 0 0,0 0 0,0 1 0,0-1 0,0 0 0,0 1 0,0-1 0,0 1 0,0-1 0,0 1 0,0-1 0,1 1 0,-1 0 0,0 0 0,2-1 0,22-2 0,-24 3 0,-1 0 0,0 0 0,1 0 0,-1 1 0,0-1 0,1 0 0,-1 1 0,0-1 0,1 0 0,-1 1 0,0-1 0,0 1 0,1-1 0,-1 0 0,0 1 0,0-1 0,0 1 0,0-1 0,1 0 0,-1 1 0,0-1 0,0 1 0,0-1 0,0 1 0,0-1 0,0 1 0,0-1 0,0 0 0,-1 1 0,1-1 0,0 1 0,0 0 0,-1 4 0,1 7 0,0 0 0,0 0 0,1 0 0,1 0 0,0 0 0,1 0 0,0 0 0,0-1 0,2 1 0,-1-1 0,1 0 0,1-1 0,0 1 0,0-1 0,1 0 0,1 0 0,11 11 0,-9-11 0,0-1 0,1 0 0,0-1 0,0 0 0,1-1 0,0 0 0,1-1 0,-1 0 0,1-1 0,0-1 0,1 0 0,-1 0 0,1-2 0,0 1 0,-1-2 0,1 0 0,0 0 0,0-2 0,0 1 0,0-2 0,-1 0 0,28-7 0,-19 1-728,1-2 1,-1 0-1,-1-1 1,32-22-1,-17 7-4936,53-48-1,-10-10-10134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4:05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145 244 1121,'-3'-2'556,"-13"-9"445,16 11-936,-1 0 0,1-1 0,0 1 0,0 0 1,-1-1-1,1 1 0,0 0 0,-1 0 0,1-1 0,0 1 0,0-1 0,0 1 0,-1 0 1,1-1-1,0 1 0,0 0 0,0-1 0,0 1 0,0-1 0,0 1 0,0-1 0,0 1 1,0 0-1,0-1 0,0 1 0,0-1 0,0 1 0,0 0 0,0-1 0,0 1 0,0-1 1,1 1-1,-1 0 0,0-1 0,0 1 0,0 0 0,1-1 0,-1 1 0,1-1 0,44-45 6458,-31 30-4927,-13 13-1173,1 1-1,0-1 1,0 1-1,0-1 1,0 1-1,0 0 1,5-3-1,9-6 922,2 0 1,-1 2-1,1 0 0,31-10 0,87-21 2170,-99 30-2744,-9 3 615,54-6 1,-70 11-1111,-1 2 1,1 0 0,0 0-1,-1 1 1,1 0-1,0 1 1,17 5 0,-25-5-276,-1-1 1,0 0-1,1 1 1,-1 0-1,0-1 1,0 1 0,0 0-1,0 1 1,-1-1-1,1 0 1,4 6-1,-6-7 0,0 1 0,-1 0 0,1-1 0,0 1 0,0 0 0,-1 0 0,1-1 0,-1 1 0,1 0 0,-1 0 0,0 0 0,0 0 0,0 0 0,0 0 0,0 0-1,0-1 1,-1 1 0,1 0 0,-1 0 0,1 0 0,-1 0 0,0-1 0,1 1 0,-3 3 0,-2 3 0,-1 0 0,0-1 0,0 0 0,0 0 0,-1 0 0,0 0 0,-1-1 0,1-1 0,-1 1 0,0-1 0,-1 0 0,-16 6 0,-14 5 0,-67 16 0,97-29 0,-35 10 0,-46 11 0,79-21 0,0-1 0,0-1 0,0 0 0,0-1 0,-20-1 0,6-6 0,24 7 0,1 0 0,0 0 0,-1-1 0,1 1 0,0 0 0,-1 0 0,1-1 0,0 1 0,0 0 0,-1 0 0,1-1 0,0 1 0,0 0 0,-1-1 0,1 1 0,0 0 0,0-1 0,0 1 0,0 0 0,0-1 0,0 1 0,-1 0 0,1-1 0,0 1 0,0 0 0,0-1 0,0 1 0,0 0 0,0-1 0,0 1 0,1-1 0,-1 1 0,0 0 0,0-1 0,0 1 0,0 0 0,0-1 0,0 1 0,1 0 0,-1-1 0,0 1 0,0 0 0,0 0 0,1-1 0,-1 1 0,0 0 0,1 0 0,-1-1 0,0 1 0,0 0 0,1 0 0,-1 0 0,0-1 0,1 1 0,-1 0 0,0 0 0,1 0 0,18-8 0,4 2 0,-1 0 0,1 2 0,0 1 0,0 1 0,27 1 0,115 14 0,-129-9 0,0 2 0,-1 2 0,1 1 0,46 18 0,-79-25 0,0 0 0,0-1 0,0 1 0,0 0 0,0 0 0,0 1 0,0-1 0,-1 0 0,1 1 0,4 5 0,-7-7 0,1 0 0,-1 0 0,1 0 0,-1 1 0,1-1 0,-1 0 0,0 0 0,0 0 0,1 1 0,-1-1 0,0 0 0,0 0 0,0 1 0,0-1 0,0 0 0,-1 0 0,1 1 0,0-1 0,-1 0 0,0 2 0,-1 0 0,0 1 0,-1-1 0,1 0 0,-1 0 0,0 0 0,0 0 0,0 0 0,0-1 0,-1 0 0,1 1 0,-1-1 0,-7 3 0,-13 5 0,0-1 0,-1-1 0,-1-1 0,-29 3 0,-104 8 0,127-16 0,-19 3 42,-148 8-541,166-12-827,-1-2-1,0-1 1,-48-10-1,78 11-610,0 0 0,0 0-1,0 0 1,0-1-1,0 0 1,0 0-1,-5-3 1,9 5 1877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9:31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1357 409 400,'-25'-9'1869,"21"7"-1177,-19-3 2745,-39-5-1,43 9-3101,-1 0 1,1 2-1,0 0 0,-1 1 0,-23 6 0,-56 14 232,-97 35 0,126-36-462,46-15-34,0 1 1,0 1-1,0 1 1,1 1-1,-30 18 1,10 1-153,30-22 59,0 1 0,1 1-1,0 0 1,1 1 0,-14 14 0,-50 69 156,69-86-139,0-1 0,0 1 1,-1-1-1,1 0 0,-10 6 1,11-9-2,0 0 0,1 0 0,-1 1 0,1 0 0,0 0 0,0 0 0,0 1 0,1-1 0,-1 1 0,-3 7 0,0 8-95,6-17 91,0 0 1,0 0 0,0-1 0,0 1-1,0-1 1,-1 1 0,1-1-1,-1 0 1,1 1 0,-1-1-1,-2 2 1,-41 48-191,45-51 175,-1-1 0,1 1 0,0-1 0,-1 0 0,1 1 0,0-1 0,-1 1 0,1-1 0,0 1 0,0-1 0,-1 1 1,1-1-1,0 1 0,0-1 0,0 1 0,0-1 0,0 1 0,0-1 0,0 1 0,0-1 0,0 1 0,0-1 0,0 1 0,0-1 0,0 1 0,0-1 0,0 1 0,0-1 0,1 1 0,-2 10 118,0-10-78,0 0 1,0 0-1,0 0 0,-1 0 1,1-1-1,0 1 1,-1 0-1,1-1 1,-1 1-1,1-1 0,-1 0 1,1 1-1,-3-1 1,-4 8-3,3-7-16,-8 4 137,10 17 215,3-21-334,0-1 0,0 1-1,0 0 1,1 0 0,-1 0-1,0-1 1,1 1-1,-1 0 1,0 0 0,1-1-1,-1 1 1,1 0 0,-1 0-1,1-1 1,-1 1 0,1-1-1,-1 1 1,1 0 0,0-1-1,-1 1 1,1-1 0,0 0-1,0 1 1,1 0 0,-2-1-5,1 0 1,0 0-1,-1 1 0,1-1 1,0 0-1,-1 1 1,1-1-1,-1 1 1,1-1-1,0 1 1,-1-1-1,1 1 1,-1-1-1,0 1 1,1-1-1,-1 1 1,1 0-1,-1-1 1,0 1-1,0 0 0,1-1 1,-1 1-1,0 0 1,0-1-1,0 1 1,0 0-1,1 0 1,-1-1-1,0 1 1,0 0-1,-1-1 1,1 1-1,0 0 1,0-1-1,0 1 1,0 0-1,-1 0 0,1-1 1,0 1-1,0-1 1,-1 1-1,1 0 1,-1 0-1,-7 14 533,0-1-1,-18 24 1,22-22-28,0 0-3,-38 42 155,36-46-615,4-10-21,1 0-1,0 1 0,-1-1 1,0 0-1,1 1 1,-1-1-1,0 0 0,0 0 1,0-1-1,-4 4 1,4-4-7,0 0-14,0 0-1,1 0 0,0 0 1,-1 0-1,1 0 1,-1 0-1,1 1 0,0-1 1,0 0-1,0 1 0,0-1 1,0 1-1,0-1 0,0 1 1,0-1-1,1 1 1,-1 0-1,1-1 0,-1 1 1,1 0-1,-1-1 0,1 4 1,0-3-5,0 0 1,0 0-1,-1 0 1,1 0-1,-1 0 1,1 0-1,-1 0 1,0 0 0,0 0-1,1 0 1,-1 0-1,-3 3 1,-3 12 215,14 5 201,-5-19-383,-1 1 0,1 0 0,-1-1 0,0 1 0,0 0 0,0-1 0,0 8 0,-2 4-7,1-12-12,-1 1 1,1 0 0,0-1-1,0 1 1,0 0 0,0 0 0,1-1-1,-1 1 1,1-1 0,0 1-1,2 5 1,4-2 37,-5-6-50,-1 0 0,0 0 1,0-1-1,-1 1 0,1 0 1,0 0-1,0 0 0,0 0 0,-1 0 1,1 1-1,0-1 0,-1 0 1,1 0-1,-1 0 0,1 0 0,-1 1 1,0-1-1,1 0 0,-1 0 1,0 1-1,0 1 0,0-2 0,0 1 0,0 0 0,0-1 0,1 1 0,-1-1-1,1 1 1,-1-1 0,1 1 0,-1-1 0,1 1 0,0-1 0,0 0 0,-1 1-1,1-1 1,0 0 0,0 0 0,2 2 0,-2-2-11,0 1-1,1-1 1,-1 0-1,0 1 1,0-1-1,0 1 1,-1-1 0,1 1-1,0-1 1,0 1-1,-1-1 1,1 1-1,-1 0 1,0 0 0,1-1-1,-1 1 1,0 2-1,1 1 24,0-1 0,0 0 1,0 0-1,1 0 0,-1 0 0,1 0 0,0 0 0,0-1 0,0 1 1,1-1-1,-1 1 0,1-1 0,0 0 0,0 0 0,0 0 0,1 0 0,-1-1 1,5 4-1,15 10 56,42 21 0,-50-29-117,-4-4 95,0 1 0,0-1 1,0-1-1,19 3 0,16 5 115,-36-7-91,0 0 0,1-1 0,-1-1 0,1 0 0,20 1 0,-25-2 42,1-1 0,0 1-1,-1 0 1,1 0 0,6 3 0,304 58 4891,-247-50-4126,534 44 2527,-483-49-2995,63-1 76,-78-5 30,149 22 0,-115 0-523,272 9 0,109-22 0,-411-6 0,96 1 0,310 0 0,-441-3 0,415 33 0,-10 28 0,218 26 0,-254-53 0,-247-24 0,805 46 0,-955-56 0,290 7 0,-204-7 0,216 12 0,-37 8 0,-62-6 0,-182-13 0,214-1 0,-74-7 0,-88 3 0,239-16 0,-19 0 0,-3 24 0,-329-5 0,400 27 0,-4-31 0,-188-18 0,-199 20 0,-1-1 0,0-1 0,0 0 0,0-1 0,0 0 0,-1-2 0,27-12 0,-26 11 0,-1 1 0,1 1 0,0 0 0,32-4 0,-24 5 0,46-15 0,-14 2 0,106-17 0,-104 24 0,102-32 0,-95 22 0,-49 16 0,-1 0 0,0-1 0,28-15 0,-31 15 0,0-1 0,22-5 0,-23 7 0,0 1 0,0-2 0,19-10 0,-6 2 0,44-17 0,-6 4 0,-7-2 0,28-13 0,148-51 0,140 3 0,-225 57 0,183-37 0,86-21 0,-169 11 0,-242 78 0,63-30 0,-61 28 0,0 0 0,-1-1 0,0 0 0,0 0 0,0 0 0,0 0 0,-1-1 0,0 0 0,5-6 0,16-28 0,-24 36 0,0 1 0,0 0 0,0-1 0,0 1 0,0 0 0,-1-1 0,1 1 0,-1-1 0,0 1 0,1-1 0,-1 1 0,0-1 0,-1 1 0,1-1 0,0 1 0,-1-4 0,-16-35 0,11 29 0,2 2 0,0 2 0,0 0 0,1-1 0,0 1 0,0-1 0,1 0 0,0 0 0,0 1 0,1-1 0,0-15 0,1 20 0,0 1 0,-1-1 0,1 1 0,-1-1 0,0 1 0,0-1 0,0 1 0,0 0 0,-1 0 0,-2-5 0,2 5 0,0 0 0,1 0 0,-1-1 0,1 1 0,0 0 0,0 0 0,0-1 0,0 1 0,1-1 0,-1-4 0,1 5 0,0 1 0,0 0 0,0 0 0,-1 0 0,1 0 0,-1 0 0,1 0 0,-1 0 0,0 1 0,0-1 0,0 0 0,0 0 0,0 0 0,0 1 0,-1-1 0,-1-2 0,-4-4 0,2 1 0,-1-1 0,-1 1 0,0 1 0,0 0 0,0-1 0,0 2 0,-1-1 0,0 1 0,-12-5 0,-15-6 0,-40-13 0,-8-2 0,4-1 0,-1 3 0,-135-29 0,-141 6 0,213 35 0,-152-16 0,-353-16 0,326 34 0,-494-38 0,403-1 0,3-1 0,-27 13 0,205 23 0,-40-6 0,-614-122 0,662 90 0,-55 19 0,263 37 0,1 0 0,0-1 0,0-1 0,-20-6 0,0 2 0,0 1 0,-45-1 0,30 3 0,-150-8 0,-111 4 0,52 24 0,164-8 0,-55 2-2470,-275-15-1,310-1 2055,0 4 0,-124 15 0,-223 51 1024,381-53-1453,0-3 0,-96-3 0,-154-23-489,-127 13 2458,238 9-1047,26 4 658,101-2-115,-170-11-1,171-4-523,-181-23 35,150 15 380,-1 6 1,-200 6-1,232 11 43,1 4-1,0 4 1,1 3-1,0 5 1,-97 37-1,144-41-88,2 2-1,-44 26 0,48-24-2347,-77 33-1,98-48-1710,16-7 3536,0 1 1,0-1 0,0 0-1,0 0 1,0 0-1,0 0 1,0 0 0,0 0-1,0 1 1,0-1-1,0 0 1,0 0 0,0 0-1,0 0 1,0 0-1,0 0 1,0 0-1,0 1 1,0-1 0,0 0-1,0 0 1,0 0-1,0 0 1,0 0 0,0 0-1,0 0 1,0 0-1,1 0 1,-1 1 0,0-1-1,0 0 1,0 0-1,0 0 1,0 0-1,0 0 1,0 0 0,0 0-1,1 0 1,-1 0-1,0 0 1,0 0 0,0 0-1,0 0 1,0 0-1,0 0 1,1 0 0,-1 0-1,0 0 1,0 0-1,0 0 1,0 0-1,0 0 1,0 0 0,0 0-1,1 0 1,-1 0-1,33-1-7001,17-12-5494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7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36 880,'3'-1'16731,"7"-1"-9953,2-1-4695,26-5-4089,-26 6 4072,30-6-1892,0 3 0,1 1 0,0 2 0,71 6 1,-24 11-5929,-3 10-7104,-53-9 5268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5:07.8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 1040,'0'-5'4402,"25"10"481,0-5-1,25 5-720,0 1-1041,50-1-239,75-5-641,-55-5-2562,-45 5-6482,-25-6-5682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12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26 105 480,'1'0'101,"1"-1"0,-1 0 0,0 0 0,1 1 1,-1-1-1,0 0 0,0 0 0,0 0 0,1 0 0,-1 0 0,0 0 0,-1-1 0,1 1 0,0 0 0,0-1 0,0 1 0,0-2 0,-1 2 0,-1-1 1,1 1-1,-1 0 0,1 0 0,-1 0 0,1 0 0,-1-1 0,0 1 0,1 0 0,-1 0 0,0 0 0,0 0 0,0 1 0,0-1 0,-1-1 0,-2-2-42,4 3 7,-1 0 0,0 1 0,1-1 1,-1 0-1,1 0 0,0 0 0,-1 0 0,1 0 0,0-1 0,-1 1 0,1 0 0,0 0 0,0 0 0,0 0 1,0 0-1,0 0 0,0 0 0,0 0 0,1-2 0,-1 2-30,1 0 1,-1 1-1,0-1 1,0 0-1,0 1 0,0-1 1,0 0-1,0 0 0,0 1 1,0-1-1,0 0 1,0 0-1,0 1 0,0-1 1,-1 0-1,1 0 0,0 1 1,0-1-1,-1 0 1,1 1-1,0-1 0,-1 0 1,1 1-1,-1-1 0,0 0 1,-6-2 187,6 3-170,1 0 0,-1 0 1,0 0-1,1 0 0,-1 0 0,1 0 0,-1 0 0,1-1 1,-1 1-1,0 0 0,1-1 0,-1 1 0,1 0 1,-1-1-1,1 1 0,-1 0 0,1-1 0,0 1 1,-1-1-1,1 1 0,-1-1 0,1 1 0,0-1 1,0 1-1,-1-1 0,1 1 0,0-1 0,0 0 1,-1 1-1,1-1 0,0 1 0,0-1 0,0 0 1,0 0-1,17-4 2520,-34 10 5994,17 9-6344,0-10-1010,0-2-1096,1 0 0,-1 0 0,1 0 0,-1 0 0,1 0 0,0 0 0,0 0 0,0 0 0,0 0 0,0 0 0,1 0 1,-1-1-1,2 3 0,12 19 670,3 7-110,-13-22-440,-1-1-1,1 1 0,5 15 0,-2 13 430,17 15-160,-20-43-398,0 1-1,0-1 1,0-1-1,7 8 1,-6-9-33,0 1 0,-1 0 1,0 1-1,-1-1 0,5 9 1,-5-3 5,2 0 0,-1 0 0,2-1-1,-1 0 1,2 0 0,10 13 0,-12-16 40,1 1 0,-2 0 0,7 15-1,-9-18-65,0 0-1,0-1 0,0 1 1,1-1-1,0 0 0,0 0 1,1 0-1,-1-1 0,8 7 1,-6-8-27,-4-3-31,-1 0-1,0-1 1,0 1 0,0 0-1,0 0 1,1 0 0,-1 0-1,-1 0 1,1 0 0,0 0-1,0 0 1,0 0 0,0 0-1,-1 0 1,1 1 0,-1-1-1,1 0 1,-1 1 0,1-1-1,-1 0 1,0 1 0,1-1-1,-1 2 1,0-1 8,0-1-1,0 0 1,0 1 0,1-1-1,-1 0 1,0 1-1,1-1 1,-1 0 0,1 0-1,-1 1 1,1-1-1,0 0 1,-1 0 0,1 0-1,0 0 1,0 0-1,0 0 1,0 0 0,1 1-1,-1-1-32,0 0-1,0 0 0,0 0 1,0 0-1,0 0 1,0 1-1,0-1 0,0 0 1,-1 0-1,1 1 0,-1-1 1,1 0-1,-1 1 1,1-1-1,-1 0 0,0 1 1,1-1-1,-1 1 1,0 1-1,0-4 18,0 0 1,0 0-1,0 0 0,0 0 1,0 0-1,1 0 0,-1 0 1,0 0-1,1 0 0,-1 0 1,1 1-1,-1-1 0,1 0 1,-1 0-1,1 0 0,-1 0 1,1 1-1,0-1 0,-1 0 1,2 0-1,6-8 66,-1 0 42,0 0 0,1 0 0,0 0-1,17-13 1,23-26 214,-29 27-221,0 0 0,2 1 0,0 0 0,1 2 0,47-29 0,-11 2 190,-43 35-159,-11 8-62,0-1 1,0 0-1,-1 1 1,1-1-1,-1 0 1,0-1 0,0 1-1,4-6 1,-1 2-39,0 1 1,1-1 0,0 1-1,0 1 1,0-1 0,1 1 0,13-6-1,65-26 71,-45 22-82,-21 2-11,-18 11 0,0 1 0,0-1 0,0 1 0,0-1 0,0 1 0,0 0 0,0 0 0,1 0 0,4-1 0,17-3-1721,-49 26-24283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13.6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15 1040,'21'0'1601,"-4"-3"2418,-9 1-3409,-4 2 831,-8 0-54,-13-4 27,-23-1 4557,29 5-4936,1 0 0,-1 0 0,-17 4 0,-71 6 1953,96-9-2954,1-1 0,-1 1 0,0 0-1,1 0 1,-1 0 0,1 0 0,0 0 0,-1 0-1,1 1 1,0-1 0,-4 4 0,-11 6 187,3-4 86,0 0 0,1 1 0,-17 12-1,30-20-300,0 0-1,0 0 0,-1 0 0,1 0 0,0 0 0,0 1 0,0-1 0,0 0 1,-1 0-1,1 0 0,0 0 0,0 0 0,0 1 0,0-1 0,0 0 0,0 0 1,-1 0-1,1 1 0,0-1 0,0 0 0,0 0 0,0 0 0,0 0 0,0 1 1,0-1-1,0 0 0,0 0 0,0 1 0,0-1 0,0 0 0,0 0 0,0 0 1,0 1-1,0-1 0,0 0 0,0 0 0,0 0 0,1 1 0,-1-1 0,0 0 0,0 0 1,0 0-1,0 0 0,0 1 0,0-1 0,1 0 0,-1 0 0,0 0 0,0 0 1,0 0-1,0 0 0,1 1 0,-1-1 0,0 0 0,0 0 0,0 0 0,1 0 1,-1 0-1,0 0 0,0 0 0,14 3 143,-12-2-88,31 25 700,-13-16-586,-6-3-116,-1 0-1,1-1 1,0 0 0,1-1 0,15 3-1,-14-5-286,-5-1-158,1 0 1,0-1 0,0-1-1,-1 0 1,15-2-1,-14 1-1344,0 0-1,1-1 0,-1-1 0,-1 0 0,21-7 0,-3-10-5831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14.1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0 160,'-2'4'6603,"-6"-3"-2890,-4 1 579,9 7 5458,3-9-9720,0 0 1,0 0-1,-1 0 1,1-1-1,0 1 1,0 0-1,0 0 1,0 0-1,0 0 0,0 0 1,0-1-1,0 1 1,0 0-1,0 0 1,0 0-1,0 0 1,0-1-1,0 1 1,0 0-1,0 0 1,0 0-1,0 0 0,0-1 1,0 1-1,0 0 1,0 0-1,0 0 1,0 0-1,0-1 1,0 1-1,1 0 1,-1 0-1,0 0 0,0 0 1,0 0-1,0 0 1,0-1-1,0 1 1,1 0-1,-1 0 1,0 0-1,0 0 1,0 0-1,0 0 1,0 0-1,1 0 0,-1 0 1,0 0-1,0 0 1,0 0-1,0 0 1,1 0-1,-1 0 1,0 0-1,0 0 1,0 0-1,0 0 0,1 0 1,-1 0-1,138 3 2350,-61-1-2941,3-1-6527,-79-1 5987,13 0-2008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14.5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21 6883,'-25'11'8484,"-25"-6"-2881,50-10-721,25-1-4002,0 1-79,0 1-1,25-3 80,0 2 1,75 1-81,20 8-1200,-45 8-3762,-50 3-7603,-25 1-1762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7.3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1 134 3201,'2'-9'11892,"5"2"-4033,16-2-485,32 3-6977,-42 5 1335,95-19-1420,30 2-312,227 0 0,-269 22 0,176 29 0,-261-31 0,150 13 0,-68-8 0,-12-2 0,0-3 0,0-4 0,100-14 0,47-17 0,152-17 0,-255 39 0,-124 11 0,1 0 0,-1-1 0,1 1 0,0 0 0,-1 0 0,1 0 0,-1 0 0,1 0 0,0 0 0,-1 1 0,1-1 0,-1 0 0,4 2 0,-35 8 0,-49 10-2313,-58 21-9252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8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53 5923,'0'1'506,"0"-1"0,0 1 0,0 0 0,0 0 0,0 0 0,0-1 0,-1 1 0,1 0 0,0 0 0,0 0 0,-1-1 0,1 1 0,0 0 0,-1-1 0,1 1 0,-1 0 0,0 0 0,-11 5 4459,23-11 1131,3-1-3865,32-14-1234,-25 14-663,7-3-312,0 2-1,0 0 0,0 2 0,56-2 0,-83 7-36,0 0 1,0 0-1,0 0 0,1 0 0,-1 0 0,0 0 0,0 1 0,0-1 0,1 0 1,-1 1-1,0-1 0,0 1 0,0-1 0,0 1 0,0-1 0,0 1 0,0 0 1,0 0-1,0-1 0,0 1 0,0 0 0,-1 0 0,1 0 0,0 0 1,-1 0-1,1 0 0,0 0 0,0 2 0,-1-1 22,0 0 1,0 1-1,0-1 1,0 0-1,0 0 0,0 1 1,-1-1-1,1 0 1,-1 0-1,0 0 1,1 1-1,-1-1 0,0 0 1,-3 3-1,-3 5 129,0-1 0,-1-1 0,0 1 0,-1-1 0,0-1 0,0 0 0,-1 0 0,-18 10 0,11-7 161,11-4 342,12-7-112,-6 1-546,25-3 72,1 0 1,0 2-1,-1 1 0,1 1 0,49 8 1,-52-5-6,-1 1 1,0 1-1,-1 0 1,1 2-1,-1 1 0,36 20 1,-50-25-49,-1 0 0,0 1 0,1 0 0,-1 0 0,-1 0 0,1 1 0,-1 0 0,0 0 0,0 0 0,-1 0 0,5 9 0,-9-14 0,1 0 0,-1 0 0,0 1 0,1-1 0,-1 0 0,0 1 0,0-1 0,1 0 0,-1 1 0,0-1 0,-1 0 0,1 1 0,0-1 0,0 0 0,0 1 0,-1-1 0,1 0 0,-1 0 0,1 1 0,-1-1 0,0 0 0,1 0 0,-1 0 0,0 0 0,0 0 0,1 0 0,-3 2 0,-2 1 0,0 0 0,-1-1 0,1 1 0,-12 4 0,17-8 0,-42 19 0,-2-2 0,1-2 0,-2-2 0,-71 12 0,-188 5 0,256-27-398,1-2 0,0-3-1,-74-11 1,112 11-960,0 0 0,0 0 0,0-1 0,0 0 0,1-1 1,-14-7-1,18 8-561,1 0 1,-1 0-1,1-1 1,-1 1-1,1-1 1,0 0-1,1 0 1,-5-8-1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9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59 960,'150'12'12833,"-149"-12"-12769,-1-1 1,1 1-1,0 0 0,0 0 1,0 0-1,-1-1 0,1 1 1,0 0-1,0-1 1,0 1-1,-1 0 0,1-1 1,0 1-1,-1-1 0,1 1 1,0-1-1,-1 0 0,1 1 1,-1-1-1,2-1 0,-2 1 159,-45-19 1658,21 13-649,1 1 0,-25-2 1,38 6-862,-31-5 1771,0 2 0,-68 0 0,92 6-1685,1 0 0,-1 1-1,1 0 1,-1 2 0,1 0 0,0 0 0,0 2 0,1 0-1,-1 1 1,-17 11 0,31-17-457,0 0 0,0 0 0,1 1 0,-1-1 0,1 1 0,-1-1 0,1 1 0,-1-1 0,1 1 0,0 0 0,0 0 0,0 0 0,0 0 0,0 0 0,0 0 0,0 2 0,-2 38 0,4-24 0,-1 170 0,0-186 0,1 1 0,0-1 0,0 0 0,0 0 0,0 0 0,0 1 0,0-1 0,1-1 0,-1 1 0,0 0 0,1 0 0,0 0 0,-1-1 0,1 1 0,0-1 0,0 1 0,0-1 0,0 0 0,0 0 0,0 0 0,4 2 0,2 0 0,-1 0 0,1 0 0,0 0 0,0-1 0,16 2 0,19-3 0,-1-2 0,1-2 0,-1-1 0,55-14 0,-88 16 0,-8 3 0,-1-1 0,1 0 0,0 0 0,0 0 0,-1 0 0,1 0 0,0 0 0,-1 0 0,1-1 0,0 1 0,-1 0 0,1 0 0,0 0 0,-1-1 0,1 1 0,0 0 0,-1-1 0,1 1 0,-1-1 0,1 1 0,0-1 0,-1 1 0,1-1 0,-1 1 0,0-1 0,1 1 0,-1-1 0,1 1 0,-1-1 0,0 0 0,1 1 0,-1-1 0,0 0 0,0 1 0,0-1 0,1 0 0,-1 1 0,0-2 0,-9-3 0,-49 1 0,-290 12-4524,330-8 3934,15 1-294,0-1 1,0 0 0,-1 0-1,1 0 1,0 0-1,0 0 1,-1-1 0,-3-1-1,6 2 353,1 0-1,0-1 0,-1 1 0,1-1 1,0 1-1,-1-1 0,1 0 0,0 1 1,-1-1-1,1 1 0,0-1 0,0 1 0,0-1 1,0 0-1,0 1 0,-1-1 0,1 0 1,0 1-1,0-1 0,1 1 0,-1-2 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9.7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1 80,'-31'12'9330,"-41"24"0,-21 24 1370,-11 16-7373,97-70-3327,0 0 0,1 1 0,0 0 0,0 0 0,0 0 0,1 1 0,0 0 0,1 0 0,-5 12 0,4-9 0,-1-1 0,0 1 0,0-1 0,-10 12 0,14-20 0,0 0 0,0 1 0,0-1 0,0 1 0,1 0 0,-1-1 0,1 1 0,0 0 0,0 0 0,0 0 0,0 0 0,0 0 0,0 0 0,1 0 0,0 0 0,0 0 0,0 0 0,0 5 0,2 0 0,0-1 0,0 1 0,1-1 0,0 1 0,0-1 0,6 9 0,-6-13 0,0 0 0,0 1 0,1-2 0,-1 1 0,1 0 0,0-1 0,0 1 0,0-1 0,0 0 0,0 0 0,0-1 0,1 1 0,-1-1 0,9 1 0,-8-1 0,16 4 0,1-1 0,0 0 0,44-1 0,-51-3 0,3 2 0,0-2 0,1 0 0,-1-1 0,0 0 0,0-2 0,1 0 0,-2-2 0,1 1 0,0-2 0,-1-1 0,0 0 0,22-13 0,-25 12 0,0 0 0,0-1 0,0 0 0,-1-1 0,23-24 0,-32 29 0,0 0 0,0 0 0,-1 0 0,1-1 0,-1 0 0,-1 1 0,1-1 0,-1 0 0,0 0 0,0-1 0,0 1 0,-1 0 0,0-1 0,0 1 0,-1 0 0,0-1 0,0 1 0,-1-1 0,0-7 0,-1 8 12,1-1 1,-1 1-1,0 0 1,-1-1-1,0 1 1,0 1-1,0-1 1,0 0-1,-1 1 1,0-1-1,0 1 1,0 0-1,-1 0 0,0 1 1,0 0-1,0-1 1,0 2-1,-1-1 1,1 1-1,-1-1 1,0 1-1,0 1 1,0-1-1,-10-1 0,-4-1-234,0 0 0,-1 2-1,1 1 1,-1 0-1,1 1 1,-35 4-1,22 0-3416,-55 14 0,-16 17-9079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30.4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25 3762,'1'-1'7811,"-7"-2"-5831,-14 1 7892,19-1-7811,-3-1 172,-10 0-1418,4 2-392,1 0 1,0 1-1,-1-1 0,1 2 0,-1-1 1,1 1-1,-1 1 0,1 0 1,-17 3-1,12 0-423,-1 0 0,0 1 0,1 0 0,0 1 0,0 1 0,1 0 0,0 1 0,0 0 0,1 1 0,-17 15 0,27-23 0,1 1 0,-1-1 0,1 0 0,-1 1 0,1-1 0,0 1 0,0 0 0,-1-1 0,1 1 0,1 0 0,-1 0 0,0 0 0,0-1 0,1 1 0,-1 0 0,1 0 0,-1 0 0,1 0 0,0 0 0,0 0 0,0 0 0,0 0 0,0 0 0,0 0 0,0 0 0,1 0 0,-1 0 0,1 0 0,0 0 0,-1 0 0,1 0 0,0 0 0,2 3 0,-1 0 0,1-1 0,0 0 0,0 0 0,0 0 0,1-1 0,-1 1 0,1-1 0,0 0 0,0 1 0,0-2 0,0 1 0,1 0 0,-1-1 0,1 0 0,0 0 0,-1 0 0,1-1 0,5 1 0,17 5 0,53 6 0,-42-9 0,58-2 0,-79-2 0,1-2 0,0 0 0,-1-1 0,0 0 0,33-12 0,-49 15 0,0-1 0,1 1 0,-1-1 0,0 1 0,0-1 0,1 1 0,-1-1 0,0 0 0,0 1 0,0-1 0,0 0 0,0 0 0,0 0 0,0 0 0,0 0 0,0 0 0,0 0 0,0 0 0,-1 0 0,1-1 0,-1 1 0,1 0 0,0 0 0,-1-1 0,0 1 0,1 0 0,-1-1 0,0 1 0,0 0 0,0-1 0,0 1 0,0 0 0,0-1 0,0 1 0,0-2 0,0 3 0,0-1 0,-1 1 0,1-1 0,0 0 0,0 1 0,0-1 0,0 1 0,-1-1 0,1 1 0,0-1 0,0 1 0,-1 0 0,1-1 0,0 1 0,-1-1 0,1 1 0,-1 0 0,1-1 0,-1 1 0,1 0 0,0-1 0,-1 1 0,1 0 0,-1 0 0,1-1 0,-1 1 0,1 0 0,-1 0 0,0 0 0,1 0 0,-1 0 0,0 0 0,-86-23 0,-113-14-2513,-25 3-10053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4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71 320,'16'-5'3026,"0"-1"1,-1 0-1,23-13 0,-2 1 1690,-26 14-3494,1 1 1,0 0-1,0 1 0,0 0 0,1 0 0,-1 1 0,20 1 1,-21 1-630,-1 0 1,1 0 0,-1 0-1,0 1 1,11 4 0,-14-3-253,1 1 0,0 0 0,-1 0 0,0 1 0,10 8 0,-10-8-186,0 0-145,-1 1 1,1-1 0,-1 1-1,0 0 1,0 0 0,-1 1-1,6 9 1,-2 14-11,-2-18 0,-5-12 0,-1 1 0,0-1 0,1 1 0,-1 0 0,1-1 0,-1 1 0,0-1 0,0 1 0,1-1 0,-1 1 0,0 0 0,0-1 0,0 1 0,0 0 0,1-1 0,-1 1 0,0-1 0,0 1 0,0 0 0,0-1 0,-1 1 0,1 0 0,0-1 0,0 1 0,0 0 0,0-1 0,-1 1 0,1-1 0,0 1 0,-1 0 0,1-1 0,0 1 0,-1-1 0,1 1 0,-1-1 0,1 1 0,0-1 0,-1 0 0,1 1 0,-1-1 0,0 1 0,1-1 0,-1 0 0,1 0 0,-2 1 0,2-1 0,0 0 0,-1 0 0,1 0 0,0 0 0,0 1 0,0-1 0,0 0 0,-1 0 0,1 0 0,0 0 0,0 0 0,0 0 0,0 1 0,0-1 0,0 0 0,-1 0 0,1 0 0,0 0 0,0 1 0,0-1 0,0 0 0,0 0 0,0 0 0,0 1 0,0-1 0,0 0 0,0 0 0,0 0 0,0 0 0,0 1 0,0-1 0,0 0 0,0 0 0,0 0 0,0 1 0,0-1 0,0 0 0,0 0 0,0 0 0,0 1 0,1-1 0,-1 0 0,0 0 0,0 0 0,0 0 0,0 0 0,0 1 0,0-1 0,1 0 0,-1 0 0,0 0 0,0 0 0,0 0 0,0 0 0,1 0 0,-1 1 0,3 0 0,-2 0 0,-1-1 0,1 0 0,0 1 0,0-1 0,0 0 0,-1 1 0,1-1 0,0 1 0,0 0 0,-1-1 0,1 1 0,0-1 0,-1 1 0,1 0 0,-1 0 0,1-1 0,-1 1 0,1 0 0,-1 0 0,1 0 0,-1-1 0,0 1 0,0 0 0,1 0 0,-1 0 0,0 0 0,0 0 0,0 0 0,0 0 0,0-1 0,0 1 0,0 0 0,0 0 0,0 0 0,-1 0 0,1 0 0,0 1 0,-8 5 0,7-6 0,0-1 0,0 1 0,0 0 0,0 0 0,0 0 0,1 0 0,-1 0 0,0 0 0,0 0 0,1 0 0,-1 0 0,0 0 0,1 1 0,-1-1 0,1 0 0,0 0 0,-1 0 0,1 1 0,0 1 0,-1 0 0,0-1 0,0 0 0,0 0 0,0 0 0,0 0 0,-1 0 0,1 0 0,-1-1 0,1 1 0,-1 0 0,0-1 0,0 1 0,1-1 0,-1 1 0,0-1 0,0 0 0,0 0 0,-1 0 0,-2 1 0,-10 8 0,-7 5 0,-1-1 0,0-1 0,-1-1 0,-50 18 0,33-16 0,-1-3 0,-55 9 0,78-18 0,0-1 0,-31-1 0,13-1 0,36 1 0,0 0 0,0 0 0,1 0 0,-1 1 0,0-1 0,0 0 0,0 0 0,0-1 0,0 1 0,0 0 0,1 0 0,-1 0 0,0-1 0,0 1 0,0 0 0,0-1 0,1 1 0,-1-1 0,0 1 0,0-1 0,1 1 0,-1-1 0,0 1 0,1-1 0,-1 0 0,1 1 0,-1-1 0,1 0 0,-1 1 0,1-1 0,-1 0 0,1 0 0,0 0 0,-1 1 0,1-1 0,0 0 0,0 0 0,0 0 0,0 0 0,-1 0 0,1 1 0,0-1 0,1 0 0,-1 0 0,0 0 0,0 0 0,0 0 0,1-1 0,-1 1 0,1 0 0,-1 0 0,0 0 0,1 0 0,0 0 0,-1 0 0,1 0 0,-1 1 0,1-1 0,0 0 0,0 0 0,0 1 0,-1-1 0,1 0 0,0 1 0,0-1 0,0 1 0,0-1 0,0 1 0,0-1 0,1 1 0,31-9 0,-33 9 0,8 0 0,0 0 0,0 0 0,-1 0 0,1 1 0,0 0 0,-1 1 0,1 0 0,12 5 0,10 1 0,-2 2 0,1 1 0,-1 1 0,-1 2 0,0 1 0,-1 0 0,-1 2 0,0 1 0,-1 1 0,41 43 0,-38-32 0,62 49 0,-80-72 0,-5-5 511,-4-9-849,0-2-2375,0-34-9986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5.6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521 48 320,'25'-5'12899,"-33"10"-4850,-19-4-4703,12-1-1868,-44 6 331,-87 19 0,105-13-790,1 1 0,-73 36 0,96-42-1019,6-2 0,1 0 0,-20 12 0,27-16 0,1 1 0,0-1 0,1 1 0,-1-1 0,0 1 0,0 0 0,1 0 0,-1 0 0,1 0 0,-1 0 0,1 0 0,0 0 0,0 0 0,0 0 0,0 1 0,0-1 0,0 0 0,1 1 0,-1-1 0,1 4 0,-1 3 0,2 1 0,-1-1 0,1 1 0,1-1 0,3 16 0,-3-20 0,1 0 0,-1 0 0,1 0 0,0 0 0,0-1 0,0 0 0,0 1 0,1-1 0,0-1 0,0 1 0,8 6 0,1 1 0,1-1 0,0 0 0,1-1 0,0-1 0,1 0 0,-1-1 0,1-1 0,1-1 0,22 6 0,-15-7 0,1-2 0,-1 0 0,0-2 0,1 0 0,-1-2 0,0-1 0,1 0 0,-2-2 0,31-10 0,-37 9 0,-1 0 0,0-1 0,0-1 0,-1 0 0,0-1 0,-1-1 0,0-1 0,0 1 0,-1-2 0,-1 0 0,0-1 0,0 0 0,18-28 0,-26 34 0,0 0 0,0-1 0,-1 0 0,0 0 0,0 0 0,-1 0 0,0 0 0,2-11 0,-4 15 0,0 0 0,0 1 0,0-1 0,0 0 0,0 1 0,-1-1 0,1 0 0,-1 1 0,0-1 0,0 1 0,-1-1 0,1 1 0,-1 0 0,1-1 0,-1 1 0,0 0 0,0 0 0,-1 0 0,1 1 0,-1-1 0,1 0 0,-6-3 0,-10-6-809,-2 1 0,1 0 0,-2 2-1,1 0 1,-31-8 0,20 8-1550,-1 2 0,0 0-1,-36-1 1,-11 6-7632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6:26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22 80,'0'0'94,"0"-1"-1,0 1 1,0-1-1,0 1 1,0-1-1,0 0 1,0 1-1,0-1 1,0 1 0,0-1-1,0 1 1,-1-1-1,1 1 1,0-1-1,0 0 1,-1 1-1,1-1 1,0 1 0,0 0-1,-1-1 1,1 1-1,-1-1 1,1 1-1,0-1 1,-1 1-1,1 0 1,-1-1 0,1 1-1,-1 0 1,1 0-1,-1-1 1,1 1-1,-1 0 1,1 0-1,-1 0 1,0-1 0,1 1-1,-1 0 1,1 0-1,-1 0 1,1 0-1,-1 0 1,0 0-1,-5 0 420,6 0-437,0 0 0,0-1 1,0 1-1,0 0 0,0 0 1,0 0-1,0 0 0,1 0 0,-1 0 1,0 0-1,0-1 0,0 1 1,0 0-1,0 0 0,0 0 0,0 0 1,0 0-1,0 0 0,0-1 1,0 1-1,0 0 0,0 0 1,0 0-1,0 0 0,0 0 0,0 0 1,0-1-1,0 1 0,-1 0 1,1 0-1,0 0 0,0 0 0,0 0 1,0 0-1,0 0 0,0-1 1,0 1-1,0 0 0,0 0 0,0 0 1,-1 0-1,1 0 0,0 0 1,0 0-1,0 0 0,0 0 1,0 0-1,0 0 0,-1 0 0,1 0 1,0 0-1,0 0 0,0 0 1,0 0-1,0 0 0,0 0 0,-1 0 1,1 0-1,0 0 0,0 0 1,0 0-1,0 0 0,0 0 0,0 0 1,-1 0-1,1 0 0,0 0 1,-4 0 2952,-13 1-868,13-1 253,0 1 281,-42 10 5309,13-1-5045,12-1-1743,-23 5-843,15-6-368,1 2 0,0 1-1,-35 19 1,28-11-5,31-17 0,1-1 0,-1 1 0,1 0 0,0-1 0,0 2 0,0-1 0,0 0 0,0 1 0,0-1 0,1 1 0,-1 0 0,1 0 0,0 0 0,0 0 0,0 0 0,-1 3 0,-4 6 0,6-11 0,0 1 0,0 0 0,0 0 0,0 0 0,0 0 0,0 0 0,0 0 0,1 0 0,-1 0 0,1 0 0,-1 4 0,2-4 0,-1 0 0,1 0 0,0 0 0,0 0 0,0 0 0,0-1 0,0 1 0,0 0 0,0-1 0,1 1 0,-1-1 0,1 1 0,-1-1 0,1 1 0,-1-1 0,1 0 0,3 2 0,11 6 0,1 0 0,-1-2 0,2 0 0,-1 0 0,1-2 0,0 0 0,0-1 0,0-1 0,1 0 0,-1-2 0,31 0 0,-21-3 0,0-1 0,0-1 0,-1-2 0,1 0 0,-1-2 0,0-1 0,33-16 0,-29 12 0,-1-2 0,46-29 0,-73 43 0,-1-1 0,1 0 0,-1 0 0,0 0 0,0 0 0,0 0 0,0 0 0,0-1 0,0 1 0,-1-1 0,1 1 0,-1-1 0,0 0 0,0 1 0,1-4 0,-2 4 0,1 1 0,-1-1 0,0 0 0,-1 1 0,1-1 0,0 1 0,0-1 0,-1 0 0,1 1 0,-1-1 0,1 1 0,-1-1 0,1 1 0,-1-1 0,0 1 0,0-1 0,0 1 0,0 0 0,0-1 0,-2-1 0,-3-1 0,-1-1 0,1 1 0,-1 1 0,1-1 0,-1 1 0,0 0 0,0 1 0,0 0 0,-1 0 0,1 0 0,0 1 0,-15-1 0,-116-1-2224,-20 11-7371,29 7-8071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9:00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1040,'0'5'1521,"-25"-1"-320,25 3 1920,0-3-2481,0 1-880,-25 2-960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9:03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571 179 2081,'-46'-4'9871,"37"4"-4826,1 3-3499,0-2-814,4-1 3510,0 1-4055,-4 1-99,1 0-1,-1 1 1,1 0-1,0 0 0,0 0 1,1 1-1,-1 0 1,-11 8-1,14-8-43,0-1 1,-1 0-1,1-1 0,-1 1 1,0-1-1,0 0 0,-9 3 0,8-4-24,1 1 0,0 0 0,0 0 0,0 1 0,0 0 0,-5 3 0,-1 2 215,0 0 1,-22 11 0,13-7 84,5-6 25,14-6-338,0 0-1,1 0 0,-1 1 1,0-1-1,1 0 0,-1 0 1,1 0-1,-1 0 0,1 1 1,-1-1-1,1 0 0,-1 1 1,1-1-1,-1 0 0,1 1 1,-1-1-1,1 1 0,-1-1 1,1 1-1,-1-1 0,1 1 1,0-1-1,-1 1 0,1-1 1,0 1-1,0-1 0,0 1 1,-1-1-1,1 1 0,0 0 1,0-1-1,0 1 0,0-1 1,0 1-1,0 0 1,0 0-2,0-1 0,0 1 0,-1-1 1,1 1-1,0-1 0,0 1 1,0-1-1,-1 1 0,1-1 0,0 1 1,0-1-1,-1 1 0,1-1 1,0 1-1,-1-1 0,1 0 1,-1 1-1,1-1 0,0 0 0,-1 1 1,1-1-1,-1 0 0,1 0 1,-1 1-1,1-1 0,-1 0 0,1 0 1,-1 0-1,0 1 0,0-1 0,0 0-1,1 0 0,-1 0 0,0 0 0,1 1 1,-1-1-1,0 0 0,1 0 0,-1 1 0,1-1 1,-1 1-1,1-1 0,-1 0 0,0 1 0,1-1 1,0 1-1,-1-1 0,1 1 0,-1 0 0,1-1 1,0 1-1,-1-1 0,1 1 0,0 0 1,0-1-1,-1 1 0,1 0 0,0-1 0,0 1 1,0 0-1,0 0 0,0 4-10,1 1 0,-1-1 0,-1 0 0,1 1 0,-1-1 0,0 0 0,0 1 1,0-1-1,-1 0 0,1 0 0,-1 0 0,-1 0 0,1-1 0,-1 1 0,0-1 0,0 1 0,-3 3 0,-2 0-196,7-7 187,0 0 0,0 0 0,0 0-1,0 0 1,0 1 0,0-1 0,0 0 0,0 0 0,1 1 0,-1-1-1,0 1 1,1-1 0,-1 0 0,1 1 0,0-1 0,-1 1 0,1 0-1,0-1 1,0 1 0,0 1 0,0 0 54,-1 0 1,1 0-1,-1 0 1,1-1-1,-1 1 1,0 0-1,0 0 0,0-1 1,-1 1-1,1-1 1,-3 4-1,3-3-8,-1-1-1,1 1 1,-1-1 0,1 1-1,0 0 1,0-1-1,0 1 1,1 0 0,-1 0-1,0 0 1,1 4-1,0-5-21,0 0-1,-1 1 1,1-1-1,0 0 0,-1 0 1,0 1-1,1-1 0,-1 0 1,0 0-1,0 0 0,0 0 1,0 0-1,-1 0 1,-1 2-1,-5 9 80,0 5 56,7-14-122,-1 0 0,0 0 0,1 0 0,-2-1 0,1 1 0,0-1 0,-6 7 0,5-7 21,1-1 0,-1 1 1,1 0-1,0 1 0,0-1 0,0 0 0,0 1 1,0-1-1,1 1 0,0-1 0,0 1 0,0 0 1,0 0-1,0-1 0,1 1 0,0 0 0,-1 0 0,2 0 1,-1 0-1,1 4 0,-1-6 3,0 0 0,-1 0 0,1 0 0,0 0 0,-1 0 0,1 0 0,-1 0-1,0 0 1,0 0 0,0 0 0,0-1 0,0 1 0,0 0 0,0-1 0,-2 3 0,-5 7 126,4-4 42,0 0 0,0 0 0,1 0 0,0 1-1,0 0 1,1-1 0,0 1 0,1 0 0,-1 0 0,1 0-1,1 0 1,0 11 0,0 133 333,0-151-547,0 1 0,0-1 0,1 1 0,-1-1 0,0 1 0,1-1 0,-1 1 0,1-1 0,0 0 0,-1 1 0,1-1 0,0 0 0,0 0 0,0 1 0,0-1 0,0 0 0,0 0 0,0 0 0,0 0 0,0 0 0,1 0 0,-1-1 0,0 1 0,3 1 0,42 13 0,-14-6 0,-2 6 0,-20-10 0,0 0 0,0-1 0,0 0 0,0 0 0,1-1 0,-1-1 0,14 2 0,146 29 0,-152-27 0,1 1 0,-1 1 0,-1 1 0,0 1 0,0 0 0,17 14 0,-28-20 0,23 17 0,17 11 0,83 45 0,-91-62 0,-32-14 0,0 1 0,-1 0 0,1 0 0,-1 1 0,8 4 0,33 9 0,-38-13 0,-1 0 0,1-1 0,0 0 0,1 0 0,-1-1 0,0 0 0,1 0 0,-1-1 0,15-1 0,9-1 0,7 1 0,-1 3 0,1 1 0,-1 1 0,0 3 0,-1 1 0,1 1 0,37 16 0,-56-18 0,0-1 0,1-2 0,0 0 0,38 3 0,84-3 0,-142-4 0,36-1 0,-11 0 0,0 1 0,0 1 0,31 5 0,13 5 0,83 4 0,-70-12 0,1-4 0,122-16 0,20-25 0,-21 15 0,91-15 0,30-6 0,-105 17 0,-218 30 0,1 1 0,0-1 0,-1 0 0,1 1 0,0-1 0,-1 0 0,1-1 0,-1 1 0,3-2 0,17-7 0,-15 5 0,0 0 0,0 0 0,0 0 0,0-1 0,-1 1 0,0-2 0,0 1 0,8-14 0,-11 16 0,-2 3 0,0 0 0,-1 0 0,1 0 0,0-1 0,-1 1 0,0 0 0,1 0 0,-1-1 0,0 1 0,1 0 0,-1 0 0,0-1 0,0 1 0,0 0 0,0-1 0,-1 1 0,1 0 0,-1-3 0,1 3 0,0 0 0,-1-1 0,1 1 0,0 0 0,0 0 0,0-1 0,0 1 0,0 0 0,0-1 0,0 1 0,1 0 0,-1 0 0,0-1 0,1 1 0,-1 0 0,1 0 0,-1-1 0,1 1 0,1-2 0,5-4 0,-6 6 0,0 0 0,1-1 0,-1 1 0,0-1 0,0 1 0,0-1 0,0 1 0,0-1 0,-1 1 0,1-1 0,0 0 0,-1 1 0,1-1 0,-1 0 0,0 1 0,1-1 0,-1 0 0,0 0 0,0 0 0,0-2 0,0 3 0,0 0 0,0 0 0,0 0 0,0-1 0,0 1 0,1 0 0,-1 0 0,0 0 0,1 0 0,-1 0 0,1 0 0,-1 0 0,1 0 0,-1 0 0,1 0 0,0 0 0,-1 1 0,1-1 0,0 0 0,0 0 0,0 1 0,1-2 0,-1 1 0,0 1 0,0-1 0,0 0 0,0 1 0,-1-1 0,1 0 0,0 0 0,0 0 0,-1 0 0,1 0 0,-1 0 0,1 0 0,-1 0 0,1 0 0,-1 0 0,1 0 0,-1 0 0,0-1 0,0 1 0,1 0 0,-1 0 0,0-2 0,0-1 0,0 0 0,0 0 0,0 1 0,1-1 0,0 0 0,0 0 0,0 0 0,0 1 0,1-1 0,-1 1 0,1-1 0,0 1 0,3-4 0,-2 0 0,-1 3 0,-1 0 0,1 0 0,-1-1 0,-1 1 0,1 0 0,-1-1 0,1 1 0,-1-1 0,0 1 0,-1-1 0,0-4 0,0-8 0,0 4 0,1 10 0,-1-1 0,1 1 0,0 0 0,0 0 0,0 0 0,1 0 0,-1 0 0,1 0 0,0 0 0,0 0 0,1-3 0,39-64 0,-32 46 0,7 6 0,18-34 0,-23 39 0,1 0 0,1 1 0,0 1 0,1 0 0,23-14 0,-28 20 0,1 1 0,0 0 0,0 0 0,0 1 0,11-1 0,0 2 0,14-2 0,-28 0 0,5-3 0,29-5 0,-32 3 0,-7 8 0,23-10 0,39-23 0,-63 32 0,0 0 0,0 0 0,0-1 0,0 1 0,-1 0 0,1 0 0,-1 0 0,1 0 0,-1 0 0,0-1 0,0 1 0,0 0 0,0 0 0,-1 0 0,0-4 0,1-1 0,0 0 0,1 5 0,-1-1 0,0 1 0,0 0 0,1-1 0,-1 1 0,-1-1 0,1 1 0,0-1 0,-1 1 0,1 0 0,-1-1 0,0 1 0,1 0 0,-3-3 0,-2 3 0,4 2 0,1 0 0,-1 0 0,0-1 0,0 1 0,1 0 0,-1 0 0,0-1 0,1 1 0,-1 0 0,1-1 0,-1 1 0,0 0 0,1-1 0,-1 1 0,1-1 0,-1 1 0,1-1 0,-1 1 0,1-1 0,-1 1 0,1-1 0,0 0 0,-1 1 0,1-1 0,0 1 0,-1-1 0,1 0 0,0 0 0,0 1 0,0-2 0,0 1 0,0 1 0,0-1 0,0 0 0,0 1 0,-1-1 0,1 1 0,0-1 0,0 0 0,0 1 0,-1-1 0,1 0 0,0 1 0,0-1 0,-1 1 0,1-1 0,-1 1 0,1-1 0,0 1 0,-1-1 0,1 1 0,-1-1 0,1 1 0,-1 0 0,1-1 0,-1 1 0,0 0 0,1-1 0,-1 1 0,1 0 0,-1 0 0,-1-1 0,2 1 0,-1 0 0,0 0 0,1-1 0,-1 1 0,0 0 0,1 0 0,-1-1 0,1 1 0,-1 0 0,1-1 0,-1 1 0,0-1 0,1 1 0,0-1 0,-1 1 0,1-1 0,-1 1 0,1-1 0,0 0 0,-1 1 0,1-1 0,0 1 0,-1-1 0,1 0 0,0 1 0,0-1 0,0 0 0,0 1 0,0-1 0,0 0 0,0-1 0,-2-2 0,1 0 0,-1 0 0,1 1 0,-1-1 0,0 0 0,-1 1 0,1-1 0,-1 1 0,1-1 0,-1 1 0,-3-3 0,-11-15 0,11 11 0,4 7 0,0 0 0,0-1 0,0 1 0,0 1 0,-1-1 0,1 0 0,-6-4 0,-43-41 0,33 31 0,1 0 0,-2 1 0,0 1 0,-32-19 0,34 25 0,1 1 0,0-1 0,0-1 0,-14-12 0,23 17 0,1 0 0,-1 1 0,0-1 0,0 2 0,-12-6 0,10 5 0,0 0 0,1-1 0,-13-8 0,13 8 0,1 0 0,-1 1 0,0-1 0,0 2 0,-12-5 0,-21-9 0,30 12-64,1 1 1,-1 0-1,0 1 1,0 0-1,0 1 0,-17-2 1,-70 2-3910,64 2 908,-11 0-13095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19:36.8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4166 450 160,'0'-5'577,"0"1"1,0 0-1,0 0 0,1 0 0,0 0 0,0 0 1,0 0-1,2-4 0,-2 6-491,0-1 1,1 1-1,0 0 1,0 0-1,-1 0 0,1 0 1,0 0-1,1 0 0,-1 0 1,0 1-1,0-1 1,1 1-1,-1 0 0,1 0 1,-1 0-1,1 0 0,5-2 1,-7 3-12,43-13 1666,-18 10 3299,-107 10 251,-13 2-3845,-98 6 461,-68-14 969,150-2-2310,57 0-409,-27 2-47,32 2-104,-229 22 41,-310 68 300,313-67 880,242-24-1117,-67 7 463,88-8-528,1 1-1,0 1 1,0 0 0,0 0-1,0 1 1,1 0 0,-11 7 0,-2 2-1,18-11-16,-1 1 1,1-1-1,0 1 0,0 0 0,0 0 0,0 0 0,1 0 0,-1 1 1,1-1-1,0 1 0,0 0 0,0 0 0,0 0 0,-2 7 0,-3 0 8,-1 0 0,0-1-1,0-1 1,-1 0-1,0 0 1,-1-1-1,-12 8 1,16-10 26,3-3-29,-1 1 0,2 0 0,-1 1 0,0-1 0,1 1 0,0-1 0,0 1 0,0 0 0,1 0 0,-4 8 0,4-7 4,0-1 0,-1 1 0,0-1-1,0 0 1,0 0 0,-1 0-1,1 0 1,-9 8 0,6-8-72,1 0-1,0 0 1,0 1 0,-7 12 0,-9 10 91,-75 76 157,90-98-228,-1-1 0,0 1 0,0-2 0,0 1 0,0-1 0,0 0-1,-1-1 1,-13 5 0,-27 14 31,13-1 18,-7 4-11,-52 23 0,84-44-7,-175 70 462,152-61-476,-34 18 0,-12 4-113,70-32 66,1 0 159,0 0 0,0 0 0,0 1 0,0 0 0,1 0 0,-12 10-1,14-11 41,0 1-1,0-1 0,0 0 1,-1 0-1,-9 4 0,11-6-112,0 1-1,0 0 0,0 0 0,0 0 0,1 0 0,-1 1 0,1-1 0,-5 5 0,4-3-40,-1-1 0,1 0 0,-1-1 0,0 1 0,1-1 0,-1 0 0,-6 2 0,-16 8 0,1 3 0,0 1 0,1 1 0,1 2 0,1 0 0,1 2 0,-28 32 0,20-24 0,24-24 0,1 0 0,-1 0 0,1 1 0,0 0 0,0 0 0,-4 7 0,0 8 0,7-16 0,0 1 0,-1-1 0,0 0 0,0 0 0,-4 6 0,-2 1 0,-10 13 0,-2-1 0,0 0 0,-34 29 0,-144 110 0,192-158 0,0 1 0,0-1 0,1 1 0,0 0 0,0 1 0,1-1 0,0 1 0,0 0 0,0 0 0,-3 9 0,0 20 0,0-18 0,6-15 0,0 0 0,0 0 0,1 0 0,-1 1 0,1-1 0,0 1 0,0-1 0,1 1 0,-1-1 0,1 1 0,-1-1 0,1 1 0,0-1 0,0 1 0,1 0 0,-1-1 0,1 1 0,0-1 0,1 5 0,2-1 0,0 0 0,0 0 0,1 0 0,0 0 0,0-1 0,1 0 0,-1 0 0,1 0 0,10 7 0,2 0 0,0-1 0,31 17 0,1-7 0,57 19 0,-18-8 0,164 55 0,-215-74 0,-3-2 0,0 2 0,-1 1 0,41 26 0,-21-10 0,63 28 0,33 19 0,-135-70 0,1 2 0,-1 0 0,-1 1 0,19 17 0,-20-16 0,0-1 0,0-1 0,29 17 0,-21-18 0,1-2 0,0-1 0,1 0 0,-1-2 0,32 3 0,3 1 0,413 60 0,-277-40 0,-61-7 0,467 72 0,-369-32 0,35 6 0,-12-19 0,-172-30 0,-1 1 0,155 16 0,-220-34 0,46 4 0,1-3 0,-1-3 0,1-2 0,69-13 0,-119 13 0,60-12 0,0-3 0,71-28 0,-39 11 0,-72 26 0,-1-1 0,1-2 0,-2-1 0,0-1 0,31-21 0,-3-3 0,2 2 0,92-40 0,-103 59 0,-42 15 0,-1 0 0,1-1 0,0 1 0,0-1 0,-1 0 0,0-1 0,1 0 0,-1 0 0,-1 0 0,7-6 0,3-3 0,-1 1 0,1 1 0,22-12 0,7-5 0,26-30 0,-63 53 0,-1-1 0,0 0 0,-1 0 0,6-8 0,13-14 0,151-176 0,-138 168 0,-17 18 0,33-40 0,-49 53 0,0 0 0,0-1 0,-1 1 0,0-1 0,0 0 0,0 0 0,-1-1 0,1 1 0,-2 0 0,1-1 0,-1 1 0,2-14 0,-4 3 0,1 11 0,0 0 0,0 0 0,0 0 0,1-1 0,3-11 0,3-2 0,-4 14 0,-1-1 0,0 0 0,0 0 0,0 0 0,-1 0 0,0-1 0,0-7 0,0 0 0,0 0 0,2 0 0,0 0 0,0 0 0,10-22 0,-6 16 0,7-35 0,-11 35 0,-1 0 0,-1 0 0,-2 0 0,0 0 0,-1 1 0,0-1 0,-2 0 0,-8-25 0,-8-14 0,-39-82 0,40 87 0,17 45 0,-1 1 0,0-1 0,-1 1 0,1-1 0,-2 1 0,-6-11 0,6 14 0,-6-8 0,1-1 0,1-1 0,-11-20 0,-9-9 0,24 40 0,1 0 0,0-1 0,0 1 0,1-1 0,0 0 0,-1 1 0,2-2 0,-1 1 0,1 0 0,0 0 0,0-1 0,1 1 0,-1-14 0,2-121 0,-1 136 0,1-1 0,-1 0 0,1 1 0,-2-1 0,1 0 0,-1 1 0,1 0 0,-6-10 0,1 0 0,-1-3 0,7 15 0,-2-1 0,1 1 0,0-1 0,-1 1 0,1 0 0,-1 0 0,0 0 0,0 0 0,0 0 0,0 0 0,-3-2 0,-24-23 0,2-1 0,-42-57 0,61 72 0,1 0 0,0-1 0,1 0 0,1 0 0,-6-28 0,9 33 0,-6-30 0,7 32 0,0 1 0,0-1 0,-1 0 0,0 1 0,-1-1 0,0 1 0,0-1 0,0 1 0,-1 0 0,0 0 0,0 1 0,-11-13 0,4 7 0,0 0 0,-1 1 0,-1 0 0,0 1 0,-1 0 0,0 1 0,-23-11 0,-104-25 0,6 9 0,41 14 0,-319-110 0,356 112 0,-132-49 0,-88-28 0,172 67 0,-130-20 0,171 42 0,0 2 0,0 3 0,-74 5 0,67 5-24,0 2 0,-120 33 0,78-12-2972,10-2-10616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41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766 185 240,'0'0'37,"0"-1"0,0 1 0,0 0 1,0 0-1,1 0 0,-1 0 0,0-1 0,0 1 0,0 0 0,0 0 1,0 0-1,0 0 0,0 0 0,0-1 0,0 1 0,0 0 0,0 0 0,0 0 1,0-1-1,0 1 0,0 0 0,0 0 0,0 0 0,0 0 0,0 0 0,0-1 1,0 1-1,0 0 0,-1 0 0,1 0 0,0 0 0,0-1 0,0 1 0,0 0 1,0 0-1,0 0 0,0 0 0,-1 0 0,1 0 0,0 0 0,0 0 0,0-1 1,0 1-1,-1 0 0,1 0 0,0 0 0,0 0 0,0 0 0,0 0 1,-1 0-1,1 0 0,0 0 0,0 0 0,0 0 0,0 0 0,-1 0 0,1 0 1,0 0-1,0 0 0,-1 0 52,0 0 1,1 0-1,-1 0 0,0 0 1,0 0-1,1 0 1,-1 0-1,0 0 0,0 0 1,1 0-1,-1-1 1,0 1-1,0 0 0,1-1 1,-1 1-1,1 0 1,-1-1-1,0 1 0,1-1 1,-1 1-1,1-1 1,-1 1-1,1-1 0,-1 1 1,1-1-1,-1 0 1,1 1-1,0-1 0,-1-1 1,-1-27 5697,2 17-4585,0 6-1172,-3-25 3509,3 30-3398,-1 0-1,1 0 0,-1 0 1,1 0-1,-1 0 0,0 0 1,0 0-1,1 0 0,-1 1 1,0-1-1,0 0 0,0 0 1,0 1-1,0-1 0,0 1 1,0-1-1,0 1 0,0-1 1,-2 0-1,3 1-91,-1 0-1,1 0 1,0 0-1,0 0 1,-1-1-1,1 1 1,0 0-1,0 0 1,-1 0-1,1-1 1,0 1-1,0 0 1,-1 0-1,1-1 1,0 1-1,0 0 1,0 0-1,0-1 1,-1 1-1,1 0 1,0-1-1,0 1 1,0 0-1,0 0 1,0-1-1,0 1 1,0 0-1,0-1 1,0 1-1,0-1 1,-3-6 648,-1 6-328,3 1-309,0 0 0,0 0 0,1 0 0,-1 0 0,0 0 0,0-1 0,1 1 0,-1 0 0,0 0 0,0-1 0,1 1 0,-1-1-1,0 1 1,1 0 0,-1-1 0,1 1 0,-1-1 0,1 1 0,-1-1 0,1 0 0,-1 1 0,1-1 0,-1 0 0,1 1 0,0-1 0,-1 0 0,1 0-25,0 0 1,0 1-1,0-1 1,-1 0-1,1 1 1,0-1-1,0 1 1,0-1-1,-1 1 1,1-1-1,0 0 1,-1 1-1,1-1 1,0 1-1,-1-1 1,1 1-1,-1 0 1,1-1-1,-1 1 1,1-1-1,-1 1 0,1 0 1,-1-1-1,1 1 1,-1 0-1,1 0 1,-1-1-1,0 1 1,1 0-1,-1 0 1,-1 0-1,2 0 2,-1 0-1,1-1 1,-1 1-1,1 0 1,-1 0-1,1 0 1,-1 0 0,1-1-1,-1 1 1,1 0-1,-1 0 1,1-1-1,0 1 1,-1 0-1,1-1 1,-1 1-1,1 0 1,0-1-1,-1 1 1,1-1-1,0 1 1,-1 0-1,1-1 1,0 1-1,0-1 1,0 1-1,-1-1 1,1 1-1,0-1 1,0 0-1,-1 0 28,1 0 0,-1 1-1,1-1 1,-1 0 0,1 1-1,-1-1 1,0 0 0,0 1 0,1-1-1,-1 1 1,0-1 0,0 1-1,1 0 1,-1-1 0,0 1-1,0 0 1,0 0 0,0-1-1,0 1 1,-1 0 0,-23-5 929,21 5-789,0-1 996,0 0-1079,-19-1 111,0 1 0,0 0 0,0 2 0,0 1 1,-26 5-1,-3 0 55,36-4-349,1 0 0,-29 11 0,19-5 22,6-3 98,1 2 1,-29 15 0,-19 10 58,61-30-109,0 0 0,0 0 1,0 0-1,0 1 0,1 0 0,-5 4 0,5-4-3,0 0 1,-1 0-1,1-1 0,-1 1 0,0-1 0,-5 3 0,1-3-18,8-3 8,1 0 0,-1 0 0,0 0 0,1 0 0,-1 0 0,0 0 0,1 0 0,-1 1 0,0-1 0,1 0 0,-1 0 0,0 1 0,1-1 0,-1 1 0,1-1 0,-1 0 0,1 1 0,-1-1 0,1 1 0,-1-1 0,1 1 0,-1 0 0,1-1 0,0 1 0,-1-1 0,1 1 0,0 0 0,0-1 0,-1 1 0,1 0 0,0 0 0,-1 0 4,1 0 0,-1-1 0,1 1 1,-1-1-1,0 1 0,1-1 0,-1 1 0,0-1 0,1 1 1,-1-1-1,0 1 0,0-1 0,1 0 0,-1 0 0,0 1 1,0-1-1,0 0 0,0 0 0,1 0 0,-1 0 0,0 0 0,0 0 1,-1 0-1,0 0 34,-1 3 42,-19 8 250,43 0-271,-22-10-42,1 1-15,26 5 87,9 6 40,5 0 72,-27-11-106,0 0-1,-1 1 1,1 1 0,-1 0-1,1 0 1,15 9-1,-3-3-75,-8-4-28,137 37 681,-55-12-600,-69-22-151,-4-1-71,39-4 87,-40-6 167,-11 1-39,0 0 0,1 1 0,17 3 0,-7-2-60,0-2 0,-7 2 0,-7 4 0,10-4 0,-9-2 0,1-1 0,-1 0 0,1-1 0,-1 0 0,16-6 0,32-9 0,-10-3 0,-4 5 0,-42 11 0,-4 0 0,0-79 0,-4 78 0,-13 1 0,16 4 0,1 1 0,-1-1 0,1 0 0,-1 0 0,1 1 0,0-1 0,-1 0 0,1 0 0,0 0 0,-1 1 0,1-1 0,0 0 0,0 0 0,0 0 0,0 0 0,0 0 0,0 0 0,0 1 0,0-1 0,0 0 0,0 0 0,0 0 0,1-1 0,-1 2 0,0-1 0,0 1 0,0-1 0,0 1 0,0-1 0,0 1 0,0-1 0,0 1 0,0-1 0,0 1 0,0-1 0,0 1 0,-1-1 0,1 1 0,0 0 0,0-1 0,-1 1 0,1-1 0,0 1 0,0 0 0,-1-1 0,1 1 0,0 0 0,-1-1 0,1 1 0,-1 0 0,1-1 0,0 1 0,-1 0 0,1 0 0,-1-1 0,1 1 0,-1 0 0,1 0 0,0 0 0,-1 0 0,1 0 0,-1 0 0,1 0 0,-1 0 0,1 0 0,-2 0 0,2 0 0,-1 0 0,1 0 0,-1 0 0,1 0 0,0 0 0,-1 0 0,1 0 0,-1 0 0,1 0 0,-1-1 0,1 1 0,-1 0 0,1 0 0,-1 0 0,1-1 0,0 1 0,-1 0 0,1 0 0,-1-1 0,1 1 0,0 0 0,-1-1 0,1 1 0,0-1 0,0 1 0,-1 0 0,1-1 0,0 1 0,0-1 0,-1 1 0,1 0 0,0-1 0,0 1 0,0-1 0,0 1 0,0-1 0,0 1 0,0-1 0,0 1 0,0-1 0,0 1 0,0-1 0,0 0 0,0 1 0,-1-1 0,1 1 0,0 0 0,0-1 0,-1 1 0,1 0 0,0-1 0,0 1 0,-1 0 0,1 0 0,0-1 0,-1 1 0,1 0 0,0 0 0,-1 0 0,1-1 0,0 1 0,-1 0 0,1 0 0,-1 0 0,1 0 0,0 0 0,-1 0 0,1 0 0,-1 0 0,1 0 0,0 0 0,-1 0 0,1 0 0,-1 0 0,1 0 0,0 0 0,-2 0 0,2 1 0,0-1 0,-1 0 0,1 0 0,-1 0 0,1 0 0,0 0 0,-1 0 0,1 0 0,-1 0 0,1 0 0,0 0 0,-1 0 0,1 0 0,-1 0 0,1 0 0,0 0 0,-1 0 0,1 0 0,0-1 0,-1 1 0,1 0 0,-1 0 0,1 0 0,0-1 0,-1 1 0,1 0 0,0-1 0,0 1 0,-1 0 0,1 0 0,0-1 0,0 1 0,-1 0 0,1-2 0,0 2 0,0 0 0,0-1 0,-1 1 0,1-1 0,0 1 0,0-1 0,0 1 0,-1 0 0,1-1 0,0 1 0,-1-1 0,1 1 0,0 0 0,0-1 0,-1 1 0,1 0 0,-1 0 0,1-1 0,0 1 0,-1 0 0,1 0 0,-1 0 0,1-1 0,-1 1 0,1 0 0,0 0 0,-1 0 0,1 0 0,-1 0 0,1 0 0,-1 0 0,1 0 0,-1 0 0,0 0 0,1 0 0,-1 0 0,1 0 0,-1 0 0,1 0 0,-1 0 0,1 0 0,0 0 0,-1 0 0,1 0 0,-1 0 0,1 0 0,-1 0 0,1 0 0,0-1 0,-1 1 0,1 0 0,-1 0 0,1 0 0,0-1 0,-1 1 0,1 0 0,0 0 0,-1-1 0,1 1 0,0 0 0,0-1 0,-1 1 0,1-1 0,0 1 0,0 0 0,-1-1 0,1 1 0,0-1 0,0 1 0,0-1 0,0 1 0,0-1 0,-1 1 0,1-1 0,0 1 0,0-1 0,0 1 0,-1 0 0,1-1 0,0 1 0,-1 0 0,1-1 0,0 1 0,0 0 0,-1-1 0,1 1 0,-1 0 0,1-1 0,0 1 0,-1 0 0,1 0 0,-1 0 0,1-1 0,-1 1 0,1 0 0,0 0 0,-1 0 0,1 0 0,-1 0 0,1 0 0,-1 0 0,1 0 0,-1 0 0,0 0 0,1 0 0,-1 0 0,1 0 0,-1 0 0,1 0 0,-1 0 0,1 0 0,0 0 0,-1 0 0,1 0 0,-1 0 0,1 0 0,-1 0 0,1 0 0,0 0 0,-1-1 0,1 1 0,-1 0 0,1 0 0,0-1 0,-1 1 0,1 0 0,0 0 0,-1-1 0,1 1 0,0 0 0,0-1 0,-1 1 0,1 0 0,0-1 0,0 1 0,-1-1 0,1 1 0,0 0 0,0-1 0,0 0 0,-1 0 0,1 0 0,-1 1 0,1-1 0,-1 1 0,0-1 0,1 0 0,-1 1 0,1-1 0,-1 1 0,0-1 0,1 1 0,-1-1 0,0 1 0,0 0 0,1-1 0,-1 1 0,0 0 0,0 0 0,0 0 0,0-1 0,1 1 0,-1 0 0,-1 0 0,-1 0 0,-4-5 0,11 3 0,-4 2 0,0 0 0,-1 0 0,1 0 0,0 0 0,0 0 0,0 0 0,0 0 0,0 0 0,0 0 0,0 0 0,0-1 0,0 1 0,0 0 0,0 0 0,0 0 0,0 0 0,0 0 0,0 0 0,0 0 0,0 0 0,0 0 0,0 0 0,0-1 0,-1 1 0,1 0 0,0 0 0,1 0 0,-1 0 0,0 0 0,0 0 0,0 0 0,0 0 0,0 0 0,0-1 0,0 1 0,0 0 0,0 0 0,0 0 0,0 0 0,0 0 0,-50-11 0,31 5 0,-32-14 0,50 19 0,1 1 0,-1 0 0,1 0 0,0-1 0,-1 1 0,1 0 0,0 0 0,0-1 0,-1 1 0,1 0 0,0 0 0,0-1 0,-1 1 0,1 0 0,0-1 0,0 1 0,0 0 0,0-1 0,0 1 0,-1 0 0,1-1 0,0 1 0,0-1 0,0 1 0,0 0 0,0-1 0,0 0 0,-3-6 0,-14 2 0,13 0 0,0-1 0,-13 1 0,13 1 0,0 0 0,-20 10-2174,-27 17-5910,5-1-5301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53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21 426 320,'0'0'3348,"5"0"254,6 2-236,-27 1 6234,12-3-7519,-12 5 2481,36-5 619,-20-1-4586,0 0-592,1 1 0,-1-1 0,0 1 0,0 0 0,0-1 1,0 1-1,0-1 0,0 1 0,0 0 0,1-1 0,-1 1 0,0-1 0,0 1 0,0 0 1,1-1-1,-1 1 0,0 0 0,1-1 0,-1 1 0,0 0 0,1 0 0,-1-1 0,0 1 0,1 0 1,-1 0-1,0 0 0,1-1 0,-1 1 0,1 0 0,-1 0 0,0 0 0,1 0 0,-1 0 0,1 0 1,-1 0-1,1 0 0,-1 0 0,0 0 0,1 0 0,-1 0 0,1 0 0,-1 0 0,0 0 0,1 1 1,0-1-5,-1 0 0,0 0 1,1 0-1,-1 0 0,0 0 1,1 0-1,-1 0 0,0 1 1,1-1-1,-1 0 0,0 0 1,1 0-1,-1-1 0,0 1 1,1 0-1,-1 0 0,0 0 1,1 0-1,-1 0 0,0 0 1,0 0-1,1-1 1,-1 1-1,0 0 0,1 0 1,-1 0-1,0-1 0,0 1 1,1 0-1,-1 0 0,0 0 1,0-1-1,0 1 0,1 0 1,-1-1-1,0 1 0,0 0 1,0-1-1,0 1 0,0 0 1,0-1-1,1 0 1,0 0 0,-1 1 0,1-1 0,-1 0 0,1 1 0,0-1 0,-1 0 0,1 1 0,0-1 0,0 1 0,0-1 0,-1 1 0,1-1 0,0 1 0,0 0 0,0 0 0,0-1 0,0 1 0,1 0 0,2-2 0,18-23 0,-10 9 0,-2 3 0,0-1 0,11-21 0,-13 18 0,-7 13 0,1 0 0,0 0 0,0 0 0,0 1 0,0-1 0,0 1 0,6-7 0,-4 6 0,-1-1 0,0 1 0,0-1 0,-1 0 0,0 0 0,0 0 0,0-1 0,0 1 0,-1 0 0,0-1 0,0 1 0,0-1 0,-1 1 0,0-1 0,0 1 0,-1-11 0,0-2 0,2 9 0,0 5 0,-1 1 0,1 0 0,-1-1 0,0 1 0,0-1 0,-1 1 0,1-1 0,0 1 0,-1-1 0,0 1 0,0 0 0,-2-5 0,2 8 0,-1-1 0,1 0 0,0 0 0,-1 1 0,1-1 0,0 0 0,0 0 0,0-1 0,0 1 0,0 0 0,0 0 0,0 0 0,0-1 0,-1-1 0,-1-38 0,3 41 0,5-4 0,27 0 0,59-2 0,-35 4 0,289-1 0,-216 11 0,-123-7 0,1-1 0,-1 1 0,0 0 0,1 1 0,11 4 0,-18-6 0,0 0 0,0 0 0,0 0 0,0 0 0,0 0 0,1 0 0,-1 1 0,0-1 0,0 0 0,0 0 0,0 0 0,0 0 0,0 0 0,0 0 0,0 0 0,0 1 0,0-1 0,0 0 0,0 0 0,0 0 0,0 0 0,0 0 0,0 0 0,0 1 0,0-1 0,0 0 0,0 0 0,0 0 0,0 0 0,0 0 0,0 0 0,0 0 0,-1 1 0,1-1 0,0 0 0,0 0 0,0 0 0,0 0 0,0 0 0,0 0 0,0 0 0,0 0 0,0 0 0,-1 0 0,1 1 0,0-1 0,0 0 0,0 0 0,0 0 0,0 0 0,0 0 0,-1 0 0,-10 4 0,6-2-540,-1-1 0,1 0 0,-1 0 1,1-1-1,-1 0 0,0 0 0,1 0 0,-11-2 0,-3 0-3685,-52-3-10974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54.5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83 1681,'24'-14'4619,"1"1"-1,0 1 1,51-17 0,-15 16 847,-57 13-5208,1-1 1,-1 1-1,0 0 1,1 0 0,-1 0-1,1 1 1,-1-1 0,1 1-1,-1 0 1,8 4-1,-11-4-138,0 1 0,-1-1 1,1 1-1,-1 0 0,1 0 0,-1-1 0,0 1 0,0 0 0,0 0 0,0-1 0,0 1 0,0 0 0,0 0 0,0 0 0,-1-1 0,1 1 0,-1 0 0,-1 3 0,0 1 7,-1 1-1,0 0 1,0-1-1,0 0 0,-1 0 1,0 0-1,0 0 0,-1-1 1,-6 7-1,-51 41 617,54-47-730,-7 5-13,-1 0 0,0-1 0,-23 10 0,16-8 0,6-5 0,0 0 0,-1-1 0,0-1 0,0 0 0,0-2 0,-1 0 0,-27 1 0,36-4 0,0-1 0,0 0 0,0-1 0,0 0 0,0 0 0,0-1 0,1 0 0,-1-1 0,1 0 0,0 0 0,0-1 0,0 0 0,-11-10 0,19 14 0,1 1 0,-1-1 0,1 1 0,-1-1 0,1 0 0,-1 1 0,1-1 0,0 0 0,-1 0 0,1 1 0,0-1 0,0 0 0,0 0 0,-1 1 0,1-1 0,0 0 0,0 0 0,0 0 0,0 1 0,0-1 0,0 0 0,1 0 0,-1 0 0,0 1 0,0-1 0,1 0 0,-1 0 0,0 1 0,1-1 0,-1 0 0,0 1 0,1-1 0,-1 0 0,1 1 0,-1-1 0,1 1 0,0-1 0,-1 1 0,1-1 0,0 0 0,31-17 0,-26 14 0,-4 3 0,1-1 0,-1 1 0,0 0 0,0-1 0,1 1 0,-1 0 0,1 1 0,-1-1 0,1 0 0,-1 1 0,1-1 0,0 1 0,-1 0 0,1 0 0,-1 0 0,1 0 0,0 0 0,-1 1 0,1-1 0,4 2 0,0 2 0,1 0 0,-1 0 0,0 1 0,0 0 0,-1 1 0,8 6 0,16 16 0,-5-4 0,1-1 0,55 37 0,-69-55 0,0 0 0,0 0 0,0-1 0,0-1 0,1 0 0,0-1 0,-1 0 0,1-1 0,0-1 0,14 0 0,9-3 0,-1 0 0,34-9 0,-62 11-485,-1-1 0,1 1 1,-1-1-1,12-5 0,-17 6 199,0 0 0,0 0 0,0 1 0,0-1-1,0 0 1,0 0 0,0 0 0,0 0 0,-1 0 0,1 0-1,0 0 1,-1 0 0,1 0 0,-1-1 0,1 1 0,-1 0 0,1 0-1,-1-1 1,0 1 0,0 0 0,0 0 0,1-1 0,-1 1-1,-1-2 1,-3-8-9350,-13 3 3921,13 7 4280,-21-6-4728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55.4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2161,'0'-11'3682,"0"2"640,25-2 240,0 6-320,0-2-561,25 7-719,25 12-881,25 8-80,0 7-641,-25-1-3281,-25-4-8563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55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2161,'0'6'5202,"0"4"2482,-25 27 2481,25 6-2610,25-7-7555,-25 7 0,0-1 0,0 5 0,0 11 0,0-6 0,0-14-3314,25-28-16935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59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500 0 1121,'-4'1'3361,"-13"2"1,9-1 3721,-1 0-3279,-24 5-725,29-6 202,11-4 1361,19 5-4123,-9-1-37,83-1 559,-88 1-932,0 0 1,-1 1 0,1 0-1,22 7 1,-31-8-89,-1 0-1,1 0 0,0 1 1,0-1-1,-1 1 0,1-1 1,-1 1-1,1 0 1,-1 0-1,0 0 0,0 0 1,2 3-1,-3-3-14,0-1 0,-1 0 1,1 1-1,-1-1 0,1 1 0,-1-1 0,1 1 0,-1-1 1,0 1-1,0 0 0,0-1 0,0 1 0,0-1 0,0 1 0,-1-1 1,1 1-1,0-1 0,-1 1 0,1-1 0,-1 1 0,1-1 1,-1 0-1,0 1 0,0-1 0,-1 2 0,-3 5-4,-1-1-1,0-1 1,0 1-1,0-1 1,0 0-1,-1 0 0,0-1 1,-1 0-1,1 0 1,-1-1-1,0 0 1,0-1-1,0 1 1,-1-1-1,-12 3 1,-16 1-4,1-1 1,-58 1-1,71-5 2,-14-1 0,36-1 0,1 0 0,0 0 0,-1 0 0,1 0 0,0 0 0,-1 0 0,1 0 0,0 0 0,0 0 0,-1 0 0,1 0 0,0 0 0,-1 0 0,1 0 0,0-1 0,0 1 0,-1 0 0,1 0 0,0 0 0,0 0 0,-1-1 0,1 1 0,0 0 0,0 0 0,0-1 0,-1 1 0,1 0 0,0 0 0,0-1 0,0 1 0,0 0 0,0 0 0,0-1 0,-1 1 0,1 0 0,0-1 0,0 1 0,0 0 0,0 0 0,0-1 0,1 0 0,0 0 0,0 0 0,0 0 0,0 1 0,0-1 0,0 0 0,0 1 0,0-1 0,1 1 0,-1-1 0,0 1 0,0 0 0,0-1 0,1 1 0,-1 0 0,0 0 0,0 0 0,2 0 0,3-1 0,6-1 0,0 1 0,-1 0 0,1 1 0,0 1 0,-1 0 0,18 3 0,-22-3 0,1 1 0,-1 0 0,0 0 0,1 1 0,-1 0 0,0 0 0,-1 1 0,1 0 0,-1 0 0,1 0 0,8 9 0,-9-6 0,-1-1 0,0 1 0,0 0 0,-1 0 0,0 0 0,0 0 0,-1 1 0,0 0 0,0 0 0,-1-1 0,0 2 0,0-1 0,-1 0 0,0 0 0,0 0 0,-1 1 0,-1 8 0,1-15 0,-1 0 0,1-1 0,-1 1 0,1 0 0,-1 0 0,0 0 0,0 0 0,0 0 0,0-1 0,0 1 0,-1 0 0,1-1 0,0 1 0,-1-1 0,1 0 0,-1 1 0,0-1 0,1 0 0,-1 0 0,0 0 0,0 0 0,1 0 0,-1 0 0,0 0 0,0-1 0,0 1 0,0-1 0,0 0 0,-3 1 0,-11 2 0,-1-1 0,-26 1 0,39-3 0,-338 0-299,327 0-1229,0-1 1,-30-5-1,36 3-2782,-1-1 0,1 0 0,-17-9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0.4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37 1921,'11'-6'2428,"-1"0"-1,1 0 1,19-6 0,-26 11-1700,0-1 1,0 1-1,0 0 0,0 0 1,1 1-1,-1 0 0,0-1 1,0 1-1,0 0 0,0 1 1,1-1-1,-1 1 0,0 0 1,5 2-1,62 23 2540,-53-17-3035,-10-5-144,1 0 1,-1 1-1,0 0 1,12 11-1,-20-16-78,1 1 0,-1 0-1,0-1 1,0 1-1,0 0 1,1-1 0,-1 1-1,0 0 1,0-1-1,0 1 1,0 0-1,0-1 1,0 1 0,0 0-1,-1 0 1,1-1-1,0 1 1,0 0-1,0-1 1,-1 1 0,1-1-1,0 1 1,-1 0-1,1-1 1,0 1 0,-1-1-1,1 1 1,-1-1-1,1 1 1,-1-1-1,1 1 1,-1-1 0,1 1-1,-1-1 1,0 0-1,1 1 1,-1-1-1,0 0 1,1 0 0,-1 1-1,-1-1 1,-3 4 118,-7 6 187,0-1 0,-1 0 0,0-1 0,-1 0 1,0-1-1,0 0 0,-30 9 0,26-10 36,-1 1-160,0 0 1,0-2-1,0 0 0,-1-2 0,0 0 0,0-1 0,0-1 0,0-1 0,-20-2 0,40 2-186,-1-1-1,1 1 1,0-1-1,-1 0 1,1 1 0,-1-1-1,1 1 1,0-1-1,0 0 1,-1 1-1,1-1 1,0 1 0,0-1-1,0 0 1,-1 1-1,1-1 1,0 0-1,0 1 1,0-1-1,0 0 1,0 1 0,1-1-1,-1 0 1,0 1-1,0-1 1,0 0-1,1 1 1,-1-1-1,0 0 1,0 1 0,1-1-1,-1 1 1,1-1-1,-1 1 1,1-2-1,8-1 25,0 1-1,-1-1 1,1 1-1,0 1 0,0 0 1,0 0-1,0 1 1,0 0-1,12 2 1,99 17 336,-87-13-341,329 75-25,-355-80-230,32 12-5636,-37-12 5381,-1-1 0,1 1 0,-1-1 0,0 1 1,1 0-1,-1 0 0,0 0 0,0-1 0,0 1 0,0 0 0,0 0 0,0 1 0,0-1 0,0 0 1,0 0-1,0 0 0,0 1 0,-1-1 0,1 0 0,-1 1 0,1-1 0,-1 0 0,1 3 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3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1 640,'0'9'1121,"0"2"159,0-1-79,-25 6-401,25-5-480,0 0-159,0-6-1,0 0-80,0 0 0,0 1 0,0-1-80,-25-1-160,25 3-321,0-2-3680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4.9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1 640,'-20'2'2759,"39"1"19023,-14 3-20524,37 10 129,-33-11-1228,0-1 0,1 0 0,-1-1 0,1 0 0,0-1 0,17 3 1,64 4 546,-88-9-685,68 4 389,-12-1-1318,-18 0-2929,-21-4-1874,-14-4-485,-15-7-519,-33-15 565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5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5843,'0'0'8724,"25"-5"-4883,25 0-1920,25-6-160,145-9-480,5-3-6404,-25-7-8003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8.6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1041 55 320,'4'0'1828,"-3"0"-1482,0 0-217,0 0 1,0 1-1,-1-1 1,1 0-1,0 0 1,0 0-1,0 0 1,0 0-1,-1 0 1,1 0 0,0-1-1,0 1 1,0 0-1,-1 0 1,1-1-1,0 1 1,0 0-1,-1-1 1,1 1-1,0-1 1,0 1-1,-1-1 1,2-1 1654,2 2-224,13 0 28,-17-1-1548,0 1 0,0 0 0,0 0 1,0 0-1,0 0 0,0 0 0,1 0 0,-1 0 1,0 0-1,0 0 0,0 0 0,0 0 0,0 0 1,0 0-1,1 0 0,-1 0 0,0 0 0,0 0 1,0 0-1,0 0 0,0 0 0,0 0 0,0 0 0,1 0 1,-1 0-1,0 0 0,0 0 0,0 0 0,0 0 1,0 1-1,0-1 0,0 0 0,0 0 0,0 0 1,1 0-1,-1 0 0,0 0 0,0 0 0,0 0 1,0 0-1,0 1 0,0-1 0,0 0 0,0 0 1,0 0-1,0 0 0,0 0 0,0 0 0,0 0 1,0 1-1,0-1 0,0 0 0,0 0 0,0 0 1,0 0-1,0 0 0,0 0 0,0 0 0,0 1 1,0-1-5,0 0 1,0 0 0,0 0-1,0 0 1,0 0 0,0 1 0,0-1-1,0 0 1,0 0 0,0 0 0,0 0-1,0 0 1,0 0 0,0 0-1,0 1 1,0-1 0,0 0 0,0 0-1,0 0 1,0 0 0,0 0 0,0 0-1,0 0 1,0 0 0,0 1-1,0-1 1,1 0 0,-1 0 0,0 0-1,0 0 1,0 0 0,0 0 0,0 0-1,0 0 1,0 0 0,0 0-1,1 0 1,-1 0 0,0 0 0,0 0-1,0 0 1,0 0 0,0 1 0,0-1-1,0 0 1,1 0 0,-1-1-1,0 1 1,0 0 0,0 0 0,0 0-1,0 0 1,0 0 0,0 0 0,1 0-1,-1 0 1,0 0 0,0 0-1,0 0 1,17 0 1257,-13 0 3762,-8 0-3629,-2 0-926,0-1 0,0 0-1,0 0 1,0 0 0,-7-3 0,-48-11 1323,-39 1 746,-162-3 1,230 18-2571,1 1 0,0 1 0,-50 13 0,55-9 0,26-5 0,1 0 0,2 29 0,-2-30 0,0 1 0,0-1 0,0 1 0,0-1 0,0 0 0,1 0 0,-1 1 0,0-1 0,1 0 0,-1 0 0,0 0 0,3 0 0,-4-1 0,0 1 0,0-1 0,0 0 0,1 0 0,-1 0 0,0 0 0,0 0 0,0 0 0,0 0 0,0 0 0,0 0 0,1 1 0,-1-1 0,0 0 0,0 0 0,0 0 0,0 0 0,0 0 0,0 1 0,0-1 0,0 0 0,0 0 0,0 0 0,0 0 0,1 0 0,-1 1 0,0-1 0,0 0 0,0 0 0,0 0 0,0 0 0,0 1 0,-1-1 0,1 0 0,0 0 0,0 0 0,0 0 0,0 1 0,0-1 0,0 0 0,0 0 0,0 0 0,0 0 0,0 1 0,1 4 0,25 3 0,-18-5 0,-5-1 0,1-1 0,-1-1 0,1 1 0,-1-1 0,1 1 0,-1-1 0,1 0 0,-1 0 0,1-1 0,3 0 0,11 1 0,1 1 0,-1 1 0,0 0 0,0 1 0,0 1 0,0 1 0,0 0 0,32 16 0,-37-12 0,-1 0 0,0 1 0,-1 1 0,11 12 0,-17-17 0,-3-5 0,0 1 0,0 0 0,-1 0 0,1 0 0,0 0 0,-1 0 0,0 1 0,1-1 0,-1 0 0,0 1 0,0-1 0,0 1 0,-1-1 0,1 1 0,-1-1 0,1 1 0,-1 0 0,0-1 0,0 1 0,0-1 0,0 1 0,-1 5 0,-1-4 0,0-1 0,0 1 0,0 0 0,0-1 0,-1 1 0,1-1 0,-1 0 0,0 0 0,0 0 0,0 0 0,0 0 0,-1-1 0,1 1 0,-1-1 0,-4 2 0,-16 7 0,1-1 0,-1-2 0,-41 9 0,38-10 0,-8 1 65,0-1-1,-1-3 1,1 0-1,-1-3 1,-54-3 0,39-3-966,0-2 0,1-3 1,-59-18-1,95 24-3431,1 0-1,-26-13 0,36 15 2843,0 0-1,0-1 1,1 1 0,-1 0-1,1-1 1,-1 1 0,1-1-1,0 0 1,0 0-1,-2-3 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09.2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244 123 4242,'-4'-3'1482,"0"0"0,0 1 0,0-1 0,1-1-1,-1 1 1,1 0 0,0-1 0,0 0 0,0 0 0,-4-7 0,9 7-900,0 0-1,0 0 1,0 0 0,0 0 0,1 0 0,0 1-1,-1-1 1,1 1 0,0 0 0,1 0 0,-1 0-1,8-5 1,0 3-290,0 1-1,0 0 0,0 0 0,1 1 1,-1 1-1,1-1 0,0 2 1,0 0-1,-1 0 0,1 1 0,0 1 1,0 0-1,0 1 0,-1 0 1,16 4-1,-13-1-291,-1 1 0,1 0 0,-1 1 0,0 1 0,12 8 0,-24-15 0,0 1 0,0-1 0,0 1 0,0-1 0,0 1 0,0 0 0,0-1 0,-1 1 0,1 0 0,0 0 0,-1-1 0,0 1 0,1 0 0,-1 0 0,0 0 0,0 0 0,0 0 0,0-1 0,0 1 0,0 0 0,-1 0 0,1 0 0,-1-1 0,1 1 0,-2 2 0,1 0 0,-1-1 0,1 1 0,-1 0 0,0-1 0,0 0 0,-1 1 0,1-1 0,-1 0 0,0 0 0,-4 4 0,-6 2 0,-1-1 0,1 0 0,-2-1 0,1 0 0,-1-1 0,-30 8 0,-97 12 0,71-15 0,58-9 0,1 0 0,-1-1 0,0 0 0,0-1 0,0 0 0,0-1 0,0 0 0,0-1 0,-17-5 0,29 7 0,0-1 0,-1 1 0,1 0 0,0-1 0,0 1 0,0 0 0,-1-1 0,1 1 0,0-1 0,0 0 0,0 1 0,0-1 0,0 0 0,0 0 0,0 0 0,0 0 0,0 0 0,0 0 0,1 0 0,-1 0 0,0 0 0,1 0 0,-1 0 0,0 0 0,1 0 0,0-1 0,-1 1 0,1 0 0,0 0 0,-1-1 0,1 1 0,0-2 0,1 1 0,-1 0 0,1 0 0,0 0 0,-1 0 0,1 0 0,0 1 0,0-1 0,0 0 0,1 0 0,-1 1 0,0-1 0,1 0 0,-1 1 0,1 0 0,-1-1 0,1 1 0,3-2 0,1-2 0,1 1 0,0 0 0,0 0 0,0 1 0,1 0 0,-1 0 0,1 1 0,-1 0 0,1 0 0,0 1 0,0-1 0,0 2 0,0-1 0,0 1 0,-1 1 0,1-1 0,14 4 0,15 5 0,0 1 0,-1 2 0,50 24 0,-40-16 0,231 84 0,-159-62 0,-88-31 244,1-1 1,45 8-1,-59-16-1276,0 0 1,0-1-1,24-2 0,34-9-15935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20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124 120 2641,'46'-4'9791,"-42"3"-4828,0 1-2949,1 0-1280,0-1-1,0 0 1,0 0 0,0 0-1,0-1 1,0 1 0,0-1-1,-1 0 1,1-1 0,5-3-1,26-22 1388,-9 15-1126,3-2 443,-29 14-1403,1 0 0,-1 0 0,0 0 0,0 0 0,0-1 0,0 1 0,-1 0 0,1 0 0,0-1-1,0 1 1,-1 0 0,1-1 0,-1 1 0,1-1 0,-1 1 0,1-1 0,-1 1 0,0-1 0,0 1 0,0-2 0,-4-3-35,-21 3 0,-10 6 0,0 1 0,0 2 0,0 2 0,-62 22 0,93-28 0,0 0 0,0 0 0,0 0 0,0 0 0,0 1 0,0 0 0,0 0 0,1 0 0,-1 0 0,1 0 0,0 1 0,0-1 0,0 1 0,1 0 0,-1 0 0,-1 4 0,-11 14 0,15-22 0,0 0 0,0 1 0,0-1 0,-1 0 0,1 1 0,0-1 0,0 0 0,0 0 0,-1 1 0,1-1 0,0 0 0,0 1 0,0-1 0,0 0 0,0 1 0,0-1 0,0 0 0,0 1 0,0-1 0,0 0 0,0 1 0,0-1 0,0 0 0,0 1 0,0-1 0,0 0 0,0 1 0,1-1 0,-1 0 0,0 1 0,0-1 0,0 0 0,1 0 0,-1 1 0,0-1 0,0 0 0,0 0 0,1 1 0,-1-1 0,0 0 0,0 0 0,1 1 0,12 4 0,-11-4 0,5 3 0,-3-1 0,0 0 0,1-1 0,-1 1 0,1-1 0,0 0 0,0 0 0,-1-1 0,7 2 0,60 15 0,-36-8 0,54 7 0,-67-14 0,0-2 0,0-1 0,0 0 0,1-2 0,-2-1 0,1 0 0,24-8 0,-42 10 0,-3 1 0,0 0 0,0 0 0,0 0 0,0-1 0,0 1 0,0 0 0,0 0 0,0-1 0,-1 1 0,1-1 0,0 1 0,0-1 0,0 1 0,-1-1 0,1 1 0,0-1 0,-1 0 0,1 1 0,0-1 0,-1 0 0,1 0 0,-1 1 0,1-1 0,-1 0 0,1 0 0,-1 0 0,0 0 0,0 0 0,1 1 0,-1-1 0,0-1 0,0 0 0,1 1 0,-1-1 0,0 1 0,1 0 0,-1-1 0,1 1 0,-1 0 0,1 0 0,0 0 0,-1-1 0,1 1 0,0 0 0,0 0 0,0 0 0,0 0 0,0 0 0,1-1 0,-1 2 0,0-1 0,-1 1 0,1-1 0,0 1 0,0-1 0,-1 0 0,1 1 0,-1-1 0,1 0 0,0 0 0,-1 1 0,0-1 0,1 0 0,-1 0 0,1 0 0,-1 1 0,0-1 0,0 0 0,1 0 0,-1 0 0,0 0 0,0 0 0,0 0 0,0 0 0,0 0 0,0 0 0,0 0 0,0 1 0,-1-1 0,1 0 0,0 0 0,0 0 0,-1 0 0,0-1 0,-7-7 0,7 8 0,0 0 0,0-1 0,0 1 0,0 0 0,0 0 0,0-1 0,0 1 0,0 0 0,1-1 0,-1 1 0,1-1 0,-1 1 0,1-1 0,-1 1 0,1-1 0,0 1 0,-1-1 0,1-2 0,0 0 0,-2-31 0,1 34 0,1-1 0,-1 1 0,1-1 0,-1 1 0,0 0 0,0-1 0,0 1 0,0 0 0,1-1 0,-2 1 0,1 0 0,0 0 0,0 0 0,0 0 0,0 0 0,-1 0 0,-1 0 0,2 0 0,0 1 0,0-1 0,0 1 0,0 0 0,0 0 0,0-1 0,0 1 0,0 0 0,0 0 0,0 0 0,-1 0 0,1 0 0,0 0 0,0 1 0,0-1 0,0 0 0,0 0 0,0 1 0,0-1 0,0 1 0,0-1 0,0 1 0,0-1 0,0 1 0,0 0 0,0-1 0,1 1 0,-1 0 0,0 0 0,0 0 0,1 0 0,-1-1 0,1 1 0,-1 0 0,0 0 0,1 0 0,0 0 0,-1 0 0,1 0 0,0 1 0,-1 0 0,-2 7 0,0 0 0,0 0 0,-2 14 0,1 21 0,1 1 0,5 57 0,-1-26 0,-1 91 0,0-165-49,0-1 0,0 1 0,0-1 0,0 1 1,0 0-1,0-1 0,-1 1 0,1-1 0,-1 1 0,1-1 0,-1 1 0,0-1 1,1 0-1,-1 1 0,0-1 0,-2 3 0,2-4-384,0 1-1,1-1 1,-1 1 0,0-1 0,0 1-1,0-1 1,0 1 0,0-1-1,0 0 1,0 1 0,1-1 0,-1 0-1,0 0 1,0 0 0,-2 0-1,1 0-1505,0 0-1,0-1 1,0 0-1,-1 1 1,1-1-1,0 0 1,0 0-1,0 0 0,1 0 1,-4-2-1,5 3 1874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37.8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958 91 960,'0'-2'218,"0"-1"0,1 1 0,-2-1-1,1 1 1,0 0 0,0-1 0,-1 1-1,1-1 1,-1 1 0,0 0 0,0 0 0,0-1-1,0 1 1,0 0 0,0 0 0,0 0-1,-1 0 1,1 0 0,-1 0 0,0 0-1,1 1 1,-1-1 0,0 0 0,0 1-1,0 0 1,0-1 0,0 1 0,-1 0-1,1 0 1,0 0 0,0 0 0,-1 1-1,1-1 1,0 1 0,-1-1 0,-3 1-1,-31-3 392,1 1-1,-1 3 0,0 0 1,1 3-1,-1 1 0,1 2 0,0 1 1,1 1-1,-46 20 0,-12 15 267,53-23-496,12-5-43,1 1 0,-44 35 1,-3 4-25,63-50-284,0 1 0,1 1 0,-1 0 0,2 1 1,-1 0-1,1 0 0,1 1 0,-13 17 0,3-1-28,12-19 3,1 1 1,0-1-1,-7 15 1,9-14 24,-1 1 0,1 0 0,-3 17 0,6-21-23,0-1 0,0 0-1,0 1 1,1-1 0,0 0 0,0 0-1,0 0 1,0 1 0,2 3 0,-1-1 120,0 1-1,-1 0 1,0 0 0,0 0 0,-1-1 0,0 1 0,0 0 0,-3 12 0,2-12-25,0 0 1,0 0-1,1 0 0,0-1 1,1 1-1,0 0 0,0 0 1,3 11-1,2-6 60,0-1 0,1 1 0,0-1 0,0-1 0,2 1 0,17 18 0,69 59 1641,-41-40-720,-38-33-890,0-1 0,1 0-1,0-1 1,2-1 0,-1 0 0,2-2-1,-1 0 1,2-1 0,24 8 0,-2-6 35,0-2 0,76 9 0,88-6-24,-123-11-46,0-5-1,94-14 1,-132 9-100,0-1-1,-1-3 1,0-1-1,-1-3 1,54-26-1,-69 26 33,-2-2 0,44-35-1,-44 32-70,12-11-62,-2-3 0,-1 0-1,-2-2 1,36-50 0,-37 37 18,-11 27-41,-17 19 24,-1 0 0,0 0 0,0 0 0,0 0 0,-1-1 0,1 0 0,-1 1 0,0-1 0,-1-1 0,1 1 0,-1 0 0,2-6 0,-1-12 76,0-1 0,-2 1 0,-2-46 0,-1 12 240,2-108 88,0 156-336,0 0 1,-1 0-1,0 1 0,0-1 1,-1 0-1,0 0 0,0 1 1,-1-1-1,-7-13 0,7 17-2,-1-1 0,0 1 0,0 0 0,0 0 0,-1 0 0,0 0 0,0 1 0,0 0 1,-1 0-1,1 1 0,-1-1 0,0 1 0,0 0 0,-12-4 0,-7 0 44,-1 0 1,-1 2 0,1 1-1,-1 1 1,-42 0 0,-141 14-183,162-7 72,-48 5-177,-56 3-706,120-12-2774,-37-4-1,19-5-5622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50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246 299 2961,'0'0'3349,"-5"0"-121,-9-1-206,1-1 1,-1-1 0,0-1 0,-17-6-1,27 6 307,4 1-83,-21-6-1705,19 9-1541,1-1 0,0 1 0,-1-1 0,1 1 0,0-1 0,0 0 0,-1 1 0,1-1 0,0 0 0,0 0 0,0 0 0,0 0 0,0 0 0,-1-1 0,5-8 0,0 0 0,-8-1 0,4 10 0,-1 0 0,1-1 0,0 1 0,0-1 0,0 1 0,1-1 0,-1 0 0,0 1 0,1-1 0,-1 0 0,1 0 0,-1 1 0,1-1 0,0-3 0,0-120 0,0 123 0,-1-1 0,1 1 0,0 0 0,-1-1 0,1 1 0,-1 0 0,0-1 0,0 1 0,0 0 0,0 0 0,0-1 0,0 1 0,-3-3 0,2 3 0,1 0 0,0 0 0,0 0 0,0 1 0,0-1 0,0 0 0,0-1 0,0 1 0,0 0 0,1 0 0,-1 0 0,1 0 0,0-4 0,0 18 0,1-6 0,0 0 0,-1 1 0,0-1 0,0 0 0,-1 1 0,0-1 0,0 0 0,-3 8 0,-4-1 0,7-12 0,-1 1 0,1 0 0,0 0 0,0 0 0,0 0 0,0 0 0,0 0 0,0 0 0,1 0 0,-1 1 0,0-1 0,1 0 0,0 0 0,0 1 0,0-1 0,0 3 0,0 0 0,0-3 0,1 0 0,-1 0 0,0 0 0,0 0 0,0 0 0,0 0 0,-1-1 0,1 1 0,0 0 0,-1 0 0,1 0 0,-1 0 0,-1 3 0,-6 2 0,7-6 0,0-1 0,0 1 0,0 0 0,0 0 0,0 0 0,0 0 0,1 0 0,-1 0 0,0 0 0,0 0 0,1 0 0,-1 0 0,1 1 0,-1-1 0,1 0 0,0 0 0,-1 0 0,1 1 0,0-1 0,0 2 0,0-3 0,0 1 0,0 0 0,0-1 0,0 1 0,0 0 0,0-1 0,-1 1 0,1 0 0,0-1 0,0 1 0,0-1 0,-1 1 0,1 0 0,0-1 0,-1 1 0,1-1 0,0 1 0,-1-1 0,1 1 0,-1-1 0,1 1 0,-1-1 0,1 1 0,-1-1 0,1 0 0,-1 1 0,1-1 0,-1 0 0,0 0 0,1 1 0,-1-1 0,1 0 0,-2 0 0,2 0 0,-1 1 0,0-1 0,1 0 0,-1 0 0,0 0 0,1 1 0,-1-1 0,1 0 0,-1 1 0,1-1 0,-1 1 0,1-1 0,-1 0 0,1 1 0,-1-1 0,1 1 0,-1-1 0,1 1 0,0 0 0,-1-1 0,1 1 0,0-1 0,0 1 0,-1 0 0,1-1 0,0 1 0,0-1 0,0 1 0,0 0 0,0-1 0,0 1 0,0 0 0,0 0 0,0 56 0,0-56 0,0-1 0,0 1 0,0 0 0,1 0 0,-1 0 0,0-1 0,1 1 0,-1 0 0,0 0 0,1-1 0,-1 1 0,1 0 0,-1-1 0,1 1 0,0-1 0,-1 1 0,1-1 0,-1 1 0,1-1 0,0 1 0,0-1 0,-1 1 0,1-1 0,0 0 0,0 0 0,-1 1 0,1-1 0,0 0 0,0 0 0,1 0 0,9 5 0,10 0 0,14 1 0,1-3 0,71-1 0,-70-3 0,143 12 0,-179-11 0,0 1 0,1-1 0,0 0 0,0 0 0,0 1 0,0-1 0,0-1 0,0 1 0,0 0 0,0 0 0,0-1 0,0 1 0,0-1 0,0 0 0,0 1 0,-1-1 0,1 0 0,0 0 0,0 0 0,-1 0 0,1-1 0,-1 1 0,1 0 0,-1-1 0,0 1 0,1-1 0,-1 1 0,0-1 0,0 1 0,0-1 0,0 0 0,1-2 0,32-70 0,-27 56 0,-5 13 0,0-1 0,-1 1 0,0-1 0,0 0 0,-1 1 0,1-1 0,-1 0 0,-1 1 0,0-8 0,0-20 0,1 30 0,0 10 0,12 135 0,1 9 0,-12-113 0,10 52 0,-5-51 0,1 55 0,-7 210 0,0-303-33,0 0 1,0 0-1,0 0 1,1-1-1,-1 1 1,0 0-1,0 0 1,0 0-1,-1 0 1,1 0-1,0 0 1,0 0-1,0 0 1,-1 0-1,1 0 1,0 0-1,-1 0 1,1-1-1,-1 1 1,1 0-1,-1 0 1,0 0-1,1-1 1,-1 1-1,0 0 1,1-1-1,-1 1 0,0-1 1,0 1-1,1-1 1,-1 1-1,0-1 1,0 1-1,0-1 1,0 0-1,-1 1 1,0-2-438,0 1 0,0-1 1,0 1-1,0-1 0,0 0 1,0 0-1,0 0 0,0 0 1,1 0-1,-1-1 0,0 1 0,1 0 1,-1-1-1,1 0 0,-1 1 1,1-1-1,-2-3 0,-22-38-18877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3:18.1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1 160,'0'0'1601,"0"6"800,0 3-800,-25 19 640,-25 3-721,0-5-719,0-10-401,25-10-560,25-1-2962,-25-5-4081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11.1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1 562 1601,'3'-4'15703,"8"-4"-10381,-5 5-4404,-1-6 1920,-1 2-1194,-3 6-1454,1 0-1,-1 0 0,0 0 1,1 0-1,-1 0 0,0 0 1,0 0-1,0 0 1,0 0-1,0-1 0,0 1 1,0 0-1,0-1 0,1-1 1,1-32 1710,-3 31-1900,0 1 0,0 0 0,1 0 0,0-1 0,0 1 0,-1 0 0,2 0 0,-1 0 0,0 0 0,3-4 0,-2 4 0,0-1 0,0 0 0,-1 1 0,1-1 0,-1 0 0,0 0 0,0 0 0,-1 0 0,1 0 0,0-6 0,0-6 0,0 1 0,2 0 0,4-17 0,-3 17 0,-1 0 0,-1-1 0,2-18 0,-4-126 0,0 159 0,0 1 0,0-1 0,0 1 0,0 0 0,0-1 0,0 1 0,0-1 0,0 1 0,1 0 0,-1-1 0,0 1 0,0 0 0,0-1 0,1 1 0,-1 0 0,0 0 0,0-1 0,1 1 0,-1 0 0,0 0 0,1-1 0,-1 1 0,0 0 0,1 0 0,-1 0 0,0-1 0,1 1 0,-1 0 0,1 0 0,-1 0 0,0 0 0,1 0 0,-1 0 0,1 0 0,-1 0 0,0 0 0,1 0 0,0 0 0,-1 0 0,1 0 0,-1 0 0,1 0 0,-1 0 0,1 0 0,-1 0 0,1 0 0,-1 0 0,1 0 0,-1 0 0,1-1 0,-1 1 0,1 0 0,-1 0 0,1-1 0,-1 1 0,1 0 0,-1 0 0,0-1 0,1 1 0,-1-1 0,1 1 0,-1 0 0,0-1 0,1 1 0,-1-1 0,0 1 0,0-1 0,1 1 0,-1-1 0,0 1 0,0-1 0,0 1 0,0-1 0,0 1 0,1-1 0,-1 1 0,0-1 0,0 0 0,0 0 0,0 0 0,1 0 0,0 0 0,-1 1 0,1-1 0,-1 0 0,1 0 0,0 1 0,-1-1 0,1 0 0,0 1 0,0-1 0,0 1 0,0-1 0,-1 1 0,1 0 0,0-1 0,0 1 0,0 0 0,0-1 0,1 1 0,27-7 0,-25 6 0,35-7 0,0 1 0,57-3 0,-67 9 0,9-1 0,0 2 0,73 8 0,-106-4 352,-14 2-2110,-23-3-3895,23-3 3118,0 0 0,0 0 0,-1-1 0,-8-3 0,-11-10-6576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12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101 138 3282,'14'-6'2132,"-1"1"0,1-2 0,-2 0 0,1 0 0,21-18 0,-26 19-1077,0 1 0,1 0 1,-1 1-1,1 0 0,15-6 0,15-4 1471,-38 13-2471,65-23 2380,-60 22-2308,1 0-1,0 1 1,-1 0-1,1 0 1,0 1-1,0-1 1,0 2-1,12 1 1,-18-2-122,0 0 0,0 0 0,-1 0 0,1 0-1,0 0 1,0 0 0,-1 1 0,1-1 0,0 0 0,-1 1 0,1-1 0,0 0 0,-1 1 0,1-1 0,-1 1 0,1-1 0,-1 1 0,1-1 0,-1 1 0,1-1 0,-1 1 0,1 0 0,-1-1 0,0 1 0,1 0-1,-1-1 1,0 1 0,1 0 0,-1-1 0,0 1 0,0 0 0,0 0 0,0-1 0,0 1 0,0 0 0,0 0 0,0-1 0,0 1 0,0 0 0,0-1 0,0 1 0,-1 1 0,-1 3 46,0 0 0,0 0 0,-1-1 1,0 1-1,-5 6 0,0 1 47,-1-1 1,-1 0 0,0 0-1,-1-1 1,0-1-1,0 0 1,-1 0-1,0-1 1,0-1-1,-1 0 1,0 0-1,-16 5 1,5-4 105,-6 2 205,-1-1 1,-39 7-1,63-14-416,-1-2-1,1 1 1,-1-1-1,1 0 1,-1 0-1,0-1 1,1 0 0,-1 0-1,1-1 1,0 0-1,-1 0 1,1-1-1,0 0 1,-9-5-1,15 8 17,1 0 0,0 0 0,0 0-1,-1 0 1,1-1 0,0 1 0,0 0 0,-1 0-1,1 0 1,0 0 0,0-1 0,-1 1 0,1 0-1,0 0 1,0 0 0,0-1 0,0 1 0,-1 0-1,1 0 1,0-1 0,0 1 0,0 0 0,0-1-1,0 1 1,0 0 0,0 0 0,0-1 0,0 1-1,0 0 1,0-1 0,0 1 0,0 0 0,0 0-1,0-1 1,0 1 0,0-8 61,5 9-70,184 77 882,-153-66-1276,2-1 0,-1-2 0,54 6 0,-42-9-7751,1 4-6120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13.8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14 7844,'-25'0'17047,"25"0"-16883,0 0 1,0 0-1,0 0 0,0-1 0,0 1 0,0 0 0,0 0 0,-1-1 0,1 1 0,0 0 0,0 0 0,0-1 0,0 1 0,0 0 1,0 0-1,0-1 0,0 1 0,0 0 0,0 0 0,1 0 0,-1-1 0,0 1 0,0 0 0,0 0 0,0-1 0,0 1 0,0 0 0,0 0 1,1 0-1,-1-1 0,0 1 0,0 0 0,0 0 0,0 0 0,1 0 0,-1-1 0,0 1 0,0 0 0,0 0 0,1 0 0,-1 0 1,0 0-1,0 0 0,0 0 0,1 0 0,-1 0 0,1 0 0,78-4-164,-38 3 0,73 1 0,-41 3 0,57 0-1473,44 1-4053,5-6-3568,-129-2-7500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1:14.2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1 4162,'-25'11'8724,"0"-6"-881,0 11-1680,0 22-2161,25-2-2129,0 12-1873,-25 10 0,25-1 0,0 2 0,25-18 0,0-4-10597,0-31-10052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18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22 603 1040,'2'1'3587,"-8"2"-2585,-12-3 14430,28-9-4239,7-1-13687,11-8 2752,0-1 0,-1-1 0,29-27 0,67-78 121,-40 37-109,-75 80-222,4-2-38,-1-2 0,0 0 1,0 0-1,-1-1 0,-1-1 1,15-27-1,-22 35 64,1-1 1,0 1-1,-1 0 0,2 1 1,-1-1-1,5-6 0,-7 11-53,-1 1 0,1-1 0,-1 0 0,1 0 0,-1 0 0,0 0 0,1 0 0,-1 0 0,0 0 1,0 0-1,0 0 0,0 0 0,0 0 0,0 0 0,0-2 0,0 2-4,-1 0 0,1 0 1,0 0-1,0 0 1,0-1-1,0 1 0,1 0 1,-1 0-1,0 0 1,0 0-1,0 0 0,1 0 1,-1 1-1,1-1 1,-1 0-1,1 0 0,-1 0 1,2-1-1,1-1-15,0 0 0,0 0-1,1 1 1,-1-1 0,1 1 0,0 0-1,0 0 1,0 0 0,0 1-1,5-2 1,37-18-7,-38 19-15,8-2-139,0 1 0,0 0 0,0 1-1,1 0 1,-1 2 0,24 1 0,-39-1 156,-1 1 0,0-1 0,1 0-1,-1 1 1,0-1 0,1 0 0,-1 1 0,0-1 0,1 1 0,-1-1 0,0 0 0,0 1 0,0-1-1,1 1 1,-1-1 0,0 1 0,0-1 0,0 1 0,0-1 0,0 1 0,0-1 0,0 1-1,0-1 1,0 1 0,0-1 0,0 1 0,0-1 0,0 1 0,0-1 0,-1 1 0,1-1 0,0 0-1,0 1 1,-1-1 0,1 1 0,0-1 0,0 0 0,-1 1 0,1-1 0,0 1 0,-1-1 0,0 1-1,-12 18 145,-2-1 0,0 0 0,-1-1 0,-1-1-1,0 0 1,-1-1 0,-1-1 0,-38 22 0,42-27-140,1 1 1,0 0 0,-13 14-1,17-14-1,0-1 0,0-1 0,-1 0-1,-1 0 1,-23 11 0,-2-7 0,36-12 0,1 0 0,-1 0 0,1 0 0,-1 0 0,1 0 0,-1 0 0,1-1 0,-1 1 0,1 0 0,0 0 0,-1-1 0,1 1 0,-1 0 0,1 0 0,0-1 0,-1 1 0,1-1 0,0 1 0,-1 0 0,1-1 0,0 1 0,0-1 0,-1 1 0,1-1 0,0 1 0,0-1 0,0 1 0,0 0 0,-1-1 0,1 1 0,0-1 0,0 1 0,0-1 0,0 1 0,0-1 0,0 1 0,0-1 0,1 1 0,-1-1 0,0 1 0,0-2 0,0 1 0,0-1 0,0 0 0,0 0 0,0 0 0,1 0 0,-1 0 0,0 0 0,1 1 0,-1-1 0,1 0 0,0 0 0,1-1 0,5-2 0,-6 5 0,0 0 0,-1-1 0,1 1 0,0 0 0,-1-1 0,1 1 0,0-1 0,-1 1 0,1-1 0,0 1 0,-1-1 0,1 1 0,-1-1 0,1 0 0,-1 1 0,1-1 0,-1 0 0,1 1 0,-1-1 0,0 0 0,0 0 0,1 1 0,-1-1 0,0 0 0,0 0 0,0-1 0,1 1 0,-1 1 0,0-1 0,0 0 0,0 0 0,1 0 0,-1 0 0,0 1 0,1-1 0,-1 0 0,1 0 0,-1 1 0,0-1 0,1 0 0,0 1 0,-1-1 0,1 0 0,0 1 0,-1-1 0,1 1 0,0-1 0,-1 1 0,1-1 0,0 1 0,0 0 0,0-1 0,0 1 0,5-4 0,-4 2 0,1 0 0,-1 0 0,1 1 0,-1-1 0,1 1 0,-1-1 0,1 1 0,0 0 0,0 0 0,-1 0 0,1 0 0,5-1 0,3 0 0,-10 1 0,0 1 0,0 0 0,0-1 0,0 1 0,0 0 0,-1 0 0,1 0 0,0 0 0,0 0 0,0 0 0,0 0 0,0 0 0,0 0 0,0 1 0,0-1 0,0 0 0,-1 0 0,1 1 0,0-1 0,0 1 0,0-1 0,-1 1 0,1-1 0,0 1 0,0-1 0,-1 1 0,1 0 0,0-1 0,-1 1 0,1 0 0,-1-1 0,1 1 0,0 1 0,0 0 0,74 114 0,-5-23 0,-64-86 0,0-1 0,-1 0 0,2 0 0,-1 0 0,1-1 0,0 0 0,0 0 0,13 5 0,-20-9 0,6 2-62,-1 0-1,1-1 1,0 0-1,0 1 1,0-2-1,0 1 1,0-1-1,1 0 1,-1 0-1,11 0 1,-3-3-1467,0 0-1,0 0 1,18-6 0,-24 6 449,87-26-16119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19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0 207 2881,'14'-24'3028,"0"1"0,2 0 0,0 1 1,24-25-1,-34 41-2444,0 0 0,0 0-1,1 0 1,0 1 0,0 0 0,0 0 0,0 1 0,1 0 0,0 0 0,14-4 0,-14 6-466,0 0-1,0 0 1,0 1 0,1 0-1,-1 1 1,0 0-1,0 0 1,1 1-1,-1 0 1,0 0-1,0 1 1,0 0 0,0 0-1,0 1 1,-1 0-1,1 1 1,-1-1-1,8 6 1,-12-7-83,0 0 1,0 0-1,0 1 1,0-1-1,0 1 0,0 0 1,-1 0-1,1 0 1,-1 0-1,0 0 1,0 1-1,3 5 1,-3-3 33,0 0 1,-1 1-1,0-1 0,0 1 1,0-1-1,-1 14 1,0-14-28,0 0-1,-1 1 1,0-1 0,0 0-1,0 1 1,-1-1 0,0 0-1,0 0 1,-1 0 0,0-1-1,0 1 1,0-1 0,0 1-1,-1-1 1,0 0 0,0 0-1,-1-1 1,1 1 0,-7 4-1,-7 4 140,-1 0-1,-1-2 1,0 0-1,-23 9 1,-4 2 217,36-17-308,-2 2 154,0-1 1,-26 9-1,34-14-210,0 0 0,0 0-1,-1 0 1,1-1 0,0 0-1,0 0 1,0 0 0,-1-1-1,1 1 1,0-1 0,-8-3 0,12 4-51,0 0 0,-1-1 1,1 1-1,0-1 0,0 1 1,-1-1-1,1 1 0,0-1 1,0 0-1,0 0 0,0 0 1,0 0-1,0 0 0,0 0 1,0 0-1,0 0 0,0 0 1,0-2-1,-3-26-304,4 28 318,0 1 1,0-1 0,0 0 0,0 0 0,0 0 0,1 0 0,-1 0 0,0 1 0,0-1 0,0 0 0,1 0 0,-1 0 0,1 1 0,-1-1 0,0 0 0,1 0 0,-1 1 0,1-1 0,-1 0 0,1 1 0,0-1 0,-1 1 0,1-1 0,0 0 0,-1 1 0,1 0 0,0-1 0,0 1 0,1-1 0,-2 1 4,1-1 0,0 1 0,-1 0 0,1-1 0,0 1 0,-1 0 0,1-1 0,-1 1 0,1-1 0,0 1 0,-1-1 0,0 1 0,1-1 0,-1 1 0,1-1 0,-1 0 0,1 1 0,-1-1 0,0 0 0,0 1 0,1-1 0,-1 0 0,0 1 0,0-1 0,0 0 0,0 0 0,0 1 0,0-2 0,1 1 5,-1 0 0,1 0 1,0 0-1,-1-1 0,1 1 0,0 0 0,0 0 0,0 1 0,0-1 0,0 0 0,0 0 0,0 0 0,0 0 1,0 1-1,0-1 0,0 1 0,0-1 0,0 1 0,0-1 0,1 1 0,-1 0 0,0-1 0,0 1 1,1 0-1,-1 0 0,0 0 0,3 0 0,40-3 284,-44 3-287,25 2 200,0 0 1,-1 1 0,0 2-1,30 9 1,85 34 698,-59-9-2707,-31-13-4262,1-7-9467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0.2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 4402,'-25'-6'5603,"25"-4"-81,0 4-880,25 6-1040,0-5-801,0 5-880,25 0-640,25 5-641,0 1-1280,20 15-6003,5-1-5843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0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12 1681,'-25'-7'12566,"0"7"1120,100 0-12806,-50-5-560,50 10 0,120 2-1040,30 7-9284,-50-3-8085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1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5 1681,'0'-5'3761,"25"5"-2400,-25 10-721,-25 37-480,-25 28-79,-25-13 639,5-3 1601,-30 3 800,25-8 481,-25 15 480,50-12-1921,50-25-2881,50-23-5683,0-18-5843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1.4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693 0 2801,'-39'10'10649,"1"3"-4242,-5 7-2621,-22 14-2332,0-1 301,-18 7 8,2 3-1,-121 86 1,194-124-1711,1 0 1,1 1-1,-1 0 0,1 0 0,0 0 1,0 1-1,1 0 0,0 0 0,0 0 1,0 1-1,-4 10 0,9-16-52,-1 0 0,1 0 0,0 0 0,0 0 0,0 0 0,0 0 0,0 0 0,0 1 0,0-1 0,1 0 0,-1 0 0,1 0 0,-1 0 0,1 0 0,0 0 0,0-1 0,0 1 0,0 0 0,0 0 0,0-1 0,0 1 0,1 0 0,-1-1 0,1 1 0,-1-1 0,1 0 0,-1 1 0,1-1 0,0 0 0,0 0 0,1 1 0,6 2 0,0 1 0,0-1 0,1-1 0,-1 0 0,1 0 0,11 1 0,17 1 0,1-2 0,0-1 0,75-6 0,-57-3 0,0-2 0,57-17 0,-90 19-184,0 0 0,0-2 0,-1-1 0,0 0 0,0-2-1,-1-1 1,35-27 0,-55 39 179,-1 0 0,0 0 0,1 0-1,-1 0 1,0 0 0,0-1-1,0 1 1,0 0 0,0-1 0,0 1-1,0-1 1,0 1 0,0-1 0,-1 0-1,1 1 1,-1-1 0,1 0 0,-1-2-1,0 3 16,0 0-1,0 0 0,-1-1 0,1 1 1,0 0-1,-1 0 0,1 0 0,-1 0 1,1 0-1,-1 0 0,0 0 0,0 0 1,1 0-1,-1 0 0,0 0 1,0 1-1,0-1 0,0 0 0,0 0 1,-2 0-1,-3-3 8,-1 2 1,0-1 0,0 0-1,-1 1 1,1 1 0,0-1-1,-1 1 1,-13 0 0,-41 0-1700,-121 16 0,20 11-6888,159-25 8312,-125 21-12855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2.7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91 174 1121,'-22'0'3585,"-27"0"10358,45 0-10395,0 0-1481,-7 0-959,22 0-495,-7 0 54,0 0-413,189 17 2152,-36-1-1291,-52-10-578,206 18 140,-120-8-303,-157-13-330,10 2-77,0-2 1,63-5-1,-82-1 37,-23 1 19,0-2 4,8 1 36,-8 2-48,-8-1 121,-12-4 295,-41-5-329,-47-6-97,-241-43-5,280 44 0,2-3 0,0-2 0,-88-43 0,112 44 0,66 22-4037,94-8-15086,-118 5 19000,70-6-6720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3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1040 1 1121,'-25'11'3601,"-25"10"4323,-75 10 1440,5-3-4402,-5 13-880,-50 7-2369,25 4-1713,5-9 0,70-6 0,25-12 0,50-2 0,75-14-9556,45-18-12294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31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346 1065 2721,'-71'0'5696,"66"-11"-37,5-13-7934,1 23 2506,-1 0-305,0 0 0,-1 0 0,1 1 0,0-1 0,0 0 1,0 0-1,0 1 0,-1-1 0,1 0 0,0 0 0,0 1 0,-1-1 0,1 0 0,-1 1 0,1-1 0,-1 0 0,1 1 0,-1-1 0,1 1 0,-1-1 0,1 1 0,-1-1 1,0 1-1,1-1 0,-1 1 0,0-1 0,-1 1 0,1-1 7,1 1 0,-1 0 0,0-1 0,0 1-1,1 0 1,-1-1 0,0 1 0,1-1 0,-1 1 0,1-1 0,-1 0 0,1 1 0,-1-1 0,1 1 0,-1-1 0,1 0 0,-1 0-1,1 1 1,0-1 0,-1 0 0,1 0 0,0 1 0,0-1 0,0 0 0,0 0 0,0 1 0,0-3 0,0 2-55,0-1 1,0 1 0,0 0-1,0-1 1,0 1 0,0-1-1,0 1 1,0 0 0,-1-1-1,1 1 1,0 0 0,-1-1 0,1 1-1,-1 0 1,0-1 0,1 1-1,-1 0 1,0 0 0,0 0-1,0 0 1,0 0 0,0 0-1,0 0 1,0 0 0,0 0-1,-1-1 1,-4-2-138,2-7-343,4 10 610,0 1 0,0 0 0,1-1-1,-1 1 1,0 0 0,0-1 0,0 1 0,-1-1-1,1 1 1,0 0 0,0-1 0,0 1-1,0 0 1,0-1 0,0 1 0,0-1 0,-1 1-1,1 0 1,0 0 0,0-1 0,0 1 0,-1 0-1,1-1 1,0 1 0,-1 0 0,1 0-1,0-1 1,0 1 0,-1 0 0,0 0 0,0-1 204,0 1-92,0 0 1,-1 0-1,1 0 0,0 0 0,0-1 0,0 1 0,0 0 0,0-1 0,-1 1 0,1-1 0,0 0 0,0 1 1,0-1-1,0 0 0,0 1 0,0-2 0,-16 2 3148,5 2-1348,6-1-997,-1 1 0,1-1 1,-1 1-1,1 0 0,0 0 0,0 1 0,0 0 1,0 0-1,-9 6 0,-3 8 576,14-14-1319,0 0 0,0 0 0,0 1 0,0-1 1,1 1-1,-1 0 0,1 0 0,0 0 0,1 0 0,-1 1 1,0-1-1,1 1 0,0-1 0,0 1 0,1 0 1,-1 0-1,1 0 0,0 6 0,0-6-171,1 1-1,-1-1 1,0 1-1,-1 0 1,1-1-1,-1 0 1,-2 6-1,1-5 17,1 0 0,0 0 0,0 0 0,1 0-1,-1 0 1,2 0 0,-1 8 0,1 120 975,1-121-918,1 1-1,0-1 1,2 0-1,-1-1 1,1 1-1,1-1 1,0 0-1,1 0 1,1 0-1,11 16 1,0 3-5,-12-21-16,0-1 1,1 1-1,1-1 0,0 0 1,16 14-1,16 17 78,-38-37-149,1 0 0,0 0 0,1 0 0,-1 0 0,0 0 0,1-1 0,-1 1 0,1-1 0,0 0 0,0 0 0,0-1 0,0 1 0,0-1 0,0 0 0,0 0 0,1 0 0,-1 0 0,0-1 0,1 0 0,-1 1 0,0-2 0,1 1 0,-1-1 0,0 1 0,0-1 0,1 0 0,-1 0 0,0-1 0,0 0 0,0 1 0,0-1 0,-1 0 0,1-1 0,0 1 0,6-6 0,18-24 224,-1-2 0,34-53 0,35-79-276,-59 98 149,-22 43-31,-5 10 6,-1-1 0,-1 0-1,0-1 1,-2 0 0,9-30 0,-9 16 124,-4 15 54,1 0 0,1 0 1,10-28-1,0 14 204,-8 18-232,-1 0 0,0 0 1,0 0-1,-1 0 0,-1-1 0,0 1 0,-1-1 0,1-16 0,-2 19-212,0 1 0,0 0 0,1-1 0,0 1 0,4-10 0,-3 10 0,0 0 0,-1-1 0,0 1 0,-1 0 0,0-12 0,0 18 0,-1-1 0,0 1 0,1-1 0,0 1 0,0 0 0,0 0 0,0-1 0,0 1 0,0 0 0,4-5 0,3-9 0,0-8 0,-6 18 0,0 1 0,0 0 0,1-1 0,-1 1 0,1 0 0,0 0 0,1 1 0,0-1 0,0 1 0,0-1 0,9-8 0,8-3 0,-11 9 0,-1 0 0,1 0 0,10-14 0,-3 5 0,-1 1 0,2 1 0,0 0 0,1 1 0,0 1 0,1 1 0,27-12 0,29-19 0,-21 12 0,-51 29 0,1 1 0,-1-1 0,1 1 0,0 0 0,0 0 0,-1 0 0,10 1 0,6-3 0,64-18 0,127-50 0,-77 22 0,-103 41 0,1 1 0,54-4 0,-35 5 0,340-20 0,-187 16 0,-89 9 0,165 21 0,-80-3 0,-81-11 0,369 27 0,-464-31 0,-1 1 0,1 2 0,34 10 0,-56-15 0,-1 1 0,1-1 0,-1 1 0,1-1 0,-1 1 0,1 0 0,-1 0 0,0-1 0,1 1 0,-1 0 0,0 0 0,0 0 0,2 2 0,-4-2-77,0-1-1,0 1 1,0-1 0,0 0-1,0 1 1,0-1-1,0 0 1,0 0 0,0 0-1,0 0 1,-1 0 0,1 0-1,0 0 1,0 0-1,0-1 1,0 1 0,-2-1-1,-55-10-8840,-55-8-9216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33.5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152 575 80,'-65'4'5285,"60"-4"-4746,0 1 1,0 0-1,0 0 0,1 1 1,-1 0-1,1 0 1,-1 0-1,1 0 1,0 0-1,-6 5 1,10-6-431,-1 0 0,0 1 0,0-1 0,1 1 0,-1-1 0,1 1 0,-1-1 0,1 1 0,0-1 0,0 1 0,-1-1 0,1 1 0,0-1 0,0 1 0,1-1 0,-1 1 0,1 2 0,-1 3 290,2 35 709,-1-28-957,0 0-1,-1 0 0,0 0 1,-1 0-1,-1-1 0,-3 15 1,-2-8-9,4-15-105,1 0 0,0 1 0,0 0 1,1-1-1,0 1 0,0 0 1,-1 9-1,1 18 653,1-18-178,-1 0 0,4 24-1,-2-34-425,0-1-1,0 1 0,0 0 1,1-1-1,-1 1 0,1-1 1,0 0-1,1 1 0,-1-1 1,1 0-1,0 0 0,3 4 1,17 14 279,-10-10-109,-1 0 0,11 16 0,-16-21-128,-1 0-1,1-1 1,0 0-1,0 0 0,1-1 1,0 0-1,0 0 1,0 0-1,0-1 0,1-1 1,0 0-1,-1 0 1,1 0-1,1-1 0,-1 0 1,0-1-1,15 1 1,-6-2 64,-1 1 1,0-2 0,0 0 0,0-1 0,0-1 0,0-1-1,0 0 1,30-13 0,-29 8-137,0-1-1,-1-1 1,0-1 0,-1 0-1,0-1 1,-1-1 0,-1 0-1,0-1 1,13-17 0,-11 9-124,-1 0-1,0-1 1,-2 0 0,-1-1 0,-1 0 0,10-35 0,-10 25-18,2-6 302,9-54 1,-14 16 543,2 6 67,-24-48 387,14-89 3535,1 209-4748,-1 1 0,0-1 0,1 0 0,-1 1 0,0-1 0,1 1 0,-1-1 0,1 1 0,-1-1 0,1 1 0,-1-1 0,1 1 0,-1 0 0,1-1 0,-1 1 0,1 0 0,0 0 0,-1-1 0,1 1 0,-1 0 0,1 0 0,0 0 0,-1 0 0,1-1 0,0 1 0,-1 0 0,1 0-1,0 0 1,-1 1 0,1-1 0,0 0 0,-1 0 0,2 0 0,-1 0-2,77-14 1,23 6 0,73-5 0,-99 12 0,312-15 0,-38-30 0,-259 30 0,166-6 0,-228 22 0,65 2 0,-86-1 0,1 0 0,-1 0 0,1 0 0,-1 1 0,0 0 0,0 0 0,1 1 0,8 5 0,-15-8-101,-1 1 0,1-1 0,0 1 1,0-1-1,-1 1 0,1 0 0,0 0 0,-1-1 0,1 1 0,-1 0 0,1 0 1,-1 0-1,1-1 0,-1 1 0,1 0 0,-1 0 0,0 0 0,0 0 1,1 0-1,-1 0 0,0 0 0,0 0 0,0 0 0,0 0 0,0 0 0,0 0 1,0-1-1,-1 1 0,1 0 0,0 0 0,0 0 0,-1 0 0,1 0 1,-1 0-1,1 0 0,0-1 0,-1 1 0,0 0 0,1 0 0,-1 0 0,1-1 1,-1 1-1,0 0 0,0-1 0,1 1 0,-1-1 0,-2 2 0,-2 2-1603,0 0 0,0 0 0,-1 0 0,0-1 0,-7 4 0,-12 0-7767,0-1 2281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4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26 443 2001,'0'0'1667,"-4"0"-333,-10 4 459,28-4 936,-10 0-1008,-6-8 3058,-7 4-2078,8 4-2576,1 0-1,-1-1 1,0 1 0,1 0-1,-1 0 1,0 0 0,1-1 0,-1 1-1,1 0 1,-1-1 0,0 1-1,1 0 1,-1-1 0,1 1 0,-1-1-1,1 1 1,-1-1 0,1 1-1,-1-1 1,1 0 0,0 1 0,-1-1-1,1 1 1,0-1 0,0 0-1,-1 1 1,1-1 0,0 0 0,0 1-1,0-1 1,0 0 0,0 1-1,0-1 1,0 0 0,0 1 0,0-1-1,0-1 1,0-7 738,-1 5-669,1 1 0,0 0 1,0-1-1,0 1 0,1-1 0,-1 1 1,1-1-1,0 1 0,0 0 1,0 0-1,0-1 0,2-2 0,85-132 2728,-65 91-2293,-16 30-121,2 0-1,0 1 1,17-24 0,-23 37-490,0-1 1,-1 1-1,1-1 1,-1 0-1,0 0 1,0 0-1,0 0 1,-1 0-1,0-1 1,1 1-1,-1 0 1,-1-1-1,1 1 1,-1-1-1,1 1 1,-1-1-1,-1-4 1,5 5-19,1 3 0,-1 1 0,1 0 0,0 1 0,-1-1 0,1 1 0,0 0 0,-1 0 0,1 0 0,5 3 0,17 4 0,32 6-1590,85 10 1,-6-14-7278,8-11-11214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5.1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16 3602,'-50'5'8884,"25"0"-1201,0-10-399,50 5-7124,0 5 80,25-5 160,0 0 0,50 0 160,100 0-400,-30-5-2160,-45 0-7205,-25-11-6882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5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44 5603,'-25'0'5762,"50"0"-2400,0 0-801,25-5-880,25-1-881,75-4-3201,75-12-8564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6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98 868 960,'-5'0'915,"-1"2"-1,1-1 1,0 1 0,0 0-1,0 0 1,0 0-1,0 0 1,1 1-1,-1 0 1,1 0-1,0 0 1,0 1-1,0-1 1,0 1-1,0 0 1,1 0-1,0 1 1,-5 6-1,6-8-438,1 1 0,0-1 0,-1 1 0,1-1 0,1 0 0,-1 1 0,0 0 0,1-1 0,0 1 0,0-1 0,0 1 0,1 3 0,-1-2-247,1-1 0,1 1-1,-1-1 1,1 1-1,0-1 1,0 0 0,0 0-1,0 0 1,1 0-1,5 7 1,14 11 303,0-1-1,1 0 1,2-2-1,37 23 1,5 4 65,-56-38-558,0 0 0,0-1 0,1-1 0,0 1 1,0-2-1,14 5 0,-22-8-58,0-1 1,0-1-1,1 1 0,-1 0 1,0-1-1,0 0 0,1 0 1,-1 0-1,0-1 0,1 1 1,-1-1-1,0 0 1,0 0-1,0 0 0,0-1 1,0 0-1,0 0 0,0 0 1,-1 0-1,1 0 0,-1-1 1,1 1-1,3-5 0,-2 2 12,0-1 0,0 1-1,-1-1 1,0-1-1,0 1 1,0-1-1,-1 1 1,0-1-1,0 0 1,-1 0-1,0 0 1,0-1-1,0 1 1,-1 0-1,0-1 1,-1-8-1,4-13-51,4-16-31,-3 18-76,-1 1 1,0-32-1,-4 22 45,1 8 255,-6-53 0,-2 42 107,2 10 3,0-1 0,1-36 0,3 24 40,0 11-41,1 1 1,6-39-1,11-1-83,-16 60-103,0-1 0,1 1 0,1 0 0,-1 0-1,2 0 1,-1 0 0,2 0 0,-1 1 0,1 0 0,0 0-1,1 0 1,11-13 0,11-12 97,-11 12-116,2 1 1,0 0 0,1 1 0,0 1 0,28-19 0,-36 30-39,0 0 0,1 1 0,0 1 0,0 0 0,1 0 0,0 1 0,16-3 0,-18 7 0,1 0 0,0 1 0,-1 0 0,1 1 0,0 0 0,18 6 0,-18-5 0,107 26 0,-9-9 0,0-4 0,0-6 0,160-6 0,63-44-5,-48 4-3952,-236 32-8681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7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24 228 3121,'1'-1'6646,"-1"0"-6527,0 1 0,0 0 0,0-1-1,0 1 1,0 0 0,0-1 0,0 1-1,0 0 1,0-1 0,0 1 0,0 0-1,-1-1 1,1 1 0,0 0 0,0 0-1,0-1 1,0 1 0,0 0 0,-1-1-1,1 1 1,0 0 0,0 0 0,0-1-1,-1 1 1,1 0 0,0 0 0,0-1-1,-1 1 1,1 0 0,0 0 0,-1 0 0,1-1-1,-1 1 201,-13-8 930,14 8-1198,0 0 1,-1 0-1,1 0 1,0 0-1,-1 0 1,1-1-1,0 1 1,0 0-1,-1 0 1,1-1-1,0 1 1,0 0 0,0 0-1,-1-1 1,1 1-1,0 0 1,0 0-1,0-1 1,0 1-1,0 0 1,0-1-1,-1 1 1,1 0-1,0-1 1,0 1-1,0 0 1,0-1-1,0 1 1,0 0-1,0-1 1,0 1-1,0 0 1,1-1-1,-1 1 1,0 0-1,0-1 1,0 1-1,0 0 1,0 0-1,0-1 1,1 1-1,-1 0 1,0-1-1,0 1 1,0 0-1,1 0 1,6-5 693,-6 5-642,0-1-1,-1 1 0,1-1 1,0 1-1,0-1 0,0 1 1,-1-1-1,1 1 0,0-1 1,-1 0-1,1 1 0,-1-1 1,1 0-1,0 0 0,-1 0 1,0 1-1,1-1 0,-1 0 1,1 0-1,-1 0 0,0 0 0,0 0 1,1 0-1,-1 0 0,0 1 1,0-2-1,1-1 73,0 1 1,0 0-1,0-1 0,0 1 0,0 0 1,1 0-1,-1 0 0,1 0 0,0 0 1,-1 0-1,1 1 0,0-1 1,0 0-1,0 1 0,0 0 0,1-1 1,-1 1-1,0 0 0,5-1 0,5-5 495,9-4-71,1 0-1,0 2 1,1 1-1,38-9 0,11-4 105,32-13 164,-75 20-440,-23 13-335,-1 0 103,-9 3 23,-45 25 611,-36 28-293,-88 61 14,164-109-552,-1 1-1,2 0 1,-1 0-1,1 1 1,1 0-1,-1 0 1,2 1-1,-1 0 1,1 0-1,1 1 1,0-1-1,-7 22 1,11-29-81,0-1 0,1 0 0,-1 0 0,1 0 0,0 0 0,-1 1 0,1-1 0,0 0 0,0 0 0,0 1 0,1-1 0,-1 0 1,1 0-1,-1 0 0,1 1 0,-1-1 0,1 0 0,0 0 0,0 0 0,0 0 0,1 0 0,-1 0 0,0-1 0,1 1 0,-1 0 0,3 2 0,0-2-677,0 1-1,0-1 1,0 1-1,1-1 1,-1-1-1,1 1 1,-1 0 0,1-1-1,0 0 1,-1 0-1,9 0 1,58 1-12606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27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32 1361,'4'-24'7405,"-4"23"-7224,1 0 1,-1 1 0,1-1-1,-1 1 1,1-1 0,0 1-1,-1-1 1,1 1 0,-1 0 0,1-1-1,0 1 1,-1-1 0,1 1-1,0 0 1,0 0 0,-1-1-1,1 1 1,0 0 0,0 0-1,-1 0 1,1 0 0,0 0-1,1 0 1,-12 1 878,1 0 0,0 1 0,0 0 0,0 0 0,1 1 0,-1 0 0,1 1 0,-1 0 0,-14 9 0,-7 7 690,-29 25 0,30-23-1165,-16 14 303,-81 82 0,119-111-747,0 1 0,1 0 0,0 1 1,-5 9-1,9-14-96,1-1 1,-1 1-1,1 0 1,0 0-1,0 0 0,0 0 1,0 0-1,1 0 1,0 0-1,0 0 0,0 0 1,0 0-1,0 1 1,2 3-1,0 1 28,0-1 1,1 1-1,0-1 0,0 0 1,1 1-1,0-2 0,0 1 1,1 0-1,0-1 0,1 0 0,-1 0 1,1-1-1,10 9 0,-5-6-40,0-1 0,1-1-1,0 0 1,1-1 0,-1 0 0,1-1-1,0 0 1,17 3 0,-7-3-115,1-1 1,0 0 0,0-2-1,0-1 1,0-1 0,0-1-1,-1-1 1,1-1-1,29-8 1,-34 5 45,-1-1 0,0-1-1,0-1 1,0 0 0,-1-2 0,20-15 0,-34 24 50,0-1 1,0 0 0,0 0-1,-1 0 1,1 0 0,-1 0 0,0 0-1,0-1 1,0 1 0,-1-1-1,1 1 1,-1-1 0,0 0 0,0 0-1,0 0 1,0-7 0,0 8-7,-2 0 0,1 0 1,0 0-1,-1 0 0,1 0 0,-1 1 1,0-1-1,0 0 0,0 0 0,0 1 1,0-1-1,-1 0 0,1 1 0,-1-1 1,0 1-1,1 0 0,-1-1 1,0 1-1,-1 0 0,1 0 0,0 1 1,-5-4-1,-4-1-7,-2 0 0,1 1 0,0 1 0,-1-1 0,0 2 1,0 0-1,0 1 0,-27-2 0,-9 3-66,-53 4 0,-91 21-2805,131-12-1616,8 0-3565,18 1-8010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41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0 1521,'-6'7'6899,"-8"-7"-6450,13 0 353,-3 0 1132,-2-6 2365,-8 5-3658,9 1 5211,1 0-4091,-13 0-94,13 0 1121,8 0-1734,13 0-174,-13 0-146,-4 0-716,0 1 0,-1-1 1,1 0-1,0 0 0,0 0 0,0 0 0,0 0 1,0 0-1,0 1 0,0-1 0,0 0 0,0 0 1,0 0-1,0 0 0,0 0 0,0 1 0,0-1 1,0 0-1,0 0 0,0 0 0,0 0 0,0 0 1,0 1-1,0-1 0,0 0 0,0 0 0,0 0 0,0 0 1,0 0-1,0 1 0,0-1 0,0 0 0,0 0 1,0 0-1,1 0 0,-1 0 0,0 0 0,0 0 1,0 1-1,0-1 0,0 0 0,0 0 0,0 0 1,1 0-1,-1 0 0,0 0 0,0 0 0,0 0 1,0 0-1,0 0 0,1 0 0,-1 0 0,0 0 1,0 0-1,0 0 0,0 0 0,0 0 0,1 0 1,-1 0-1,0 0 0,0 0 0,0 0 0,0 0 1,0 0-1,1 0 0,-1 0 0,55 10 68,1-1 0,103 1 1,-13-2-79,-75-2-1689,-72-6 1546,-19 15-20971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2:41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1361,'25'0'5122,"0"0"400,50 0 481,150 0 1761,-5 0-6404,-70 0-11844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3:21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1019 452 1121,'0'0'3494,"0"0"-3444,0 0-1,0 0 0,0 0 0,0 0 0,1 0 1,-1-1-1,0 1 0,0 0 0,0 0 0,0 0 0,0 0 1,0 0-1,0 0 0,0-1 0,0 1 0,0 0 0,0 0 1,0 0-1,0 0 0,0-1 0,0 1 0,0 0 1,0 0-1,0 0 0,0 0 0,0 0 0,0-1 0,0 1 1,0 0-1,0 0 0,0 0 0,0 0 0,-1 0 0,1 0 1,0 0-1,0-1 0,0 1 0,0 0 0,0 0 1,0 0-1,0 0 0,-1 0 0,1 0 0,0 0 0,0 0 1,0 0-1,0 0 0,0 0 0,-1-1 0,1 1 0,0 0 1,0 0-1,0 0 0,0 0 0,0 0 0,-1 0 1,1 0-1,0 0 0,0 0 0,0 1 0,0-1 0,0 0 1,-1 0-1,1 0 0,0 0 0,0 0 0,-1 0 315,0 0-230,0 0 0,0 0 0,0 0 0,0 0-1,0 0 1,0 0 0,0 0 0,0 0 0,0 0 0,0-1 0,0 1 0,0 0-1,0-1 1,0 1 0,0-1 0,0 1 0,1-1 0,-1 1 0,-1-2 0,1 2-34,1-1 0,-1 0 1,0 1-1,0-1 0,0 1 1,1-1-1,-1 1 0,0 0 1,0-1-1,0 1 0,0 0 1,0 0-1,0-1 0,0 1 1,1 0-1,-1 0 0,0 0 1,0 0-1,0 0 1,0 0-1,0 1 0,-2-1 1,0 0 232,-25 1 874,-1 1 0,-55 10 1,70-9-994,0 1 0,0 0 0,1 1 1,0 0-1,-1 1 0,2 1 0,-20 13 1,-22 17-15,38-27-115,1 0-1,-24 22 0,-90 100 610,127-130-693,0 0 1,0 0-1,0 0 0,0 0 1,0 0-1,0 1 0,1-1 1,-1 1-1,1-1 0,0 1 1,0 0-1,0-1 0,0 1 1,0 0-1,0 0 0,1 0 1,-1-1-1,1 1 0,0 3 1,0-2 7,0 1 1,-1-1-1,0 0 1,1 0 0,-1 0-1,-1-1 1,1 1 0,0 0-1,-4 5 1,3-5 2,0 0-1,0 0 1,1 0 0,-1 1-1,1-1 1,0 0 0,0 1 0,1-1-1,-1 8 1,1-8-7,-1 0 1,0 0-1,0 0 1,0 0-1,0 0 0,0 0 1,-1 0-1,0 0 1,0 0-1,0 0 0,0-1 1,-1 1-1,-3 3 1,-15 28 25,14-14 11,5-14-18,0 0 0,-1 0 0,0 0 0,0-1 0,-6 8 0,4-5-36,0 0-1,1 0 0,0 0 0,-3 12 0,4-12 32,-1 1 1,0-1-1,-10 18 1,-25 36-26,-26 36 52,43-73-12,10-13 52,2 1 1,-16 23-1,10-12 33,-10 24-24,20-29-144,5-15 44,0-1 1,-1 1-1,1-1 1,-1 0 0,0 1-1,0-1 1,-1 0-1,1 0 1,-5 5-1,4-5 1,-1 0 0,2 1 0,-1 0-1,0 0 1,1 0 0,0 0 0,0 0-1,0 0 1,1 0 0,-1 1 0,1-1-1,1 1 1,-1-1 0,1 1 0,0-1-1,0 1 1,1-1 0,-1 1 0,1-1-1,0 0 1,3 9 0,2-1-8,-4-7 64,1 1 0,-1-1-1,0 0 1,0 1 0,-1 0-1,0-1 1,0 1 0,0 12-1,-1-17-38,1 0 0,-1-1 0,1 1-1,-1 0 1,1 0 0,-1-1-1,1 1 1,0 0 0,0-1-1,0 1 1,0-1 0,0 1-1,0-1 1,1 0 0,-1 1-1,0-1 1,1 0 0,-1 0 0,1 0-1,-1 0 1,1 0 0,0 0-1,-1 0 1,1-1 0,0 1-1,-1 0 1,4 0 0,-2 0-4,0 0 0,0 0 0,0 0-1,0 1 1,-1-1 0,1 1 0,-1 0 0,1 0 0,-1 0 0,3 2 0,1 4 311,1 0 0,0-1 0,1 0 1,-1 0-1,1-1 0,16 9 0,57 27 134,-30-17-281,-47-22-127,1 0 1,-1 0-1,0 1 0,0-1 1,-1 1-1,1 0 0,-1 0 1,5 7-1,11 12 151,12 6 365,1-1 1,63 41-1,18 15 218,68 48 639,-67-53-703,-86-61-504,1 0 0,0-2 1,1-1-1,1-1 1,1-2-1,35 10 0,3-5 442,134 15-1,-166-27-653,0 1 0,0 2 0,-1 2 0,0 1 0,-1 2 0,0 1 0,-1 2 0,0 1 0,35 25 0,-24-12 0,1-3 0,1-1 0,2-3 0,0-1 0,1-3 0,1-3 0,103 20 0,-14-18 0,0-6 0,195-9 0,287-47 0,-578 40 0,1000-150 0,-629 82 0,-390 68 0,1167-160 0,-876 161 0,11 25 0,-312-21 0,13 0 0,0 0 0,0-2 0,0-1 0,0-2 0,30-7 0,-58 11 0,0 0 0,0 0 0,0-1 0,0 1 0,0 0 0,1-1 0,-1 1 0,0-1 0,0 1 0,0-1 0,0 1 0,0-1 0,0 0 0,-1 1 0,1-1 0,0 0 0,0 0 0,0 0 0,-1 0 0,1 0 0,0 0 0,-1 0 0,1 0 0,0-1 0,1-34 0,-2 15 0,0 18 0,0 1 0,1 0 0,0 0 0,-1 0 0,1 0 0,0 0 0,0 0 0,0 0 0,0 0 0,0 0 0,1 0 0,-1 0 0,3-2 0,25-25 0,-19 20 0,22-20 0,1 2 0,64-40 0,-69 48 0,-24 17 0,-1-1 0,0 1 0,1-1 0,0 1 0,-1 0 0,1 0 0,0 1 0,0-1 0,0 1 0,0 0 0,0 0 0,7-1 0,-11 10 0,1-6 0,1 0 0,0-1 0,0 1 0,0-1 0,0 0 0,0 1 0,0-1 0,0 0 0,1 0 0,-1 0 0,3 0 0,9 6 0,-5-1 0,1 0 0,-1 0 0,1-1 0,0 0 0,0-1 0,1 0 0,-1-1 0,13 3 0,94 11 0,-53-10 0,-30-1 0,54 8 0,0-4 0,143-1 0,-193-12 0,69-14 0,-106 16 0,-1 1 0,1-1 0,-1 1 0,1 0 0,-1-1 0,0 1 0,1-1 0,-1 0 0,0 1 0,1-1 0,-1 1 0,0-1 0,0 1 0,0-1 0,0 0 0,1 1 0,-1-1 0,0 1 0,0-1 0,0 0 0,0 1 0,0-1 0,-1 0 0,1 1 0,0-1 0,0 0 0,0-1 0,1 0 0,0 0 0,0 0 0,0 0 0,0 1 0,0-1 0,0 0 0,1 1 0,-1-1 0,1 1 0,-1-1 0,1 1 0,-1 0 0,1 0 0,0 0 0,-1-1 0,1 2 0,0-1 0,0 0 0,0 0 0,0 1 0,2-1 0,52-17 0,-47 16 0,60-18 0,-17 4 0,80-13 0,-121 29 0,-8 0 0,-1 0 0,1-1 0,-1 1 0,1 0 0,-1-1 0,0 0 0,1 1 0,-1-1 0,0 0 0,1 0 0,-1 0 0,4-3 0,14-4 0,-19 7 0,1 1 0,-1 0 0,0 0 0,0 0 0,0-1 0,1 1 0,-1-1 0,0 1 0,0-1 0,0 1 0,0-1 0,0 0 0,0 0 0,0 1 0,0-1 0,0 0 0,-1 0 0,1 0 0,0 0 0,0 0 0,-1 0 0,1 0 0,-1 0 0,1 0 0,-1 0 0,1 0 0,-1 0 0,0-1 0,1 1 0,-1 0 0,0 0 0,0 0 0,0-1 0,0 1 0,0 0 0,0 0 0,0-2 0,0 2 0,0-1 0,0 1 0,0-1 0,1 1 0,-1-1 0,1 1 0,-1-1 0,1 1 0,-1-1 0,1 1 0,0 0 0,0-1 0,0 1 0,0 0 0,0 0 0,1-2 0,7-10 0,-7 8 0,-1 0 0,1 0 0,-1-1 0,-1 1 0,1 0 0,-1-1 0,0 1 0,-1-10 0,0-10 0,0 14 0,1 1 0,1 0 0,0-1 0,0 1 0,1 0 0,0 0 0,1 0 0,0 0 0,0 0 0,7-11 0,-1 6 0,2 0 0,14-16 0,-24 30 0,0 0 0,0 0 0,-1 0 0,1 0 0,-1 0 0,1 0 0,-1-1 0,1 1 0,-1 0 0,0 0 0,1-1 0,-1 1 0,0 0 0,0 0 0,0-1 0,0 1 0,0 0 0,0 0 0,-1-1 0,1 1 0,0 0 0,0 0 0,-1 0 0,1-1 0,-1 1 0,1 0 0,-1 0 0,0 0 0,1 0 0,-1 0 0,0 0 0,0 0 0,0 0 0,0 0 0,0 0 0,0 1 0,0-1 0,0 0 0,0 1 0,0-1 0,-1 0 0,-3-3 0,-24-38 0,14 25 0,2 0 0,0-1 0,1-1 0,-15-30 0,20 36 0,-2 1 0,0 1 0,0-1 0,-16-14 0,-6-7 0,-9-21 0,30 38 0,-1 0 0,-1 1 0,-20-20 0,-38-22 0,61 49 0,-1 1 0,0-1 0,-20-10 0,-16-10 0,-58-32 0,13 8 0,-179-90 0,245 130 0,-8-5 0,-44-32 0,3 2 0,-62-24 0,57 31 0,-14-4 0,-2 5 0,-139-40 0,-205-29 0,334 84 0,-615-119 0,104 58 0,471 67 0,-634-69 0,306 27 0,346 36 0,-142-10 0,-115 16 0,-253 51 0,622-32 0,-438 47 0,415-43 0,-195 38 0,-64 14 0,127-28 0,-225 64 0,358-81 263,-65 32 0,21 0-3737,27-7-10498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1 436 720,'32'-5'2331,"-21"4"-1375,0 0 0,-1-1 0,1 0 0,-1-1 0,1 0 0,-1-1-1,13-6 1,68-28 3940,-44 13-3390,-22 12-856,-1 0-1,34-26 1,129-98 1004,-116 89-1354,-50 32-150,41-23 0,13 12 690,-75 27-837,1 0 0,-1 0 0,0 0 0,0 0 0,0 0 0,0 0-1,0 0 1,1 0 0,-1 0 0,0-1 0,0 1 0,0 0-1,0 0 1,0 0 0,1 0 0,-1 0 0,0 0 0,0 0 0,0 0-1,0 0 1,0-1 0,0 1 0,0 0 0,0 0 0,0 0-1,0 0 1,1 0 0,-1-1 0,0 1 0,0 0 0,0 0-1,0 0 1,0 0 0,0 0 0,0-1 0,0 1 0,0 0 0,0 0-1,0 0 1,0 0 0,0 0 0,0-1 0,-1 1 0,1 0-1,0 0 1,0 0 0,0 0 0,0-1 0,1-2 68,20 2 79,-16 1-70,-5 13 1347,-1-9-1113,1 1 0,-1-1 0,1 1-1,-1-1 1,-1 1 0,1-1 0,-1 0 0,-1 5 0,-7 20 1223,6 29 932,4-47-2074,0 1-1,-1-1 1,-3 15-1,-4 4-70,5-22-320,0 1 0,1 0 0,1 0-1,-1 0 1,1 13 0,0-8-4,-1 1 0,0-1 0,-6 23 0,4-22 0,1-1 0,1 1 0,-1 22 0,3-35-153,0-1 0,0 0-1,-1 1 1,1-1 0,0 0 0,0 1 0,0-1 0,-1 0-1,1 0 1,-1 1 0,1-1 0,-1 0 0,0 0-1,1 0 1,-1 1 0,0-1 0,0 0 0,1 0-1,-1 0 1,0-1 0,0 1 0,-2 2 0,-25 5-8622,24-7 7208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3.6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62 4002,'25'-16'5602,"25"7"561,-25-7 80,25 5-480,0 6-881,0 0-4770,25 5-112,0 16-2593,0 10-13094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4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 1841,'-39'1'856,"24"-2"-341,0 1-1,0 1 1,0 0 0,1 1-1,-1 1 1,0 0 0,1 1-1,0 0 1,-15 7 0,3 0 1176,13-6-589,27 3-521,53 9-205,1-2-1,76 6 1,-7-1 5,-127-19-277,0 1-1,0 0 1,-1 1 0,1 0 0,-1 0-1,0 1 1,1 1 0,13 9 0,-22-14-67,-1 0 0,0 0 0,1 1-1,-1-1 1,0 1 0,1-1 0,-1 0 0,0 1 0,0-1 0,0 1 0,1-1 0,-1 1 0,0-1 0,0 0 0,0 1 0,0-1 0,0 1 0,0-1 0,0 1 0,0-1 0,0 1 0,0-1 0,0 1 0,0-1 0,0 1 0,0-1 0,0 1 0,0-1 0,-1 1 0,1-1 0,0 0 0,0 1 0,0-1 0,-1 1 0,1-1 0,0 0 0,-1 1 0,1-1 0,0 0 0,-1 1-1,1-1 1,0 0 0,-1 1 0,-2 1 210,1-1 0,-1 1 0,0 0 0,1-1 0,-1 0-1,0 0 1,0 0 0,0 0 0,-4 1 0,-235 33 8456,156-24-5908,49-7-1514,-66-2-1,59-5-3292,3-3-3339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5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12 160,'-4'0'3828,"-16"-1"5051,19-1-7092,1-1-187,-4 1 3009,-12-1-1208,11 2-786,10 1-627,1 0-1749,135 4 2486,-92 1-6155,0 2-4161,-44-6 5932,11 3-1513,-12 1-3936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5.3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3442,'25'5'6643,"0"-5"-2562,0 6-1039,0-1-401,50 6 1601,45 5 880,55 10-1568,-50-10-3554,-50-5-912,-50 5-4931,-25 9-3842,0-4-2320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49.6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466 0 320,'0'0'10698,"0"0"-10654,1 0-1,-1 0 1,0 1-1,0-1 0,0 0 1,0 0-1,0 0 1,0 0-1,0 0 0,0 1 1,0-1-1,0 0 1,0 0-1,0 0 0,0 0 1,0 1-1,0-1 1,0 0-1,0 0 0,0 0 1,0 0-1,0 0 1,0 1-1,0-1 1,0 0-1,0 0 0,0 0 1,0 0-1,0 1 1,0-1-1,0 0 0,0 0 1,0 0-1,-1 0 1,1 0-1,0 0 0,0 0 1,0 1-1,0-1 1,0 0-1,0 0 0,-1 0 1,1 0-1,0 0 1,0 0-1,0 0 0,0 0 1,0 0-1,-1 0 1,1 0-1,0 0 0,0 0 1,0 0-1,0 0 1,-1 0-1,1 0 1,0 0-1,0 0 0,0 0 1,0 0-1,0 0 1,-1 0-1,-7 3 381,0 1 0,0 0-1,0 0 1,1 0 0,0 1 0,0 1 0,-8 6-1,-33 23 869,-2-9 55,-75 30 1,110-50-1030,1 1 1,-1 0-1,1 1 1,1 1-1,-1 0 1,1 1-1,-18 18 1,24-23-193,1-1 1,-2 0 0,-12 6-1,140-20 3916,142-36-2285,-208 34-1660,-26 5-189,33-13-1,-50 16 52,48-27-346,-42 24 309,-9 4 13,0 0 1,0 0-1,0-1 1,13-9 0,-4 3-136,0 0 1,30-13-1,18-10-762,-85 49 430,1 2 0,-21 22 0,-2 3 1127,1-4 129,-7 5 1122,2 2 0,-69 89 0,70-81-2718,44-54 708,1 0-1,0 0 1,0 0 0,-1 1 0,1-1 0,0 0 0,0 1 0,0-1 0,-1 0 0,1 0 0,0 1 0,0-1 0,0 0 0,0 1 0,0-1 0,0 0-1,0 1 1,0-1 0,0 0 0,0 1 0,0-1 0,0 0 0,0 1 0,0-1 0,0 0 0,0 1 0,0-1 0,0 0 0,0 0 0,0 1 0,0-1-1,1 0 1,-1 1 0,0-1 0,0 0 0,0 0 0,1 1 0,-1-1 0,0 0 0,0 0 0,1 1 0,-1-1 0,0 0 0,0 0 0,1 0 0,-1 0-1,0 1 1,1-1 0,-1 0 0,0 0 0,1 0 0,-1 0 0,1 0 0,15 2-8304,9-6-5779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0.0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48 1921,'25'0'2881,"-25"-5"81,25 0-161,0 5-240,0-6-560,25 6-560,25 0-1121,0 0-1521,-5-5-2000,5 1-1441,-25-8 240,-25 1 1040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0.4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0 4962,'-25'32'7604,"25"-5"-4083,-25 10-1440,-25-6-80,0-5-640,50 6-1761,0 0-1761,-25-16-3042,0-5-4321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0.8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5442,'25'63'11846,"-50"-10"-3842,-25-12-5443,25-9-2481,25 0-881,0-11-3040,0-5-4803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1.2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0 417 240,'0'0'305,"0"-1"0,0 0 0,0 0 0,0 1-1,0-1 1,0 0 0,1 1 0,-1-1 0,0 0 0,0 0 0,1 1-1,-1-1 1,0 0 0,1 1 0,-1-1 0,0 0 0,1 1 0,-1-1-1,1 1 1,-1-1 0,1 1 0,-1-1 0,1 1 0,0-1 0,-1 1-1,1 0 1,1-1 0,21-3 2257,-20 5-2115,0-1-1,-1 0 0,1-1 1,-1 1-1,1 0 0,0-1 0,-1 0 1,1 1-1,-1-1 0,5-2 0,34-25 3805,-24 18-3285,-1-1 0,-1 0-1,0-1 1,0-1-1,19-23 1,-10 11 447,10-12 879,-32 34-2093,0 1 0,0 0 1,0-1-1,-1 1 0,0-1 1,1 0-1,-1 1 0,0-1 1,0 0-1,0 0 1,-1 0-1,1-4 0,-1 6-188,0 0 1,1-1-1,-1 1 0,0 0 0,0-1 0,1 1 0,-1 0 1,1 0-1,-1-1 0,1 1 0,0 0 0,-1 0 0,1 0 1,0 0-1,0 0 0,0 0 0,0 0 0,0 0 0,1-1 1,-1 1-15,0 0 1,0 0 0,0 0 0,0 1-1,0-1 1,-1 0 0,1 0 0,0 0 0,-1 0-1,1 0 1,0 0 0,-1-1 0,1 1-1,-1 0 1,0 0 0,1 0 0,-1 0-1,0-1 1,0 0 0,0 1 2,0 0 0,0 1 0,0-1 0,1 1 0,-1-1 0,0 1 0,0-1 0,0 0 0,0 1 0,1-1 0,-1 1 0,0-1 0,1 1 0,-1-1 0,0 1 0,1-1 0,-1 1 0,1 0 0,-1-1 0,0 1 0,1-1 0,-1 1 0,2-1 0,19-7 0,-16 7 0,-2-1 0,9-1 0,0 0 0,0 0 0,24-1 0,325-29-1166,-354 33 789,17-3-4380,37-8 1,-50 8 1026,0 0 0,0-1-1,14-8 1,0-4-2900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1.9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0 1201,'20'0'3116,"-1"1"1,0 1 0,33 7 0,-46-7-1919,1 0 0,0 0 0,-1 0 0,0 1-1,1 0 1,-1 0 0,0 0 0,-1 1 0,1 0 0,-1 0-1,1 1 1,7 8 0,-12-12-1133,-1 0 0,1 0 0,0 0 0,-1 0 0,1 0 0,-1 1 0,1-1 0,-1 0 0,0 0-1,1 0 1,-1 0 0,0 1 0,0-1 0,0 0 0,0 0 0,0 0 0,0 1 0,0-1 0,0 0 0,-1 0 0,1 0 0,0 1 0,-1-1 0,1 0 0,-1 0-1,1 0 1,-1 0 0,1 0 0,-1 0 0,0 0 0,0 0 0,1 0 0,-1 0 0,0 0 0,0-1 0,-1 2 0,-5 3 159,1 0 0,-1-1-1,1 0 1,-10 5 0,14-8-219,-29 13-5,0-1 0,0-2 0,-55 12 0,-109 10 0,177-31 0,0-1 0,0 0 0,0-1 0,0-1 0,-30-6 0,47 7 0,0 0 0,-1-1 0,1 1 0,0 0 0,-1-1 0,1 1 0,0-1 0,-1 1 0,1-1 0,0 0 0,0 1 0,0-1 0,0 0 0,0 0 0,0 0 0,0 0 0,0 0 0,0 0 0,0 0 0,0 0 0,1 0 0,-1-1 0,0 1 0,1 0 0,-1 0 0,1-1 0,-1 1 0,1 0 0,0-1 0,0 1 0,-1-1 0,1 1 0,0 0 0,0-1 0,1-1 0,-1 0 0,1-1 0,0 1 0,1 0 0,-1-1 0,1 1 0,-1 0 0,1 0 0,0 0 0,0 0 0,1 1 0,-1-1 0,3-2 0,4-2 0,-1 0 0,1 1 0,0 0 0,1 1 0,-1 0 0,1 1 0,0 0 0,1 0 0,-1 1 0,0 0 0,1 1 0,0 0 0,-1 1 0,1 0 0,0 0 0,0 1 0,0 1 0,18 3 0,2 1 0,0 2 0,-1 1 0,0 1 0,0 2 0,28 15 0,-41-19 0,-3-1 0,-1 0 0,1 1 0,-1 0 0,0 1 0,-1 0 0,0 1 0,0 1 0,14 14 0,-23-20-227,5 5-4165,-7-9 3949,-1 0-1,1 0 1,0 0-1,-1 0 1,1 0-1,-1 0 1,1 0-1,-1 0 1,1 0-1,-1 0 1,1 0-1,-1 0 1,1-1-1,-1 1 1,1 0-1,-1 0 1,1-1-1,-1 1 1,1 0-1,-1-1 1,0 1-1,1 0 1,-1-1-1,0 1 1,1-1-1,-1 1 1,0-1-1,1 0 1,3-13-10842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3.8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1 469 160,'75'-39'4482,"-1"-3"0,122-93 0,-126 82-2079,-44 36-1386,-1-3 0,-1 0-1,30-33 1,-46 46-700,0-1 0,0 1-1,1 1 1,-1-1 0,1 1 0,1 1 0,12-6 0,-4 1 176,-14 8-396,0 0 0,0 0 0,0 1-1,0 0 1,1 0 0,-1 0 0,0 0 0,0 1 0,1-1 0,5 1 0,-7 0-9,1 0 0,-1 0 1,0 0-1,0-1 0,1 1 1,-1-1-1,0 0 1,0 0-1,0 0 0,0 0 1,0 0-1,3-3 0,15 24 1886,-38 16-186,-5 31 608,-10 26-1204,8-41-1077,-23 52-131,43-90 16,-2 5 0,0-1 0,-2 0 0,0-1 0,0 1 0,-2-1 0,-15 20 0,15-27-570,9-9 112,-1-1 1,1 1-1,0 0 0,0 0 1,0 0-1,0 0 0,1 0 1,-1 0-1,0 0 0,0 0 0,1 1 1,-1-1-1,0 0 0,1 0 1,-1 0-1,1 3 1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4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96 4482,'25'-16'7924,"0"0"-2482,0 5-1680,25 6-721,50 0 161,69-1-1,56-4-5282,-50 5-8163,-80-17-4803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5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80 1521,'17'0'1842,"0"0"1,-1-1 0,1 0 0,0-2-1,-1 0 1,30-10 0,-45 13-1776,-1 0 0,0 0 0,1 0 1,-1 0-1,0 0 0,0 0 0,1 0 0,-1-1 0,0 1 1,1 0-1,-1 0 0,0 0 0,0-1 0,0 1 0,1 0 1,-1 0-1,0-1 0,0 1 0,0 0 0,1 0 0,-1-1 1,0 1-1,0 0 0,0-1 0,0 1 0,0 0 0,0-1 1,0 1-1,0 0 0,0-1 0,0 1 0,0 0 0,0 0 1,0-1-1,0 1 0,0 0 0,0-1 0,0 1 0,0 0 0,0-1 1,0 1-1,0 0 0,-1-1 0,1 1 0,0 0 0,0 0 1,0-1-1,-1 1 0,1 0 0,0 0 0,0-1 0,0 1 1,-1 0-1,1 0 0,0 0 0,-1 0 0,1-1 0,0 1 1,0 0-1,-1 0 0,1 0 0,0 0 0,-1 0 0,1 0 1,0 0-1,-1 0 0,-14-6 995,-8-6 1040,22 12-1938,1-1-1,-1 0 0,1 1 0,-1-1 0,1 0 0,-1 1 0,1-1 0,-1 0 0,1 0 0,0 0 0,-1 1 0,1-1 0,0 0 0,0 0 0,0 0 0,-1 0 0,1 1 0,0-1 0,0-1 0,0 2 344,5 0-280,90 12 106,-86-10-272,32 0 292,-61-11 1087,12 5-1165,0 1 0,0 1 0,-1 0 0,1 0 0,0 0 0,-1 1 0,1 0 0,-1 1 0,-16 1 0,16-1-130,-30 0 176,-1 1 0,1 2 1,-1 2-1,-73 18 0,112-23-321,0 0 0,0 1 0,0-1 0,0 0 0,0 0 0,0 1 0,0-1 0,0 1 0,0-1 0,0 1 0,0-1 0,0 1 0,0 0 0,0-1 0,0 1 0,0 0 0,0 0 0,-1 1 0,18 7 0,123 39 0,22 10 0,-155-56 0,0 0 0,0 0 0,-1 0 0,0 1 0,1 0 0,-1 0 0,0 1 0,0 0 0,0 0 0,-1 0 0,0 0 0,1 0 0,3 7 0,-7-10 0,-1 0 0,0 0 0,1-1 0,-1 1 0,0 0 0,1 0 0,-1 0 0,0 0 0,0-1 0,0 1 0,0 0 0,0 0 0,0 0 0,0 0 0,0 0 0,0 0 0,0-1 0,-1 1 0,1 0 0,0 0 0,-1 0 0,1-1 0,0 1 0,-1 0 0,1 0 0,-1-1 0,1 1 0,-1 0 0,1-1 0,-1 1 0,0 0 0,-1 0 0,-25 12 0,19-10 0,-22 8 0,1-2 0,-1-1 0,-1-1 0,-55 5 0,-125-3 0,153-9 0,17 2-41,-1-2-1,1-2 1,-76-13 0,113 14-424,0-1 0,1 1 1,-1 0-1,0-1 1,1 0-1,0 0 1,-6-3-1,-16-15-14974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6.4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23 560,'0'0'2962,"0"-11"7282,0 6-5041,25 5-1682,0 5-2320,0-5-481,25 0-560,0 0-1040,0 0-1441,0 0-1601,0 0-1120,-25-5-1,0-1 561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6.7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80,'0'0'4962,"25"0"-240,0 6-79,0 4 159,25 1-400,45 16-640,55 3-961,-50-7-2081,0-8-4161,-25-10-6404,0-10-4562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8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421 7 1281,'0'0'131,"0"0"1,0 0-1,0 0 1,0 0 0,0-1-1,0 1 1,0 0 0,0 0-1,-1 0 1,1 0-1,0-1 1,0 1 0,0 0-1,0 0 1,0 0-1,0 0 1,0-1 0,0 1-1,0 0 1,0 0 0,0 0-1,0 0 1,0-1-1,0 1 1,1 0 0,-1 0-1,0 0 1,0 0-1,0-1 1,0 1 0,0 0-1,0 0 1,0 0 0,0 0-1,0 0 1,1 0-1,-1-1 1,0 1 0,0 0-1,0 0 1,0 0-1,0 0 1,1 0 0,-1 0-1,0 0 1,0 0 0,0 0-1,0 0 1,1 0-1,-1 0 1,0 0 0,0 0-1,0 0 1,0 0-1,1 0 1,-1 0 0,0 0-1,0 0 1,0 0 0,6-1 1009,5 3 7070,-11-2-8052,-180 99-323,49-30 621,83-44-122,32-17-182,1 1 0,0 0 0,-16 13 0,30-22-144,1 0-1,-1 0 0,1 0 1,0 1-1,0-1 1,-1 0-1,1 1 0,0-1 1,-1 0-1,1 1 1,0-1-1,0 0 1,0 1-1,-1-1 0,1 0 1,0 1-1,0-1 1,0 1-1,0-1 0,0 1 1,0-1-1,0 0 1,0 1-1,0-1 1,0 1-1,0-1 0,0 0 1,0 1-1,0-1 1,0 1-1,0-1 0,0 0 1,1 1-1,-1-1 1,0 1-1,0-1 1,0 0-1,1 1 0,-1-1 1,0 0-1,1 0 1,-1 1-1,0-1 1,0 0-1,1 1 0,-1-1 1,0 0-1,1 0 1,-1 0-1,1 1 0,-1-1 1,0 0-1,2 0 1,11 5-50,-13-5 42,1 0-1,-1 0 1,0 0 0,0 0 0,1 1 0,-1-1 0,0 0 0,0 0 0,0 0 0,1 0 0,-1 0-1,0 0 1,0 1 0,0-1 0,1 0 0,-1 0 0,0 0 0,0 1 0,0-1 0,0 0 0,0 0 0,0 1-1,1-1 1,-1 0 0,0 0 0,0 0 0,0 1 0,0-1 0,0 0 0,0 0 0,0 1 0,0-1-1,0 0 1,0 0 0,0 1 0,0-1 0,0 0 0,0 0 0,-1 1 0,1-1 13,0 0 0,0 1 0,0-1 0,0 0 0,0 0 0,0 1 1,0-1-1,0 0 0,0 0 0,0 1 0,0-1 0,0 0 0,0 0 0,0 1 0,0-1 0,0 0 1,0 0-1,0 1 0,0-1 0,0 0 0,1 0 0,-1 0 0,0 1 0,0-1 0,0 0 0,0 0 1,1 0-1,-1 1 0,0-1 0,0 0 0,0 0 0,1 0 0,-1 0 0,0 0 0,0 1 1,0-1-1,1 0 0,-1 0 0,1 0 0,20 8 613,0-2 0,32 7 0,22 2 277,-45-8-490,0-2 1,60 5-1,-71-10-271,0 0-1,0 0 0,-1-2 1,1 0-1,-1-2 0,1 0 0,-1-1 1,28-11-1,125-74 505,-137 68-471,-2-1-1,56-52 1,-81 69-182,-6 5 5,1 0-1,-1 0 0,0 0 0,1 0 1,-1 0-1,0-1 0,0 1 1,0-1-1,0 1 0,0 0 0,0-1 1,0 1-1,-1-1 0,1 0 0,0 1 1,-1-1-1,0 0 0,1 1 1,-1-3-1,0 3 6,0 0-1,0 0 1,0 0 0,1 1-1,-1-1 1,0 0 0,0 0-1,0 1 1,1-1 0,-1 0-1,0 1 1,1-1 0,-1 0 0,0 1-1,1-1 1,-1 0 0,1 1-1,-1-1 1,1 1 0,0-1-1,-1 1 1,1-1 0,0 1-1,-1-1 1,1 1 0,0 0-1,0-1 1,0 1-20,0-1 0,0 1 0,0 0 0,-1-1 0,1 1 0,0-1 0,-1 1 0,1-1-1,0 1 1,-1-1 0,1 0 0,-1 1 0,1-1 0,-1 0 0,1 1 0,-1-1 0,0 0 0,1 0 0,-1 1 0,0-1 0,1 0-1,-1 0 1,0 1 0,0-1 0,0 0 0,0 0 0,0-1 0,0 4 1,0 1 0,-1 0 1,1 0-1,-1-1 0,0 1 0,0 0 1,0-1-1,0 1 0,0-1 0,0 1 0,-1-1 1,1 0-1,-1 1 0,0-1 0,0 0 0,-3 3 1,-6 8 65,-206 260 3124,198-250-3553,-2 0 0,-39 34 0,44-46-756,-11 10-1001,26-19 1629,1-1 0,-1 0 0,0 0 0,1 0 1,-1 1-1,0-1 0,1 0 0,0 1 0,-1-1 0,1 0 0,0 1 0,-1-1 0,1 2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0 126 1441,'0'-4'2881,"0"-1"240,25-2 81,0 3-241,0-1-240,0 5-319,25-7-482,25 3-399,50-1-480,20-6-801,-20-5-1281,-50 6-2000,-25-1-801,-50 0-1040,0-5 80,0 7 720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4:59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200 1 80,'0'25'7283,"0"7"-2000,-25 0-2162,0 0-319,-50 9-401,25-9-801,50-5-959,-25-1-1282,25-11-2480,25-8-3442,-25-18-3122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00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7363,'-25'68'7364,"0"-4"-3603,0-7-2160,0-4-1521,0-10-3361,0-18-6004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09.1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600 25 560,'116'-20'6603,"-47"16"-1739,32 3-2216,-82 3-2322,1-1-1,-1 2 1,0 1 0,0 0-1,0 1 1,25 12-1,-42-17-263,-1 1-1,1 0 1,-1-1-1,1 1 1,-1 0 0,0 0-1,1 0 1,-1 0-1,0 0 1,0 0-1,0 0 1,0 1-1,0-1 1,0 0-1,0 1 1,0-1-1,1 3 1,0 29 1913,-2-18-1443,-1-11-410,0 0-1,0-1 0,0 1 0,-1-1 0,1 1 1,-1-1-1,0 1 0,0-1 0,0 0 0,-1 0 1,1 0-1,-4 3 0,-37 38 1267,37-38-1163,-5 3-13,0-1 0,-1 0 1,0 0-1,0-1 0,0-1 1,-20 8-1,-16 8 76,9-1-70,-1-2-1,-59 19 1,29-15-42,-127 34 422,135-44-435,-147 26 1568,89-24-183,111-14-535,13-3-252,12-11-819,-14 11-9,0 0 1,0 0 0,0 0-1,1 0 1,-1 0 0,0 1-1,1-1 1,-1 1 0,1 0-1,-1-1 1,1 1 0,3-1-1,9-2-53,0-1 0,26-12 0,-32 14 105,1-1-1,-1 1 0,0 1 1,1 0-1,0 0 0,-1 1 1,17-1-1,3 0 61,-18 1 21,0 0 1,0 1-1,0 0 0,-1 1 1,1 0-1,0 1 1,0 0-1,16 6 0,-2 2 296,0 1-1,23 14 1,-22-11-356,40 16 0,-58-27-398,-1 0 0,1-1 0,0 0 0,0-1-1,9 1 1,31-5-4071,-18-2-313,40-12 1,71-32-10085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09.9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771 35 2801,'0'0'3202,"4"-1"-27,17-3 11658,-33-1-13582,-1 0 0,0 0 0,0 2-1,0 0 1,0 0 0,-14-1 0,-29 2-1251,-71 6 0,96 0 0,-50 14 0,68-15 0,9-2 0,0 0 0,0 1 0,0-1 0,0 1 0,0 0 0,1 0 0,-1 0 0,1 0 0,-1 1 0,-5 5 0,2-2 0,6-5 0,0 1 0,1 0 0,-1 0 0,0 0 0,1 0 0,-1 0 0,1 0 0,0 0 0,-1 0 0,1 0 0,0 0 0,0 0 0,1 0 0,-1 0 0,1 3 0,-1 3 0,2-6 0,1 0 0,-1-1 0,1 0 0,-1 1 0,1-1 0,-1 0 0,1 0 0,0 0 0,-1-1 0,1 1 0,3 0 0,6 2 0,-2 2 0,0 0 0,1 0 0,-1-1 0,1-1 0,17 4 0,-14-4 0,0 1 0,0 1 0,14 6 0,-25-10 0,0 1 0,0 0 0,0 0 0,0 0 0,0 0 0,0 1 0,-1-1 0,1 1 0,-1 0 0,0-1 0,1 1 0,-1 0 0,-1 0 0,1 1 0,0-1 0,1 5 0,-2-6 0,-1 1 0,0-1 0,1 0 0,-1 1 0,0-1 0,0 1 0,0-1 0,0 1 0,-1-1 0,1 0 0,-1 1 0,1-1 0,-1 1 0,0-1 0,0 0 0,0 0 0,0 0 0,0 1 0,-1-1 0,1 0 0,-1-1 0,1 1 0,-1 0 0,0 0 0,1-1 0,-4 3 0,-9 7 0,-1 0 0,-1-1 0,1-1 0,-1 0 0,-1-1 0,-32 10 0,29-12 0,-106 23 0,111-26 0,0-2 0,0 0 0,0 0 0,0-1 0,1-1 0,-22-4 0,-1-2-945,-11-3-3719,44 10 3541,0-2 0,0 1 0,0 0 0,0-1 0,1 0 0,-1 0 0,-5-3 0,9 4 360,-1 0 1,0 0 0,0 0-1,1 0 1,-1 0 0,0 0-1,1 0 1,-1 0 0,1 0-1,-1 0 1,1 0 0,0 0-1,-1 0 1,1 0 0,0-1 0,0 1-1,0 0 1,0 0 0,0 0-1,0-2 1,0 3 598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1 400 240,'3'9'9945,"6"-7"-6236,15-9-4201,-11 3 1843,-4 1-952,0 0 0,-1 0-1,1-1 1,0 0 0,-1-1 0,0 1-1,11-10 1,35-20 880,91-43 1230,188-109 1465,-297 164-3207,-25 15-261,1 0-1,-1 1 1,1 1-1,15-6 1,-7 6-53,1 17-826,-20-12 381,-1 1 0,1 0 0,-1-1 0,0 1 0,0 0 1,1-1-1,-1 1 0,0 0 0,0-1 0,0 1 0,1 0 0,-1-1 0,0 1 0,0 0 0,0 0 1,0-1-1,0 1 0,-1 0 0,1-1 0,0 1 0,0 0 0,0 0 0,-1-1 0,1 1 0,0 0 1,-1-1-1,0 2 0,-5 20 967,-8 46 1,9-39-387,3-19-489,-2 0 0,1 0 1,-1 0-1,-1 0 0,0-1 0,0 0 1,0 0-1,-12 13 0,1 1-82,-68 116 3,43-69-181,9-26-2931,19-29-1955,4-6-4705,-12-11-827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2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49 400,'25'-12'3922,"0"-3"240,0 3 160,0 8-480,0-1-561,0 5-640,25 9-1200,0 3-2161,25 3-2802,-25 1-2641,-5-11-240,5 1 641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3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55 1121,'30'-11'4895,"-25"9"-4434,-4 2-330,0-1 1,0 1-1,-1 0 1,1 0-1,0-1 1,-1 1-1,1 0 0,0-1 1,-1 1-1,1-1 1,0 1-1,-1-1 1,1 1-1,-1-1 0,1 0 1,-1 1-1,1-1 1,-1 1-1,1-2 1,1-17 4608,-2 18-4702,0 1-1,0-1 0,0 1 0,0 0 0,0-1 1,0 1-1,0 0 0,0 0 0,0-1 0,0 1 1,0 0-1,-1-1 0,1 1 0,0 0 0,0-1 1,0 1-1,0 0 0,-1 0 0,1-1 1,0 1-1,0 0 0,-1 0 0,1 0 0,0-1 1,-1 1-1,1 0 0,0 0 0,0 0 0,-1 0 1,1 0-1,0-1 0,-1 1 0,1 0 0,0 0 1,-1 0-1,1 0 0,-1 0 0,-17-2 596,0 1-1,0 1 0,0 0 0,-22 4 1,-202 23 3582,236-26-4160,-1 0 0,1 1 0,0 0 0,0 0 0,-6 2 0,11-3-64,0-1 0,0 1 0,0-1 0,1 1 0,-1-1 0,0 1 1,0 0-1,0-1 0,1 1 0,-1 0 0,0 0 0,1 0 0,-1-1 0,1 1 0,-1 0 0,1 0 0,-1 0 0,1 0 0,0 0 0,-1 0 0,1 0 1,0 0-1,0 0 0,-1 2 0,2-2-45,-1-1 0,0 1 1,0 0-1,0 0 1,1-1-1,-1 1 0,1 0 1,-1 0-1,0-1 0,1 1 1,-1 0-1,1-1 0,-1 1 1,1-1-1,0 1 1,-1 0-1,1-1 0,-1 0 1,1 1-1,0-1 0,0 1 1,-1-1-1,1 0 1,1 1-1,25 8-384,-18-7 323,154 27-587,-81-17 456,-44-7 247,-26-4 112,-1 0 1,1 1-1,-1 0 0,0 1 1,1 0-1,-2 0 0,19 9 1,-28-12-95,-1 0 0,0 1 0,0-1 0,0 0 0,1 0 0,-1 0 0,0 0 0,0 0 1,1 0-1,-1 1 0,0-1 0,0 0 0,0 0 0,1 0 0,-1 1 0,0-1 1,0 0-1,0 0 0,0 0 0,0 1 0,0-1 0,1 0 0,-1 0 0,0 1 1,0-1-1,0 0 0,0 0 0,0 1 0,0-1 0,0 0 0,0 0 0,0 1 0,0-1 1,0 0-1,0 1 0,0-1 0,0 0 0,-1 0 0,1 1 0,0-1 0,0 0 1,0 0-1,0 0 0,0 1 0,0-1 0,-1 0 0,1 0 0,0 0 0,0 1 1,0-1-1,-1 0 0,1 0 0,0 0 0,0 0 0,0 0 0,-1 1 0,1-1 1,0 0-1,-1 0 0,-5 3 245,0 0 0,-1-1 0,0 1 0,1-1 0,-1-1 0,-10 2 0,-6 2 369,-200 31 4436,187-33-5577,-46-4-1,57-1-2415,1-1-1,-43-10 0,37 1-4359,5-3-1146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 80,'0'0'8244,"-25"-6"16199,50 6-24443,0 0 0,25 0 0,0 0 0,0 6 0,25-1-5314,-25 0-3090,25-5 160,-50 0 1681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4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2641,'25'-7'15687,"0"7"-12325,0 7-1,0-2-319,50 15 319,25 12-2240,-50 5-6884,0-17-6883,-25-13-1440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32.3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1 1441,'0'0'301,"0"1"0,0-1 0,0 1 1,0-1-1,0 1 0,1-1 0,-1 1 0,0-1 1,0 1-1,0-1 0,0 1 0,0-1 0,0 1 1,-1-1-1,1 1 0,0-1 0,0 1 0,0-1 1,0 1-1,-1-1 0,1 1 0,0-1 1,0 1-1,-1-1 0,1 1 0,0-1 0,-1 0 1,1 1-1,0-1 0,-2 1 0,-4 0-19,6-1-224,-1-1 0,1 1 1,-1 0-1,1 0 0,-1 0 1,0 0-1,1 0 1,-1 1-1,1-1 0,-1 0 1,1 0-1,-1 0 0,1 0 1,-1 1-1,1-1 1,-1 0-1,1 0 0,-1 1 1,1-1-1,-1 0 0,1 1 1,0-1-1,-1 1 0,1-1 1,0 0-1,-1 1 1,1-1-1,0 1 0,-1-1 1,1 1-1,0-1 0,0 1 1,0-1-1,0 1 1,-1-1-1,1 1 0,0-1 1,0 1-1,0 0 0,0-1 1,0 1-1,0-1 1,0 1-1,1 0 0,-6 1 569,4-2-482,0 0-95,0-1 1,0 1-1,1 0 0,-1 1 1,0-1-1,0 0 1,0 0-1,0 0 0,1 0 1,-1 1-1,0-1 0,0 0 1,1 1-1,-1-1 0,0 1 1,0-1-1,1 0 0,-1 1 1,0 0-1,1-1 0,-1 1 1,1-1-1,-1 1 1,1 0-1,-1 1 0,0-2 38,0 1 0,0-1-1,1 1 1,-1-1 0,0 1-1,0-1 1,1 1 0,-1-1-1,0 0 1,0 1 0,0-1-1,0 0 1,0 0 0,0 0-1,1 0 1,-1 1 0,0-1-1,0-1 1,0 1 0,0 0-1,0 0 1,-1 0 0,2 0 56,-4 0 1070,-1 0-293,-11 0-174,15 0-671,1 0 1,0 0 0,0 0 0,0 0 0,-1 0 0,1 0-1,0 0 1,0 0 0,0 0 0,-1 0 0,1 0 0,0 0 0,0 1-1,0-1 1,0 0 0,-1 0 0,1 0 0,0 0 0,0 0 0,0 1-1,0-1 1,0 0 0,-1 0 0,1 0 0,0 0 0,0 1 0,0-1-1,0 0 1,0 0 0,0 0 0,0 1 0,0-1 0,0 0-1,0 0 1,0 1 0,0-1 0,0 0 0,0 0 0,0 0 0,0 1-1,0-1 1,0 0 0,0 0 0,0 0 0,0 1 0,1-1-1,-1 0-38,0 1-1,0-1 0,0 0 0,0 0 0,0 1 0,0-1 0,0 0 0,0 1 0,0-1 0,0 0 0,0 0 0,0 1 0,0-1 0,0 0 0,0 1 0,0-1 0,0 0 0,0 0 0,0 1 0,0-1 0,-1 0 0,1 0 0,0 1 0,0-1 0,0 0 0,0 0 0,-1 1 0,1-1 0,0 0 0,0 0 0,0 0 0,-1 0 0,1 1 0,0-1 0,0 0 0,-1 0 0,1 0 0,-1 0 0,-2 1-26,3-1-11,-1 0 0,0 0 0,0 0 0,1 0 1,-1 0-1,0 0 0,1 0 0,-1 1 0,0-1 0,1 0 0,-1 0 0,0 1 0,1-1 0,-1 0 0,0 1 0,1-1 0,-1 1 0,1-1 0,-1 1 0,1-1 0,-1 1 1,1-1-1,-1 1 0,1 0 0,0-1 0,-1 1 0,1 0 0,0-1 0,-1 1 0,1 0 0,0-1 0,0 1 0,0 0 0,0-1 0,-1 1 0,1 0 0,0 0 1,1 0-1,-1 0 933,-2-1-932,1 0-1,0-1 0,-1 1 1,1 0-1,0 0 0,-1 0 0,1 0 1,0 0-1,0 0 0,-1 0 1,1 1-1,0-1 0,-2 1 1,2-1-6,-3 5-48,4-4 80,-1-1-182,1 0 1,0 1-1,0-1 1,-1 1-1,1-1 0,0 0 1,-1 1-1,1-1 1,0 0-1,-1 1 1,1-1-1,0 0 1,-1 0-1,1 1 1,-1-1-1,1 0 1,0 0-1,-1 0 1,1 0-1,-1 1 1,1-1-1,-1 0 1,1 0-1,-1 0 1,1 0-1,-1 0 1,1 0-1,0 0 1,-1 0-1,1 0 1,-1-1-1,1 1 0,-1 0 1,1 0-1,-1 0 1,-18 0-5729,-22 4-4415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36.6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422 58 400,'0'0'8724,"4"-1"-8417,68-16 500,1 4 0,0 2 0,96-1 0,-165 12-260,-25 4-476,0-1-1,-31-1 1,25-1-203,-23-1-110,37 0 189,1-1 0,-1 2 0,1 0 0,-1 0-1,1 1 1,0 1 0,0 0 0,-13 5 0,-21 3 213,21-8 827,16-3-932,0 0 0,0 0 1,0 1-1,0 0 0,0 1 1,0 0-1,0 0 0,0 1 0,1 0 1,-1 1-1,1 0 0,0 0 0,-11 8 1,-6 5 68,20-13-63,0-1 0,0 0 0,0 1 0,0 0 0,1 0 0,0 0-1,-1 1 1,2 0 0,-6 7 0,-9 6 234,16-16-272,0 0 0,0 0 0,-1-1-1,1 1 1,1 0 0,-1 1 0,0-1 0,0 0 0,1 0 0,-1 1 0,1-1 0,0 1 0,0-1 0,0 1 0,0 0-1,0 0 1,0 2 0,1-1 40,-1 0 0,0 0 0,0 0 0,0 0 0,0 0 0,-1 0 0,1 0 0,-1 0 0,0 0-1,0-1 1,-1 1 0,1-1 0,-1 0 0,-4 5 0,-10 15 247,-41 92 1184,42-90-1345,10-16-116,0 0-1,0 0 1,1 1-1,0 0 1,1 0-1,0 0 1,0 0-1,1 1 1,0-1 0,-1 14-1,4-22-17,0 1-1,0-1 0,-1 0 1,1 0-1,0 1 1,-1-1-1,0 0 1,1 0-1,-1 0 0,0 0 1,0 0-1,0 0 1,0 0-1,-1 0 1,-1 2-1,2-3-26,0 1 0,-1 0 0,1 0 0,0-1 0,0 1 0,0 0 1,0 0-1,1 0 0,-1 0 0,0 0 0,1 1 0,0-1 0,-1 0 0,1 0 0,0 2 0,0 2-22,-1-4 31,1-1 1,0 0 0,0 1-1,0-1 1,-1 0-1,2 1 1,-1-1 0,0 0-1,0 1 1,0-1-1,1 0 1,-1 1 0,0-1-1,1 0 1,-1 1-1,1-1 1,0 0 0,0 1-1,5 3 6,-5-4 6,0 0 0,0 0 0,0 0 0,1 0 0,-1 0 0,0 0 0,0 1 0,-1-1-1,1 0 1,0 1 0,0-1 0,0 0 0,-1 1 0,1-1 0,-1 1 0,1-1 0,-1 1 0,0-1 0,0 1 0,0 0 0,1-1 0,-1 1 0,-1-1 0,1 3 0,0-2 3,1-1 1,-1 1-1,1-1 1,-1 0-1,1 1 1,-1-1-1,1 1 1,0-1-1,0 0 0,0 0 1,-1 0-1,1 1 1,1-1-1,-1 0 1,0 0-1,0 0 1,0 0-1,0-1 1,1 1-1,-1 0 0,0 0 1,1-1-1,2 2 1,-3-2 0,0 0 1,0 1 0,0-1 0,1 1-1,-1-1 1,0 1 0,0 0-1,0 0 1,0-1 0,0 1-1,-1 0 1,1 0 0,0 0-1,0 0 1,0 0 0,-1 0-1,1 0 1,0 0 0,-1 0-1,1 0 1,-1 0 0,1 2-1,-1-3-14,0 1-1,0 0 0,0-1 0,0 1 0,1-1 0,-1 1 0,0-1 0,0 1 0,0-1 1,1 1-1,-1-1 0,0 1 0,1-1 0,-1 1 0,0-1 0,1 1 0,-1-1 0,0 0 0,1 1 1,-1-1-1,1 0 0,-1 1 0,1-1 0,-1 0 0,1 0 0,-1 1 0,1-1 0,-1 0 1,1 0-1,-1 0 0,2 0 0,-1 0 4,-1 1 0,1-1 1,-1 0-1,1 0 0,0 0 0,-1 0 1,1 1-1,-1-1 0,1 0 0,-1 1 1,1-1-1,-1 0 0,1 1 0,-1-1 0,1 0 1,-1 1-1,1-1 0,-1 1 0,0-1 1,1 1-1,-1-1 0,0 1 0,1-1 1,-1 1-1,0 0 0,0-1 0,0 1 1,1-1-1,-1 1 0,0-1 0,0 1 1,0 0-1,1 1 7,0-1 1,0 0 0,0 0-1,0 0 1,0 0 0,1 0-1,-1 0 1,0 0 0,0-1-1,1 1 1,-1 0-1,1-1 1,-1 1 0,0-1-1,3 1 1,3 2 23,118 39 900,-85-28-286,66 15 0,-61-21-625,1-2 1,88 0-1,-64-6 58,30 0-293,125-11 586,-175 7-373,-40 3 4,-1-1 0,1 0 0,-1-1-1,0 0 1,11-5 0,-8 4 131,0-1-1,22-4 1,-31 9-131,0-1 0,0 1-1,-1-1 1,1 1 0,0-1 0,0 0 0,0 0-1,-1 0 1,1 0 0,-1-1 0,1 1 0,-1-1-1,1 0 1,-1 1 0,0-1 0,0 0 0,0 0 0,0-1-1,0 1 1,2-4 0,34-26-4,-32 22 18,-5 7-13,1 1 0,-1-1 0,1 1 0,0 0 0,0-1-1,0 1 1,0 0 0,0 0 0,4-3 0,-4 4 6,0-1 1,0 1 0,0-1 0,0 0-1,0 0 1,-1 0 0,1 0 0,-1 0-1,1 0 1,-1-1 0,0 1 0,0 0-1,0-1 1,0 1 0,0-1 0,0 1-1,-1-1 1,1 1 0,-1-1 0,0 0-1,0 1 1,0-1 0,0 0 0,-1-4-1,1 0 29,0 5-11,0 1 0,0-1 1,1 1-1,-1-1 0,0 1 0,1-1 0,-1 1 0,1-1 0,-1 1 0,1-1 0,0 1 1,0 0-1,0-1 0,0 1 0,1-2 0,5-9 199,-14 2-11,6 9-194,0 0 1,1 0-1,-1 0 1,0 0-1,0 0 1,0 0-1,1-1 1,-1 1-1,1 0 1,-1 0-1,1 0 1,-1-1-1,1 1 1,0 0-1,-1 0 1,1-1 0,0-1-1,1-7 125,-1 7-116,0 0-1,1 0 1,-1 0 0,0 0 0,0 0-1,0 0 1,-1 0 0,1 0-1,-1 1 1,0-1 0,0 0 0,-1-4-1,-4 0 6,4 5-22,1 1 0,-1-1 0,1 0 0,0 0 0,-1 0 0,1-1 0,0 1-1,0 0 1,0 0 0,1-1 0,-1 1 0,0 0 0,1-1 0,0 1 0,-1 0 0,1-1 0,0 1 0,1-5 0,-1 5-6,0 0 0,0 1 0,-1-1 0,1 0 1,0 1-1,-1-1 0,1 0 0,-1 1 0,0-1 1,1 1-1,-1-1 0,0 1 0,0-1 0,0 1 1,0 0-1,-2-3 0,1 3 1,1 0-1,0-1 1,0 1 0,0-1-1,0 1 1,0-1-1,0 1 1,0-1 0,1 0-1,-1 1 1,1-1 0,-1 0-1,1 1 1,-1-1-1,1 0 1,0-3 0,-1-4-59,1 1 0,-2-1 1,1 0-1,-5-13 0,3 14 26,1-1 0,0 1-1,1-1 1,-1-13-1,3 6 120,-1 14-99,1-1 0,-1 1 1,0 0-1,0-1 0,0 1 0,0-1 0,0 1 0,-1-1 1,1 1-1,-1-1 0,1 1 0,-1-1 0,0 1 1,-1-3-1,-7-7-51,6 7 86,0 1-1,0 0 0,0 0 0,0 0 0,-1 1 0,1-1 0,-1 1 0,-7-5 1,-13-11 87,21 16-130,1 1-1,-1 0 1,0-1-1,0 1 0,0 0 1,0 0-1,-3-1 0,-57-33 4,55 31 16,-6-2 57,14 7-62,-1 0-1,0 0 1,0 0-1,1 0 0,-1-1 1,0 1-1,0 0 1,1-1-1,-1 1 1,0-1-1,1 1 1,-1 0-1,1-1 0,-1 0 1,1 1-1,-1-1 1,1 1-1,-1-1 1,1 1-1,-1-1 1,1 0-1,0 0 0,-1 1 1,1-1-1,0 0 1,-1 1-1,1-3 1,0 3-4,0-1 0,0 1 1,0 0-1,-1-1 0,1 1 1,0-1-1,0 1 0,0 0 1,-1-1-1,1 1 0,0-1 1,0 1-1,-1 0 0,1-1 1,0 1-1,-1 0 1,1 0-1,-1-1 0,1 1 1,0 0-1,-1 0 0,1 0 1,-1-1-1,1 1 0,0 0 1,-1 0-1,1 0 0,-1 0 1,1 0-1,-1 0 0,1 0 1,0 0-1,-1 0 0,1 0 1,-2 0-1,2 0 0,-1 0 0,1 0-1,0 0 1,-1 0 0,1 0 0,-1 0 0,1 0-1,-1 0 1,1 0 0,0 0 0,-1 0 0,1 0 0,-1-1-1,1 1 1,-1 0 0,1 0 0,0 0 0,-1-1-1,1 1 1,0 0 0,-1 0 0,1-1 0,0 1-1,-1 0 1,1-1 0,0 1 0,0 0 0,-1-1-1,1 1 1,0-1 0,0 1 0,-1 0 0,1-1-1,0 1 1,0-1 0,-1-1 6,-1 0 1,1 0-1,-1 1 0,1-1 1,-1 1-1,0-1 0,1 1 1,-1 0-1,0-1 0,0 1 1,0 0-1,0 0 0,0 0 1,-3 0-1,-7-4-63,1 2 0,-1-1 0,0 1 1,0 1-1,-20-1 0,-23-4 165,-215-35 306,245 36-339,15 4-100,0 0 1,0 0-1,0 0 0,0 1 1,-19 1-1,2 3-114,1 0 0,-1 2-1,1 1 1,-44 17-1,51-15-1715,-32 18-1,30-12-4479,17-2-2615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32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226 370 1040,'0'-16'1441,"0"5"0,0-5-1,0 2 1,-25-2-240,25-6-241,-25 1-480,25-11-640,-25-5-800,0 1-401,0-7 161,0 17 319,25 6 81,-25 4-321,0-7-159,0 3-1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5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0 315 400,'4'0'2708,"14"-4"1653,0-1-1,19-9 0,83-40 3221,-33 13-5779,80-27 380,98-45-1603,-261 111-570,1-1 0,-1 1 0,1 0 0,0 1-1,-1-1 1,1 1 0,0 0 0,8-1 0,-9 2-102,-8 1-41,-1 0 179,0 1-1,0 0 1,0 0-1,1 0 1,-1 1-1,1-1 0,-1 1 1,1 0-1,0 0 1,0 0-1,-4 6 1,-470 327 3757,382-272-3557,41-20-1197,41-27-2054,13-17 2921,1 0 1,0 0-1,0 0 1,0 1-1,0-1 1,0 0-1,0 0 1,0 0-1,0 1 1,0-1-1,-1 0 1,1 0-1,0 0 1,0 1-1,0-1 1,0 0-1,0 0 0,0 0 1,0 1-1,0-1 1,1 0-1,-1 0 1,0 0-1,0 1 1,0-1-1,0 0 1,0 0-1,0 0 1,0 0-1,0 1 1,0-1-1,1 0 1,-1 0-1,0 0 1,0 0-1,0 1 1,0-1-1,0 0 1,1 0-1,-1 0 1,0 0-1,0 0 1,4 1-949,-1-1 1,1 0-1,0 0 1,-1 0-1,1-1 0,-1 1 1,6-3-1,41-14-11239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6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348 202 1761,'3'9'6990,"7"-7"-5176,0-1-416,-8 9 4514,-10-4-4431,-124 40 5070,97-36-5201,1 1-1,1 2 1,0 1-1,-38 22 1,69-35-1342,0 0 0,0 1 0,0-1 0,0 0 0,0 1 0,0 0 0,1-1 0,-1 1 0,0 0 0,1 0 0,-1 0 0,1 0 0,-2 4 0,3-5-7,0 0 0,0 0 0,0-1 0,-1 1 0,1 0 0,1 0 0,-1 0 0,0-1 0,0 1 0,0 0 0,0 0 0,1 0 0,-1-1 0,0 1 0,1 0 0,-1-1 0,0 1 0,1 0 0,-1 0 0,1-1 0,-1 1 0,1-1 0,-1 1 0,1-1 0,0 1 0,-1-1 0,2 1 0,4 3-4,1-1 0,-1 0 0,1-1 0,0 0-1,-1 0 1,1 0 0,0-1 0,12 1 0,24 1 3,0-3 0,0-1 0,0-2 0,0-3 0,51-12 0,-34 4 0,1-4 0,113-50 0,-139 50 0,0-2 0,-1-2 0,61-50 0,-83 61 0,0 0 0,14-19 0,-23 26 0,0 1 0,-1-1 0,1 1 0,-1-1 0,0 0 0,0 0 0,-1 0 0,1 0 0,-1-1 0,0 1 0,0 0 0,1-5 0,-2 7 0,-1 0 0,1 0 0,-1 0 0,1 0 0,-1 1 0,0-1 0,1 0 0,-1 0 0,0 1 0,0-1 0,0 0 0,-1 1 0,1-1 0,0 1 0,0 0 0,-1-1 0,1 1 0,-1 0 0,1 0 0,-1 0 0,0 0 0,1 0 0,-1 0 0,0 0 0,-3 0 0,-5-3 0,0 1 0,-1 0 0,-12-1 0,18 3 0,-28-4-647,0 2 0,0 2 0,-63 4 0,69-1-1424,0 2-1,0 1 1,1 1 0,-33 11-1,29-1-5785,26-5-1467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6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398 1 640,'0'0'6497,"-4"1"-3042,-31 7-109,0 2 1,0 1 0,-33 16-1,-100 59 3976,163-84-7185,0 1 0,0 1 0,1-1 1,-1 1-1,1 0 0,0 0 0,-7 8 1,10-11-124,0 1 1,0 0 0,-1 0 0,2 0-1,-1 0 1,0 1 0,0-1 0,1 0 0,-1 0-1,1 0 1,-1 1 0,1-1 0,0 0-1,0 0 1,0 1 0,0-1 0,1 0 0,-1 0-1,0 1 1,1-1 0,0 0 0,0 0-1,-1 0 1,3 4 0,1-1-15,-1-1 0,1 1 0,0-1 0,0 0 0,0 0 0,0 0 0,1 0 0,0-1 0,-1 0 0,1 0 0,1 0 0,-1 0 0,0-1 0,9 3 0,3 0 0,1 0 0,0-1 0,28 2 0,-3-4 0,1-2 0,0-2 0,0-1 0,0-3 0,-1-2 0,57-17 0,-86 21 0,-3 1 0,1-1 0,-1 0 0,16-7 0,-25 10 0,0 0 0,-1 0 0,1-1 0,0 1 0,0 0 0,-1-1 0,1 1 0,0-1 0,-1 1 0,0-1 0,1 0 0,-1 0 0,0 1 0,0-1 0,0 0 0,0 0 0,0 0 0,0 0 0,-1-1 0,1 1 0,-1 0 0,1 0 0,-1-4 0,1-9 0,-1 10 0,1 1 0,-1-1 0,0 1 0,-1-1 0,1 1 0,-1-1 0,-1-4 0,1 7 0,0 0 0,0 0 0,0 0 0,0 0 0,-1 0 0,1 0 0,-1 0 0,1 0 0,-1 1 0,0-1 0,0 1 0,1-1 0,-1 1 0,0-1 0,0 1 0,-1 0 0,1 0 0,-4-1 0,-21-6 35,0 1 1,0 1-1,-54-3 0,-81 3-742,107 12-1623,42-4-3081,1-1-7670,33-1 2502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17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0 321 2161,'0'0'113,"0"0"1,0-1-1,1 1 0,-1 0 1,0-1-1,0 1 0,0 0 1,0 0-1,0-1 0,1 1 1,-1 0-1,0 0 0,0 0 1,0-1-1,1 1 0,-1 0 0,0 0 1,0 0-1,1-1 0,-1 1 1,0 0-1,1 0 0,-1 0 1,0 0-1,0 0 0,1 0 1,-1 0-1,0 0 0,1 0 1,-1 0-1,0 0 0,1 0 1,-1 0-1,0 0 0,0 0 1,1 0-1,-1 0 0,0 0 1,1 0-1,11-2 2361,-9-6 2871,-3 7-5232,0 1 0,1-1 0,-1 1 0,0 0 0,0 0-1,0-1 1,1 1 0,-1 0 0,0-1 0,0 1 0,1 0-1,-1 0 1,0-1 0,1 1 0,-1 0 0,0 0 0,1 0 0,-1-1-1,0 1 1,1 0 0,-1 0 0,0 0 0,1 0 0,-1 0 0,1 0-1,-1 0 1,0 0 0,1 0 0,-1 0 0,1 0 0,-1 0-1,0 0 1,1 0 0,-1 0 0,0 0 0,1 1 0,0-1-20,-1 0 0,0 0 0,1 0 0,-1 0 0,1 0 0,-1 0 0,0 0 0,1 0 0,-1 0 0,1 0 0,-1 0 0,0 0 0,1 0 0,-1 0 0,1 0 0,-1 0 0,0 0 0,1 0 0,-1 0 0,0-1 0,1 1 0,-1 0 0,1 0 0,-1-1 0,0 1 0,1 0 0,-1 0 0,0-1 0,0 1 0,1 0 0,-1-1 0,0 1 0,0 0 0,0-1 0,1 1 0,-1 0 0,0-1 0,1-2 261,1 1-1,-1-1 0,1 1 1,-1 0-1,1 0 0,0 0 0,-1 0 1,1 0-1,0 0 0,1 0 0,-1 1 1,0-1-1,5-2 0,9-8 1038,9-20 543,-21 29-1712,-1-1-1,1 0 1,-1 0-1,0 0 1,4-8-1,-4 7-78,0 1 0,0-1 1,1 1-1,-1-1 0,6-3 0,-5 4-126,0-1 1,0 1 0,-1 0 0,1-1-1,4-9 1,15-18-39,-19 28 21,-2 3 0,-1 0 0,1-1 0,0 1 0,-1-1 0,0 1 0,1-1 0,-1 1 0,0-1 0,0 0 0,0 0 0,0 1 0,0-1 0,0 0 0,0 0 0,-1 0 0,1 0 0,-1 0 0,1 0 0,-1-4 0,0 5 0,0 0 0,0-1 0,1 1 0,-1 0 0,0-1 0,0 1 0,1 0 0,-1 0 0,1-1 0,-1 1 0,1 0 0,0 0 0,-1 0 0,1 0 0,0-1 0,0 1 0,0 1 0,0-1 0,0 0 0,0 0 0,0 0 0,0 0 0,2 0 0,1-3 0,-4 4 0,1 0 0,-1 0 0,0-1 0,1 1 0,-1 0 0,0 0 0,1-1 0,-1 1 0,0 0 0,0-1 0,1 1 0,-1-1 0,0 1 0,0 0 0,0-1 0,0 1 0,0-1 0,1 1 0,-1 0 0,0-1 0,0 1 0,0-1 0,0 1 0,0 0 0,0-1 0,0 1 0,-1-1 0,1-1 0,4-3 0,17 5 0,0 2 0,1 0 0,1 1 0,40 11 0,34 5 0,-23-7 0,-73-11-2,48 8-4145,-40-8 2045,0 0 0,1 0 1,-1-1-1,1 0 0,14-2 0,-24 2 1898,0 0 0,0 0 0,1 0-1,-1 0 1,0-1 0,0 1 0,0 0 0,1 0-1,-1 0 1,2-15-13041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57.4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1072 88 960,'4'0'2935,"13"0"200,-17 0-2823,1 0 0,-1-1 0,0 1 0,1 0 0,0-1 1561,-1 0-1561,0 1 0,1 0 0,-1 0 0,0-1 0,0 1 0,0 0 1,0-1-1,1 1 0,-1 0 0,0-1 0,0 1 0,0 0 0,0 0 0,0-1 0,0 1 0,0 0 0,0-1 1,0 1-1,0-1 0,0 1 0,0 0 0,0 0 0,0-1 0,-1 1 0,1 0 0,0-1 0,0 1 1,0 0-1,0-1 0,-2 0 1560,2 1-1560,0-1 0,0 1 1,-1 0-1,1 0 0,-1 0 0,0 0-10,0 0-212,1 0-1,-1 0 0,0 0 1,0 0-1,1 1 1,-1-1-1,0 0 0,0 0 1,1 0-1,-1-1 1,0 1-1,1 0 0,-1 0 1,0 0-1,1 0 0,-1-1 1,0 1-1,1 0 1,-1-1-1,0 1 0,1 0 1,-1-1-1,0 1 1,1-1-1,-1 1 0,1-1 1,-1 1-1,0-2 0,-3 2 472,-13 0-148,13 0 254,0-1-280,-13-2 13,9-3 1468,-59-20 138,59 15-2006,-17 6 0,4 1 0,7 1 0,6 1 0,-1 1 0,0 0 0,1 0 0,-1 1 0,-9 0 0,-4-1 0,14 0 0,0 1 0,-1 0 0,1 0 0,0 1 0,0 0 0,0 0 0,-13 5 0,-29 4 0,-166 33 0,191-36 0,1 0 0,-47 21 0,37-13 0,8-1 0,0 2 0,1 0 0,1 2 0,0 0 0,-26 28 0,38-35 0,4-4 0,0 0 0,0 0 0,1 1 0,0 0 0,0 0 0,-7 12 0,-36 92 0,49-107 0,-1 0 0,1 0 0,0 1 0,1-1 0,-1 1 0,1-1 0,0 1 0,0-1 0,1 1 0,0-1 0,0 0 0,2 10 0,6-2 0,-8-11 0,1 0 0,-1-1 0,0 1 0,0 0 0,0 0 0,0 0 0,0 0 0,0 0 0,-1 1 0,1-1 0,-1 0 0,1 0 0,-1 0 0,0 4 0,0 5 0,0-8 0,-1 0 0,1 0 0,0 0 0,1 0 0,-1 0 0,0 1 0,1-1 0,0 0 0,1 5 0,6 5 0,-6-11 0,-1-1 0,1 1 0,-1 0 0,0 1 0,0-1 0,0 0 0,0 0 0,0 0 0,-1 1 0,1-1 0,-1 0 0,1 1 0,-1-1 0,0 4 0,0 4 0,-1-7 0,1 0 0,0 0 0,0-1 0,0 1 0,0 0 0,0 0 0,1 0 0,-1-1 0,1 1 0,0 0 0,1 3 0,4 5 0,-3-6 0,0 0 0,-1 0 0,2 0 0,-1-1 0,0 1 0,1-1 0,0 0 0,0 0 0,0 0 0,6 4 0,61 32 0,-59-35 0,0 1 0,0-2 0,1 0 0,-1-1 0,1 0 0,0 0 0,0-2 0,0 1 0,19-2 0,2 2 0,66 3 0,-23-4 0,0 4 0,89 16 0,51 9 0,-167-23 0,55 7 0,-1 4 0,103 33 0,-154-36 0,0-2 0,90 10 0,106-9 0,-144-9 0,-27-2 0,-1-2 0,1-4 0,81-14 0,-125 12 0,-26 4 0,-1 1 0,1-2 0,-1 1 0,1-1 0,-1 0 0,1 0 0,-1-1 0,0 0 0,0 0 0,0 0 0,10-9 0,0 1 0,-14 9 0,1-1 0,0 1 0,-1-1 0,1 0 0,-1 0 0,0 0 0,0 0 0,3-6 0,3 0 0,-1-1 0,2 1 0,10-8 0,4-4 0,-6 5 0,10-11 0,-21 15 0,-6 10 0,-1 0 0,1 1 0,0-1 0,0 0 0,1 1 0,-1-1 0,0 1 0,0-1 0,1 1 0,-1 0 0,1 0 0,-1-1 0,1 1 0,-1 0 0,3-1 0,46-30 0,-35 25 0,28-11 0,70-20 0,-44 22 0,-32 7 0,56-7 0,-86 15 0,0 1 0,0-1 0,0 0 0,0-1 0,0 0 0,0 0 0,0 0 0,-1-1 0,11-5 0,10-3 0,-22 10 0,-1 0 0,0 0 0,0-1 0,0 1 0,0-1 0,0 0 0,7-5 0,14-19 0,-21 15 0,0 1 0,3 5 0,-6 4 0,0 0 0,0 1 0,0-1 0,0 0 0,0 0 0,0 0 0,0 0 0,0 0 0,0 0 0,-1 0 0,1 0 0,0-1 0,-1 1 0,1 0 0,-1 0 0,0 0 0,1-1 0,-1 1 0,0 0 0,0-1 0,1 1 0,-1 0 0,0-1 0,0 1 0,-1-3 0,1-53 0,0 56 0,0 1 0,0-1 0,0 1 0,0-1 0,0 1 0,-1-1 0,1 1 0,0-1 0,0 1 0,0-1 0,-1 1 0,1-1 0,0 1 0,-1-1 0,1 1 0,0 0 0,-1-1 0,1 1 0,0-1 0,-1 1 0,1 0 0,-1-1 0,1 1 0,-1 0 0,1 0 0,-1 0 0,1-1 0,-1 1 0,1 0 0,-1 0 0,1 0 0,-2 0 0,2 0 0,-1 0 0,0-1 0,1 1 0,-1 0 0,1 0 0,-1 0 0,1-1 0,-1 1 0,0 0 0,1 0 0,-1-1 0,1 1 0,-1 0 0,1-1 0,-1 1 0,1-1 0,0 1 0,-1-1 0,1 1 0,-1-1 0,1 1 0,0-1 0,0 1 0,-1-1 0,1 1 0,0-1 0,0 0 0,-1 1 0,1-1 0,0 1 0,0-1 0,0 0 0,0 0 0,-2-2 0,-1 0 0,1 0 0,-1 0 0,0 0 0,0 0 0,0 1 0,0-1 0,-1 1 0,1 0 0,-7-3 0,3 1 0,3-4 0,0-1 0,1 7 0,-40-28 0,39 28 0,1-1 0,-1 1 0,1-1 0,-1 0 0,1 0 0,0 0 0,-5-7 0,-14-13 0,22 23 0,-13-11 0,-1 0 0,0 1 0,0 1 0,-27-13 0,-58-36 0,49 36 0,29 17 0,-4 0 0,0-1 0,2 0 0,21 6 0,1 1 0,0 0 0,0 0 0,0-1 0,0 1 0,0 0 0,0-1 0,0 1 0,-1-1 0,1 1 0,0-1 0,0 0 0,-1 0 0,1 1 0,0-1 0,-1 0 0,1 0 0,0 0 0,-3-1 0,2 1 0,0 0 0,0 0 0,0 1 0,0-1 0,0 0 0,0 1 0,0 0 0,0-1 0,0 1 0,0 0 0,-3 2 0,7-1 0,-2 0-7,-1-1 1,0 0-1,1 0 0,-1 0 1,0 1-1,0-1 1,0 0-1,0 0 0,0 0 1,0 0-1,0-1 0,0 1 1,0 0-1,0 0 1,-1-1-1,1 1 0,0 0 1,-1-1-1,0 1 0,-6 3-1519,-42 19-8807,-21-5-9802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00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375 4 80,'0'-4'32668,"-7"8"-32645,5-4-23,0 1-1,-1-1 1,1 1 0,0 0-1,0 0 1,0 0-1,0 0 1,0 0 0,0 0-1,-3 3 1,-53 40 0,34-27 0,2 1 0,-41 41 0,38-32 0,2 2 0,0 1 0,-29 53 0,44-67 0,0 0 0,1 1 0,1 1 0,0-1 0,1 1 0,1-1 0,1 1 0,1 1 0,-1 22 0,3 19-2326,0-23-9306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0.4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0 400,'0'0'1628,"1"9"3359,-1-9-4887,0 0 0,0 0 1,0 0-1,0 1 1,0-1-1,0 0 0,0 0 1,0 0-1,0 1 0,0-1 1,0 0-1,0 0 1,0 1-1,0-1 0,0 0 1,0 0-1,0 0 0,-1 1 1,1-1-1,0 0 1,0 0-1,0 0 0,0 0 1,0 1-1,0-1 0,-1 0 1,1 0-1,0 0 1,0 0-1,0 0 0,0 1 1,-1-1-1,1 0 0,0 0 1,0 0-1,0 0 1,-1 0-1,1 0 0,0 0 1,0 0-1,0 0 0,-1 0 1,1 0-1,0 0 1,-1 0-1,-4-1-720,-2 0-310,-6-4-3549,-7-3 477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1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1201,'0'4'3521,"0"1"-2320,0 2-961,-25-3-400,25 1-2161,-25 0 560,25 6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1.9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1 430 960,'0'1'118,"0"-1"0,0 1 0,0-1-1,0 0 1,1 1 0,-1-1-1,0 0 1,0 1 0,1-1-1,-1 0 1,0 1 0,1-1-1,-1 0 1,0 1 0,1-1-1,-1 0 1,0 0 0,1 0 0,-1 1-1,0-1 1,1 0 0,-1 0-1,1 0 1,-1 0 0,0 0-1,1 0 1,-1 0 0,1 0-1,-1 0 1,1 0 0,23 0 2709,12-6-258,-27 2-2213,-1-1 0,0 0 0,-1 0 0,1 0 1,-1-1-1,0 0 0,-1-1 0,1 0 0,-1 0 0,5-8 1,4-8 428,23-46 0,-25 43-324,37-68 1326,-49 94-1749,-1-1 0,1 0 0,-1 1 0,0-1 0,1 0 0,-1 0 0,0 1-1,1-1 1,-1 0 0,0 0 0,0 0 0,0 1 0,0-1 0,0 0-1,0 0 1,0 0 0,0 1 0,0-1 0,0 0 0,0 0 0,-1 0-1,1 1 1,0-1 0,-1 0 0,1 0 0,0 1 0,-1-1 0,1 0 0,-1 1-1,1-1 1,-1 0 0,1 1 0,-1-1 0,0 1 0,1-1 0,-1 1-1,0-1 1,1 1 0,-2-1 0,1 1 98,0-1 0,0 0 0,0 1 0,0-1 0,1 0 0,-1 0 0,0 1 0,0-1 0,1 0 0,-1 0 0,0 0 0,1 0 0,-1 0 0,1 0 0,-1 0 0,1 0 0,0 0 0,-1 0 0,1 0 0,0 0 0,0 0 0,0-2 0,0 2-28,0 0 1,0 0-1,1 0 1,-1-1-1,0 1 1,0 0-1,0 0 1,0 0-1,-1-1 1,1 1-1,0 0 1,0 0-1,-1 0 1,1 0-1,-1-1 1,1 1-1,-1 0 1,1 0-1,-1 0 1,0 0-1,1 0 1,-1 0-1,0 1 1,0-1 0,0 0-1,1 0 1,-1 0-1,0 1 1,0-1-1,0 0 1,0 1-1,-1-1 1,1 1-1,0-1 1,0 1-1,-1 0 1,1-1-53,1 1 1,0 0-1,0 0 1,-1 0-1,1 0 1,0 0-1,-1 0 1,1 0-1,0-1 1,0 1-1,-1 0 1,1 0 0,0 0-1,0-1 1,-1 1-1,1 0 1,0 0-1,0-1 1,0 1-1,0 0 1,-1 0-1,1-1 1,0 1-1,0 0 1,0-1-1,0 1 1,0 0-1,0 0 1,0-1-1,0 1 1,0 0-1,0-1 1,0 1-1,0 0 1,0-1-1,0 1 1,0 0 0,0-1-1,0 1 1,0 0-1,0 0 1,0-1-1,1 1 1,-1 0-1,0-1 1,0 1-1,0 0 1,0 0-1,1-1 1,-1 1-1,0 0 1,0 0-1,1 0 1,-1-1-1,0 1 1,0 0-1,1 0 1,-1 0-1,0 0 1,1 0-1,-1 0 1,0 0-1,0-1 1,1 1 0,-1 0-1,0 0 1,1 0-1,19-7 863,100-25 687,-92 28-2267,0 1 0,46 2-1,-64 1-116,1 1-1,-1 1 1,1 0-1,-1 0 0,0 1 1,0 0-1,0 0 0,-1 1 1,15 9-1,-19-10-1191,-1 0-1,-1 0 1,1 1-1,0 0 1,-1-1 0,4 6-1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2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374 13 1921,'-5'-1'2588,"-11"-2"93,12 2-40,-1 0-133,-11-2-467,-1 1 0,-26 1-1,21 2-1195,1 1-1,-22 4 1,29-3-737,-1 0 0,0 1 1,1 1-1,-1 0 0,2 1 0,-1 1 0,0 0 0,1 1 1,-13 10-1,22-15-28,1 0 0,0 0 0,0 0 0,1 0 0,-1 1 0,-3 5 0,6-8-45,-1 0 0,1 0-1,-1 0 1,1 0 0,-1 0-1,1 0 1,0 0 0,-1 0 0,1 0-1,0 0 1,0 0 0,0 0-1,0 0 1,0 1 0,0-1-1,0 0 1,0 0 0,0 0-1,1 0 1,-1 0 0,0 0-1,1 0 1,-1 0 0,1 0-1,-1 0 1,1 0 0,0 0-1,-1 0 1,1 0 0,0-1-1,-1 1 1,1 0 0,0 0-1,1 0 1,5 3 90,1 0 1,-1 0 0,1-1-1,0 0 1,0 0-1,0-1 1,0 0-1,0 0 1,1-1-1,9 0 1,14 0-803,55-4 0,-12-7-3725,21-17-5470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6.9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 1201,'25'0'3041,"0"0"160,0 0 241,-1 0-161,1-5-239,0 5-561,0-6-400,0 1-480,25 5-481,-25 0-239,0 0-321,0 5-560,0-5-1361,0 0-1920,0 0-1762,0 0-559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47.3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3282,'0'11'19528,"25"-6"-17847,0-5-560,-5 0-241,30 4-320,24-4-159,-24 7-241,0-7-1201,0 5-3361,0-5-3041,-25 0 159,0 0 1442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09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77 118 1201,'-3'-10'6848,"-8"6"-3885,11 4-2800,-1 0 0,1 0 0,0 0 0,-1 0 1,1 0-1,-1 0 0,1 0 0,0 0 0,-1 0 0,1 0 0,-1 0 0,1 0 1,0 0-1,-1 0 0,1-1 0,0 1 0,-1 0 0,1 0 0,0 0 1,-1-1-1,1 1 0,0 0 0,0 0 0,-1-1 0,1 1 0,0 0 0,0-1 1,0 1-1,-1 0 0,1-1 0,0 1 0,0 0 0,0-1 0,0 1 1,0-1-1,-1 1 0,2-2 211,0 1 0,0 0 0,0 0-1,-1 0 1,1 0 0,0 0 0,0 0 0,0 0 0,1 0 0,-1 0 0,0 0 0,0 1 0,0-1 0,1 0 0,1 0-1,29-13 1526,-28 12-1390,38-12 513,0 1-1,2 2 1,-1 2-1,1 2 0,1 2 1,44 1-1,-57 3-991,0 1 0,1 1 0,-1 2-1,0 1 1,44 12 0,-73-15-30,0 0 0,0 0 0,-1 0 0,1 0 0,0 0 0,-1 1 0,1-1 0,-1 1 0,0 0 0,1 0 0,-1 0 0,0 0 0,0 0 0,0 0 0,-1 0 0,1 1 0,0-1 0,-1 1 0,0-1 0,1 1 0,-1 0 0,0-1 0,0 1 0,0 0 0,-1 0 0,1 0 0,-1 0 0,0 0 0,0 0 0,0-1 0,0 1 0,0 0 0,0 0 0,-1 0 0,1 0 0,-1 0 0,0 0 0,0-1 0,0 1 0,0 0 0,-1-1 0,1 1 0,-1-1 0,1 1 0,-1-1 0,0 0 0,0 0 0,0 0 0,-4 3 0,-7 6 0,-1-1 0,-19 11 0,-3 1 0,5-2 0,-1-1 0,-1-2 0,-1-2 0,-49 16 0,-149 29 0,203-54 0,0-1 0,0-2 0,-50 0 0,78-3 0,1-1 0,-1 1 0,1 0 0,-1 0 0,1 0 0,-1-1 0,1 1 0,-1 0 0,1-1 0,-1 1 0,1 0 0,-1-1 0,1 1 0,0-1 0,-1 1 0,1-1 0,0 1 0,-1-1 0,1 1 0,0-1 0,0 1 0,-1-1 0,1 1 0,0-1 0,0 1 0,0-1 0,0 1 0,0-1 0,0 0 0,0 1 0,0-1 0,0 1 0,0-1 0,0 1 0,0-1 0,0 0 0,1 0 0,4-17 0,-3 13 0,0 1 0,1 0 0,-1 0 0,1 1 0,0-1 0,1 1 0,-1-1 0,0 1 0,1 0 0,0 0 0,0 0 0,4-2 0,13-4 0,-15 5 0,0 1 0,0 1 0,0-1 0,0 1 0,1 0 0,-1 0 0,1 1 0,-1 0 0,13-1 0,-10 9 0,-5-2 0,1 1 0,-1 0 0,0 0 0,-1 0 0,0 0 0,1 0 0,-2 1 0,1-1 0,-1 1 0,2 8 0,-1 2 0,-1 0 0,0 0 0,-2 19 0,0-30 0,0 0 0,1-1 0,-1 1 0,1 0 0,0-1 0,0 1 0,1-1 0,0 1 0,0-1 0,0 0 0,0 0 0,1 0 0,5 8 0,-5-9 0,1-1 0,0 1 0,0-1 0,0 0 0,0 0 0,0 0 0,0-1 0,1 1 0,-1-1 0,1 0 0,0-1 0,0 1 0,-1-1 0,1 0 0,0 0 0,6 0 0,74 6 727,-21-11-4821,27-19-12740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10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42 3041,'-25'-5'13367,"25"0"-9606,0-6-719,25 6-481,25 0-560,50-6 160,195 11 672,-45 16-2833,-100 5 0,-50-1 0,-25 3 0,-30-7-3073,-20-12-10854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11.0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76 165 4962,'-15'-6'3344,"14"6"-2952,1-1 1,-1 1 0,1 0-1,0-1 1,-1 1-1,1 0 1,-1-1-1,1 1 1,0 0 0,-1-1-1,1 1 1,0-1-1,-1 1 1,1-1-1,0 1 1,0-1 0,0 1-1,-1-1 1,1 1-1,0-1 1,0 1-1,0-1 1,0 0 0,0 1-1,0-1 1,9-14 8154,4 5-8288,142-73 4250,-131 74-4310,-19 8-155,0-1 0,1 1 0,-1-1 0,0-1 0,0 1 0,6-5 0,8-4 205,-38 28-98,-102 91-119,80-68-32,-63 74 0,100-110-16,1 1 0,0-1 0,0 1 0,0-1 0,1 1 0,0 0 0,0 0 0,0 0 0,0 0 0,1 1 0,0-1 0,0 0 0,0 0 0,1 1 0,0-1 0,0 10 0,0-14-148,0 0 0,1-1 0,-1 1 0,0 0 0,0 0 0,0 0 0,1 0 0,-1 0 1,0 0-1,1 0 0,-1-1 0,0 1 0,1 0 0,-1 0 0,1 0 0,0-1 0,-1 1 0,1 0 0,0-1 0,-1 1 1,1 0-1,0-1 0,0 1 0,-1-1 0,1 1 0,0-1 0,1 1 0,26 4-5252,-21-5 3110,43 2-13395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11.4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246 10 3442,'-14'4'2585,"-24"3"4534,1 2 1,-69 28 0,97-34-6227,8-3-837,1 0 0,-1 0 0,0 0 0,1 1 1,-1-1-1,0 0 0,1 0 0,-1 0 1,0 1-1,1-1 0,-1 0 0,1 1 0,-1-1 1,1 0-1,-1 1 0,0-1 0,1 1 1,0-1-1,-1 1 0,1-1 0,-1 1 0,1-1 1,0 1-1,-1 0 0,1-1 0,0 1 0,-1-1 1,1 1-1,0 0 0,0-1 0,0 1 1,-1 1-1,1-1-18,0 0 0,0-1 0,0 1-1,0 0 1,0 0 0,-1 0 0,1 0 0,0 0 0,-1 0 0,1-1 0,-1 1 0,1 0 0,-1 0 0,1-1 0,-1 1-1,0 0 1,1-1 0,-1 1 0,0 0 0,1-1 0,-1 1 0,-1 0 0,1-1 0,0 1 0,0 0 1,0-1-1,0 1 0,0 0 1,1 0-1,-1 0 0,0 0 1,0-1-1,1 1 0,-1 0 0,1 0 1,-1 0-1,1 1 0,-1-1 1,1 0-1,-1 0 0,1 0 0,0 0 1,0 0-1,0 0 0,-1 3 1,1-1-14,0 0 0,0 0 0,-1 0 0,2 0 0,-1 0 1,0-1-1,1 1 0,-1 0 0,1 0 0,0 0 0,0 0 0,0 0 1,0-1-1,0 1 0,1 0 0,-1-1 0,1 1 0,0-1 1,0 1-1,0-1 0,0 0 0,0 0 0,0 0 0,1 0 0,-1 0 1,0-1-1,1 1 0,0-1 0,-1 0 0,1 1 0,0-1 1,0 0-1,0-1 0,4 2 0,30 7-25,1-2 0,-1-1 0,1-2 0,70-1 0,-48-6 0,105-20 0,-151 21 0,0-1 0,0-1 0,0 0 0,-1-1 0,0 0 0,0-1 0,0-1 0,-1 0 0,22-16 0,-17 12 0,-11 8 0,1-1 0,-1 0 0,0-1 0,8-7 0,-13 10 0,0 1 0,1 0 0,-1-1 0,0 1 0,0-1 0,0 0 0,-1 1 0,1-1 0,0 1 0,0-1 0,-1 0 0,1 0 0,-1 1 0,0-1 0,0 0 0,1 0 0,-1 0 0,0 1 0,0-1 0,-1 0 0,1 0 0,0 0 0,-1 1 0,0-3 0,0 1 0,0 1 0,0 0 0,0 0 0,0-1 0,0 1 0,-1 0 0,1 0 0,-1 0 0,1 0 0,-1 1 0,0-1 0,0 0 0,0 1 0,0-1 0,-4-2 0,-1 1 0,1 1 0,-1-1 0,0 1 0,0 0 0,-9-1 0,-27-3-808,-1 2 0,-85 4 0,-80 24-7658,171-17-6448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27.3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227 107 1361,'5'-1'1707,"-2"0"-1109,10-3 470,-9-6 2815,-4 9-3802,1 1-1,-1-1 1,0 1 0,0-1-1,0 1 1,0 0-1,0-1 1,1 1-1,-1-1 1,0 1 0,0 0-1,1-1 1,-1 1-1,0 0 1,0-1-1,1 1 1,-1 0 0,1-1-1,-1 1 1,0 0-1,1 0 1,-1 0-1,0-1 1,1 1 0,-1 0-1,1 0 1,-1 0-1,1 0 1,-1 0-1,0 0 1,1 0 0,0-1 29,0 1 1,0 0 0,-1 0 0,1 0 0,0 0 0,-1-1 0,1 1 0,0 0 0,-1-1 0,1 1 0,-1 0 0,1-1 0,0 1-1,-1-1 1,1 1 0,-1-1 0,1 1 0,-1-1 0,0 1 0,1-1 0,-1 0 0,1 1 0,-1-1 0,0 1 0,0-1-1,1 0 1,-1 0 0,0 1 0,0-1 0,0 0 0,0 1 0,0-1 0,0-1 0,0 2-74,0-1 0,0 0 0,0 1 1,0-1-1,0 1 0,1-1 0,-1 1 1,0-1-1,0 1 0,0-1 0,0 1 0,1-1 1,-1 1-1,0-1 0,0 1 0,1 0 0,-1-1 1,0 1-1,1-1 0,-1 1 0,1 0 0,-1-1 1,0 1-1,1 0 0,-1-1 0,1 1 0,-1 0 1,1 0-1,-1-1 0,1 1 0,-1 0 1,1 0-1,-1 0 0,1 0 0,-1 0 0,1 0 1,0 0-1,0 0-15,-1 0 0,1 0 0,-1 0 0,1 0 0,-1 0 0,1-1 1,-1 1-1,1 0 0,-1 0 0,1 0 0,-1 0 0,0-1 0,1 1 0,-1 0 1,1 0-1,-1-1 0,0 1 0,1 0 0,-1-1 0,0 1 0,1 0 0,-1-1 0,0 1 1,1 0-1,-1-1 0,0 1 0,0-1 0,1 1 0,-1-1 0,0 1 0,0-1 1,0 1-1,0 0 0,0-1 0,0 1 0,0-1 0,0 0 0,1 0 25,-1 0 0,1 0 0,-1 1 0,1-1 0,-1 0 0,1 0 0,0 1 0,-1-1 0,1 0 0,0 1 0,-1-1 0,1 1 0,0-1 0,0 1 0,0-1 1,-1 1-1,1-1 0,0 1 0,0 0 0,0 0 0,0-1 0,0 1 0,1 0 0,9-4 798,-10 4-684,0 0-104,0 0-1,0-1 1,0 1 0,0 0-1,0 0 1,0-1 0,0 1-1,0 0 1,0-1 0,0 1-1,0-1 1,0 1 0,0-1-1,0 0 1,0 1 0,-1-1-1,1 0 1,0 0 0,0-1-1,0 1-2,0 1-1,-1-1 0,1 0 0,0 0 0,0 1 1,-1-1-1,1 0 0,0 1 0,0-1 0,0 1 0,0-1 1,0 1-1,0 0 0,0-1 0,0 1 0,0 0 1,0 0-1,0-1 0,0 1 0,2 0 0,-3 0 44,4-1 3265,-8 2-2215,-7 2-420,1 0 1,-1 1-1,-19 10 1,-12 6 583,14-8-878,1-2-137,0 1-1,1 2 1,0 0 0,-40 30 0,60-39-280,1 1 0,0-1-1,-1 1 1,2 0-1,-1 1 1,1-1 0,0 1-1,0-1 1,0 1-1,1 0 1,0 1 0,0-1-1,0 1 1,1-1 0,0 1-1,0 0 1,1 0-1,0-1 1,0 1 0,1 0-1,0 0 1,0 0 0,0 0-1,1 0 1,0 0-1,3 9 1,-1-8-16,0 0 0,1 0 0,0-1 0,1 1 0,0-1 0,0 0 0,0 0 0,1-1 0,7 7 0,0 1 0,33 33-1125,-13-25-3513,17 0-7719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28.4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26 250 4722,'-26'-1'13024,"31"-4"-12201,11-3 819,-1 1 1,32-12 0,0 1-422,-18 6-546,300-124 3759,-225 100-4167,-104 36-268,0 0 0,1 0 0,-1 0 0,0 0 0,0 0 0,0 0 0,0-1 0,0 1 0,1 0 0,-1 0 0,0 0 1,0 0-1,0 0 0,0 0 0,0-1 0,0 1 0,0 0 0,1 0 0,-1 0 0,0 0 0,0 0 0,0-1 0,0 1 0,0 0 0,0 0 0,0 0 1,0 0-1,0-1 0,0 1 0,0 0 0,0 0 0,0 0 0,0 0 0,0-1 0,0 1 0,0 0 0,0 0 0,0 0 0,0 0 0,-1-1 0,1 1 0,0 0 1,0 0-1,0 0 0,0 0 0,0 0 0,0 0 0,0-1 0,-1 1 0,1 0 0,0 0 0,0 0 0,0 0 0,0 0 0,0 0 0,-1 0 0,-132 97 295,-26 23 146,149-111-491,0 2-1,0-1 1,0 1-1,1 1 1,-11 18-1,14-19-961,1 0 0,0 1-1,-5 17 1,9-29 720,1 1 0,0 0 0,-1-1 0,1 1 0,0 0 0,-1 0 0,1 0 0,0-1 0,0 1 0,0 0 0,0 0 0,0 0 0,0-1 0,0 1 0,0 0-1,0 0 1,1 0 0,-1-1 0,0 1 0,0 0 0,1 0 0,-1 0 0,0-1 0,1 1 0,-1 0 0,1-1 0,-1 1 0,1 0 0,-1-1 0,2 2 0,2-1-1553,0 0 0,0 0 0,0-1 1,0 1-1,0-1 0,0 0 0,5 0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28.9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194 249 6883,'-14'7'1690,"0"0"-1,1 1 1,-1 0 0,2 1-1,-24 21 1,-47 28 3606,82-58-5247,1 0 0,-1 0 0,1 1 0,-1-1 0,1 0 0,-1 1 0,1-1 1,0 1-1,-1-1 0,1 0 0,0 1 0,-1-1 0,1 1 0,0-1 0,-1 1 0,1-1 0,0 1 0,0-1 0,0 1 0,0 0 1,-1-1-1,1 1 0,0-1 0,0 1 0,0-1 0,0 1 0,0-1 0,0 1 0,1 0 0,-1-1 0,0 1 0,0-1 0,0 1 1,0-1-1,1 1 0,-1-1 0,0 1 0,0-1 0,1 1 0,-1-1 0,0 1 0,1 0 0,23 9 762,-5-5-772,1-2-1,0 0 1,0-2 0,0 0-1,0-1 1,0-1-1,0 0 1,32-8-1,-15 1-251,0-2-1,-1-1 1,59-28-1,-70 27 128,0-2 0,-2 0 0,1-2 0,-2-1 0,0 0 1,-1-2-1,-1 0 0,22-29 0,-35 41 109,-1-1 0,0 0-1,-1 0 1,0-1 0,8-17 0,-12 24-20,0-1-1,-1 1 1,1 0 0,-1 0-1,1-1 1,-1 1 0,0 0-1,0 0 1,0-1-1,0 1 1,0 0 0,-1-1-1,1 1 1,-1 0 0,1 0-1,-1 0 1,0-1-1,0 1 1,0 0 0,0 0-1,0 0 1,0 0 0,-1 0-1,1 1 1,-1-1-1,1 0 1,-1 1 0,0-1-1,0 1 1,1-1 0,-1 1-1,0 0 1,-4-2-1,-8-3-63,1 1-1,-1 1 0,0 0 0,-1 0 1,1 2-1,0 0 0,-1 0 0,0 1 0,-21 2 1,3 1-899,0 1 1,0 2-1,-38 10 1,51-9-1315,-35 16-1,1 5-4581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29.3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611 47 5282,'-200'50'12288,"110"-23"-7360,-115 53 0,191-74-4250,0 1 0,1 1 0,0 0 1,-23 19-1,33-25-572,1 0 1,-1 1 0,1-1-1,0 1 1,0-1-1,0 1 1,1 0 0,-1 0-1,1 0 1,-1 0-1,1 0 1,-1 6 0,1-7-82,1 0 1,0 0 0,0 0-1,1 1 1,-1-1 0,0 0-1,1 0 1,0 0-1,-1 0 1,1 0 0,0 0-1,0 0 1,0 0 0,0 0-1,0 0 1,0-1 0,1 1-1,-1 0 1,1-1 0,-1 1-1,3 1 1,5 4-26,-1-1 0,1 0 0,0 0 0,0-1 0,1-1 0,-1 0 0,1 0 0,0 0 0,0-1 0,12 1 0,14 2 0,53 2 0,-83-8 0,47 3 0,0-4 0,0-1 0,0-3 0,61-13 0,-86 12 0,0-1 0,-1-2 0,0-1 0,0 0 0,-1-2 0,0-2 0,-1 0 0,-1-1 0,24-20 0,-42 30 0,-1 0 0,0 0 0,0-1 0,0 1 0,0-1 0,-1-1 0,0 1 0,0 0 0,-1-1 0,0 0 0,4-11 0,-6 15 0,-1 0 0,1-1 0,-1 1 0,1-1 0,-1 1 0,0-1 0,0 1 0,-1-1 0,1 1 0,-1-1 0,0 1 0,0-1 0,0 1 0,0 0 0,0 0 0,-1-1 0,0 1 0,1 0 0,-1 0 0,0 1 0,0-1 0,-1 0 0,1 1 0,-1-1 0,1 1 0,-1 0 0,-4-4 0,-6-1 12,0-1 0,0 1 0,-1 1 0,0 1 1,0 0-1,-17-4 0,-94-14-436,67 15-975,0 3-1,-93 5 1,108 3-2478,-84 19 0,43 4-6114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0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0 205 320,'0'-10'8632,"0"-11"-3378,0 20-5216,0 1-1,0 0 1,0-1-1,1 1 0,-1 0 1,0-1-1,0 1 1,0 0-1,0-1 0,1 1 1,-1 0-1,0-1 1,0 1-1,1 0 0,-1-1 1,0 1-1,0 0 1,1 0-1,-1-1 0,0 1 1,1 0-1,-1 0 1,0 0-1,1 0 0,-1-1 1,0 1-1,1 0 0,-1 0 1,1 0-1,-1 0 1,0 0-1,1 0 0,-1 0 1,1 0-1,-1 0 1,1 0-1,-1 0 74,1 0 1,-1 0-1,1 0 0,0 0 0,-1 0 1,1 0-1,-1 0 0,1 0 0,-1 0 1,1 0-1,-1-1 0,1 1 0,-1 0 1,1 0-1,-1-1 0,1 1 0,-1 0 1,1 0-1,-1-1 0,0 1 0,1-1 1,-1 1-1,0 0 0,1-1 0,-1 1 1,0-1-1,1 1 0,-1-1 1,0 1-1,0-1 0,1 1 0,-1-1 1,0 1-1,0-1 0,0 1 0,0-1 1,0 1-1,0-2 0,0 1-99,1-1 0,-1 1 1,0-1-1,1 1 0,-1 0 0,1-1 0,0 1 1,-1 0-1,1-1 0,0 1 0,0 0 0,-1 0 0,1 0 1,0 0-1,0 0 0,1 0 0,-1 0 0,0 0 1,0 0-1,0 0 0,0 1 0,1-1 0,-1 0 0,0 1 1,1-1-1,1 0 0,17-12 86,-12 2 85,13-10 381,25-25 2304,-46 46-2807,1 0-1,-1-1 1,0 1 0,0 0-1,1 0 1,-1 0 0,0-1-1,0 1 1,1 0 0,-1 0-1,0-1 1,0 1 0,0 0-1,1 0 1,-1-1-1,0 1 1,0 0 0,0-1-1,0 1 1,0 0 0,0-1-1,0 1 1,0 0 0,0-1-1,0 1 1,0 0 0,0-1-1,0 1 1,0 0 0,0-1-1,0 1 1,0-1 0,0 1-14,0 0 1,0 0-1,0 0 1,0-1-1,0 1 1,0 0-1,0 0 0,0-1 1,0 1-1,0 0 1,0 0-1,0-1 1,0 1-1,0 0 1,0 0-1,0 0 1,0-1-1,0 1 1,0 0-1,0 0 1,0-1-1,1 1 1,-1 0-1,0 0 1,0 0-1,0 0 1,0-1-1,1 1 1,-1 0-1,0 0 1,0 0-1,0 0 1,0 0-1,1-1 1,-1 1-1,0 0 1,0 0-1,1 0 1,-1 0-1,0 0 0,21-5 3235,-1 16-8508,10-18-14466,-5-8 14610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2561,'-25'11'3682,"0"15"1680,-20 16-399,-5 0-2402,0 10-640,25 7 480,-25 10-400,25 4-961,0-5-400,-25-10-480,25-11-480,50-15-2481,0-21-5203,25-17-5602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1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21 2321,'0'-4'2961,"-25"-3"-159,25 3-321,0-1 2241,-25 5 2881,50 5-6082,25-1-80,50 23 80,70 21-801,-45-11-3681,-25-26-6164,-25-11-4241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1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0 5603,'-75'48'7603,"0"14"-3601,25 13-1361,-25-2-480,25-4-800,5-1-1201,45-4-1841,0-16-7043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2.4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620 6 80,'0'0'2801,"25"-5"161,-25 10 79,0 11 1041,50 58 3201,-25 16-2721,0 5-2641,-25 4-640,0-4-321,0 6 81,-50 15 159,0 5 1,-25-5-849,-50-16-352,0-22 0,5-9-3073,20-26-5972,0-28-3920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7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1 960,'0'0'10245,"0"6"-9925,-25-6-2241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7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1 742 480,'4'0'2215,"9"-2"1426,-1-1 1,24-8 0,-35 11-3563,-1-1 0,0 1 0,1 0 0,-1 0-1,0 0 1,1-1 0,-1 1 0,0 0 0,1 0 0,-1-1 0,0 1 0,0 0 0,0 0 0,1-1 0,-1 1 0,0 0 0,0-1 0,0 1 0,0-1 0,1 1 0,-1 0 0,0-1 0,0 1 0,0 0 0,0-1 0,0 1 0,0-1 0,3-7 738,47-63 3518,121-123 627,-65 79-5116,-42 49 282,61-61 338,-72 73-215,-43 42-74,0 1 0,1 0-1,0 0 1,14-9-1,-10 10 32,-15 9-186,1 1-1,-1-1 0,0 1 0,1-1 0,-1 1 1,1 0-1,-1-1 0,0 1 0,1 0 0,-1 0 1,1-1-1,-1 1 0,1 0 0,-1 0 0,1-1 1,-1 1-1,1 0 0,-1 0 0,1 0 0,-1 0 1,1 0-1,-1 0 0,1 0 0,-1 0 0,1 0 1,2 24 419,-5-6-207,1-1 0,-2 1 1,0-1-1,-1 0 0,-8 20 0,-9 43 495,12-16-275,-5-2 21,6-32-247,2-1 0,1 1 0,-2 45 0,7-75-385,0 1 1,0 0-1,0 0 1,0 0 0,0-1-1,0 1 1,0 0-1,-1 0 1,1-1-1,0 1 1,0 0-1,-1 0 1,1-1-1,0 1 1,-1 0-1,1 0 1,0-1-1,-1 1 1,1-1-1,-1 1 1,1 0-1,-1-1 1,0 1-1,1-1 1,-1 1-1,0-1 1,1 0-1,-1 1 1,0-1-1,1 1 1,-1-1-1,0 0 1,0 0-1,1 1 1,-1-1-1,0 0 1,0 0-1,-1 0 1,0 0-1118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8.2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3201,'0'5'17128,"25"2"-14086,50 2-4163,50 7-9764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321 0 2721,'-50'14'8564,"-45"-2"-400,45-1-3842,25-2-2401,0 2-641,-25 15-319,50-4-161,-25 4-80,50 5-159,0 6-161,25 6-240,0-11-80,0-7-2001,20-14-8243,5-15-7765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9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5 3762,'-25'0'5842,"0"-5"3763,25 10-6244,25-5-880,25 5-1200,24 6-1921,51 0-5923,0 5-5523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39.4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32 12886,'-50'6'17448,"50"-12"-15015,0 1-2433,25 0 0,0-1 0,25-3 0,0 2 0,100 7 0,94 7-2593,-44-3-21738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3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147 127 3442,'-4'0'461,"-5"-2"8291,18-2-7747,-8 4-869,-1 0 0,0 0 0,1 0 0,-1-1 0,0 1 0,0 0 0,1 0 0,-1-1 0,0 1 0,1 0 0,-1 0 0,0-1 0,0 1 0,0 0 0,1-1 0,-1 1 1,0 0-1,0 0 0,0-1 0,0 1 0,0 0 0,0-1 0,1 1 0,-1-1 0,0 1 0,0 0 0,0-1 0,0 1 0,3-8 1414,2 5-1066,1 0 0,-1 0-1,1 1 1,0-1 0,0 1-1,11-2 1,2-2 226,16-5 446,134-38 2074,-145 43-2968,1 1 0,-1 2 0,1 0 0,40 2 0,-58 2-240,0 0 1,1 1 0,-1 0-1,0 1 1,-1-1 0,1 1-1,0 0 1,-1 1 0,0 0-1,0 0 1,0 0 0,0 1-1,0-1 1,-1 1 0,0 1-1,0-1 1,-1 1 0,1 0-1,3 7 1,-6-10-9,0 0 0,0 0-1,0 0 1,0 0 0,-1 0 0,1 1 0,-1-1-1,0 0 1,0 1 0,0-1 0,-1 1-1,1-1 1,-1 1 0,1-1 0,-1 1 0,-1 6-1,-1-2 24,-1 0-1,0 1 0,0-1 0,0 0 0,-7 10 1,-5 10 45,8-14-46,0 0 0,-1 0 0,-1 0 0,0-1 0,-1-1 0,-1 0 0,0 0 0,0-1 0,-26 19 0,-46 40 1338,37-40-1057,-2-3 0,-74 31 0,-4 2-169,113-53-148,0-2 0,-1 1 0,0-2 0,0 0 0,-1 0 0,1-1 0,-26 1 0,40-4 0,-1 0 0,1 0 0,-1 0 0,1 0 0,0 0 0,-1 0 0,1 0 0,0 0 0,-1 0 0,1-1 0,0 1 0,-1 0 0,1 0 0,0 0 0,-1-1 0,1 1 0,0 0 0,-1 0 0,1-1 0,0 1 0,0 0 0,-1 0 0,1-1 0,0 1 0,0 0 0,0-1 0,0 1 0,-1 0 0,1-1 0,0 1 0,0 0 0,0-1 0,0 1 0,0 0 0,0-1 0,0 1 0,0-1 0,0 1 0,0 0 0,0-1 0,0 1 0,0 0 0,0-1 0,0 1 0,0-1 0,0 1 0,1 0 0,-1-1 0,0-3-5,2-3-61,-1 0 1,1 0 0,0 0 0,0 0-1,1 1 1,-1-1 0,2 1-1,-1 0 1,1 0 0,0 0 0,0 0-1,0 1 1,10-10 0,1-3-62,-12 15 122,-1 1 0,1-1 0,0 1 0,0 0 0,-1 0 1,2 0-1,-1 0 0,0 1 0,0-1 0,0 1 0,1 0 0,-1 0 0,1 0 0,-1 0 0,1 1 0,-1-1 0,1 1 0,-1 0 0,1 0 0,-1 0 0,5 1 0,-1 0 58,1 0 0,-1 1 0,0 0 0,0 0-1,0 0 1,0 1 0,0 0 0,-1 1 0,1-1 0,7 7-1,0 1 33,-1 0-1,0 1 0,0 1 0,13 18 0,-21-24-72,0-1 0,-1 1 0,0 0-1,0 1 1,0-1 0,-1 1 0,0-1-1,-1 1 1,0 0 0,0 0 0,-1 0-1,1 14 1,-2-17-7,0 1 1,1 0-1,-1-1 0,1 1 1,0-1-1,0 0 0,0 1 1,3 5-1,-2-9-17,-1 1 0,1-1 0,0 1 0,-1-1 0,1 0 0,0 0 0,0 0 0,0 0 0,1 0 0,-1 0 0,0-1 0,1 1 0,-1-1 0,1 0 0,0 0 0,-1 0 0,1 0 0,0 0 0,5 1 0,0-1-446,1 1 1,0-1-1,-1-1 1,1 0-1,15-2 1,-12 1-1612,-1-2 1,1 1 0,-1-2 0,22-8 0,62-40-15340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3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617 112 1841,'-4'1'2854,"-23"4"546,-95 14 3885,-86 10 904,171-22-6748,1 2 0,0 2 0,-55 23 0,86-32-1302,1 1 0,0-1 0,0 1 0,0-1 0,0 1 0,1 1 0,-1-1 0,1 0 0,-1 1 0,1-1-1,0 1 1,-4 7 0,7-10-104,-1 1 0,1-1 0,-1 0 0,1 1-1,-1-1 1,1 1 0,0-1 0,0 0 0,0 1 0,0-1-1,0 1 1,0-1 0,0 1 0,0-1 0,0 0-1,1 1 1,-1-1 0,0 1 0,1-1 0,-1 0 0,1 1-1,0-1 1,-1 0 0,1 0 0,0 0 0,0 1-1,0-1 1,0 0 0,0 0 0,0 0 0,0 0 0,0-1-1,0 1 1,1 0 0,-1 0 0,0-1 0,0 1-1,1-1 1,-1 1 0,3 0 0,7 3-16,0-1 1,1 0-1,-1 0 1,1-1-1,0-1 0,-1 0 1,1-1-1,0 0 1,16-2-1,12-4-16,63-17 0,-66 12-68,0-2 0,0-1 1,-2-3-1,0 0 0,0-2 0,56-43 0,-87 59-72,4-3-89,0 0 0,-1-1 0,11-11 0,-17 16 82,0 1 0,1-1 0,-1 1 0,0-1 0,0 0 0,0 0-1,-1 1 1,1-1 0,0 0 0,-1 0 0,1 0 0,-1 0-1,1 0 1,-1 0 0,0 0 0,0 0 0,0 0 0,0 1 0,0-1-1,-1 0 1,1 0 0,-1 0 0,0-2 0,-1-1-691,-1 1 0,1 0 0,-1 0 0,0 0 1,0 0-1,-1 1 0,1-1 0,-1 1 0,0 0 0,0 0 1,0 0-1,0 0 0,0 1 0,-1 0 0,1-1 1,-1 2-1,0-1 0,1 0 0,-1 1 0,0 0 0,0 0 1,0 1-1,-5-1 0,-61-5-6622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4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595 25 160,'-5'-7'10968,"-9"1"-6554,-21-1 333,8 4-2012,-50 2-1,35 2-1956,1 1-1,-1 3 1,1 1-1,0 2 1,0 2-1,-48 19 1,81-25-691,3-3 1,1 0 1,0 1-1,-1 0 1,1 0-1,0 1 1,0-1-1,0 1 1,0 0-1,0 0 1,0 0-1,1 0 1,0 1-1,0-1 0,-4 7 1,-18 53 63,24-60-152,0 0 0,0-1 0,1 1 0,-1 0 0,1 0 0,0 0 0,0 0 0,0 0 0,0 0 0,0 0 0,1-1 0,-1 1 0,1 0 0,0 0 0,0 0 0,0-1 0,0 1 0,0 0 0,0-1 0,1 1 0,0-1 0,-1 0 0,1 1 0,0-1 0,0 0 0,4 3 0,0 0 0,1 0 0,-1 0 0,1-1 0,0 0 0,0 0 0,1-1 0,-1 0 0,17 4 0,-1-2 0,0-1 0,1-1 0,0-1 0,-1-1 0,1-2 0,0 0 0,0-1 0,-1-2 0,0 0 0,1-1 0,-1-2 0,-1 0 0,0-2 0,0 0 0,41-24 0,-58 29 0,0 1 0,0 0 0,0-1 0,0 0 0,-1 0 0,0 0 0,5-6 0,-7 7 0,-1 0 0,1 0 0,-1-1 0,1 1 0,-1 0 0,0-1 0,0 1 0,-1-1 0,1 1 0,-1-1 0,0 1 0,0-6 0,0 6 0,0 0 0,0 0 0,-1 0 0,1 0 0,-1 1 0,0-1 0,0 0 0,0 0 0,0 0 0,0 1 0,-1-1 0,1 1 0,-1-1 0,0 1 0,0-1 0,1 1 0,-6-4 0,2 2 0,-1 0 0,0 0 0,0 0 0,0 1 0,0 0 0,-1 0 0,-9-3 0,-10-1 0,0 2 0,-54-5 0,74 9 0,-109-4-3858,78 6-736,0 2 0,-40 8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4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100 484 4322,'1'0'4625,"-2"-4"-2145,-3 2 1180,3 1-3447,0 1 1,0-1-1,-1 0 0,1 0 1,0 1-1,0-1 0,0 0 1,0 0-1,0 0 0,0 0 1,0 0-1,1 0 1,-1 0-1,0 0 0,0 0 1,1-1-1,-1 1 0,1 0 1,-1-3-1,-2-31 7235,3 26-5037,-46 19 1058,21-4-3384,21-4-85,4-6 0,0 2 0,0 0 0,0 0 0,0 0 0,0 0 0,1 0 0,-1 0 0,0 0 0,1 0 0,-1 0 0,1 0 0,0 1 0,0-1 0,0 0 0,0 0 0,0 1 0,0-1 0,2-2 0,6-8 0,4-17 0,24-23 0,-4-17 0,17-6 0,-36 56 0,-1-1 0,-1 0 0,16-35 0,-20 28 0,-3 16-2,-10 14-204,-16 20-2009,17-19 396,4-3 1025,-1 0-1,1-1 1,-1 1-1,1 0 1,0 0-1,-1-1 1,1 1-1,0 0 1,-1 0-1,1 0 1,0-1-1,0 1 0,0 0 1,0 0-1,0 0 1,0 0-1,0 0 1,0 0-1,0 1 1,0 1-2343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5.3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0 560,'25'0'3442,"0"0"320,-25 5 79,25 0-399,25 1-721,-30-1-2001,30 6-3841,0-6-1761,0-5-80,-25-11 560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5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0 1681,'-50'27'9204,"0"10"-1841,0 11-4401,25 14-1842,-25 6-319,25 1-401,-25-1-2641,50-9-4802,-20-11-4963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6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1 160,'7'0'3122,"2"0"3610,-25 5-1016,12-4-5319,-92 29 9861,66-17-6714,15-5-2539,14-8-984,1 0-1,0 0 1,0 0 0,-1 0-1,1 0 1,0 1 0,0-1-1,0 0 1,-1 0-1,1 0 1,0 0 0,0 0-1,0 1 1,-1-1-1,1 0 1,0 0 0,0 0-1,0 0 1,0 1 0,0-1-1,0 0 1,-1 0-1,1 1 1,0-1 0,0 0-1,0 0 1,0 0 0,0 1-1,0-1 1,0 0-1,0 0 1,0 1 0,0-1-1,0 0 1,0 0 0,0 1-1,0-1 1,0 0-1,0 0 1,0 1 0,1-1-1,-1 0 1,0 0 0,0 0-1,0 1 1,0-1-1,0 0 1,0 0 0,1 0-1,-1 1 1,0-1 0,0 0-1,0 0 1,1 0-1,-1 0 1,0 0 0,0 0-1,0 1 1,1-1 0,-1 0-1,0 0 1,1 0-1,6 2 43,0 0-1,0-1 0,1 0 0,-1 0 0,0-1 0,1 0 0,13-1 0,15 0-25,296-5-37,251-30 0,64 28 0,-319 6 0,-159 3-1496,-29 0-2683,3-5-3317,-68-6-9539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7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62 3362,'33'4'8451,"-27"-4"-7827,-1 1 0,0-2 0,1 1 1,-1 0-1,0-1 0,0 0 0,1-1 0,-1 1 0,0-1 0,0 0 0,9-5 0,18-6 560,-28 12-1049,0-1 0,0 1 0,0-1 0,0 0 0,0 1 0,0-2 0,-1 1 1,1 0-1,4-5 0,29-7 1345,-58 24-372,-141 105 2733,-37 58-2520,144-122-1294,53-50-90,1 0 1,0-1 0,0 1 0,0 0 0,-1 0-1,1 1 1,0-1 0,0 0 0,1 0 0,-1 0-1,0 1 1,0-1 0,1 0 0,-1 1 0,0-1-1,1 1 1,0-1 0,-1 1 0,1-1 0,0 0-1,0 1 1,-1 0 0,1-1 0,1 1 0,-1 1-1,1-1-313,0-1 0,1 0 0,-1 0 0,0 0 0,1 0 0,-1 0-1,1 0 1,0 0 0,-1 0 0,1-1 0,-1 1 0,1 0-1,0-1 1,0 0 0,-1 1 0,1-1 0,0 0 0,0 0-1,-1 0 1,1 0 0,0 0 0,0 0 0,3-1 0,40-8-9789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47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195 55 1121,'-136'92'18421,"128"-87"-17049,0 0-1,0 1 1,-12 11 0,19-15-1164,-1-1 0,1 1 0,0 0 0,-1 0 1,1 0-1,0 0 0,0 0 0,0 0 0,0 0 1,1 0-1,-1 0 0,1 1 0,-1-1 0,1 0 0,-1 5 1,2-6-158,-1 0-1,0 0 1,0 0 0,1 0 0,-1 0 0,1 0 0,-1 0 0,1 0 0,-1 0-1,1 0 1,0 0 0,-1 0 0,1 0 0,0-1 0,0 1 0,-1 0 0,1 0 0,0-1-1,0 1 1,0-1 0,0 1 0,0-1 0,0 1 0,0-1 0,0 0 0,0 1 0,0-1-1,0 0 1,2 0 0,41 6 185,-28-4-64,45 1-137,0-3 1,99-11 0,-120 5-166,0-1 0,-1-2 1,0-1-1,0-3 1,-1-1-1,52-27 1,-77 34 103,-1-1 1,1 0 0,10-9 0,-19 13 27,0 0 0,0 1-1,0-1 1,-1-1 0,0 1 0,0 0 0,0-1 0,0 0 0,-1 1 0,4-10-1,-5 13 4,-1 0 0,1 0-1,-1 0 1,0 0-1,1 0 1,-1 0-1,0 0 1,0-1 0,0 1-1,0 0 1,0 0-1,0 0 1,0 0-1,0 0 1,0 0 0,0 0-1,0 0 1,-1-1-1,1 1 1,-1 0-1,1 0 1,-1 0-1,1 0 1,-1 1 0,1-1-1,-1 0 1,0 0-1,1 0 1,-1 0-1,0 0 1,0 1 0,0-1-1,-1 0 1,-2-1-48,0 1 0,0-1 0,0 1 1,0 1-1,-1-1 0,1 1 0,-8-1 1,-20 2-1856,-1 1 0,1 1 0,-61 15 0,67-13 259,-104 26-9233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58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1281,'4'0'19451,"6"0"-10226,3 0-6353,25 0-5719,-28 0 5320,50 4-5146,-29 0-1466,7-3-3856,4-1 552,-13 0 840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58.5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5 3201,'-20'5'7844,"-5"1"9364,25-1-14247,25-5-1408,-5 0-1553,5 5 0,25-5 0,25 0-1553,0-5-6610,-25 0-1602,25-11 1841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7:59.6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409 145 4322,'5'-13'6816,"9"0"-3867,22-9-2097,-16 11 617,5-1-609,0 0 0,0 2 1,1 0-1,1 2 0,45-8 1,-60 14-718,6-3 175,1 1 1,-1 1 0,1 1 0,0 1 0,0 0-1,32 4 1,-45-2-264,11 1 164,0 1 1,0 0-1,27 10 0,-39-12-171,-1 1 1,-1 0-1,1 0 0,0 0 1,0 0-1,-1 0 1,1 1-1,-1 0 0,0-1 1,0 1-1,0 1 0,0-1 1,0 0-1,-1 1 1,1-1-1,-1 1 0,0 0 1,0 0-1,0 0 0,1 6 1,-1-3 13,-1 0 1,0 0-1,0 0 0,-1 0 1,0 0-1,0 0 0,0 1 1,-1-1-1,0 0 1,-3 9-1,-3 2 9,0 0 0,-14 25-1,11-23-48,2-6 19,0 0 0,-2-1-1,1 0 1,-2 0 0,0-1 0,0-1-1,-1 0 1,0-1 0,-1 0-1,-20 12 1,-3-1 166,0-2-1,-74 27 0,50-25 474,-2-2 0,-108 18 0,128-32-277,0-1-1,0-2 1,0-2 0,0-2-1,-47-8 1,88 10-399,-9-2 65,0 0 0,0 0 0,-15-6 0,24 8-64,0 0 1,1-1-1,-1 1 0,1 0 0,-1-1 0,0 1 0,1 0 0,-1-1 0,1 1 0,-1-1 0,1 1 0,-1-1 0,1 1 0,-1-1 0,1 1 1,0-1-1,-1 0 0,1 1 0,0-1 0,0 1 0,-1-1 0,1-1 0,0 1-5,0 0 0,1 0 0,-1 0 1,0 0-1,1 0 0,-1 0 0,1 0 0,0 0 0,-1 0 1,1 0-1,0 0 0,-1 0 0,1 1 0,0-1 0,0 0 1,0 1-1,-1-1 0,3-1 0,8-5-30,0 1 1,1 0-1,-1 1 0,1 0 1,0 1-1,1 0 0,-1 1 1,1 0-1,-1 1 0,1 0 1,0 1-1,0 1 0,-1 0 1,17 2-1,18 4 108,-1 1-1,64 20 1,-92-22-93,3 0 22,82 26 98,-90-26-137,-1 0 0,1 1 0,-1 0 0,-1 1 0,21 15 0,-8 6-693,-8-7-1457,-14-19 1558,1 0 0,-1 0 0,1 0 0,-1 0 0,1-1 0,0 1-1,0-1 1,3 1 0,60 12-12955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0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360 70 80,'-28'1'6559,"-46"7"1,40-2-1501,-66 22 0,87-24-4009,0 1 0,0 1 0,1 0 0,0 1 0,0 0 0,-18 15 0,29-21-1010,-1 1 0,1-1 0,-1 0 0,1 1 0,0-1 0,0 1 0,-1 0 0,1-1 0,0 1 0,0 0 0,1 0 0,-1 0 0,0-1 0,1 1 0,-1 0 0,1 0 0,-1 0 0,1 0 0,0 0 0,0 0 0,0 0 0,0 0 0,0 0 0,0 0 0,1 0 0,-1 0 0,1 0 0,-1 0 0,1 0 0,0 0 0,0-1 0,-1 1 0,1 0 0,1 0 0,-1-1 0,0 1 0,0-1 0,1 1 0,2 2 0,3 3 23,1 0-1,0 0 1,0-1-1,0 0 1,1 0-1,0-1 1,10 4-1,2 0-62,-1-2 0,1-1 0,1 0 0,-1-2 0,1 0 0,-1-1 0,1-2 0,39-1 0,-27-2 0,1-2 0,-1-2 0,0-1 0,64-22 0,-84 24 0,0 0 0,-1-1 0,0-1 0,0 0 0,-1-1 0,17-13 0,-25 18 0,-1 0 0,0-1 0,1 1 0,-1-1 0,-1 1 0,1-1 0,0 0 0,-1 0 0,0 0 0,0-1 0,0 1 0,0 0 0,-1-1 0,0 1 0,0-1 0,0 0 0,0 1 0,-1-1 0,1 0 0,-1 1 0,-1-1 0,1 0 0,-2-7 0,1 8 0,0 1 0,0-1 0,0 1 0,-1-1 0,1 1 0,-1 0 0,0 0 0,0-1 0,0 1 0,0 0 0,-1 1 0,1-1 0,-1 0 0,0 1 0,-4-4 0,-2 0 0,0 1 0,0 1 0,-20-8 0,24 10 0,-21-7-509,0 1 1,-1 1-1,0 2 1,-1 1-1,-39-2 0,-135 12-7043,164-3 5865,9 1-10465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0.7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27 2161,'-17'0'1560,"8"0"-349,0 1 0,1-1 0,-1-1 0,0 0 0,0 0 0,1-1 0,-1 0 0,-8-3 0,-25-10 12862,67 20-13191,-1-1 0,31 1 0,16 2-2781,-43-3 544,28 3-4435,-33-4-862,41-2 0,-14-7-258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1.0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320 0 4642,'0'5'7283,"-25"1"-720,0 4-240,-25 22-1040,-20 11-3122,20 3-1649,0 2-512,0-5 0,50-12 0,0-5-752,0-10-7012,50-5-6322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1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 5122,'-100'80'12406,"50"-18"-8244,0 1-5363,25 11-4721,0-16-6324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420 12 1761,'0'-7'6563,"0"3"-4722,-25 4 160,0 4 400,-75 19 2641,-50 18 961,80 7-2162,20-7-2000,50 2-1521,25 5-720,0-2-2561,45-8-7604,30-12-6243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3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90 2481,'0'-9'5378,"1"-15"4013,0 22-9296,-1 1-1,1 0 1,-1-1-1,1 1 0,0 0 1,0-1-1,0 1 1,-1 0-1,1 0 1,0-1-1,0 1 1,1 0-1,-1 0 1,0 0-1,0 1 1,0-1-1,1 0 1,-1 0-1,0 1 1,1-1-1,1 0 1,18-11 434,-19 9-471,1 1-1,0 1 0,0-1 0,0 0 0,0 1 1,1 0-1,4-2 0,-2 2-16,24-3 168,-30 4-189,1 0-1,-1 0 0,1 0 1,0 0-1,-1 0 0,1 0 1,0 1-1,-1-1 1,1 0-1,-1 0 0,1 1 1,-1-1-1,1 0 1,0 1-1,-1-1 0,1 1 1,-1-1-1,0 1 1,1-1-1,-1 1 0,1-1 1,-1 1-1,0-1 1,1 1-1,-1-1 0,0 1 1,0 0-1,1-1 1,-1 1-1,0-1 0,0 1 1,0 0-1,0-1 1,0 1-1,0 0 0,0-1 1,0 2-1,1 4 382,-1 0 0,0 0 0,-1 1 0,1-1 0,-1 0 1,0 0-1,0 1 0,-1-1 0,0 0 0,0-1 0,-1 1 0,1 0 0,-1-1 0,-5 8 0,0-3 557,6-8-703,1 0 0,-1 0 0,1 0 0,-1 0 1,1 0-1,0 0 0,0 0 0,0 0 0,0 0 1,0 1-1,0-1 0,1 0 0,-1 1 0,1-1 1,-1 1-1,1 2 0,0-7-243,1 1 0,-1-1 1,1 1-1,0-1 0,-1 1 0,1 0 1,0-1-1,0 1 0,0 0 0,0 0 1,0-1-1,0 1 0,0 0 0,3-2 1,10-12-45,28-16 32,-39 28 0,0 0 0,0 1 0,0-1 0,1 1 0,-1-1 0,7-2 0,7-5 0,-17 7 0,3 0 0,22 4 0,-18 0 0,0 0 0,0 1 0,0 0 0,0 0 0,8 4 0,-9-3 0,1-1 0,0 1 0,0-1 0,0 0 0,9 0 0,31 6 0,-29 2 0,-8-3 0,-8-6 0,0 0 0,-1 1 0,1-1 0,0 0 0,-1 1 0,1-1 0,-1 1 0,0-1 0,1 1 0,-1 0 0,0 0 0,0 0 0,0 0 0,0 0 0,0-1 0,-1 2 0,1-1 0,-1 0 0,1 0 0,-1 0 0,0 0 0,1 0 0,-1 0 0,-1 4 0,0 1 0,0 0 0,-1 0 0,0 1 0,0-1 0,-5 9 0,2-5 0,-12 18-1091,26-35-2874,-9 6 3447,1-1 0,-1 1-1,1-1 1,-1 1 0,0-1-1,1 1 1,-1-1 0,0 0-1,1 1 1,-1-1 0,0 1 0,0-1-1,1 0 1,-1 1 0,0-1-1,0 0 1,0 1 0,0-1-1,0 0 1,0 1 0,0-1-1,0 0 1,-1 0 0,1-6-3335,0-13-3404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3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419 37 7283,'0'-36'16781,"4"37"-15473,6 1-1008,-1 1 0,0 1 0,0 0 0,0 0 0,0 0 0,-1 2 1,1-1-1,-1 1 0,-1 0 0,1 0 0,-1 1 0,0 0 0,0 0 1,-1 1-1,0 0 0,-1 0 0,8 14 0,-11-20-233,-1 0-1,0 1 1,1-1 0,-1 0-1,0 1 1,0-1 0,0 1-1,-1-1 1,1 1 0,0 0-1,-1-1 1,0 1 0,0-1-1,0 1 1,0 0 0,0-1-1,0 1 1,-2 4 0,0-2 13,-1 0 1,-1 0 0,1 0-1,-1 0 1,0-1 0,0 1 0,0-1-1,-7 5 1,-8 5-81,-1-1 0,0 0 0,-1-2 0,0 0 0,-1-2 0,-43 14 0,57-20 0,-11 4 0,0-1 0,-1 0 0,1-2 0,-1 0 0,0-1 0,0-1 0,-1-1 0,1 0 0,0-2 0,0 0 0,0-2 0,0 0 0,-21-6 0,33 6 0,-19-8 0,26 11 0,0-1 0,1 1 0,-1 0 0,0-1 0,1 0 0,-1 1 0,1-1 0,-1 1 0,1-1 0,-1 1 0,1-1 0,0 0 0,-1 1 0,1-1 0,0 0 0,-1 0 0,1 1 0,0-1 0,0 0 0,0 0 0,-1 1 0,1-1 0,0 0 0,0 0 0,0 1 0,0-1 0,1 0 0,-1 0 0,0 0 0,0 1 0,0-1 0,1 0 0,-1-1 0,2 0 0,-1 0 0,0 0 0,1 0 0,-1 0 0,1 0 0,-1 0 0,1 0 0,0 0 0,0 1 0,0-1 0,0 0 0,0 1 0,0 0 0,1 0 0,3-2 0,43-11 0,-31 10 0,42-8 0,1 2 0,0 3 0,98 1 0,-107 7 78,-1 2 0,0 2 0,52 12-1,-78-11-250,0 2 0,-1 0 0,1 1 0,-2 2 0,1 0 0,-1 1 0,-1 2 0,22 17 0,35 36-8546,-4-7-11202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08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294 219 240,'-21'-4'1654,"17"3"1828,-11-2 6357,13 3-9644,1 0 1,-1 0-1,1 0 1,-1 0-1,1 0 1,0 0-1,-1 0 1,1 0-1,-1 1 1,1-1-1,-1 1 1,1-1-1,0 1 1,-1-1-1,1 1 1,0 0-1,0-1 1,-1 1-1,1 0 1,0 0-1,-1 2 1,-10 19 2005,-60 65 1775,36-45-2977,32-38-898,1 1-1,0 0 0,0 0 1,0 1-1,1-1 1,0 0-1,0 1 0,0 0 1,0-1-1,1 1 0,0 0 1,0 8-1,-4 15 276,-36 185 1171,32-134-1307,0-41-137,7-32-81,0 0-1,0 0 1,1 0 0,0 0 0,0 0 0,1 0-1,-1 0 1,2 0 0,1 14 0,5 2-29,1 0 0,1 0 1,1-1-1,0 0 0,17 23 1,-24-40 22,1 0 0,0-1 1,0 1-1,0-1 1,1 0-1,0 0 0,-1 0 1,1-1-1,1 1 1,-1-1-1,0-1 0,1 1 1,0-1-1,-1 0 1,1 0-1,8 1 1,44 20 357,38 27 333,-92-47-680,0 0 0,0 0-1,0 0 1,-1 0 0,1 0-1,-1 1 1,1-1 0,-1 1 0,5 7-1,-6-6 5,1-1-1,1 1 1,-1-1-1,1 0 1,-1-1-1,1 1 1,0-1-1,1 1 1,-1-1-1,0 0 0,1-1 1,0 1-1,8 3 1,56 17 76,62 23 58,57 21-165,15 6 0,92 42 0,-278-109 0,0 2 0,-1 0 0,0 0 0,0 1 0,-1 1 0,18 16 0,-18-17 0,1 0 0,25 11 0,-23-12 0,32 20 0,16 14 0,75 35 0,-68-38 0,105 45 0,-96-45 0,-49-24 0,0 1 0,60 40 0,-33-16 0,2-4 0,1-1 0,131 49 0,-128-60 0,1-4 0,1-2 0,1-3 0,84 8 0,285 1 0,-196-16 0,-57 16 0,-96-11 0,11 8 0,-93-20 0,0 1 0,-1 0 0,1 1 0,0 0 0,-1-1 0,0 2 0,0-1 0,9 8 0,-3-3 0,32 21 0,-23-14 0,0-1 0,43 21 0,12-7 0,-45-18 0,54 26 0,43 33 0,-109-62 0,-1 0 0,1-2 0,0 0 0,1-1 0,-1-1 0,1-1 0,-1 0 0,26-2 0,53 6 0,-14 3 0,1-4 0,147-11 0,-84-1 0,272 19 0,-74 1 0,-165-1 0,-38-1 0,107-2 0,-200-13 0,29-3 0,175-27 0,57-26 0,751-165 0,-717 128 0,-266 72 0,71-18 0,-21 20 0,158-9 0,-87 13 0,32-6 0,-40 8 0,-167 17 0,0 0 0,200 5 0,20-5 0,-195 5 0,-25-5 0,75-15 0,6 1 0,-66 9 0,60-13 0,-95 17 0,-1-1 0,1 0 0,0 0 0,-1 0 0,0-1 0,1 1 0,-1-1 0,0 0 0,0-1 0,6-5 0,19-15 0,-6 11 0,-15 9 0,-1 0 0,1 0 0,-1-1 0,10-8 0,-4 3 0,-1 0 0,22-12 0,-21 15 0,-1-1 0,-1 0 0,19-17 0,12-6 0,-17-1 0,-24 29 0,0 0 0,0-1 0,0 1 0,0 0 0,0-1 0,-1 1 0,1-1 0,-1 1 0,0-1 0,0 1 0,-1-1 0,0-4 0,0-7 0,1 7 0,1 5 0,-1 1 0,0-1 0,0 0 0,0 1 0,0-1 0,-1 1 0,1-1 0,-1 1 0,1-1 0,-1 1 0,-1-3 0,-23-50 0,19 43 0,0 0 0,-1 1 0,0-1 0,-11-12 0,10 15 0,0-1 0,2 0 0,-1-1 0,1 1 0,-7-19 0,5-7 0,-9 7 0,10 11 0,5 12 0,0 0 0,-1 1 0,0 0 0,0-1 0,-5-6 0,-10-10 0,0 2 0,-1 0 0,-2 1 0,1 1 0,-2 1 0,-1 1 0,0 1 0,-34-16 0,4 4 0,-1 2 0,0 2 0,-89-23 0,-265-65 0,296 79 0,-628-126 0,703 152 0,-738-105 0,577 93 0,-453-38 0,6 31 0,93 7 0,493 15 0,7 0 0,1-2 0,0-3 0,0-2 0,-73-23 0,121 32 0,2 1 0,0 0 0,0 0 0,0-1 0,0 1 0,0 0 0,0 0 0,0-1 0,0 1 0,0-1 0,0 1 0,0 0 0,0-1 0,0 0 0,0 1 0,1-1 0,-1 0 0,0 1 0,0-1 0,1 0 0,-1 0 0,0 1 0,1-1 0,-1 0 0,0-1 0,1 1 0,0 1 0,0-1 0,0 1 0,0-1 0,0 1 0,0-1 0,-1 1 0,1-1 0,0 1 0,0-1 0,-1 1 0,1-1 0,0 1 0,-1-1 0,1 1 0,0 0 0,-1-1 0,1 1 0,0-1 0,-1 1 0,1 0 0,-1 0 0,1-1 0,-1 1 0,1 0 0,-1 0 0,1-1 0,-1 1 0,1 0 0,-1 0 0,1 0 0,-1 0 0,0 0 0,1 0 0,-1 0 0,0 0 0,1 0 0,-1 0 0,1 0 0,0 0 0,-1 0 0,1 0 0,-1 0 0,1 0 0,-1-1 0,1 1 0,-1 0 0,1 0 0,0 0 0,-1-1 0,1 1 0,0 0 0,-1 0 0,1-1 0,-1 1 0,1 0 0,0-1 0,0 1 0,-1 0 0,1-1 0,0 1 0,0 0 0,-1-1 0,1 1 0,0-1 0,0 1 0,0 0 0,0-1 0,-1 0 0,0 0 0,0-1 0,0 1 0,-1 0 0,1 0 0,-1 0 0,1 0 0,-1 0 0,1 0 0,-1 0 0,0 1 0,1-1 0,-4 0 0,-2-2 0,-60-22 0,-2 3 0,-117-21 0,138 33 0,-398-95 0,413 98 0,-1 2 0,0 1 0,-53 1 0,-107 13 0,152-6 0,-55 6 0,-56 4 0,-184 2 0,253-11 0,-1-4 0,-153-18 0,173 7 0,0-2 0,0-3 0,2-3 0,0-3 0,1-2 0,1-3 0,-87-52 0,110 55 0,20 13 0,1-1 0,0 0 0,-17-17 0,23 18 0,-2 1 0,-21-13 0,-4-3 0,30 20 0,0 0 0,-1 1 0,1 0 0,-1 0 0,0 1 0,-1 0 0,1 0 0,-14-1 0,-81-5 0,56 6 0,-43-6 0,0 5 0,-107 8 0,-59 20 0,-175 10 0,191-17 0,152-8 0,-147 21 0,-98 8 0,325-38-1,-322 19-2921,110-9-4360,117-8-8717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8:32.1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33 560,'0'-11'480,"25"1"-239,0-1-642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12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1142 33 640,'0'-2'651,"0"1"0,0 0 0,0-1 1,0 1-1,0 0 0,-1-1 0,1 1 0,0 0 0,-1-1 0,1 1 0,-1 0 0,1 0 0,-1-1 0,-1-1 0,1 2-337,-1 0-1,1 0 1,0 1-1,-1-1 1,1 0-1,-1 1 0,1-1 1,0 1-1,-1-1 1,1 1-1,-1 0 1,1-1-1,-1 1 1,0 0-1,-1 0 0,-12-1 340,11 0 294,0 1-147,-28 1-419,0 1-1,0 2 0,0 1 0,1 1 0,-31 11 1,50-13-314,0-2 0,0 0 0,0 0 0,0-1 0,0-1 0,-14-1 0,15 1-4,0-1 0,0 1 0,1 1 0,-1 0 0,0 1 0,1 0 0,-16 5 0,-41 5 764,43-7-582,-6 0 56,-1 2 0,-34 12 0,7-3 32,36-9-255,-23 11-103,32-12-40,12-6 66,0 1 1,0-1-1,0 0 1,0 1-1,0-1 1,0 1-1,0-1 1,0 1-1,0-1 1,0 1-1,0 0 1,1-1-1,-1 1 1,0 0-1,0-1 1,0 3-1,0-2 15,-1 1-1,1 0 0,-1 0 0,0 0 1,1-1-1,-1 1 0,0-1 0,0 0 1,0 1-1,0-1 0,0 0 0,0 0 1,-4 1-1,4-1-6,1-1-3,0 0 1,0 0 0,0 0-1,0 0 1,0 0-1,0 1 1,0-1-1,0 0 1,0 1-1,0-1 1,0 1 0,1-1-1,-1 1 1,0-1-1,0 1 1,0-1-1,1 1 1,-1 0-1,0 0 1,0 0 0,0 1 5,-1-1 1,1 1 0,0-1 0,-1 0-1,1 0 1,-1 1 0,1-1 0,-1 0 0,0 0-1,1-1 1,-3 2 0,-5 3-6,-31 19-37,20-13 11,-32 25 1,49-29 15,-2 1 19,-87 70 264,91-77-294,0 1-1,1 0 1,-1 0-1,0 0 0,1 0 1,-1 0-1,1 0 1,0 0-1,0 0 0,0 0 1,0 0-1,0 0 0,0 0 1,0 0-1,1-1 1,-1 1-1,1 0 0,-1 0 1,1 0-1,1 3 1,-1-5 6,0 0 5,0-1 0,0 1 0,0 0 0,0 0 0,0 0 0,0 1 0,0-1 0,0 0 0,0 0 0,0 0 0,0 1 0,0-1 0,0 0 0,0 1 1,0-1-1,-1 1 0,1-1 0,0 1 0,1 1 0,-2-2 2,0 0 0,0 1 0,1-1-1,-1 0 1,0 1 0,0-1 0,1 0 0,-1 1 0,0-1 0,1 0 0,-1 0 0,0 1 0,1-1 0,-1 0-1,0 0 1,1 0 0,-1 1 0,0-1 0,1 0 0,-1 0 0,1 0 0,-1 0 0,1 0 0,-1 0-1,0 0 1,1 0 0,-1 0 0,1 0 0,-1 0 0,0 0 0,1 0 0,-1 0 0,1-1 0,0 1-5,-1 0 0,0 0 1,1 0-1,-1 0 1,1 0-1,-1 0 1,0 0-1,1 0 0,-1 0 1,1 0-1,-1 0 1,1 0-1,-1 0 1,0 0-1,1 0 0,-1 0 1,1 0-1,-1 1 1,0-1-1,1 0 1,-1 0-1,0 0 0,1 1 1,-1-1-1,0 0 1,1 0-1,-1 1 1,0-1-1,1 0 0,-1 1 1,0-1-1,0 0 1,1 2-1,3-1-87,20 3-7,1-2-1,38-2 1,-39-1 212,0 2 0,1 0 0,31 6-1,-22 0-60,-24-6-24,0 1 0,0 0 0,0 1 0,0 0 0,0 0 0,-1 1 0,17 10 0,-10-5 32,1-1 0,1-1 0,-1 0 0,30 7 0,-22-8 52,-2 2 0,35 15-1,-49-19-87,0 0 0,0-1 0,1-1 0,-1 0 0,1 0 0,0-1 0,14 1 1,6 0 58,30 3 164,0-3 1,93-8-1,-130 4-198,32-4 146,1-2 0,53-16 0,-50 10-82,-9-1-32,-9-1-67,-36 12 6,-4 1 4,18-6-12,-19 8-13,1-1-1,0 0 0,0 1 1,-1-1-1,1 1 1,-1-1-1,1 0 0,-1 1 1,0-1-1,0 0 0,1 1 1,-1-1-1,0 0 0,-1 1 1,1-1-1,0 0 0,-1-1 1,1-4-4,0 6 8,0 0 0,0 0 0,0 1 1,0-1-1,0 0 0,0 0 0,-1 0 0,1 0 0,0 0 1,0 0-1,-1 0 0,1 0 0,-1 0 0,1 1 0,-1-1 0,1 0 1,-1 0-1,1 1 0,-1-1 0,0 0 0,1 1 0,-1-1 1,0 0-1,0 1 0,1-1 0,-2 0 0,1 1 2,0-1 0,0 1-1,0-1 1,0 0 0,1 1 0,-1-1 0,0 0-1,0 0 1,1 1 0,-1-1 0,0 0-1,1 0 1,-1 0 0,1 0 0,-1 0 0,1 0-1,0 0 1,-1 0 0,1 0 0,0 0-1,0 0 1,0 0 0,0 0 0,0 0 0,0 0-1,0-1 1,0-73 383,0 74-386,0 1 0,0-1-1,-1 0 1,1 0 0,0 0 0,0 1-1,-1-1 1,1 0 0,0 0 0,-1 0-1,1 1 1,0-1 0,-1 0 0,1 1 0,-1-1-1,0 0 1,1 1 0,-1-1 0,1 1-1,-1-1 1,0 1 0,1-1 0,-2 0-1,1 1-3,0-1 0,0 0 0,0 1 1,0-1-1,0 0 0,0 0 0,1 0 0,-1 0 0,0 1 0,0-1 0,1 0 0,-1 0 0,1-1 0,-1 1 0,1 0 0,-1 0 0,1 0 0,0 0 0,-1 0 0,1-1 0,0 1 0,0 0 0,0-2 0,0-76-24,-1 74 41,0 1-1,-1-1 1,0 1 0,1 0 0,-1-1 0,-1 1-1,1 0 1,0 0 0,-1 0 0,0 1-1,0-1 1,-5-4 0,-8-13 234,9 12-163,6 8-56,-1-1 1,1 0-1,-1 0 1,1 1 0,0-1-1,0 0 1,0 0-1,0-1 1,0 1-1,1 0 1,-1 0-1,1 0 1,-1 0-1,1-1 1,0 1-1,0-4 1,0 5-69,0 1 1,0-1-1,-1 0 1,1 1-1,0-1 1,0 0 0,0 1-1,-1-1 1,1 0-1,0 1 1,-1-1-1,1 1 1,-1-1-1,1 1 1,-1-1-1,1 1 1,-1-1 0,1 1-1,-1-1 1,1 1-1,-1-1 1,1 1-1,-1 0 1,0 0-1,1-1 1,-1 1-1,0 0 1,1 0 0,-1-1-1,0 1 1,1 0-1,-1 0 1,-1 0-1,-35 0-6743,32 0 5574,-61 4-10824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0.6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52 397 1040,'0'-3'263,"0"-1"0,-1 1 0,0 0 0,1-1-1,-1 1 1,0 0 0,0 0 0,-1-1 0,1 1-1,-3-4 1,2 4 119,0-1 1,1 1-1,-1 0 1,1-1-1,0 1 0,0 0 1,0-1-1,0 0 0,1 1 1,-1-7-1,-3-7 10610,-13 12-10832,12-2 769,6 14-724,0-6-189,0 1 1,1 0 0,-1-1-1,1 0 1,-1 1 0,1-1-1,0 0 1,-1 0-1,1 1 1,0-1 0,0-1-1,-1 1 1,1 0 0,0 0-1,3 0 1,12 7 104,-6 5 31,-7-8-107,0-1-1,1 1 0,-1-1 0,1 1 1,1-1-1,-1-1 0,9 6 0,57 31 317,-64-36-376,1-1 0,-1 1 0,1-1 1,15 3-1,-16-4 19,1 0 0,0 1 0,-1 0 0,14 7 0,-11-5-2,1 0 1,0 0-1,0-1 0,0-1 0,0 0 0,0 0 1,18 1-1,-3-2-13,-1 0 1,31-3 0,-39 0 36,0-1 0,0 0 0,0-2 0,22-7 1,-5-3 114,46-24 0,324-193 633,-346 194-711,-18 13 27,-1-2 0,44-39 1,-58 35-452,-54 63-3640,-38 25-4523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1.7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396 43 720,'-4'1'171,"4"-1"-127,-1 0 1,0 0-1,0 0 0,0 1 0,0-1 0,0 0 1,0 0-1,0 0 0,0-1 0,0 1 0,0 0 1,0 0-1,1 0 0,-1-1 0,0 1 0,0 0 0,0-1 1,0 1-1,0-1 0,1 1 0,-1-1 0,-1 0 1,2 0-7,1 0 1,-1 0 0,1 1 0,0-1 0,-1 1 0,1-1 0,0 0 0,-1 1 0,1-1 0,0 1 0,0-1 0,-1 1 0,1 0 0,0-1 0,0 1 0,0 0 0,0 0 0,-1-1-1,1 1 1,2 0 0,22-5 801,-21 5-697,96-16 2218,-58 13-1247,-37 3-765,-18-2-186,8 2-161,-45-3 46,0 3 1,0 2-1,-68 11 0,98-10-14,-4 0 2,-18 2 86,-49 13 0,84-16-88,-50 15 503,55-17-451,0 1 1,0-1-1,0 1 1,0 0-1,0 0 1,0-1-1,0 1 1,0 0-1,1 1 1,-1-1-1,0 0 1,1 0-1,-1 1 1,1-1-1,-1 1 1,1-1-1,0 1 1,0 0-1,-1-1 1,0 4 0,2-3-51,0-1 1,0 1 0,0-1 0,1 0 0,-1 1 0,0-1 0,1 0 0,-1 1 0,1-1 0,-1 0 0,1 1-1,0-1 1,-1 0 0,1 0 0,0 0 0,0 0 0,0 0 0,0 0 0,0 0 0,0 0 0,0 0 0,0 0-1,0 0 1,1-1 0,-1 1 0,2 0 0,35 8 44,-26-7 2,33 7-943,0-3-1,1-1 1,46-2-1,4-3-4007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2.1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27 240,'0'-6'2641,"0"1"3202,0 0-641,0-1-3201,25 6-320,25-5-480,-25 5-401,25 0-560,-5 5-720,5 6-1601,-25 0-1841,0 3-1360,0-2 319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 1921,'0'-5'5602,"25"-1"-3120,0 6-882,25 0-239,-5-5-241,5 0-79,50 5-161,100 0-1200,-25 0-4882,-55 0-4883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3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386 42 1040,'0'-4'538,"-2"-17"4789,1 21-5223,1-1 1,0 1-1,-1-1 1,1 1-1,-1-1 1,1 1-1,0-1 0,-1 1 1,1 0-1,-1-1 1,1 1-1,-1 0 1,0 0-1,1-1 0,-1 1 1,1 0-1,-1 0 1,1 0-1,-1 0 0,0-1 1,1 1-1,-1 0 1,1 0-1,-1 0 1,0 0-1,0 1 0,-3 4 2139,1 3-1778,-54 48 428,30-30-579,-35 43 0,46-51-135,0 0 0,-21 17-1,2-1 73,5-8-39,18-17-18,1 2 0,0-1-1,-17 22 1,15-15 49,7-7-35,17-10 8,-11 0-179,0-1-1,1 1 1,-1 0-1,1-1 1,-1 1-1,0-1 1,1 1-1,-1-1 1,0 1-1,1-1 1,-1 1-1,0-1 1,0 1-1,1-1 1,-1 1-1,0-1 1,0 1 0,0-1-1,0 1 1,0-1-1,0 1 1,0-1-1,0 0 1,0 1-1,0-1 1,0 1-1,0-1 1,0 1-1,0-1 1,-1 1-1,1-2 1,0 2-20,-1-1 0,1 0 0,0 0 0,0 1 0,0-1 1,0 0-1,-1 0 0,1 1 0,0-1 0,1 0 0,-1 0 0,0 1 1,0-1-1,0 0 0,0 0 0,1 1 0,-1-1 0,0 0 0,0 1 0,1-1 1,-1 0-1,1 1 0,-1-1 0,1 0 0,0 0 0,7-1 55,0 0 0,-1 0 0,1 1 0,0 0-1,1 0 1,-1 1 0,10 0 0,65 7 497,-69-5-512,156 8 583,-150-9-564,0-1 1,0-1-1,0-1 0,0 0 0,0-2 1,0 0-1,-1-2 0,35-13 0,-13 0 140,-1-1 0,57-38 0,-81 47-125,0-1 0,-1 0-1,-1-1 1,20-22 0,-16 16-11,-6 8-68,1 0 1,0 1-1,27-15 0,-27 18 40,-1-1 0,0 0 0,-1-1-1,1 0 1,12-13 0,-24 21-54,0 1 0,0 0 0,0 0 0,1 0 0,-1 0 1,0 0-1,0-1 0,1 1 0,-1 0 0,0 0 0,0 0 0,0-1 0,0 1 1,1 0-1,-1 0 0,0-1 0,0 1 0,0 0 0,0 0 0,0-1 0,0 1 1,0 0-1,0 0 0,0-1 0,0 1 0,0 0 0,0 0 0,0-1 1,0 1-1,0 0 0,0-1 0,0 1 0,0 0 0,0 0 0,0-1 0,0 1 1,0 0-1,0 0 0,-1-1 0,1 1 0,0 0 0,0 0 0,0 0 0,0-1 1,-1 1-1,1 0 0,0 0 0,0 0 0,0 0 0,-1-1 0,1 1 0,0 0 1,0 0-1,-1 0 0,1 0 0,0 0 0,0 0 0,-1 0 0,1 0 1,0 0-1,0 0 0,-1 0 0,1 0 0,-1 0 0,-12 0-183,7 4-156,4 0 295,-22 24 102,-46 41-1,47-49 211,2 1 0,0 1-1,-32 45 1,19-17 508,-61 70-1,16-12-1426,62-91 22,14-13 270,-1-1-1,1 0 1,0 1-1,0-1 1,1 1 0,-3 5-1,3-7-148,1 1 0,1-1 0,-1 1 0,0 0 0,1-1 0,-1 1 0,1 0 0,0 3 1,0 23-7749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4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1441,'25'0'2481,"0"-4"80,25 4 80,25-5 240,75-6 961,95 0-160,-95 6-2401,-75 10-1842,25-5-1920,-50-5-2401,-25 5-2962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4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 42 800,'-1'-1'256,"-1"1"0,1 0 0,0 0-1,0 0 1,0-1 0,-1 1 0,1-1 0,0 1-1,0-1 1,0 1 0,0-1 0,0 0-1,0 1 1,0-1 0,0 0 0,0 0 0,1 0-1,-1 0 1,0 1 0,-1-3 0,3 2-74,-1 0 1,1 0-1,0 0 1,-1 0-1,1 0 0,0 0 1,0 1-1,0-1 1,-1 0-1,1 0 1,0 1-1,0-1 1,0 1-1,0-1 1,0 1-1,0-1 1,0 1-1,1-1 1,-1 1-1,0 0 1,0 0-1,0 0 1,0 0-1,0-1 0,0 1 1,2 1-1,13-5 559,27-5 295,-41 9-991,1 0 0,-1 0 0,1 0 0,-1 0-1,1 0 1,-1 1 0,1-1 0,-1 1 0,0-1 0,1 1 0,-1 0-1,0 0 1,1 0 0,-1 0 0,2 2 0,-3-2-51,0 0 1,0 1-1,-1-1 1,1 1-1,-1-1 1,1 1-1,-1-1 1,1 1-1,-1-1 1,0 1-1,0 0 0,1-1 1,-1 1-1,0-1 1,-1 1-1,1 0 1,0-1-1,0 1 1,-1-1-1,1 1 1,-1-1-1,1 1 1,-1-1-1,0 1 0,1-1 1,-1 0-1,-1 2 1,-1 3-32,0-1-1,0 1 1,-1-1 0,0 0-1,0 0 1,0-1 0,-7 6-1,3-4 106,-2-1-1,1 0 0,0-1 0,-1 0 0,0 0 0,0-1 1,0 0-1,-16 1 0,19-2 71,0-1 0,0 0-1,-1-1 1,1 1 0,-1-1 0,1-1 0,0 0 0,-1 0 0,1 0-1,0-1 1,0 0 0,0 0 0,-9-5 0,14 4 270,9 1 101,13 2 108,84 17-644,-56-8-220,-1 2 1,-1 2-1,66 29 0,-110-41 229,0 0 0,0-1 0,0 1 1,-1 0-1,1 0 0,0 0 0,-1 0 0,1 1 0,-1-1 0,1 0 1,-1 1-1,1-1 0,-1 1 0,0 0 0,0-1 0,0 1 0,0 0 0,0-1 1,0 1-1,-1 0 0,2 2 0,-2-2 38,-1 0-1,1-1 1,0 1 0,-1-1-1,1 0 1,-1 1 0,0-1-1,1 1 1,-1-1 0,0 0-1,0 1 1,0-1 0,0 0-1,0 0 1,0 0 0,0 0-1,0 0 1,0 0 0,-1 0-1,-1 1 1,-5 3 311,-1 0 0,1-1 0,-1-1 0,0 1 0,0-1 0,0-1 0,-12 3 0,-2-2 520,-123 11 5485,126-13-6215,1-1 0,-39-7 0,43 3-588,8 1-346,8-1-1829,28-17-6975,13 1 3787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5.6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85 320,'25'-7'1121,"-25"-2"79,25-2 161,0 6-1,25-6 81,20 0-240,5 1-481,50 4-1040,25-4-1841,-25 5-1521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1 3522,'-25'27'3441,"25"3"-1200,-25 13-240,0 5-640,5-7-481,-5 7-79,0-11-1282,25-10-2080,25-11-2881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1 560,'0'32'2802,"0"20"-2082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47.0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72 320 1361,'-15'0'1086,"30"0"-65,-19 0-634,-58-5 3175,61 5-3483,1 0 0,0 0 0,-1-1 0,1 1 1,0 0-1,-1 0 0,1-1 0,0 1 0,0 0 1,-1-1-1,1 1 0,0 0 0,0-1 0,0 1 1,-1-1-1,1 1 0,0 0 0,0-1 0,0 1 0,0-1 1,0 1-1,0-1 0,0 1 0,0 0 0,0-1 1,0 1-1,0-1 0,0 1 0,0-1 0,0 1 0,0 0 1,1-1-1,-1 1 0,0-1 0,0 1 0,0 0 1,1-1-1,-1 1 0,0 0 0,0-1 0,1 1 1,-1 0-1,0-1 0,1 1 0,-1 0 0,1-1 0,74-60 2643,23-8-1220,-50 37-65,72-62-1,-114 89-1257,-4 4-119,-1 0 0,0 0 0,1 0 0,-1 0 0,0-1 0,0 1 0,0 0 0,0 0 0,0-1 1,0 1-1,0-1 0,0 1 0,-1-1 0,1 1 0,0-1 0,-1 1 0,1-1 0,-1 1 0,0-1 1,1-2-1,-6 2 287,-8-1 66,19 4 768,35 7 159,103 14-1174,49 6-8776,-114-26 500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52.6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365 113 1921,'-30'-11'3371,"-31"-8"0,-19-8 1239,71 16-2076,-7 7-1480,-9-4 1040,25 8-2022,0 0-1,0 0 1,0 0-1,1 0 0,-1 0 1,0 0-1,0 0 1,0 0-1,0-1 1,0 1-1,1 0 0,-1 0 1,0 0-1,0 0 1,0 0-1,0 0 0,0-1 1,0 1-1,1 0 1,-1 0-1,0 0 1,0 0-1,0 0 0,0-1 1,0 1-1,0 0 1,0 0-1,0 0 0,0 0 1,0-1-1,0 1 1,0 0-1,0 0 1,0 0-1,0 0 0,0-1 1,0 1-1,0 0 1,0 0-1,0 0 0,0 0 1,0-1-1,0 1 1,0 0-1,0 0 1,-1 0-1,1 0 0,0-1 1,0 1-1,0 0 1,0 0-1,0 0 0,0 0 1,-1 0-1,1 0 1,0 0-1,0-1 1,0 1-1,0 0 0,0 0 1,-1 0-1,1 0 1,0 0-1,0 0 0,31-7 1101,-9 2-885,0 1 1,0 1-1,31-1 1,-34 4-193,-1-1-48,-1 1 1,0 0-1,0 2 0,1 0 1,-1 0-1,26 9 0,-42-11-37,-1 0-1,0 1 0,1-1 0,-1 0 0,0 0 0,1 0 0,-1 0 1,0 1-1,0-1 0,1 0 0,-1 0 0,0 0 0,0 1 0,1-1 1,-1 0-1,0 1 0,0-1 0,0 0 0,0 0 0,1 1 0,-1-1 1,0 0-1,0 1 0,0-1 0,0 0 0,0 1 0,0-1 0,0 0 1,0 1-1,0-1 0,0 0 0,0 1 0,0-1 0,0 0 1,0 1-1,0-1 0,0 0 0,0 1 0,-1-1 0,1 0 0,0 1 1,0-1-1,0 0 0,0 1 0,-1-1 0,1 0 0,0 0 0,0 1 1,-1-1-1,1 0 0,0 0 0,0 0 0,-1 1 0,1-1 0,0 0 1,-1 0-1,1 0 0,0 0 0,-1 0 0,1 0 0,0 1 0,-1-1 1,1 0-1,-32 13 553,-29-1 442,0-1 0,-1-4 0,0-2 0,-96-5 1,136 1-815,22-1-189,0 0 0,0 0 0,0 0 1,0 0-1,0 0 0,0 0 0,0 0 0,0 0 0,1 0 0,-1 0 1,0 0-1,0 0 0,0 0 0,0 0 0,0 0 0,0 0 1,0 0-1,0 0 0,0 0 0,0 0 0,0 0 0,0 1 0,0-1 1,0 0-1,0 0 0,0 0 0,0 0 0,0 0 0,0 0 1,0 0-1,1 0 0,-1 0 0,0 0 0,0 0 0,0 0 0,0 1 1,0-1-1,0 0 0,0 0 0,-1 0 0,1 0 0,0 0 1,0 0-1,0 0 0,0 0 0,0 0 0,0 0 0,0 0 0,0 0 1,0 1-1,0-1 0,0 0 0,0 0 0,0 0 0,0 0 1,0 0-1,0 0 0,0 0 0,0 0 0,0 0 0,17 6-8,2-3 7,0-1 0,33-1 0,-13-1 0,340 20 0,-358-18 0,-1 1 0,1 1 0,29 9 0,-39-10-2,-7-2-1,1 0 0,-1 1 0,0-1 0,0 1 0,0 0-1,0 0 1,6 4 0,0-1 3,-7-3 12,-13 3 0,-6 2-9,-28 10-3,-88 22 0,-24 7 0,124-34 0,-98 42 0,109-43 0,0 0 0,1 2 0,-35 29 0,49-38 0,5-3 0,0 0 0,-1 0 0,1 0 0,-1 0 0,1 1 0,0-1 0,0 0 0,0 1 0,0-1 0,0 0 0,0 1 0,0-1 0,0 1 0,0 0 0,1-1 0,-1 1 0,1 0 0,-1-1 0,1 1 0,0 2 0,-1-4 0,1 0 0,0 1 0,0-1 0,0 0 0,0 1 0,0-1 0,0 0 0,0 1 0,0-1 0,0 0 0,0 1 0,0-1 0,1 0 0,-1 1 0,0-1 0,0 0 0,0 0 0,0 1 0,0-1 0,0 0 0,1 1 0,-1-1 0,0 0 0,0 0 0,1 1 0,-1-1 0,0 0 0,0 0 0,1 0 0,-1 0 0,1 1 0,1-1 0,1 0 0,-1 0 0,1 0 0,-1 0 0,1-1 0,-1 1 0,1-1 0,-1 0 0,1 0 0,-1 0 0,0 0 0,1 0 0,-1 0 0,0 0 0,0-1 0,0 1 0,0-1 0,0 1 0,2-4 0,23-12 0,-27 17 10,12-4 65,-8 1-512,-18 2-1771,8 1-1880,6-22-13361,0 20 15515,0-27-4082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58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1 320,'0'4'1201,"-25"1"-161,25 1 321,0-1-561,-25 0-960,0 1-1441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58.9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28 1361,'0'-5'3121,"0"-1"-160,-25 1-159,25 0-481,25 5-480,0-6-241,0 6-399,25 0-241,25 0-319,0 6-241,45 4-240,5 6-960,-50 0-1442,-25-5-1359,-25-2-1441,-25-2-1281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9:59.2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2801,'-25'0'11766,"50"6"-9605,0-6-721,50 5-319,100 0-1,25 11-1440,-80-5-4562,-45-6-5443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2.5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52 880,'4'-1'1921,"13"-3"-53,-13 3-254,-4 1-1414,0-1-1,0 1 1,0 0 0,0 0-1,0 0 1,0-1 0,0 1 0,0 0-1,0 0 1,0 0 0,0-1-1,0 1 1,0 0 0,-1-2 1997,0 2-1998,1 0 1,0 0 0,0 0 0,0 0-1,0 0 1,-1 0 0,1 0-1,0-1 1,0 1 0,0 0-1,-1 0 1,1 0 0,0 0 0,-13 4 3075,-25 19-3296,10-6 1050,-84 38 230,69-37-757,2 2 1,0 1-1,-64 47 0,60-34-222,40-25-320,2-5 148,31-13 24,12-1-122,-18 5 65,1 0 1,0 1-1,0 1 1,26 0-1,267 17 152,-295-13-209,0-1 0,-1-1 0,1 0 0,0-2 0,-1-1 0,30-9 0,111-48 178,-122 44-158,231-99 362,-233 98-220,47-32 1,-84 50-181,0 0 0,0 0 0,0 0 1,0 0-1,0 0 0,-1 0 0,1 0 0,0 0 1,0-1-1,0 1 0,0 0 0,0 0 1,0 0-1,0 0 0,0 0 0,0 0 1,0 0-1,0 0 0,0 0 0,0-1 1,0 1-1,-1 0 0,1 0 0,0 0 1,0 0-1,0 0 0,0 0 0,0 0 0,0-1 1,0 1-1,0 0 0,0 0 0,0 0 1,1 0-1,-1 0 0,0 0 0,0 0 1,0 0-1,0-1 0,0 1 0,0 0 1,0 0-1,0 0 0,0 0 0,0 0 1,0 0-1,0 0 0,0 0 0,0 0 0,1 0 1,-1 0-1,0-1 0,0 1 0,0 0 1,0 0-1,-10 2 27,0 1 1,0 0-1,0 0 0,0 1 1,1 0-1,-1 1 0,1 0 1,-14 10-1,3-3 74,-17 11 103,-62 47 1,85-59-126,1 1-1,1 1 1,0 0 0,0 0 0,2 1 0,0 1 0,-16 28 0,9-11 175,13-25-252,-1 1-1,1-1 0,1 1 0,-1 0 1,1 0-1,1 0 0,0 0 0,0 0 1,-2 16-1,4-22-188,0-1 0,0 0 1,0 1-1,0-1 0,0 0 0,0 1 1,0-1-1,0 0 0,0 1 0,1-1 1,-1 0-1,1 0 0,-1 1 0,1-1 1,-1 0-1,1 0 0,0 0 0,-1 1 1,1-1-1,0 0 0,0 0 0,0 0 1,0 0-1,0-1 0,0 1 0,0 0 1,0 0-1,0-1 0,0 1 0,1 0 1,-1-1-1,0 1 0,0-1 0,1 0 1,0 1-1,23 5-8991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2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2961,'25'0'3922,"-25"5"-1521,25-5-480,0 6-160,25-6-80,75 0 480,70 10 80,-45-10-1041,-50 0-1040,25 11-1040,-50-11-1361,-25 0-2241,-25 5-1681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3.7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5 320,'71'-4'7070,"-70"4"-7030,0 0 1,1 0-1,-1 0 0,0 0 0,0 0 1,0 0-1,0 0 0,0 0 0,0 0 0,1 0 1,-1 1-1,0-1 0,0 0 0,0 1 1,0-1-1,0 1 0,0-1 0,0 1 1,0-1-1,0 1 0,0 0 0,0 0 1,-1-1-1,1 1 0,0 0 0,0 0 1,-1 0-1,1 0 0,-1 0 0,1 0 1,0 0-1,-1 0 0,0 0 0,1 0 1,-1 0-1,0 0 0,1 0 0,-1 0 1,0 1-1,0-1 0,0 0 0,0 0 1,0 0-1,0 0 0,-1 0 0,1 0 1,0 1-1,0-1 0,-1 0 0,1 0 1,-1 0-1,1 0 0,-1 0 0,1 0 1,-1 0-1,0 0 0,1 0 0,-2 0 0,-5 7 98,-1-1-1,0-1 0,0 1 1,-1-2-1,0 1 0,0-1 1,0 0-1,-1-1 0,1 0 1,-18 5-1,24-8-60,-7 3 506,0-1 0,0 0-1,-1-1 1,1 0 0,0 0 0,-1-1 0,1 0 0,-1-1-1,1 0 1,-1-1 0,1 0 0,-21-5 0,-39-5 3485,154 23-2451,28 4-1578,-98-13-53,-1 0 1,0 1-1,0 0 1,-1 1-1,1 0 0,13 9 1,-14-7 17,0 1 1,-1 0-1,1 1 1,-2 0-1,20 21 1,-29-29 4,0 0 1,-1 0-1,1 1 1,0-1 0,-1 0-1,1 0 1,-1 1 0,1-1-1,-1 0 1,1 1-1,-1-1 1,0 1 0,0-1-1,0 0 1,0 1 0,0-1-1,0 1 1,0-1-1,0 0 1,-1 1 0,1-1-1,0 1 1,-1-1 0,1 0-1,-1 0 1,0 1-1,1-1 1,-1 0 0,0 0-1,0 0 1,0 1 0,0-1-1,-1 1 1,1-1 53,0 1 1,-1-1-1,1 1 1,0 0 0,0 0-1,0 0 1,0-1-1,0 1 1,1 0-1,-1 0 1,1 0 0,-1 0-1,1 1 1,-1 1-1,1-2 54,0 0-1,0-1 0,-1 1 1,1 0-1,-1-1 1,1 1-1,-1 0 1,0-1-1,1 1 0,-1 0 1,0-1-1,0 1 1,0-1-1,0 0 0,0 1 1,-1-1-1,1 0 1,0 0-1,-1 0 1,1 0-1,-1 0 0,1 0 1,-1 0-1,-2 1 1,-16 14 1780,15-9-1489,3-4-296,-1 0 1,1 1-1,-1-1 1,0 0-1,0 0 0,0-1 1,0 1-1,0-1 1,-1 1-1,1-1 0,-1 0 1,0 0-1,1-1 1,-7 3-1,-17 5-620,-1-1 1,-1-1-1,-28 4 1,42-9-317,0-1 0,-1 0 0,1-2 0,0 1 0,0-2-1,0 0 1,-25-7 0,27-1-9474,-8-5-26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4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17 2081,'-25'0'15420,"21"0"-13299,-13 0-360,13 0-387,8 0-307,190-6 1084,4 1-4142,-109 6 12,33 0-3394,-38-4-3415,-55-1 3265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4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2881,'25'0'5603,"0"0"-3362,-25 7-560,25-2-561,-25 6-560,0 9-1600,0 17-4723,0-21-480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5.4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0 2641,'-70'46'4802,"20"7"-2080,0-10-1362,25-18-719,-25 7-561,50-10-881,0-12-1520,0-15-2721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05.8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520 1 1121,'0'0'5122,"0"5"-3441,-25-5-1,25 11 1042,-95 35 3841,-5 18-2481,25-6-3122,0-11-640,0 11 0,25-10-80,25-11-240,25-16-2001,25-21-5522,25-21-4322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13.0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1377 25 1521,'0'1'82,"0"-1"1,0 0 0,0 0 0,0 0-1,0 0 1,0 0 0,-1 0-1,1 0 1,0 1 0,0-1-1,0 0 1,0 0 0,0 0 0,0 0-1,0 0 1,0 1 0,0-1-1,0 0 1,0 0 0,0 0-1,0 0 1,0 0 0,0 0 0,0 1-1,0-1 1,0 0 0,0 0-1,0 0 1,0 0 0,1 0 0,-1 0-1,0 1 1,0-1 0,0 0-1,0 0 1,0 0 0,0 0-1,0 0 1,0 0 0,0 0 0,1 0-1,-1 1 1,0-1 0,0 0-1,0 0 1,0 0 0,0 0 0,0 0-1,1 0 1,-1 0 0,0 0-1,0 0 1,0 0 0,0 0-1,0 0 1,1 0 0,-1 0 0,0 0-1,0 0 1,0 0 0,0 0-1,0 0 1,0 0 0,1 0-1,-1 0 1,0 0 0,0-1 0,0 1-1,0 0 1,17 0 811,-13 0-254,-5-1-47,6-2-506,41-1 1580,55 3 0,-81 1-1159,-15-3 98,-3 0-492,-1 3-93,0 0-1,-1 0 1,1 0-1,-1-1 1,1 1-1,-1 0 0,1 0 1,-1 0-1,1 0 1,-1 0-1,1 0 1,0 0-1,-1 0 0,1 0 1,-1 0-1,1 0 1,-1 1-1,1-1 1,-1 0-1,1 0 0,-1 0 1,1 1-1,-1-1 1,1 0-1,-1 1 1,1-1-1,-1 0 0,1 1 1,-1-1-1,0 1 1,1 0-1,-1 0 767,-3-1-373,-93-12 2200,56 9-2153,8 0 84,-1 1-1,-58 5 0,77-3-441,11 0-83,0 0 0,0-1 0,0 1-1,1 1 1,-1-1 0,0 0 0,0 1-1,1-1 1,-1 1 0,-5 2 0,4-2 60,-11 0-61,0 1 1,0 1 0,-21 7 0,0 0-6,-14 6 293,35-8-122,-24 5-50,8 0 8,16-5-139,15-8-5,1 0 1,-1 0-1,0 0 0,0 0 1,0 1-1,0-1 1,0 0-1,1 0 0,-1 0 1,0 0-1,0 0 1,0 0-1,0 1 0,0-1 1,0 0-1,0 0 1,0 0-1,0 0 0,0 1 1,0-1-1,0 0 1,0 0-1,0 0 0,0 0 1,0 1-1,0-1 1,0 0-1,0 0 0,0 0 1,0 0-1,0 1 1,0-1-1,0 0 0,0 0 1,0 0-1,0 0 1,0 1-1,0-1 0,-1 0 1,1 0-1,0 0 1,0 0-1,0 0 0,0 0 1,0 1-1,0-1 1,-1 0-1,1 0 0,0 0 1,0 0-1,0 0 1,0 0-1,-1 0 0,1 0 1,0 0-1,0 0 1,16 4 193,-14-4-192,102 5 652,-67-6-493,-1 2 1,1 1-1,-1 2 0,68 16 0,-102-20-155,-1 0-3,0 1-1,0-1 1,0 0-1,0 0 1,0 0-1,0 1 1,0-1-1,0 0 1,0 1-1,0-1 1,0 1-1,0-1 1,0 1-1,0-1 1,-1 1-1,1 0 1,0-1-1,0 1 0,-1 0 1,1 0-1,0 0 1,-1-1-1,1 1 1,-1 0-1,1 0 1,-1 0-1,1 0 1,-1 0-1,0 0 1,0 0-1,1 0 1,-1 0-1,0 0 1,0 0-1,0 0 1,0 0-1,0 0 1,0 0-1,0 0 1,-1 2-1,1-3-3,0 1 0,0 0 0,0-1 0,0 1 0,0 0 0,0-1 0,0 1-1,-1-1 1,1 1 0,0 0 0,0-1 0,-1 1 0,1-1 0,0 1-1,-1-1 1,1 1 0,-1 0 0,1-1 0,-1 0 0,1 1 0,-1-1 0,1 1-1,-1-1 1,0 1 0,-16 11-53,-1-1 0,0-1 0,-36 16 0,-71 18 119,-5 3 1319,107-36-1017,-1-1 0,0-2 0,0 0 0,-1-1 0,0-2 0,-34 4 0,-703 38 5068,762-47-5434,-39-1-1161,39 1 1107,0 0 1,0 0 0,0-1 0,0 1-1,0 0 1,0 0 0,0 0 0,0 0-1,0 0 1,0 0 0,0 0 0,0 0-1,0 0 1,0-1 0,0 1 0,0 0-1,0 0 1,0 0 0,0 0-1,0 0 1,0 0 0,0 0 0,0 0-1,0 0 1,0 0 0,0-1 0,0 1-1,0 0 1,0 0 0,0 0 0,0 0-1,0 0 1,0 0 0,-1 0 0,1 0-1,0 0 1,0 0 0,0 0 0,0 0-1,0 0 1,0 0 0,0 0 0,32-6-4126,97-9-9513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0:14.1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890 142 560,'0'-2'317,"1"1"0,0-1 0,-1 0 0,1 0 0,0 1-1,0-1 1,0 0 0,0 1 0,0-1 0,0 1 0,0-1 0,0 1 0,1 0-1,-1 0 1,4-3 0,5-6 2604,-3 4-1939,-6 5-797,0 1-1,0-1 0,0 0 1,0 0-1,0 0 1,0 0-1,-1 0 1,1 0-1,0 0 0,0 0 1,-1 0-1,1 0 1,0 0-1,-1-1 1,0 1-1,1 0 0,-1 0 1,1-1-1,-1 1 1,0-2-1,0 1-23,0 1 0,0 0-1,0 0 1,1 0 0,-1 0-1,0 0 1,1-1 0,-1 1 0,1 0-1,-1 0 1,1 0 0,-1 0-1,1 0 1,0 0 0,-1 0-1,1 1 1,0-1 0,0 0 0,0 0-1,1-1 1,-1 2-21,0-1 0,0 0-1,0 0 1,0 0 0,0 0-1,0 0 1,-1 0 0,1 0 0,0 0-1,0-1 1,-1 1 0,1 0 0,-1 0-1,1 0 1,-1-1 0,0 1 0,1 0-1,-1-1 1,0 1 0,0-3 0,0-2 424,0 5-454,0 0 0,-1 0 0,1 0 0,0 0 0,0 0-1,0 0 1,1 0 0,-1 0 0,0 0 0,0 0 0,0 0 0,1 0 0,-1 0 0,0 0 0,1 0 0,0-1 0,1 1-100,-1 1-1,0 0 1,0 0-1,1-1 1,-1 1-1,0 0 1,1 0-1,-1 0 1,0 1-1,1-1 1,-1 0-1,0 0 1,0 1 0,1-1-1,-1 1 1,0-1-1,0 1 1,2 0-1,39 11-249,-34-3 160,-7-8 80,0-1 0,0 0 0,0 0 0,0 1 0,0-1 0,0 1 0,0-1 0,0 1 0,-1-1 0,1 1 0,0 0 0,0-1 0,0 1 0,-1 0 0,1 0 0,0 0 0,0 0 0,-10 12 0,2-6 0,7-6-3,-1 0 1,1 0-1,-1 0 1,1 0-1,-1 0 0,1 0 1,0 0-1,-1 0 1,1 0-1,0 0 0,0 0 1,0 0-1,0 0 0,0 0 1,0 0-1,0 0 1,1 1-1,-1-1-1,0 0 0,0 0 0,0-1 0,0 1 0,0 0 0,0-1 0,0 1 0,0 0 0,0 0 0,0-1 0,0 1 0,0 0 0,0-1 0,-1 1 0,1 0 0,0-1 0,0 1 0,-1 0 0,1-1 0,-1 1 0,1 0 0,0-1 0,-1 1 0,0 0 0,-22 15 83,15-9-37,-1-1 0,0 0 0,0-1 0,-1 0 0,0 0 1,-12 3-1,-7 3 76,-1-1 0,-1-2 0,1-1 0,-1-2 1,0-1-1,-49 1 0,30-6 402,46 1-640,8 0 40,25 1 87,40 5 0,-57-4 0,0 0 1,0 1-1,0 0 1,-1 1 0,1 0-1,14 9 1,91 42-182,-114-53 163,-1 0 0,1 0 0,-1 0 0,1 0 0,-1 0 0,0 1 0,0-1 0,0 1 0,0-1 0,0 1 0,1 3 0,-2-5 14,-1 1 0,1-1-1,-1 0 1,1 0 0,-1 1 0,0-1-1,0 0 1,1 1 0,-1-1-1,0 0 1,0 1 0,-1-1 0,1 0-1,0 1 1,0-1 0,0 0-1,-1 1 1,1-1 0,-1 0 0,1 0-1,-1 1 1,0-1 0,1 0-1,-1 0 1,0 0 0,0 0 0,0 0-1,-1 2 1,-6 2 42,-1 0 0,1 0 0,-1-1 0,-14 6 0,-11 5 117,10-4 21,0-1 0,0-2 1,-42 10-1,8-3 138,-56 12 672,-128 14 1,-14 2-6063,223-34-3401,8-7-3603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4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1 1281,'0'0'3201,"4"0"-2160,13 0-14,-13 0 1601,-4 0-2539,0 1 1,0-1-1,1 1 1,-1-1-1,0 1 1,0-1-1,0 1 1,0-1-1,0 1 1,0-1-1,0 1 1,0-1-1,0 1 1,0-1-1,0 1 1,-1-1-1,1 0 1,0 1-1,0-1 1,0 1-1,-1-1 1,1 1-1,0-1 1,0 1-1,-1-1 1,1 0-1,0 1 1,-1-1-1,1 0 1,-1 1-1,-3 1-38,3-2 28,0 1 0,0-1 0,0 0 0,0 1 0,0-1 0,0 1 0,0-1 0,0 1 0,0 0 0,1-1 0,-1 1 0,0 0 0,1 0 0,-1 0-1,0-1 1,1 1 0,-1 0 0,1 0 0,-1 0 0,1 0 0,-1 0 0,1 0 0,0 0 0,-1 0 0,1 0 0,0 0 0,0 0 0,0 0 0,0 0 0,0 0 0,0 0 0,0 0 0,0 0 0,1 2 0,-1-2-32,0-1 0,0 1 0,0 0 0,0-1 0,0 1 0,0 0 0,0-1 0,1 1 0,-1-1 0,0 1 0,0 0 0,1-1 0,-1 1 0,0-1 0,1 1 0,-1-1 0,1 1 0,-1-1 0,0 1 0,1-1 0,-1 1 0,1-1 0,-1 1 0,1-1 0,0 0 0,-1 1 0,1-1 0,-1 0 0,1 0 0,0 1 0,0-1 0,0 0 13,0 0-1,-1 0 0,1 1 1,0-1-1,-1 0 0,1 1 0,-1-1 1,1 0-1,-1 1 0,1-1 0,0 0 1,-1 1-1,1-1 0,-1 1 1,0-1-1,1 1 0,-1 0 0,1-1 1,-1 1-1,0-1 0,1 1 1,-1 0-1,0-1 0,0 1 0,1-1 1,-1 1-1,0 0 0,0-1 0,0 1 1,0 0-1,0 1 0,0 0 87,1-1 0,-1 1 0,1 0 0,0 0 0,-1 0 0,1 0 0,0-1 0,0 1 1,0 0-1,0-1 0,1 1 0,-1-1 0,0 1 0,1-1 0,-1 0 0,1 0 0,-1 1 0,4 0 0,38 23 1374,-30-18-986,24 12 612,-16-9-651,0 1 1,0 1 0,-1 1 0,-1 0-1,0 2 1,18 17 0,-27-22-243,0-1 1,0 0-1,21 14 1,0-1 12,-24-13-93,-10-6 152,0-4 34,10-3-82,-2 2-221,-4 2-42,-1 0 0,1 0-1,0 0 1,0-1 0,-1 1-1,1 0 1,0 0-1,-1-1 1,1 1 0,0-1-1,-1 1 1,1 0 0,0-1-1,-1 1 1,1-1 0,-1 1-1,1-1 1,-1 0-1,1 1 1,-1-1 0,1 0-1,-1 1 1,0-1 0,1 0-1,-1 1 1,0-1 0,0 0-1,1 0 1,-1 1-1,0-1 1,0 0 0,0 0-1,0 1 1,0-2 0,0-1 21,0 1 0,1-1 0,-1 0 1,1 1-1,0-1 0,0 0 1,0 1-1,0 0 0,0-1 0,0 1 1,1-1-1,-1 1 0,1 0 0,0 0 1,-1 0-1,4-3 0,41-30 327,-30 24-230,193-115 896,-177 110-1030,1 2 0,1 2 1,0 0-1,0 3 0,56-9 1,-73 15-37,-13 2-635,-1 0-2485,-3 1 2745,1 0 0,0 0 0,-1 0 0,1 0 1,0 0-1,-1 0 0,1 0 0,0 0 0,-1 0 0,1 1 1,0-1-1,-1 0 0,1 0 0,-1 1 0,1-1 1,0 0-1,-1 1 0,1-1 0,-1 0 0,1 1 0,-1-1 1,1 1-1,-1-1 0,1 1 0,-2 0-100,0 0 1,0 0-1,-1 0 0,1 0 1,0 0-1,-1 0 0,1-1 1,-1 1-1,1-1 0,0 1 0,-1-1 1,1 0-1,-1 1 0,-1-1 1,-43 6-6598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5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392 36 240,'21'-5'1121,"-21"5"-1077,0 0 0,0 0 0,1 0 0,-1 0 1,0 0-1,0 0 0,0 0 0,1 0 1,-1-1-1,0 1 0,0 0 0,0 0 0,1 0 1,-1 0-1,0 0 0,0 0 0,0-1 0,0 1 1,0 0-1,1 0 0,-1 0 0,0 0 0,0-1 1,0 1-1,0 0 0,0 0 0,0 0 1,0-1-1,0 1 0,0 0 0,0 0 0,0 0 1,1-1-1,-1 1 0,0 0 0,0 0 0,-1 0 1,1-1-1,0 1 0,0 0 0,0 0 0,0 0 1,0-1-1,0 1 0,0 0 0,0 0 1,0 0-1,0-1 0,0 1 0,-1 0 0,1 0 1,0 0-1,0 0 0,0-1 0,0 1 0,0 0 1,-1 0-1,1 0 0,0 0 0,0 0 0,0 0 1,-1 0-1,1-1 0,0 1 0,0 0 1,0 0-1,-1 0 0,1 0 0,0 0 0,-12-2 655,-20-5 370,1 2 0,-1 1 1,-61 1-1,86 4-996,-65 9 521,58-8-514,-3 1 37,1 1 1,-25 7-1,39-10-97,-1-1 1,1 1-1,-1 0 0,1 0 1,0 0-1,0 0 0,-1 0 1,1 1-1,0-1 0,0 1 0,0-1 1,0 1-1,1 0 0,-1 0 1,0-1-1,1 1 0,-1 0 1,1 1-1,0-1 0,-1 0 1,1 0-1,0 1 0,1-1 1,-1 0-1,-1 5 0,3-4 19,0 1 0,0 0 0,0-1 0,0 1 0,0 0 0,1-1 0,0 0 0,-1 1 0,1-1 0,1 0 0,-1 0 0,0 0 0,1 0 0,-1 0 0,1-1 0,3 3 0,8 7 123,30 19 1,-35-25-460,0 0 0,1-1 0,16 6 0,-9-6-948,1-1 0,18 2 0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6.5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33 1361,'49'-16'7970,"-41"13"-7322,0 0 1,-1 1 0,1 0 0,1 0 0,-1 0 0,16 0 0,-24 2-645,0 0 0,1 0 0,-1 0 0,0 1-1,0-1 1,1 0 0,-1 0 0,0 0 0,0 1 0,1-1 0,-1 0 0,0 0-1,0 1 1,0-1 0,0 0 0,1 0 0,-1 1 0,0-1 0,0 0 0,0 0 0,0 1-1,0-1 1,0 0 0,0 1 0,0-1 0,0 0 0,0 1 0,0-1 0,0 0-1,0 1 1,0-1 0,0 0 0,0 1 0,0-1 0,0 0 0,0 0 0,0 1-1,0-1 1,-1 0 0,1 1 0,0-1 0,0 0 0,0 0 0,0 1 0,-1-1 0,1 0-1,0 0 1,0 0 0,-1 1 0,1-1 0,0 0 0,0 0 0,-1 0 0,1 0-1,-18 17 76,-1-1-1,0-2 0,-41 25 0,38-26 10,-32 17 285,57-31-471,8-2 91,0-1 0,0 0 0,0 0 0,0-1 0,-1-1 0,14-8 0,-14 4-68,-8 9 66,-1-1 0,1 1 0,-1 0 0,1 0 0,-1-1 0,0 1 1,0 0-1,0-1 0,0 0 0,0 1 0,0-1 0,0 1 0,0-1 0,-1 0 0,1 0 1,0-2-1,-1 3 4,-1 0 1,1 1-1,-1-1 0,1 0 1,-1 0-1,1 0 1,-1 0-1,0 1 1,1-1-1,-1 0 1,0 0-1,1 1 1,-1-1-1,0 1 1,0-1-1,0 1 0,0-1 1,0 1-1,1-1 1,-1 1-1,0 0 1,0-1-1,0 1 1,0 0-1,0 0 1,0 0-1,0 0 1,0 0-1,0 0 0,0 0 1,0 0-1,-2 1 1,-36 2 13,35-3-2,-7 2 81,-1 0 0,1 1 0,0 0 0,0 1 0,0 0 0,0 1 1,1 0-1,0 1 0,-13 8 0,22-13-60,0 0 0,0 0 0,0-1 0,1 1 0,-1 0 0,0 0 0,0 0 0,1 0 0,-1 1 0,1-1 0,-1 0 0,1 0 0,-1 0 0,1 0 0,0 0 0,-1 1 0,1-1 0,0 0-1,0 0 1,0 1 0,0-1 0,0 0 0,0 0 0,0 1 0,0-1 0,1 0 0,-1 0 0,0 0 0,1 1 0,-1-1 0,2 1 0,-1 0 9,0 0 0,0 0 0,0 0 0,1 0-1,-1 0 1,1 0 0,0-1 0,-1 1-1,1 0 1,0-1 0,0 0 0,4 3 0,6 0-459,1-1 0,0 0 0,0 0 0,0-2 0,0 0 0,0 0 1,22-2-1,-18-1-1639,0 0 0,20-7 0,-8 3-467,21-4-1434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6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571 0 960,'-25'5'2322,"-25"27"1439,-50 11 401,25-2-2241,30-4-1521,20 6 0,-25-2 161,0 2-1,0-1-80,0-6-240,25-9-640,0-1-1361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7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300 58 1201,'0'0'59,"0"0"1,0 0-1,0 1 1,0-1 0,0 0-1,1 0 1,-1 0-1,0 0 1,0 0 0,0 1-1,0-1 1,0 0-1,0 0 1,0 0 0,0 0-1,0 1 1,0-1 0,0 0-1,0 0 1,0 0-1,0 0 1,0 1 0,0-1-1,0 0 1,0 0-1,0 0 1,0 0 0,0 0-1,0 1 1,0-1-1,-1 0 1,1 0 0,0 0-1,0 0 1,0 0 0,0 1-1,0-1 1,0 0-1,0 0 1,-1 0 0,1 0-1,0 0 1,0 0-1,0 0 1,0 0 0,0 0-1,-1 0 1,1 0-1,0 1 1,0-1 0,0 0-1,0 0 1,-1 0 0,1 0-1,0 0 1,0 0-1,0 0 1,0 0 0,-1 0-1,1-1 1,0 1-1,0 0 1,0 0 0,-9 3 650,0 0 0,0-1 0,1-1 0,-12 2 0,-25 5 889,20-2-675,0 2 1,-28 14 0,46-19-687,-1 0 0,2 1 0,-1 0 0,0 0 0,1 1 1,0 0-1,0 0 0,0 1 0,0-1 0,1 1 0,0 0 0,-4 7 0,8-11-186,0-1-1,0 0 1,0 1-1,1-1 1,-1 1-1,0-1 1,1 1-1,-1-1 1,1 1-1,0-1 1,-1 1 0,1-1-1,0 1 1,0 0-1,0-1 1,0 1-1,0-1 1,0 1-1,1 0 1,-1-1 0,0 1-1,1-1 1,-1 1-1,1-1 1,0 1-1,-1-1 1,1 0-1,0 1 1,0-1-1,0 0 1,0 1 0,0-1-1,0 0 1,0 0-1,1 0 1,-1 0-1,3 2 1,2 0 43,1 0 0,0-1 1,0 1-1,0-1 0,0-1 1,0 1-1,8 0 0,7 1 76,-1-1 0,1 0 0,0-2 0,0-1 0,0 0 0,-1-2 0,1 0 0,-1-2 0,0 0 0,34-14 0,-30 9-136,78-38 63,-92 42-92,-1 0 0,1-1-1,-1 0 1,-1-1 0,0 0 0,15-17 0,-23 24-41,0 0 0,0 0 0,0 0 0,0 0 0,0 1 0,-1-1 0,1 0 1,-1-1-1,1 1 0,0 0 0,-1 0 0,0 0 0,1 0 0,-1 0 0,0 0 1,1-1-1,-1 1 0,0 0 0,0 0 0,0 0 0,0-1 0,0 1 0,0 0 1,-1 0-1,1 0 0,0-1 0,0 1 0,-1 0 0,1 0 0,-1 0 0,1 0 1,-1 0-1,0 0 0,1 0 0,-1 0 0,-1-1 0,-2-2-545,-1 1 0,1 0 0,-1 0 0,0 0 0,0 1 0,-8-3 0,6 2-419,-39-16-5164,-4-2-1334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7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0 2641,'0'7'3442,"0"13"720,-50 12 2401,0 5-641,0 0-3440,0-1-1522,25-4-240,-25 5-320,25 6-79,0-7-161,-25-10-1521,25 5-2561,25-3-1840,0-19-481,0 2-1441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8.0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80,'50'-5'3602,"0"-6"-1,0 11-159,0 5-561,25 1-1040,25 4-1601,-5-4-2321,-20-6-3121,-25 0 400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8.4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470 10 1921,'0'-10'21559,"0"34"-16194,-4 36-5237,2-57-95,1 0 0,-1 1-1,1-1 1,-1 0 0,0 0-1,0 0 1,-1 0 0,1 0-1,0 0 1,-1-1-1,0 1 1,0-1 0,-3 3-1,-44 21 154,18-10-148,14-6-86,2 0 0,-1 1 0,1 1-1,-17 17 1,31-27 63,0-1 0,0 1-1,0-1 1,1 1-1,-1 0 1,0-1-1,1 1 1,0 0-1,-1 0 1,1 0 0,0 0-1,0 0 1,0 0-1,0 1 1,0-1-1,1 0 1,-1 0-1,1 1 1,-1-1 0,1 0-1,0 4 1,4-4-309,22-6-534,-25 4 796,0-1 0,0 1 0,0 0 1,0 0-1,0-1 0,0 1 0,0 0 1,-1-1-1,1 1 0,0-1 0,0 1 1,0-1-1,0 0 0,-1 1 0,1-1 1,0 0-1,-1 1 0,1-1 0,0 0 1,-1 0-1,1 0 0,-1 0 0,0 1 1,1-1-1,0-2 0,-1 2 26,0 1 1,0-1-1,0 1 1,0-1-1,0 0 1,0 1-1,0-1 0,1 1 1,-1-1-1,0 1 1,0-1-1,1 1 1,-1-1-1,0 0 0,1 1 1,-1 0-1,0-1 1,1 1-1,-1-1 0,1 1 1,-1-1-1,1 1 1,-1 0-1,1-1 1,-1 1-1,1 0 0,-1 0 1,1-1-1,-1 1 1,1 0-1,1 0 1,-2 0 10,1 0 0,0-1 1,-1 1-1,1 0 1,0 0-1,-1-1 0,1 1 1,-1 0-1,1-1 1,0 1-1,-1-1 0,1 1 1,-1 0-1,1-1 1,-1 1-1,0-1 1,1 1-1,-1-1 0,1 0 1,-1 1-1,0-1 1,1 1-1,-1-1 0,0 0 1,0 1-1,0-1 1,1 0-1,-1 1 0,0-1 1,0 0-1,0 1 1,0-2-1,0 1 11,-1 1 0,1-1 0,0 0 0,0 0 0,0 0 0,-1 1-1,1-1 1,-1 0 0,1 0 0,0 1 0,-1-1 0,1 0 0,-1 1 0,1-1 0,-1 1 0,0-1 0,1 1 0,-1-1-1,0 1 1,1-1 0,-1 1 0,0-1 0,0 1 0,1 0 0,-1-1 0,0 1 0,0 0 0,0 0 0,1 0 0,-3-1 0,-37-2 464,5 5 18,-1 1 0,-51 12 0,79-13-351,1 0 0,-1 1 0,1-1 0,0 1-1,0 1 1,-11 6 0,16-9-127,1 0-1,-1 0 1,1 0 0,0 0-1,-1 1 1,1-1-1,0 0 1,0 1-1,0-1 1,0 1-1,0-1 1,0 1-1,0-1 1,1 1 0,-1 0-1,0-1 1,1 1-1,-1 0 1,1 0-1,0-1 1,0 1-1,0 0 1,0 0 0,0-1-1,0 1 1,0 0-1,0 0 1,1-1-1,-1 1 1,1 0-1,0 2 1,2 1 21,-1 1 0,2-1 0,-1 0 0,0 0 0,1 0 1,0-1-1,0 1 0,1-1 0,-1 0 0,1 0 0,0-1 0,0 1 0,6 3 0,20 7-2421,1-5-3792,14-3-5914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9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1841,'0'0'13366,"25"0"-10965,0 4-480,0-4-480,25 0-481,25 0-720,50 11-1921,0-11-3441,-55 0-1041,-45-11 721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09.6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1 400,'25'4'6723,"25"6"-720,20 12-1361,5 4-2081,0 1-2801,-25-11-4322,0-12-6963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17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52 211 480,'0'-1'77,"0"1"1,0-1-1,0 1 0,0 0 0,0-1 0,0 1 1,0-1-1,0 1 0,0 0 0,0-1 1,-1 1-1,1 0 0,0-1 0,0 1 0,0 0 1,0-1-1,-1 1 0,1 0 0,0-1 0,0 1 1,0 0-1,-1-1 0,1 1 0,0 0 0,-1 0 1,1-1-1,0 1 0,-1 0 0,1 0 0,0 0 1,-1-1-1,1 1 0,0 0 0,-1 0 1,1 0-1,0 0 0,-1 0 0,1 0 0,-1 0 1,1 0-1,0 0 0,-1 0 0,1 0 0,-1 0 1,1 0-1,0 0 0,-1 0 0,1 0 0,-1 1 1,-9-3 1610,8-7 3928,-3 9-4562,-11 0-173,12 0 2427,3-1-3203,1 1-1,0 0 1,0-1 0,0 1 0,0 0 0,0-1-1,0 1 1,0-1 0,0 1 0,0 0 0,0-1-1,0 1 1,0-1 0,0 1 0,0 0 0,0-1-1,0 1 1,0-1 0,0 1 0,0 0 0,1-1 0,-1 1-1,0 0 1,0-1 0,0 1 0,1 0 0,-1-1-1,0 1 1,1 0 0,-1-1 0,0 1 0,0 0-1,1 0 1,0-1 0,16-10 929,16-7 253,60-16-180,64-21-533,-36 12-387,-114 39-170,-4 2-8,1 0 0,-1 1 0,0 0 0,1 0 0,-1 0 0,1 0-1,-1 0 1,1 1 0,3-1 0,-2 0-115,-6 3 108,1-1 0,0 0 0,0 0 0,-1 0 1,1 0-1,0 0 0,-1 0 0,1 0 0,-1 0 0,0 0 1,1 0-1,-1 0 0,0 0 0,1 0 0,-1 0 0,0-1 1,0 1-1,0 0 0,0 0 0,0-1 0,0 1 0,0-1 1,0 1-1,-1 0 0,-14 9 170,-33 23 329,25-18-309,2 1-1,0 0 1,-27 27 0,12-17-698,12-8-2262,24-17 2610,1-1 1,0 0 0,0 1 0,-1-1 0,1 1 0,0-1 0,0 1-1,0 0 1,0-1 0,0 1 0,0-1 0,0 1 0,0-1 0,0 1-1,0-1 1,0 1 0,0-1 0,0 1 0,0-1 0,0 1 0,0-1-1,1 1 1,-1-1 0,0 1 0,0-1 0,1 1 0,-1-1 0,0 1-1,1-1 1,-1 0 0,0 1 0,1-1 0,-1 1 0,1-1 0,-1 0-1,1 1 1,-1-1 0,0 0 0,1 0 0,-1 0 0,1 1 0,0-1-1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17.9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484 69 800,'-1'0'331,"1"1"-1,0-1 1,0 1-1,-1 0 0,1-1 1,0 1-1,-1-1 0,1 0 1,0 1-1,-1-1 1,1 1-1,0-1 0,-1 1 1,1-1-1,-1 0 1,1 1-1,-1-1 0,1 0 1,-1 0-1,1 1 1,-1-1-1,0 0 0,1 0 1,-1 0-1,1 0 0,-2 0 1,-27 6 1652,9-3 226,-234 27 6208,228-27-8118,1 1 1,-37 12-1,50-13-116,9-2-116,1-1 0,0 1 0,0 0 0,0 0 0,-1-1 0,1 1 0,0 1 0,0-1 0,0 0 0,0 0 0,1 1-1,-1-1 1,0 1 0,0 0 0,1-1 0,-1 1 0,1 0 0,0 0 0,-1 0 0,-1 4 0,3-4-38,0 0-1,-1 0 0,1 0 0,0 0 0,0 0 1,0-1-1,0 1 0,0 0 0,1 0 1,-1 0-1,0 0 0,1 0 0,0 0 1,-1 0-1,1-1 0,0 1 0,0 0 0,0-1 1,0 1-1,0 0 0,3 2 0,4 7 43,-5-7-62,0-1-1,0 1 1,0 0-1,0-1 1,1 0-1,-1 0 1,1 0 0,0 0-1,0-1 1,0 1-1,8 2 1,6 2-3,0-2 1,0-1 0,1 0-1,-1-1 1,21 1 0,93-4 33,-68-4 231,1-4 0,76-18 0,-127 23-160,0-1 0,0 0 0,0-1 0,-1-1 0,0 0-1,0-1 1,-1-1 0,0 1 0,0-2 0,0 0-1,-1 0 1,10-13 0,-19 21-99,0-1 1,-1 0-1,1 0 0,-1 1 0,1-1 0,-1 0 0,0 0 1,0 0-1,0 0 0,0-1 0,0 1 0,-1 0 1,1 0-1,-1-1 0,1 1 0,-1 0 0,0-1 1,0 1-1,0 0 0,0-1 0,0-2 0,-2 2-19,1 1 0,0-1 0,0 0 0,-1 1 0,1-1 0,-1 1 0,0 0 0,0-1 0,0 1 0,0 0 0,0 0 0,-1 0 0,1 1 0,-5-4 0,-6-2-325,-1 0 0,0 1 1,-1 1-1,1 0 0,-27-5 1,-116-10-6253,124 17 4230,-42-7-5623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1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7 3762,'-19'5'2307,"23"-4"467,37-2 1718,-17 1-4181,229-11 5265,180 13 1721,-29 42-3187,-9-2-1991,-131-37-2146,-158-16-2582,-56-3-5173,-20-2-5184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13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202 226 800,'0'-1'74,"0"1"-1,0 0 0,0 0 0,0 0 0,1 0 0,-1 0 1,0 0-1,0 0 0,0-1 0,0 1 0,0 0 0,0 0 1,0 0-1,0 0 0,0 0 0,0-1 0,0 1 1,0 0-1,0 0 0,0 0 0,0 0 0,0 0 0,0 0 1,0-1-1,0 1 0,0 0 0,0 0 0,0 0 0,0 0 1,0 0-1,0 0 0,-1-1 0,1 1 0,0 0 1,0 0-1,0 0 0,0 0 0,0 0 0,0 0 0,0 0 1,0 0-1,-1-1 0,1 1 0,0 0 0,0 0 0,0 0 1,0 0-1,0 0 0,0 0 0,-1 0 0,1 0 1,0 0-1,0 0 0,0 0 0,0 0 0,0 0 0,-1 0 1,1 0-1,0 0 0,0 0 0,0 0 0,0 0 0,0 0 1,0 0-1,-1 0 0,1 0 0,0 1 0,0-1 1,0 0-1,-21-1 10265,21 0-10325,-1 0 0,1 1 0,-1-1 0,1 0 1,-1 1-1,1-1 0,-1 1 0,0-1 0,1 1 0,-1-1 1,1 1-1,-1 0 0,0-1 0,0 1 0,1 0 0,-1-1 1,0 1-1,0 0 0,1 0 0,-1-1 0,0 1 0,0 0 0,1 0 1,-1 0-1,0 0 0,-1 1 0,0-2 32,2 1-18,-1-1 1,0 0 0,1 0-1,0 1 1,-1-1-1,1 0 1,-1 0-1,1 0 1,0 0-1,0 1 1,-1-1-1,1 0 1,0 0 0,0 0-1,0 0 1,0 0-1,0 0 1,0 0-1,0 0 1,0 1-1,1-1 1,-1 0-1,0 0 1,0 0-1,1 0 1,-1 0 0,1 1-1,-1-1 1,1 0-1,0-1 1,16-2 65,-13 3 787,-4 1-858,0 1 0,-1-1 0,1 1 0,0-1 0,0 1-1,-1-1 1,1 0 0,0 1 0,-1-1 0,1 1-1,-1-1 1,1 0 0,0 0 0,-1 1 0,1-1 0,-1 0-1,1 1 1,-1-1 0,1 0 0,-1 0 0,1 0-1,-1 0 1,1 0 0,-1 1 0,1-1 0,-1 0 0,1 0-1,-1 0 1,1 0 0,-1 0 0,1-1 0,-1 1 0,1 0-1,-1 0 1,1 0 0,-1 0 0,1-1 0,-1 1-1,0 0 1,-2-1 146,8-1-158,1-1 0,-1 0 0,0 0 0,-1 0 0,1 0 0,7-8 1,-10 9 27,1 0-1,-1 0 1,1 0 0,-1-1 0,0 0 0,0 1 0,0-1 0,0 0 0,-1 0 0,1 0 0,-1 0 0,1 0 0,-1 0 0,1-6 0,-2 8-25,0 0 0,0 0-1,0 0 1,0 0 0,0 0 0,1 0-1,-1 0 1,0 0 0,0 0-1,1 0 1,-1 0 0,1 1-1,-1-1 1,1 0 0,-1 0 0,1 0-1,0 0 1,-1 1 0,1-1-1,0 0 1,0 1 0,-1-1 0,3-1-1,-2 2-3,0-1 1,0 0-1,0 1 0,0-1 0,-1 0 0,1 0 0,0 0 0,0 0 1,-1 0-1,1 0 0,0 0 0,-1 0 0,1 0 0,-1 0 0,1 0 1,-1 0-1,0 0 0,1 0 0,-1 0 0,0-1 0,0 1 0,0 0 1,0 0-1,0-1 0,4 3-236,-3-1 182,0 0 18,0 0 1,0 0-1,0 0 1,0 0 0,0 0-1,0 1 1,0-1-1,0 0 1,0 1-1,0-1 1,0 1 0,0-1-1,0 1 1,-1-1-1,1 1 1,0-1-1,0 1 1,0 0 0,-1 0-1,2 1 1,-6 3-94,-13 0 293,-8 1 801,21-6-27,0 0-480,3 0-398,1 0-33,-1 0 0,0 0 0,0 0 0,1 1 0,-1-1 0,0 0 0,0 0 0,0 0-1,0 0 1,1 0 0,-1-1 0,0 1 0,0 0 0,1 0 0,-1-1 0,0 1 0,0 0 0,1-1 0,-1 1 0,0 0 0,0-1 0,1 1 0,-1-1 0,1 1 0,-1-1 0,0 0 0,0 0-29,1 1-1,-1-1 1,1 1-1,-1-1 1,0 1-1,0-1 0,1 1 1,-1-1-1,0 1 1,0 0-1,1-1 1,-1 1-1,0 0 1,0 0-1,0 0 1,1 0-1,-1 0 0,0 0 1,0 0-1,0 0 1,0 0-1,1 0 1,-3 0-1,2 1-1,1-2-16,0 1-1,0 0 0,1 0 0,-1 0 0,0 0 0,0 0 0,0 0 1,0 0-1,0 0 0,0-1 0,0 1 0,0 0 0,0 0 0,0 0 1,1 0-1,-1 0 0,0-1 0,0 1 0,0 0 0,0 0 0,0 0 1,0 0-1,0 0 0,0 0 0,0-1 0,0 1 0,0 0 0,0 0 1,0 0-1,0 0 0,-1 0 0,1-1 0,0 1 0,0 0 0,0 0 1,0 0-1,0 0 0,0 0 0,0 0 0,0-1 0,0 1 0,0 0 1,-1 0-1,1 0 0,17-3-148,-9-4-94,-5 5 214,15-4-126,-12 6 85,1 0 0,-1 0-1,1 0 1,-1 1 0,8 2 0,-21 4 165,-11 1 98,-1-2 259,1-1-1,-1 0 0,0-1 0,-1-1 0,1-1 1,0-1-1,-1-1 0,1 0 0,-30-5 0,48 5-390,0 0 0,0 0 0,0 0-1,0 0 1,0-1 0,0 1 0,0 0-1,0 0 1,0-1 0,0 1-1,0 0 1,0-1 0,0 1 0,0-1-1,0 0 1,0 1 0,0-1-1,1 0 1,-1 1 0,0-1 0,0 0-1,1 0 1,-1 1 0,0-1-1,1 0 1,-1 0 0,1 0 0,0 0-1,-1 0 1,1 0 0,0 0-1,-1 0 1,1 0 0,0 0 0,0 0-1,0 0 1,0 0 0,0 0 0,0 0-1,0 0 1,0 0 0,0-1-1,1 0 1,-1 0-25,1 1-1,0 0 0,-1-1 1,1 1-1,0 0 0,0 0 1,0 0-1,0 0 1,0-1-1,0 1 0,0 0 1,0 0-1,0 1 0,0-1 1,0 0-1,1 0 1,-1 1-1,0-1 0,1 0 1,-1 1-1,0-1 1,3 1-1,38-12-72,-35 10 55,15-5-385,1 2 1,0 0-1,0 1 0,1 1 0,-1 2 0,1 0 0,-1 1 0,38 6 0,-57-5 208,28 9-481,-32-10 621,1 0 0,0 1 0,-1-1 0,1 0 0,0 1 0,-1-1 0,1 1 0,0-1 0,-1 1 0,1-1 0,-1 1 0,1 0 0,-1-1 0,1 1 0,-1 0 0,0-1 0,1 1 0,-1 0 0,0 0 0,1-1 0,-1 1 0,0 0 0,0 0 0,0-1 0,0 1 0,0 0 0,0 0 0,0 0 0,0-1 0,0 1 0,0 0 0,0 0 0,0 0 0,-1-1 0,1 1 0,0 0 0,-1 1 0,-3 4 1,0-1 0,-1 1 0,1-1-1,-1 1 1,0-1 0,0-1 0,-1 1 0,1-1 0,-1 0-1,0 0 1,0-1 0,-1 0 0,1 0 0,-1 0 0,1-1 0,-12 3-1,-2 0 260,0 0 0,-1-2 0,1 0 0,-27-1 0,46-2-201,0 1 1,0-1-1,0 0 1,-1-1-1,1 1 1,0 0-1,0 0 1,0 0-1,0-1 1,0 1-1,0 0 1,-1-1-1,1 1 1,0-1-1,-1-1 1,-12-2-116,18-1-501,39-14 192,-18 7-1016,-1 1-3759,-20 8 3204,-12 1-6219,-34 2 3289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15.3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471 16 800,'-2'-4'16562,"-2"5"-15175,-11 3-1554,7 5 807,-8-7-319,1 0 0,-22-1 1,13-1 21,8 1 282,1-2-1,-1 0 0,0-1 1,-16-4-1,28 5-264,0 1-40,-13 0 0,13 0 54,8-1-468,13-2-172,-13 2 12,0 1 27,38-5-573,-42 5 824,0 0 1,1 0-1,-1 0 1,0 0-1,0 0 1,0 0-1,1 0 0,-1 0 1,0 0-1,0-1 1,0 1-1,1 0 1,-1 0-1,0 0 0,0 0 1,0-1-1,1 1 1,-1 0-1,0 0 0,0 0 1,0-1-1,0 1 1,0 0-1,0 0 1,0 0-1,0-1 0,1 1 1,-1 0-1,0 0 1,0-1-1,0 1 1,0 0-1,0 0 0,0-1 1,0 1-1,0 0 1,0 0-1,0-1 0,-1 1 1,1 0-1,0 0 1,0-1-1,0 1 1,0 0-1,0 0 0,0 0 1,0-1-1,-1 1 1,1 0-1,0 0 1,0 0-1,0 0 0,0-1 1,-1 1-1,1 0 1,0 0-1,0 0 0,-1 0 1,1 0-1,0 0 1,0 0-1,0-1 1,-1 1-1,1 0 0,-17 0 217,13 1-28,4 0-199,0-1 1,0 1-1,0 0 0,-1 0 0,1-1 1,0 1-1,0 0 0,-1-1 1,1 1-1,0-1 0,-1 1 0,1 0 1,0-1-1,-1 1 0,1-1 0,-1 1 1,1-1-1,-1 1 0,1-1 1,-1 0-1,0 1 0,1-1 0,-1 1 1,1-1-1,-1 0 0,0 0 1,1 1-1,-1-1 0,0 0 0,1 0 1,-1 0-1,0 0 0,0 0 1,0 0-1,-3 1 126,-3 4 287,-1-1 0,1 0 0,-1 0 0,0 0 0,-1-1-1,1-1 1,-12 3 0,20-5-437,0 0-1,-1 0 1,1 0 0,0 0-1,0 0 1,0 0 0,-1 0-1,1-1 1,0 1 0,0 0-1,0 0 1,-1 0 0,1 0-1,0 0 1,0 0 0,0-1-1,0 1 1,-1 0-1,1 0 1,0 0 0,0-1-1,0 1 1,0 0 0,0 0-1,0 0 1,0-1 0,0 1-1,-1 0 1,1 0 0,0 0-1,0-1 1,0 1 0,0 0-1,0 0 1,0-1-1,0 1 1,0 0 0,0 0-1,1 0 1,-1-1 0,0 1-1,0 0 1,0 0 0,0-1-1,0 1 1,0 0 0,0 0-1,0 0 1,1 0 0,-1-1-1,0 1 1,0 0-1,0 0 1,0 0 0,1 0-1,-1 0 1,0-1 0,0 1-1,0 0 1,1 0 0,-1 0-1,0 0 1,0 0 0,0 0-1,1 0 1,-1 0 0,5 0-233,-5 0 201,1 0 0,-1 0 0,1 0 0,-1 0 0,1 0 0,-1 0 1,1 0-1,-1 0 0,1 0 0,-1 0 0,1 0 0,-1 0 0,1 0 1,-1 0-1,1 0 0,-1 0 0,1-1 0,-1 1 0,1 0 0,-1 0 1,1-1-1,-1 1 0,1 0 0,-1 0 0,0-1 0,1 1 0,-1-1 1,0 1-1,1 0 0,-1-1 0,0 1 0,1-1 0,-1 1 0,0-1 1,0 1-1,0-1 0,1 1 0,-1-1 0,0 1 0,0-1 0,0 0 1,0 1 29,0-1 0,0 1 0,0-1 0,1 1 1,-1-1-1,0 1 0,0 0 0,0-1 0,1 1 1,-1-1-1,0 1 0,0 0 0,1-1 0,-1 1 0,0 0 1,1-1-1,-1 1 0,0 0 0,1 0 0,-1-1 1,1 1-1,-1 0 0,0 0 0,1 0 0,-1-1 1,1 1-1,-1 0 0,1 0 0,-1 0 0,1 0 1,0 0 22,0 0 1,-1 0 0,1-1 0,0 1 0,-1 0 0,1 0 0,0-1 0,-1 1 0,1 0 0,0-1-1,-1 1 1,1 0 0,-1-1 0,1 1 0,-1-1 0,1 1 0,-1-1 0,1 0 0,-1 1 0,1-1-1,-1 1 1,0-1 0,1 0 0,-1 1 0,0-1 0,0 0 0,0 1 0,1-1 0,-1 0 0,0 1 0,0-1-1,0-1 1,4 1 122,-3 1-101,15 3-72,-16-3 41,0 1 1,0-1-1,0 0 1,0 0-1,-1 0 1,1 0 0,0 0-1,0 0 1,0 0-1,0 0 1,0 0 0,-1 0-1,1 1 1,0-1-1,0 0 1,0 0 0,0 0-1,0 0 1,0 0-1,0 0 1,0 1 0,-1-1-1,1 0 1,0 0-1,0 0 1,0 0-1,0 1 1,0-1 0,0 0-1,0 0 1,0 0-1,0 0 1,0 1 0,0-1-1,0 0 1,0 0-1,0 0 1,0 1 0,0-1-1,0 0 1,0 0-1,1 0 1,-1 0 0,0 0-1,0 1 1,0-1-1,0 0 1,0 0-1,0 0 1,0 0 0,0 0-1,1 1 1,-1-1-1,0 0 1,0 0 0,0 0-1,0 0 1,1 0-1,-93 56 4307,91-55-4286,-1-1 1,1 1-1,0-1 1,-1 1-1,1-1 0,0 0 1,-1 0-1,1 1 0,-1-1 1,1 0-1,-1 0 0,1 0 1,-1-1-1,-1 1 1,-7-1-215,0 1-921,0-1 0,0 0 1,-15-4-1,-16-10-11262,16 0 4117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0:17.2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945 5 560,'0'0'854,"-4"0"307,-63 7 3441,63-7 982,4-7-3712,4 7-1605,13 0 53,-13 0 3002,0 0-3149,13 0-66,10-2 353,-23 1-407,1 0 0,-1 1-1,0-1 1,1 1 0,-1 0 0,1 1-1,-1-1 1,0 1 0,1-1 0,7 4-1,3 5 233,0 1 0,22 18-1,-36-26-283,-1 0 1,1-1-1,0 1 0,-1 0 0,1 0 0,-1 0 1,1-1-1,-1 1 0,0 0 0,0 0 0,0 0 1,0 0-1,0 0 0,0 0 0,-1-1 1,1 1-1,0 0 0,-1 0 0,0 0 0,1-1 1,-2 3-1,-69 26 306,59-26-199,1-1 0,-1-1 0,0 0 1,0 0-1,0-1 0,0-1 0,0 0 0,0 0 1,0-1-1,-21-5 0,-15 0 1036,2-3 1871,42 9-2001,5 1-951,-1-1 0,1 1-1,0-1 1,0 1 0,-1-1 0,1 1 0,0-1 0,0 1 0,0-1 0,0 0 0,-1 0 0,1 1 0,0-1 0,0 0 0,0 0 0,0 0 0,0 0 0,0 0 0,0 0 0,0 0 0,0 0 0,1-1 0,6 1 76,36 4-1068,64 13-1,-95-15 377,0 1 0,0 1 0,-1 0 0,1 0 0,-1 2-1,-1-1 1,1 2 0,-1-1 0,15 12 0,-26-18 528,1 1 0,-1-1 0,1 1 0,-1-1 0,1 1 0,-1 0-1,0-1 1,1 1 0,-1-1 0,1 1 0,-1 0 0,0-1 0,0 1 0,1 0 0,-1-1 0,0 1 0,0 0 0,0-1 0,0 1 0,0 0 0,0-1 0,0 1-1,0 0 1,0 0 0,0-1 0,0 1 0,-1 0 0,1-1 0,0 1 0,0 0 0,-1-1 0,1 1 0,0-1 0,-1 1 0,1 0 0,-1-1 0,1 1 0,0-1-1,-1 1 1,1-1 0,-1 1 0,0-1 0,1 0 0,-1 1 0,1-1 0,-1 1 0,-1-1 0,-35 18-99,33-16 104,-77 24 1474,-84 15 0,119-31-641,46-10-817,0 0 0,0 0 0,1 0 0,-1 0 0,0 0 0,0 0 0,0 1 0,0-1 0,0 0 0,0 0 0,0 0 0,0 0 0,0 0 0,1 0 0,-1 0 0,0 0 0,0 1 0,0-1 0,0 0 0,0 0 0,0 0 0,0 0 0,0 0 0,0 0 0,0 1 0,0-1 0,0 0 0,0 0 0,0 0-1,0 0 1,0 0 0,0 0 0,0 1 0,0-1 0,0 0 0,0 0 0,0 0 0,0 0 0,-1 0 0,1 0 0,0 0 0,0 0 0,0 1 0,0-1 0,0 0 0,0 0 0,0 0 0,0 0 0,0 0 0,0 0 0,-1 0 0,1 0 0,1 0-5,0 1 0,0-1-1,0 0 1,0 0 0,0 1 0,0-1 0,0 0-1,0 1 1,0-1 0,0 1 0,-1-1 0,1 1-1,0 0 1,0-1 0,0 1 0,-1 0 0,1-1 0,0 1-1,-1 0 1,2 1 0,0 27-57,-2-21 85,0-8 11,0 1 0,0 0 1,0 0-1,0 0 0,0 0 1,-1-1-1,1 1 0,0 0 1,0 0-1,-1-1 0,1 1 1,0 0-1,-1 0 0,1-1 1,-1 1-1,1 0 0,-1-1 0,1 1 1,-1-1-1,0 1 0,0 0 1,-7 5 353,-1 0 1,1 0-1,-1-1 0,0-1 1,0 0-1,-11 4 1,-74 20 1542,64-20-1450,-243 54 2019,178-48-4937,1-4-3936,15-9-6429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52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241 161 1201,'-1'-2'271,"1"0"1,-1 1-1,0 0 1,0-1-1,1 1 1,-1-1-1,0 1 1,0 0-1,-1 0 1,1 0 0,0 0-1,0 0 1,0 0-1,-1 0 1,1 0-1,-1 0 1,1 0-1,0 1 1,-1-1 0,0 0-1,-2 0 1,-38-11 4318,-79-3 4961,117 14-8657,-17 1 240,17 0-480,8 0-588,32 2-134,-22 3 16,53 10-521,-67-15 562,0 0 1,-1 0-1,1 0 1,0 0-1,0 0 1,0 0-1,0 0 0,0 0 1,0 0-1,-1 0 1,1 1-1,0-1 1,0 0-1,0 0 1,0 0-1,0 0 1,0 0-1,0 0 1,0 1-1,0-1 1,0 0-1,0 0 0,0 0 1,0 0-1,0 0 1,0 0-1,0 1 1,0-1-1,0 0 1,0 0-1,0 0 1,0 0-1,0 0 1,0 1-1,0-1 1,0 0-1,0 0 1,0 0-1,0 0 0,0 0 1,0 0-1,0 1 1,0-1-1,0 0 1,0 0-1,0 0 1,1 0-1,-1 0 1,0 0-1,0 0 1,0 0-1,0 1 1,0-1-1,0 0 1,0 0-1,1 0 0,-30 10 9,25-8 121,0 0 1,0-1-1,0 1 0,0-1 0,-1 0 0,1 0 1,0 0-1,-1-1 0,1 1 0,0-1 0,-1 0 1,-7-1-1,12 0-114,0 1 1,1 0-1,-1 0 1,0 0-1,0 0 1,0 0-1,0 0 0,0 0 1,0 0-1,0 0 1,1 0-1,-1 0 1,0-1-1,0 1 1,0 0-1,0 0 1,0 0-1,0 0 0,0 0 1,0 0-1,0-1 1,0 1-1,0 0 1,0 0-1,0 0 1,0 0-1,0 0 1,0-1-1,0 1 0,0 0 1,0 0-1,0 0 1,0 0-1,0 0 1,0-1-1,0 1 1,0 0-1,0 0 1,0 0-1,0 0 0,0 0 1,0 0-1,0-1 1,0 1-1,0 0 1,0 0-1,-1 0 1,1 0-1,0 0 1,0 0-1,0 0 0,0 0 1,0 0-1,0-1 1,0 1-1,-1 0 1,1 0-1,0 0 1,0 0-1,0 0 15,2-1 15,-1 1-23,0 0 1,0-1-1,0 1 0,0 0 1,0-1-1,0 1 0,0-1 1,0 1-1,0-1 0,0 1 1,0-1-1,-1 0 0,1 0 1,0 1-1,0-1 0,-1 0 1,1 0-1,0 0 0,-1 0 1,1 0-1,0-1 0,0 1 5,0-1-1,0 1 0,0-1 0,0 1 0,0 0 1,1 0-1,-1 0 0,0 0 0,1 0 0,-1 0 1,1 0-1,-1 0 0,1 0 0,0 1 0,2-2 1,34-13 9,-29 12-71,12-3-111,-17 6 138,0 0-49,-4 1 4,0-1 80,0 0-1,0 1 1,0-1-1,-1 1 1,1-1 0,0 1-1,0-1 1,0 0-1,0 1 1,-1-1 0,1 0-1,0 1 1,0-1-1,-1 1 1,1-1 0,0 0-1,-1 0 1,1 1-1,0-1 1,-1 0 0,1 0-1,-1 1 1,1-1-1,0 0 1,-1 0 0,1 0-1,-1 0 1,1 1-1,-1-1 1,1 0 0,-1 0-1,1 0 1,-1 0 4,0 0-1,0 0 1,1 0 0,-1 0 0,1 1 0,-1-1 0,0 0-1,1 0 1,-1 1 0,0-1 0,1 0 0,-1 1 0,1-1 0,-1 1-1,1-1 1,-1 1 0,1-1 0,-1 1 0,1-1 0,0 1 0,-1-1-1,1 1 1,-1 0 0,1-1 0,0 1 0,0-1 0,-1 1-1,1 0 1,0-1 0,0 1 0,0 0 0,0-1 0,0 1 0,0 1-1,0-2-1,0-1-1,0 0 1,-1 1 0,1-1-1,0 1 1,0-1-1,0 1 1,-1-1-1,1 1 1,0 0-1,-1-1 1,1 1-1,0-1 1,-1 1 0,1-1-1,0 1 1,-1 0-1,1-1 1,-1 1-1,1 0 1,-1 0-1,1-1 1,-1 1 0,1 0-1,-1 0 1,1 0-1,-1-1 1,1 1-1,-1 0 1,1 0-1,-1 0 1,0 0-1,1 0 1,-1 0 0,1 0-1,-1 0 1,1 0-1,-1 1 1,1-1-1,-1 0 1,1 0-1,-1 0 1,1 1 0,-1-1-1,1 0 1,-1 0-1,1 1 1,-1-1-1,1 0 1,0 1-1,-1-1 1,1 1-1,-1-1 1,1 0 0,0 1-1,0-1 1,-1 1-1,1-1 1,0 1-1,0-1 1,-1 1-1,1-1 1,0 2 0,-1-19 252,0 13-237,0 0 1,1 0-1,0 0 1,0 0 0,0 0-1,0 0 1,0 0-1,1 0 1,0 0-1,0 1 1,0-1-1,2-5 1,4 3 16,-6 6-47,0-1-1,0 0 1,0 1 0,0-1-1,-1 0 1,1 1-1,0-1 1,0 0-1,-1 0 1,1 0-1,0 1 1,-1-1 0,1 0-1,-1 0 1,1 0-1,-1 0 1,1 0-1,-1 0 1,0 0 0,1-1-1,-1 1 1,0-1-1,0 1-7,1 0 0,0-1 0,-1 1 0,1 0 0,0 0 0,-1 0 0,1 0 0,0 0-1,0 0 1,0 1 0,0-1 0,0 0 0,0 0 0,0 1 0,0-1 0,0 0 0,0 1 0,1-1 0,-1 1-1,0 0 1,0-1 0,1 1 0,-1 0 0,0 0 0,0 0 0,1 0 0,-1 0 0,0 0 0,0 0 0,3 0 0,0 0-17,1 0 0,0 0 0,-1 1 0,1-1 0,0 1 0,-1 0 1,8 3-1,-11-4 37,0 1 0,0-1 0,0 1 1,-1-1-1,1 1 0,0-1 0,0 1 0,-1 0 1,1-1-1,0 1 0,-1 0 0,1-1 0,-1 1 1,1 0-1,-1 0 0,1 0 0,-1-1 0,0 1 1,1 0-1,-1 0 0,0 0 0,0 0 0,1 0 1,-1 0-1,0 0 0,0 0 0,0 0 0,0-1 1,0 1-1,0 0 0,-1 2 0,0 0 59,-1 0 0,1 0 0,-1 0 0,0 0 0,0 0 0,0 0 0,0-1-1,0 1 1,-4 3 0,-6 5 412,-1-1 0,0 0 0,-18 9 0,23-14-325,0 0-1,0-1 1,0 0 0,-1-1 0,1 1 0,-1-2 0,0 1 0,0-1 0,-15 1 0,18-3-258,0 1-1,-1-1 1,1 1-1,0 1 1,-9 2-1,15-30-19405,21-24 8097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53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 80,'0'-7'480,"0"3"-80,0-1 1,0-2-321,25-2-80,-25 3-80,25 1-241,-25-6-239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54.8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154 2135 480,'13'0'3905,"-5"0"-3741,0 4 636,9-4-613,-13 0 3321,-4 0-3271,0-1-1,1 1 0,-1-1 1,0 1-1,0-1 1,0 1-1,0-1 1,0 0-1,0 1 0,0-1 1,0 1-1,0-1 1,0 1-1,0-1 1,0 0-1,-1 1 0,1-1 1,0 1-1,0-1 1,-1 1-1,1-1 1,0 1-1,0-1 0,-1 1 1,1 0-1,-1-1 1,1 1-1,-1-1 1,-5-1 91,5 2-276,1 0 0,-1 0 0,0 0 0,1 0 0,-1 0 0,1 0 0,-1 0 0,0-1 0,1 1 0,-1 0 0,1 0 1,-1-1-1,1 1 0,-1 0 0,1-1 0,-1 1 0,1 0 0,-1-1 0,1 1 0,-1-1 0,1 1 0,0-1 0,-1 1 0,1-1 0,0 1 0,-1-1 0,1 1 0,0-1 1,0 0-1,-1 1 0,1-1 0,0 1 0,0-1 0,0 0 0,0 1 0,0-2 0,0 1-17,0 0 1,0 0-1,-1 1 1,1-1-1,0 0 1,-1 0-1,1 0 0,0 1 1,-1-1-1,1 0 1,-1 1-1,1-1 1,-1 0-1,1 1 0,-1-1 1,0 0-1,1 1 1,-1-1-1,0 1 1,1 0-1,-1-1 0,0 1 1,0-1-1,-1 1 1,-5-5 185,2 1-80,0-1 0,1 0 1,-1 0-1,1 0 0,0-1 0,0 0 0,1 1 0,0-1 0,0 0 0,0 0 0,1-1 1,0 1-1,0-1 0,0 1 0,1-1 0,0 1 0,0-1 0,1-9 0,0 9-56,0 0-1,0 0 1,-1 1-1,0-1 1,0 0-1,0 1 1,-1-1-1,0 1 1,-1-1-1,1 1 1,-6-9-1,7 13-74,0 0-1,1 1 1,-1-1-1,0 0 1,1 0-1,-1 0 1,1-1-1,0 1 0,0 0 1,0 0-1,0 0 1,0 0-1,0 0 1,0 0-1,1 0 1,-1 0-1,1 0 1,-1 0-1,1 0 1,0 0-1,0 0 1,0 0-1,0 1 1,0-1-1,3-3 1,6-13-57,-2-10-120,-6 22 149,-1 0 0,1 0 0,0 0 0,1 0 0,-1 0 0,7-9 0,-6 11 118,0-1 1,0 0-1,0 0 1,-1 0-1,1 0 1,-1-1-1,-1 1 1,1-1-1,-1 1 1,0-1-1,0 1 1,0-1-1,-1 0 1,0 1-1,-1-11 0,1 13-93,0-101 700,0 101-714,0 1 0,0-1-1,-1 0 1,1 1 0,-1-1 0,0 1 0,0-1 0,1 1-1,-2-1 1,1 1 0,0-1 0,0 1 0,-3-3 0,3 3 6,-1 0 1,1 0-1,0 0 1,0-1-1,0 1 1,0 0-1,0-1 1,0 1-1,0 0 1,1-1 0,0 1-1,-1-1 1,1-2-1,0 2 15,0 0 1,-1 0-1,1 0 0,-1 0 0,1 1 1,-1-1-1,0 0 0,0 0 0,0 1 1,-1-1-1,1 1 0,-3-4 0,3 4 0,-1 0-1,1-1 1,0 1-1,-1-1 1,1 1-1,0-1 1,1 1-1,-1-1 0,0 1 1,1-1-1,-1 0 1,1-3-1,0-84 174,0 88-175,0 1-1,0-1 1,-1 0 0,1 1 0,0-1-1,-1 1 1,1-1 0,-1 0-1,1 1 1,-1-1 0,0 1-1,0-1 1,0 1 0,0 0 0,0-1-1,0 1 1,-2-2 0,2 2-4,0 0 0,0 0 1,0-1-1,0 1 0,0-1 1,0 1-1,0 0 0,1-1 0,-1 1 1,0-1-1,1 0 0,-1 1 1,1-1-1,0 1 0,-1-1 1,1 0-1,0-2 0,-4-1-61,-13 0-14,16 4 64,-1 1 0,1 0 0,-1-1 0,0 1 0,1-1 0,0 0 0,-1 1 0,1-1 0,-1 0 0,1 0 0,0 0 0,0 0 0,0 0 0,-1 0 0,1 0 0,0 0 0,0-1 0,0 1 0,1 0 0,-1-1 0,0 1 0,0-1 0,1 1 0,-1 0 0,1-1 0,-1 0 0,1 1 0,0-1 0,0 1 0,-1-1 0,1 1 0,0-1 0,0 0 0,1 1 0,-1-1 0,1-2 0,-1-9 7,0 12-6,0 0-1,0 0 0,0 0 0,1 0 0,-1 0 0,0 0 0,0 1 0,1-1 1,-1 0-1,0 0 0,1 0 0,-1 0 0,1 0 0,0 1 0,-1-1 0,1 0 0,-1 0 1,1 1-1,0-1 0,0 1 0,-1-1 0,1 0 0,1 0 0,-1 1 3,0-1 0,0 1 1,0-1-1,-1 1 0,1-1 0,0 0 0,0 0 0,-1 1 0,1-1 0,0 0 0,-1 0 1,1 0-1,-1 1 0,1-1 0,-1 0 0,0 0 0,1 0 0,-1 0 0,0 0 0,1 0 0,-1 0 1,0 0-1,0-2 0,0-60 240,0 62-238,0 0 0,0 0 0,0 1 1,0-1-1,0 0 0,-1 0 0,1 1 0,0-1 1,0 0-1,-1 0 0,1 1 0,-1-1 0,1 0 1,0 1-1,-1-1 0,1 0 0,-1 1 0,1-1 1,-1 1-1,0-1 0,1 1 0,-1-1 0,0 1 1,1-1-1,-1 1 0,-1-1 0,1 1-1,0-1 0,0 1-1,1-1 1,-1 1 0,0 0 0,1-1-1,-1 0 1,0 1 0,1-1 0,-1 1-1,0-1 1,1 0 0,-1 1 0,1-1-1,0 0 1,-1 0 0,1 1-1,-1-1 1,1 0 0,0 0 0,0 0-1,-1 0 1,1 1 0,0-1 0,0 0-1,0 0 1,0-1 0,0-1-2,0 0-1,0 0 1,0 0-1,-1 0 1,1 0 0,-1 0-1,0 0 1,1 0-1,-1 1 1,-1-1 0,1 0-1,0 0 1,-1 1-1,-2-4 1,-3-5 22,6 8-16,0 0 0,0 0 0,0 0 0,0 1 0,0-1 0,1 0 0,-1 0 0,1 0 0,0 0 0,0 0 0,0 0 0,0 0 0,0 0 0,1 0 0,-1 0 0,3-5 0,17-36-10,-19 41 11,1-1-1,-1 0 1,0 1 0,-1-1-1,1 0 1,0 0-1,-1 0 1,0 1 0,0-1-1,0 0 1,-2-7 0,1-8 73,1 15-79,0 0 0,0 0 0,1 1 0,-1-1 0,1 0 0,0 0 0,0 0 0,0 1 0,1-1 0,-1 0 0,1 1 0,0-1 0,0 1 0,0 0 0,3-4 0,-4 4-5,1-1 1,-1 0 0,0 0-1,0 1 1,-1-1 0,1 0 0,-1 0-1,0 0 1,0 0 0,0 0-1,0 0 1,-2-5 0,1-11 86,0-7 101,0 18-220,0 1 0,0 0 1,1 0-1,1-1 1,0 1-1,0 0 1,0 0-1,3-9 1,3 3-27,-5 11 52,0 0 1,0-1 0,-1 1-1,1-1 1,-1 1 0,0-1 0,0 0-1,0 1 1,-1-1 0,1 0-1,-1-7 1,-1-12-69,0 17 55,0 0 0,1 0 0,-1 0 0,1 0 0,1 0-1,-1 0 1,1 0 0,0 0 0,4-11 0,2 6 25,-5 9-2,-1 0 0,1 0 0,-1 0 0,0 0 0,0 0 0,0 0 0,0 0 0,0-1 0,0 1 0,-1 0 0,1-1 0,-1 1 0,1 0 0,-1-5 0,0 4-4,0 0 0,1 1 0,-1-1 0,1 0-1,-1 0 1,1 0 0,0 1 0,0-1-1,1 0 1,-1 1 0,0-1 0,3-2 0,4-9-8,4-14-47,-9 20 20,0 0-1,1 0 1,0 0-1,0 1 1,0 0-1,1-1 0,0 2 1,0-1-1,1 0 1,0 1-1,8-6 0,-14 11 41,1 1 0,-1 0 0,0-1 0,1 1 0,-1 0 0,0-1 0,1 1 0,-1-1 0,0 1 0,0 0 0,1-1 0,-1 1 0,0-1 0,0 1 0,0-1 0,1 1 0,-1-1 0,0 1 0,0-1 0,0 1 0,0-1 0,0 1 0,0-1 0,0 1 0,0-1 0,0 1 0,-1-1 0,1 1 0,0-1 0,0 0 0,0 1 0,-1-1 0,1 1 0,0-1 0,0 1 0,0 0 0,0-1 0,0 1 0,0-1 0,0 1 0,0-1 0,0 1 0,0-1 0,0 1 0,0-1 0,0 1 0,0-1 0,0 1 0,1-1 0,-1 1 0,0 0 0,0-1 0,0 1 0,1-1 0,-1 1 0,0 0 0,1-1 0,-1 1 0,0 0 0,1-1 0,-1 1 0,1-1 0,2 0-1,-2 1 1,0 0-1,0 0 1,0-1-1,-1 1 1,1 0-1,0 0 1,0-1-1,0 1 1,0-1-1,-1 1 1,1-1-1,0 1 1,0-1-1,-1 0 1,1 1 0,0-1-1,-1 0 1,1 1-1,-1-1 1,1 0-1,-1 0 1,1 0-1,-1 1 1,1-2-1,-1 1-1,0 0 0,0 1 0,0-1 0,0 0 0,0 1 0,0-1 0,1 1 0,-1-1-1,0 0 1,0 1 0,1-1 0,-1 1 0,0-1 0,1 1 0,-1-1 0,0 1 0,1-1 0,-1 1 0,1-1 0,-1 1 0,0 0-1,1-1 1,0 1 0,-1 0 0,1-1 0,-1 1 0,1 0 0,-1 0 0,1-1 0,-1 1 0,2 0 0,-2 0-1,1 0 1,0-1-1,0 1 1,-1 0-1,1 0 1,-1-1-1,1 1 1,0 0-1,-1-1 1,1 1-1,-1-1 1,1 1-1,-1-1 1,1 1-1,-1-1 1,1 1-1,-1-1 1,1 0-1,-1 1 1,0-1-1,1 1 0,-1-1 1,0 0-1,0 1 1,1-1-1,-1 0 1,0 0-1,0 1 1,0-1-1,0 0 1,0-1-1,0 1-2,0 0-1,0 0 0,0 0 1,0 0-1,1 0 0,-1 0 1,0-1-1,1 1 0,-1 0 1,1 0-1,-1 0 1,1 0-1,-1 0 0,1 0 1,0 1-1,0-1 0,-1 0 1,1 0-1,0 0 0,1-1 1,0 2-4,-1-1 1,0 0-1,0 0 0,0 0 1,0 0-1,0-1 1,-1 1-1,1 0 1,0 0-1,0 0 1,-1-1-1,1 1 1,-1 0-1,1-1 0,-1 1 1,0-1-1,1 1 1,-1 0-1,0-1 1,0 1-1,0-2 1,0 2 3,0 1 1,0-1 0,0 1 0,0-1-1,0 1 1,0-1 0,1 1-1,-1-1 1,0 1 0,0-1 0,0 1-1,1 0 1,-1-1 0,0 1 0,1-1-1,-1 1 1,0 0 0,1-1 0,-1 1-1,0 0 1,1-1 0,-1 1-1,1 0 1,-1-1 0,0 1 0,1 0-1,-1 0 1,1 0 0,-1-1 0,1 1-1,-1 0 1,1 0 0,-1 0 0,2 0-1,-2 0 2,1 0 1,-1 0-1,1 0 0,0 0 0,-1-1 0,1 1 0,-1 0 0,1 0 0,-1 0 0,1-1 0,-1 1 1,1 0-1,-1-1 0,1 1 0,-1 0 0,1-1 0,-1 1 0,1-1 0,-1 1 0,0-1 1,1 1-1,-1-1 0,0 1 0,1-1 0,-1 1 0,0-1 0,0 1 0,0-1 0,1 0 0,-1 1 1,0-1-1,0 1 0,0-1 0,0 0 0,0 0 0,2-10-881,-12 18-2621,-36 10-4245,-25 16-3962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57.1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221 0 320,'0'0'1681,"-4"1"13,-13 2 27,13-2 2748,1 17 438,-9 2-4434,3-5 109,-21 23 115,24-33-599,0 2-1,1-1 1,0 1 0,-8 13-1,11-17-98,1 0 1,0 0-1,0 1 1,0-1-1,1 0 0,-1 0 1,1 0-1,0 1 1,0-1-1,0 0 0,0 0 1,0 1-1,1-1 1,-1 0-1,1 0 0,0 0 1,1 4-1,5 10 70,-4-13-23,-1 1 1,0-1-1,-1 1 1,1-1-1,-1 1 1,0 0-1,0 0 1,-1-1-1,1 7 1,-2 17 283,0-18-202,0 1 0,1-1 1,0 0-1,1 0 0,0 0 0,4 15 0,3-6-18,-6-15-76,0 0 0,0 1-1,0 0 1,-1-1 0,0 1-1,0 0 1,0 0 0,0 7-1,-1-8 21,0 0 0,1 0 0,0 0 0,-1 0-1,1 0 1,0 0 0,1 0 0,-1-1 0,5 8 0,-5-8-14,1 1 1,0-1 0,-1 1 0,1 0 0,-1-1 0,0 1 0,-1 0 0,1 0 0,0 7 0,-1 131 1759,0-139-1720,1 0 0,-1-1 0,1 1-1,-1 0 1,1-1 0,0 1-1,0-1 1,0 1 0,1-1 0,1 3-1,-2-3-34,0-1 0,0 1-1,0 0 1,0 0-1,0-1 1,0 1 0,-1 0-1,1 0 1,0 0-1,-1 0 1,0 0 0,1 0-1,-1 0 1,0 0-1,0 0 1,0 0 0,0 0-1,-1 0 1,1 0 0,0 0-1,-1 0 1,0 0-1,0 2 1,-2 3 155,0 0 0,0 0 0,1 0 0,0 0 0,1 0 0,-1 0 1,1 1-1,1-1 0,0 15 0,0 171 4815,0-192-4980,0 0-1,0 0 0,0-1 0,1 1 0,-1 0 0,0 0 0,1-1 1,-1 1-1,0 0 0,1-1 0,-1 1 0,1-1 0,-1 1 0,0 0 0,1-1 1,0 1-1,-1-1 0,1 1 0,-1-1 0,1 0 0,0 1 0,-1-1 1,2 1-1,-1-1-22,-1 0 0,0 0 0,1 1 0,-1-1 0,1 0 0,-1 0 0,0 0 1,1 1-1,-1-1 0,1 0 0,-1 0 0,0 1 0,1-1 0,-1 0 0,0 1 0,0-1 1,1 0-1,-1 1 0,0-1 0,0 0 0,1 1 0,-1-1 0,0 1 0,0-1 1,0 1-1,0-1 0,0 0 0,0 1 0,0-1 0,0 1 0,0-1 0,0 1 0,0-1 1,0 0-1,0 1 0,0-1 0,0 1 0,0-1 0,0 1 0,0-1 0,-1 0 0,1 1 1,0-1-1,0 1 0,0-1 0,-1 0 0,1 1 0,-3 4 23,1-1 1,-1 1-1,1 0 0,1-1 1,-1 1-1,1 0 0,0 1 1,0-1-1,0 0 0,1 0 0,-1 0 1,2 10-1,-1-11-35,0 0 0,-1 0 0,0 0 0,1 0 0,-1 0 0,-1 0 0,1 0 0,0 0 0,-1-1 0,-2 5 0,2-5 0,1 0 0,-1 1 0,1-1 0,-1 1 0,1 0 0,0-1 0,0 1 0,1 0 0,-1 7 0,1 2 0,1-9 0,-1 1 0,0 0 0,0 0 0,-1-1 0,1 1 0,-1 0 0,-2 6 0,-5 5 0,6-13 0,0 0 0,1 1 0,-1-1 0,1 0 0,0 1 0,0-1 0,0 1 0,0-1 0,1 1 0,-1 6 0,1 3 0,1-8 0,-1 0 0,0 0 0,0 1 0,0-1 0,-1 0 0,0 0 0,-2 8 0,-26 39 0,23-44 0,1 0 0,1 0 0,-1 0 0,1 1 0,1-1 0,0 1 0,0 0 0,0 0 0,1 0 0,1 0 0,-2 18 0,3-25 0,-1 0 0,1 0 0,-1-1 0,1 1 0,-1 0 0,0-1 0,0 1 0,1 0 0,-1-1 0,0 1 0,0-1 0,-1 1 0,1-1 0,-2 2 0,2-3 0,0 1 0,0 0 0,0 0 0,1-1 0,-1 1 0,0 0 0,0 0 0,1 0 0,-1 0 0,0 0 0,1 0 0,-1 0 0,1 0 0,-1 0 0,1 0 0,0 0 0,-1 1 0,1-1 0,0 0 0,0 0 0,0 0 0,0 0 0,0 0 0,0 1 0,0-1 0,0 0 0,0 0 0,1 0 0,-1 0 0,0 1 0,1-1 0,-1 0 0,1 0 0,-1 0 0,1 0 0,0 1 0,16 13 0,-17-15 0,0 0 0,0 0 0,1 1 0,-1-1 0,0 0 0,0 1 0,0-1 0,1 0 0,-1 1 0,0-1 0,0 0 0,0 1 0,0-1 0,0 0 0,0 1 0,0-1 0,0 0 0,0 1 0,0-1 0,0 0 0,0 1 0,0-1 0,0 0 0,0 1 0,0-1 0,-1 0 0,1 1 0,0-1 0,0 0 0,0 1 0,0-1 0,-1 0 0,1 1 0,0-1 0,0 0 0,-1 0 0,1 1 0,0-1 0,0 0 0,-1 0 0,1 1 0,-14 6 0,13-6 0,1 0 0,-1-1 0,1 1 0,-1-1 0,1 1 0,-1-1 0,1 1 0,0 0 0,-1-1 0,1 1 0,0-1 0,0 1 0,-1 0 0,1 0 0,0-1 0,0 1 0,0 0 0,0-1 0,0 1 0,0 0 0,0-1 0,0 1 0,0 0 0,0 0 0,0-1 0,0 1 0,1 0 0,-1-1 0,0 1 0,0 0 0,1-1 0,0 2 0,12 15 0,-11-15 0,-8 5 0,5-7 0,0 0 0,1 1 0,-1-1 0,0 0 0,1 1 0,-1-1 0,1 1 0,-1-1 0,1 1 0,-1-1 0,1 1 0,-1-1 0,1 1 0,-1 0 0,1-1 0,0 1 0,-1 0 0,1-1 0,0 1 0,0 0 0,-1-1 0,1 1 0,0 0 0,0 0 0,0-1 0,0 1 0,0 1 0,0-2 0,0 1 0,0 0 0,0 0 0,0 0 0,-1 0 0,1-1 0,0 1 0,0 0 0,-1 0 0,1 0 0,0-1 0,-1 1 0,1 0 0,-1-1 0,1 1 0,-1 0 0,1-1 0,-1 1 0,0-1 0,1 1 0,-1 0 0,0-1 0,1 0 0,-2 1 0,1 0 0,0 0 0,0-1 0,0 1 0,0-1 0,0 1 0,0 0 0,1 0 0,-1-1 0,0 1 0,1 0 0,-1 0 0,0 0 0,1 0 0,-1 0 0,1 0 0,0 0 0,-1 0 0,1 0 0,0 0 0,-1 0 0,1 0 0,0 0 0,0 0 0,0 0 0,0 1 0,0-1 0,0 0 0,0 0 0,0 0 0,0 0 0,0 0 0,0 0 0,0 0 0,0 0 0,0-1 0,1 1 0,-1 0 0,0 0 0,1 0 0,-1 0 0,1 0 0,-1-1 0,1 1 0,-1 0 0,1-1 0,-1 1 0,1 0 0,0-1 0,-1 1 0,1 0 0,0-1 0,-1 1 0,1-1 0,0 1 0,0-1 0,0 0 0,0 1 0,-1-1 0,2 0 0,3 2 0,-4 0 0,0-1 0,-1 1 0,1 0 0,0-1 0,-1 1 0,1 0 0,-1-1 0,0 1 0,0 0 0,1 0 0,-1-1 0,0 1 0,0 0 0,0 0 0,-1-1 0,0 4 0,1 0 0,4 0 0,-2-5 0,-1 1 0,1-1 0,-1 1 0,1 0 0,-1-1 0,1 1 0,-1 0 0,0 0 0,1 0 0,-1 0 0,0 0 0,0 0 0,0 0 0,0 1 0,2 1 0,-4 12 0,0-8 0,1-6 0,0 0 0,0 0 0,0 0 0,-1 0 0,1 1 0,0-1 0,-1 0 0,1 0 0,-1 0 0,1 0 0,-1 0 0,1 0 0,-1 0 0,0 0 0,1 0 0,-1 0 0,0 0 0,0 0 0,-1 1 0,0-1 0,1 0 0,0 0 0,0 0 0,0 0 0,0 0 0,0 0 0,0 1 0,1-1 0,-1 0 0,0 1 0,1-1 0,-1 1 0,1-1 0,-1 0 0,1 1 0,-1-1 0,1 1 0,0 0 0,0-1 0,0 2 0,0-2 0,0 0 0,-1 0 0,1 0 0,0-1 0,0 1 0,0 0 0,0 0 0,0 0 0,0 0 0,1 0 0,-1-1 0,0 1 0,0 0 0,0 0 0,1 0 0,-1-1 0,1 1 0,-1 0 0,0 0 0,1-1 0,-1 1 0,1 0 0,0-1 0,-1 1 0,1 0 0,-1-1 0,1 1 0,0-1 0,0 1 0,-1-1 0,1 0 0,0 1 0,0-1 0,-1 0 0,1 1 0,2-1 0,2 2 0,-5-2 0,1 1 0,-1-1 0,1 1 0,-1-1 0,0 0 0,1 1 0,-1-1 0,0 1 0,1-1 0,-1 1 0,0-1 0,0 1 0,1-1 0,-1 1 0,0-1 0,0 1 0,0-1 0,0 1 0,0 0 0,0-1 0,0 1 0,0-1 0,0 1 0,0-1 0,0 1 0,0 0 0,0-1 0,0 2 0,-1-2 0,1 1 0,0 0 0,0-1 0,0 1 0,0 0 0,0-1 0,0 1 0,0 0 0,0-1 0,0 1 0,0 0 0,0-1 0,1 1 0,-1-1 0,0 1 0,0 0 0,1-1 0,-1 1 0,0-1 0,1 1 0,-1 0 0,1 0 0,2-1 0,-2 0 0,-1 0 0,1 1 0,0-1 0,0 0 0,0 0 0,-1 0 0,1 0 0,0 1 0,-1-1 0,1 0 0,0 0 0,0 1 0,-1-1 0,1 1 0,0-1 0,-1 1 0,1-1 0,-1 1 0,1-1 0,-1 1 0,1-1 0,-1 1 0,1 0 0,-1-1 0,0 1 0,1 0 0,-1-1 0,0 1 0,1 1 0,-1-17-2967,0-31-11866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5:59.7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1590 6 400,'0'0'4429,"0"-4"-1650,-4 3 1178,-38 1-842,-66 4-1574,-284 29-567,222-18-961,97-5-123,-12 0 86,-15-5 318,-17-5-107,-36-6 351,-47-3 338,75 4-556,122 5-607,-11 2-759,10 9-2917,4 8-3227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01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1506 26 2481,'-147'-10'11003,"103"6"-8453,-188-8 4932,144 14-5627,-166 23 0,0 16 1533,-104-13-1235,349-27-2153,-1-1 0,0-1 0,0 0 0,0 0 0,-18-5 0,-3-2 0,10 2-507,100 0-8302,13-4-1116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16.8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26 102 560,'0'-11'6929,"0"-6"360,2 2-3813,-1 14-3362,0-1 0,-1 1 0,1 0 1,0-1-1,0 1 0,0 0 0,0 0 0,0 0 0,0 0 0,0-1 1,1 1-1,-1 1 0,0-1 0,0 0 0,1 0 0,-1 0 0,1 1 1,1-2-1,19-10 694,5-2-442,-25 14-351,7-3-94,-1 1 0,1 0 0,0 0 1,0 1-1,0 0 0,0 0 0,0 1 1,10 2-1,-19-2 80,0 0 0,1 0 0,-1 0-1,0 0 1,0 0 0,0 0 0,1 0 0,-1 1 0,0-1 0,0 0 0,1 0 0,-1 0-1,0 0 1,0 1 0,0-1 0,0 0 0,1 0 0,-1 0 0,0 1 0,0-1 0,0 0-1,0 0 1,0 1 0,0-1 0,0 0 0,0 0 0,0 1 0,0-1 0,0 0 0,0 1-1,0-1 1,0 0 0,0 0 0,0 1 0,0-1 0,0 0 0,0 0 0,0 1 0,0-1-1,0 0 1,0 0 0,0 0 0,-1 1 0,1-1 0,0 0 0,0 0 0,0 1 0,0-1-1,-1 0 1,1 0 0,0 0 0,0 0 0,-1 1 0,1-1 0,0 0 0,0 0 0,0 0-1,-1 0 1,1 0 0,-12 7 908,0-1-1,0 0 1,-1-1-1,0 0 1,0-1-1,0 0 1,0-1-1,-1-1 1,1 0-1,-1-1 1,0 0-1,-17-2 1,31 1-909,0 0 0,-1 0 0,1 0 0,0 0 0,0 0 0,0 0 0,-1 0 0,1 0 0,0-1 0,0 1 0,0 0 0,0 0 0,-1 0 0,1 0 0,0 0 0,0 0 0,0-1 0,0 1 0,-1 0 0,1 0 0,0 0 0,0 0 0,0-1 0,0 1 0,0 0 0,0 0 0,0 0 0,0-1 0,0 1 0,0 0 0,-1 0 0,1 0 0,0-1 0,0 1 0,0 0 0,0 0 0,1-1 0,-1 1 0,0 0 0,0 0 0,0 0 0,0-1 0,0 1 0,0 0 0,0 0 0,0 0 0,0-1 0,0 1 0,0 0 0,1 0 0,-1 0 0,0 0 0,0 0 0,0-1 0,0 1 0,1 0 0,-1 0 0,0 0 0,0 0 0,0 0 0,1 0 0,-1 0 0,0-1 0,0 1 0,0 0 0,1 0 0,-1 0 0,10-5-662,-1-1 1,1 2-1,13-5 0,1 1-3913,37-6 0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18.4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24 800,'4'0'2988,"13"4"8324,-32-5-8890,9 2 4147,6-2-6482,0-1 1,0 0-1,0 1 0,0-1 0,0 1 1,0-1-1,0 0 0,1 1 0,-1-1 1,1 1-1,-1-1 0,2-2 0,-1 4-116,0-1 0,-1 1 0,1-1 0,0 1 0,0-1 0,0 1 0,0 0 0,0 0 0,0-1 0,-1 1 0,1 0 0,0 0 0,0 0 0,0 0-1,0 0 1,2 0 0,-2 2 62,-1 0-1,1 0 1,0 0-1,-1-1 1,1 1 0,-1 0-1,1 0 1,-1 0-1,0 0 1,0 0-1,0 0 1,0 0-1,0 0 1,-1 2-1,1-3 41,0 1-17,-1-1 1,1 1 0,0-1-1,-1 1 1,1 0 0,-1-1-1,0 0 1,1 1 0,-1-1-1,0 1 1,0-1 0,0 0-1,0 0 1,0 1 0,0-1 0,-1 0-1,1 0 1,0 0 0,-2 1-1,-25 13 865,27-15-885,1 1 0,-1-1-1,0 1 1,0-1 0,0 0 0,1 1 0,-1-1 0,0 0 0,0 0 0,0 0 0,0 1-1,0-1 1,1 0 0,-1 0 0,0 0 0,0-1 0,0 1 0,0 0 0,0 0 0,1 0-1,-1-1 1,0 1 0,0 0 0,0-1 0,-1 0 0,1 0-43,1 0 1,-1 0-1,0 0 0,1-1 1,-1 1-1,1 0 0,-1 0 1,1-1-1,0 1 1,-1 0-1,1-1 0,0 1 1,0-1-1,0 1 1,0-3-1,0 4 8,0-1 0,0 1-1,0-1 1,0 0 0,0 1 0,0-1 0,1 1 0,-1-1 0,0 1 0,0-1-1,0 0 1,1 1 0,-1-1 0,0 1 0,1 0 0,-1-1 0,0 1-1,1-1 1,-1 1 0,1-1 0,-1 1 0,1 0 0,-1-1 0,1 1-1,-1 0 1,1-1 0,-1 1 0,1 0 0,-1 0 0,1 0 0,-1-1 0,2 1-1,-1 0-12,-1 0 0,1 0 0,0 0-1,-1-1 1,1 1 0,-1 0 0,1 0 0,0-1-1,-1 1 1,1 0 0,-1-1 0,1 1 0,-1 0-1,1-1 1,-1 1 0,0-1 0,1 1-1,-1-1 1,1 1 0,-1-1 0,0 1 0,1-1-1,-1 1 1,0-1 0,0 0 0,0 1 0,1-1-1,-1 0 1,0 1 0,0-1 0,0 1-1,0-1 1,0 0 0,4 1-68,-3 0 112,0 0-1,0 0 1,0 0 0,0 0 0,0 0-1,-1 0 1,1 0 0,0 1 0,0-1-1,0 0 1,0 1 0,-1-1-1,1 1 1,0-1 0,0 1 0,-1-1-1,1 1 1,0-1 0,-1 1-1,1 0 1,0-1 0,-1 1 0,1 0-1,-1 0 1,1 1 0,0 0 144,-1 0 0,1 0 0,-1 0 1,0 0-1,0 0 0,0 0 0,0 0 0,0-1 1,0 1-1,0 0 0,-1 0 0,1 0 1,-1 0-1,1 0 0,-1 0 0,-1 2 0,-5 8 2,0-1-1,-1 0 0,0 0 0,-1 0 1,0-1-1,-14 12 0,21-20-236,-1 0 1,0-1-1,1 1 0,-1 0 0,0-1 1,0 0-1,0 0 0,0 1 0,0-2 1,0 1-1,0 0 0,0-1 0,-4 1 1,-16-5-4576,23 3 4099,-1 1-1,0-1 1,0 0 0,1 1-1,-1-1 1,1 0-1,-1 0 1,1 0 0,-1 1-1,1-1 1,-1 0-1,1 0 1,0 0 0,-1 0-1,1 0 1,0 0 0,0 0-1,0 0 1,-1 0-1,1 0 1,0 0 0,1 0-1,-1 0 1,0-1-1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20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170 269 880,'19'-17'1746,"1"0"0,1 1 0,0 1 0,1 1 0,27-13 0,-1 0 718,94-53 2818,-139 78-5163,0 0 0,0 1 0,0-1 0,-1 0 0,1 0 0,0-1 0,-1 1 0,4-4 0,-5 4-52,0 0-1,-1 0 0,1 0 1,0 0-1,-1 0 0,1 0 1,-1 0-1,0 0 0,0 0 1,0 0-1,0-3 1,4 2-1,13 0-66,-17 3-1,0 0 0,0 0 1,1 0-1,-1 0 0,0 0 0,0 0 0,0 0 0,0 0 0,0 0 0,1 0 0,-1 0 0,0 0 0,0 0 0,0 0 0,0 0 0,0 0 0,1 0 1,-1 0-1,0 0 0,0 0 0,0 0 0,0 0 0,0 0 0,0 0 0,1 0 0,-1 0 0,0 0 0,0 1 0,0-1 0,0 0 0,0 0 1,0 0-1,0 0 0,0 0 0,1 0 0,-1 0 0,0 1 0,0-1 0,0 0 0,0 0 0,0 0 0,0 0 0,0 0 0,0 1 0,0-1 1,0 0-1,0 0 0,0 0 0,0 0 0,0 0 0,0 1 0,0-1 0,0 0 0,0 0 0,0 0 0,0 0 0,0 0 0,0 1 0,-1-1 0,1 2 4,0 0 6,0 0 0,0 0 0,-1-1 0,1 1-1,0 0 1,-1 0 0,0 0 0,1 0 0,-1-1 0,0 1 0,-2 3 0,-6 8 79,-1 0 1,0 0-1,-1-1 1,-1 0-1,-14 11 1,-80 59 813,48-39-241,-12 10 968,36-30-335,2 1 0,1 2-1,0 1 1,2 2-1,-35 44 1,59-66-1246,1 0 0,-1 1 0,-6 14 0,11-21-77,-1 0-1,1 0 1,0 0-1,-1-1 1,1 1-1,0 0 1,0 0-1,-1 0 1,1 0-1,0 0 1,0 0-1,0 0 1,0-1-1,0 1 1,0 0-1,0 0 1,0 0-1,1 0 1,-1 0-1,0 0 1,0-1-1,1 1 1,-1 0-1,1 0 1,-1 0-1,1 1 1,1-2-265,0 1 0,-1 0 0,1-1 1,-1 1-1,1-1 0,0 1 0,0-1 1,-1 0-1,1 0 0,0 0 1,0 0-1,-1 0 0,1 0 0,3-1 1,12-1-3120,1-2 1,21-6 0,73-29-11835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21.1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359 164 800,'-137'31'15364,"12"7"-8718,117-36-6344,1 1 0,-1 0 0,1 1 0,0 0 0,0 0 0,0 0 0,1 1 0,-1 0 0,1 0 0,-7 8 0,12-12-212,0 1 1,0-1-1,-1 0 1,1 1-1,0-1 1,0 1-1,1-1 0,-1 1 1,0-1-1,0 1 1,1 0-1,-1-1 0,1 1 1,0 0-1,-1-1 1,1 1-1,0 0 1,0 0-1,0-1 0,0 1 1,0 0-1,0 0 1,1-1-1,-1 1 1,1 0-1,-1-1 0,1 1 1,-1 0-1,1-1 1,0 1-1,0-1 1,0 1-1,0-1 0,0 0 1,0 1-1,0-1 1,1 0-1,1 2 1,3 2 101,-1-1 0,1 0 1,0 0-1,0 0 0,1-1 1,-1 0-1,0 0 0,1-1 1,0 0-1,7 2 1,12-1-96,0 0 1,-1-2 0,1-1-1,0-1 1,0-1 0,0-1 0,-1-1-1,34-11 1,3-4-84,0-2-1,61-32 1,-112 48-22,15-6-152,-1-2 0,41-27-1,-60 36 87,-1-1-1,1 1 1,-1-1-1,0 0 1,0 0-1,-1-1 1,0 0-1,0 1 1,0-1-1,0 0 1,-1-1-1,0 1 1,-1-1-1,1 1 1,2-13-1,-5 16 29,1 0 0,-1 0 0,1-1-1,-1 1 1,0 0 0,0 0 0,-1 0 0,1 0-1,-1 0 1,1 0 0,-1 0 0,0 0-1,0 0 1,0 1 0,-1-1 0,1 0 0,-1 0-1,1 1 1,-5-5 0,3 3-112,-1 1-1,0 0 1,0 0 0,-1 0 0,1 1-1,0-1 1,-1 1 0,0 0 0,1 0-1,-1 1 1,-6-2 0,-8 0-768,-1 0 1,1 1-1,-1 2 0,1 0 1,-27 3-1,-54 14-5757,0 5-2948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27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37 960,'6'-6'3494,"14"4"6199,-20 3-9628,0-1 0,0 0-1,0 0 1,0 1 0,0-1 0,0 0-1,0 0 1,0 0 0,0 1-1,0-1 1,0 0 0,0 0 0,0 1-1,0-1 1,0 0 0,0 0-1,0 0 1,0 1 0,0-1-1,-1 0 1,1 0 0,0 0 0,0 1-1,0-1 1,0 0 0,0 0-1,-1 0 1,1 0 0,0 1 0,0-1-1,0 0 1,0 0 0,-1 0-1,1 0 1,0 0 0,0 0 0,0 0-1,-1 0 1,1 0 0,0 1-1,0-1 1,-1 0 0,1 0-1,-67 21 5579,63-13-4709,4-11 627,0 3-1527,0-1 0,0 1 1,1 0-1,-1-1 0,0 1 1,0-1-1,0 1 1,1-1-1,-1 1 0,0 0 1,1-1-1,-1 1 1,0 0-1,1-1 0,-1 1 1,1 0-1,-1-1 0,0 1 1,1 0-1,-1 0 1,1 0-1,-1-1 0,1 1 1,-1 0-1,1 0 1,-1 0-1,1 0 0,0 0-5,0 0 0,-1-1 0,1 1 0,0 0-1,-1 0 1,1-1 0,0 1 0,-1 0 0,1-1 0,0 1-1,-1-1 1,1 1 0,-1-1 0,1 1 0,-1-1-1,1 1 1,-1-1 0,1 1 0,-1-1 0,1 0 0,-1 1-1,0-1 1,1 0 0,-1 1 0,0-1 0,0 0 0,1 0-1,-1 1 1,0-3 0,0 2 22,0 0-1,0 0 1,0 0-1,0 0 1,0 0 0,0-1-1,0 1 1,0 0 0,0 0-1,1 0 1,-1 0-1,1 0 1,-1 0 0,1 0-1,-1 0 1,1 0-1,-1 0 1,1 0 0,0 0-1,0 0 1,-1 0-1,1 0 1,0 1 0,0-1-1,0 0 1,0 1 0,0-1-1,0 1 1,1-1-1,3-2 33,-4 2-64,0 0 1,1 0-1,-1 1 1,1-1 0,-1 0-1,1 1 1,-1-1-1,1 1 1,-1 0-1,1-1 1,0 1 0,-1 0-1,1 0 1,-1 0-1,3 1 1,-4-1-27,1 0 0,-1 0 0,0 0 0,1 0 1,-1 0-1,0 0 0,0 1 0,1-1 0,-1 0 0,0 0 0,0 0 1,1 1-1,-1-1 0,0 0 0,0 0 0,0 1 0,1-1 1,-1 0-1,0 0 0,0 1 0,0-1 0,0 0 0,0 1 0,0-1 1,1 0-1,-1 1 0,0-1 0,0 1 0,-7 15 320,-1-4 65,1-2 0,-2 1 0,0-1 0,0-1 0,0 1 0,-1-2 0,-1 1 0,1-1 0,-24 12 0,32-19-378,0 0 0,-1-1 0,1 1 0,0-1 0,-1 1 0,1-1 0,0 0 0,-1 0 0,1 0 0,0 0 0,-1 0 0,-1-1 0,3 1 0,0 0 0,0-1 0,0 1 0,0 0 0,0-1 0,0 1 0,1-1 0,-1 1 0,0-1 0,0 1 0,0-1 0,1 0 0,-1 1 0,0-1 0,1 0 0,-1 1 0,1-1 0,-1 0 0,1 0 0,-1 0 0,1 0 0,-1 1 0,1-1 0,0 0 0,0 0 0,-1 0 0,1 0 0,0 0 0,0 0 0,0-2 0,0 1 0,1-1 0,0 1 0,0-1 0,-1 1 0,1 0 0,1-1 0,-1 1 0,0 0 0,1 0 0,-1 0 0,1 0 0,-1 0 0,1 0 0,0 0 0,0 0 0,0 1 0,0-1 0,0 1 0,0 0 0,0-1 0,1 1 0,-1 0 0,0 0 0,4-1 0,-1 0 0,1 0 0,0 0 0,0 1 0,0 0 0,-1-1 0,1 2 0,0-1 0,1 1 0,-1 0 0,8 1 0,-14-1 10,0 0-1,1 0 1,-1 1-1,0-1 1,1 0-1,-1 0 1,0 0-1,0 0 1,1 1-1,-1-1 1,0 0-1,0 0 1,1 1-1,-1-1 1,0 0-1,0 0 1,0 1-1,1-1 1,-1 0 0,0 1-1,0-1 1,0 0-1,0 1 1,0-1-1,0 0 1,0 0-1,0 1 1,0-1-1,1 0 1,-1 1-1,-1-1 1,1 0-1,0 1 1,0-1-1,0 0 1,0 1-1,0-1 1,0 0 0,0 1-1,0-1 1,0 0-1,-1 1 1,1-1-1,0 0 1,-1 1-1,-14 17-2200,-7-3-2982,-32 15 0,-24 10-13254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197 849 80,'0'-1'141,"0"-1"0,0 1 0,0 0 0,0-1 0,-1 1 0,1 0-1,0-1 1,-1 1 0,1 0 0,0 0 0,-1 0 0,0-1 0,1 1 0,-1 0 0,0 0 0,1 0 0,-1 0 0,0 0-1,-1-1 1,1 1 95,0 0-1,0 0 0,0 0 0,1 0 1,-1 0-1,0 0 0,0 0 0,1 0 1,-1 0-1,1 0 0,-1-1 0,1 1 1,0 0-1,-1 0 0,1-1 0,0 1 1,0 0-1,0 0 0,0-2 0,0 2-115,0 0 0,0 1-1,0-1 1,-1 0-1,1 0 1,0 0-1,0 1 1,-1-1-1,1 0 1,0 1 0,-1-1-1,1 0 1,-1 0-1,1 1 1,-1-1-1,1 1 1,-1-1 0,1 0-1,-1 1 1,0-1-1,1 1 1,-1 0-1,-1-1 1,1 0 20,0 0-1,0 1 1,0-1 0,0 0 0,0 0-1,1 1 1,-1-1 0,0 0 0,0 0-1,1 0 1,-1 0 0,0 0 0,1 0-1,-1 0 1,1-1 0,-1 1-1,1 0 1,0 0 0,-1 0 0,1 0-1,0-1 1,0 1 0,0 0 0,0-2-1,0 2-63,0 0-1,0 0 1,0 0-1,0 0 1,-1 0-1,1 0 1,0 0-1,-1 0 1,1 0-1,0 1 1,-1-1-1,1 0 1,-1 0-1,1 0 1,-1 0-1,0 0 1,1 1-1,-1-1 1,0 0-1,0 1 1,1-1-1,-1 0 1,-1 0-1,1 1-23,0-1 0,0 0-1,0 1 1,0-1 0,1 0 0,-1 0 0,0 0-1,0 0 1,1 0 0,-1 0 0,0 1 0,1-2-1,-1 1 1,1 0 0,-1 0 0,1 0 0,0 0-1,0 0 1,-1 0 0,1 0 0,0 0 0,0-1-1,0 0 1,0-120 2763,0 117-2735,-1 0 0,1 0 0,-1 0-1,0 0 1,-1 0 0,1 0 0,-1 0 0,-2-4 0,1 4-7,1 0 0,1 0-1,-1 0 1,1 0 0,-1-1 0,1 1-1,1 0 1,-1-7 0,1 10-41,0 1-1,-1-1 1,1 0 0,0 0 0,-1 0 0,1 1-1,-1-1 1,0 0 0,1 0 0,-1 1 0,0-1-1,0 0 1,0 1 0,0-1 0,-2-1 0,-6-9 246,-3-14 245,7 16-472,1 1-1,-1-1 1,0 1 0,-1 1-1,-11-14 1,14 18-51,0 0 0,0 0 1,1-1-1,-1 1 1,1 0-1,0-1 0,0 0 1,1 1-1,-1-1 0,1 0 1,0 0-1,0 0 0,1 0 1,0 0-1,-1 0 0,2 1 1,0-9-1,-1-1 47,0 13-44,0-1 0,0 0 1,0 0-1,1 1 0,-1-1 0,0 0 0,1 1 0,0-1 0,-1 1 0,1-1 1,0 1-1,-1-1 0,1 1 0,0-1 0,0 1 0,0 0 0,3-3 1,-3 3 2,0 0 1,0 0-1,0-1 1,0 1-1,0 0 1,0-1-1,0 1 1,-1 0-1,1-1 1,0 1-1,-1-1 1,1 1-1,-1-1 1,0 0-1,1 1 1,-1-1-1,0-2 1,0-75 299,0 79-305,0 0-1,0-1 1,0 1-1,0-1 1,0 1-1,1-1 0,-1 1 1,0 0-1,0-1 1,0 1-1,1-1 1,-1 1-1,0 0 0,0-1 1,1 1-1,-1 0 1,0-1-1,1 1 1,-1 0-1,0 0 0,1-1 1,-1 1-1,1 0 1,-1 0-1,0 0 1,1-1-1,-1 1 1,1 0-1,-1 0 0,1 0 1,-1 0-1,0 0 1,1 0-1,-1 0 1,1 0-1,0 0 0,0 0-1,-1 0 1,1 0-1,-1 0 1,1 0-1,-1 0 1,1 0 0,-1-1-1,1 1 1,-1 0-1,1 0 1,-1 0 0,1-1-1,-1 1 1,1 0-1,-1-1 1,0 1-1,1 0 1,-1-1 0,1 1-1,-1 0 1,0-1-1,1 1 1,-1-1-1,0 1 1,1-1 0,-1 1-1,0-1 1,0 1-1,0-1 1,1 1 0,-1-1-1,0 1 1,0-1-1,0 1 1,0-2-1,0 1-1,0-1 0,0 0 0,0 0 0,0 1 0,0-1-1,0 0 1,1 0 0,-1 1 0,1-1 0,-1 0 0,1 1 0,0-1-1,-1 1 1,1-1 0,0 1 0,0-1 0,0 1 0,0-1 0,0 1-1,2-2 1,1 1-16,-1 1-1,0-1 0,1 1 0,0-1 1,-1 1-1,1 0 0,0 0 1,4 0-1,49-13-32,-32 8-90,34-5-1,-12 6-143,35-1-817,-96 9 74,-5 4-2386,-27 0-1642,-25 2-2947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36.0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573 0 80,'-111'36'5875,"101"-33"-5560,-10 5 1159,0 1 0,0 1 0,-24 16 0,3 6 239,29-22-688,-1 0 0,-24 14 0,-126 67 2484,156-86-3383,0 0 0,0 0 0,0 0 0,1 1 0,0 0 0,-7 9 1,10-12-111,0 1 0,0-1 0,1 1 0,0 0 1,0 0-1,0 0 0,0 0 0,0 0 1,1 0-1,0 0 0,0 0 0,-1 9 1,1 9 136,0-16-92,1 1 1,-1-1-1,1 1 1,1-1-1,-1 0 1,1 1-1,0-1 1,3 10 0,38 63 391,-41-75-446,0 0 0,0 0 0,0 0-1,0 1 1,-1-1 0,0 0 0,1 0 0,-2 1-1,1-1 1,-1 5 0,0-6 24,1 1 0,-1 0-1,1 0 1,0 0 0,0 0 0,1 0-1,-1 0 1,1-1 0,0 1 0,2 6 0,6 3 12,-8-12-33,0 1 1,0-1 0,0 1-1,1-1 1,-2 1 0,1-1-1,0 1 1,0 0 0,0 0-1,-1-1 1,1 1-1,-1 0 1,0 0 0,1 0-1,-1 3 1,0-3-18,0 0-1,1 0 1,-1 0-1,1 0 1,-1-1-1,1 1 1,-1 0-1,1 0 1,0 0-1,0-1 1,0 1-1,0 0 1,0-1-1,1 1 1,-1-1-1,0 1 1,3 1-1,1 1 6,1 0 1,-1 0-1,0-1 0,1 0 0,8 3 0,2 0-58,-1-1-1,1-1 1,21 4 0,137 22 447,-106-8-286,-55-17 45,-1-1 0,1 0-1,0 0 1,0-1-1,1-1 1,23 2 0,80-5-733,1-13 10,-104 11 475,-1 0-1,0 0 1,0-1-1,-1-1 1,1 0-1,15-10 1,26-12-172,-44 23 237,0-1 1,0 0-1,0 0 0,-1-1 1,13-10-1,-8 4-5,-8 8 49,-1 0-1,1-1 0,-1 0 0,0 0 1,0 0-1,0-1 0,-1 0 0,1 0 0,-2 0 1,5-7-1,1-20 97,-6 20-4,1 0 0,9-22 0,-9 26-38,1-1 0,-2 0 0,0 0 1,0-1-1,-1 1 0,0-1 0,0 1 0,-1-1 0,-1-12 1,0 17-35,-1 0 0,0 0 1,0 0-1,0 0 1,-1 0-1,0 0 1,0 0-1,0 1 1,-1-1-1,0 1 0,0 0 1,0 0-1,-1 0 1,0 0-1,0 0 1,0 1-1,0 0 1,-1-1-1,-4-2 1,-38-25 293,-75-37 1,-66-21 482,158 76-651,10 6-198,0 1 0,-32-8 0,10 5-5534,26 7 1049,-9-2-6822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38.2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43 1681,'-4'-1'820,"3"1"-678,1 0 0,-1 0 0,0 0 0,1 0 1,-1 0-1,0 0 0,1 0 0,-1 0 0,0 0 0,1-1 0,-1 1 0,1 0 0,-1 0 0,1-1 0,-1 1 0,0 0 0,1-1 0,-1 1 0,1-1 0,-1 1 1,1-1-1,0 1 0,-1-1 0,1 1 0,-1-1 0,1 1 0,0-1 0,0 1 0,-1-2 0,0 1 39,1 1 1,-1-1-1,0 0 0,1 1 1,-1-1-1,0 0 0,0 1 1,1-1-1,-1 1 0,0-1 1,0 1-1,0 0 0,0-1 1,0 1-1,0 0 0,0-1 1,0 1-1,0 0 0,0 0 1,0 0-1,-1 0 0,1 0 125,-3-1 4403,4 2-4441,0 0-1,0-1 1,0 1-1,0 0 1,0 0-1,0-1 1,0 1-1,0 0 1,0-1-1,-1 1 1,1 0-1,0-1 1,0 1-1,-1 0 1,1-1-1,0 1 1,-1-1-1,1 1 1,-1-1-1,1 1 1,-1 0-1,-10 0 1930,6-1-2222,1 0 2066,0 1-1521,-13 2-773,13-2-1735,4-19-9497,0-7 3708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39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1 1121,'0'1'176,"0"0"0,0 0 0,0 0 0,0 0 1,0 1-1,0-1 0,0 0 0,0 0 0,-1 0 1,1 0-1,0 0 0,-1 0 0,1 0 0,-1 0 1,1 0-1,-1 0 0,1 0 0,-1 0 0,0 0 1,1 0-1,-1-1 0,0 1 0,0 0 0,0 0 1,0-1-1,1 1 0,-1 0 0,0-1 0,-2 1 1,-2 2 286,1 3 1204,0-1 214,-8-4-710,24-1-488,-8 0-336,0-1-213,92-25-1015,-46 19 1133,-33 12 627,-13-3-716,-4-2-110,0 0-1,1 1 1,-1-1 0,0 0-1,1 0 1,-1 1 0,0-1-1,1 0 1,-1 0 0,0 1-1,0-1 1,0 0 0,1 1-1,-1-1 1,0 1 0,0-1-1,0 0 1,0 1 0,0-1 0,1 0-1,-1 1 1,0-1 0,0 1-1,0-1 1,0 0 0,0 1-1,0-1 1,0 0 0,0 1-1,-1-1 1,1 1 0,0-1-1,0 0 1,0 1 0,0-1-1,0 0 1,-1 1 0,1-1-1,0 0 1,0 1 0,-1-1-1,1 0 1,0 1 0,0-1-1,-1 0 1,1 0 0,0 1-1,-1-1 1,1 0 0,0 0-1,-1 0 1,1 0 0,-1 1-1,-14 9 1306,0 1 202,0 0 1,-20 9-1,20-11-608,0 0 0,-15 12 0,31-21-976,0 0 1,0 0 0,0 0-1,0 0 1,0 0 0,0 0-1,-1 0 1,1 0 0,0-1-1,0 1 1,0 0 0,0-1-1,0 1 1,0 0 0,-1-1-1,1 1 1,0-1 0,0 1-1,-1-1 1,1 0 0,0 1-1,-1-1 1,2-1-1,-2 1 13,1 0-1,0 1 1,-1-1 0,1 0-1,-1 0 1,1 0-1,0 1 1,0-1-1,-1 0 1,1 1-1,0-1 1,0 1-1,0-1 1,0 1-1,0-1 1,0 1-1,0 0 1,0-1-1,0 1 1,0 0-1,1-1 1,27-5-40,-27 5 34,24-6-89,-20 5 32,1 0 1,0 1 0,-1 0-1,1 0 1,9-1-1,30 2-6,-24 3 310,-22-2-185,1-1 1,-1 0-1,1 1 0,-1-1 1,1 0-1,-1 1 1,0-1-1,1 0 0,-1 1 1,1-1-1,-1 1 0,0-1 1,0 1-1,1-1 0,-1 1 1,0-1-1,0 1 0,1-1 1,-1 1-1,0-1 0,0 1 1,0-1-1,0 1 0,0-1 1,0 1-1,0 0 0,-1 0 38,1 0 0,-1 0-1,0 0 1,0-1 0,1 1 0,-1 0-1,0-1 1,0 1 0,0-1-1,0 1 1,0-1 0,0 1-1,0-1 1,0 0 0,0 1 0,0-1-1,0 0 1,0 0 0,0 0-1,-1 0 1,1 0 75,1 0-106,0 0 1,0 0 0,-1 1 0,1-1 0,0 0 0,0 0 0,0 0 0,-1 0 0,1 0 0,0 0 0,0 0 0,0 0-1,0 0 1,-1 0 0,1 1 0,0-1 0,0 0 0,0 0 0,0 0 0,0 0 0,-1 0 0,1 1 0,0-1 0,0 0-1,0 0 1,0 0 0,0 0 0,0 1 0,0-1 0,0 0 0,0 0 0,0 0 0,0 1 0,0-1 0,0 0-1,0 0 1,0 0 0,0 1 0,0-1 0,0 0 0,0 0 0,0 0 0,0 1 0,0-1-10,0 0 0,0 0 0,0 0 1,0 0-1,0 1 0,0-1 0,0 0 1,0 0-1,0 0 0,0 0 0,0 0 0,0 1 1,0-1-1,0 0 0,0 0 0,0 0 1,0 0-1,0 0 0,0 0 0,0 1 1,0-1-1,0 0 0,0 0 0,0 0 0,0 0 1,0 0-1,0 0 0,-1 0 0,1 1 1,0-1-1,0 0 0,0 0 0,0 0 0,0 0 1,0 0-1,0 0 0,-1 0 0,1 0 1,0 0-1,0 0 0,0 0 0,0 0 0,0 0 1,0 0-1,-1 0 0,1 0 0,0 0 1,0 0-1,0 0 0,0 0 0,0 0 0,-1 0 1,1 0-1,0 0 0,0 0 0,-22-2-1456,19 0-402,-3 1-557,-38-11-12210,-2-8 4791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26:40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519 107 1441,'-3'-5'5257,"-15"-1"-2954,10 5 2434,8 1-4429,-17-4 840,13 4-95,4-1-987,0 1 0,0 0 0,0 0 0,0-1 0,0 1 0,-1 0 0,1-1 0,0 1 0,0 0 0,0 0 0,0-1 0,-1 1 0,1 0 0,0 0 0,0 0 0,0-1 0,-1 1 0,1 0 0,0 0 0,0 0 0,-1 0 0,1 0 0,0 0-1,0-1 1,-1 1 0,1 0 0,0 0 0,-1 0 0,1 0 0,0 0 0,0 0 0,-1 0 0,1 0 0,0 0 0,-1 0 0,1 0 0,0 0 0,0 0 0,-1 1 0,0-1 0,1 0-7,0 0 0,-1 0 1,1 0-1,-1 0 0,1 1 0,-1-1 0,1 0 1,-1 0-1,1 0 0,-1 0 0,1-1 1,-1 1-1,1 0 0,-1 0 0,1 0 1,-1 0-1,1 0 0,-1-1 0,1 1 0,-1 0 1,1 0-1,0-1 0,-1 1 0,1 0 1,-1-1-1,1 1 0,0 0 0,-1-1 1,1 1-1,0-1 0,0 1 0,-1 0 1,1-1-1,0 1 0,0-1 0,0 1 0,-1-1 1,1 1-1,0-1 0,0 1 0,0-1 1,0 1-1,0-1 0,0 1 0,0-1 1,0-1 9,1 1 1,-1 0 0,0 0 0,0 0 0,1 0 0,-1 0 0,1 0-1,-1 0 1,1-1 0,0 1 0,-1 1 0,1-1 0,0 0 0,0 0-1,-1 0 1,1 0 0,0 0 0,0 1 0,2-2 0,30-14 644,35-2-138,-62 17-475,20-5-8,0 2 0,1 0 1,-1 2-1,1 1 0,-1 1 1,1 1-1,-1 2 1,1 0-1,-1 2 0,0 1 1,37 13-1,-27-7-60,-28-10-19,-1 0 0,1 1 0,-1 0 0,0 0 0,0 0 0,0 1 0,0 0 0,-1 0 0,0 1 0,9 8 0,-14-12-6,1 0 0,-1 0 0,0 1-1,0-1 1,0 0 0,0 1 0,0-1 0,-1 1 0,1-1 0,0 1 0,-1-1 0,1 1 0,-1 0 0,1-1 0,-1 1 0,0 0 0,1-1-1,-1 1 1,0 0 0,0-1 0,-1 1 0,1 0 0,0-1 0,0 1 0,-1 0 0,1-1 0,-1 1 0,1 0 0,-1-1 0,0 1-1,0-1 1,0 0 0,0 1 0,0-1 0,0 1 0,0-1 0,0 0 0,0 0 0,-1 0 0,1 0 0,-3 2 0,-8 6 58,0-1 0,-1-1 0,0 0 0,-15 6 0,12-5-36,-21 10 4,14-6 102,-42 16 1,-2-3 444,41-15 82,-51 14 1,27-13-407,-196 36 2046,191-40-1794,0-2 0,-85-3 0,135-2-509,-3 0 0,1 0 0,-1 0 0,1-1 0,-1 0 0,1-1 0,-1 1 0,1-1 0,0-1 0,0 0 0,-9-4 0,16 7 0,0 0 0,0 0 0,-1-1 0,1 1 0,0 0 0,0-1 0,0 1 0,-1 0 0,1-1 0,0 1 0,0 0 0,0-1 0,0 1 0,0-1 0,0 1 0,0 0 0,0-1 0,0 1 0,0 0 0,0-1 0,0 1 0,0-1 0,0 1 0,0 0 0,0-1 0,0 1 0,0 0 0,0-1 0,1 1 0,-1 0 0,0-1 0,0 1 0,0 0 0,1-1 0,-1 1 0,0 0 0,0 0 0,1-1 0,-1 1 0,1 0 0,14-12 0,-11 9 0,7-4 0,-1 0 0,1 1 0,1 0 0,-1 0 0,1 1 0,13-3 0,21-9 0,-40 14 0,0 0 0,0 0 0,0 1 0,0 0 0,1 1 0,-1-1 0,1 1 0,-1 0 0,1 1 0,0-1 0,-1 1 0,1 1 0,-1-1 0,1 1 0,-1 0 0,8 3 0,12 4 0,-1 1 0,1 1 0,-2 2 0,1 1 0,-2 0 0,42 32 0,-13-9 0,-29-23 0,1 0 0,1-2 0,47 16 0,-71-26 0,15 4-487,-1 0 1,1-1-1,28 5 0,-38-9-247,0 0 1,0 0-1,0 0 0,0-1 1,0 0-1,0 0 0,0 0 0,-1-1 1,1 0-1,0 0 0,-1-1 0,9-4 1,36-31-18148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25.8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5 400,'-25'-5'6577,"29"5"-5870,17 0 3281,-21 1-3965,0-1 1,0 1-1,0-1 1,1 0-1,-1 1 1,0-1-1,0 1 1,0-1-1,1 0 1,-1 1-1,0-1 1,0 0-1,1 1 1,-1-1-1,0 0 1,1 0-1,-1 1 1,0-1-1,1 0 1,-1 0-1,0 1 1,1-1-1,-1 0 1,1 0-1,-1 0 1,0 0-1,1 0 1,-1 0-1,1 0 1,-1 0-1,1 0 1,-1 0-1,1 0 1,0 0-17,-1 0 0,1 0 1,-1 0-1,1 0 1,-1 0-1,1 0 1,-1 1-1,1-1 1,-1 0-1,1 0 1,-1 0-1,1 0 1,-1 1-1,1-1 0,-1 0 1,1 1-1,-1-1 1,1 0-1,-1 1 1,0-1-1,1 0 1,-1 1-1,1-1 1,-1 1-1,0-1 1,0 1-1,1-1 0,-1 1 1,0-1-1,0 1 1,0-1-1,1 1 1,-1-1-1,0 1 1,0 0-1,-1 12 611,0-10-506,1 1-1,0-1 1,-1 0-1,1 0 1,0 0-1,1 1 1,-1-1-1,0 0 1,1 0-1,0 0 1,0 0-1,1 5 1,0-6-32,0 0 1,0 0 0,-1 1-1,1-1 1,-1 0-1,0 1 1,0-1 0,0 1-1,0 0 1,0-1-1,0 1 1,-1 0-1,1 0 1,-1-1 0,0 1-1,0 0 1,0 0-1,0 0 1,0-1 0,0 1-1,-1 0 1,0 0-1,0 2 1,-7 11 427,6-14-504,1 0 0,0 0 0,0 0 0,1-1 0,-1 1 0,0 0 0,1 0 0,-1 0 0,1 0 0,-1 0 0,1 1 0,0 2 0,0 95 717,-4-98-588,3-2-122,0 0 1,0 0-1,0 1 1,0-1-1,0 0 0,0 1 1,0-1-1,0 1 1,1-1-1,-1 1 1,0-1-1,0 1 0,1 0 1,-1-1-1,0 1 1,1 0-1,-1-1 0,0 1 1,1 0-1,-1 0 1,1 0-1,-1 0 0,1-1 1,0 1-1,-1 2 1,-1 30 472,2-21-425,0 110 435,0-121-483,0 0 0,0 0 0,0 0 0,0 0 0,0 0 0,-1 0 0,1 1 0,0-1 0,0 0-1,-1 0 1,1 0 0,-1 0 0,1 0 0,-1 0 0,0 0 0,1 0 0,-1-1 0,0 1 0,1 0 0,-1 0 0,0 0 0,0-1 0,-1 2 0,1-2 16,0 1 1,0 0-1,0 0 0,0 0 1,0 0-1,0 0 1,1 0-1,-1 0 0,0 0 1,0 0-1,1 0 1,-1 1-1,1-1 0,-1 0 1,1 0-1,0 1 1,-1-1-1,1 0 0,0 0 1,0 1-1,0-1 1,0 0-1,0 2 0,0 56 213,0-59-236,0 1-1,0 0 1,0 0-1,-1 0 1,1 0-1,0 0 1,0-1-1,-1 1 1,1 0-1,-1 0 1,1 0-1,-1-1 0,1 1 1,-1 0-1,1-1 1,-1 1-1,1 0 1,-1-1-1,0 1 1,1-1-1,-1 1 1,-1 0-1,1-1 0,0 1 0,0 0-1,0-1 1,0 1 0,0 0 0,0 0 0,1 0-1,-1 0 1,0-1 0,0 1 0,1 0 0,-1 0-1,1 0 1,-1 0 0,1 1 0,-1-1 0,1 0-1,0 0 1,-1 0 0,1 0 0,0 0 0,0 1-1,0 0 1,0 67-3,0-68 0,0-1 0,0 1 0,0 0-1,-1 0 1,1 0 0,0 0 0,0-1 0,-1 1-1,1 0 1,0 0 0,-1 0 0,1-1 0,-1 1-1,1 0 1,-1-1 0,1 1 0,-1 0 0,0-1-1,1 1 1,-1-1 0,0 1 0,1-1 0,-2 1 0,1 0 0,0-1 1,0 1 0,0 0-1,0-1 1,0 1 0,0 0 0,1 0-1,-1 0 1,0 0 0,1-1-1,-1 1 1,0 0 0,1 0 0,-1 0-1,1 0 1,-1 0 0,1 1-1,0-1 1,0 0 0,-1 0 0,1 0-1,0 0 1,0 0 0,0 2 0,3 23-78,-3-25 76,1 0 0,0-1 0,-1 1 0,1 0 1,0-1-1,0 1 0,0-1 0,-1 1 0,1-1 0,0 1 1,0-1-1,0 1 0,0-1 0,0 0 0,0 1 0,0-1 1,0 0-1,0 0 0,1 0 0,-1 3 7,0-1 0,0 0 0,-1 1 0,1-1 0,-1 1 0,1-1 0,-1 1 0,0 0 0,0-1 0,0 1 0,0-1 1,-1 5-1,1-6 22,4 22 229,7-15-193,-5-6-65,-5-1 5,-1 0 0,1 0 0,0 1 0,-1-1 0,1 0 0,-1 1 1,1-1-1,-1 0 0,1 1 0,-1-1 0,0 1 0,0-1 0,0 1 0,0-1 0,0 0 0,0 1 0,0-1 0,0 1 0,-1 2 0,0 7 62,1 9 347,0-19-346,0 0 13,0 52 334,0-50-974,0 31 1678,-4-21-8493,-17-17 1452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28.4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251 119 1601,'2'-26'9604,"12"15"-5199,-1 4-3527,-9 5-455,-3 1-346,0 1-1,0 0 0,-1 0 1,1-1-1,0 1 0,0 0 1,0-1-1,-1 1 0,1-1 1,0 1-1,0-1 0,-1 0 1,1 1-1,-1-1 0,1 0 1,0 1-1,-1-1 0,1 0 1,-1 0-1,0 1 0,1-1 1,-1 0-1,1 0 0,-1 0 1,0 0-1,0 1 0,1-2 1,-1 0 77,1 1-1,-1 0 1,1 0 0,0-1 0,-1 1 0,1 0-1,0 0 1,0 0 0,0 0 0,0 0 0,0 0 0,0 0-1,0 0 1,0 1 0,1-1 0,1-1 0,25-12 1606,-3 8-1641,-1 1 0,1 1 0,-1 1-1,1 1 1,0 1 0,0 1 0,0 1 0,0 2 0,0 0-1,27 8 1,-40-7-133,0 1-1,-1 0 0,1 0 1,-1 1-1,15 11 0,-19-13 23,-1 0-1,0 1 1,0 0-1,-1 0 1,1 1-1,-1 0 1,0 0-1,-1 0 1,7 12-1,-10-17-6,-1 0 0,1 0-1,-1 0 1,0 1 0,1-1 0,-1 0 0,0 1 0,0-1-1,0 0 1,0 1 0,0-1 0,0 0 0,-1 0 0,1 1-1,0-1 1,0 0 0,-1 0 0,1 1 0,-1-1 0,0 0-1,1 0 1,-1 0 0,0 0 0,0 2 0,-26 21-223,13-13 76,2-1 182,0 0 0,-1-1 0,0 0 0,0-1 0,-1 0 0,0-1 0,0-1 0,-1 0 0,-15 4 0,-11 3 168,1-1-1,-2-3 1,-80 9-1,95-17 96,1 2-1,-29 6 1,-17 3 259,-94-4 349,161-11-799,6 5-269,3-1 27,65 2 196,-64-1-38,0-1 0,0 1 1,0 0-1,0 0 0,7 4 0,3 2 76,-14-7-76,1 0 0,0 0 0,-1 0 1,1 0-1,-1 1 0,1-1 0,-1 0 0,1 1 0,-1-1 0,0 1 0,0 0 0,0-1 0,0 1 0,0 0 0,0-1 1,0 1-1,-1 0 0,1 0 0,0 0 0,-1 0 0,0 0 0,1 0 0,-1 2 0,4 15 265,-3-14-157,1 0 0,0 0 1,1 0-1,-1 0 0,1 0 0,0 0 0,0-1 0,0 1 0,1-1 1,0 0-1,-1 0 0,9 6 0,-3-4 30,-1 0 1,1-1-1,0 0 1,1 0-1,-1-1 0,13 3 1,7 2 22,-8-1-73,0-1 1,1-2-1,0 0 0,33 3 1,45-10-3808,-5-8-9058,-40-4 1348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3.6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87 80,'1'0'112,"-1"-1"1,0 1-1,0-1 0,0 1 1,0-1-1,0 1 0,0-1 1,-1 1-1,1-1 0,0 1 1,0-1-1,0 1 1,0-1-1,0 1 0,-1-1 1,1 1-1,0-1 0,-1 1 1,1-1-1,0 1 0,-1 0 1,1-1-1,0 1 0,-1 0 1,1-1-1,-1 1 0,1 0 1,0-1-1,-1 1 0,1 0 1,-1 0-1,1 0 0,-1-1 1,1 1-1,-1 0 0,1 0 1,-1 0-1,0 0 1,-10-6 2089,8-7 3420,3 33-1001,-1-16-4393,0 0 1,0 1-1,0-1 1,0 0-1,-1 0 1,1 0-1,-1 0 1,0 0-1,0 0 1,-1 0-1,-5 6 1,-2 2 212,4-5-249,0 0 0,0 0 0,1 1 0,-6 10 0,9-16-145,1 1-1,0-1 1,0 1 0,1-1-1,-1 1 1,0 0 0,1-1-1,0 1 1,-1 0 0,1 0-1,0-1 1,1 1 0,-1 0-1,0-1 1,1 1 0,-1 0-1,1-1 1,0 1 0,2 3-1,5 8 173,-7-12-197,1 0 1,-1 0-1,0 0 1,0 0-1,0 0 1,0 0-1,0 1 1,0-1-1,0 0 1,-1 1-1,1-1 1,-1 1-1,0 2 1,0 62 964,0-66-980,0-1-1,0 0 1,0 1 0,0-1-1,0 1 1,0-1 0,0 1-1,0-1 1,0 1 0,1-1-1,-1 1 1,0-1 0,0 1-1,0-1 1,0 0 0,1 1-1,-1-1 1,0 1 0,1-1-1,-1 0 1,0 1 0,0-1-1,1 1 1,-1-1 0,1 0-1,-1 0 1,0 1 0,1-1-1,-1 0 1,1 0 0,-1 1-1,0-1 1,1 0 0,-1 0-1,1 0 1,-1 0 0,1 0-1,0 0 1,0 1-1,-1-1 1,1 0-1,0 0 0,0 0 1,0 1-1,-1-1 0,1 1 1,0-1-1,-1 0 0,1 1 1,0-1-1,-1 1 0,1 0 1,0-1-1,-1 1 0,1-1 1,-1 1-1,1 0 0,-1-1 1,0 1-1,1 0 0,-1 0 1,0-1-1,1 1 0,-1 0 1,0 0-1,0 0 0,0-1 1,0 1-1,1 0 0,-1 0 1,0 0-1,0-1 0,-1 1 1,1 0-1,0 0 0,0 0 1,-1 0-1,2 0 4,-1 0 0,0 0 0,0 1 0,1-1 1,-1 0-1,0 0 0,1 0 0,-1 0 0,1 0 0,-1-1 0,1 1 0,0 0 0,-1 0 0,1 0 1,0 0-1,-1-1 0,1 1 0,0 0 0,0-1 0,0 1 0,0 0 0,0-1 0,2 1 0,1 2 68,-2-2-54,-1 0 0,1 0 0,0-1 0,-1 1 0,1-1 0,0 0 0,-1 1 0,1-1 0,0 0 0,-1 0 0,1 0 0,0 0 0,0 0 0,-1-1 0,1 1 0,0 0 0,-1-1 0,3 0 0,36-14 175,-35 13-134,132-46 416,188-79 826,-265 106-1178,-1-4 0,-1-2 0,-1-2 0,-2-3 0,80-61 0,-130 89 386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4.1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460 29 1361,'6'-1'814,"10"-4"225,-13-4 5311,-7 7-4455,-30-3-706,-1 1 1,-1 2-1,-52 3 1,-110 21 1628,188-20-2530,0 0 0,0 0-1,0 1 1,0 1-1,-12 5 1,21-9-218,0 1 1,0 0 0,-1-1-1,1 1 1,0 0-1,0 0 1,0 0 0,0 0-1,0 0 1,0 0-1,0 0 1,1 0 0,-1 0-1,0 0 1,1 0-1,-1 1 1,0-1 0,1 0-1,-1 2 1,1-1 1,0 0 0,1-1 1,-1 1-1,1 0 0,-1-1 1,1 1-1,-1-1 0,1 1 0,0-1 1,0 1-1,0-1 0,0 0 1,0 1-1,0-1 0,0 0 0,0 0 1,0 0-1,1 1 0,-1-1 1,3 1-1,28 23 819,39 22 0,-57-38-989,1-1-1,1-1 1,-1 0 0,1-1-1,1-1 1,16 4 0,5-4-1897,51 2 0,50-10-5487,31-18-4150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7 240,'0'0'3362,"-25"0"6882,50-7-8003,25 7-1280,-25 0-1,25 0-159,0 0-161,0 0-320,25 0-880,-5 0-1281,-20 0-2161,25 7-1360,-50-14 479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5.7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1 160,'0'11'4642,"20"-11"-1280,-20 4-961,50 1-720,25 6-401,50 5-720,50 5-4721,-25-15-5124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94 240,'81'-23'6326,"-41"10"-4195,110-24 2885,-115 30-4073,0 1-1,69-2 1,-70 13-762,-33-5-182,0 0-1,-1 0 1,1 0-1,-1 0 1,1 0-1,-1 0 1,1 0-1,0 0 1,-1 1-1,1-1 1,-1 0-1,1 0 1,-1 1-1,1-1 1,-1 0-1,1 1 1,-1-1-1,1 0 1,-1 1-1,0-1 1,1 1-1,-1-1 1,0 1-1,1-1 1,-1 1 0,0-1-1,0 1 1,1-1-1,-1 1 1,0-1-1,0 1 1,0 0-1,0-1 1,0 1-1,0-1 1,0 1-1,0-1 1,0 1-1,0 0 1,0-1-1,0 1 1,0-1-1,0 1 1,0-1-1,-1 1 1,1 0-1,0-1 1,0 1-1,-1-1 1,1 1-1,0-1 1,-1 0-1,1 1 1,0-1-1,-1 1 1,1-1-1,-1 1 1,0-1-1,-16 14-9,0-1 0,-1-1 0,-1-1 0,1 0 0,-34 13 0,-7 1 251,-2-1 0,0-4 0,-2-2 0,-110 17 0,168-34-219,-61 4 106,63-5-126,-1 0 1,0 0 0,0-1 0,1 1 0,-1-1 0,0 0 0,0 0-1,1 0 1,-1 0 0,1-1 0,-1 0 0,1 1 0,-4-4 0,7 4 18,-1 0 1,0 0 0,1-1-1,-1 1 1,1 0 0,-1 0 0,1-1-1,0 1 1,-1-1 0,1 1-1,0 0 1,0-1 0,0 1 0,0 0-1,0-1 1,0 1 0,1-3 0,-1-1 59,4-1 13,0 5-68,0 0-1,0 0 1,0 1-1,0-1 1,0 1-1,0 0 1,0 0-1,0 0 1,0 0-1,6 2 1,53 15 600,-42-10-412,17 3 7,-1 3 0,0 1 0,-1 1 0,0 3 0,63 41 0,-82-45-955,-14-12 77,-1 1 1,1-1-1,0 1 0,0-1 0,0 0 0,0 0 0,1-1 0,5 3 0,15-5-8400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7.4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6083,'100'-6'9044,"-5"6"-6723,5 16-2721,0 6-401,-25-1-2240,-25-1-4963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7.8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63 1761,'148'-22'9789,"67"-17"-4760,-207 37-4907,-8 2-121,0 0-1,0 1 1,0-1 0,0 0 0,-1 0-1,1 0 1,0 0 0,0 0 0,0 0-1,0 0 1,0 0 0,0 0 0,0 1-1,0-1 1,0 0 0,-1 0 0,1 0-1,0 0 1,0 0 0,0 0 0,0 1-1,0-1 1,0 0 0,0 0-1,0 0 1,0 0 0,0 0 0,0 0-1,0 1 1,0-1 0,0 0 0,0 0-1,0 0 1,0 0 0,0 0 0,0 1-1,0-1 1,0 0 0,1 0 0,-1 0-1,0 0 1,0 0 0,0 0 0,0 0-1,0 1 1,0-1 0,0 0 0,0 0-1,0 0 1,1 0 0,-1 0-1,0 0 1,0 0 0,-37 20-388,-288 101 1001,314-118-598,0 1 1,0 0 0,1 1-1,0 0 1,0 1-1,0 0 1,-9 8 0,15-11-239,1 0 1,-1 1-1,1 0 0,0-1 1,0 1-1,-4 8 1,5-9-326,1 0 1,0 1-1,-1-1 1,1 1-1,0-1 1,1 1-1,-1 0 1,1-1-1,-1 5 1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38.2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301 41 1441,'-54'12'3697,"-88"16"4811,136-27-8245,0-1-1,0 1 0,0-1 0,0-1 1,0 1-1,0-1 0,0 0 0,-7-3 1,-5 0 431,18 3-611,-1 1-1,0 0 1,0-1-1,1 1 1,-1 0 0,0 0-1,0 0 1,0 0-1,1 0 1,-1 0 0,0 0-1,0 0 1,0 0-1,1 0 1,-1 0 0,0 1-1,0-1 1,1 0-1,-1 1 1,0-1 0,0 0-1,1 1 1,-1-1-1,0 1 1,1-1 0,-1 1-1,1-1 1,-1 1-1,1-1 1,-1 1 0,1 0-1,-1-1 1,1 1-1,-1 0 1,1-1 0,0 1-1,-1 0 1,1 0-1,0-1 1,0 1 0,0 0-1,0 0 1,-1 0-1,1-1 1,0 1 0,0 0-1,0 0 1,1 0-1,-1-1 1,0 1 0,0 1-1,1-2-29,-1 1-1,1 0 1,-1 0-1,0-1 1,1 1-1,0-1 1,-1 1-1,1-1 1,-1 1-1,1-1 1,0 1-1,-1-1 0,1 1 1,0-1-1,-1 0 1,1 1-1,0-1 1,0 0-1,-1 0 1,1 1-1,0-1 1,0 0-1,1 0 1,28 5 194,-23-5-113,57 7 45,0-4 0,0-3-1,0-2 1,92-15 0,-147 15-160,-1 0 1,1 0-1,-1 0 1,1-1 0,-1-1-1,0 1 1,0-1-1,0-1 1,-1 1-1,0-1 1,1 0 0,-2-1-1,1 0 1,8-10-1,-15 16-22,1-1-1,-1 1 1,0 0-1,1-1 1,-1 1 0,0-1-1,0 1 1,1-1-1,-1 1 1,0-1-1,0 1 1,0-1-1,0 1 1,0-1 0,0 1-1,0-1 1,0 1-1,0-1 1,0 1-1,0-1 1,0 1-1,0 0 1,0-1 0,0 1-1,-1-1 1,1 1-1,0-1 1,0 1-1,0-1 1,-1 1-1,1-1 1,0 1 0,-1 0-1,1-1 1,0 1-1,-1 0 1,0-1-1,-16-7-340,15 7 286,-4 0-245,0 0 1,0 0 0,0 0-1,0 1 1,-10 0 0,-116 5-5408,-35 9-4534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0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0 101 960,'0'-2'289,"1"1"0,-1-1-1,1 1 1,-1-1-1,1 1 1,0-1-1,-1 1 1,1-1-1,0 1 1,0 0-1,0-1 1,0 1-1,0 0 1,0 0-1,1 0 1,-1 0 0,0 0-1,3-2 1,30-16 3447,-21 13-2670,-8-3 97,-2 2-458,4 3-583,-6 4 7,0-1 0,0 1-1,0-1 1,0 1 0,-1-1-1,1 0 1,0 1 0,0-1 0,-1 0-1,1 1 1,0-1 0,-1 0 0,1 0-1,0 0 1,-1 1 0,1-1 0,-1 0-1,0 0 1,1 0 0,-1 0 0,0 0-1,0 0 1,1 0 0,-1 0-1,0 0 1,0 0 0,0 0 0,0 0-1,0 0 1,0 0 0,-1-2 0,1 3 578,0 0-785,0 0 0,1 0 0,-1 1 1,0-1-1,0 0 0,0 0 0,0 1 1,0-1-1,0 0 0,0 1 0,0-1 0,0 0 1,0 1-1,0-1 0,0 0 0,0 1 1,0-1-1,0 0 0,0 0 0,0 1 1,0-1-1,-1 0 0,1 1 0,0-1 1,0 0-1,0 0 0,0 1 0,-1-1 1,1 0-1,0 0 0,0 1 0,0-1 1,-1 0-1,1 0 0,0 0 0,0 0 1,-1 1-1,1-1 0,0 0 0,-1 0 0,-3 1-684,-5 2-385,-3 4-3493,-9 3 238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2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395 1 640,'0'0'71,"0"1"0,0-1 0,0 1 0,-1-1 0,1 1 0,0-1 0,0 1 0,0-1 0,-1 1 0,1-1 0,0 1 0,-1-1 0,1 0 0,-1 1 0,1-1 0,0 0 0,-1 1 0,1-1 0,-1 0 0,1 1 0,-1-1 0,1 0 0,-1 0-1,1 1 1,-1-1 0,1 0 0,-1 0 0,1 0 0,-1 0 0,1 0 0,-1 0 0,1 0 0,-1 0 0,0 0 0,-1 0 247,-2 1 482,5 0 429,-6 2-924,-16 2 1229,1 1 0,-35 16 0,8-6-804,35-13-555,1 1-1,0 0 0,-12 6 0,-69 30 894,89-39-1015,1 1 1,-1-1 0,0 1 0,0-1 0,1 1 0,-1 0 0,1 0 0,0 0 0,-1 1 0,-1 2 0,2-3-3,1 0 1,-1 0 0,0 0-1,0 0 1,0-1 0,0 1 0,-1-1-1,1 1 1,0-1 0,-1 0 0,-2 2-1,3-3 37,1 0-65,0 0-1,0 0 0,0 0 0,1 0 0,-1 0 0,0 0 0,0 0 0,1 1 0,-1-1 1,0 0-1,0 0 0,1 1 0,-1-1 0,0 1 0,1-1 0,-1 0 0,1 1 0,-1-1 0,0 1 1,1 0-1,-1-1 0,1 1 0,-1-1 0,1 1 0,0 0 0,-1-1 0,0 2 0,30 7 859,42 7-1,5 1-560,0-4 1,1-3-1,110 0 0,-174-10-335,0-1-1,-1-1 1,1 0 0,0-1 0,-1 0-1,0-1 1,0 0 0,0-1 0,0 0-1,-1-1 1,0-1 0,0 0 0,11-9-1,-2 3 0,-18 12 13,0 1 0,-1-1 0,1 0 0,0 0 0,0 0 1,-1-1-1,1 1 0,-1 0 0,1-1 0,-1 1 0,0-1 1,1 1-1,-1-1 0,0 1 0,0-1 0,0 0 0,0 0 1,0 1-1,-1-1 0,1 0 0,0 0 0,-1 0 0,1 0 1,-1 0-1,0 0 0,0-4 0,0 5-5,-1 0-1,1-1 0,-1 1 1,1 0-1,-1 0 1,0 0-1,1 0 1,-1 0-1,0 0 1,0 0-1,0 0 1,0 1-1,0-1 1,0 0-1,0 0 1,0 1-1,0-1 1,0 1-1,0-1 1,0 1-1,-1-1 1,1 1-1,0 0 1,0-1-1,-1 1 1,1 0-1,0 0 1,-3 0-1,-1-1-17,0 1 1,0 0-1,0 0 0,0 0 0,0 0 0,1 1 0,-7 1 0,-2 3 82,-1 0 0,1 1-1,0 1 1,0 0-1,-19 15 1,-53 52 588,58-48-503,-2-2 0,-32 22 0,-105 49-2369,137-79-1146,4-10-3896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0 960,'0'0'3362,"25"5"-241,0-5-399,50 11-241,145 3 640,5 2-2000,-50-5-1201,-30-6-481,-20 1-2960,-50-6-5123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3.0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99 8004,'-2'-1'414,"1"1"-124,0-1 0,-1 1 0,1-1 1,0 0-1,0 1 0,-1-1 0,1 0 1,0 0-1,0 0 0,0 0 0,0 0 1,0 0-1,0 0 0,0 0 0,0 0 1,1-1-1,-1 1 0,0 0 0,1 0 1,-1-1-1,1 1 0,-1 0 0,1-1 1,-1-1-1,1 2-260,1 0 0,-1 0 0,0 1 0,1-1 0,-1 0 1,0 1-1,1-1 0,-1 1 0,1-1 0,-1 1 0,1-1 0,-1 0 0,1 1 0,-1 0 1,1-1-1,-1 1 0,1-1 0,0 1 0,-1 0 0,1-1 0,0 1 0,-1 0 0,1 0 1,0-1-1,-1 1 0,1 0 0,0 0 0,1 0 0,2-1 44,9-6-42,0 1 0,0 0-1,0 1 1,1 0 0,0 1 0,0 1 0,16-3 0,107-6 271,-98 10-274,-31 2-34,-1 0 0,1 0 0,-1 0 0,1 1 0,-1 0 0,0 1 0,12 3 0,-40 3 312,-24 6 964,-1-1 1,-75 11 0,71-16-352,41-6-706,13-1-708,40 7-15,1-1-1,69 0 0,4 1 158,-72-3 280,54 7-69,-99-11 138,0-1-1,1 0-1,0 0 1,-1 0-1,1 0 0,-1 1 1,1-1-1,-1 1 1,1-1-1,-1 1 1,0-1-1,1 1 1,-1 0-1,0 0 1,1 0-1,-1 0 1,0 0-1,0 0 0,0 0 1,1 1-1,-6 0 339,-139 17 2395,49-7-1083,-44 10 862,-70 13-3869,245-38-5856,-21 2 3460,0 0 0,23-5 0,-10-8-2072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3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0 1921,'-50'21'4722,"-25"27"1201,-20 4-2882,20 1-1680,0-6-1,-25-10-239,25 0-481,25 1 81,0-17-1122,25-6-1760,25-10-1440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4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2961,'0'16'3682,"25"4"-641,0 7-79,25 5-1281,0-6-2722,75-15-8243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4.7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820 1 2801,'-50'21'2882,"0"10"-81,-25 6 560,-25 6-719,0 3-321,5 2-240,-30 0-561,25 4-79,25-4-1521,25-7-3442,50-9-5442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5.5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1016 26 800,'4'0'1548,"13"0"119,-13 0 1828,0-1-1814,13-3-80,-17 4-1548,0 0 1,0 0 0,-1 0 0,1 0 0,0 0 0,0 0 0,0-1-1,0 1 1,0 0 0,0 0 0,0 0 0,0 0 0,-1 0-1,1 0 1,0 0 0,0 0 0,0-1 0,0 1 0,0 0-1,0 0 1,0 0 0,0 0 0,0 0 0,0 0 0,0-1 0,0 1-1,0 0 1,0 0 0,0 0 0,0 0 0,0 0 0,0-1-1,0 1 1,0 0 0,0 0 0,0 0 0,0 0 0,0 0-1,0 0 1,0-1 0,0 1 0,0 0 0,1 0 0,-1 0 0,0 0-1,0 0 1,0 0 0,0 0 0,0 0 0,0-1 0,0 1-1,0 0 1,1 0 0,-1 0 0,-17-4 691,0 0 0,0 1 0,0 1 0,-1 0-1,-24 2 1,37 0-652,-237 9 3749,195 0-2708,45-8-1104,1-1 0,-1 1 1,1 1-1,-1-1 0,1 0 1,-1 0-1,1 1 0,0-1 1,0 0-1,0 1 1,0-1-1,-2 4 0,-1 1 29,3-5-66,0 0-1,1 0 1,-1 0 0,0 0-1,1 0 1,-1 0 0,0 0-1,1 0 1,0 0 0,-1 0-1,1 0 1,-1 0-1,1 0 1,0 1 0,0-1-1,0 0 1,0 0 0,0 0-1,0 1 1,0-1 0,0 0-1,0 0 1,1 0-1,-1 0 1,0 1 0,1 0-1,2 2-113,1-1-1,-1 1 0,1-1 1,0 0-1,0 0 0,0 0 1,0 0-1,4 2 0,15 6-432,0 0-1,26 9 0,-6-4 365,-42-15 188,1-1-1,-1 0 1,1 1 0,-1-1-1,1 1 1,-1 0 0,0 0 0,1-1-1,-1 1 1,0 0 0,0 0-1,0 0 1,0 0 0,1 1-1,-1-1 1,-1 0 0,1 0-1,0 0 1,0 1 0,0-1-1,-1 1 1,2 2 0,-2-3 17,-1 0 0,1 1-1,0-1 1,-1 0 0,1 1 0,-1-1 0,0 0 0,1 0 0,-1 0 0,0 1 0,0-1 0,1 0 0,-1 0 0,0 0 0,0 0-1,0 0 1,0-1 0,-1 1 0,-1 1 0,-9 6 249,-1-1 0,0-1-1,-22 8 1,28-12-97,-43 15 80,-1-3-1,-1-2 1,-78 8-1,42-7 236,36-5-926,-59 0-1,75-8-1745,-39-4 0,66 3 952,0 0 0,1-1 0,-1 1 0,-15-7 0,23 8 919,0-1-1,0 1 0,1-1 1,-1 1-1,0-1 0,0 0 1,1 1-1,-1-1 0,1 0 0,-1 1 1,0-1-1,1 0 0,-1 0 1,1 0-1,0 1 0,-1-1 1,1 0-1,0 0 0,-1 0 1,1 0-1,0 0 0,0 0 1,0 0-1,0 0 0,0 0 1,0 1-1,0-3 0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1:46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915 27 2481,'6'-2'1077,"9"-6"662,-11-4 4329,-4 12-5973,0 0-1,1 0 1,-1-1 0,0 1-1,0 0 1,0-1-1,0 1 1,1 0 0,-1 0-1,0-1 1,0 1 0,1 0-1,-1 0 1,0 0-1,1-1 1,-1 1 0,0 0-1,1 0 1,-1 0-1,0 0 1,1 0 0,-1 0-1,0 0 1,1 0-1,-1 0 1,0 0 0,1 0-1,-1 0 1,0 0-1,1 0 1,-1 0 0,0 0-1,1 0 1,-1 0-1,0 0 1,1 0 0,17 5 2033,-11-2-1866,1-1 0,-1 0-1,0 0 1,12 0-1,33 8 46,-37-7-287,22 7-185,-36-9 159,0-1-1,0 1 0,1 0 0,-1 0 1,0-1-1,0 1 0,0 0 0,0 0 1,0 0-1,0 0 0,0 0 0,-1 0 0,1 0 1,0 1-1,0-1 0,-1 0 0,1 0 1,-1 1-1,1-1 0,-1 0 0,0 0 0,1 1 1,-1-1-1,0 1 0,0 1 0,0-3 19,0 1 1,0-1-1,0 0 0,0 1 0,0-1 0,0 1 0,0-1 0,0 0 1,-1 1-1,1-1 0,0 1 0,0-1 0,0 0 0,0 1 0,-1-1 0,1 0 1,0 1-1,-1-1 0,1 0 0,0 0 0,0 1 0,-1-1 0,1 0 0,0 0 1,-1 1-1,1-1 0,-1 0 0,1 0 0,0 0 0,-1 0 0,1 1 0,-1-1 1,-17 5 386,-1-1 1,1 0-1,0-2 1,-1 0-1,-21-1 1,-12 3 657,-2 1 744,50-5-1547,8 0-294,150 32-774,-126-27 707,67 14-256,-84-15 346,0-1 0,0 1 1,0 1-1,0 0 0,-1 1 1,15 10-1,-24-15 27,0-1-1,0 1 1,1 0 0,-1 0-1,0 0 1,0 0 0,0 0-1,0 0 1,-1 1 0,1-1-1,0 0 1,0 0 0,-1 1-1,2 1 1,-2-2-2,0 0 0,0-1-1,0 1 1,-1-1 0,1 1 0,0 0 0,0-1-1,0 1 1,0-1 0,-1 1 0,1 0 0,0-1-1,0 1 1,-1-1 0,1 1 0,0-1 0,-1 1-1,1-1 1,-1 1 0,1-1 0,-1 0 0,1 1-1,-1-1 1,0 1 0,-5 2 86,-1 1 1,0-1-1,0-1 0,0 1 0,-8 1 1,3-1 66,-165 40 2507,-288 32 0,234-53-3318,76-17-2929,130-5 307,0 0-1,-42-8 1,59 6 1147,1 0 0,0-1 0,0 0 0,0 0 1,0 0-1,-12-9 0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07.1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371 22 880,'-4'1'1708,"0"-1"-1600,-7 3 1926,30-3 4201,-18-1-5517,-6-1-569,-1 1-21,6 1-108,-1 1 0,1-1 0,-1 0 0,1 0 0,-1 0 0,1 0 0,-1 0 0,1 0 0,-1 0 0,1 0 0,-1 0 0,1 0 0,-1 0 0,1-1 0,-1 1 0,1 0 0,-1 0 0,1 0 0,-1-1 0,1 1 0,-1 0 0,1-1 0,0 1 0,-1 0 0,1-1 0,0 1 0,-1 0-1,1-1 1,0 1 0,-1-1 0,1 1 0,0 0 0,0-1 0,-1 1 0,1-1 0,0 1 0,0-1 0,0 1 0,0-1 0,0 1 0,0-1 0,0 0 0,-1 0 22,0 1 0,1-1-1,-1 1 1,0-1 0,0 1 0,1-1 0,-1 1-1,0-1 1,0 1 0,0 0 0,0 0-1,0-1 1,1 1 0,-1 0 0,0 0-1,0 0 1,0 0 0,0 0 0,0 0-1,0 0 1,0 0 0,-1 1 0,2-1 24,-4 0 495,0-1-28,-6-1-372,1 1 0,-1 0-1,0 1 1,1 0 0,-1 0-1,1 1 1,-1 1 0,1-1 0,-1 1-1,1 1 1,-12 4 0,3 1-80,1 1 0,1 1 0,-1 0 0,2 1 0,-17 14 0,28-22-92,-2 2-7,0-1 0,1 1 0,0 0-1,-8 10 1,11-12 24,1 1 0,-1-1 1,1 0-1,0 0 0,0 1 0,0-1 1,0 1-1,0-1 0,1 1 0,0-1 1,0 8-1,0-9-16,0 0-1,-1 0 1,1 0-1,0 0 1,-1 1 0,1-1-1,-1 0 1,0 0 0,0 0-1,0 0 1,0 0-1,0 0 1,0 0 0,-3 3-1,3-4 7,-1 1-1,1 0 0,0 0 0,0 0 1,0 0-1,0 0 0,0 0 0,0 0 1,1 0-1,-1 0 0,1 0 0,-1 0 1,1 1-1,0 3 0,0 158-2583,0-164 2573,0 1 0,0 0 0,0-1 0,0 1 0,0 0 0,0-1 0,0 1 0,1-1 0,-1 1 0,0 0 0,0-1 0,1 1 0,-1-1 0,0 1-1,1 0 1,-1-1 0,1 1 0,-1-1 0,0 1 0,1-1 0,-1 0 0,1 1 0,0-1 0,-1 0 0,1 1 0,-1-1 0,1 0 0,-1 1 0,1-1 0,0 0 0,0 0 0,0 0 5,-1 1 0,1-1 0,0 0 0,-1 0 0,1 1 0,0-1 0,-1 0 0,1 1 0,-1-1 0,1 0 0,-1 1 0,1-1 0,-1 1 0,1-1 0,-1 1 0,1-1 0,-1 1 0,0-1 0,1 1 0,-1 0 0,0-1 1,1 1-1,-1-1 0,0 1 0,0 0 0,0-1 0,1 1 0,-1 0 0,0-1 0,0 1 0,0 0 0,0 0 6,0 0-1,0-1 1,0 1-1,0 0 1,0-1-1,0 1 1,1 0-1,-1-1 1,0 1 0,0-1-1,1 1 1,-1-1-1,0 1 1,1 0-1,-1-1 1,0 1 0,1-1-1,-1 0 1,1 1-1,-1-1 1,1 1-1,-1-1 1,1 0 0,0 1-1,-1-1 1,1 0-1,-1 1 1,1-1-1,0 0 1,-1 0 0,1 0-1,0 0 1,0 0 2,-1 1 0,1-1 1,-1 0-1,1 0 0,-1 0 1,1 0-1,-1 0 0,1 0 1,-1 1-1,1-1 0,-1 0 0,1 0 1,-1 1-1,0-1 0,1 0 1,-1 1-1,1-1 0,-1 1 1,0-1-1,1 0 0,-1 1 1,0-1-1,0 1 0,1-1 1,-1 1-1,0-1 0,0 1 1,0-1-1,0 1 0,1-1 1,-1 1-1,1 1-6,0-1-1,1 0 1,-1 0 0,0 1 0,1-1-1,-1 0 1,1 0 0,0-1-1,-1 1 1,1 0 0,0 0 0,-1-1-1,4 1 1,0 1 4,86 46 1298,-80-44-1255,1 0 1,0-1 0,0-1 0,0 1-1,0-2 1,16 1 0,80-7 100,-11 0-118,19 1-9,-55 2-13,0-2 0,62-12 0,-119 16-18,0-1 1,0 0-1,0 0 0,0 0 0,0-1 1,0 1-1,-1-1 0,1 0 0,-1 0 0,1 0 1,-1-1-1,0 1 0,0-1 0,5-4 0,33-16-355,9-39 120,-41 30 253,-4 27 0,11-18 0,-15 22 0,-1 0 0,0 0 0,1 0 0,-1 0 0,0 0 0,1 0 0,-1 0 0,0 0 0,0 0 0,0 0 0,0-1 0,0 1 0,0 0 0,-1 0 0,1 0 0,0 0 0,0 0 0,-1 0 0,1 0 0,-1 0 0,1 0 0,-1 0 0,1 0 0,-1 1 0,1-1 0,-3-2 0,-3-4 2,-1-1 11,0 0 0,-1 1 0,0 0 0,0 0 0,0 0 0,-15-7 0,-201-84 100,108 49 601,82 36-87,0 1 0,-69-15 0,98 26-719,1 1 1,-1-1-1,0 0 1,1 1-1,-1 0 1,0 0 0,1 1-1,-1-1 1,-5 2-1,8-1-240,0-1 0,0 1 1,1 0-1,-1 0 0,0 0 0,0 0 0,1 0 0,-1 0 0,1 0 0,-1 1 1,1-1-1,-2 2 0,-1 13-8205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08.9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58 800,'0'-1'79,"0"0"0,0 0 0,0 1 0,0-1 0,0 0 0,0 0 0,0 0 0,0 0 0,0 0 0,-1 0 0,1 0 0,0 1 0,-1-1 0,1 0 0,0 0 0,-1 0 0,1 0 0,-1 1 0,1-1 0,-1 0 0,1 1 0,-1-1 0,0 0 0,1 1 0,-1-1 0,0 1 0,0-1 0,1 1 0,-1-1 0,0 1 0,0-1-1,0 1 1,0 0 0,0-1 0,-4-1 92,-4-8 1363,2 8-1350,-1-1 0,0 1-1,0 1 1,0-1 0,0 1 0,0 1 0,-1 0 0,1 0-1,0 0 1,0 1 0,0 0 0,0 1 0,-9 2-1,2 0-68,0 1-1,0 1 1,1 1-1,0-1 1,0 2-1,-18 13 1,-35 19 192,66-39-302,0 0 0,0 0 0,1 0 1,-1 0-1,0 0 0,1 0 0,-1 0 1,0 0-1,1 0 0,-1 0 0,1 1 0,0-1 1,-1 0-1,1 0 0,0 0 0,0 0 0,0 1 1,0-1-1,0 0 0,0 2 0,-4 14 46,-15 1-38,17-17-10,0-1 0,0 1 0,1 0 0,-1 0-1,1 1 1,-1-1 0,1 0 0,0 0 0,-1 1 0,1-1 0,0 1 0,0-1 0,0 1 0,0-1 0,0 1 0,0 0-1,1 0 1,-1-1 0,0 1 0,1 0 0,-1 0 0,1 3 0,0 2 7,0-6-5,0 1 0,0 0 0,1-1 0,-2 1 0,1 0 0,0 0 0,0-1 0,0 1 0,-1 0 0,1-1 0,-1 1 0,1-1 0,-3 4 0,0-1 0,3-3-5,-1-1-1,0 1 1,1-1 0,-1 1 0,1-1 0,-1 1 0,1 0 0,0-1 0,-1 1 0,1-1 0,-1 1-1,1 0 1,0 0 0,0-1 0,-1 1 0,1 0 0,0-1 0,0 1 0,0 0 0,0 0 0,0-1-1,0 1 1,0 0 0,0 0 0,0-1 0,0 1 0,0 0 0,1 0 0,-1-1 0,0 1 0,1 0-1,-1-1 1,0 1 0,1 0 0,-1-1 0,0 1 0,1 0 0,-1-1 0,1 1 0,0-1 0,-1 1-1,1-1 1,-1 1 0,1-1 0,0 0 0,0 1 0,0 0-2,0-1 0,-1 1 0,0 0 1,1-1-1,-1 1 0,1 0 0,-1-1 0,0 1 1,1 0-1,-1 0 0,0-1 0,0 1 0,0 0 1,1 0-1,-1-1 0,0 1 0,0 0 0,0 1 1,3 10 35,47 32-34,-47-41-2,0 0 1,1 0-1,-1 0 1,1-1-1,0 1 1,-1-1-1,1 0 1,0 0-1,1 0 1,-1-1-1,7 3 1,1-2 49,-1-1 0,1 1-1,17-2 1,7 2 409,45 7-1,-48-4 8,42 0 0,150 11 657,-220-16-1095,1 0 0,0-1 0,0 0 0,-1 0 0,1 0 0,0 0 0,-1-1-1,0 0 1,1-1 0,-1 1 0,0-1 0,0 0 0,0 0 0,0 0 0,-1-1 0,1 1 0,-1-1 0,6-7 0,31-15 41,5-31 13,-44 53-61,-1 0 0,0 1 0,0-1 0,0 0 0,-1 0-1,1 0 1,-1 0 0,0 0 0,0 0 0,-1 0 0,0-7 0,0-5 61,1 4-62,0 9-19,1 1 0,-1-1 0,0 0 1,0 1-1,0-1 0,0 0 1,-1 0-1,1 1 0,-1-1 0,0 1 1,1-1-1,-1 0 0,0 1 1,-1-1-1,1 1 0,0 0 0,-1-1 1,1 1-1,-1 0 0,0 0 1,1 0-1,-1 0 0,0 0 0,-3-2 1,-30-18-119,-21-18-122,47 32 209,3 2 26,0 0 1,0 1 0,0 0-1,-1 0 1,0 0 0,0 1-1,0 0 1,-11-4 0,6 3 5,0 0 0,-1 1 0,1 1 0,-1 0 0,1 1 0,-1 0 0,0 1 0,0 0 0,0 1 0,0 0 0,-23 4 0,-39 12-7270,50-11 3308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12.6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23 480,'0'0'28,"0"0"0,0 0 0,0-1 0,0 1 0,0 0 0,0 0 0,0 0 0,0 0 0,0 0 0,1-1 0,-1 1 0,0 0 0,0 0 0,0 0 0,0 0 0,0-1 0,0 1 0,0 0 0,0 0 0,0 0 0,0 0 1,0-1-1,0 1 0,-1 0 0,1 0 0,0 0 0,0 0 0,0-1 0,0 1 0,0 0 0,0 0 0,0 0 0,0 0 0,0 0 0,-1-1 0,1 1 0,0 0 0,0 0 0,0 0 0,0 0 0,0 0 0,-1 0 0,1 0 0,0 0 0,0 0 0,0 0 0,0 0 0,0-1 0,-1 1 0,1 0 0,0 0 0,0 0 0,0 0 0,-1 0 0,1 0 0,0 0 0,0 0 0,0 1 0,-1-1 0,-19-10 6308,15 10-5776,1 0-292,-22 0 652,26 1-876,-1-1 0,0 0 0,1 0 0,-1 0 0,0 0 0,1 0-1,-1 0 1,0 0 0,1-1 0,-1 1 0,0 0 0,1 0 0,-1 0 0,0-1 0,1 1-1,-1 0 1,0-1 0,1 1 0,-1-1 0,1 1 0,-1 0 0,1-1 0,-1 0 0,-4 0 556,-16 0 49,-1 2 0,-26 4 0,7 0 162,35-5-706,0 0 0,0 1 0,-1-1 0,1 2 0,-10 2 0,-91 28 389,57-14-441,25-6-267,24-11 216,1-1-1,0 0 1,-1 1-1,1-1 1,-1 0-1,1 1 1,0-1-1,-1 1 1,1-1-1,0 0 0,0 1 1,-1-1-1,1 1 1,0-1-1,0 1 1,0-1-1,-1 1 1,1-1-1,0 1 0,0 0 1,0-1-1,0 1 1,0-1-1,0 2 1,2 5-52,-2-6 49,0 0-1,0 0 0,0 0 1,0 0-1,-1 0 1,1 0-1,0 0 0,0 0 1,0 0-1,-1 0 1,1 0-1,-1 0 1,1-1-1,0 1 0,-1 0 1,0 0-1,1 0 1,-1-1-1,1 1 0,-1 0 1,0-1-1,0 1 1,1-1-1,-1 1 0,-1 0 1,-7 7 15,-16 31-200,24-38 186,1 0 0,-1 0 0,1 1 0,-1-1 0,1 0 1,0 1-1,-1-1 0,1 0 0,0 1 0,0-1 0,0 1 0,0-1 1,0 0-1,1 3 0,-1-4-1,0 1-1,0 0 1,0 0 0,0 0-1,1 0 1,-1 0 0,-1 0-1,1 0 1,0 0 0,0 0-1,0 0 1,0 0 0,-1 0 0,1 0-1,0 0 1,-1 0 0,1 0-1,-1-1 1,1 1 0,-1 0-1,-1 1 1,-3 2-40,4-4 56,0 1-1,0-1 0,0 1 1,0-1-1,0 1 0,1 0 1,-1-1-1,0 1 0,0 0 1,0-1-1,1 1 0,-1 0 1,0 0-1,1 0 0,-1 0 1,1 0-1,-1 0 0,1 0 1,-1 0-1,1 0 0,0 0 1,0 0-1,-1 0 0,1 0 1,0 0-1,0 0 0,0 0 1,0 0-1,0 0 0,0 0 1,0 0-1,0 0 0,1 0 1,-1 0-1,0 0 0,1 0 1,-1 0-1,1 0 0,-1 0 1,2 2-1,6 7 335,-7-9-307,0 0 0,0 0 1,0 0-1,0 0 0,0 1 0,0-1 1,0 0-1,0 1 0,-1-1 0,1 1 1,0-1-1,-1 1 0,0-1 0,1 1 1,-1-1-1,1 3 0,-1-3-48,0-1 0,0 1-1,1 0 1,-1-1 0,0 1 0,1 0 0,-1-1-1,1 1 1,-1-1 0,1 1 0,-1-1-1,1 1 1,-1-1 0,1 1 0,0-1-1,-1 1 1,1-1 0,0 0 0,-1 1 0,1-1-1,0 0 1,-1 0 0,1 0 0,0 1-1,-1-1 1,1 0 0,0 0 0,0 0-1,-1 0 1,1 0 0,1 0 0,-1 0-22,0 0 25,-1 0-1,0 0 0,0 0 0,1 0 1,-1 0-1,0 0 0,0 0 0,0 0 1,1 0-1,-1 1 0,0-1 1,0 0-1,0 0 0,1 0 0,-1 0 1,0 0-1,0 1 0,0-1 0,0 0 1,1 0-1,-1 0 0,0 1 0,0-1 1,0 0-1,0 0 0,0 0 1,0 1-1,0-1 0,0 0 0,0 0 1,0 1-1,0-1 0,0 0 0,0 0 1,0 0-1,0 1 0,0-1 0,0 0 1,0 0-1,0 1 0,0-1 0,0 0 1,0 0-1,0 1 0,0-1 4,0 0-1,-1 0 0,1 1 0,0-1 1,0 0-1,0 0 0,0 1 1,0-1-1,0 0 0,0 0 0,0 0 1,0 1-1,0-1 0,0 0 1,0 0-1,0 1 0,0-1 0,0 0 1,0 0-1,0 0 0,0 1 1,1-1-1,-1 0 0,0 0 0,0 0 1,0 1-1,0-1 0,0 0 1,0 0-1,1 0 0,-1 0 1,0 1-1,0-1 0,0 0 0,1 0 1,-1 0-1,0 0 0,0 0 1,0 0-1,1 0 0,-1 1 0,0-1 1,0 0-1,1 0 0,42 8-96,12 4-75,67 4 1,74 5 144,24-26 41,-208 5-21,0-1 0,-1 0 0,1-1 0,-1-1 1,16-4-1,-4-1-46,164-58 67,-112 29 39,-74 36-59,0 1-1,-1-1 1,1 0-1,-1 0 1,0 0-1,1 1 1,-1-1-1,0 0 1,1 0-1,-1 0 1,0 0 0,0 0-1,0 0 1,1 0-1,-1 0 1,0 1-1,-1-1 1,1 0-1,0 0 1,0 0-1,0 0 1,0 0 0,-1 0-1,1 0 1,0 1-1,-1-1 1,1 0-1,-1 0 1,1 0-1,-2-1 1,-48-32 419,40 27-344,-63-48 767,65 48-794,1 0 0,0 0 0,0-1 0,1 1 0,-1-1 0,2-1 0,-6-9 0,10 15-144,0 1 0,0 0 0,1-1 0,-1 1 0,1-1 0,-1 1 0,1-1 0,0 0 0,0-3 0,1 0-772,-6 6-1407,-19 11-2108,-17 12-2894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7.6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51 243 480,'0'5'2743,"-4"-4"2638,4-1-5429,-2 0-1,1 0 1,0 0 0,0 0-1,0 0 1,0 0-1,0 0 1,0 0-1,0 0 1,-1 0-1,1 1 1,0-1-1,0 0 1,0 1-1,0-1 1,0 0-1,0 1 1,-1 0 0,2 0-486,-4-1-186,-13-5 3027,35 2 8931,-36 0-10564,18 3-663,0 0-1,0 0 0,0 0 0,0 0 0,-1 0 1,1 0-1,0 0 0,0 1 0,0-1 0,0 0 0,0 0 1,0 0-1,0 0 0,-1 0 0,1 0 0,0 0 0,0 0 1,0 0-1,0 0 0,0 0 0,0-1 0,-1 1 1,1 0-1,0 0 0,0 0 0,0 0 0,0 0 0,0 0 1,0 0-1,0 0 0,-1 0 0,1 0 0,0 0 0,0 0 1,0-1-1,0 1 0,0 0 0,0 0 0,0 0 0,0 0 1,0 0-1,0 0 0,0 0 0,0-1 0,0 1 1,0 0-1,0 0 0,0 0 0,0 0 0,0 0 0,0 0 1,0-1-1,0 1 0,0 0 0,0 0 0,0 0 0,0 0 1,0 0-1,0 0 0,0 0 0,0-1 0,4-1 3281,23-5-1717,48-21-1,-31 11-865,64-28 546,-61 30-1030,189-74 1060,-212 78-1067,0 2 1,28-7 0,-57 17-224,-7 6-47,-5 7 99,-9 5 91,-2-1 0,0-1 1,-42 17-1,18-9 13,18-8-120,1 1 0,1 2 0,0 1 0,2 2 0,0 0 0,2 2 0,-27 30 0,48-46-16,2-4-158,0-1 0,1 1 0,0 0 0,0 0 0,1 1 0,-1-1 0,1 1 0,0 0 1,1-1-1,-1 1 0,1 0 0,0 1 0,-1 8 0,3-14-121,0 0-1,0-1 1,0 1-1,0 0 1,0 0-1,0 0 1,0-1-1,0 1 1,0 0 0,0 0-1,0 0 1,1-1-1,-1 1 1,0 0-1,1 0 1,-1-1-1,1 1 1,-1 0-1,1-1 1,-1 1 0,1 0-1,-1-1 1,1 1-1,-1-1 1,2 2-1,4 0-1830,0-1-1,-1 1 1,1-1-1,0 0 1,7 0-1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8.1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622 0 880,'0'1'149,"-1"0"0,1-1-1,-1 1 1,1 0-1,-1 0 1,0-1-1,1 1 1,-1-1-1,1 1 1,-1-1-1,0 1 1,0-1 0,1 1-1,-1-1 1,0 1-1,0-1 1,0 0-1,1 1 1,-1-1-1,0 0 1,0 0-1,0 0 1,0 0 0,1 0-1,-1 0 1,0 0-1,-2 0 1,-4 1 720,-140 29 7953,3 7-3330,131-32-5109,1 1 1,-1 0 0,1 1 0,0 0 0,1 1 0,0 0-1,0 0 1,1 2 0,-15 15 0,5-5 166,17-17-454,0 0-1,1 0 0,-1 1 1,1-1-1,0 1 1,0-1-1,0 1 0,1 0 1,-1 0-1,1 0 0,0 0 1,0 0-1,0 0 1,0 4-1,1-5-55,0-1 1,0 1-1,0-1 0,0 1 1,0-1-1,1 0 1,-1 1-1,1-1 0,-1 0 1,1 1-1,0-1 1,0 0-1,0 0 0,0 0 1,1 0-1,-1 0 1,0 0-1,1 0 0,-1 0 1,1 0-1,0-1 0,0 1 1,0-1-1,0 1 1,0-1-1,3 2 0,15 4-40,1-1 0,-1-1 0,1-1 0,0-1 0,0-1 0,1-1 0,40-2 0,-62 1-2,0 0 0,0 0 0,1 0 0,-1 0 0,0 0 0,0 0 0,1 0 0,-1 0 0,0 0 0,0 0 0,1 0 0,-1 0 0,0 0 1,0 0-1,1 0 0,-1 0 0,0 0 0,0 0 0,1 0 0,-1-1 0,0 1 0,0 0 0,1 0 0,-1 0 0,0 0 0,0 0 0,0-1 0,0 1 0,1 0 0,-1 0 0,0 0 0,0-1 0,0 1 0,0 0 0,0 0 0,1-1 0,-1 1 0,0 0 0,0 0 0,0-1 0,4-4-50,-3 5 68,0-1-1,0 1 1,1 0-1,-1-1 1,0 1 0,0 0-1,0-1 1,0 0 0,0 1-1,0-1 1,0 1-1,-1-1 1,1 0 0,0 0-1,0 1 1,0-1-1,-1 0 1,1 0 0,0 0-1,-1 0 1,1 0-1,-1 0 1,1 0 0,-1 0-1,1 0 1,-1 0 0,0 0-1,0-1 1,1 1-1,-1 0 1,0 0 0,0 0-1,0 0 1,0 0-1,0-1 1,-1 1 0,1 0-1,0 0 1,0 0-1,-1 0 1,1 0 0,-1 0-1,1 0 1,-1 0 0,1 0-1,-2-2 1,-2-1 70,-1 0 1,1 0 0,-1 1 0,1-1 0,-1 1-1,0 0 1,0 0 0,0 1 0,-1 0-1,1-1 1,-1 2 0,1-1 0,-1 1 0,-7-1-1,-3-3 133,-18-2 123,0 0-1,0 2 1,0 2-1,-39 0 1,60 4-542,0 0 0,-1 0 0,-17 5-1,31-6 44,-1 0 0,1 0-1,-1 0 1,1 0 0,-1 0 0,1 0-1,-1 0 1,1 0 0,-1 0-1,1 0 1,-1 1 0,1-1-1,-1 0 1,1 0 0,-1 1-1,1-1 1,-1 0 0,1 1-1,0-1 1,-1 0 0,1 1-1,0-1 1,-1 1 0,1-1-1,0 1 1,-1-1 0,1 1-1,0-1 1,0 0 0,0 1-1,-1 0 1,1-1 0,0 1-1,0-1 1,0 1 0,0-1-1,0 1 1,0-1 0,0 1-1,0-1 1,0 1 0,0-1-1,0 1 1,0-1 0,1 1-1,-1-1 1,0 1 0,0-1-1,0 1 1,1-1 0,-1 1-1,0-1 1,1 1 0,-1-1-1,0 0 1,1 1 0,-1-1-1,0 1 1,1-1 0,-1 0 0,1 0-1,-1 1 1,1-1 0,-1 0-1,1 0 1,-1 1 0,1-1-1,37 6-9540,-9-4 1375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0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171 110 1441,'15'-8'1100,"1"0"0,0 1 0,32-10 0,-29 11-32,1-2-1,21-10 1,-26 12-408,0 0 0,0 1-1,1 0 1,-1 2 0,24-3-1,-8 0 679,-27 6 263,-8 4 26,-63 22 1314,-78 41 1,124-55-2255,0 0 0,1 2 0,1 0 0,0 1 0,1 1 0,0 1 0,-26 34 0,-27 48 607,68-95-1346,-1 1 1,1 0-1,0 0 1,1 0-1,-1 0 1,1 1-1,0-1 1,1 1-1,-1-1 1,1 1 0,0 0-1,0-1 1,1 8-1,0-13-52,-1 1-1,1-1 1,0 1 0,0-1-1,0 1 1,0-1 0,0 1-1,0 0 1,0-1-1,0 1 1,1-1 0,-1 1-1,0-1 1,0 1-1,0-1 1,1 1 0,-1-1-1,0 1 1,0-1 0,1 1-1,-1-1 1,0 1-1,1-1 1,-1 1 0,1-1-1,-1 0 1,0 1-1,1-1 1,-1 0 0,1 1-1,-1-1 1,1 0 0,-1 0-1,1 1 1,0-1-1,-1 0 1,1 0 0,-1 0-1,1 0 1,7 1-1403,0 0-1,-1-1 1,1 0 0,-1 0-1,15-3 1,52-19-11112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1.3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716 1 2481,'-2'16'9085,"-5"-14"-1583,-13 2-3693,-42 27 259,-9 5-2453,54-25-1331,1 1 1,1 0-1,0 1 1,0 0 0,-15 21-1,24-28-121,2-2-55,0 0 0,0 0 0,1 0 0,-1 1 0,1-1 0,0 1 0,0 0 0,0 0 0,1 0 0,0 1 0,0-1 0,0 0 1,1 1-1,-1-1 0,1 1 0,1-1 0,-1 11 0,1-14-96,0 0 0,1 0 0,0-1 0,-1 1 0,1 0 1,0 0-1,0 0 0,0 0 0,0-1 0,0 1 0,0-1 0,0 1 1,1-1-1,-1 1 0,1-1 0,-1 0 0,1 1 0,-1-1 0,1 0 0,0 0 1,-1 0-1,4 1 0,0 0-1,-1 0-1,1 0 1,-1-1 0,1 1 0,-1-1 0,1 0 0,5 0-1,-10 0-9,1-1-1,0 0 1,0 0-1,0 0 1,0 0-1,0 0 1,0 0-1,0 0 1,0 0-1,0 0 1,0 0-1,-1 0 1,1-1-1,0 1 1,0 0-1,0 0 1,0-1-1,0 1 1,-1-1-1,1 1 1,0-1-1,0 1 1,-1-1-1,1 0 1,0 1-1,-1-1 1,1 0-1,0 1 1,-1-1-1,1 0 1,-1 0-1,0 0 1,1 1-1,-1-2 1,0 0-1,-1 1 1,1-1-1,-1 1 0,0-1 1,0 1-1,0 0 1,0-1-1,0 1 0,0 0 1,0 0-1,0 0 1,0 0-1,-1 0 1,1 0-1,0 0 0,-1 0 1,1 0-1,-1 0 1,1 1-1,-1-1 1,-1 0-1,-51-18-1993,-1 2 1,-92-16-1,94 22-665,-33-8-6039,15 3-1775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2.1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1 194 320,'0'1'319,"1"0"-1,-1 1 1,1-1-1,-1 1 1,1-1 0,0 0-1,0 1 1,0-1-1,0 0 1,0 0 0,0 0-1,0 0 1,0 0-1,0 0 1,0 0-1,2 1 1,6 6 1362,-1 4 64,0-1 0,-1 2 0,0-1 0,6 15 0,-6-12-732,-5-10-705,1-1 1,-1 1 0,0 0 0,-1 0 0,1 0 0,1 10 0,-3-12-209,-1 0 1,1 1-1,-1-1 1,1 0-1,-1 0 0,0 0 1,0 0-1,0 0 1,-1 0-1,1 0 1,-1-1-1,-2 5 1,1-3 84,0 0 0,1 1 1,0-1-1,-1 1 0,2 0 0,-1-1 1,0 1-1,1 0 0,0 0 0,0 0 1,1 0-1,-1 0 0,1 0 1,0 0-1,1 0 0,-1 0 0,1 0 1,0 0-1,0 0 0,0 0 0,1 0 1,0-1-1,0 1 0,0 0 1,0-1-1,5 6 0,0 5 125,1-1-1,1 0 0,0-1 1,1 0-1,1-1 1,0 0-1,0 0 1,1-1-1,24 17 1,-33-26-293,0-1 0,0 0 0,0 0-1,0 0 1,0 0 0,1 0 0,-1-1 0,0 1 0,0-1 0,1 0 0,-1 0 0,0 0 0,1 0-1,4-1 1,45-17 301,-13 3-89,-26 12-183,-9 2-38,1-1-1,-1 1 0,1-1 0,-1 0 1,0-1-1,1 1 0,-1-1 0,-1 0 1,1 0-1,0-1 0,7-6 1,230-203-1342,-215 190 1323,-2-1-1,0-1 1,-1-1 0,-2-1 0,26-39 0,-3 4 304,-12 7-52,-30 50-181,0 1 0,0-1 0,0 1 1,1 0-1,0 0 0,0 1 1,0-1-1,0 1 0,0-1 0,1 2 1,0-1-1,-1 0 0,9-2 1,-2 0 125,0 1 0,1 1 0,0 0 0,0 1 0,13-2 0,357-15 1834,-183 25-2020,285 3 0,-472-9-218,19 0-2310,-3-6-3477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3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54 2401,'4'1'16582,"3"-2"-11208,3-1-3703,23-3 1101,103-6 856,3-3-4832,-32 3-5622,-48 1-3806,-43 9 5136,-32 1 427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4.1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5523,'25'-4'3681,"0"-3"-1520,0 7-720,0-4-161,25-1-79,0 5-401,75-7-2961,45-2-6963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25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98 263 3762,'-1'-13'5336,"3"-27"3432,-2 36-8549,1 0-1,-1 1 1,1-1 0,0 0 0,1 1 0,-1-1 0,1 1 0,-1 0-1,1-1 1,0 1 0,0 0 0,0 0 0,5-4 0,11-12 580,-1 0 172,0 1-1,1 1 1,37-26 0,-10 8 1296,-45 35-2216,0 0-1,0 0 0,0 0 1,0 0-1,0-1 0,-1 1 0,1 0 1,0 0-1,0 0 0,0 0 1,0 0-1,0 0 0,0 0 0,0-1 1,0 1-1,-1 0 0,1 0 0,0 0 1,0 0-1,0-1 0,0 1 1,0 0-1,0 0 0,0 0 0,0 0 1,0-1-1,0 1 0,0 0 1,0 0-1,0 0 0,0 0 0,0 0 1,0-1-1,0 1 0,0 0 0,0 0 1,1 0-1,-1 0 0,0-1 1,0 1-1,0 0 0,0 0 0,0 0 1,0 0-1,0 0 0,1 0 1,-1 0-1,0-1 0,0 1 0,0 0 1,0 0-1,-17 6 379,1 1-1,0 1 1,-25 15-1,-14 7 131,36-21-559,2 0 0,-1 1 0,-24 19 0,41-28 0,0 0 0,0 0 0,0 0 0,0 0 0,0 0 0,0-1 0,0 1 0,0 0 0,0-1 0,-1 1 0,1-1 0,0 1 0,0-1 0,-1 1 0,-1-1 0,-2 1 0,0 3 0,1 2 0,3-5 0,0-1 0,-1 1 0,1 0 0,0 0 0,0 0 0,0 0 0,0 0 0,-1 0 0,1 0 0,1 1 0,-1-1 0,0 0 0,0 1 0,0-1 0,1 0 0,-2 3 0,3-3 0,-1 0 0,0 0 0,0 0 0,1 0 0,-1-1 0,0 1 0,1 0 0,-1 0 0,1 0 0,-1 0 0,1 0 0,-1-1 0,1 1 0,0 0 0,-1 0 0,1-1 0,0 1 0,0-1 0,0 1 0,-1 0 0,1-1 0,0 1 0,0-1 0,0 0 0,0 1 0,0-1 0,0 0 0,0 0 0,0 1 0,2-1 0,46 13 0,1-3 0,0-1 0,75 2 0,-98-9 0,1-1 0,46-5 0,-64 2 0,1 0 0,-1 0 0,0-1 0,0 0 0,0-1 0,0 0 0,0 0 0,-1-1 0,18-12 0,-21 11 0,0-1 0,0 1 0,0-1 0,-1 0 0,0 0 0,6-11 0,14-19 0,-22 29 0,-3 8 0,0 0 0,0-1 0,0 1 0,0-1 0,0 1 0,1 0 0,-1-1 0,0 1 0,0 0 0,0-1 0,0 1 0,0 0 0,0-1 0,1 1 0,-1 0 0,0-1 0,0 1 0,1 0 0,-1-1 0,0 1 0,0 0 0,1 0 0,-1 0 0,0-1 0,1 1 0,-1 0 0,1 0 0,-1-1 0,1 1 0,-1-1 0,1 1 0,0 0 0,-1-1 0,1 1 0,0 0 0,-1-1 0,1 1 0,0 0 0,-1 0 0,1 0 0,0 0 0,-1-1 0,1 1 0,0 0 0,0 0 0,-1 0 0,1 1 0,0-1 0,-1 0 0,1 0 0,0 0 0,-1 0 0,1 1 0,0-1 0,-1 0 0,1 1 0,0 0 0,-3 12 0,0-10 0,-2 13 0,-5 16 0,0-1 0,-2 0 0,-2-1 0,-1 0 0,-26 42 0,-80 84 0,102-132-250,0-1-1,-1-1 1,-1-1-1,-1 0 1,0-2 0,-28 19-1,46-36-2553,3-2 2588,0 0 0,0 0 0,0 0 1,-1 0-1,1 0 0,0 0 0,0 0 1,0 0-1,-1 0 0,1 0 1,0 0-1,0 0 0,-1 0 0,1 0 1,0 0-1,0 0 0,0 0 0,-1-1 1,1 1-1,0 0 0,0 0 0,0 0 1,-2-2-1511,-18-15-12433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0.4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22 199 1201,'-1'-2'5904,"6"0"-5259,12 1 863,-17 1-1452,0 0 0,0 0 0,0 0 0,0 0 0,1 0 0,-1 0 0,0 0 0,0 0 0,0 0 0,0 0 0,0 0 0,1 0-1,-1 0 1,0 0 0,0 0 0,0 0 0,0 0 0,0 0 0,1-1 0,-1 1 0,0 0 0,0 0 0,0 0 0,0 0 0,0 0 0,0 0 0,0 0 0,1 0 0,-1-1 0,0 1 0,0 0 0,0 0 0,0 0 0,0 0 0,0 0 0,0-1 0,0 1 0,0 0 0,0 0 0,0 0 0,0 0 0,0-1 0,0 1 0,0 0 0,0 0 0,0 0 0,0 0 0,0-1 0,0 1-20,0 0-1,0 0 1,0 0-1,0-1 1,0 1-1,0 0 0,0 0 1,0 0-1,0-1 1,0 1-1,0 0 1,0 0-1,0 0 1,0-1-1,0 1 1,0 0-1,0 0 0,0 0 1,0 0-1,1-1 1,-1 1-1,0 0 1,0 0-1,0 0 1,0 0-1,0 0 1,0-1-1,1 1 0,-1 0 1,0 0-1,0 0 1,0 0-1,0 0 1,1 0-1,-1 0 1,0 0-1,0 0 1,0 0-1,1 0 0,4-1 383,-5 1-361,1 0 0,-1 1 0,1-1 0,-1 0 0,1 0 0,-1 0 0,1 0 0,0 0 0,-1 0 0,1-1 0,-1 1 0,1 0 0,-1 0 0,1 0 0,-1 0 0,1-1 0,-1 1 0,1 0 0,-1 0 0,1-1 0,-1 1 0,1 0 0,-1-1 0,0 1 0,1-1 0,-1 1 0,0-1 0,1 1 0,-1 0 0,0-1 0,1 1 0,-1-1 1,0 1-1,0-1 0,0 0 0,0 1 0,1-1 0,-1 0 0,0 0 56,0-1 1,1 1-1,-1 0 1,1-1-1,-1 1 1,1 0-1,0 0 1,-1 0-1,1 0 1,0-1-1,0 1 1,0 0-1,0 0 1,0 1-1,0-1 1,0 0-1,0 0 0,2-1 1,10-9 1238,1-6-453,-11 11-671,1 1 0,0 0 0,0 1 0,1-1 1,6-5-1,3-1 211,0 0 0,-1-1 0,12-15 1,-24 27-437,3-21 977,-4 16-111,0 15-143,0-9-709,-1 0 0,1 0 0,0 0 0,0 0 0,-1 0 0,1 0 0,0 0 0,-1 0 0,1 0 1,-1 0-1,0-1 0,1 1 0,-1 0 0,0 0 0,1 0 0,-1-1 0,0 1 0,0 0 0,0-1 0,1 1 0,-3 0 0,-4 5 75,-18 27 266,15-18-264,-2 0-1,1 0 1,-2-1 0,0 0 0,-27 21-1,6-5 10,31-26-99,-1-1-1,1 1 1,-1-1 0,0 0 0,0 0 0,0 0 0,-7 3 0,11-6-4,0 1 0,0-1 0,0 0 0,0 0 0,-1 0 0,1 0 0,0 0 0,0 1 1,0-1-1,0 0 0,0 0 0,0 0 0,0 0 0,0 0 0,0 1 0,0-1 0,0 0 0,0 0 0,0 0 1,0 0-1,0 0 0,0 1 0,0-1 0,1 0 0,-1 0 0,0 0 0,0 0 0,0 0 0,0 1 1,0-1-1,0 0 0,0 0 0,0 0 0,0 0 0,1 0 0,-1 0 0,0 0 0,0 0 0,0 1 1,0-1-1,0 0 0,0 0 0,1 0 0,-1 0 0,0 0 0,0 0 0,0 0 0,0 0 0,1 0 0,-1 0 1,0 0-1,0 0 0,0 0 0,0 0 0,0 0 0,1 0 0,-1 0 0,0 0 0,12 4-15,-11-4 11,7 2-36,26 6 128,-26-7 9,0-1-82,40 4-15,-25-1-10,0-2 0,0 0 0,30-3 0,-33 1 67,1-1 0,-1-1-1,0-1 1,0 0 0,-1-2 0,0 0-1,34-16 1,-40 16 48,-12 5-91,0 1-1,0 0 1,0-1-1,0 1 1,0 0-1,0-1 0,0 1 1,0-1-1,0 0 1,0 1-1,0-1 0,0 0 1,-1 1-1,1-1 1,1-1 79,-2 2-83,0 0 0,0 1 0,0-1 0,0 0 1,1 0-1,-1 1 0,0-1 0,0 0 0,0 1 0,0-1 0,0 0 0,0 1 0,0-1 0,0 0 0,0 0 0,0 1 1,0-1-1,0 0 0,-1 1 0,1-1 0,0 0 0,0 1 0,0-1 0,0 0 0,0 0 0,-1 1 0,1-1 1,0 0-1,0 0 0,0 1 0,-1-1 0,1 0 0,0 0 0,0 0 0,-1 1 0,1-1 0,0 0 0,0 0 0,-1 0 1,1 0-1,-27 27 537,4-1-241,-5 4-228,-39 41 666,16-30-5327,30-27-3168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0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94 2241,'0'-1'234,"1"0"1,-1-1-1,1 1 0,-1 0 0,1 0 1,0 0-1,0 0 0,-1 0 0,1 0 1,0 0-1,0 0 0,0 0 0,0 0 1,0 0-1,0 1 0,1-1 0,-1 0 0,0 1 1,0-1-1,2 0 0,35-14 2174,-21 9-1064,7-4 53,36-9 0,-19 7-376,-30 9-634,0 0-1,1 1 1,-1 0 0,15 0 0,-25 2-247,0 0-1,0 1 1,0-1-1,0 0 1,0 1 0,0-1-1,0 1 1,0-1-1,0 1 1,0-1 0,0 1-1,0-1 1,0 1-1,0 0 1,0 0 0,0 0-1,0 1 1,1-1 348,-22 30 2580,16-25-2726,0-1-1,0 1 0,-1-1 0,1 0 0,-1 0 1,0 0-1,0-1 0,-1 1 0,0-1 0,-6 3 1,-62 30 1246,66-34-1460,-19 8 225,0-1 1,-1-1-1,0-2 1,0-1-1,0-1 1,-1-1-1,0-1 1,0-2-1,-39-3 1,51-2-231,10 0 140,9 3-257,0 0-1,1 0 0,-1 1 1,0-1-1,1 1 0,-1-1 1,1 1-1,-1 0 0,1 0 1,-1 0-1,0 0 0,1 1 1,4 0-1,0 1 27,47 0-99,-1 2 1,1 3-1,-1 2 0,0 3 1,-1 2-1,66 26 0,-103-34 35,-1 0 0,0 1 0,0 1 0,13 10 0,2 1-61,8 1-374,-30-13-977,-12-3-117,-13-3-2590,18-1 3703,-29-1-9556,-17-9-2228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46 405 2561,'1'5'9156,"-1"-5"-8813,0 1 0,0-1 0,0 1-1,0-1 1,0 1 0,0-1-1,0 1 1,0 0 0,0-1 0,0 1-1,-1-1 1,1 1 0,0-1-1,0 1 1,0-1 0,-1 1 0,1-1-1,0 0 1,-1 1 0,1-1-1,0 1 1,-1-1 0,0 1-1,-1 1-4,-1 1-1,0-1 1,1 1-1,0-1 1,-1 1-1,1 0 1,0 0-1,0 0 1,1 0-1,-1 0 0,1 0 1,-1 1-1,-1 5 1,1-1 126,-1 1-1,1 0 1,0-1 0,0 18 0,2-22-367,-1 1-1,1-1 1,1 0 0,-1 1 0,1-1 0,0 0 0,0 0 0,0 1 0,0-1-1,1 0 1,0 0 0,3 6 0,-2-7-53,-1-1 0,1 0 0,-1 0 0,1 0 0,0 0 0,-1 0 0,1-1 0,0 1 0,0-1-1,0 0 1,0 0 0,1 0 0,-1 0 0,0 0 0,0-1 0,1 1 0,-1-1 0,4 0 0,30 1 396,-27-4 229,-7 1-537,4-1-42,-1 1 0,1-1 0,-1-1 0,0 1 0,0-1 0,9-7 0,40-49 360,68-63-955,-8 11 23,-39 42 206,-52 49 386,0-1 0,26-33-1,-46 50-51,1 1 0,0-1 0,0 1 0,1-1 0,8-4 0,14-14 355,-20 11-95,-7 11-270,0-1 0,1 0 0,-1 1 0,0-1 0,1 1 0,-1-1 0,1 1 0,-1-1 0,1 1 0,0 0-1,3-2 1,7-2 10,0 0 0,0 1 0,0 0 0,1 0 0,-1 2 0,1 0-1,21-1 1,96 4 125,49 7-183,12 11 0,-120-13 0,29 2 0,154-6 0,387-37 0,-582 30 0,52-1 0,-111 6 0,0 0 0,0 0 0,0 0 0,1 0 0,-1 0 0,0 0 0,0 1 0,0-1 0,0 0 0,1 0 0,-1 0 0,0 0 0,0 0 0,0 0 0,0 0 0,1 1 0,-1-1 0,0 0 0,0 0 0,0 0 0,0 0 0,0 0 0,1 1 0,-1-1 0,0 0 0,0 0 0,0 0 0,0 1 0,0-1 0,0 0 0,0 0 0,0 0 0,0 1 0,0-1 0,0 0 0,0 0 0,0 0 0,0 1 0,0-1 0,0 0 0,0 0 0,0 0 0,0 1 0,0-1 0,0 0 0,0 0 0,-1 0 0,1 0 0,0 1 0,0-1 0,0 0 0,0 0 0,0 0 0,0 0 0,-1 0 0,1 1 0,0-1 0,0 0 0,0 0 0,0 0 0,-1 0 0,1 0 0,0 0 0,0 0 0,0 0 0,-1 0 0,1 0 0,0 0 0,0 1 0,-18 5 0,13-4 0,0 0 0,0 0 0,-1 0 0,1 1 0,1 0 0,-1 0 0,0 0 0,-7 8 0,-3 3 0,12-12 0,1 0 0,-1 0 0,1 0 0,0 1 0,0-1 0,0 1 0,0 0 0,0-1 0,0 1 0,1 0 0,-1 0 0,1 0 0,0 0 0,0 1 0,0-1 0,0 0 0,0 0 0,1 0 0,0 1 0,0-1 0,0 5 0,-21-18-3255,13-9-5661,-13-18-4317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3.3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60 3842,'0'0'8404,"25"0"-5363,0-7-1520,0 7-1,-25-4-239,50 4-80,-25-5-321,25-2-320,-25 3-640,25 4-1040,-5-5-1281,5-2-1521,-25 3-880,0-1 79,-25-6 642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3.7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11 3041,'25'0'5843,"45"-5"-1921,-20-1-1201,25 6-400,25 6-320,25 4-80,0 11-1921,-50 6-4562,-50 5-7684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5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349 169 1681,'0'0'1987,"0"0"-1907,0 0 0,-1 0-1,1 0 1,0 0-1,0-1 1,0 1 0,0 0-1,0 0 1,0 0 0,0 0-1,0 0 1,0-1-1,0 1 1,0 0 0,0 0-1,0 0 1,0 0-1,0-1 1,0 1 0,0 0-1,0 0 1,0 0 0,0 0-1,0 0 1,0-1-1,0 1 1,0 0 0,0 0-1,0 0 1,0 0 0,0 0-1,0 0 1,1-1-1,-1 1 1,0 0 0,0 0-1,0 0 1,0 0 0,0 0-1,0 0 1,0 0-1,1 0 1,-1-1 0,0 1-1,0 0 1,0 0-1,0 0 1,0 0 0,1 0-1,-1 0 1,0 0 0,0 0-1,0 0 1,0 0-1,0 0 1,1 0 0,-1 0-1,0 0 1,0 0 0,0 0-1,0 0 1,1 0-1,-1 1 1,17-5 1201,-17 4-1238,0 0 0,0 0 1,0 0-1,1 0 0,-1 0 1,0 0-1,0 0 0,0 0 1,0 0-1,1 0 0,-1 0 1,0 0-1,0 0 0,0 0 0,0 0 1,1 0-1,-1-1 0,0 1 1,0 0-1,0 0 0,0 0 1,0 0-1,0 0 0,1-1 1,-1 1-1,0 0 0,0 0 1,0 0-1,0 0 0,0-1 1,0 1-1,0 0 0,0 0 1,0 0-1,0 0 0,0-1 1,0 1-1,0 0 0,0 0 1,0 0-1,0-1 0,0 1 1,0 0-1,0 0 0,0 0 1,0-1-1,0 1 0,0 0 6,0 0 0,-1 0 0,1-1 0,0 1 0,0 0 0,0 0 0,0 0 0,0-1 0,0 1 0,0 0 0,0 0 0,0 0-1,0-1 1,0 1 0,0 0 0,0 0 0,0 0 0,0 0 0,0-1 0,1 1 0,-1 0 0,0 0 0,0 0 0,0 0 0,0-1 0,0 1 0,0 0 0,0 0-1,1 0 1,-1 0 0,0 0 0,0-1 0,0 1 0,0 0 0,0 0 0,1 0 0,-1 0 0,0 0 0,0 0 0,0 0 0,0 0 0,1 0 0,-1 0 0,0 0-1,0 0 1,0 0 0,1 0 0,0 0 32,0-1-1,0 1 0,0 0 1,0 0-1,0 0 0,0-1 1,0 1-1,0-1 1,0 1-1,0-1 0,0 1 1,0-1-1,0 1 0,1-2 1,-1 0 172,0 0 0,0 0 0,-1 1 0,1-1 0,-1 0 0,1 0 0,-1 0 0,0 0 0,0 0 0,0 1 0,0-4 0,-2 2-165,1 1 1,-1 0-1,0 0 0,0 0 0,0 0 0,0 0 0,0 1 0,0-1 0,-1 1 1,1-1-1,-1 1 0,1 0 0,-1 0 0,-2-1 0,-6-4 204,2 1-55,0 0 0,-1 0-1,1 1 1,-17-5 0,22 7-181,0 1 0,0 0 0,0 1 0,0-1 0,0 1 0,0 0 0,0 0 0,0 0 1,0 0-1,0 1 0,0-1 0,0 1 0,0 0 0,0 0 0,-6 3 0,-38 19 156,30-15-118,-32 19 0,31-16-30,2 1-1,-1 0 1,-24 25-1,41-34-65,-1 1 1,1-1-1,0 1 0,0-1 0,1 1 1,-1-1-1,1 1 0,0-1 1,0 1-1,0 0 0,0-1 1,2 7-1,-1 2 77,0-4-52,0 0 0,1 0-1,0-1 1,1 1 0,0-1-1,0 0 1,0 0-1,1 0 1,0 0 0,1 0-1,-1-1 1,1 0 0,0 0-1,11 10 1,0-1-227,1 0 0,0-2 0,1 0 0,28 16 0,-34-22 132,1-2 1,0 0-1,1 0 1,-1-1-1,1-1 1,0 0-1,0-1 1,0 0-1,0-1 0,17-1 1,-16-4 246,1 0 0,-1-1 0,1-1 0,-1 0 0,-1-1 0,0 0 0,0-2 1,0 1-1,-1-2 0,0 0 0,-1 0 0,0-1 0,0-1 0,-1 0 0,12-18 0,-19 23 54,0-1-1,-1 0 1,1 1 0,-2-2-1,1 1 1,-1 0-1,0-1 1,-1 1 0,0 0-1,0-1 1,-1 0 0,0 1-1,0-1 1,-1 1-1,-1-1 1,1 1 0,-1-1-1,0 1 1,-1 0-1,0 0 1,0 0 0,-1 0-1,0 1 1,-1-1-1,1 1 1,-1 0 0,-1 1-1,-5-8 1,-2 4-471,1 0 1,-1 1-1,-1 0 1,0 1-1,0 1 0,0 0 1,-1 1-1,-18-6 1,-17 0-6469,21 1-5803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8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0 397 720,'0'0'7537,"0"11"-2041,1-6-5120,0-1 0,0 1 1,0-1-1,0 1 0,1-1 0,0 0 1,0 0-1,0 0 0,0 0 0,0 0 1,1 0-1,0 0 0,0-1 0,5 5 1,8 8 1012,29 22 0,-40-33-1100,10 7 362,1 0 1,0-1 0,0-1 0,1-1-1,1 0 1,34 12 0,-44-19-524,7 3 185,-1-1 0,1-1 1,0 0-1,0-2 0,-1 1 1,1-1-1,1-1 0,27-4 1,-17-2-120,-16 5-128,-1-1 0,0 0 0,1-1 0,-1 0 0,0-1 0,-1 0 0,1 0 0,-1 0 0,1-1 0,9-8 0,106-63 439,-44 30-209,-6-7 58,14-6-23,-55 37-157,58-49-1,-45 33-133,-36 31-40,-1-1 0,-1 0 0,1 0 0,-1 0 0,-1-1 0,0-1 0,10-16 0,-6 9 0,0 1 0,18-20 0,-9 11 0,-16 14 0,-4 6 0,5 8 0,13-1 0,0-1 0,1-1 0,-1 0 0,23-4 0,-1 1 0,268-18 0,62 25 0,-312-3-459,-42-2-1555,-20-1-2539,-41-1-7902,-22 3 3971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9.5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27 2161,'25'-5'2881,"0"5"81,0-11 2560,-25 7-3201,0-3 1201,-25 7-2242,0 16-239,-100 37 240,25-1-401,50-14-240,50-6-160,0-2-79,25 2-401,25-16-1921,0-9-5603,50-30-5282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39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33 1761,'0'1'224,"0"-1"-1,0 1 1,-1-1 0,1 1 0,0-1-1,-1 1 1,1-1 0,0 1 0,-1-1 0,1 1-1,-1-1 1,1 1 0,0-1 0,-1 0-1,1 1 1,-1-1 0,1 0 0,-1 0 0,0 1-1,1-1 1,-1 0 0,1 0 0,-1 0-1,1 1 1,-1-1 0,0 0 0,1 0-1,-1 0 1,0 0 0,-27 2 2909,16-2-1080,-5 1-84,-25 2 3001,-65 11 1,97-12-4634,-1 1 0,0 0 0,1 0 0,0 1 0,0 1 0,0 0 0,0 0 0,1 0 0,0 2 0,0-1 0,-12 11 0,20-16-307,0 0 0,0 0 0,0 1 1,0-1-1,0 0 0,0 0 0,1 0 0,-1 1 1,0-1-1,1 1 0,-1-1 0,1 0 1,-1 1-1,1-1 0,-1 1 0,1-1 1,0 1-1,0-1 0,0 1 0,0-1 1,0 1-1,0-1 0,0 1 0,1-1 1,-1 1-1,0-1 0,2 2 0,0 1 21,0-1-1,0 0 1,1 0-1,-1 0 1,1 0 0,0 0-1,-1 0 1,1-1-1,1 0 1,4 4-1,11 5 153,1-2 0,0 0 0,21 7 0,-18-8-99,0-1 1,0 0-1,1-2 0,0-1 1,0 0-1,0-2 0,0-1 1,41-3-1,-34-2-100,-1 0 1,0-2-1,0-1 0,46-17 0,-64 19-7,0-1-1,0 0 1,0-1-1,-1 0 1,18-15-1,-23 17-3,-1-1 0,0 1 0,0-1 0,-1 1-1,0-1 1,0-1 0,0 1 0,0 0 0,-1-1 0,0 0 0,2-10 0,-4 15-13,-1 0 0,1 0 0,-1 0 0,1 0 0,-1 0 0,0 0 0,0 0 0,0 0 0,0 0 0,0 0 0,-1 0 0,1 0 0,-1 0 0,1 0 0,-1 0 0,0 0 0,1 0 0,-1 0 0,0 0 0,0 0 0,-3-2 0,1 1-24,-1 0 0,1 0 0,-1 0 0,0 0 0,0 1-1,0 0 1,-1 0 0,1 0 0,-7-2 0,-18-4-742,0 1-1,0 2 0,0 0 1,-1 2-1,1 1 1,-41 3-1,41 1-1645,1 1 0,0 1 0,-41 12 1,31-3-8054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40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 5 1921,'0'0'2108,"-4"0"106,-75 12 8057,48-7-8560,13-4-666,1 1 0,0 1 0,0 1 0,0 1 0,1 0 0,-1 1 0,-21 11 1,-37 34 1488,73-49-2464,0-1-1,0 1 1,0 0 0,0-1-1,0 1 1,0 0-1,0 0 1,1 0 0,-1 1-1,1-1 1,-1 0 0,1 1-1,0-1 1,0 1-1,0-1 1,0 1 0,1-1-1,-1 1 1,1 0 0,-1-1-1,1 1 1,0 0-1,0-1 1,0 1 0,0 0-1,1-1 1,0 6 0,1-4 7,-1 0 0,1 0 0,0 0 1,0 0-1,1 0 0,-1-1 0,1 1 1,0-1-1,0 1 0,0-1 0,0 0 1,1 0-1,-1 0 0,1-1 0,0 1 1,-1-1-1,7 3 0,10 2-51,0-1-1,0 0 1,1-1-1,0-2 1,0 0 0,0-1-1,0-1 1,0-1-1,1-1 1,-1-1-1,41-9 1,-47 6-26,-1-1 0,1 0 0,-2-2 0,1 1 0,-1-2 0,0 0 0,-1 0 0,20-20 0,-30 28 2,0-1 0,-1 0 0,1 0 0,0 0 0,-1 0 0,0 0 1,1 0-1,-1 0 0,0 0 0,0 0 0,0 0 0,0-1 0,0 1 0,-1-1 0,1 1 0,-1 0 0,0-1 0,1 1 0,-1-1 0,0 1 1,-1-1-1,1 1 0,0 0 0,-1-1 0,1 1 0,-1-1 0,0 1 0,1 0 0,-1 0 0,0-1 0,-1 1 0,1 0 0,0 0 1,-1 0-1,-2-3 0,-2-1-44,-1-1 1,0 2-1,0-1 1,0 1-1,-1 0 1,1 0-1,-1 1 1,-14-5-1,2 1-742,-1 2-1,-31-6 0,-47-1-5678,-1 7-3902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41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70 720,'-4'0'1628,"-13"5"4121,38-5 707,-25 0-4415,1 0-1814,2 0-101,1 0 0,-1 0-1,0 0 1,1 0 0,-1 0 0,1 0-1,-1 0 1,1 0 0,-1 0 0,0 0-1,1 0 1,-1 0 0,1 0-1,-1 0 1,0-1 0,1 1 0,-1 0-1,1 0 1,-1-1 0,1 1 0,-1 0-1,1-1 1,-1 1 0,1 0-1,0-1 1,-1 1 0,1-1 0,0 1-1,-1-1 1,1 1 0,0-1 0,-1 1-1,1-1 1,0 1 0,0-1-1,-1 1 1,1-1 0,0 0 0,0 1-1,0-1 1,0 1 0,0-1 0,0 1-1,0-1 1,0 0 0,0 0-1,2-1 47,-1 1 0,0 0 0,1-1 0,-1 1 0,0 0 0,1 0 0,0 0 0,-1 0-1,1 1 1,0-1 0,-1 0 0,1 1 0,3-2 0,-1 1 516,21-7-77,1 1 0,-1 1 0,1 1 0,38-2 0,3 4-244,154-3 853,120 27 461,-218-6-1412,-58-6-181,0-2-1,1-3 1,81-6-1,-130 1-87,-25 1 0,20-1 0,-12 1 0,0 0 0,0 0 0,1 0 0,-1-1 0,0 1 0,0 0 0,0 0 0,0 0 0,0 0 0,0 0 0,1 0 0,-1 0 0,0 0 0,0 0 0,0 0 0,0 0 0,0 0 0,1 0 0,-1 0 0,0 0 0,0 0 0,0 0 0,0 0 0,0 1 0,0-1 0,1 0 0,-1 0 0,0 0 0,0 0 0,0 0 0,0 0 0,0 0 0,0 0 0,0 0 0,0 0 0,0 1 0,1-1 0,-1 0 0,0 0 0,0 0 0,0 0 0,0 0 0,0 0 0,0 1 0,0-1 0,0 0 0,0 0 0,0 0 0,0 0 0,0 0 0,0 1 0,-9 8 0,-33 14 0,25-15 0,-32 22 0,29-14 0,-35 37 0,38-25 0,3-17 0,12-10 0,1 0 0,-1 0 0,0 0 0,0 0 0,1 1 0,-1-1 0,0 1 0,1-1 0,-1 1 0,1-1 0,0 1 0,0 0 0,0 0 0,0 0 0,0 0 0,0 0 0,0 0 0,0 0 0,1 0 0,-1 0 0,0 3 0,1-4-27,0-1 0,0 1 0,0-1 0,0 1 1,0 0-1,0-1 0,1 1 0,-1-1 0,0 1 0,0-1 0,0 1 0,1 0 0,-1-1 1,0 1-1,0-1 0,1 1 0,-1-1 0,1 1 0,-1-1 0,0 0 0,1 1 0,-1-1 1,1 1-1,-1-1 0,1 0 0,-1 1 0,1-1 0,-1 0 0,2 1 0,9 1-3263,-7-2 1131,21 1-11066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42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 21 1601,'-4'0'2508,"-13"-4"119,8 2 2554,1-1-3249,0 0-627,0-4 7845,-9 6-6268,13 1 1992,8 0-4226,41 2-448,62 12-1,28 3-1300,-67-16-4575,-2-10-5700,-41 3 4559,0-4 1001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42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6163,'25'5'8164,"0"0"-2722,0 1-1520,0-1-1681,0 6-961,25 4-1600,-30-4-2881,5 0-3522,0-11-721,0 0 1362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57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238 237 1201,'0'-1'291,"0"1"0,0-1 0,0 1 0,0-1 0,0 1 0,-1-1 0,1 1 1,0-1-1,0 1 0,0-1 0,-1 1 0,1 0 0,0-1 0,-1 1 0,1-1 1,0 1-1,-1 0 0,1-1 0,-1 1 0,1 0 0,0-1 0,-1 1 0,1 0 1,-1 0-1,1-1 0,-1 1 0,1 0 0,-1 0 0,1 0 0,-1 0 0,1 0 1,-1 0-1,1 0 0,-1 0 0,1 0 0,-1 0 0,1 0 0,-1 0 0,1 0 1,-1 0-1,1 0 0,-1 0 0,0 1 0,-3-1-1508,0 0 2444,4 0-967,0-1 1,0 1 0,0-1-1,0 1 1,0-1-1,0 1 1,0 0 0,0-1-1,-1 1 1,1-1-1,0 1 1,0-1-1,0 1 1,-1 0 0,1-1-1,0 1 1,0 0-1,-1-1 1,1 1 0,0 0-1,-1-1 1,1 1-1,-1 0 1,0-1 0,-11-1 1749,12 2-1968,22-5 1942,6-2-1075,165-48 1144,103-69-960,-246 106-1119,-50 18 26,0 0 1,0 0 0,0 0-1,-1 0 1,1-1 0,0 1-1,0 0 1,0 0 0,0 0-1,0 0 1,0 0 0,0 0-1,0 0 1,0 0 0,-1 0-1,1 0 1,0 0 0,0-1-1,0 1 1,0 0 0,0 0-1,0 0 1,0 0 0,0 0-1,0 0 1,0 0 0,0 0-1,0-1 1,0 1 0,0 0-1,0 0 1,0 0 0,0 0-1,0 0 1,0 0 0,0 0-1,0-1 1,0 1 0,0 0-1,0 0 1,0 0 0,0 0-1,0 0 1,0 0 0,0 0-1,1 0 1,-1-1 0,0 1-1,0 0 1,0 0 0,0 0-1,0 0 1,0 0 0,0 0-1,0 0 1,0 0 0,1 0-1,-1 0 1,0 0 0,-8 0 10,0 0 1,-1 1-1,1 0 0,0 0 1,0 1-1,0 0 0,1 0 1,-10 5-1,-6 0-20,-189 79-67,128-48 125,28-13 438,-79 49 0,-40 37-687,174-110 155,-1 0-1,1-1 1,-1 1-1,1 0 1,0 1-1,0-1 0,-1 0 1,1 0-1,0 0 1,0 1-1,-1 1 1,2-2-74,-1-1-1,1 1 1,0-1 0,0 1 0,0 0 0,0-1-1,0 1 1,0-1 0,0 1 0,0-1 0,0 1-1,0-1 1,0 1 0,0-1 0,0 1 0,1-1-1,-1 1 1,0-1 0,0 1 0,0-1 0,1 1-1,-1-1 1,0 0 0,1 1 0,0 0 0,2 2-1113,2 0 0,-1 0 0,0-1 1,0 0-1,1 1 0,0-1 0,7 2 1,34 4-8027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57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624 72 3442,'-93'2'9155,"2"4"-4202,40-1-3625,0 3 1,0 2-1,-61 21 1,92-25-987,0 2 1,1 0-1,0 1 0,1 0 1,-28 20-1,43-26-221,0-1 0,0 1 0,0 1-1,0-1 1,0 0 0,1 1 0,-1-1 0,-2 7-1,5-9-76,-1 0 0,0 0 0,1 0 0,-1 0 0,1 1 0,0-1 0,-1 0 0,1 0 0,0 0 0,0 1 0,0-1 0,0 0 0,0 1 0,0-1 0,0 0 0,0 0 0,1 1 0,-1-1 0,0 0 0,1 0 0,-1 0 0,1 1 0,-1-1 0,1 0 0,0 0 0,-1 0 0,1 0 0,0 0 0,0 0 0,0 0 0,1 1 0,7 3 49,-1 0 1,1-1 0,0 0-1,0-1 1,0 1 0,0-2-1,0 0 1,1 0 0,-1 0-1,12-1 1,11 1 341,0-2-1,38-5 1,239-41 1355,-260 35-1544,0-2 0,-1-2 0,0-2 0,53-28 0,-98 44-246,1 0 0,-1-1 0,0 0 0,0 0 0,0 0 0,0 0 0,0 0 0,0-1 0,-1 1 0,1-1 0,-1 0 0,1 0 0,-1 1 0,0-2 0,0 1 0,-1 0 0,1 0 0,-1-1 0,1 1 0,-1 0 0,1-7 0,-2 7 0,0 0 0,-1 0 0,0 0 0,0 0 0,0 0 0,0 0 0,0 1 0,-1-1 0,1 0 0,-1 1 0,1-1 0,-1 1 0,0 0 0,0 0 0,0-1 0,0 1 0,-1 0 0,1 1 0,-1-1 0,1 0 0,-1 1 0,1-1 0,-1 1 0,0 0 0,-3-1 0,-15-6-427,0 1 0,0 1 1,0 1-1,-1 1 0,0 0 0,0 2 1,-33 1-1,6 2-2025,1 2 0,-62 13 0,6 9-7059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48.3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0 235 1201,'4'0'864,"-3"0"-715,-1 0 0,1 0 1,-1 0-1,1-1 1,-1 1-1,1 0 1,0 0-1,-1 0 0,1 0 1,10 9 13387,-11-5-9526,0 12-3369,-1-11 513,2-4-1116,-1 0 0,0 1 0,0-1 0,0 0-1,1 0 1,-1 0 0,0 0 0,1 0 0,-1 0 0,1 0 0,-1 0 0,1 0 0,0 0 0,-1 0 0,1-1 0,0 1-1,0 0 1,-1 0 0,3 0 0,-2 0-3,0 0-1,0 0 0,0 0 1,0 0-1,0 0 0,0 0 1,0 1-1,-1-1 0,1 0 1,0 0-1,0 1 0,-1-1 1,1 0-1,-1 1 0,0-1 1,1 1-1,-1-1 0,0 0 1,0 1-1,0 1 1,1 2 74,-1 0 0,1 0 1,-1-1-1,1 1 0,1 0 1,-1-1-1,1 1 0,3 7 0,-3-8-49,0 0-1,0 1 0,-1-1 0,1 0 0,-1 1 0,0 0 0,-1-1 0,1 8 1,0-9-21,-1 0 0,1 0 0,0 0 1,0 0-1,0-1 0,0 1 1,0 0-1,0-1 0,1 1 1,-1-1-1,1 0 0,0 1 1,0-1-1,0 0 0,0 0 1,0 0-1,0 0 0,1 0 1,2 1-1,12 13 167,-2 1-22,1-1 0,1-1 0,0 0 0,0-1 0,2-1-1,30 18 1,-33-26-191,-1 0 1,1-1-1,0-1 0,0 0 0,0-1 0,0-1 0,1 0 1,-1-1-1,0-1 0,0-1 0,0 0 0,0-1 0,0 0 1,0-2-1,24-9 0,-1-4-42,0-2 1,-2-2-1,0-1 0,-1-2 1,-2-1-1,34-34 0,-24 20 12,-29 28 62,-2-1 0,0 0 0,0 0 0,14-23 0,3-2 78,-21 29 37,-1-1 0,-1-1-1,10-16 1,8-20 659,-24 45-721,0 0 1,-1 0-1,1 1 0,-1-1 1,1 0-1,-1 0 0,0 0 1,0 0-1,0 0 0,0 0 1,-1-3-1,1 4-9,0-1 1,0 1-1,-1 0 1,1 0-1,0-1 1,0 1-1,0 0 1,1-1-1,-1 1 1,0 0-1,0 0 1,1-1-1,-1 1 0,0 0 1,1 0-1,0 0 1,-1-1-1,1 1 1,1-1-1,13-9 56,2 1 0,0 0-1,0 2 1,1 0 0,-1 1 0,2 0-1,31-6 1,-1 10-126,1 2 0,77 8 0,88 23 0,6 19 0,-202-45 68,1 2-1699,-1 2-2475,1-3-10666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49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58 2801,'5'0'2508,"2"-1"-1553,1-1 0,0 1 0,0-1 1,-1 0-1,1-1 0,-1 0 0,0 0 0,0-1 0,13-8 0,-8 4 210,-3 0 141,-22 3-389,-3 4-728,1-1 0,0 2-1,0 0 1,0 1 0,0 1-1,-1 0 1,2 1 0,-1 0-1,0 1 1,1 1 0,-1 0-1,1 1 1,-17 10 0,28-15-162,0 1 0,1-1 0,-1 0 0,0 1 0,0-1 0,1 1 0,-1 0 0,1 0 1,-1 0-1,1 0 0,0 0 0,0 1 0,0-1 0,0 1 0,0-1 0,1 1 0,-1 0 1,1-1-1,-1 1 0,1 0 0,0 0 0,0 0 0,0 0 0,1 0 0,-1 0 0,1 0 0,0 1 1,0-1-1,0 0 0,0 4 0,1-4 10,-1 0 1,1 0 0,0-1-1,0 1 1,0 0-1,0-1 1,0 1-1,0-1 1,1 1-1,-1-1 1,1 1-1,0-1 1,0 0 0,0 0-1,0 0 1,0 0-1,0 0 1,0-1-1,5 3 1,8 6 14,0-1 0,18 7 0,-25-13-25,15 9 24,2-2 0,-1-1 0,1-1 0,1-1 0,42 5 1,-64-11-49,68 1-14,-65-2 25,-1 0 0,0-1 0,0 0 0,1 0 1,-1 0-1,0-1 0,0 0 0,0 0 0,7-4 0,-12 5-3,0 0 0,-1 0 0,1 0-1,-1-1 1,1 1 0,-1 0 0,1 0 0,-1 0 0,0-1 0,0 1-1,1 0 1,-1 0 0,0-1 0,0 1 0,0 0 0,0 0 0,-1-1 0,1 1-1,0 0 1,0 0 0,-1 0 0,1-1 0,-1 1 0,1 0 0,-1 0 0,-1-2-1,-2-1 40,0 0-1,-1 0 1,1 1-1,-1-1 1,0 1-1,0 0 1,-1 0-1,1 1 1,0 0-1,-1 0 1,-8-2-1,-14-6 158,-4-4 44,0 2 0,-1 1 0,-1 1 1,0 2-1,-62-7 0,71 13-268,23 3-100,6 0-114,44 1-2432,43-10-3313,104-19-5843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0.1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90 80,'-25'-10'480,"0"-1"-160,0 0-79,25 6 79,-25 0-80,25-1 160,0 1 80,0 0 80,0-6-79,-25 6-81,25-1-320,0 1-320,-25 5-401,25-4-159,0 8-80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0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51 880,'150'-35'5149,"-138"32"-4455,1 0 0,-1 1-1,18-1 1,-27 3 26,2 0-640,31-2 23,-24 1-44,1 0 1,-1 1-1,0 0 1,23 4 0,-24-2-4,-5-1 92,0 0 1,0 1 0,0-1 0,-1 1 0,1 0 0,0 1 0,-1 0 0,0-1 0,1 2 0,6 4 0,-9-6-49,-3-1-72,1-1 0,-1 0 1,1 0-1,-1 1 0,1-1 0,-1 0 1,0 1-1,1-1 0,-1 1 0,1-1 1,-1 0-1,0 1 0,1-1 0,-1 1 1,0-1-1,0 1 0,1-1 1,-1 1-1,0-1 0,0 1 0,0-1 1,1 2-1,-17 13 822,-9 7 431,-45 33 1574,69-55-2833,1 0-1,0 1 1,-1-1 0,1 0 0,0 0 0,-1 0 0,1 1 0,0-1 0,-1 0 0,1 0 0,0 1-1,0-1 1,-1 0 0,1 1 0,0-1 0,0 0 0,0 1 0,0-1 0,-1 0 0,1 1 0,0-1-1,0 0 1,0 1 0,0-1 0,0 0 0,0 1 0,0-1 0,0 0 0,0 1 0,0-1 0,0 1-1,0-1 1,0 0 0,0 1 0,0-1 0,0 0 0,1 1 0,-1-1 0,0 0 0,0 1 0,0-1-1,1 0 1,-1 1 0,0-1 0,0 0 0,1 0 0,-1 1 0,0-1 0,0 0 0,1 0 0,-1 1-1,0-1 1,1 0 0,-1 0 0,0 0 0,1 0 0,-1 0 0,1 1 0,14 5 193,-2 3 36,8 2-75,9 3 144,57 33 1,12 6 52,-91-50-362,-7-3-11,0 1 0,0-1 0,0 0 0,0 0 0,0 1 0,0-1 0,0 1 0,0-1 1,0 1-1,0-1 0,0 1 0,0-1 0,0 1 0,-1 0 0,1-1 0,0 1 0,0 0 0,-1 0 0,1 0 0,0 0 1,-1-1-1,1 1 0,-1 0 0,0 0 0,1 2 0,-1-2-654,1-10-11277,-2 8 11747,1 0 0,0 1 0,0-1 1,-1 1-1,1 0 0,0-1 0,-1 1 1,1-1-1,-1 1 0,0-1 0,-20-9-3764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1.6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42 640,'5'0'1534,"11"0"0,-7 5 961,32 16-241,-38-18-3166,-1 3 7375,-3-9-4957,3 1-1370,0 1 0,-1 0 1,1 0-1,0 0 0,0 0 0,0 0 1,0 0-1,0 0 0,0 1 0,0-1 1,0 1-1,0-1 0,3 1 0,86-16 278,-41-5-534,-47 20 159,-2 1-19,0 0 1,0 0-1,1-1 0,-1 1 1,0 0-1,0-1 0,0 1 1,0-1-1,0 1 1,0-1-1,0 0 0,0 1 1,0-1-1,0 0 0,0 0 1,0 1-1,-1-1 1,1 0-1,0 0 0,0-2 1,-1 2 9,-1 1 1,0-1-1,0 0 1,1 0 0,-1 1-1,0-1 1,0 0-1,0 1 1,0-1-1,0 1 1,0 0-1,0-1 1,0 1 0,0 0-1,0-1 1,0 1-1,0 0 1,0 0-1,0 0 1,0 0 0,-1 0-1,1 0 1,-1 0-1,-28 6-350,-35 7-2704,-6-3-3703,16-4-996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2.5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263 413 800,'-11'1'1089,"0"0"1,0 1-1,0 0 0,-15 5 0,0 0 562,22-6-571,0-1-493,4 0-593,-16-4 1386,15 3-1155,1 0 0,-1 0 0,0-1 0,1 1 0,-1 0 0,1-1 0,0 1 0,-1 0 0,1-1 0,0 1 0,0-1 0,0 1 0,0 0 0,0-3 0,1 1-106,1 1 0,-1 0 0,0 0 0,1-1 0,-1 1 0,1 0 0,0 0 0,-1 0-1,1 1 1,0-1 0,0 0 0,0 1 0,1-1 0,1-1 0,18-15 485,-19 14-516,3-4 67,0 1-1,1 1 1,13-12 0,12-8 134,111-94 796,-120 99-972,1 2 1,2 0-1,-1 1 0,2 2 1,0 1-1,1 1 1,41-15-1,-63 27-121,-5 2 12,1 0 0,-1-1 0,1 1 0,-1 0 0,0-1 0,0 1 0,1-1 0,-1 0-1,0 1 1,0-1 0,0 0 0,0 0 0,1 1 0,-1-1 0,0 0 0,-1 0 0,1 0 0,1-2 0,2 1 76,14 2-19,-18 0-58,0 0 0,1 0-1,-1 0 1,0 0-1,0 0 1,1 0-1,-1 0 1,0 0-1,0 1 1,1-1-1,-1 0 1,0 0 0,0 0-1,0 0 1,1 1-1,-1-1 1,0 0-1,0 0 1,0 0-1,0 1 1,1-1 0,-1 0-1,0 0 1,0 0-1,0 1 1,0-1-1,0 0 1,0 0-1,0 1 1,0-1-1,0 0 1,0 0 0,0 1-1,-10 15 23,-11 2-58,-1 0-1,0-2 0,-39 22 1,45-29 7,-250 133-347,96-59 2560,170-83-2174,0 0 0,0 1-1,0-1 1,0 0-1,0 0 1,0 0 0,0 0-1,0 0 1,0 0 0,0 0-1,0 0 1,0 0-1,0 0 1,0 0 0,0 0-1,0 0 1,0 0 0,0 0-1,0 0 1,0 0-1,0 0 1,0 0 0,0 0-1,0 0 1,0 0 0,0 0-1,11-1 77,23-9-105,161-52-905,-153 47 751,1 2 0,0 2 0,50-7 0,-82 16 141,0 1-1,0 0 1,0 0 0,0 1-1,0 0 1,0 1 0,0 1-1,0-1 1,15 6 0,-24-7 26,-1 1 0,0-1 1,0 0-1,0 1 0,0-1 1,1 1-1,-1-1 0,0 1 0,0 0 1,0-1-1,0 1 0,0 0 1,0 0-1,0 0 0,-1 0 1,1 0-1,0 0 0,0 0 1,0 1-1,-1-1 6,0 0 0,0 0-1,0-1 1,0 1 0,0 0 0,0 0-1,0 0 1,0 0 0,0 0 0,0 0-1,-1-1 1,1 1 0,0 0 0,-1 0-1,1 0 1,0-1 0,-1 1 0,1 0-1,-1 0 1,-1 1 0,-3 3 85,-1 0 0,0 0 1,0 0-1,0 0 0,-13 6 0,-12 4 240,-1-1-1,-1-1 1,0-2 0,0-1-1,-61 9 1,-186 11 606,254-28-872,-86 3-3344,120-10-3308,-7 4 5842,0 0 0,-1-1 0,1 1 0,-1-1 0,1 1 0,-1-1 0,0 1 0,0-1 0,1 0 0,-1 1 0,0-1 0,-1-2 0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3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92 102 880,'-4'-1'333,"0"0"-1,-1-1 0,1 0 0,0 1 1,0-1-1,-4-3 0,-4-2 611,3-4 964,8 11-1833,0-1 0,0 1 0,0 0 0,0-1 0,0 1 0,0-1 0,0 0 0,0 1 0,0-1-1,0 0 1,0 0 0,0 0 0,0 1 0,1-1 0,-1 0 0,0 0 0,1 0 0,-1 0 0,0-2 0,-2-27 4001,3 24-3173,-16 2 1459,34 7 2362,43 2-4550,193-5 147,-237 0-298,698-15 543,-577 8-211,161 15-1,-199 2-33,4-6-13,-95-5-307,32 3 0,-39-1 0,-1-1 0,0 0 1,1 0-1,-1 0 0,0 1 0,1-1 0,-1 0 1,0 1-1,1-1 0,-1 1 0,0 0 0,0-1 0,0 1 1,0 0-1,2 1 0,-3-2 0,0 1 0,0-1-1,0 1 1,1-1 0,-1 1 0,0-1 0,0 1-1,0-1 1,0 1 0,0-1 0,0 1 0,0-1 0,0 1-1,0 0 1,0-1 0,0 1 0,0-1 0,0 1-1,0-1 1,0 1 0,-1-1 0,1 1 0,0-1-1,0 1 1,-1 0 0,-4 5 3,0 0 0,0-1 0,0 0-1,-11 9 1,2-2 25,-15 12 264,-59 35 0,-9 7 12,85-56-307,0 0-1,0 1 1,1 0-1,1 0 1,-11 15-1,17-11-658,4-15 532,-1 1 0,1-1 1,0 0-1,0 1 1,0-1-1,0 0 0,1 1 1,-1-1-1,0 0 1,0 1-1,0-1 0,0 0 1,0 1-1,0-1 1,0 0-1,1 1 0,-1-1 1,0 0-1,0 1 1,1-1-1,-1 0 0,0 0 1,0 1-1,1-1 1,-1 0-1,0 0 1,0 1-1,1-1 0,-1 0 1,0 0-1,1 0 1,-1 0-1,0 0 0,1 0 1,-1 1-1,0-1 1,1 0-1,-1 0 0,1 0 1,0 0-1,40-8-10728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4.8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1361,'0'0'2561,"25"0"-240,-25 7-240,50-3-320,0 6-321,25 1-319,25 0-161,-30 5-960,5-11-1921,-25-10-2401,0 5-1040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5.1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2161,'0'-5'2641,"25"5"-80,0 0-240,20 5-240,5-1-560,25 17-3362,25 1-4882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7.3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0 711 480,'13'-4'524,"-1"-1"0,0 0 1,0-1-1,0 0 0,-1-1 0,0 0 0,0 0 0,0-2 0,17-17 0,-1-4 1843,44-64-1,-49 62-1397,50-57 0,44-26-22,-103 100-768,-1 0-1,0 0 1,15-27 0,13-18 480,-32 51-261,-1-1-1,0 0 1,-1 0-1,8-16 1,-20 13 171,5 11-472,-1-1 1,1 1-1,0-1 1,0 0-1,0 0 1,0 1-1,0-1 0,0 0 1,1 0-1,-1-3 1,1 5-65,1 0 1,-1 1-1,0-1 1,1 0-1,-1 1 1,0-1-1,1 1 1,-1-1-1,1 1 1,-1-1-1,1 1 1,-1 0-1,1-1 1,-1 1-1,1-1 1,0 1-1,-1 0 1,1 0-1,-1-1 1,1 1-1,0 0 1,-1 0-1,1 0 1,0 0-1,-1-1 1,1 1-1,0 0 1,-1 0-1,2 1 1,37-1 552,26 10 77,-39-3-273,12 3 27,-1 1 0,66 30 0,-83-27-1681,-20-14 1104,0 0 0,1 1 1,-1-1-1,0 1 0,1-1 0,-1 1 0,0-1 0,1 0 0,-1 1 1,0-1-1,0 1 0,0 0 0,1-1 0,-1 1 0,0-1 0,0 1 1,0-1-1,0 1 0,0-1 0,0 1 0,0-1 0,0 1 1,0 0-1,0-1 0,0 1 0,-1-1 0,1 1 0,0-1 0,0 1 1,0-1-1,-1 1 0,1-1 0,0 1 0,-1-1 0,1 0 1,0 1-1,-1-1 0,1 1 0,0-1 0,-1 0 0,1 1 0,-1-1 1,0 1-1,-41 15-9618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8.2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102 431 320,'-4'0'480,"-7"0"-262,2-1 5803,8-15-688,1 0-5606,1 7 862,-1 6-484,1 1 0,-1-1 0,0 1-1,0-1 1,0 1 0,0-1 0,0 1-1,0-1 1,-1 1 0,1 0 0,-1-1 0,0 1-1,0-1 1,-1-1 0,-12-18 575,1 0-1,1-1 1,-11-29 0,18 41-451,4 8-173,0 0 0,0 0 1,0 0-1,1 0 0,-1 0 0,1 0 0,-1 0 1,1 0-1,0-1 0,0 1 0,1 0 0,-1 0 1,1 0-1,-1 0 0,1 0 0,0 0 1,0 0-1,0 0 0,1 0 0,-1 0 0,1 1 1,0-1-1,-1 0 0,1 1 0,0-1 1,0 1-1,5-4 0,14-20-190,-20 23 134,1 1 0,-1-1 0,1 1 0,0 0 0,0 0 0,-1-1 0,2 1 0,-1 0 0,0 1 0,0-1 0,1 0 1,3-2-1,-1 2 18,23-10 91,0 2 1,36-9-1,-48 15-620,0 0 0,27-10-1,-35 11-339,-1 1-1,1-1 1,0 1-1,14-1 1,-16 3-627,0-1 0,0 1 0,0 0 0,-1 1-1,9 1 1,-10-1-2057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59.1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369 43 240,'-4'-1'2521,"3"1"-2318,0 0 1,0 0-1,0 0 0,0-1 0,0 1 0,0 0 0,0-1 1,0 1-1,0-1 0,0 1 0,1-1 0,-1 1 0,0-1 1,0 1-1,0-1 0,1 0 0,-1 0 0,0 1 0,1-1 1,-1 0-1,1 0 0,-1 0 0,1 0 0,-1 0 1,1 0-1,0 1 0,-1-1 0,1 0 0,0 0 0,0 0 1,0 0-1,-1 0 0,1 0 0,0 0 0,0 0 0,1 0 1,-1 0-1,0-2 0,4 1 437,9-1-248,-7 1-324,0 1 0,0-1 0,0 1 0,0 0 0,0 1 0,0-1 0,0 1 0,0 1 0,0-1 0,0 1 1,0 0-1,0 0 0,0 1 0,0-1 0,8 5 0,-13-5-39,-1-1-1,1 1 1,-1 0 0,1 0-1,-1 0 1,0 1 0,1-1-1,-1 0 1,0 0 0,1 0 0,-1 0-1,0 0 1,0 0 0,0 0-1,0 0 1,0 0 0,-1 1-1,1-1 1,0 0 0,0 0 0,-1 0-1,1 0 1,0 0 0,-1 0-1,1 0 1,-1 0 0,0 0-1,1 0 1,-1 0 0,0-1 0,1 1-1,-2 1 1,-36 37 918,5 4 160,-5-14-466,32-16-416,0-4 243,-7-5-29,26-8-398,-12 3-51,-1 0 0,1-1 0,0 1 0,-1 0 0,1-1 0,-1 1 0,1-1 0,-1 1 0,0-1 0,0 1 0,0-1 0,0 1 0,0-1 0,0 1 0,0-1 0,0 1 0,-1-1 0,1 1 0,0-1 0,-1 1 0,1-1 0,-1 1 0,-1-3 0,-2 2 9,-1 0 0,1 0-1,-1 0 1,0 1 0,0-1 0,0 1-1,1 0 1,-1 0 0,0 1-1,-9 0 1,0-1 2,-19-2 17,-58 2 1,79 2-13,-1 0 0,1 1 1,0 1-1,0 0 0,0 1 0,0 0 1,1 1-1,-14 7 0,24-12 10,0 1 0,-1-1 0,1 1 0,0 0 0,0-1 0,0 1 0,0 0-1,0 0 1,0 0 0,0 0 0,0 0 0,0 0 0,1 0 0,-1 0 0,0 0-1,1 1 1,-1-1 0,1 0 0,-1 0 0,1 1 0,-1-1 0,1 0 0,0 1 0,-1 1-1,2-1 5,-1 0 0,1 0 0,0 0 0,-1 0-1,1 0 1,0-1 0,0 1 0,0 0 0,0-1-1,0 1 1,0 0 0,1-1 0,-1 1 0,1-1-1,-1 0 1,3 2 0,4 3-467,0 0 1,0 0-1,0-1 1,1 0-1,0 0 1,0-1-1,13 4 1,-14-6-294,0-1 1,0 1 0,0-1 0,1-1-1,-1 1 1,0-2 0,1 1-1,-1-1 1,11-2 0,31-11-3530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0.4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 84 3121,'-10'-2'1192,"7"2"-836,-1-1-1,0 1 1,1-1 0,-1 0 0,1 0-1,-1 0 1,1-1 0,0 1 0,-6-4-1,9 4 299,0 0-587,0 0 1,-1 0-1,1 0 0,0 0 1,0 0-1,0 0 0,0 0 1,0-1-1,0 1 0,0 0 1,1 0-1,-1 0 0,0 0 1,1 0-1,-1 0 0,0 0 1,1 0-1,-1 0 0,1 0 1,0-1-1,1 2-34,0-1-22,-1 1-1,0 0 0,0 0 1,0-1-1,0 1 0,0-1 1,0 1-1,0-1 0,0 1 1,0-1-1,-1 0 0,1 1 1,0-1-1,0 0 0,0 0 1,-1 0-1,1 1 0,0-1 1,0-2-1,-1 3-5,0-1 0,0 1 1,1-1-1,-1 1 0,0 0 0,0-1 1,0 1-1,1-1 0,-1 1 0,0 0 1,1-1-1,-1 1 0,0 0 0,1-1 1,-1 1-1,0 0 0,1-1 0,-1 1 1,0 0-1,1 0 0,-1 0 0,1-1 1,-1 1-1,1 0 0,-1 0 0,0 0 1,1 0-1,-1 0 0,1 0 0,-1 0 1,1 0-1,-1 0 0,1 0 0,0 0 1,-1 0-2,1 0 0,-1 0 0,1 0 1,-1 0-1,1 0 0,-1 0 1,0 0-1,1 0 0,-1 0 0,1 0 1,-1 0-1,1 0 0,-1-1 1,0 1-1,1 0 0,-1 0 0,1 0 1,-1-1-1,0 1 0,1 0 1,-1 0-1,0-1 0,1 1 0,-1 0 1,0-1-1,0 1 0,1 0 1,-1-1-1,0 1 0,0 0 0,1-1 1,-1 1-1,0-1 0,0 0 0,0 1 5,0 0 0,1-1 0,-1 1 0,0-1 0,0 1 0,1 0-1,-1-1 1,0 1 0,1 0 0,-1-1 0,0 1 0,1 0 0,-1-1-1,0 1 1,1 0 0,-1 0 0,0-1 0,1 1 0,-1 0-1,1 0 1,-1 0 0,1 0 0,-1 0 0,1 0 0,-1-1 0,0 1-1,1 0 1,-1 0 0,1 0 0,-1 0 0,1 1 0,-1-1-1,1 0 1,-1 0 0,1 0 0,-1 0 10,1 0 0,-1 1 0,0-1 0,1 0 0,-1 0 0,1 0 0,-1 0 0,0 0 0,1 0 0,-1 0 1,0 0-1,1 0 0,-1 0 0,1 0 0,-1 0 0,0-1 0,1 1 0,-1 0 0,0 0 0,1 0 0,-1 0 0,0-1 0,1 1 0,-1 0 0,0 0 0,1-1 0,-1 1 0,0 0 0,0 0 0,1-1 0,-1 1 1,1-3 3250,-6 0-2666,2 4-388,0-1-1,1 0 1,-1 1 0,0-1 0,0 1 0,1 0 0,-1 0 0,0 0 0,1 0 0,-1 0 0,1 1 0,0-1-1,-1 1 1,1-1 0,0 1 0,0 0 0,0 0 0,0 0 0,0 0 0,0 0 0,1 1 0,-1-1-1,1 0 1,-1 1 0,1-1 0,-1 4 0,0-2-139,0-1-1,0 1 1,1 0-1,-1 0 1,1 1-1,0-1 1,0 0-1,0 0 1,1 1-1,0-1 1,0 0-1,0 0 1,0 1-1,0-1 1,1 0-1,0 0 1,0 1 0,2 6-1,0-6-303,-1-1 0,1 1 0,0-1 0,0 1 0,1-1 0,0 0 0,-1 0 0,1 0 0,0-1 0,9 6 0,-10-7-500,0-1-1,0 1 1,1-1 0,-1 0-1,1 0 1,-1 0 0,1 0-1,-1-1 1,1 1 0,-1-1-1,1 0 1,5 0 0,16-8-7917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0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0 160 880,'50'-11'160,"0"-5"-800</inkml:trace>
  <inkml:trace contextRef="#ctx0" brushRef="#br0" timeOffset="1">300 1 3682,'-100'43'7123,"50"-7"-3762,0 1-1920,0-5-721,50 0-399,-25 0-1362,25-7-4401,25-9-4083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1.7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178 143 1281,'-3'0'470,"2"0"-326,0-1 1,0 1-1,-1 0 1,1 0-1,0 0 1,0 0-1,0 0 0,0 0 1,0 0-1,0 1 1,0-1-1,0 0 1,0 1-1,0-1 1,0 0-1,0 1 0,0-1 1,-2 3 1147,3-3-1216,0 0 0,1 1 1,-1-1-1,0 1 0,0-1 1,0 0-1,0 1 0,0-1 1,0 0-1,0 1 0,0-1 1,0 1-1,0-1 0,0 0 1,0 1-1,0-1 0,0 0 1,0 1-1,0-1 0,-1 1 1,1-1-1,0 0 0,0 1 1,0-1-1,-1 0 0,1 1 1,0-1-1,0 0 0,-1 0 1,1 1-1,0-1 0,-1 0 1,1 0-1,0 1 0,-1-1 1,-29 17 1175,-21 13 153,47-27-1260,1 0 0,-1 0 0,1 0 0,-1 0 0,1 0 1,0 1-1,0 0 0,0-1 0,-3 7 0,-19 39 1162,24-45-1245,0-1 1,0 1-1,0 0 0,0 0 0,0 0 0,1-1 0,0 1 0,-1 0 0,2 0 0,-1 0 1,1 5-1,0 10 313,-2-8-223,1-8-125,-1 1 0,1 0 1,0-1-1,0 1 0,0-1 1,0 1-1,0-1 0,1 1 0,0-1 1,-1 1-1,1-1 0,2 5 1,14-3-28,-17-5 0,1 0 0,-1 0 0,0-1-1,1 1 1,-1 0 0,0 0 0,0-1 0,1 1 0,-1 0 0,0-1 0,0 1 0,1 0 0,-1-1 0,0 1 0,0 0 0,0-1-1,1 1 1,-1 0 0,0-1 0,0 1 0,0 0 0,0-1 0,0 1 0,0-1 0,0 1 0,0 0 0,0-2 0,3-8 42,14-3 64,12-13 95,-5-2 57,36-35 1,-39 43-62,-1 0-1,26-36 1,-35 41-71,-3 2 142,1 0 1,1 1-1,0 1 0,21-20 0,-10 8 75,-19 20-288,1-1 0,-1 1 1,1 0-1,0 0 0,0 1 1,0-1-1,0 1 0,4-3 0,14-5 186,-3 3 165,0 1 1,1 1 0,21-3-1,-35 7-245,-2 0-88,0 1 0,0-1-1,0 1 1,0 0 0,0 0 0,0 0 0,0 0-1,0 1 1,0-1 0,6 3 0,2-1 100,60 10 579,112 35 0,-21-5-4524,-147-39 1841,0-1 0,0 0 0,19-1 1,20-10-8435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2.4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795 23 960,'0'0'273,"0"-1"0,0 0 0,-1 0-1,1 0 1,0 1 0,0-1 0,-1 0-1,1 0 1,0 0 0,-1 1 0,1-1-1,-1 0 1,1 1 0,-1-1 0,0 0-1,1 1 1,-1-1 0,1 1 0,-1-1-1,0 1 1,0-1 0,1 1 0,-1 0-1,0-1 1,0 1 0,0 0 0,-1-1-1,-34-4 2398,-33 11-971,-10 3 544,63-9-1891,0 2 0,1 0-1,-1 0 1,-17 7 0,1 3 926,-60 33 0,87-42-1193,1-1-2,1 1-1,-1-1 1,1 1 0,-1 0 0,1 0-1,-4 5 1,-15 13 325,20-20-384,0 0-15,1 0 0,-1 0 1,1 0-1,-1 0 1,1 0-1,0 0 1,-1 1-1,1-1 0,0 0 1,0 1-1,0-1 1,0 1-1,0-1 0,0 1 1,1-1-1,-1 1 1,0 0-1,1-1 1,-1 1-1,1 0 0,0-1 1,-1 4-1,1-4 6,-1 0 1,1 1-1,-1-1 0,1 1 0,-1-1 0,1 0 0,-1 0 0,0 1 1,0-1-1,0 0 0,0 0 0,0 0 0,0 0 0,0 0 1,-1 1-1,1-2-12,1 1 0,-1-1 0,1 0 0,-1 1 0,1-1 0,-1 0 0,1 1 1,-1-1-1,1 1 0,-1-1 0,1 1 0,-1-1 0,1 1 0,0-1 0,-1 1 0,1 0 0,0-1 0,-1 1 1,1-1-1,0 1 0,0 0 0,0-1 0,0 1 0,-1 0 0,1-1 0,0 1 0,0 0 0,0-1 0,0 1 1,1-1-1,-1 1 0,0 0 0,0-1 0,0 1 0,0 0 0,1-1 0,-1 1 0,5 3 10,-1-1 0,1 0 0,-1 0 0,1-1 0,0 1 0,0-1 0,0 0 0,1-1 0,-1 1 0,0-1 0,1 0 0,-1 0 0,9-1 0,9 1-51,46-4 1,-24-8 16,-43 11 25,-1 0 0,1-1 0,0 1 0,-1-1-1,1 0 1,-1 1 0,1-1 0,-1 0 0,1 0-1,-1 0 1,0 0 0,1 0 0,-1 0 0,0-1-1,0 1 1,0 0 0,0 0 0,0-1 0,0 1-1,0-1 1,0 1 0,0-3 0,-1 4 2,0-1 0,0 1 0,0-1 0,0 0 0,0 1 0,0-1 0,0 0 0,-1 1 0,1-1 0,0 1 0,0-1 0,0 1-1,-1-1 1,1 1 0,0-1 0,-1 0 0,1 1 0,-1 0 0,1-1 0,-1 1 0,1-1 0,0 1 0,-1 0 0,1-1 0,-2 0 0,-21-5 159,21 5-152,-30-3 75,0 0-1,1 2 1,-1 2-1,0 0 1,-43 8-1,72-8-91,-34 4-704,-61 16 1,16 7-5108,49-13-4297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5.6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462 252 320,'-7'1'1309,"7"-1"-1376,-1 0 0,0 0 0,0 0-1,1 0 1,-1 0 0,0 0 0,0 0 0,0 0 0,1 0-1,-1 0 1,0-1 0,0 1 0,1 0 0,-1 0 0,0-1 0,0 1-1,1 0 1,-2-1 0,-1-13 15308,4 13-15204,-1 0 0,1 0 1,0 0-1,0 1 0,0-1 1,-1 0-1,1 0 0,0 0 1,0 1-1,0-1 0,0 0 1,0 1-1,0-1 0,2 0 1,11-7 362,57-39 161,-27 22-439,-17 11-84,-5 0-26,-10 6-12,1 0 0,19-9 1,23-10 1,-40 19 80,0 0 1,1 0 0,29-8 0,-41 15 51,-4 0 56,0 1-180,0 0 0,0-1 0,0 1 0,0 0 0,0 0 0,0 0 0,0 0 0,0 0 0,0 0 0,0-1 1,0 1-1,0 0 0,0 0 0,0 0 0,0 0 0,0 0 0,0-1 0,0 1 0,0 0 0,0 0 0,0 0 0,0 0 0,0 0 0,0 0 0,0-1 1,0 1-1,0 0 0,0 0 0,0 0 0,0 0 0,1 0 0,-1 0 0,0 0 0,0 0 0,0-1 0,0 1 0,0 0 0,0 0 0,0 0 0,1 0 1,-1 0-1,0 0 0,0 0 0,0 0 0,0 0 0,0 0 0,0 0 0,1 0 0,-1 0 0,0 0 0,0 0 0,0 0 0,0 0 0,14-2 449,-24-2 597,-26 1 1165,13 7-1838,0 1 1,1 1-1,-27 11 1,19-3-294,22-11-73,0 1 0,0 0-1,0 0 1,1 0-1,0 1 1,-1 1-1,2-1 1,-8 8 0,5-4 3,-1 0 1,-1-1-1,-16 11 1,-16 13 43,-3-4 30,38-16-81,-34 17-453,42-29 444,0 1 0,-1-1 1,1 0-1,0 0 0,0 0 0,-1 1 0,1-1 1,0 0-1,0 0 0,-1 1 0,1-1 1,0 0-1,0 0 0,0 1 0,0-1 1,-1 0-1,1 1 0,0-1 0,0 0 0,0 1 1,0-1-1,0 0 0,0 1 0,0-1 1,0 0-1,0 1 0,0-1 0,0 0 1,0 1-1,0-1 0,0 1 0,0-1-3,0 0 1,0 0-1,0 1 0,1-1 1,-1 0-1,0 0 0,0 1 0,0-1 1,0 0-1,0 0 0,0 1 1,-1-1-1,1 0 0,0 0 1,0 1-1,0-1 0,0 0 0,0 0 1,0 0-1,0 1 0,0-1 1,0 0-1,-1 0 0,1 0 0,0 1 1,0-1-1,0 0 0,0 0 1,-1 0-1,1 0 0,0 0 0,0 1 1,0-1-1,-1 0 0,1 0 1,0 0-1,0 0 0,-1 0 0,1 0 1,-17 4-69,13-3 147,4 0 13,4-1-26,1 1-37,0 0-1,-1-1 0,1 1 1,0-1-1,-1 0 1,1-1-1,0 1 1,0-1-1,-1 0 0,8-2 1,48-22 60,-4 1-10,-20 11-28,-6 1 25,-1 2 0,2 2 0,39-7 0,-51 12-97,-16 3 9,0-1-1,0 1 1,0 0 0,0-1-1,0 1 1,0 1 0,0-1-1,0 0 1,5 2-1,8 1-51,-13-3 57,0 0 0,0 1 0,0-1 0,0 1 0,0 0 0,-1 0 0,1 0 0,0 0 0,0 0 0,-1 0 0,1 1 0,-1-1 0,1 1-1,-1 0 1,4 3 0,12 18-16,13 19-36,-30-40 59,0-1-1,0 1 0,-1-1 0,1 1 0,0-1 1,-1 1-1,1 0 0,-1-1 0,1 1 1,-1 0-1,0-1 0,0 1 0,0 0 1,0-1-1,0 1 0,0 0 0,0-1 0,0 1 1,-1 0-1,1-1 0,-1 1 0,1-1 1,-1 1-1,0 0 0,0-1 0,1 0 0,-1 1 1,-2 1-1,-1 0 11,0 0 1,0 0 0,-1-1-1,1 0 1,-1 0-1,0 0 1,1 0-1,-1-1 1,0 1-1,-6 0 1,-40 7 580,-1-2 1,-102 2 0,-114-20 1496,23 1-701,191 10-1428,34 0-922,44 0-3358,51-2-5925,42-6-3508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06.8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296 165 480,'-6'0'862,"-9"-2"-55,11-7 5568,0 9-5962,-25 2-281,1 2-1,-1 1 1,-36 12-1,4-2-216,17-3 75,38-10 20,1 3 975,6-9-396,0 3-570,-1 1 1,1-1 0,-1 0 0,1 0-1,0 0 1,-1 1 0,1-1 0,0 0-1,0 1 1,-1-1 0,1 1-1,0-1 1,0 1 0,0-1 0,0 1-1,0 0 1,0-1 0,0 1 0,-1 0-1,1 0 1,1-1 0,9-3 266,35-18 301,-19 6-219,-4 1-96,-15 11-132,0 0-1,-1-1 0,0 0 1,8-6-1,18-13 765,0 4 224,-20 12-729,0 0 0,0 1 0,0 0 0,1 1 0,25-7 0,-19 5-200,-7 1-172,4 3-93,-13 3-495,-12 1-1480,-34 0-2361,-8 0-933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6.9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28 4082,'3'-14'5950,"11"8"-4571,-11 6-1105,2-1 727,-10-5 3342,-9 5-3678,8 2 3771,10-1-3462,169 0 1391,-54 0-4721,-21 0-3394,-2 0-4450,-66 0 5118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7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2081,'0'0'10005,"25"0"-7925,0 0-239,50 0 320,175 0 1201,-55 0-2002,-45-5-3761,0-6-5042,0-10-5123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0.1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0 642 800,'1'3'533,"-1"-1"0,0 0-1,1 0 1,-1 0 0,1 0-1,0 0 1,-1 0 0,1 0-1,0 0 1,0 0 0,0-1-1,1 1 1,-1 0 0,0-1-1,1 1 1,-1-1 0,2 2-1,9 10 1779,-5-5-1260,-6-7-880,0 0-1,0 0 0,0 0 1,0 0-1,0 0 1,0 1-1,0-1 0,0 0 1,0 1-1,-1-1 0,1 0 1,-1 1-1,1-1 0,-1 1 1,1-1-1,-1 1 0,0-1 1,0 1-1,0-1 1,0 3-1,0-1 42,0 0-1,0 0 1,0 0 0,0 0-1,0 0 1,1 0 0,-1 0 0,1 0-1,0 0 1,0 0 0,0 0-1,0 0 1,0-1 0,1 1 0,-1 0-1,1-1 1,0 1 0,-1-1-1,1 0 1,1 1 0,-1-1 0,0 0-1,0 0 1,1 0 0,-1-1-1,1 1 1,0 0 0,-1-1 0,1 0-1,5 2 1,9 5 681,-14-7-698,0 0 1,0 1-1,-1-1 1,1 1-1,0 0 0,-1-1 1,1 1-1,-1 0 0,0 0 1,0 1-1,0-1 1,0 0-1,4 6 0,35 38 1699,-31-31-1460,-1 1-1,2-1 1,14 16-1,-1-2 8,-3 3-121,-17-25-288,0-1-1,0 1 1,0 0 0,1-1-1,0 0 1,0 0 0,0-1-1,1 1 1,0-1 0,8 6 0,28 27 259,-36-32-287,0 0-1,0 0 0,0-1 1,0 0-1,1 0 0,0 0 1,0-1-1,0 0 0,1 0 1,-1-1-1,1 0 0,0 0 1,0-1-1,0 0 0,8 1 1,-13-3 3,-1-1-1,1 0 1,-1 0 0,1 0 0,-1 0 0,1 0 0,-1 0 0,0-1 0,0 1 0,0-1 0,0 1 0,0-1-1,0 0 1,0 0 0,0 0 0,-1 0 0,1 0 0,-1 0 0,0 0 0,2-4 0,7-8 13,-4 6-20,-1 0 0,-1 0 0,0 0 0,0-1 0,0 0 0,-1 0 0,-1 0 0,3-12 0,8-26 0,15-15 0,43-71 0,0-1 0,-37 63 0,132-263 0,-160 325 0,-1 0 0,2 1 0,-1-1 0,1 1 0,0 1 0,1-1 0,12-9 0,14-13 0,-30 26 0,0 0 0,-1 0 0,0-1 0,0 1 0,3-8 0,-4 8 0,0 0 0,0 1 0,0-1 0,1 1 0,-1 0 0,1 0 0,0 0 0,5-5 0,15-9 0,46-26 0,-64 37 0,-2 2 0,24-9 0,-17 7 0,0 2 0,0-1 0,0 1 0,14-3 0,-20 5 0,1 5 0,15 3 0,5-1 0,30 6 0,20 0 0,-1-8 0,89-7 0,-5-1 0,-88 5 0,-20 0 0,73 8 0,0-1 0,297-32 0,-372 23 0,8 3 0,-31-1 0,0 0 0,0 0 0,121 5 0,-105-3 0,63-4 0,-75-1 0,46 1 0,-60 3 0,-17 2 0,-57 6 0,-65 5-2687,-1 2-10745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1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1921,'25'27'3922,"25"30"320,0-9-2482,-30-12-1680,5 1-640,0 1-960,25-8-1602,-25-7-1600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2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0 233 1681,'0'0'5922,"0"-4"-2320,25-3-1121,-25 2-560,25-6-320,25-9-641,50-33-1520,20-27-4082,-20 28-3922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12.4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152 60 2081,'21'-13'4055,"-19"11"-3531,0 0 0,1 0 0,-1 0 0,1 0-1,-1 1 1,1 0 0,0-1 0,-1 1 0,1 0 0,6-1 0,20-4 1442,2-2-528,0 2-1,50-2 0,-70 7-1371,0 2 0,0-1 0,-1 1 0,1 1 0,0 0 0,-1 1 0,1 0 0,-1 0 0,1 1 0,-1 0 0,16 11 0,-24-14-42,-1 0 0,1-1 0,-1 1 0,1 1 0,-1-1 0,1 0 0,-1 0 0,0 0 0,0 1 0,0-1 1,0 0-1,0 1 0,0-1 0,0 1 0,0 0 0,0-1 0,-1 1 0,1 0 0,-1-1 0,1 1 0,-1 0 0,0-1 1,1 3-1,-2-1 65,0-1 0,1 1 1,-1-1-1,0 1 1,0-1-1,0 1 1,-1-1-1,1 0 0,-1 0 1,1 0-1,-1 0 1,0 0-1,1 0 1,-1 0-1,0 0 1,0-1-1,-3 3 0,-14 9 801,-1 0-1,-1-1 1,0 0-1,-1-2 0,0-1 1,-26 7-1,-8 0 1714,-81 12 0,124-26-2583,-1-1 0,1 0 0,-1-1 0,0-1 0,1 0-1,-1 0 1,1-1 0,-20-7 0,32 9-20,1 0 0,-1 0 0,1 0 0,-1 0 0,1 0 0,-1-1 0,1 1 0,-1 0 0,1-1 0,-1 1 0,1 0 0,-1-1 0,1 1 0,0 0 0,-1-1 0,1 1 0,-1-1 0,1 1 0,0-1 0,0 1 0,-1 0 0,1-1 0,0 1 0,0-1 0,0 0 0,-1 1 0,1-1 0,0 1 0,0-1 0,0 1 0,0-1 0,0 1 0,0-1 0,0 1 0,0-1 0,0 0 0,0 1 0,1-1 0,-1 1 0,0-1 0,0 1 0,0-1 0,1 1 0,-1-1 0,0 1 0,1-1 0,-1 1 0,0 0 0,1-1 0,-1 1 0,0-1 0,1 1 0,0-1 0,16-12 0,-12 9 0,0 0 0,1 0 0,-1 1 0,1 0 0,0 0 0,0 0 0,0 1 0,0 0 0,0 0 0,0 0 0,9 0 0,11 0 0,52 2 0,-61 1 0,78 3-927,0 5 0,-1 3 0,160 43 0,-238-50-1479,-1 0 0,0 2 0,18 8 1,-28-12-154,0 1 0,-1-1 0,1 1 0,-1-1 0,6 8 0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6:43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1367 163 400,'0'-1'78,"0"1"-1,0 0 1,0-1 0,0 1-1,0 0 1,0-1-1,0 1 1,1 0 0,-1-1-1,0 1 1,0 0-1,0-1 1,1 1 0,-1 0-1,0 0 1,0-1-1,1 1 1,-1 0 0,0 0-1,1-1 1,-1 1-1,0 0 1,1 0 0,-1 0-1,0 0 1,1 0-1,-1 0 1,0-1 0,1 1-1,-1 0 1,0 0-1,1 0 1,-1 0 0,1 0-1,-1 0 1,1 0-1,10-4 1646,-7-6 2874,-7 7-834,-6 2-2236,8 1-1486,1 0 0,-1 1 0,1-1 0,0 0 0,-1 0 0,1 0 0,-1 0 0,1 0 0,0 0-1,-1 0 1,1 0 0,-1 0 0,1 0 0,-1 0 0,1 0 0,0-1 0,-1 1 0,1 0 0,-1 0 0,1 0 0,0 0 0,-1-1 0,1 1 0,0 0 0,-1 0 0,1-1 0,0 1-1,-1 0 1,1-1 0,0 1 0,0 0 0,-1-1 0,1 1 0,0-1 0,-5 0 973,-31-2 617,34 3-1575,0 1-1,0-2 0,0 1 0,1 0 1,-1 0-1,0 0 0,0-1 0,0 1 1,1-1-1,-1 0 0,0 1 0,0-1 1,1 0-1,-1 0 0,1 0 0,-1 0 1,1 0-1,-2-2 0,-2 1 199,2 2-141,3 0-50,-1 0 0,0 0 1,0 0-1,1 0 0,-1-1 0,0 1 0,1 0 1,-1 0-1,0 0 0,0-1 0,1 1 0,-1 0 1,1-1-1,-1 1 0,0 0 0,1-1 0,-1 1 1,1-1-1,-1 1 0,1-1 0,-1 1 0,1-1 1,-1 0-1,1 1 0,0-1 0,-1 1 0,1-1 0,0 0 1,-1 1-1,1-1 0,0 0 0,0 0 0,0 1 1,0-1-1,-1 0 0,1 1 0,0-1 0,0 0 1,1 0-1,-1 0-25,-1 1 0,1-1 0,0 1 0,0 0 1,0-1-1,-1 1 0,1-1 0,0 1 0,0 0 0,-1-1 1,1 1-1,0 0 0,0-1 0,-1 1 0,1 0 0,0 0 1,-1-1-1,1 1 0,-1 0 0,1 0 0,0-1 0,-1 1 1,1 0-1,-1 0 0,1 0 0,-1 0 0,1 0 0,0 0 1,-1 0-1,1 0 0,-1 0 0,1 0 0,-1 0 0,0 0 1,1 0-5,0 0-1,-1 0 1,1 0 0,-1 0 0,1 0 0,-1 0 0,1 0 0,-1 0-1,1 0 1,-1 0 0,1 0 0,0 0 0,-1 0 0,1-1 0,-1 1-1,1 0 1,-1 0 0,1-1 0,0 1 0,-1 0 0,1 0 0,0-1 0,-1 1-1,1 0 1,0-1 0,-1 1 0,1-1 0,0 1 0,0 0 0,-1-1-1,1 1 1,0-1 0,0 1 0,0-1 0,-2-1 107,0 0 0,0 1 0,0-1 1,-1 1-1,1 0 0,0-1 0,0 1 0,-1 0 1,1 1-1,-1-1 0,-2 0 0,-14-5 150,2 0-80,0 2 0,0 0-1,-33-2 1,-20 10-144,-5 1 39,45 0 108,10-5-134,11-3-42,-32 1 17,-59-7 172,91 8-223,-35-5 143,-3-4-71,38 7-118,-32-4-36,24 4 120,-41 0 62,-37-2-24,-29 16-531,73-5 342,49-6 124,0 0-7,1 0-1,0 0 0,0 0 0,0 0 1,0 0-1,-1 0 0,1 1 0,0-1 1,0 0-1,0 1 0,0-1 0,0 1 1,-1-1-1,1 1 0,0-1 0,0 1 1,0 0-1,1-1 0,-2 2 0,-2-1 73,-17 1 9,-29 1-338,25 3 102,0-1-533,21-5 599,0 1 0,1 0 0,-1 0 0,0 0 1,0 0-1,0 0 0,0 1 0,1 0 0,-6 3 0,6-3 36,-1 7-5,0 2 100,-38 10-116,41-19 46,0 0 1,0 0 0,1-1-1,-1 1 1,1 0-1,-1 0 1,1 0 0,0 0-1,-1 0 1,1 0-1,0 0 1,0 0 0,1-1-1,-1 1 1,0 0-1,1 0 1,-1 0-1,1 0 1,-1 0 0,1-1-1,1 3 1,0-3 29,-1 0-10,1 0 0,-1 0 1,0-1-1,0 1 0,1 0 0,-1 0 0,0 0 0,0 0 0,0 1 0,0-1 0,0 0 0,-1 0 1,1 0-1,0 1 0,0-1 0,-1 1 0,1-1 0,-1 0 0,1 1 0,-1-1 0,0 1 0,1-1 1,-1 1-1,0-1 0,0 1 0,0-1 0,0 1 0,0-1 0,-1 4 0,1-4-3,0 0 0,0 0 0,0 0 0,0 0 0,0 0 0,1 0 0,-1 0 0,1 0 0,-1 0 0,0 0 0,1 0 0,-1 0 0,1-1 0,0 1 0,-1 0 0,1 0 0,0 0 0,0-1 0,-1 1 0,1 0 0,0-1 0,2 2 0,-3-1 0,1-1 1,0 1-1,0-1 0,0 1 0,-1-1 0,1 1 1,0 0-1,-1-1 0,1 1 0,0 0 0,-1 0 1,1 0-1,-1-1 0,1 1 0,-1 0 0,0 0 1,1 0-1,-1 0 0,0 0 0,0 0 0,0 0 1,1 1-1,-1-1 5,0 0 0,1 0 0,-1 0 1,1 0-1,0 0 0,-1 0 0,1 0 0,0-1 1,-1 1-1,1 0 0,0 0 0,0-1 1,0 1-1,-1-1 0,1 1 0,0 0 0,0-1 1,0 0-1,0 1 0,2 0 0,1 0 5,8 11 5,-8-8-3,0 0-1,0-1 1,0 1-1,0-1 1,1 0-1,0 0 1,7 3-1,19 12-56,-25-14 29,0 0 1,0 0-1,0-1 0,0 0 1,8 3-1,49 12 6,119 17-1,-154-31-4,18 3-202,0-2-1,79-1 0,-16-9 288,215 1-314,-207 4-306,-69 4 421,-37-3 92,0 0-1,0 0 1,1-2-1,15-1 1,-19 1-28,-1-1 0,1-1-1,-1 0 1,0 0 0,0 0 0,-1-1 0,1 1 0,11-11-1,-9-7 229,-3 17-105,-5 4-44,0 0-1,-1-1 0,1 1 1,0 0-1,0-1 0,-1 1 0,1-1 1,0 1-1,0-1 0,-1 1 1,1-1-1,-1 1 0,1-1 1,-1 0-1,1 1 0,-1-1 1,1 0-1,-1 1 0,1-1 1,-1 0-1,0 0 0,1 1 1,-1-1-1,0 0 0,0 0 1,1-1-1,-1 1 11,0 0 0,0 0 0,0 0 0,0 0 0,1 0 0,-1 0 0,1 0 0,-1 0 0,0 0 0,1 0 0,-1 0 0,1 0 0,0 0 0,-1 1 0,1-1-1,0 0 1,0 0 0,-1 1 0,1-1 0,0 1 0,0-1 0,2 0 0,3-5 124,69-89 2403,-70 75-1576,-5 19-938,1 1-1,-1-1 1,0 0 0,0 1-1,0-1 1,0 1 0,0-1-1,0 0 1,0 1 0,0-1-1,0 0 1,0 1 0,0-1-1,-1 0 1,1 1 0,0-1-1,0 0 1,-1 1-1,1-1 1,0 1 0,-1-1-1,1 1 1,0-1 0,-1 1-1,1-1 1,-2 0 0,-33 4-6253,27-2 3240,0 0 0,0-1 1,1 1-1,-1-2 0,-13-1 1,-4-6-2585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6:46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1071 142 2161,'-2'-18'6752,"2"17"-6539,0 0 1,-1 0-1,1 1 1,-1-1-1,1 0 1,-1 1-1,1-1 0,-1 1 1,1-1-1,-1 1 1,0-1-1,1 1 1,-1-1-1,0 1 0,1-1 1,-1 1-1,-1-1 1,-6-3 544,8 4-636,0-1 0,-1 1-1,1-1 1,-1 1 0,1-1 0,0 1 0,-1-1-1,1 1 1,0-1 0,0 1 0,-1-1 0,1 0 0,0 1-1,0-1 1,0 1 0,0-1 0,0 0 0,0 1 0,0-1-1,0 1 1,0-1 0,0 0 0,0 1 0,0-2 0,1 1-15,-1 1 0,0-1 0,0 1 0,0-1 0,0 1 0,0-1 0,0 0 0,0 1 0,0-1 0,0 0 0,0 1 0,0-1 1,-1 1-1,1-1 0,0 1 0,0-1 0,0 0 0,-1 1 0,1-1 0,0 1 0,-1-1 0,1 1 0,-1-1 0,0 0 0,-7-3 417,7 4-376,1 0 0,-1 0 0,0-1 0,1 1 1,-1 0-1,0-1 0,1 1 0,-1-1 1,0 1-1,1-1 0,-1 1 0,1-1 0,-1 1 1,1-1-1,-1 0 0,1 1 0,-1-1 0,1 0 1,0 1-1,-1-1 0,1 0 0,0 1 1,-1-1-1,1 0 0,0 0 0,0 0 0,0 1 1,0-1-1,0 0 0,0 0 0,0 1 1,0-1-1,0-2 0,-4 3 159,-4-1-386,-1 1 0,1 1 0,0-1 1,-1 1-1,1 1 0,0-1 0,-11 5 1,4-1-186,-9 4-1683,15-2 919,4-4 940,3-3 45,-37 7-239,-31 12 202,65-17 160,1-2 27,-92 0 1053,96 1-1003,0-1-154,0 0-1,0 0 0,1 1 0,-1-1 0,0 0 0,0 0 0,0 0 0,0 1 0,0-1 0,0 0 0,0 0 1,0 0-1,0 1 0,0-1 0,0 0 0,0 0 0,0 0 0,0 1 0,-1-1 0,1 0 0,0 0 0,0 0 1,0 1-1,0-1 0,0 0 0,0 0 0,0 0 0,-1 0 0,1 0 0,0 1 0,0-1 0,0 0 0,0 0 0,0 0 1,-1 0-1,1 0 0,0 0 0,0 0 0,0 0 0,-1 1 0,1-1 0,0 0 0,0 0 0,0 0 0,-1 0 1,-40 19 383,32-9-252,-10-7-158,0-1 0,-1 0 0,-28-3 0,24 1 256,0 0 0,-33 5 0,-48 21 315,85-21-454,17-5-94,0 1-1,0 0 0,0 0 0,0 1 1,1-1-1,-1 0 0,0 1 0,1 0 1,0-1-1,-4 5 0,-16 8-59,-4-3 85,18-9 8,1 0-1,0 1 0,0 0 1,0 1-1,1-1 1,-1 1-1,1 1 1,-8 6-1,8-3-37,5-7-9,0 1 0,-1-1 1,1 1-1,0-1 0,0 0 1,0 0-1,-1 0 0,1 1 1,-1-1-1,1-1 0,-1 1 0,1 0 1,-1 0-1,-3 1 0,-1 1-30,0 0 0,1 1 0,-1 0 0,0 0 0,-5 5 0,-24 17 222,34-25-170,-1-1 1,1 1-1,-1 0 0,1-1 1,0 1-1,-1 0 0,1 0 1,0 0-1,0 0 0,-1 0 0,1 0 1,0 1-1,0-1 0,0 0 1,0 1-1,1-1 0,-1 0 1,0 1-1,0-1 0,1 1 1,-1-1-1,1 1 0,0 0 1,-1-1-1,1 1 0,0-1 0,0 1 1,0 0-1,0-1 0,0 4 1,0-5-15,0 1 1,1-1 0,-1 1 0,0-1-1,0 1 1,0-1 0,0 1-1,0-1 1,1 0 0,-1 1-1,0-1 1,0 1 0,1-1 0,-1 0-1,0 1 1,1-1 0,-1 0-1,0 1 1,1-1 0,-1 0-1,0 1 1,1-1 0,-1 0-1,1 0 1,-1 1 0,1-1 0,-1 0-1,0 0 1,1 0 0,-1 0-1,1 0 1,-1 0 0,2 0-1,-2 0 16,1 0-1,-1 1 1,1-1-1,0 0 0,-1 0 1,1 0-1,-1 0 1,1 1-1,0-1 1,-1 0-1,1 0 0,-1 1 1,1-1-1,-1 1 1,1-1-1,-1 0 0,1 1 1,-1-1-1,0 1 1,1-1-1,-1 1 0,0-1 1,1 1-1,-1-1 1,0 1-1,0 0 1,1-1-1,-1 1 0,0-1 1,0 1-1,0 0 1,0-1-1,0 1 0,0 1 1,0-2-5,0 0 1,0 1 0,1-1-1,-1 1 1,0-1 0,0 0 0,0 1-1,0-1 1,0 0 0,0 1-1,1-1 1,-1 0 0,0 1-1,0-1 1,1 0 0,-1 1-1,0-1 1,0 0 0,1 0-1,-1 1 1,0-1 0,1 0-1,-1 0 1,0 0 0,1 0-1,-1 1 1,0-1 0,1 0-1,-1 0 1,0 0 0,1 0-1,-1 0 1,1 0 0,-1 0-1,0 0 1,1 0 0,-1 0-1,1 0 1,0 0-5,-1 0 0,1 0-1,-1 0 1,1 0 0,-1 0 0,1 0 0,-1 0-1,1 0 1,0 0 0,-1 1 0,1-1 0,-1 0-1,1 0 1,-1 0 0,1 1 0,-1-1-1,0 0 1,1 1 0,-1-1 0,1 0 0,-1 1-1,0-1 1,1 1 0,-1-1 0,0 1-1,1-1 1,-1 0 0,0 1 0,0-1 0,1 1-1,-1-1 1,0 1 0,0 0 0,0-1 0,0 1-1,0-1 1,0 1 0,0-1 0,0 1-1,0 0 1,0 0 0,0-1 0,0 1 0,1-1 0,-1 1 0,0-1 0,0 1 0,0-1 0,0 1 0,0-1 0,1 1 0,-1-1 0,0 1 0,0-1 0,1 0 0,-1 1 0,0-1 0,1 1 0,-1-1 0,0 0 0,1 1 0,-1-1 0,1 0 0,-1 1-1,0-1 1,1 0 0,-1 0 0,1 0 0,-1 1 0,1-1 0,-1 0 0,1 0 0,-1 0 0,1 0 0,-1 0 0,2 0 0,-2 0 0,1 0 1,-1 0-1,1 0 1,-1 0-1,1 1 0,-1-1 1,1 0-1,-1 0 1,1 0-1,-1 1 1,1-1-1,-1 0 0,1 0 1,-1 1-1,1-1 1,-1 0-1,1 1 0,-1-1 1,0 0-1,1 1 1,-1-1-1,0 1 0,1-1 1,-1 1-1,0-1 1,0 1-1,1-1 0,-1 1 1,0-1-1,0 1 1,0-1-1,0 1 0,0-1 1,0 1-1,0 0 1,0 0 1,0 0 0,0 0 1,0 0-1,1-1 0,-1 1 1,0 0-1,0 0 0,0-1 1,1 1-1,-1 0 0,0 0 1,1-1-1,-1 1 0,1 0 1,-1-1-1,1 1 0,-1 0 1,1-1-1,-1 1 1,1-1-1,-1 1 0,1-1 1,0 1-1,-1-1 0,1 1 1,0-1-1,1 1 0,-1-1 1,-1 0-1,1 1 1,0-1-1,0 0 0,-1 1 1,1-1-1,-1 1 1,1-1-1,0 1 1,-1-1-1,1 1 0,-1 0 1,1-1-1,-1 1 1,1 0-1,-1-1 0,0 1 1,1 0-1,-1-1 1,0 1-1,1 0 0,-1 0 1,0-1-1,0 1 1,0 0-1,0 0 1,0 1-1,0-1-2,1 0 1,-1 0-1,0-1 1,0 1-1,0 0 0,1 0 1,-1 0-1,0 0 1,1-1-1,-1 1 0,1 0 1,-1 0-1,1-1 1,-1 1-1,1 0 0,-1-1 1,1 1-1,0-1 1,-1 1-1,1-1 1,0 1-1,0-1 0,-1 1 1,1-1-1,1 1 1,5 4-12,6 9-87,-10-10 52,1 0 0,-1 0 1,1 0-1,0 0 0,1 0 0,-1-1 0,1 0 0,-1 0 1,1 0-1,0 0 0,0-1 0,10 4 0,29 8 8,237 83 76,-219-78-34,-47-15 78,-1 0 1,1 1-1,24 12 1,-6-1 196,-24-12-197,0 0 0,0 1 0,0 0 0,-1 0 0,0 1 0,12 10 1,-16-13-53,1 1 0,0-1 0,0 0 1,1 0-1,-1 0 0,1-1 1,-1 0-1,9 2 0,51 12 284,-16-6 722,1-3 1,76 2-1,-71-6-369,0 2-1,55 14 1,-87-15-578,1 0 0,-1-1 0,1-2 0,-1 0 0,35-4 0,-55 2-102,0 1 0,-1-1 0,1 0 0,0 0 0,-1 0 0,1 0 0,-1-1 0,1 1 0,-1 0 0,3-3 0,14-8-71,-9 6 99,0 1 0,-1-2 0,0 1-1,0-1 1,-1-1 0,0 0 0,0 0 0,-1 0-1,0-1 1,11-17 0,8-10 222,-9 16-107,-3 4 45,-1-1 0,-1 0 1,-1-1-1,14-27 0,-17 25-59,-5 15-102,0 0 0,-1-1 0,0 1 0,-1-1-1,1 0 1,-1 1 0,1-11 0,-2 12-14,1 1 0,-1 0 0,0 0 0,1 0 0,0 0 0,0 0 0,0 0 0,0 0 0,0 0 0,1 1 0,2-5 0,-3 4 0,1 0 0,0 1 0,-1-1 0,0 0 0,0 0 0,0 0 0,0 0 0,0 0 0,-1 0 0,1-1 0,-1-4 0,0-102 0,0 108 0,0-1 0,0 1 0,-1-1 0,1 1 0,-1 0 0,1-1 0,-1 1 0,0 0 0,0 0 0,0 0 0,0-1 0,0 1 0,-1 0 0,-2-3 0,-10-18 0,10 16 0,0 1 0,0 0 0,-1 0 0,1 0 0,-1 0 0,-1 1 0,-7-6 0,-48-35 0,4 4 0,10-10 0,15 15 0,11 9 0,19 25 0,0-1 0,0 1 0,-1 0 0,1-1 0,-1 1 0,0 0 0,-5-3 0,6 0 0,0 2 0,-23 3 0,-34 4-1290,3 4-3930,17-2-1329,-57 6-12839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16.4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0 208 1201,'5'9'4755,"8"-8"-3613,-10-2-917,1 1 3977,1 0-4122,18-6-18,1 0-1,-1-1 0,0-2 1,29-14-1,-18-4-48,-10 17-29,-17 7 7,-1 1 1,1-1-1,0-1 1,-1 1-1,0-1 1,0 0-1,0 0 1,6-6-1,-10 7 6,-1 1-1,1 0 1,0 0-1,0 1 1,0-1-1,0 0 1,0 0-1,0 1 1,0-1-1,0 1 1,1 0-1,2-2 1,-2 2 0,0 0 1,0-1 0,0 1-1,0-1 1,0 0-1,-1 0 1,1 0 0,4-5-1,-2 3-21,0-1 0,1 1 0,0 1-1,-1-1 1,2 1 0,-1 0 0,12-4 0,10-6-23,-25 12 33,-1 2-106,-3 5 108,2-4 30,-1 1 0,0-1 0,-1 0 0,1 0 0,0 0 0,0 0 0,-1 0 0,1 0 0,-1 0 0,0 0 0,0 0 0,0 0 0,0 0 0,0-1 0,0 1 0,0 0 0,0 0 0,-3 2 0,-2 3 40,5-6-29,0 1 0,0-1 0,1 0 0,-1 1 0,1-1 0,-1 1 0,1-1 0,-1 1 0,1-1 0,0 1 0,0-1 0,0 1-1,0-1 1,0 2 0,-3 20 470,-22 34 543,18-47-974,2 1 0,-1 0 0,2 0 0,-1 1 0,2-1 0,-1 1 0,2 0 1,-3 16-1,5 40-2550,0-42-1880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16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64 2641,'-4'0'1072,"-11"-4"22,9-2 4957,6 5-5882,-1 1-1,0-1 1,1 1-1,-1 0 1,0-1-1,0 1 1,0 0-1,1 0 0,-1 0 1,0 0-1,0 0 1,0 0-1,0 0 1,1 0-1,-1 0 1,0 0-1,0 0 1,0 0-1,1 0 0,-1 1 1,0-1-1,0 0 1,-1 1-1,2 0 191,-5 0 3296,10-1-2201,20-2-269,1-1 1,33-9-1,26-2-699,-15 6-444,94-6-3712,-131 13 24,0 1 0,54 7 0,-54 3-2117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17.6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161 128 80,'1'0'244,"0"-1"0,-1 1 0,1-1 0,-1 1 0,1-1 0,-1 1 0,1 0 0,0-1 0,-1 1 0,1 0 0,0-1 0,0 1 0,-1 0 0,1 0 0,0 0 0,-1 0 0,1 0 0,0 0 0,0 0 0,-1 0-1,1 0 1,1 0 0,23 0 465,-21 0-172,5-5 356,36 4 495,-44 3-998,-2-2-354,1 1 0,0-1-1,0 0 1,0 1 0,0-1 0,0 1 0,0-1 0,0 0 0,0 1 0,1-1 0,-1 1 0,0-1 0,0 0 0,0 1 0,0-1 0,0 1 0,1-1 0,-1 0 0,0 1 0,0-1 0,1 0-1,-1 1 1,0-1 0,0 0 0,1 0 0,0 1 0,4 1 133,-5-2-123,1 1 1,0-1-1,0 0 0,0 0 0,-1 1 0,1-1 0,0 0 0,0 1 1,-1-1-1,1 1 0,0-1 0,-1 1 0,1-1 0,-1 1 0,1-1 1,-1 1-1,1 0 0,-1-1 0,1 1 0,-1 0 0,1-1 1,-1 1-1,0 0 0,1 0 0,-1-1 0,0 1 0,0 0 0,0 2 1521,19-14-1400,-18 11-164,-1-1 0,1 1 0,-1 0 0,1-1 0,-1 1 0,0 0 0,1-1 0,-1 1-1,1-1 1,-1 1 0,0 0 0,0-1 0,1 1 0,-1-1 0,0 1 0,0-1 0,0 1 0,1-1 0,-1 1 0,0-1 0,0 0 0,0 1 0,0-1 0,0 1 0,0-1 0,0 1 0,0-1-1,0 1 1,0-1 0,-1 1 0,1-1 0,0 1 0,0-1 0,0 1 0,-1-1 0,1 1 0,0-1 0,0 1 0,-1-1 0,1 1 0,-1-1 0,0 0 0,-7-6-69,4 3-28,0 1 1,0-1-1,0 1 1,0 0-1,-1 0 1,0 0-1,-7-3 1,-44-10-1361,-104-16 0,155 31 1370,4 1 70,0 0-1,0 1 0,1-1 1,-1 0-1,0 0 0,0-1 1,1 1-1,-1 0 0,0 0 1,0 0-1,1 0 1,-1-1-1,0 1 0,0 0 1,1-1-1,-1 1 0,0 0 1,1-1-1,-1 1 0,1-1 1,-1 1-1,0-1 1,1 1-1,-1-1 0,1 0 1,0 1-1,-2-2 0,2 1 9,0 1-1,0-1 1,0 1-1,0-1 1,0 1-1,-1 0 1,1-1-1,0 1 1,0-1-1,-1 1 0,1-1 1,0 1-1,-1 0 1,1-1-1,0 1 1,-1 0-1,1-1 1,-1 1-1,1 0 0,-1-1 1,1 1-1,0 0 1,-1 0-1,1 0 1,-1 0-1,1-1 1,-1 1-1,1 0 1,-1 0-1,1 0 0,-1 0 1,1 0-1,-1 0 1,0 0-1,-2 0 3,15-2-16,0-4-1119,-11 6 984,-1-1 0,1 1 0,-1 0 0,1-1 0,0 1 0,-1-1 0,1 1 0,0 0 0,-1-1 0,1 1 0,0 0 0,0 0 0,-1 0 0,1 0 0,0-1 0,0 1 0,-1 0 0,1 0 0,0 0 0,0 1 0,1-1 0,18 0-2566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18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71 240,'0'0'56,"0"0"-1,0-1 0,0 1 1,0 0-1,0 0 1,0 0-1,0 0 1,0 0-1,0 0 1,0 0-1,0-1 1,0 1-1,0 0 0,-1 0 1,1 0-1,0 0 1,0 0-1,0-1 1,0 1-1,0 0 1,0 0-1,0 0 1,0 0-1,1 0 0,-1-1 1,0 1-1,0 0 1,0 0-1,0 0 1,0 0-1,0 0 1,0 0-1,0-1 1,0 1-1,0 0 0,0 0 1,0 0-1,1 0 1,-1 0-1,0 0 1,0 0-1,0 0 1,0 0-1,0 0 1,0-1-1,0 1 0,1 0 1,-1 0-1,0 0 1,0 0-1,0 0 1,0 0-1,0 0 1,1 0-1,-1 0 1,0 0-1,0 0 0,0 0 1,0 0-1,0 0 1,1 0-1,-1 0 1,0 0-1,0 1 1,0-1-1,0 0 1,0 0-1,0 0 0,1 0 1,40-5 2852,-41 5-2899,1 0 1,-1 0 0,0 0-1,0 0 1,0 0-1,0 0 1,1 0 0,-1 0-1,0 0 1,0 0 0,0 0-1,0 0 1,0 0-1,1 0 1,-1 0 0,0 0-1,0 0 1,0 0-1,0 0 1,0 0 0,1 0-1,-1 0 1,0 0-1,0-1 1,0 1 0,0 0-1,0 0 1,0 0-1,0 0 1,0 0 0,1 0-1,-1-1 1,0 1-1,0 0 1,0 0 0,0 0-1,0 0 1,0 0-1,0-1 1,0 1 0,0 0-1,0 0 1,0 0-1,0 0 1,0 0 0,0-1-1,0 1 1,0 0-1,0 0 1,0 0 0,0 0-1,0-1 1,0 1-1,-1 0 1,1 0 2,0 0-1,0 0 1,0-1 0,0 1-1,0 0 1,0 0 0,0 0-1,0-1 1,0 1 0,0 0 0,0 0-1,0-1 1,0 1 0,0 0-1,0 0 1,0 0 0,0-1-1,0 1 1,0 0 0,0 0-1,1 0 1,-1 0 0,0-1-1,0 1 1,0 0 0,0 0-1,0 0 1,0 0 0,1-1-1,-1 1 1,0 0 0,0 0 0,0 0-1,0 0 1,1 0 0,-1 0-1,0 0 1,0 0 0,0-1-1,0 1 1,1 0 0,-1 0-1,0 0 1,1 0 0,1 0 9,-1 0-3,0 0 1,-1 0-1,1 0 1,0 0-1,0 0 0,-1-1 1,1 1-1,0 0 1,-1 0-1,1-1 0,0 1 1,0 0-1,-1-1 1,1 1-1,-1 0 0,1-1 1,0 1-1,-1-1 1,1 1-1,-1-1 0,1 0 1,-1 1-1,1-1 0,-1 1 1,0-1-1,1 0 1,-1 1-1,0-1 0,1 0 1,-1 1-1,0-1 1,0 0-1,0 0 0,0 1 1,1-1-1,-1 0 1,-1-1-1,2 1 2,-1 0 0,1 0-1,-1 1 1,1-1 0,0 0 0,-1 0 0,1 1-1,0-1 1,0 0 0,-1 1 0,1-1 0,0 1 0,0-1-1,0 1 1,0-1 0,-1 1 0,1-1 0,0 1-1,0 0 1,0 0 0,0-1 0,0 1 0,2 0-1,26-4 386,21-7 396,-19 11-119,-17-1-370,-1 1 0,1 0 1,0 1-1,0 1 0,0 0 0,18 5 1,-31-5-285,0 0 1,0 0-1,0-1 0,-1 1 1,1 0-1,-1 0 0,1 0 1,-1 0-1,0 0 0,0 0 1,1 0-1,-1 0 0,-1 0 1,1 0-1,0 0 1,-1 2-1,0 4-3,2 4 32,-1-7-38,1-1 0,-1 1 0,-1-1-1,1 1 1,0-1 0,-1 1 0,0-1 0,-2 5-1,0-2-2,0 0 0,0-1 0,-1 0 0,0 0 0,0 0 0,0 0 1,-1-1-1,0 0 0,-6 5 0,-29 22 134,-20 14 46,51-38-169,-11 5 93,-1-7 13,-12 0-42,26-8-87,-3-2-85,10 2 75,0 0 0,0 0 0,0-1 0,0 1 0,1 0-1,-1 0 1,1-1 0,-1 1 0,1 0 0,1-3 0,4 2 30,-6 3-23,1 0 1,0-1 0,0 1-1,0 0 1,-1-1-1,1 1 1,0-1 0,0 1-1,-1-1 1,1 1-1,0-1 1,-1 0-1,1 1 1,-1-1 0,1 0-1,-1 1 1,1-1-1,-1 0 1,1 0 0,-1 1-1,0-1 1,1 0-1,-1 0 1,0 0 0,0 0-1,0-1 1,1 2-4,-1-1 1,0 0-1,0 0 0,0 0 1,0 1-1,1-1 1,-1 0-1,0 0 1,1 1-1,-1-1 0,1 0 1,-1 0-1,1 1 1,-1-1-1,1 1 0,-1-1 1,1 0-1,0 1 1,-1-1-1,1 1 1,0-1-1,-1 1 0,1 0 1,0-1-1,0 1 1,1-1-1,4-2-22,-2 1 47,-1 0 0,1 0 0,-1 1 0,1-1 0,0 1 0,0 0 0,0 0 0,-1 1 0,1-1 0,0 1 0,0 0 0,0 0 0,0 0 0,0 0 0,0 1 0,0-1 0,0 1 0,-1 0 0,1 0 0,0 1 0,0-1 0,4 3 0,9 4 275,-1 0 0,0 2 0,22 15 0,-37-24-281,21 14 499,-1 1 0,0 1 0,31 35 0,-50-49-536,-1 0 0,1 0-1,0 0 1,0 0 0,0-1 0,1 1 0,-1-1-1,1 1 1,-1-1 0,1 0 0,0 0 0,-1 0 0,1 0-1,0-1 1,1 1 0,-1-1 0,6 2 0,-6-2-71,2 1-573,-1 0 0,0-1-1,1 0 1,-1 0 0,1 0-1,0 0 1,-1-1 0,1 0 0,-1 0-1,1 0 1,0 0 0,-1-1-1,1 0 1,6-2 0,38-11-7460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20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4962,'0'20'5843,"25"1"-4242,-25 6-1521,0-11 0,0-6-641,25-15-5201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21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569 57 1681,'1'-1'152,"0"0"1,-1 0-1,1 1 1,0-1-1,-1 0 1,1 1-1,0-1 1,0 1-1,0-1 1,0 1 0,0-1-1,0 1 1,0-1-1,0 1 1,0 0-1,0 0 1,0-1-1,1 1 1,1-1 377,72-39 7247,-52 34-4077,-38 10-1811,15-4-1861,0 0 1,0 0-1,0 0 0,0 0 1,0 0-1,0 0 0,0 0 0,0 0 1,-1 0-1,1 0 0,0 0 0,0 0 1,0 0-1,0 0 0,0 0 1,0 0-1,-1 0 0,1 0 0,0 0 1,0 0-1,0 0 0,0 0 0,0 0 1,0 0-1,0 0 0,-1 0 1,1 0-1,0 0 0,0 0 0,0 0 1,0 0-1,0 0 0,0 0 0,0 1 1,0-1-1,0 0 0,0 0 1,-1 0-1,1 0 0,0 0 0,0 0 1,0 0-1,0 0 0,0 1 0,0-1 1,0 0-1,0 0 0,0 0 1,0 0-1,0 0 0,0 0 0,0 0 1,0 1-1,0-1 0,0 0 1,0 0-1,0 0 0,0 0 0,0 0 1,0 1-2,0-1 1,0 0 0,0 0 0,0 0-1,1 0 1,-1 0 0,0 0 0,0 0-1,0 1 1,0-1 0,0 0 0,0 0-1,-1 0 1,1 0 0,0 0 0,0 0-1,0 0 1,0 1 0,0-1 0,0 0-1,0 0 1,0 0 0,0 0 0,0 0-1,0 0 1,0 0 0,0 0 0,0 1-1,0-1 1,-1 0 0,1 0 0,0 0-1,0 0 1,0 0 0,0 0 0,0 0-1,0 0 1,0 0 0,-1 0 0,1 0-1,0 0 1,0 0 0,0 0 0,0 0-1,0 0 1,0 0 0,0 0 0,-1 0-1,1 0 1,0 0 0,0 0 0,0 0-1,0 0 1,0 0 0,0 0 0,0 0-1,-1 0 1,1 0 0,0 0 0,-23 1 1098,-1 1-1,1 1 1,-41 11 0,-64 27 1040,-63 34-664,89-34-2132,0-4-4297,95-34 1504,30-10-14323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23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964 5 400,'1'-4'3570,"-6"4"664,-50 12 33,-31 16-1998,-190 67 530,11-4-582,70-9-657,188-79-1617,0 0 0,0 0 0,0 1 0,0 0 0,1 0 0,0 1 0,0-1 0,0 1 0,0 1 0,-8 10 0,13-16-25,1 0 0,0 1 0,0-1 0,-1 0 0,1 0 0,0 1 0,0-1-1,0 0 1,-1 1 0,1-1 0,0 0 0,0 1 0,0-1 0,0 1 0,0-1-1,0 0 1,0 1 0,0-1 0,0 0 0,0 1 0,0-1 0,0 0 0,0 1-1,0-1 1,0 1 0,0-1 0,0 0 0,0 1 0,0-1 0,1 0-1,-1 1 1,0-1 0,0 0 0,0 1 0,1-1 0,-1 0 0,0 0 0,0 1-1,1-1 1,-1 0 0,0 0 0,1 1 0,-1-1 0,0 0 0,1 0 0,-1 0-1,0 0 1,1 0 0,-1 1 0,1-1 0,40 2-9696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17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2058 33 880,'31'-13'5193,"-16"5"-2382,-15 8-2697,0 0-1,0 0 1,0 0 0,0 0 0,0 0-1,0-1 1,0 1 0,0 0-1,0 0 1,0 0 0,0 0-1,0 0 1,0-1 0,0 1 0,0 0-1,0 0 1,0 0 0,0 0-1,0-1 1,0 1 0,0 0 0,0 0-1,0 0 1,0 0 0,0 0-1,0-1 1,0 1 0,0 0-1,0 0 1,0 0 0,-1 0 0,1 0-1,0 0 1,0 0 0,0-1-1,0 1 1,0 0 0,0 0-1,-1 0 1,1 0 0,0 0 0,0 0-1,0 0 1,0 0 0,0 0-1,-1 0 1,1 0 0,0 0-1,0 0 1,0 0 0,0 0 0,0 0-1,-1 0 1,1 0 0,0 0-1,0 0 1,0 0 0,-1 0-1,-10-5 200,10 5 456,-20-1 2516,17 1-2741,0 0 830,0 0-334,-13 0-293,13 0 1121,0 0-1708,-258 21 413,224-16-548,1 2-1,0 1 1,0 2-1,1 1 1,-37 18-1,-189 59-197,213-76 139,-62 7 1,46-9 6,-309 29 67,295-31-60,-88 22 0,154-27-39,-1 1 0,1 1-1,0 0 1,1 0 0,-13 9 0,8-5 123,-34 13 1,46-21-26,1 0 0,-1 1 1,1 0-1,-1 0 0,1 0 1,0 0-1,0 1 0,0-1 1,0 1-1,1 0 0,-1 0 1,1 1-1,0-1 0,-1 1 1,2 0-1,-1-1 1,0 1-1,1 1 0,-3 5 1,2-7 84,1 1 0,-1-1 1,0 0-1,0 0 1,0-1-1,0 1 1,0-1-1,-1 1 1,1-1-1,-1 0 1,-5 2-1,5-2-121,0-1 1,0 1-1,1 0 1,-1 1-1,1-1 0,0 1 1,-1-1-1,1 1 0,0 0 1,1 0-1,-5 5 1,5-4-20,1-2 1,-1 1 0,0 0-1,0 0 1,-1-1 0,1 1 0,0-1-1,-1 1 1,0-1 0,1 0-1,-6 2 1,-6 6 12,13-9 8,1-1 1,-1 1-1,0 0 1,1 0-1,-1-1 0,1 1 1,-1 0-1,1 0 1,-1-1-1,1 1 0,-1 0 1,1 0-1,0 0 1,0 0-1,-1 0 1,1 0-1,0 0 0,0 0 1,0 0-1,0-1 1,0 3-1,0-2 4,0 0 1,0 0-1,0 0 0,0 0 0,0 0 0,0 0 1,0 0-1,-1 0 0,1 0 0,0 0 1,-1 0-1,1 0 0,-1 0 0,1 0 0,-1 1 1,-7 5 33,7-7-44,0 1 1,0 0-1,0 0 0,0 0 0,0 0 1,1 0-1,-1 0 0,0 0 1,0 0-1,1 0 0,-1 0 0,0 0 1,1 1-1,0-1 0,-1 0 0,1 0 1,-1 1-1,1-1 0,0 0 1,0 0-1,0 1 0,0 1 0,-1 11-7,1-8 7,-1-1 1,1 1-1,0 0 1,0-1-1,1 1 1,0-1-1,0 1 1,2 6-1,-2-10 3,0 0 1,0-1-1,0 1 1,0 0-1,0 0 1,0 0-1,-1 0 0,1 0 1,-1 0-1,1 0 1,-1 0-1,0 1 1,0-1-1,0 0 0,0 0 1,0 0-1,0 0 1,-1 0-1,1 0 1,-1 0-1,1 0 1,-1 0-1,0 0 0,0 0 1,-1 3-1,0-1 15,1-1-10,0 1-1,0 0 1,0 0 0,1-1 0,0 1-1,0 0 1,0 0 0,0 0-1,0-1 1,1 1 0,-1 0 0,1 0-1,0-1 1,0 1 0,1-1-1,-1 1 1,4 5 0,-3-5-37,0 1 0,0 1-1,0-1 1,-1 0 0,0 0 0,0 1 0,1 7 0,-2-9 34,1 1 0,-1 0-1,1-1 1,0 1 0,0-1 0,1 1 0,-1-1 0,4 7-1,-2-7 8,-2 0 0,1 0 0,0 1 0,-1-1 0,0 0 0,0 1 0,0-1 0,0 8 0,-1-7-3,0 1 0,0-1 0,0 0-1,1 0 1,0 0 0,0 0 0,0 0-1,1 0 1,2 7 0,0-6-42,0-1 0,0 1 0,1-1 0,-1 0 0,1 0 0,9 6 0,12 9-19,1-1 0,1-1-1,32 15 1,-25-11 160,-30-18-103,1 0 1,0 0-1,0-1 0,0 0 1,13 5-1,7 0-78,18 7 121,0 1 0,42 23 0,-67-30-91,0 0 0,36 9-1,27 10 325,-63-20-164,1-2 1,0 0 0,37 6 0,128 15 229,30 3 735,-99-19-721,-108-10-292,-1 0 0,1 1-1,-1 0 1,0 0 0,0 1 0,12 5 0,26 9 364,247 48 774,-165-24-1206,-50-14 0,-37-14 0,1-1 0,73 10 0,57 0 0,37 2 0,158-1 0,-321-20 0,0-2 0,0-2 0,1-1 0,-1-3 0,53-13 0,98-32 0,-94 23 0,116-17 0,-148 31 0,-32 4 0,2-1 0,-14 3 0,1 0 0,47-4 0,-63 10 0,0 0 0,0-1 0,0 0 0,13-4 0,33-5 0,68 6 0,-113 4 0,0 0 0,1-1 0,-1-1 0,13-3 0,1-1 0,49-9 0,-63 14 0,1 0 0,0-1 0,-1-1 0,1 0 0,-1-1 0,12-6 0,-16 8 0,0-1 0,1 2 0,-1-1 0,17-2 0,13-4 0,237-55 0,-268 63 0,1-1 0,-1 0 0,0-1 0,0 1 0,1-1 0,-2-1 0,1 1 0,0-1 0,-1 0 0,0-1 0,1 0 0,-2 0 0,8-7 0,-2-2 0,0-1 0,-1 0 0,16-32 0,-15 25 0,-9 16 0,0 0 0,-1 0 0,1 0 0,-2-1 0,1 1 0,-1 0 0,0-1 0,0 1 0,-2-11 0,1-6 0,0 11 0,1 8 0,0 0 0,0 1 0,0-1 0,0 0 0,0 0 0,1 1 0,0-1 0,2-6 0,5-4 0,-7 12 0,1 0 0,-1 0 0,0 0 0,1 0 0,-1 0 0,0 0 0,-1-1 0,1 1 0,0 0 0,-1-1 0,1 1 0,-1 0 0,1-5 0,-1-70 0,0 76 0,0 0 0,0 0 0,-1 0 0,1 0 0,0 0 0,0 0 0,0 0 0,-1 0 0,1 0 0,0 0 0,-1 0 0,1 0 0,-1 0 0,1 0 0,-1 1 0,0-1 0,1 0 0,-1 0 0,0 1 0,1-1 0,-1 0 0,0 1 0,0-1 0,-1 0 0,1 0 0,0 1 0,0-1 0,1 1 0,-1-1 0,0 1 0,0-1 0,1 0 0,-1 1 0,0-1 0,1 0 0,-1 1 0,1-1 0,-1 0 0,1 0 0,0 0 0,-1 1 0,1-1 0,0 0 0,-1 0 0,1 0 0,0 0 0,0 0 0,0 0 0,0-1 0,0 1 0,-1 0 0,1 0 0,0 0 0,0 0 0,0 0 0,-1 0 0,1 0 0,0 0 0,-1 0 0,1 0 0,-1 0 0,1 0 0,-1 0 0,0 0 0,1 0 0,-1 1 0,0-1 0,1 0 0,-1 1 0,0-1 0,0 0 0,0 1 0,-1-2 0,-5-3 0,-22-38 0,25 39 0,0-1 0,0 0 0,1 0 0,0-1 0,-4-7 0,5 8 0,0 0 0,-1 0 0,0 0 0,0 1 0,0-1 0,-6-5 0,-91-86 0,92 88 0,0 0 0,0 1 0,-1 0 0,0 0 0,-19-9 0,-7-6 0,31 20 0,-25-17 0,-33-27 0,55 40 0,0 1 0,0 0 0,-1 0 0,1 1 0,-11-5 0,-33-19 0,31 15 0,-4-3 0,0 1 0,-1 1 0,-47-19 0,-35 4 0,-1 6 0,-202-19 0,-381 5 0,630 35 0,-572-25 0,426 1 0,-35-3 0,230 28 0,-41-3 0,51 4 0,1 0 0,0 0 0,-1 0 0,1 0 0,0 0 0,-1-1 0,1 1 0,0-1 0,0 1 0,-1-1 0,1 1 0,0-1 0,0 1 0,0-1 0,0 0 0,0 0 0,0 0 0,0 0 0,0 1 0,0-1 0,0 0 0,0-1 0,1 1 0,-1 0 0,0 0 0,1 0 0,-1 0 0,1-1 0,-1 0 0,-16 7-966,55 16-12853,-38-20 13229,1-1 0,-1 1 1,1 0-1,-1 0 1,0 0-1,1 0 0,-1 0 1,0 0-1,1 0 1,-1 0-1,0 0 0,0 1 1,0-1-1,0 1 1,0 18-8469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32.0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564 159 320,'0'0'3348,"-5"-1"-2561,-86-25-1960,90 26 1133,1 0 0,0 0 0,0 0 1,-1 0-1,1-1 0,0 1 1,0 0-1,-1 0 0,1-1 0,0 1 1,0 0-1,-1 0 0,1-1 1,0 1-1,0 0 0,0 0 0,0-1 1,-1 1-1,1 0 0,0-1 1,0 1-1,0 0 0,0 0 0,0-1 1,0 1-1,0 0 0,0-1 1,0 1-1,0 0 0,0-1 1,0 1-1,0 0 0,0-1 0,0 1 1,0 0-1,1-1 0,-1 1 9,0-1 0,0 1 0,0 0 0,0-1 0,0 1 1,0 0-1,0-1 0,0 1 0,0 0 0,0-1 0,0 1 0,0 0 0,0-1 0,0 1 0,0 0 0,0-1 0,0 1 0,0 0 0,0 0 0,0-1 0,-1 1 0,1 0 0,0-1 0,0 1 0,0 0 0,0 0 1,-1-1-1,1 1 0,0 0 0,0 0 0,-1 0 0,1-1 0,0 1 0,0 0 0,-1 0 0,0 0 0,-24-11-516,5 10 520,-5-3 56,23 2-4,-1 0-12,-38-10-13,32 1 93,-7 7-26,10 2 2905,-13-2-3303,15 4 171,4-1 14,0 1 143,0-1 1,0 1-1,0-1 1,0 1 0,0-1-1,0 1 1,0 0-1,0-1 1,0 1 0,-1-1-1,1 1 1,0 0 0,0-1-1,0 1 1,0 0-1,-1-1 1,1 1 0,0 0-1,0-1 1,-1 1 0,1 0-1,0-1 1,0 1-1,-1 0 1,1 0 0,0-1-1,-1 1 1,1 0-1,0 0 1,-1 0 0,1-1-1,-1 1 1,1 0 0,0 0-1,-1 0 1,1 0-1,-1 0 1,1 0 0,0 0-1,-1 0 1,1 0 0,-1 0-1,1 0 1,0 0-1,-1 0 1,1 0 0,-1 0-1,1 1 23,-1-1-1,1 0 1,-1 0-1,1 0 1,0 0-1,-1 0 0,1 0 1,0 0-1,-1 0 1,1 0-1,-1 0 1,1 0-1,0 0 1,-1 0-1,1 0 1,-1 0-1,1 0 1,0-1-1,-1 1 0,1 0 1,0 0-1,-1 0 1,1-1-1,0 1 1,-1 0-1,1 0 1,0-1-1,0 1 1,-1 0-1,1-1 1,0 1-1,0 0 0,0-1 1,-1 1-1,1 0 1,0-1-1,0 1 1,0 0-1,0-1 1,0 1-1,0-1 1,0 1-1,0 0 1,0-1-1,0 1 0,0-2 2335,0 2-2241,0 0-1,0 1 1,0-1 0,0 0-1,0 0 1,1 1-1,-1-1 1,0 0-1,0 1 1,0-1 0,0 0-1,0 1 1,0-1-1,0 0 1,0 1-1,0-1 1,0 0 0,0 1-1,0-1 1,-1 0-1,1 0 1,0 1-1,0-1 1,0 0 0,0 1-1,0-1 1,-1 0-1,1 0 1,0 1-1,0-1 1,0 0 0,-1 0-1,1 1 1,0-1-1,0 0 1,-1 0-1,1 0 1,0 0 0,-1 1-1,0-1 1,-15 0 354,12 0 1147,4 4-1047,-5-3 2467,-11-1-2633,12 0-1,-1 0 13,-11 0 54,7 5 400,-3-3-493,0 0 0,0-2 0,-23 0 0,-18 1 838,9 0-249,29-1-387,36 0-1234,-8 0-144,3 0-778,0 0-1,-1-1 0,1-1 1,0 0-1,21-7 1,101-41-9799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45.6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1444 305 2161,'25'6'11859,"-30"-7"-10405,-31-7 940,18 5-1845,0-2 0,-26-10 1,27 10-351,1 1 0,-1 1 0,0 0 1,0 1-1,0 1 0,-1 1 0,-25 2 1,1-1-20,-4 0-50,1 2 0,0 2 0,-69 17 0,-31 3-250,131-23 163,-121 15-76,116-13 12,-1 2 1,1 0-1,1 0 0,-36 19 1,-133 94 46,183-116-10,1 0 0,0 1 1,0-1-1,0 1 0,0 0 0,0 0 0,1 0 0,-1 0 0,1 0 1,1 0-1,-3 6 0,2-5-11,0 1 1,0-1-1,-1 0 1,0-1-1,-5 9 1,5-11-2,1 1-1,0 0 1,-1-1 0,1 1 0,1 0-1,-1 0 1,0 0 0,1 0-1,-1 0 1,1 0 0,0 1-1,0-1 1,0 0 0,1 1 0,-1-1-1,1 1 1,0 4 0,0-5 4,-1 1 1,1 0-1,-1-1 1,0 1-1,0-1 1,0 1-1,0-1 1,0 1-1,-1-1 1,-2 4-1,2-4 4,1 0 1,-1 1-1,1-1 0,-1 1 0,1-1 0,0 1 0,0-1 0,1 1 0,-1 0 0,1 4 0,-1-4-9,1-1 0,-1 1 0,1 0 0,-1-1 0,0 1-1,-1-1 1,1 1 0,-1-1 0,1 1 0,-1-1-1,0 0 1,0 0 0,-1 0 0,-4 5 0,-13 23 48,14-15-40,5-13-11,-1 1 1,1-1-1,0 0 0,-1 0 0,0 0 0,1 0 1,-1 0-1,-1 0 0,1-1 0,-4 5 0,1-2 7,1 0 0,0 0 0,0 0-1,0 0 1,-3 8 0,-15 19-34,13-20 52,1 0 0,1 1 0,0 0 0,-6 17 0,11-25-17,0 4-17,0 1-1,0-1 1,1 1 0,0-1 0,1 1-1,0 0 1,2 12 0,0 8-104,-3-11 123,0-13 33,1 0 1,0 0-1,0 0 0,0 0 1,1 0-1,-1 0 1,2 0-1,1 7 0,39 56-309,-42-68 259,1 0 1,0 1 0,-1-1 0,1 1 0,-1-1 0,0 1 0,1 0 0,-1-1-1,0 1 1,0-1 0,0 3 0,4 19-267,2-11 126,-4-9 113,0 0 0,0 0 0,-1 1 0,1-1 0,-1 1 0,0-1 0,0 1 0,0-1 0,0 1 0,0 6 0,-1-8 27,0 0 0,0 0 0,0 0 0,1 0 0,-1 0 0,1 0 0,-1 0 0,1 0-1,0 0 1,0 0 0,0 0 0,0 0 0,0-1 0,0 1 0,2 2 0,-1-2-4,-1-1 1,0 1-1,0-1 1,0 1 0,0 0-1,0-1 1,0 1-1,0 0 1,-1 0 0,1 0-1,0 0 1,-1 0 0,0 0-1,0-1 1,1 4-1,-2 2-29,1-5 23,-1 0 0,1 0 1,0 0-1,0 1 0,0-1 1,0 0-1,0 0 1,0 0-1,1 0 0,-1 0 1,1 0-1,-1 0 0,1 0 1,0 0-1,1 2 1,3 0 20,-4-3-9,0 0-1,1 0 1,-1 0 0,0 0 0,0 0 0,0 0 0,0 0-1,0 0 1,-1 1 0,1-1 0,0 0 0,0 0-1,-1 1 1,1-1 0,-1 1 0,1-1 0,-1 0 0,0 1-1,1-1 1,-1 1 0,0-1 0,0 1 0,0 1 0,0-2 9,0 1 0,0-1 0,0 0 1,0 1-1,1-1 0,-1 0 1,0 1-1,1-1 0,-1 0 1,1 0-1,-1 1 0,1-1 0,0 0 1,0 0-1,-1 0 0,1 0 1,0 0-1,0 0 0,0 0 1,2 1-1,-2-1 6,0 0 0,0 0 1,-1-1-1,1 1 0,0 0 1,0 0-1,0 0 0,-1 0 1,1 0-1,0 0 0,-1 1 1,1-1-1,-1 0 0,0 0 0,1 0 1,-1 0-1,0 1 0,0-1 1,1 0-1,-1 2 0,0-1-12,1 1 1,-1 0-1,1-1 0,0 1 0,0-1 0,0 1 0,0-1 0,0 1 0,1-1 1,-1 0-1,1 0 0,-1 1 0,1-1 0,0 0 0,0-1 0,3 4 0,-3-3 4,0 0 0,0 0 0,0 0 0,0 0 0,0 0 0,0 0 0,0 1-1,-1-1 1,0 1 0,1-1 0,-1 1 0,0-1 0,0 1 0,0 0 0,-1 0-1,2 5 1,-2-7-3,0 1 0,0 0-1,0 0 1,1-1 0,-1 1-1,0 0 1,1-1 0,0 1-1,-1-1 1,1 1-1,0 0 1,0-1 0,0 1-1,0-1 1,0 0 0,2 3-1,-2-3 3,1 1-1,-1-1 1,0 0 0,0 1-1,0-1 1,0 1-1,-1-1 1,1 1-1,0 0 1,0-1 0,-1 1-1,1 0 1,-1-1-1,0 1 1,0 0-1,1 3 1,-1 146 1053,0-149-1059,0-1 0,0 1 0,0 0 0,1-1 0,-1 1 0,0-1 0,1 1 0,-1-1 0,1 1 0,0-1 0,-1 0 0,1 1 1,0-1-1,0 0 0,0 1 0,0-1 0,0 0 0,2 1 0,5 8 72,6 15 132,-10-17-174,1 0 1,0 0-1,0 0 1,0-1-1,1 0 1,0 0-1,1 0 1,0-1-1,8 7 1,17 24 214,31 0-307,-45-25 92,1-2 0,0 0 0,1-1 0,0-1 0,1-1 0,37 8-1,-4 0 202,-17-4-87,117 31 363,-118-34-387,26 6 41,65 5-1,-102-17 6,4 2-92,0-1-1,0-1 1,0-2-1,0-1 1,0-1-1,51-11 1,-78 12-67,112-35 222,-39 5-148,129-59-71,-156 73-4,-37 14-15,1-1 1,-1 0-1,-1-1 0,19-9 1,126-71-253,-110 63 345,-17 4-84,-23 14-21,1 1 0,-1-1 1,1 1-1,-1 1 0,10-5 0,-11 3-6,-2 1 8,17 6 13,-18-3 12,-1 0 0,0 0 0,0 0 1,0 0-1,0 0 0,0-1 0,0 1 0,0 0 0,0 0 0,0 0 0,0 0 0,0 0 0,1 0 0,-1 0 0,0 0 0,0 1 0,0-1 1,0 0-1,0 0 0,0 0 0,0 0 0,0 0 0,0 0 0,0 0 0,0 0 0,1 0 0,-1 0 0,0 0 0,0 0 0,0 0 0,0 0 1,0 0-1,0 0 0,0 0 0,0 0 0,0 0 0,0 1 0,0-1 0,0 0 0,0 0 0,0 0 0,0 0 0,0 0 0,0 0 0,0 0 1,0 0-1,0 0 0,0 0 0,0 1 0,0-1 0,0 0 0,0 0 0,0 0 0,0 0 0,0 0 0,0 0 0,0 0 0,0 0 0,0 0 1,0 0-1,0 0 0,0 0 0,0 1 0,0-1 0,0 0 0,0 0 0,-1 0 0,29-4 166,-8-2-148,1-1 0,-1-1-1,0 0 1,19-12 0,-36 18-6,-1 1 1,1-1-1,0 0 1,-1-1-1,1 1 1,-1 0-1,1-1 0,-1 1 1,2-5-1,23-22 173,15-10-45,65-78-1,-65 68-261,-26 31 106,13-14-206,35-52-1,-58 76 272,0-1 1,-1-1-1,0 1 0,-1-1 1,0 0-1,0 0 1,-1 0-1,-1 0 0,1 0 1,-2-1-1,2-11 1,-5-6 372,1 21-379,1 0 1,-1 0-1,1 1 1,0-1-1,1 0 0,0 0 1,0 1-1,0-1 0,3-6 1,4 3-15,-7 10-28,0-1 0,0 0-1,0 0 1,0 0 0,0 0-1,-1 0 1,1 0 0,0 0 0,0 0-1,-1 0 1,1 0 0,-1 0 0,1 0-1,-1 0 1,1-1 0,-1 1 0,0 0-1,0 0 1,0-1 0,1-1-1,-1 2-1,0 0 0,0 0 0,0 0 0,0-1 0,1 1 0,-1 0 0,0 0 0,1 0 0,-1 0 0,1 0 0,-1 0 0,1 0 0,0 0 0,0 0 0,-1 0 0,1 0 0,0 0 0,1-1 0,8-11 0,3-21-53,9 9 13,-18 20 49,1 1 1,-1-1-1,0 0 0,0 0 1,0 0-1,-1-1 0,0 1 1,0-1-1,3-8 0,3-31-9,0 21-69,-7 19 46,0 0 0,0 0 0,-1 0 0,0-1 0,1 1 0,-2 0 0,2-9 0,-1 1 92,1 1 0,0-1-1,1 1 1,0 0 0,1-1 0,1 1-1,8-17 1,-6 13-72,-5 10 43,0-1 0,-1 0 1,0 0-1,0 0 0,-1 0 0,1 0 0,-2 0 1,0-9-1,0-9 65,0 21-92,1 1 0,-1-1 0,1 1 0,-1 0 0,0-1 0,0 1 0,0-1 0,-1 1 0,1 0 0,-1 0 0,-3-5 0,-8-16 44,10 17-36,-1 1 0,-1 0 0,1 0 0,-1 0 0,0 0 0,0 1 0,0 0 0,-9-6 0,-52-36 591,-105-53 28,162 95-636,1-1 0,0-1 1,0 0-1,1 0 0,0 0 0,0-1 0,1 0 1,0 0-1,-8-13 0,-6-9 21,-5 4-79,24 26 54,1 0 0,0-1 0,-1 1 0,1 0 0,0 0-1,-1-1 1,1 1 0,0 0 0,-1-1 0,1 1 0,0-1 0,0 1 0,-1 0-1,1-1 1,0 1 0,0-1 0,0 1 0,0-1 0,0 1 0,0-1 0,0 1-1,-1 0 1,1-1 0,1 0 0,-5-7 17,-2 5 2,6 3-17,-1-1 0,0 1-1,0 0 1,0-1 0,1 1 0,-1 0 0,0-1 0,0 1 0,1-1 0,-1 0 0,0 1 0,1-1-1,-1 1 1,1-1 0,-1 0 0,1 0 0,-1 1 0,1-1 0,-1 0 0,1 0 0,0 1 0,-1-1-1,1 0 1,0-2 0,-2 2 7,1 0 0,0 0-1,-1 0 1,1 0-1,-1 0 1,1 0 0,-1 0-1,0 0 1,1 0 0,-1 1-1,0-1 1,0 1-1,1 0 1,-1-1 0,0 1-1,-2 0 1,-10-5-21,0 0 0,0 0 0,0-1 0,0-1 1,1-1-1,-22-16 0,14 10-81,-1 1 1,-32-15 0,1 2-1,38 17-51,0 2 0,0 0 0,0 1-1,-27-7 1,-246-40 72,215 44-1,-1 4-1,-81 4 0,123 2-426,0 2 0,0 1 0,0 2 0,-41 13 0,52-12-779,-1 2-1,1 1 1,-35 21 0,50-28 637,1 1 0,-1 0 0,1 0 0,0 0 0,0 1 0,0 0 0,-4 6 0,8-9-30,-1 1 0,1-1 0,0 1 0,0-1 0,1 1 0,-1 0-1,0-1 1,1 1 0,0 0 0,-1-1 0,1 1 0,1 3 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44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0 206 1841,'0'15'480,"25"-30"-1040,20-16 240,5-12 320,25-4 160,25 10 0,25 12 160,-25 2-400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19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16 480,'1'-1'281,"-1"1"-1,0-1 1,0 1-1,0-1 1,0 1 0,1-1-1,-1 1 1,0-1-1,0 1 1,0-1-1,0 1 1,0-1-1,0 0 1,-1 1 0,1-1-1,0 1 1,0-1-1,0 1 1,0-1-1,-1 1 1,1-1 0,0 1-1,0-1 1,-1 1-1,1-1 1,0 1-1,-1 0 1,1-1-1,-1 1 1,0-1 0,-15 1 506,7 6 186,6-5-963,-1 1 0,1 0 0,0-1-1,0 1 1,0 0 0,0 0 0,0 1 0,0-1-1,0 0 1,1 1 0,-1 0 0,1 0 0,0 0-1,-3 4 1,-2 1-382,0 0 1,-1 0-1,-11 7 1,-11 12-2118,10-6-859,15-9-174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0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0 685 1121,'145'-142'13833,"-130"129"-13001,-1 1 0,23-15 1,-11 8-316,7-20 244,-10 25-574,-21 13-169,0 0 0,-1 1-1,1-1 1,-1 0-1,1 0 1,-1 0 0,1 0-1,-1 0 1,0 0-1,1-1 1,-1 1 0,0 0-1,0-1 1,0 1-1,0-1 1,0 1 0,0-1-1,-1 1 1,1-1 0,0 0-1,-1 1 1,1-1-1,-1 0 1,0 1 0,1-1-1,-1 0 1,0 0-1,0 1 1,0-1 0,-1-2-1,1 1 10,0 0-1,0 0 1,1 0-1,-1 0 1,1 0-1,-1 0 1,1 0-1,0 0 1,0 0-1,0 1 1,1-1-1,-1 0 1,1 1-1,1-4 1,4-5 29,-6 9-43,0 0 0,0 0 0,-1 0 1,1 0-1,-1 0 0,1-1 0,-1 1 0,0 0 1,0 0-1,0-1 0,0 1 0,-1-3 0,1 2 7,0 1 1,0-1-1,0 1 0,0-1 0,0 1 0,0-1 0,1 1 1,-1-1-1,1 1 0,-1-1 0,3-2 0,5-12 86,2 0-1,0 0 0,1 2 0,1-1 0,0 1 1,1 1-1,1 0 0,16-13 0,-11 14-93,1 0-1,0 1 1,0 1-1,1 2 1,1 0-1,31-9 0,-42 14-11,1 1-1,-1 0 0,0 1 0,1 1 0,-1 0 0,13 0 0,-20 1-28,0 0-1,0 1 0,0-1 1,0 1-1,0 0 0,0 0 0,-1 0 1,1 1-1,0-1 0,-1 1 1,1 0-1,-1 0 0,0 0 0,1 0 1,-1 1-1,0-1 0,0 1 1,-1 0-1,5 5 0,-3-2 12,0 0 0,-1 1 0,0-1 0,0 1-1,3 12 1,5 13 34,-5-19 43,10 22-307,-16-33 229,1-1 1,-1 1-1,0 0 1,0-1-1,1 1 1,-1 0-1,0 0 0,0-1 1,-1 1-1,1 0 1,0-1-1,-1 1 1,1 0-1,0-1 0,-1 1 1,0-1-1,1 1 1,-1-1-1,-2 3 1,-38 41 18,36-40 62,1-1 1,-1 1 0,0-1 0,0 0 0,0 0 0,-1-1 0,1 0 0,-1 1 0,0-2 0,0 1 0,0-1-1,-11 3 1,-93 18 1709,97-21-1453,-87 9 1802,93-10-1958,-8 0 115,1 1 0,0-2 0,-1 0 0,1 0 0,-1-1 0,1-1 0,-19-5 0,32 6-282,1 1 0,-1-1 0,1 1 1,-1-1-1,1 0 0,-1 1 0,1-1 0,0 0 0,0 0 0,-1 1 0,1-1 0,0 0 0,0 0 0,0 1 0,0-1 0,0 0 1,0 0-1,0 0 0,0 1 0,0-1 0,0 0 0,0 0 0,0 1 0,1-1 0,-1 0 0,0 0 0,0 1 0,1-1 0,-1 0 1,1 1-1,-1-1 0,1 0 0,0 0 0,52-28-721,-49 27 675,1 1 0,-1-1 0,0 1 0,1 0 0,-1 0 0,1 0 0,0 1 0,-1-1 1,1 1-1,-1 0 0,1 0 0,4 1 0,-3 7-94,-3-3 141,7 16 129,9 20 672,18 57-1,-33-84-612,-4-11-156,1 0-1,-1 0 1,1 0 0,0 0 0,0 0-1,0 0 1,0 0 0,1 0-1,-1-1 1,1 1 0,-1 0 0,1-1-1,0 1 1,0-1 0,0 0-1,1 1 1,-1-1 0,0 0 0,1 0-1,0-1 1,-1 1 0,1-1 0,0 1-1,0-1 1,-1 0 0,7 2-1,1-1-486,1-1 0,0 0-1,0 0 1,0-1-1,0 0 1,0-1 0,0 0-1,0-1 1,0 0-1,20-8 1,19-14-5998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0.9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271 128 2241,'2'-26'9805,"-1"25"-9562,-1-1 0,1 1 1,0-1-1,-1 1 0,1 0 1,0-1-1,0 1 1,0 0-1,0 0 0,0 0 1,0 0-1,0 0 0,1 0 1,1-1-1,0-1 162,-2 2-328,-1 1 1,1-1-1,-1 1 1,0-1-1,1 1 0,-1-1 1,1 0-1,-1 1 1,0-1-1,0 0 1,1 1-1,-1-1 1,0 0-1,0 1 1,0-1-1,0 0 0,0 1 1,0-1-1,0 0 1,0 1-1,0-1 1,0 0-1,0 0 1,0 1-1,-1-2 1,1 1-19,0 1 0,-1-1 0,1 0 0,0 0 0,0 1 0,0-1 0,0 0 0,0 1 0,0-1 0,0 0 0,0 0 0,0 1 0,0-1 0,1 0 0,-1 0 0,0 1 0,0-1 0,1 0 0,-1 1 0,0-1 0,1 1 0,-1-1 0,1 0 0,-1 1 0,2-2 0,3-1 210,-4 2-237,0 1 0,0 0 0,0-1 0,0 1 0,-1-1 0,1 1 0,0-1 0,0 1 0,-1-1-1,1 1 1,0-1 0,-1 0 0,1 1 0,0-1 0,-1 0 0,1 0 0,-1 1 0,0-1 0,1 0 0,-1 0-1,0 0 1,1 0 0,-1 0 0,0-1 0,2 1-1,0-1 0,-1 1-1,1 0 1,0-1 0,0 1 0,0 0-1,0 0 1,0 0 0,0 1 0,0-1-1,0 0 1,0 1 0,0-1-1,1 1 1,-1 0 0,2 0 0,1-1 20,-2-1-34,0 1 1,-1 0 0,1 1-1,0-1 1,0 0 0,-1 1-1,1-1 1,0 1 0,0 0-1,0 0 1,0 0 0,0 0-1,0 1 1,0-1-1,-1 1 1,1 0 0,0 0-1,0 0 1,4 2 0,-5-1 38,-1-1 1,1 0-1,-1 0 1,1 1-1,-1-1 1,0 1-1,0-1 1,0 1-1,0 0 1,0-1-1,0 1 1,0 0-1,0 0 1,-1 0-1,1 0 1,-1-1-1,1 1 1,-1 0-1,0 0 1,0 0-1,1 0 1,-2 0-1,1 0 1,0 0-1,0 0 1,-1 0-1,1 0 1,-1 0-1,1 0 1,-1-1-1,-1 4 1,-2 3 226,-1 0 0,0 0 0,-1 0 0,0-1 0,0 1 1,-1-1-1,1-1 0,-10 7 0,11-7-137,-5 2-69,0 0 0,-1-1 0,1 0 0,-1 0-1,0-1 1,-1 0 0,0-1 0,0-1 0,0 0 0,0 0 0,-21 2-1,14-4-131,-1 0-1,0-2 1,0 0-1,0-1 1,0-1-1,-25-6 1,38 7-116,0-1-1,0-1 1,1 1 0,-1-1 0,-9-6 0,17 8 121,0 0 1,0 0-1,0 0 1,0 0 0,0 0-1,1 1 1,-1-1-1,0 0 1,1 1-1,-1-1 1,0 1 0,1-1-1,-1 1 1,1 0-1,-1 0 1,4-1-1,34 4 270,0 2-1,65 16 1,-66-13 82,66 16 320,64 11 506,-49-22-4506,-113-12 1994,12-1-1210,-13-20-13170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1.9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44 240,'0'-12'3122,"0"3"319,0 3-79,0 1-401,0 0-400,25-1-640,0 6-400,50 0-561,75 11-239,70 9-481,-70-4-2241,-75-4-4562,-25-8-5363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2.3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0 4482,'0'16'6643,"-25"16"-800,25 5-3282,0 4-880,25 2-481,20 5-399,-20-7-321,25-4-880,-25-10-3202,25-27-8964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3.5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0 637 2161,'21'5'1814,"-17"-4"2295,0-8 584,7 7-4703,-9 1 529,5-6 988,-4 4-1309,-2 1-151,0 0 0,-1 0 0,1 0 0,0 0 0,0 0 1,0 0-1,0-1 0,-1 1 0,1 0 0,0 0 0,0-1 0,-1 1 0,1-1 0,0 1 0,0 0 0,-1-1 0,1 0 0,-1 1 0,1-1 0,0 1 0,-1-1 0,1 0 0,-1 1 0,1-2 0,0 1 15,-1 0 0,1 0 0,-1 0 0,1 0-1,0 1 1,-1-1 0,1 0 0,0 0 0,-1 1 0,1-1-1,0 0 1,0 1 0,0-1 0,0 1 0,0-1-1,0 1 1,-1 0 0,3-1 0,2-2 191,14-26 693,-9 12-625,-1 0-1,0 0-1,-1 0 1,-1-1-1,5-23 1,-4 17 181,14-35 1,-15 46-364,-4 8-63,-1 0 0,0 0-1,1 0 1,-1 0 0,-1-1 0,1 1-1,-1 0 1,0-1 0,0 1 0,-1-6 0,1 3-44,-1 0 1,2 0 0,-1 0 0,1 1 0,0-1 0,1 1 0,4-10 0,4-15 126,-4 17-77,1 1 1,0-1-1,0 1 0,1 1 0,1 0 1,1 0-1,0 1 0,0 0 0,1 1 1,14-11-1,-18 18-68,0 0 0,0 0 0,0 0 0,0 1 0,0 1 0,1-1 0,-1 1 0,12-1 0,-1 0-10,-15 2-23,0 1 1,0 0-1,0 1 0,0-1 1,-1 1-1,1-1 1,0 1-1,-1 0 0,1 1 1,0-1-1,-1 1 1,1-1-1,-1 1 0,0 0 1,0 0-1,6 5 0,-5 0-26,-1 0 1,0 0-1,-1 0 0,0 0 0,0 1 0,0-1 0,-1 1 0,1 7 0,-10 23-11,3-22 47,4-11-9,0 0 0,0 0-1,-1 0 1,0 0 0,0 0-1,0-1 1,0 1 0,-1 0-1,0-1 1,0 0 0,0 0-1,0 0 1,-1 0 0,0 0-1,-6 4 1,6-4 8,-2 2 16,0 0 0,0 1-1,1 0 1,-5 8 0,-15 18 51,13-21 0,-1-1 0,0 0 0,-1-1 0,0 0 0,-1-1 0,0-1 0,0 0 0,-1-1 0,-24 8 0,40-15-53,-1 0-1,0 1 0,0-1 1,0 0-1,0 0 0,0 0 1,0 1-1,0-1 0,0 0 1,0 0-1,1 0 0,-1-1 0,0 1 1,0 0-1,0 0 0,0 0 1,0-1-1,0 1 0,0 0 1,1-1-1,-1 1 0,0-1 1,0 1-1,0-1 0,1 1 1,-1-1-1,0 0 0,1 1 0,-1-1 1,1 0-1,-1 0 0,0 1 1,1-1-1,0 0 0,-1 0 1,1 0-1,-1 1 0,1-1 1,0 0-1,-1-2 0,0-4 29,1 1 0,-1-1-1,1 0 1,2-13 0,-1 0-280,-1 20 243,0-1 0,0 1 0,1-1 0,-1 1 0,0 0 0,0-1 0,0 1-1,0-1 1,1 1 0,-1 0 0,0-1 0,0 1 0,1 0 0,-1-1 0,0 1-1,0 0 1,1-1 0,-1 1 0,1 0 0,-1 0 0,0-1 0,1 1 0,-1 0 0,0 0-1,1 0 1,-1-1 0,1 1 0,-1 0 0,1 0 0,-1 0 0,1 0 0,22 0-128,-17 1 131,0 0 0,-1 1 0,1-1 0,0 1 1,7 4-1,-5-1 97,-1 2 1,0-1 0,0 1 0,0 0 0,-1 0 0,0 1 0,9 15 0,-7-10 66,-4-7-51,-1 0 1,1 1-1,-1-1 1,0 1-1,2 10 0,6 14 175,-10-28-366,1 0 0,-1-1 1,0 1-1,1-1 0,-1 1 0,1-1 0,0 1 0,0-1 1,0 0-1,0 0 0,0 0 0,4 3 0,14-1-2972,9-11-3621,17-12-1984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4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278 163 4242,'0'-2'527,"0"0"0,0-1 0,1 1 0,-1 0 0,1 0 0,-1 0 0,1 0 0,0 0 1,0 0-1,-1 0 0,1 0 0,1 0 0,-1 0 0,3-3 0,-3 3-103,0 0-1,1 1 1,-1-1-1,0 0 1,0 0-1,0 0 1,0 0 0,0 0-1,-1 0 1,1 0-1,-1-1 1,1 1 0,-1 0-1,0-4 1,0 3-267,1 1 0,-1-1 1,1 0-1,-1 1 0,1 0 1,0-1-1,0 1 0,0-1 0,0 1 1,1 0-1,-1 0 0,1 0 1,-1 0-1,1 0 0,0 0 1,-1 0-1,1 0 0,0 1 0,0-1 1,0 1-1,1-1 0,-1 1 1,0 0-1,4-2 0,9-3-45,-1 1 1,1 0-1,17-3 0,-2 0 536,-19 5-336,0 1-1,1 0 1,-1 0 0,1 1 0,15 0-1,-23 1-187,0 1-1,-1-1 1,1 1-1,0-1 1,-1 1-1,1 0 0,-1 1 1,1-1-1,4 3 1,-7-3-63,0 0 0,0 0 0,1 0 0,-1 0 0,0 0 0,0 0 0,0 0 0,0 0 0,0 1 0,0-1 0,-1 0 0,1 1 0,0-1 0,-1 1 0,1-1 0,-1 1 0,1-1 0,-1 1 0,0-1 0,1 1 0,-1-1 0,0 3 1,-3 10 441,-1 0 0,0 0 0,-1 0 0,0-1 0,-1 1 0,-9 14 0,11-22-425,-1 0-1,1 0 0,-1-1 1,0 0-1,-1 0 1,0 0-1,1 0 0,-1-1 1,-1 0-1,1 0 1,-1-1-1,1 0 0,-1 0 1,-14 4-1,-7 5-32,-2 0-45,-1-1 0,-1-1 0,1-1 0,-36 4 0,47-10 0,1-1 0,-1-1 0,0-1 0,1 0 0,-1-2 0,0 0 0,1-1 0,-25-8 0,21-1 0,23 12 0,-1-1 0,1 1 0,0-1 0,-1 0 0,1 1 0,-1-1 0,1 0 0,0 0 0,0 1 0,-1-1 0,1 0 0,0 0 0,0 1 0,0-1 0,0 0 0,0 0 0,0 1 0,0-1 0,0 0 0,0 0 0,0 0 0,1 1 0,-1-1 0,0 0 0,0 0 0,1 1 0,-1-1 0,0 0 0,1 1 0,-1-1 0,1 0 0,-1 1 0,1-1 0,-1 1 0,1-1 0,3-3 0,0 1 0,-1 0 0,1 1 0,1-1 0,-1 1 0,0 0 0,0 0 0,1 0 0,-1 0 0,1 1 0,0-1 0,-1 1 0,8 0 0,3-1 0,0 0 0,0 2 0,23 0 0,25 7 0,85 21 0,-96-17 0,-4-1 0,0 2 0,0 3 0,78 34 0,-119-46-432,1 1 1,-1-1-1,0 1 0,0 1 0,0-1 1,0 1-1,-1 1 0,0-1 1,0 1-1,5 7 0,-3 3-8484,13-4-4744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4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0 480,'-21'4'1094,"17"-3"1761,0-2-1188,-13-2 81,13 4 702,4 1-1072,-4-1 2944,-13 1-1315,33 3-1251,47 4-676,-23-5-1015,299 23-90,-313-27-4257,39-3 0,-52 2 1854,16-1-4855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5.2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0 160,'25'0'5443,"0"0"-321,25 11-480,75 10 80,50 16-2161,-55-10-4001,-20-16-7765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 21 1761,'-25'-11'4802,"25"6"-400,-25 5-960,25-5-801,25 10-640,0 6-641,75 31-79,25 21-241,-55-15-880,5-7-240,0 2 241,-25-11-642,-25-11-1680,25-11-2961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6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0 301 80,'0'-5'19929,"50"-1"-17768,0-3-1601,50-12-400,145-43 241,-20-4-161,-75-1-3362,-75 10-8083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26.8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70 1841,'101'-40'17860,"-65"30"-14705,2 1-3881,34-1 719,-31 15 7,-29-3 47,-8-1-6,0 0-1,-1 0 0,1 0 1,0 0-1,-1 1 0,1 0 1,-1-1-1,1 1 0,-1 0 1,0 1-1,0-1 1,0 1-1,0-1 0,0 1 1,-1 0-1,1 0 0,-1 0 1,0 0-1,0 1 1,0-1-1,0 1 0,0-1 1,-1 1-1,1-1 0,-1 1 1,0 0-1,-1 0 1,1 0-1,0-1 0,-1 1 1,0 0-1,0 0 0,0 0 1,-1 0-1,1 0 0,-1 0 1,-1 4-1,-2 0 82,0-1 1,0 1-1,-1-1 0,0 0 1,0-1-1,-1 0 0,1 1 0,-1-2 1,-1 1-1,1-1 0,-1 0 1,0 0-1,0-1 0,-1 1 0,1-2 1,-1 1-1,0-1 0,0 0 0,0-1 1,0 0-1,0 0 0,-1-1 1,-12 1-1,-2-3 417,0-1 0,0 0 1,1-2-1,-1-1 0,1-1 1,-38-14-1,59 20-487,-1-1 1,1 1 0,-1 0-1,1-1 1,0 0-1,-1 1 1,1-1-1,0 0 1,-1 1-1,1-1 1,0 0 0,0 0-1,0 0 1,0 0-1,0 0 1,0 0-1,0 0 1,0-1-1,0 1 1,0 0-1,1-1 1,-1 1 0,0 0-1,1-1 1,-1 1-1,1-1 1,0 1-1,-1 0 1,1-1-1,0 1 1,0-1-1,0-1 1,0 2-49,1 1 0,-1-1 0,1 0-1,-1 1 1,1-1 0,-1 0 0,1 1 0,-1-1-1,1 1 1,0-1 0,-1 1 0,1-1 0,0 1 0,-1 0-1,1-1 1,0 1 0,0 0 0,-1-1 0,1 1-1,0 0 1,0 0 0,1 0 0,25-6 64,-20 5-37,13-1-11,0 0 1,0 1-1,0 1 0,0 1 1,0 1-1,20 4 1,-13-2 9,294 60 189,-305-60-257,-5-2-23,-1 1 0,0 0 1,0 0-1,0 1 0,0 0 0,-1 0 0,0 1 1,1 1-1,-2-1 0,16 14 0,-3-6-3132,-21-13 2994,0 0 1,0 0 0,1 0 0,-1 0 0,0 0 0,0 0 0,1 1-1,-1-1 1,0 0 0,0 0 0,1 0 0,-1 0 0,0 0 0,0 0 0,1 0-1,-1 0 1,0 0 0,0 0 0,1 0 0,-1 0 0,0 0 0,1 0 0,-1-1-1,0 1 1,0 0 0,0 0 0,1 0 0,-1 0 0,0 0 0,0 0-1,1-1 1,-1 1 0,0 0 0,0 0 198,1-1-620,0 1 0,0-1 0,0 1 1,0-1-1,-1 1 0,1-1 0,0 0 0,0 0 0,-1 1 0,1-1 0,0 0 0,-1 0 1,1 0-1,-1 0 0,1 0 0,0-1 0,-2 1-27,0 0 0,1 0 0,-1 0 0,0 0 0,0 0 0,1 0 0,-1 0 0,0 0 0,0 0 0,0 0 0,0 0 0,-1 0 0,1 1 0,0-1 1,-2 0-1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39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0 118 2081,'19'-19'2872,"-17"16"-2521,0 0 0,0 1 0,0 0-1,1-1 1,-1 1 0,1 0 0,-1 0 0,6-3-1,22-8 1963,0 1 0,41-11 0,-27 10 366,-30 9-2071,-1 1-1,1 0 0,-1 1 1,1 1-1,0 0 1,0 1-1,0 1 1,-1 0-1,1 0 1,0 2-1,-1 0 1,23 7-1,-35-9-582,1-1 6,-1 0 0,0 1 1,0-1-1,0 0 0,0 1 0,0-1 0,1 1 0,-1 0 1,0-1-1,0 1 0,0 0 0,0 0 0,-1 0 0,1-1 1,0 1-1,0 0 0,0 0 0,-1 0 0,1 0 0,0 0 1,-1 1-1,1-1 0,-1 0 0,0 0 0,1 0 0,-1 0 1,0 1-1,0-1 0,1 0 0,-1 0 0,0 0 0,0 1 1,0-1-1,-1 0 0,1 0 0,0 1 0,0-1 0,-1 0 1,1 0-1,0 0 0,-2 2 0,-2 12 157,-1-1 0,0 0 0,-1-1 0,-1 1 0,0-1 0,-1-1 0,0 1 0,-1-1 0,0 0 0,-19 16 0,-23 19 131,-29 23 1002,71-63-1161,-1-1 0,-1 0 1,1 0-1,-1-1 0,0 0 0,-21 6 0,-9-4 13,40-7-183,1 0 0,-1 0 0,1 0 0,-1-1 0,1 1 0,-1 0 0,1 0 0,-1 0-1,1 0 1,-1-1 0,1 1 0,0 0 0,-1 0 0,1-1 0,-1 1 0,1 0 0,0-1 0,-1 1-1,1 0 1,0-1 0,-1 1 0,1-1 0,0 1 0,0 0 0,-1-1 0,1 1 0,0-1 0,0 1 0,0-1-1,-1 1 1,1-1 0,0 1 0,0-1 0,0 1 0,0-2 0,-1-1-267,-4-4 74,4 5 130,-1-1 0,0 1-1,1 0 1,-1-1 0,1 1 0,0-1 0,0 0 0,0 1-1,0-1 1,0 0 0,0 0 0,1 0 0,0 0-1,-1 1 1,1-5 0,0-2-104,0 0 0,0-1 0,1 1 0,0 0 0,1 0 0,0 0 0,0 0 0,1 0 0,0 0 0,8-15-1,-6 17 84,14-21-322,-18 27 405,0 0 0,0 0 0,0 0 0,0 0 0,0 1 0,0-1 0,0 0 1,0 0-1,0 1 0,1-1 0,-1 1 0,0-1 0,0 1 0,0 0 0,1-1 0,-1 1 0,2 0 0,6 4 11,-4 2 192,-1 0 0,1 1-1,-1-1 1,0 1-1,-1 0 1,1 0-1,2 10 1,9 17 837,-2-9-638,1 1 0,2-2 1,0 0-1,2-1 1,1 0-1,0-2 1,33 28-1,-40-39-425,0 0 1,1-1-1,-1-1 1,2 0-1,-1-1 1,1 0-1,0-1 1,0 0-1,1-2 1,0 1-1,0-2 1,0 0-1,0-1 0,0 0 1,1-1-1,17-2 1,-15-1-909,1-1 1,-1-1 0,23-8-1,-15 2-4318,43-22-1,31-28-10626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0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79 428 240,'4'2'5161,"-3"-2"-5011,0 0-1,-1 0 0,1 1 1,0-1-1,0 0 0,0 0 0,0-1 1,0 1-1,-1 0 0,1 0 1,0 0-1,0 0 0,0-1 1,0 1-1,-1 0 0,1-1 0,0 1 1,0-1-1,-1 1 0,1-1 1,1 0-1,0-7 3837,-2 7-3886,0 0-1,0 0 1,0 0-1,0 0 1,0 0-1,0 1 1,0-1-1,0 0 1,-1 0-1,1 0 1,0 0-1,-1 0 0,1 1 1,0-1-1,-1 0 1,1 0-1,-1 1 1,0-1-1,1 0 1,-1 1-1,1-1 1,-1 0-1,0 1 0,0-1 1,1 1-1,-1-1 1,-1 0-1,1 1-32,0 0-1,0-1 0,1 1 1,-1-1-1,0 1 0,0-1 1,1 1-1,-1-1 0,1 1 1,-1-1-1,0 0 0,1 1 1,-1-1-1,1 0 0,0 1 1,-1-1-1,1 0 0,-1 0 1,1 0-1,0 1 0,0-1 1,0 0-1,-1 0 0,1 0 1,0 0-1,0 1 0,0-3 1,0 2 65,0-1 1,0 0 0,0 1-1,-1-1 1,1 1-1,0-1 1,-1 1 0,0 0-1,1-1 1,-1 1 0,0-1-1,1 1 1,-1 0 0,0 0-1,0-1 1,-2-1 0,-7-9 826,3-7 553,1 1 0,-6-24 0,10 27-728,0 0 0,1 0 0,2-27 0,-1 15-105,0 24-616,1 0 0,-1 0 0,0 0 0,1 0 0,0 0-1,-1 1 1,1-1 0,0 0 0,1 0 0,-1 1 0,0-1 0,1 1 0,1-3 0,4-7 96,-2 2-6,-4 8-135,0 0-1,0 0 1,0 0-1,0 0 0,1 0 1,-1 0-1,0 1 0,1-1 1,-1 0-1,1 1 0,0-1 1,0 1-1,-1-1 1,4 0-1,6-5 8,-8 4 2,1 0 0,1 0 0,-1 1-1,0 0 1,1 0 0,-1 0 0,6-1 0,28-8 93,-26 7-95,0 1 0,0 0 0,1 1 0,-1 0 0,1 1 0,-1 0 0,14 2 0,-17-1-26,0 0-1,0 0 1,-1 1 0,1 0-1,0 0 1,-1 1 0,1 0-1,-1 1 1,10 3 0,-17-4 2,0-1 0,-1 0-1,1 0 1,-1 0 0,1 0 0,-1 1 0,1-1 0,-1 0 0,0 1-1,0-1 1,0 0 0,1 0 0,-1 1 0,0-1 0,-1 0 0,1 1-1,0-1 1,0 0 0,0 1 0,-1-1 0,1 0 0,-1 0 0,1 1-1,-1-1 1,1 0 0,-1 0 0,0 0 0,0 0 0,1 0 0,-3 2-1,-26 24 197,-39 29 0,-2-1 530,63-49-643,0 0 1,0-1-1,-1-1 0,0 1 1,0-1-1,0 0 0,-12 3 1,-7 3-26,23-8-64,0-1 0,-1 1 0,1-1 0,0 0 1,-1-1-1,1 1 0,-1-1 0,1 0 0,-1 0 0,1 0 1,-1-1-1,1 0 0,-1 0 0,1 0 0,0 0 0,-1 0 1,1-1-1,0 0 0,0 0 0,-5-3 0,9 5 2,-1-1 0,1 1 0,-1 0-1,1-1 1,-1 1 0,1-1-1,-1 1 1,1 0 0,0-1 0,-1 0-1,1 1 1,0-1 0,-1 1 0,1-1-1,0 1 1,0-1 0,-1 0 0,1 1-1,0-1 1,0 1 0,0-1 0,0 0-1,0 1 1,0-1 0,0 0 0,0 1-1,0-1 1,0 1 0,0-1 0,0 0-1,0 1 1,1-1 0,-1 0 0,0 1-1,0-1 1,1 1 0,-1-1-1,0 1 1,1-1 0,-1 1 0,1-1-1,0 0 1,17-16-90,-17 16 81,3-9-91,0 1-48,-2 7 114,0 1 0,0 0 0,0 0 0,0 0-1,0 0 1,0 0 0,0 0 0,0 1-1,0-1 1,1 1 0,-1-1 0,0 1 0,0 0-1,0 0 1,1 0 0,-1 0 0,0 0-1,0 1 1,4 0 0,1 2 41,0 1-1,-1-1 1,1 1 0,-1 0-1,7 7 1,0-2 145,124 87 843,-125-89-1013,-1 0 0,1-1 0,1 0 0,-1-1 0,1 0 0,0-1-1,0 0 1,0-2 0,1 1 0,-1-1 0,27-1 0,-25 0-1399,1-1 1,-1 0-1,29-5 0,-1-9-5085,-38 12 4779,1-1 1,-1 0 0,0-1 0,1 0-1,4-4 1,15-17-6385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0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3602,'0'-2'383,"0"-1"0,0 1 0,0-1-1,0 1 1,0-1 0,0 1 0,1-1 0,-1 1 0,1-1 0,0 1 0,0-1 0,0 1 0,0 0 0,0-1 0,0 1 0,1 0 0,-1 0 0,1 0 0,-1 0 0,1 0 0,0 0 0,0 0 0,3-2 0,14-17 1658,-18 18-1823,1 1 1,0-1-1,0 1 0,0-1 0,0 1 0,0 0 0,1 0 0,-1 0 1,1 0-1,-1 0 0,1 1 0,0-1 0,3-1 0,0 1-58,73-22 1875,-71 22-1884,1 0 0,0 0-1,-1 2 1,1-1 0,0 1 0,0 0 0,16 3 0,-20-2-85,0 1-1,0 0 1,0 0 0,0 1 0,-1 0-1,1-1 1,-1 2 0,0-1 0,0 0 0,0 1-1,0 0 1,0 0 0,-1 0 0,0 0 0,0 0-1,0 1 1,0 0 0,2 5 0,-4-7-29,1 0 1,0 1-1,-1-1 0,0 1 1,1-1-1,-2 1 1,1-1-1,0 1 0,-1 0 1,1 0-1,-1-1 1,0 1-1,0 0 0,-1 0 1,1-1-1,-1 1 1,0 0-1,0-1 0,0 1 1,0-1-1,-1 1 1,1-1-1,-5 7 0,-10 9 142,10-11-20,0 0 0,0-1-1,-1 0 1,0 0-1,0 0 1,-1-1 0,1 0-1,-1 0 1,-1-1 0,1 0-1,-1-1 1,-16 6-1,14-6 16,-1-1-1,0-1 1,1 0-1,-1-1 0,0 0 1,0-1-1,0 0 1,0-1-1,0 0 1,0-1-1,0 0 0,-13-5 1,21 2-150,11 0 35,11 0 85,5-5-58,-20 9-87,0-1 0,-1 1 1,1-1-1,0 1 0,0 0 1,0 0-1,0 0 0,5 0 1,17-2 14,0 1 1,0 1-1,0 2 0,0 0 1,27 5-1,115 33 841,5 2-3450,-128-39-3322,-13-8-4948,-6-3 1621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3.9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6 3762,'-21'11'24384,"56"-5"-24401,39 1-1,-45-6-5187,53-4 0,14-13-6653,-46 5 6655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4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 2241,'0'0'7604,"0"-7"-3202,0 14-2722,25-2 1,0-1-80,0 3-241,25-2-719,0-5-1762,25 0-3681,0-12-2081,-5 3 880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5.0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2881,'25'21'3442,"0"20"1600,50 18-320,-25-6-2240,0-17-1202,25-4-319,-25-7-241,25 3-240,-25-13-960,0-3-2241,0-12-4002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5.3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0 302 7043,'25'-16'6563,"20"0"-4082,55-21-2000,75-31-882,-25 4-159,-50 12-1841,-50 4-6723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4:45.93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164 37 2081,'11'-6'1195,"0"0"0,0 1-1,1 0 1,0 1 0,0 1 0,15-4 0,-26 7-1045,0 0 0,0 0 0,1-1 0,-1 1 1,0 0-1,0 0 0,1 0 0,-1 0 0,0 0 0,0 1 0,0-1 1,1 0-1,-1 0 0,0 1 0,2 0 0,1 1 316,-4-2-327,1 0 0,-1 0 0,0 1 1,1-1-1,-1 0 0,0 1 0,1-1 1,-1 0-1,0 1 0,1-1 0,-1 1 0,0-1 1,0 1-1,1-1 0,-1 0 0,0 1 0,0-1 1,0 1-1,0-1 0,0 1 0,0-1 1,0 1-1,0-1 0,0 1 0,0-1 0,0 1 1,0-1-1,0 1 0,0 0 0,-5 17 2968,-5 1-1755,-1-1 1,0-1-1,-1 1 0,-1-2 1,-1 0-1,0 0 0,-1-2 1,-31 25-1,42-37-1352,0 0 0,0 0 0,-1 0 0,1-1 0,0 0 0,-1 0 0,1 0 0,-1 0 0,0-1 0,1 1 0,-1-1 0,-5-1 0,2 1 0,6 0 0,0 0 0,0 0 0,0 0 0,0 0 0,0-1 0,0 1 0,0-1 0,0 1 0,0-1 0,0 0 0,1 1 0,-1-1 0,0 0 0,0 0 0,1 0 0,-1-1 0,0 1 0,1 0 0,-1-1 0,1 1 0,0-1 0,-1 1 0,1-1 0,0 0 0,0 1 0,0-1 0,0 0 0,-1-3 0,-8-12 0,9 16 0,0 0 0,0 0 0,0-1 0,0 1 0,1 0 0,-1-1 0,0 1 0,1 0 0,-1-1 0,1 1 0,-1-1 0,1 1 0,0-1 0,0 1 0,0-1 0,0-1 0,15-30 0,-13 30 0,1-1 0,0 1 0,0 0 0,0 0 0,0 0 0,0 1 0,1-1 0,-1 1 0,1-1 0,0 1 0,0 0 0,0 1 0,0-1 0,0 1 0,0 0 0,8-2 0,2 0 0,0 1 0,1 1 0,27 0 0,-10 4 0,1 1 0,-2 2 0,1 1 0,53 20 0,19 15 157,-34-6-2835,-45-26-8252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57.1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5361 41 240,'4'-1'1003,"12"-2"-186,-11-3 3459,-2 6-2502,-1 1-1175,9-2 232,-7-5 3449,-25 1-1106,0 0-2105,-40-6 850,-4 8-1514,-1 2 0,1 3 0,-111 19-1,-196 57-418,308-63 90,-193 55-111,4-1 86,189-55 6,0-3 0,-72 2 0,107-11-55,0 0 0,0 2 1,0 1-1,0 2 0,-47 16 0,-33 10-42,23-8-400,52-15 405,-1 0 0,0-3 0,-1-1 0,0-1 0,0-2 0,0-2 0,-66-5 0,60 1 81,-1 1-1,0 2 1,0 2 0,1 2 0,-1 2-1,-46 13 1,-222 75 1948,273-82-2187,20-7 246,0 0 1,0-2-1,-28 3 0,-29-10-106,-129 9 507,34 7-334,49-2-14,-41 3 26,115-7-151,-94 0 0,91-6 5,0 2 1,0 3 0,-95 20-1,55 0-16,-100 40 0,145-49 24,-179 80 72,208-90-47,11-4-18,0 0 0,0 0 0,0 0 0,0 1-1,0 0 1,0 0 0,1 0 0,-7 7 0,6-5-77,3-1 48,-1-1 0,0 1 0,0-1 0,0 1 0,-1-1 0,1 0 0,-1 0 1,0 0-1,0-1 0,0 1 0,0-1 0,0 0 0,-5 1 0,-2 1 25,0 1-1,1 0 0,-1 1 1,1 0-1,0 0 0,1 1 1,-1 0-1,1 1 0,1 0 1,-14 15-1,-103 162 751,122-179-739,-1 1 0,1 0 0,0 0 0,0 0 0,1 0 0,0 0 0,0 1 0,1-1 0,0 1 0,0-1 0,1 1 0,0 12 0,1-14-6,0-1 0,0 1 0,0-1 1,0 1-1,1-1 0,0 0 1,0 1-1,1-1 0,-1 0 0,1 0 1,0-1-1,0 1 0,1 0 0,0-1 1,-1 0-1,1 0 0,1 0 1,5 4-1,1-2-2,1 0 0,0 0 0,0-1 0,0 0 0,1-1 0,19 3 0,38 9 12,8 2 15,115 41 1,-169-50-31,0-1 0,0 2 1,-1 1 0,-1 0 0,27 19 0,-11-1 51,53 47-391,-83-69 347,1-1 0,0 0-1,-1 0 1,2-1 0,-1 0 0,1-1 0,-1 0 0,1-1 0,0 0 0,0 0-1,19 2 1,9-1-112,66-1 0,-85-3 9,518-47 195,-404 30-220,291-43 69,-267 52 139,-36 4 57,96 4-129,-189 3-4,0 1 0,44 12 0,-13-3-36,36 5 115,1-5-1,136 1 0,206-28 65,-72-29 635,-112-2-253,162-36-214,-20-27-14,-302 78-378,87-23-109,-169 50 184,-1 1 0,1 0-1,0 1 1,0 1 0,0 0-1,0 0 1,16 3 0,-23-2-7,0 0 0,0 0 1,0 1-1,-1-1 0,1 1 0,0 0 1,-1 0-1,0 0 0,1 1 0,-1 0 1,0 0-1,0 0 0,-1 0 0,1 0 1,-1 1-1,0 0 0,1 0 0,-1 0 0,2 4 1,28 78 616,-31-83-613,1 0 0,-1 0 1,1-1-1,0 1 0,-1-1 0,1 0 0,0 1 0,0-1 0,4 1 0,12 11 53,-15-12-34,1 0 1,-1 0-1,1 0 0,-1 0 1,1-1-1,-1 1 1,1-1-1,0 0 0,0-1 1,-1 1-1,1-1 1,5 0-1,65-4 190,-69 3-203,90-17 394,-82 15-348,-1-1 1,0-1 0,18-9-1,22-7 58,7 3-31,-34 9-78,1 1 1,0 2 0,30-4-1,-49 9 31,1 1-1,-1 0 1,1 0 0,-1 1-1,0 0 1,1 0 0,-1 1-1,0 0 1,0 1 0,0-1-1,0 2 1,0-1 0,-1 1-1,11 7 1,16 10 183,36 18 0,-39-24-96,-2 2 0,49 35 0,-72-47-92,0 0 0,1 0-1,0 0 1,0-1 0,0 0-1,1-1 1,-1 0 0,1 0-1,-1 0 1,1-1 0,0 0-1,0 0 1,0-1 0,1 0-1,8-1 1,27 0 649,-1-2 0,66-11 0,-78 5-386,1-1 1,38-16 0,-28 13-291,0 1 0,86-9 0,93 5 0,-201 13 0,-12 2 0,0-1 0,0 1 0,1 0 0,-1 1 0,12 2 0,3 0 0,-10 0 0,-6-2 0,-1-1 0,1 1 0,-1-1 0,1 0 0,-1-1 0,1 1 0,9-4 0,-9 3 0,-1 0 0,1-1 0,-1 0 0,0 0 0,0-1 0,0 0 0,0 0 0,10-7 0,42-38 0,-11 8 0,69-33 0,-37 26 0,-77 43 0,4-3 0,-1 6 0,-4 1 0,0 0 0,-1 0 0,1 0 0,0 0 0,-1 0 0,1 0 0,0 0 0,-1-1 0,1 1 0,0 0 0,-1 0 0,1-1 0,-1 1 0,1 0 0,0-1 0,-1 1 0,1-1 0,-1 1 0,1-1 0,-1 1 0,1-1 0,-1 1 0,0-1 0,1 1 0,-1-1 0,0 1 0,1-1 0,-1 0 0,0 1 0,0-1 0,0 0 0,1 1 0,-1-1 0,0 1 0,0-1 0,0 0 0,0 0 0,0 1 0,0-1 0,0 0 0,0 1 0,-1-1 0,1-1 0,1-1 0,0-1 0,0 1 0,0 0 0,1-1 0,0 1 0,-1 0 0,1 0 0,0 0 0,1 0 0,-1 0 0,0 0 0,1 1 0,3-4 0,15-19 0,12-26 0,-16 27 0,-1-1 0,-1 0 0,-1-1 0,12-35 0,-24 52 0,0 0 0,-1 0 0,0 0 0,0-1 0,-1 1 0,-2-17 0,1-5 0,1 29 0,0 0 0,-1-1 0,1 1 0,-1 0 0,0-1 0,1 1 0,-1 0 0,0 0 0,0 0 0,0 0 0,-1 0 0,1 0 0,0 0 0,-1 0 0,0 0 0,1 0 0,-1 1 0,0-1 0,-2-1 0,1 1 0,1-1 0,-1 1 0,1-1 0,0 1 0,-1-1 0,1 0 0,-3-6 0,-1-8 0,5 14 0,0 1 0,0-1 0,0 0 0,-1 0 0,1 1 0,-1-1 0,1 1 0,-1-1 0,0 1 0,0-1 0,0 1 0,-3-3 0,-14-11 0,-5-6 0,-1 2 0,0 1 0,-32-18 0,45 29 0,-5-3 0,-29 7 0,-258-13 0,109 3 0,-148-33 0,249 31 0,41 5 0,-68-22 0,12 1 0,49 15 0,-76-17 0,20 13 0,-27-4 0,-193-61 0,174 39-935,-3 6 0,0 7 1,-3 8-1,-336-8 0,294 35-3509,3 6-4185,28 0-2869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0.4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76 381 4962,'-21'-5'3082,"21"5"-3015,0 0 0,-1 0-1,1 0 1,0 0 0,0 0 0,0 0 0,0 0 0,-1 0 0,1 0 0,0-1 0,0 1 0,0 0 0,-1 0-1,1 0 1,0 0 0,0 0 0,0 0 0,0 0 0,0 0 0,-1-1 0,1 1 0,0 0 0,0 0 0,0 0 0,0 0-1,0 0 1,0-1 0,0 1 0,0 0 0,-1 0 0,1 0 0,0 0 0,0-1 0,0 1 0,0 0 0,0 0 0,0 0-1,0-1 1,0 1 0,0 0 0,0 0 0,0 0 0,-3-6 311,-14 2 182,13 3 80,-1 3 5048,-11 7-3412,16-9-2187,-1 1 1,1-1-1,-1 1 1,1-1-1,0 1 1,-1-1-1,1 1 1,0-1-1,0 1 1,-1-1-1,1 1 1,0-1-1,0 1 0,0-1 1,0 1-1,-1-1 1,1 1-1,0 0 1,0-1-1,0 1 1,0-1-1,1 1 1,-1 0-1,0 13 1205,-1-5-584,1 1 0,1 0-1,-1-1 1,4 13 0,3 2 120,-4-16-559,0 1-1,-1-1 1,0 1 0,0 0-1,0 16 1,-2-16-109,-1 2 32,1 0 0,0 0 1,0 0-1,1 0 0,1 0 1,0 0-1,1-1 1,0 1-1,0-1 0,9 19 1,18 16 191,-22-35-343,0 1 1,-1 1-1,11 22 1,-13-18-44,-4-13 0,0 1 0,0 0 0,0-1 0,1 1 0,-1-1 0,1 1 0,0-1 0,0 0 0,0 0 0,0 0 0,1 0 0,-1 0 0,1 0 0,0-1 0,-1 1 0,1-1 0,1 0 0,-1 0 0,6 3 0,27 10 0,-34-15 0,-1 0 0,1 1 0,0-1 0,-1 0 0,1 0 0,0 0 0,-1 0 0,1-1 0,0 1 0,-1 0 0,1-1 0,-1 1 0,1-1 0,-1 1 0,1-1 0,-1 0 0,1 0 0,-1 0 0,1 0 0,1-1 0,26-18 4,-24 17-7,1-1 1,-1 0-1,0 1 1,0-1-1,0-1 1,0 1-1,-1-1 1,6-7-1,185-292-1291,-168 265 1143,-19 28 104,1 0 0,-2-1 0,0 0 0,6-13 0,37-98-420,-46 96 455,-4 24 17,0 1 0,0 0 0,0 0 1,0 0-1,0-1 0,1 1 0,-1 0 0,1 0 1,1-3-1,7-7 23,-8 10-26,0 1 1,0-1-1,0 1 1,0-1-1,0 1 0,0-1 1,0 0-1,0 0 1,-1 1-1,1-1 0,-1 0 1,1 0-1,-1 0 1,0 1-1,1-5 0,-2-5-92,1 8 37,-1-1 1,1 1-1,0-1 1,0 1 0,1-1-1,-1 1 1,1-1 0,-1 1-1,1-1 1,2-4-1,4-1 83,-6 7-14,1 1 1,-1-1-1,0 1 1,0-1-1,0 0 1,0 1-1,0-1 1,0 0-1,0 0 1,-1 0-1,1 0 1,0 0-1,-1 0 1,0 0-1,1-3 1,-1 4 1,0-1 0,0 1 0,0 0 0,1-1 0,-1 1 0,0 0 0,1 0-1,-1 0 1,1-1 0,-1 1 0,1 0 0,0 0 0,-1 0 0,1 0 0,0 0 0,0 0 0,0 0 0,0 0 0,0 0 0,2-1 0,4-5 72,-1-1 17,-5 7-91,0-1-1,1 1 0,-1-1 0,0 1 0,1-1 0,-1 1 1,1 0-1,-1 0 0,1 0 0,0 0 0,-1 0 1,1 0-1,2 0 0,29-20 174,-28 17-107,0 1 0,0-1 0,1 1 0,-1 1-1,7-3 1,-8 4 711,14 4-620,-11-1-173,130 8 0,170-9 0,-231-2 0,281-7 0,-319 8 0,-17 4 0,-22-4 0,1 0 0,0 0 0,0 0 0,0 0 0,0 0 0,0 0 0,0 0 0,0 0 0,0 0 0,-1 0 0,1 0 0,0 0 0,0 1 0,0-1 0,0 0 0,0 0 0,0 0 0,0 0 0,0 0 0,0 0 0,0 0 0,0 0 0,0 0 0,0 1 0,0-1 0,0 0 0,0 0 0,0 0 0,0 0 0,0 0 0,0 0 0,0 0 0,0 1 0,0-1 0,0 0 0,0 0 0,0 0 0,0 0 0,0 0 0,0 0 0,0 0 0,0 1 0,0-1 0,0 0 0,0 0 0,0 0 0,0 0 0,0 0 0,0 0 0,0 0 0,1 0 0,-1 0 0,0 0 0,0 0 0,0 1 0,0-1 0,0 0 0,0 0 0,0 0 0,1 0 0,-6 1-29,0 1 0,0-1 0,0 0 1,0 0-1,-1-1 0,1 1 0,-5-1 0,-27 2-4996,-71 11-13442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1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411 25 1761,'12'-5'1017,"1"0"0,0 2 1,0-1-1,0 2 0,0 0 0,1 0 1,19 1-1,-8 2-186,1 0 0,45 11 0,-64-10-679,1 0 0,0 1 0,-1-1 0,1 2 0,-1-1 0,0 1 0,0 0 0,-1 1 0,9 7 0,-13-11-77,0 0 1,-1 1-1,1-1 0,-1 1 0,1-1 1,-1 1-1,0 0 0,1-1 0,-1 1 1,0 0-1,0 0 0,0 0 1,-1 0-1,1 0 0,0 0 0,-1 0 1,1 0-1,-1 0 0,0 0 0,0 1 1,1-1-1,-2 0 0,1 0 1,0 0-1,0 0 0,-1 0 0,1 1 1,-1-1-1,1 0 0,-1 0 1,0 0-1,0 0 0,0-1 0,0 1 1,0 0-1,0 0 0,-1-1 0,-1 3 1,-10 6 323,0 0 0,0 0 0,-1-2 0,0 1 0,-16 5-1,-2 3 263,-35 16 1617,-1-2 0,-2-3 0,-104 27-1,116-41-413,-63 6 0,109-18-1838,-28 1-26,39-3 0,1 0 0,0 0 0,0 0 0,0 0 0,0 0 0,0 0 0,0 0 0,0 0 0,0 0 0,-1 0 0,1 0 0,0 0 0,0 0 0,0 0 0,0 0 0,0 0 0,0 0 0,0 0 0,-1 0 0,1 0 0,0 0 0,0 0 0,0 0 0,0 0 0,0 0 0,0 0 0,0-1 0,0 1 0,0 0 0,-1 0 0,1 0 0,0 0 0,0 0 0,0 0 0,0 0 0,0 0 0,0 0 0,0-1 0,0 1 0,0 0 0,0 0 0,0 0 0,0 0 0,0 0 0,0 0 0,0 0 0,0-1 0,0 1 0,0 0 0,0 0 0,0 0 0,0 0 0,0 0 0,0 0 0,0 0 0,0 0 0,0-1 0,0 1 0,15-8 0,81-41-440,-82 44 228,20-9-684,1 1 1,0 2-1,71-12 1,-84 20 820,-1 1 0,1 2 1,0 0-1,0 1 0,0 1 0,-1 1 0,1 1 0,-1 1 0,0 1 1,0 1-1,0 1 0,-1 0 0,0 2 0,-1 0 0,0 1 0,-1 1 1,24 20-1,-38-28-27,1-1 1,-1 0 0,1 0-1,0 0 1,0-1 0,0 0-1,1 0 1,-1 0 0,9 1-1,31 0-5047,26-11-7870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3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1 240,'0'0'5509,"0"0"-5347,0 1 0,0-1 0,0 1-1,1-1 1,-1 1 0,0-1 0,0 1 0,0-1-1,0 1 1,0-1 0,0 1 0,0-1 0,0 1-1,0-1 1,0 1 0,-1-1 0,1 1 0,0-1-1,0 1 1,0-1 0,-1 1 0,1-1 0,0 1-1,0-1 1,-1 1 0,1-1 0,0 0 0,-1 1-1,1-1 1,-1 1 0,-16 0 345,12 2 487,6-5-1041,-1 1-247,4 2-1053,13 2 1080,-17-2 82,1 1-1,0 0 0,0-1 0,-1 1 0,1 0 0,-1 0 0,0-1 0,1 1 1,-1 0-1,0 0 0,0 0 0,0 0 0,0-1 0,0 1 0,-1 3 1,1-5-310,0 12-4174,0-7 2655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4.2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0 1361,'0'1'63,"0"-1"0,-1 0 0,1 1 0,0-1 0,0 1 0,0-1 0,-1 0 0,1 1 0,0-1 0,0 0 0,-1 1 0,1-1 0,0 0 0,-1 0 0,1 1 0,0-1 1,-1 0-1,1 0 0,0 1 0,-1-1 0,1 0 0,-1 0 0,1 0 0,0 0 0,-1 0 0,1 0 0,-1 1 0,1-1 0,-1 0 0,1 0 0,0 0 0,-1 0 0,0-1 0,0 1 45,1 0 0,-1 0 0,1 0 0,0 0 0,-1 0 0,1 0 0,-1 0 0,1 0 0,-1 0 0,1 0 0,-1 1 0,1-1 0,-1 0-1,1 0 1,-1 0 0,1 0 0,0 1 0,-1-1 0,1 0 0,0 1 0,-1-1 0,1 0 0,-1 1 0,1-1 0,0 0 0,0 1 0,-1-1 0,1 0 0,0 1-1,0-1 1,-1 1 0,1-1 0,0 1 0,0-1 0,0 1 0,4-1 1199,13 0-200,-13 2 206,0 2-691,13-1-436,-17-3-145,1 1-1,-1-1 1,0 1 0,1-1-1,-1 1 1,1-1-1,-1 1 1,0-1-1,1 1 1,-1-1-1,0 1 1,0 0-1,0-1 1,1 1-1,-1-1 1,0 1-1,0 0 1,0-1-1,0 1 1,0 0-1,0-1 1,0 1-1,0 0 1,0-1-1,0 1 1,-1-1-1,1 2 1,0-1 19,-1-1 0,1 0-1,0 1 1,0-1 0,0 1 0,0-1 0,0 1-1,-1-1 1,1 1 0,0-1 0,0 1 0,0-1-1,0 1 1,1-1 0,-1 1 0,0-1 0,0 1-1,0-1 1,0 1 0,0-1 0,1 1 0,-1-1-1,0 1 1,0-1 0,1 0 0,-1 1 0,0-1 0,1 1-1,-1-1 1,0 0 0,1 1 0,0-1 0,0 0 60,0 0-87,-1 0 1,1 0 0,0 0 0,-1-1-1,1 1 1,0 0 0,-1 0 0,1 0-1,0 0 1,-1 0 0,1 0 0,0 0 0,-1 1-1,1-1 1,0 0 0,-1 0 0,1 0-1,0 1 1,-1-1 0,1 0 0,-1 1-1,1-1 1,-1 0 0,1 1 0,0-1 0,-1 1-1,0-1 1,1 1 0,-1-1 0,1 1-1,0 1 1,-1-2-18,0 0-1,0 1 1,0-1 0,1 1-1,-1-1 1,0 0-1,0 1 1,1-1 0,-1 0-1,0 0 1,1 1-1,-1-1 1,0 0 0,1 1-1,-1-1 1,0 0-1,1 0 1,-1 0 0,0 1-1,1-1 1,-1 0-1,1 0 1,-1 0 0,1 0-1,-1 0 1,0 0-1,1 0 1,-1 0 0,1 0-1,-1 0 1,1 0-1,0 0-1,-1 0-1,1 0 1,-1 0 0,1 0-1,-1 0 1,1 0-1,-1 0 1,1 0-1,-1 0 1,1 0 0,-1 0-1,1 0 1,-1 1-1,0-1 1,1 0-1,-1 0 1,1 0 0,-1 1-1,1-1 1,-1 0-1,0 1 1,1-1-1,-1 0 1,0 1-1,1-1 1,-1 1 0,0-1-1,1 0 1,-1 1-1,0-1 1,0 1-1,0-1 1,1 1 0,-1 0 13,1 0 1,0 0-1,0 0 1,-1 0-1,1-1 1,0 1 0,0 0-1,0-1 1,0 1-1,0 0 1,0-1 0,0 1-1,0-1 1,0 0-1,0 1 1,0-1 0,2 0-1,8 4 384,-10-3-331,0-1-52,0 0-1,1 0 0,-1 0 1,0 0-1,0 1 0,0-1 1,0 0-1,0 1 0,0-1 0,0 1 1,0-1-1,-1 1 0,1 0 1,0-1-1,0 1 0,0 0 1,-1-1-1,1 1 0,1 1 1,-1 0 2,0-1 1,1 0 0,-1 0-1,0 1 1,1-1 0,-1 0-1,1 0 1,0-1 0,-1 1-1,1 0 1,0 0 0,-1-1 0,4 1-1,0 1 87,41 9 124,-17-6 60,0-2 1,52 1 0,9-1 233,50 6 279,82 9 480,-122 3-414,-60-15-489,99 10 419,79 2 480,-87-5-499,-15 2-98,34 8 215,-46-4 25,-25-11-502,-44-3-308,0-2 0,62-2 1,-2-1-58,-90 0-372,-5 0 144,0 0 16,-1 0 0,1 1 0,0-1 0,0 0 0,0 0 0,0 0 0,0 1 0,0-1 0,0 0 0,-1 0 0,1 0-1,0 1 1,0-1 0,0 0 0,0 0 0,-1 0 0,1 0 0,0 1 0,0-1 0,0 0 0,-1 0 0,1 0 0,0 0 0,0 0 0,-1 0-1,1 0 1,0 0 0,0 0 0,-1 0 0,1 0 0,0 0 0,0 0 0,-1 0 0,1 0 0,0 0 0,0 0 0,0 0 0,-1 0 0,1 0-1,0 0 1,-1 0 0,-53 0-9685,-58-4-4042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5.4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1 506 1121,'14'-5'2131,"-1"1"0,21-11 0,-19 7-1411,0 0-1,-1-1 1,0 0-1,16-15 1,-23 15-542,0 0 0,0 0 0,-1-1 1,0 0-1,-1 0 0,0-1 0,-1 1 1,0-1-1,0 0 0,2-14 0,4-8 143,36-75 719,-38 79-518,-6 20-180,1-1 0,0 1 0,1-1 0,0 1 1,5-8-1,-1 6 62,-5 4 92,-14 1-62,11 6-422,0 0 1,0 0 0,0 0-1,-1-1 1,1 1 0,0 0-1,0 0 1,0 0-1,0 0 1,0 0 0,0-1-1,0 1 1,0 0 0,0 0-1,0 0 1,0 0-1,0 0 1,0-1 0,0 1-1,0 0 1,0 0 0,0 0-1,0 0 1,0 0-1,0-1 1,0 1 0,0 0-1,1 0 1,-1 0 0,0 0-1,0 0 1,0 0-1,0-1 1,0 1 0,0 0-1,0 0 1,0 0 0,1 0-1,-1 0 1,0 0 0,0 0-1,0 0 1,0 0-1,0 0 1,0-1 0,1 1-1,-1 0 1,0 0 0,0 0-1,0 0 1,0 0-1,0 0 1,1 0 0,-1 0-1,0 0 1,0 0 0,0 0-1,0 0 1,1 1-1,-1-1 1,0 0 0,0 0-1,12-4-89,-11 4 146,57-12 261,-35 6-409,0 1-1,-1 1 1,2 1-1,-1 1 1,33 2-1,-54 0 110,0 0 0,0 0 0,0 1 0,0-1 0,0 1 0,0-1 0,0 1 0,0-1 0,0 1 0,0 0 0,0 0 0,0 0 0,-1 0 0,1 1 0,0-1 0,-1 0-1,1 1 1,-1-1 0,1 1 0,-1-1 0,0 1 0,0 0 0,1-1 0,-1 1 0,0 0 0,-1 0 0,1 0 0,0 0 0,-1 0 0,1 0 0,-1 0 0,1 0 0,-1 0 0,0 3 0,0 0 112,0 0-1,-1 0 1,0 0 0,0 0 0,0 0-1,0 0 1,-1 0 0,0-1-1,0 1 1,0 0 0,-1-1 0,1 0-1,-1 1 1,-3 3 0,0-2-6,0-1 0,0 0 1,0 0-1,-1 0 0,0 0 0,0-1 1,-8 4-1,-59 23 1002,41-19-725,9 2 22,23-13-418,0 0 0,0 0-1,-1 0 1,1 0 0,-1 0 0,1 0-1,-1-1 1,1 1 0,-1 0 0,1-1 0,-1 1-1,1-1 1,-1 0 0,0 0 0,1 0-1,-1 1 1,0-1 0,1-1 0,-1 1-1,-2 0 1,-4-2-141,8 2 111,0 0 0,0 0 0,0 0 0,0 0 0,0 0 1,0 0-1,0 0 0,0 0 0,0-1 0,0 1 0,0 0 0,0 0 0,0 0 0,0 0 0,0 0 0,0 0 0,0 0 0,0 0 0,0 0 0,0 0 0,0 0 1,0-1-1,0 1 0,-1 0 0,1 0 0,0 0 0,0 0 0,0 0 0,9-3-182,-9 2 175,0 1-1,1 0 0,-1 0 0,0 0 1,1-1-1,-1 1 0,0 0 0,0 0 1,1-1-1,-1 1 0,0 0 0,0-1 1,1 1-1,-1 0 0,0-1 0,0 1 1,0 0-1,1-1 0,-1 1 0,0-1 1,0 1-1,0 0 0,0-1 0,0 1 1,0-1-1,0 1 0,3-9-219,5 1 95,0 1-1,1 0 1,0 0 0,0 1 0,0 0-1,1 1 1,12-5 0,15-10-374,-13 7-125,37-16-1,-51 25 469,1 0-1,-1 1 1,1 0-1,0 1 1,22-3 0,-31 5 189,0 0 0,0 0 0,0 0 0,0 0 0,0 0 1,1 1-1,-1-1 0,0 1 0,0-1 0,0 1 0,0 0 1,0-1-1,0 1 0,0 0 0,0 1 0,-1-1 0,1 0 1,0 0-1,-1 1 0,3 2 0,-2-1 134,0 0 0,-1 1 0,1-1-1,-1 1 1,0-1 0,0 1 0,-1 0-1,2 7 1,1 8 497,-1-12-441,0 1 0,0-1 0,-1 1 0,0 0 0,-1 0 1,0 0-1,0-1 0,0 1 0,-1 0 0,0 0 0,-1-1 1,-2 10-1,3-17-226,1 1 0,0 0 0,-1-1 0,1 1 0,0 0 0,0 0 0,-1-1 0,1 1 0,0 0 0,0 0 0,0-1 0,0 1 0,0 0 0,0 0 0,0-1 0,0 1 0,0 0-1,1 0 1,-1 0 0,0-1 0,0 1 0,1 0 0,-1-1 0,0 1 0,1 0 0,-1-1 0,1 1 0,-1 0 0,1-1 0,-1 1 0,1-1 0,-1 1 0,1-1 0,0 1 0,-1-1 0,1 1 0,0-1 0,-1 0 0,2 1 0,29 2-1953,-26-3 1445,46-6-6299,19-8-3455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5:06.0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90 400,'-18'-2'3979,"-4"-1"-196,21 3-3626,0-1 1,1 1-1,-1 0 1,1-1-1,-1 1 0,0-1 1,1 1-1,-1 0 0,1-1 1,0 1-1,-1-1 1,1 1-1,-1-1 0,1 0 1,0 1-1,-1-1 0,1 1 1,0-1-1,-1 0 0,1 1 1,0-1-1,0 0 1,0 1-1,0-1 0,0 0 1,0 1-1,0-1 0,0 0 1,1-1-49,0 1 0,0-1 0,1 1 0,-1 0 1,1-1-1,-1 1 0,1 0 0,-1 0 0,1 0 0,0 1 1,2-2-1,5-3 822,3-2-623,1 0 0,-1 1-1,1 0 1,1 1 0,-1 1 0,1 0 0,0 1 0,0 1-1,0 0 1,0 0 0,0 2 0,16 0 0,-28 0-271,0 1 0,1-1 1,-1 0-1,0 1 0,1 0 0,-1-1 1,0 1-1,0 0 0,0 0 1,0 0-1,0 1 0,0-1 0,0 0 1,0 1-1,0-1 0,-1 1 1,1 0-1,0 0 0,-1-1 0,1 1 1,-1 0-1,0 0 0,0 0 1,0 1-1,0-1 0,0 0 1,0 0-1,-1 0 0,1 1 0,-1-1 1,1 0-1,-1 1 0,0-1 1,0 0-1,0 1 0,0-1 0,0 0 1,-1 1-1,1-1 0,-1 0 1,1 1-1,-1-1 0,-2 3 0,-2 3 300,-1 0-1,-1-1 1,1 0-1,-1 0 1,0-1-1,-1 1 1,0-2-1,-12 8 0,16-11-297,-1-1-1,0 0 1,0 0-1,0-1 0,0 1 1,0-1-1,0 0 0,0 0 1,0-1-1,0 1 0,0-1 1,0 0-1,0-1 0,0 1 1,-8-5-1,12 6-42,1-1 0,-1 1 0,1 0 0,-1-1 0,1 1 0,-1-1 0,1 0 0,-1 1 0,1-1 0,-1 1 0,1-1 0,0 0 0,0 1 0,-1-1 0,1 1 0,0-1 0,0 0 0,0 0 0,-1 1 0,1-1 0,0 0 0,0 1 0,0-1 0,0 0 0,0 1 0,0-1 0,1 0 0,-1 0 0,0 1 0,0-1 0,0 0 0,1 1 0,-1-1 0,0 1 0,1-1 0,-1 0 0,1 1 0,-1-1 0,0 1 0,2-2 0,16-17 86,-18 18-80,1 1 5,-1-1 0,1 1 0,-1-1 0,1 1 0,-1-1 0,0 1 0,1-1 0,-1 1 0,0-1 0,0 0 0,1 1 0,-1-1 0,0 0 0,0 1 0,0-1 0,0 1 0,0-1 0,0 0 0,0 1 0,0-1 0,0 0 0,0-3 66,0 4-70,0-1 0,0 1 0,0 0 0,0-1 0,0 1 0,0 0 0,0 0 0,0-1 0,0 1 0,0 0 0,0-1 0,0 1 0,0 0 0,0 0 0,0-1 0,0 1 0,1 0 0,-1 0 0,0-1 0,0 1 0,0 0 0,1 0 0,-1 0 0,0-1 0,0 1 0,0 0 0,1 0 0,-1 0 0,0 0 0,1-1 0,2 1 44,0 0 0,1 0-1,-1 0 1,0 0 0,1 0-1,-1 0 1,0 1 0,0 0 0,1 0-1,-1 0 1,4 1 0,46 20 699,8 6-194,66 19 0,-100-39-1469,47 6-1,-53-11-1061,1-2-1,41-2 1,37-12-9066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0:16.8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69 1681,'1'-3'11970,"-1"3"-11874,0 0 0,0-1 0,0 1 0,0 0 0,0 0 0,0 0 0,0-1 0,0 1 0,0 0 0,0 0 0,0-1-1,0 1 1,0 0 0,0 0 0,0 0 0,0 0 0,-1-1 0,1 1 0,0 0 0,0 0 0,0 0 0,0-1 0,0 1 0,0 0 0,-1 0-1,1 0 1,0 0 0,0 0 0,0-1 0,0 1 0,-1 0 0,1 0 0,0 0 0,0 0 0,0 0 0,0 0 0,-1 0 0,1 0 0,0 0 0,0 0-1,0 0 1,-1 0 0,1 0 0,0 0 0,-17 0 838,13 0-347,4-1-566,-1 1 0,1-1 0,0 0 1,0 1-1,0-1 0,0 1 0,0-1 0,0 1 0,0-1 1,0 0-1,0 1 0,0-1 0,0 1 0,0-1 0,0 0 0,0 1 1,1-1-1,-1 1 0,0-1 0,0 1 0,1-1 0,-1 1 1,0-1-1,1 1 0,-1-1 0,1 1 0,-1-1 0,1 1 1,0-1 11,0 1-20,0 0 1,1 0 0,-1 0-1,0-1 1,0 1 0,0 0-1,0-1 1,0 1 0,0 0-1,0-1 1,-1 1 0,1-1-1,0 0 1,0 1 0,0-1 0,0 0-1,-1 0 1,1 1 0,1-2-1,-1 0 13,0 1-1,1 0 0,-1-1 1,0 1-1,1 0 0,-1 0 1,1 0-1,0 0 0,-1 1 1,1-1-1,0 0 0,-1 1 1,4-2-1,0 1 87,2-1-74,1 0-1,-1 0 1,0 1 0,1 0-1,0 0 1,-1 1-1,1 0 1,-1 0 0,1 1-1,9 2 1,-18-2-34,1-1 0,-1 1 0,1 0 0,-1 0 0,0-1 0,1 1 0,-1-1 0,0 1 0,1 0 0,-1-1 0,0 1 0,0-1 0,1 1 0,-1-1 0,0 0 0,0 1 0,0-1 0,0 0 0,-1 1 0,1-1 22,-11 13 255,-5 4 159,4-10-61,-1-1 1,1 0-1,-1-1 1,0 0 0,0-1-1,-1-1 1,1 0-1,-1-1 1,0-1-1,-15 0 1,29-1-358,1-1 1,-1 0-1,1 0 0,-1 1 0,1-1 0,0 0 1,-1 0-1,1 0 0,0 0 0,-1 0 1,1 0-1,0 1 0,0-1 0,0 0 1,0 0-1,0 0 0,0 0 0,0 0 0,0 0 1,1 0-1,-1 0 0,0 0 0,0 1 1,1-1-1,-1 0 0,0 0 0,1 0 1,-1 0-1,2-1 0,15-4-13,-2-1-280,-1 1 0,1 1-1,1 1 1,24-4 0,-15 12-356,-26-4 623,1 0 0,0 0 0,0 0 1,0 0-1,0 0 0,0 0 0,-1 0 0,1 0 0,0 0 1,0 0-1,0 0 0,0 1 0,0-1 0,0 0 1,-1 0-1,1 0 0,0 0 0,0 0 0,0 0 1,0 0-1,0 1 0,0-1 0,0 0 0,0 0 1,0 0-1,0 0 0,0 0 0,0 1 0,0-1 0,0 0 1,0 0-1,0 0 0,0 0 0,0 1 0,0-1 1,0 0-1,0 0 0,0 0 0,0 0 0,0 0 1,0 1-1,0-1 0,0 0 0,0 0 0,0 0 0,0 0 1,0 0-1,1 0 0,-1 1 0,0-1 0,0 0 1,0 0-1,0 0 0,0 0 0,0 0 0,0 0 1,1 0-1,-1 0 0,0 0 0,0 0 0,0 0 1,1 1-1,-68 24 1324,62-25-1510,10-6-1367,6 0-422,-6 4 730,0 0 1,-1-1-1,1 0 0,-1 0 1,8-7-1,13-23-6635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0:28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 2001,'0'11'3602,"0"-2"-161,0-2-480,0-3-159,0 12-401,0-6-1361,0 1-2240,-20-16-4483,-30-22-4802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26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2961,'95'36'9285,"-20"23"-1602,-25-6-4561,25-6-2242,0 1-80,0-6 1,0 1-161,0-13-320,0-8-160,-55-6-640,30-6-2241,-25-15-15448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7:27.0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0 402 800,'0'-5'4242,"0"-1"-1520,0 1-882,25 0-159,-25-6 0,25-5 480,125-41 3041,45-28-159,-20 33-3443,-25 9-1760,-50 11 80,-5 7 400,-20 4-1040,-50-1-4242,25 6-7764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6:53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23 960,'25'0'2161,"25"-7"-80,-25 3-320,0-1-400,0 5-241,25-7-319,-25 7-241,20 7-320,5 2-800,0 14-2482,25 2-3601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6:54.0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3522,'150'10'4322,"-5"6"-2241,-70 0-2402,-25-12-3440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4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26 569 1361,'1'-1'4039,"-6"-2"-3089,-12 2 1131,13 1 1227,8 0-1921,11 3-142,-20 4 338,4-6-1485,0-1 0,0 1 0,0 0 0,1 0 0,-1-1 0,0 1 0,0 0 0,1 0 0,-1 0 0,0 0 0,1 0 0,-1 0 0,1 0 0,-1 0 0,1 0 0,0 0-1,-1 0 1,1 0 0,0 0 0,0 0 0,0 0 0,0 0 0,0 0 0,0 1 0,0-1 0,0 0 0,0 0 0,0 0 0,1 0 0,-1 0 0,1 2 0,9 11 911,1 0 0,18 19 0,-8-11-368,-14-14-477,1 0 1,0-1-1,0 0 0,1 0 0,13 7 1,20 16 410,100 72 1332,-138-99-1912,1-1-1,-1 0 1,1 0-1,0 0 0,-1 0 1,1-1-1,0 0 0,0 0 1,0 0-1,0-1 1,1 0-1,-1 0 0,0 0 1,10-2-1,-11 2-2,0-1 0,0 0 0,0 0 1,0 0-1,0 0 0,0-1 0,0 0 0,0 0 0,0 0 0,-1 0 0,1 0 0,-1-1 0,1 0 0,-1 1 0,0-1 0,0 0 0,4-7 1,64-91-460,-66 94 438,7-12-35,-1-1 1,0 0-1,-1 0 0,12-36 1,-10 13 238,-8 32-147,-1 1 1,0-1 0,-1 0-1,0 0 1,1-16 0,-5-15-17,1 29 10,0-1-1,1 0 0,0 1 0,1-1 0,0 1 0,5-17 0,2 11-23,-6 14-16,0 0 0,0-1 0,0 1 0,-1-1-1,0 1 1,0-1 0,1-10 0,-3 0-29,1 10 76,-1 1 0,1-1 1,1 0-1,-1 1 0,1-1 0,0 1 1,2-9-1,6-5 31,24-35 0,-32 52-64,-1 1-1,1-1 1,0 1 0,-1-1 0,1 1-1,-1-1 1,1 1 0,-1-1 0,1 1 0,-1-1-1,0 0 1,0 1 0,0-1 0,0 1-1,0-1 1,-1-3 0,0-18 9,1 22 222,4 1-160,13 0-41,-9-5 134,15-1-18,1 0-1,0 2 0,0 0 0,46 0 0,-18 1 87,173-2 467,-176 5-616,-20 1-483,-16 0-4036,-30-3-1721,-8-4-442,0-8 0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5.0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276 18 2161,'-1'-2'3675,"6"0"-2828,-4 2-347,13-1 306,-8-5 2877,-6 5-3592,1 1-1,0-1 1,-1 1 0,1-1-1,0 1 1,-1-1 0,1 1-1,0 0 1,0-1 0,-1 1-1,1 0 1,0-1 0,0 1-1,0 0 1,-1 0-1,1 0 1,0 0 0,0 0-1,0 0 1,-1 0 0,1 0-1,0 0 1,2 1 0,-2-1 134,7 6 1749,4-1-1323,-3-3-376,-1 2 1,0-1-1,0 1 1,14 9-1,-20-10-247,1-1 1,-1 0-1,0 1 1,0-1-1,0 1 1,0 0-1,0 0 1,-1 0-1,1 0 1,-1 0-1,1 0 1,-1 0-1,0 0 1,-1 0-1,1 1 1,0-1-1,-1 0 1,0 1-1,0-1 1,0 0-1,0 1 1,0-1-1,-1 0 1,1 1-1,-1-1 0,0 0 1,0 0-1,0 0 1,-1 1-1,1-1 1,-1 0-1,0-1 1,1 1-1,-1 0 1,0 0-1,-4 3 1,-10 13 48,7-8 8,1 0-1,-2-1 1,1 1 0,-2-2 0,1 0 0,-1 0 0,0-1-1,-19 11 1,-15 1 858,0-2-1,-90 22 1,133-39-915,0 0 1,0-1-1,0 0 0,0 1 1,-1-1-1,1 0 0,0 0 1,0 0-1,0 0 0,0-1 1,0 1-1,0-1 0,0 1 1,0-1-1,0 1 0,-2-2 1,3 1-22,-1 0 0,1-1 0,0 1 1,0 0-1,0 0 0,0-1 0,1 1 0,-1 0 1,0-1-1,0 1 0,1-1 0,-1 1 1,1-1-1,-1 1 0,1-1 0,0 0 0,0 1 1,0-1-1,-1 1 0,2-1 0,-1-1 0,0 1-6,0 1-1,0 0 0,0 0 0,0 0 1,0 0-1,0 0 0,0 0 0,0 0 0,1 0 1,-1-1-1,0 1 0,1 0 0,-1 0 1,1 0-1,0 0 0,-1 0 0,1 1 0,-1-1 1,1 0-1,0 0 0,0 0 0,0 1 1,-1-1-1,1 0 0,0 1 0,0-1 1,0 0-1,2 0 0,2-2-7,-2-3-37,2 1 8,2 5 50,0 1-1,1-1 0,-1 1 1,0 0-1,0 1 0,0 0 1,0 0-1,0 0 0,-1 1 1,1 0-1,-1 1 0,1-1 1,-1 1-1,0 0 0,9 8 1,11 10 419,43 29 1,-62-46-450,1-1-1,-1-1 1,1 1 0,-1-1-1,1-1 1,0 1 0,0-1-1,0-1 1,0 1 0,0-1 0,0-1-1,17 0 1,-14-2-884,1 0 0,-1 0 0,0-1 1,0 0-1,0-1 0,-1-1 0,1 0 0,17-11 0,4-7-6483,31-28 0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5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4642,'0'-5'6563,"0"10"-4402,25 6-1040,-25-2 399,50 45 1442,0 20-161,25-22-1761,-50-4-960,25-16-640,-25-7-1921,25-9-3442,-25-5-3361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1 201 3041,'50'-4'3122,"-25"-7"-401,75-21-240,75-46-880,-50 3-6003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7.2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1 537 4322,'15'17'1416,"-7"-11"-816,-1 2 0,-1-1 0,1 1 0,-1 0 0,0 0 0,-1 1 0,6 10 0,22 70 2682,-29-82-3167,0-1 0,1 0 1,0 0-1,0-1 0,0 0 1,1 0-1,-1 0 0,1 0 1,0-1-1,1 0 0,-1 0 1,1-1-1,0 1 1,0-2-1,0 1 0,9 2 1,-11-4-39,0 0 0,-1 0 1,1 0-1,0-1 0,0 0 1,0 1-1,0-2 0,-1 1 1,1-1-1,0 1 0,9-4 0,-11 3-59,-1 0 0,1-1 0,-1 1 0,1-1 0,-1 1 0,1-1-1,-1 0 1,0 0 0,0 0 0,0 0 0,0-1 0,0 1 0,-1 0-1,1-1 1,0 1 0,-1-1 0,0 0 0,0 1 0,0-1-1,0 0 1,1-3 0,6-68-58,34-113-53,-41 178 80,-1-1 0,0 1 0,0-1 0,-1 1 0,0-1 0,0 1 0,-1-1 0,-4-11 0,3 10 42,0-1 0,1 0 1,-1-23-1,3 30-7,-1-1-1,1 1 1,-1-1 0,0 1 0,-1-1 0,1 1 0,-1 0 0,0 0 0,0 0-1,-1 0 1,1 0 0,-1 0 0,0 0 0,0 1 0,-1 0 0,-7-8-1,6 6 8,2 2 5,-1-1 0,2 1 1,-1 0-1,0-1 0,1 0 1,0 1-1,0-1 0,0 0 0,-1-8 1,-4-11 169,0 7-83,4 11-88,1-1-1,0 1 1,0-1-1,0 0 1,1 1-1,0-1 0,0 0 1,1-8-1,0 14-25,0 0 0,0 0-1,0 1 1,0-1 0,0 0-1,0 0 1,0 0 0,0 0-1,0 0 1,1 0 0,-1 0 0,0 1-1,1-1 1,-1 0 0,1 0-1,-1 0 1,1 1 0,-1-1-1,1 0 1,0 1 0,-1-1-1,1 0 1,0 1 0,-1-1-1,1 1 1,0-1 0,1 0-1,-1 1 8,0-1-1,0 1 0,-1 0 1,1-1-1,0 0 0,0 1 1,-1-1-1,1 0 0,0 1 1,-1-1-1,1 0 0,-1 1 1,1-1-1,-1 0 0,1 0 1,-1 0-1,0 0 0,1 0 1,-1 1-1,0-1 0,0 0 1,1 0-1,-1 0 0,0 0 1,0 0-1,0 0 0,0-1 1,29-6 573,-21 7-303,0 0 1,0 1-1,0 1 1,14 1-1,3 1 281,182 14 1569,-136-11-1983,133 15 1338,-54 4-5023,-125-17-2042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8.2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93 511 1040,'2'4'7195,"4"-3"-5327,5-4-2731,-10 2 1561,4 0-245,-5-9 681,-1-4-862,-1 0 0,0 1 0,-1 0 0,0-1 0,-1 1 0,-7-18 0,-9-32 586,16 42-559,3 13-162,0 0 0,-1 0 1,0 1-1,0-1 0,-1 1 0,0-1 0,0 1 0,-5-9 1,4 12-53,1-1 0,1 0 0,-1 0 0,1 0 0,-1 0 1,2 0-1,-1-1 0,0 1 0,1-1 0,0 1 0,0-1 1,1-5-1,-1 6-4,1 0 0,-1 0 1,0 1-1,0-1 0,0 0 1,-4-8-1,4 12-45,0-1 0,0 0 0,0 0 0,1 1 0,-1-1 0,1 0 0,-1 0 0,1 0 0,-1 0 0,1 0 0,0 0 0,0 0 0,0 0 0,0 0 0,0 0 0,1 0 0,-1 0 0,0 0 0,1 0 0,0 1 0,-1-1 0,1 0 0,0 0 0,0 0 0,0 1 0,0-1 0,0 0 0,1 1 0,-1-1 0,0 1 0,3-3 0,4-2 76,-1-1 0,1 2 0,1-1 0,-1 1 0,0 0 0,1 1 0,0 0 0,0 1 0,11-4 0,-15 6-32,-1 2-13,-2 0-75,-1-1 8,0 0 1,0 0-1,0 0 0,-1 1 0,1-1 0,0 0 1,0 0-1,0 1 0,-1-1 0,1 0 0,0 1 1,-1-1-1,1 1 0,0-1 0,-1 1 0,1-1 1,0 1-1,-1-1 0,1 1 0,-1 0 1,1-1-1,-1 1 0,0 0 0,1 0 0,-1-1 1,1 1-1,-1 0 0,0 0 0,0-1 0,0 1 1,1 0-1,-1 0 0,0 0 0,0-1 0,0 1 1,0 1-1,1 1-43,0 1 0,1-1 0,-1 0 0,1 0 0,0 0-1,0 0 1,0 0 0,0 0 0,1-1 0,-1 1 0,1-1 0,-1 1 0,1-1 0,0 0 0,4 2 0,0 2-42,-2 5 3,-1-2 71,3-7 14,-7-2-1,1 0 0,0 0 0,-1 0 1,1 1-1,-1-1 0,1 0 0,0 0 0,-1 0 1,1 1-1,-1-1 0,1 0 0,-1 0 0,1 1 1,-1-1-1,1 1 0,-1-1 0,1 0 0,-1 1 1,0-1-1,1 1 0,-1-1 0,1 1 0,-1-1 1,0 1-1,0-1 0,1 1 0,-1 0 0,0-1 1,0 1-1,0-1 0,0 1 0,1-1 0,-1 1 1,0 1-1,0-2 1,0 1 1,0-1 0,0 1-1,0-1 1,1 1 0,-1-1 0,0 1-1,0-1 1,1 1 0,-1-1-1,0 1 1,1-1 0,-1 0-1,0 1 1,1-1 0,-1 0-1,1 1 1,-1-1 0,0 0-1,1 1 1,-1-1 0,1 0-1,-1 0 1,1 0 0,-1 1-1,1-1 1,-1 0 0,1 0-1,-1 0 1,1 0 0,0 0 0,0 0 1,-1 0 1,1 0 0,-1 0 0,1 0 0,-1 0 0,1 1 0,-1-1 0,1 0 0,-1 0 0,1 0 0,-1 1-1,1-1 1,-1 0 0,1 0 0,-1 1 0,1-1 0,-1 0 0,0 1 0,1-1 0,-1 1 0,0-1 0,1 0-1,-1 1 1,0-1 0,0 1 0,1-1 0,-1 1 0,0-1 0,0 1 0,0-1 0,1 1 0,-1 0-1,0-1 0,0 1 0,-1-1 0,1 1 0,0-1 0,0 1 0,0-1 0,0 1 0,0-1 0,-1 0 0,1 1 0,0-1 0,0 1 0,-1-1 0,1 0 0,0 1 0,-1-1 0,1 0 0,0 1 0,-1-1 0,1 0 0,-1 0 0,1 1 1,0-1-1,-1 0 0,1 0 0,-1 0 0,1 1 0,-1-1 0,1 0 0,-1 0 0,1 0 0,-1 0 0,0 0 6,1 0-1,-1 0 1,0 0 0,1 1 0,-1-1-1,0 0 1,1 0 0,-1 1-1,0-1 1,1 0 0,-1 1 0,1-1-1,-1 1 1,1-1 0,-1 0 0,1 1-1,-1-1 1,1 1 0,-1-1 0,1 1-1,0 0 1,-1-1 0,1 1-1,0-1 1,0 1 0,-1 0 0,1-1-1,0 1 1,0 0 0,0-1 0,0 1-1,0 0 1,0-1 0,0 2-1,-1-1-13,-1-1-1,1 0 0,0 1 0,0-1 0,0 0 1,0 0-1,-1 0 0,1 0 0,0 0 0,0 0 1,0 0-1,0 0 0,-1 0 0,1-1 0,-2 0 1,3 1-3,-1 0-13,1-1 1,-1 1-1,1-1 0,-1 0 1,1 1-1,0-1 0,-1 0 1,1 1-1,0-1 0,-1 0 1,1 0-1,0 1 1,0-1-1,0 0 0,0 0 1,0 1-1,0-1 0,0 0 1,0-1-1,0-4 5,1 11 94,-1-2-55,0-1 1,1 1-1,-1 0 0,1-1 1,-1 1-1,1 0 0,0-1 1,0 1-1,1-1 0,-1 1 1,0-1-1,1 0 0,1 3 1,8 11 206,0 9 153,-4-11 167,0 1 0,18 26 0,-9-20-3,-15-17-550,1-1 1,0 0 0,0-1 0,0 1 0,0 0 0,1 0 0,-1-1 0,1 0 0,-1 1 0,1-1 0,0 0-1,0 0 1,0 0 0,0-1 0,0 1 0,1-1 0,-1 0 0,5 2 0,1-5-2201,37-28-5469,-21 5 2601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8:28.7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201 118 1201,'0'-2'352,"0"-1"1,1 0 0,-1 0 0,1 0 0,0 1 0,0-1 0,0 0 0,0 1 0,0-1 0,0 1-1,1-1 1,-1 1 0,1-1 0,2-1 0,7-12 1970,-9 14-2078,1-1 0,-1 1 0,1-1 1,0 1-1,0 0 0,0 0 0,0 1 0,0-1 0,0 0 0,0 1 0,4-1 0,17-11 1083,-19 10-1126,0 0 0,0 1-1,0-1 1,0 1 0,0 0 0,0 0 0,0 0 0,1 1 0,-1 0-1,1 0 1,-1 1 0,10-1 0,-10 1-18,-1 0 0,1 0-1,-1 0 1,0 1 0,1 0 0,-1-1 0,0 2 0,0-1-1,0 0 1,0 1 0,0 0 0,0 0 0,0 0 0,0 0 0,-1 1-1,4 2 1,-5-2-14,-1-1 0,0 1 0,-1 0 0,1-1 0,0 1 0,-1 0-1,0-1 1,1 1 0,-1 0 0,0 0 0,0-1 0,-1 1 0,0 3 0,1 7 319,-1-10-394,1 1-1,-1-1 1,0 0 0,1 1-1,-1-1 1,-1 0-1,1 1 1,-1-1 0,1 0-1,-1 0 1,0 0-1,0 0 1,0 0-1,0-1 1,-1 1 0,-4 4-1,-6 3 139,0 0 0,-20 12 0,22-15-112,-27 15 369,-66 26 1,79-37-285,-3 1 120,0-2-1,-1 0 1,0-2-1,-31 4 1,56-11-153,8-2-106,50-8-94,83-3 0,424 8-333,-526 6-1276,46 10 1,-18 5-5752,-8 5-6326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16.1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39 160,'0'-11'1921,"25"6"-480,0-1-481,-25 1-720,25 0 400,-50 5-560,-25-6-4642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17.5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1 729 720,'3'-1'10767,"7"1"-6232,-2 1-4403,-4-3 1140,0-3-450,-1 3-721,0 0-1,0-1 0,0 1 1,0-1-1,0 0 0,-1 0 1,1 0-1,-1 0 1,0 0-1,3-5 0,13-17 344,8-13 423,-2-1 0,-2-1 0,27-64 0,-39 75-283,13-49 1,-10 32-127,-11 19-124,-2 25-286,0-1 1,0 1 0,0-1 0,0 1 0,0-1 0,1 1 0,-1-1 0,1 1 0,0-1 0,-1 1 0,3-4 0,5-3 107,-7 8-137,0 1-1,0-1 0,0 0 0,0 0 0,0 0 0,0 0 1,-1 0-1,1 0 0,0 0 0,-1 0 0,1 0 1,-1 0-1,1-1 0,-1 1 0,1 0 0,-1 0 1,0 0-1,0-1 0,1-1 0,-1 1-2,1 0 0,0 0 0,0 0 0,1 0 1,-1 0-1,0 0 0,1 0 0,-1 1 0,1-1 0,-1 0 0,1 1 0,0-1 0,0 1 0,0-1 0,0 1 1,0 0-1,0 0 0,3-1 0,17-14 52,-12 9-66,0 0 0,1 1 0,-1 0 0,2 1 1,-1 0-1,0 1 0,1 0 0,14-2 1,27-11 3,12-9-117,-42 18-74,39-21 1,-57 26 105,0 1-1,0-1 1,0 1-1,0 0 1,1 1 0,-1 0-1,1-1 1,-1 2-1,1-1 1,0 0 0,-1 1-1,1 0 1,0 1-1,-1-1 1,1 1 0,-1 0-1,1 1 1,-1-1-1,1 1 1,5 3 0,-9-3 78,-2 0 0,1 0 1,0 0-1,0 0 0,-1 0 1,1 0-1,-1 0 0,1 1 1,-1-1-1,0 0 1,0 0-1,0 0 0,0 0 1,-1 1-1,0 2 0,1 5 12,0 5 42,-1 0 0,0 0 1,-6 25-1,6-33-52,-1-1 1,0 0-1,-1 0 0,0 0 0,0 0 0,0-1 0,0 1 0,-1-1 0,0 0 0,0 0 0,-5 5 0,-13 21 15,21-28 3,-1 1 0,0-1 0,0 0 1,0 0-1,0 0 0,-1 0 0,1 0 0,-1 0 1,0-1-1,-3 3 0,-4 1 7,0-1 0,0 0 0,0-1 0,0 0 0,-1 0 0,0-1 0,0-1 0,0 0 0,0 0 0,0-1 0,0 0 0,0-1 0,0-1 0,0 0 0,0 0 0,0-1 0,0 0 0,-16-6 0,13 5 24,12 3-38,-1 0 1,0-1-1,1 1 1,-1-1 0,1 1-1,-1-1 1,1 0-1,-1 0 1,1 0-1,-1-1 1,1 1 0,-4-3-1,6 3-65,0 0-14,20 2-40,-14 2-4,-3 1 102,14 12 138,0 1 0,-1 1 0,0 0 0,-2 1 0,22 37 0,-30-47-57,1 1 0,1-1-1,0-1 1,0 1 0,0-1 0,1-1-1,1 1 1,-1-2 0,1 1 0,0-1 0,19 8-1,-9-6-63,0-1 0,1 0-1,-1-1 1,1-2-1,30 4 1,-36-7-523,0 0 0,0-1-1,0-1 1,1 0 0,-1-1 0,0 0-1,24-9 1,-27 6-1582,-1 0-1,-1 0 0,12-9 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0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101 361 560,'-17'0'2788,"1"0"0,-1-2 0,-29-6 0,42 10 2175,10 6-3522,17 12-842,27 16 595,-14-9-498,2-2 0,80 41 0,-106-60-615,0 0 1,-1 0 0,1 1 0,-1 1-1,-1 0 1,1 1 0,9 10-1,80 69 493,-91-79-534,1-1 0,1 0 0,-1-1 1,1-1-1,0 1 0,21 7 0,20 12 146,-48-19-223,0-5 127,-3-1-90,0-1-1,0 0 0,0 0 1,1 0-1,-1 0 1,0 0-1,0 0 0,0 0 1,0 0-1,0-1 1,0 1-1,0 0 0,0-1 1,0 1-1,0-1 0,0 1 1,0-1-1,0 1 1,1-2-1,-3-2-27,1 0 39,0 0 0,1-1 0,0 1 0,0 0 0,0-1 0,0 1 0,4-8 0,6-19 48,-7-1 16,-1-1 1,-2 1-1,-3-47 0,0 1 424,1 59-382,1 10-43,0 0 0,0 1 0,0-1 0,1 0 0,3-11 0,13-18 219,-5-9-84,9-21 329,-13 51-293,-6 12-91,0 1-1,0 0 1,-1-1-1,1 1 1,-1-1 0,0 0-1,0 1 1,-1-1-1,1 0 1,-1-7-1,0 9-44,0 1-1,0-1 1,0 0 0,0 0-1,0 0 1,1 0-1,0 0 1,0 0-1,-1 0 1,1 1 0,1-1-1,2-5 1,-1 5-84,1-1 0,0 1-1,0-1 1,0 1 0,0 0 0,6-3 0,-3 2 43,11-8 35,0 2 0,38-17-1,-44 23-85,0 0-1,0 1 1,0 1-1,0 0 1,0 1 0,1 0-1,13 1 1,25 4 126,-1 2 0,0 3 1,82 24-1,-97-22-63,-1 0 0,38 20 0,-61-25-234,-1 0 0,-1 0 0,1 1-1,-1 0 1,0 1 0,-1 0 0,14 17-1,-1-3-3880,-17-14-5142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1.7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15 2401,'0'0'8137,"4"-1"-6589,-3 1-1446,81-12 2145,-74 11-2225,0 1 0,0-1 0,0 2 0,0-1 0,0 1 0,0 0 0,0 1 0,12 3 0,-7 1 27,-7-4-12,0 1-1,0 0 0,0 0 0,0 0 0,6 6 1,-10-7-6,0 0 1,0-1-1,-1 1 1,1 0 0,-1 0-1,0 0 1,0 0 0,0 1-1,0-1 1,0 0-1,0 0 1,0 1 0,-1-1-1,1 1 1,-1-1 0,1 0-1,-1 1 1,0 3-1,0 0 66,0 1-1,0-1 0,-1 1 1,0-1-1,0 1 0,0-1 0,-1 0 1,0 0-1,0 0 0,0 0 0,-1 0 1,0 0-1,0-1 0,-1 1 1,1-1-1,-1 0 0,0 0 0,-1 0 1,1 0-1,-1-1 0,0 0 1,-10 7-1,-34 21 1905,-81 41 0,122-70-1825,0 0 1,0 0-1,0-1 1,-1 0 0,1-1-1,0 0 1,-1 0 0,1-1-1,-1 0 1,1 0-1,0-1 1,-12-2 0,14 2-142,0 0 1,0-1-1,0 0 1,0 0-1,0 0 1,0-1-1,1 0 0,-1 0 1,1 0-1,0-1 1,0 1-1,0-1 1,1 0-1,-1-1 1,1 1-1,0-1 1,-4-6-1,7 10-26,0 0 0,0 0 0,0-1 0,1 1 0,-1 0-1,0-1 1,1 1 0,-1 0 0,1-1 0,0 1 0,-1 0 0,1-1 0,0 1-1,0-1 1,0 1 0,-1-1 0,2 1 0,-1-1 0,0 1 0,0 0-1,0-1 1,1 1 0,-1-1 0,1 1 0,-1 0 0,1-1 0,-1 1 0,1 0-1,0-1 1,0 1 0,0 0 0,0 0 0,0 0 0,0 0 0,0 0 0,0 0-1,0 0 1,0 0 0,2-1 0,2 0 10,1 0 1,-1 0-1,0 1 0,1-1 1,-1 1-1,1 1 0,-1-1 1,1 1-1,0 0 1,-1 0-1,9 1 0,30 8 80,0 1 0,-1 3-1,-1 1 1,43 20 0,-54-22-89,-1 1 1,0 2 0,-1 1-1,51 37 1,-73-48-305,0-1 0,1 1 0,0-1-1,0-1 1,0 0 0,0 0 0,1 0 0,-1-1 0,1 0-1,11 0 1,-8-1-1225,0 0-1,0-1 1,0-1 0,0 0-1,19-4 1,-23 2-366,0 1 0,-1-1 1,0 0-1,0-1 0,0 0 1,8-5-1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2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5 2001,'-25'-4'5442,"50"8"-3441,-25 3 0,50 2 80,50 39 2241,50 32-80,-25-12-2881,-55-11-1441,5-9-481,0-27-2400,0-5-2722,-25-5-4641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2.9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1 237 7123,'0'-4'5283,"50"-3"-3122,-5-18-1361,180-44-1200,-50-10-3042,-25 26-6722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3.6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 2481,'0'0'2161,"0"-5"2881,25-1-3601,0 6-80,0-5-161,25 0-239,0 5-241,0 0-240,0-6-240,25 6-960,-5 0-2321,-20 6-1922,0 4 161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4.0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1 640,'25'6'4322,"50"-1"0,75 6-80,45-6-2001,-70 0-2481,-25 1-4962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4.5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 1 960,'-24'0'5043,"24"6"-2642,24-6-320,-24 10-400,0 1-321,75 30 481,75 18-160,-50-11-961,0-7-480,-30 12-160,5 0-80,-25-6-880,0-4-801,-50-6-2801,25-12-5683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24.9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0 522 8564,'25'-48'5282,"75"-20"-3121,50-7-1360,50-8-241,-5 4 0,5 4-1200,25 18-4002,-80 20-3922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45.8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 1040,'0'-1'6923,"0"11"-5668,0 7 55,0 0-88,0 0-1,-4 28 1,-4-12-316,4-17-466,1 1 1,0 0 0,0 28-1,2-7 21,1 0 256,5 53-1,11 12 525,-3-26 260,4 125-1,-5-32-702,1 2-1436,-13-77-2211,0-36-3559,0-31-3250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39:48.7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151 152 2321,'-146'15'8484,"146"-15"-8404,0 0-1,-1 0 1,1 0 0,0 0-1,0 0 1,0 0-1,-1 0 1,1 0 0,0 0-1,0 0 1,0 0 0,0-1-1,-1 1 1,1 0 0,0 0-1,0 0 1,0 0 0,0 0-1,0-1 1,-1 1-1,1 0 1,0 0 0,0 0-1,0 0 1,0-1 0,0 1-1,0 0 1,0 0 0,0 0-1,0-1 1,0 1 0,0 0-1,0 0 1,0 0-1,0-1 1,0 1 0,0 0-1,0 0 1,0 0 0,0-1-1,0 1 1,0 0 0,0 0-1,0 0 1,0 0 0,0-1-1,0 1 1,0 0 0,1 0-1,-1 0 1,0 0-1,0-1 1,0 1 0,0 0-1,0 0 1,1 0 0,-1 0-1,0 0 1,0 0 0,0-1-1,0 1 1,1 0 0,-1 0-1,0 0 1,0 0-1,0 0 1,1 0 0,16-1 520,-12-8 1161,-2 3-1374,7 1 2,1 1 1,0 1 0,0-1 0,0 2 0,0-1 0,0 1-1,1 1 1,20 0 0,31 6 304,391 76 1520,-321-57-1734,237 14 0,-171-23-119,3 1-108,216-11 0,-354-4-82,1 4 0,86 16 0,-10-1 37,5-3-148,395 39 387,-508-52-436,0-2 1,0-2-1,0 0 0,0-3 1,0 0-1,47-13 1,52-27 432,-72 23-275,111-43 43,40-11 108,-163 60-191,1 1 1,71-7 0,295-2 1929,-256 17-1424,707-57-616,-126 4-19,-607 53 0,-48 1 0,0 3 0,91 11 0,94 20 0,693 42 0,-807-64 0,66-2 0,214 19 0,-376-17 0,113 20 0,143 35 0,-217-46 0,-69-4 0,-10-3 0,-14-7 0,0 0 0,-1 0 0,0 1 0,0-1 0,7 8 0,-6-6 0,1 0 0,-1 0 0,0 0 0,10 4 0,54 21 0,-61-25 0,1 0 0,-1-1 0,19 4 0,21 9 0,-16-5 0,-23-10 0,0 1 0,-1 0 0,1 1 0,-1 0 0,0 0 0,0 1 0,8 6 0,-16-10 0,0 1 0,-1-1 0,1 1 0,0-1 0,-1 1 0,0 0 0,1-1 0,-1 1 0,0 0 0,0-1 0,0 1 0,0 0 0,0-1 0,0 1 0,0 0 0,-1-1 0,1 1 0,-1 0 0,1-1 0,-1 1 0,1-1 0,-1 1 0,0-1 0,0 1 0,-2 2 0,-6 6 0,0 0 0,0 0 0,-1-1 0,0 0 0,-12 7 0,-65 39 0,51-33 0,-247 180 0,-4 2 0,257-185 0,1 2 0,0 0 0,1 2 0,2 1 0,0 2 0,2 0 0,1 2 0,1 0 0,1 1 0,-21 40 0,1 11 0,41-80 0,0 0 0,-1 0 0,1 1 0,0-1 0,0 0 0,0 0 0,0 1 0,0-1 0,0 0 0,0 0 0,0 0 0,0 1 0,0-1 0,0 0 0,0 0 0,0 1 0,0-1 0,0 0 0,0 0 0,0 0 0,0 1 0,0-1 0,0 0 0,0 0 0,0 1 0,0-1 0,0 0 0,1 0 0,-1 0 0,0 0 0,0 1 0,0-1 0,0 0 0,1 0 0,-1 0 0,0 0 0,0 1 0,0-1 0,0 0 0,1 0 0,-1 0 0,0 0 0,0 0 0,1 0 0,-1 0 0,0 0 0,0 0 0,0 0 0,1 0 0,-1 0 0,0 0 0,0 0 0,1 0 0,-1 0 0,0 0 0,0 0 0,1 0 0,-1 0 0,1 0 0,-1 0 0,1 0 0,-1 0 0,1 0 0,-1-1 0,1 1 0,-1 0 0,0 0 0,1 0 0,-1 0 0,1-1 0,-1 1 0,0 0 0,1-1 0,-1 1 0,0 0 0,1 0 0,-1-1 0,0 1 0,1-1 0,-1 1 0,0 0 0,0-1 0,1 1 0,-1-1 0,0 1 0,0 0 0,0-1 0,0 0 0,0-2 0,-3-24 0,-3 21 0,5 6 0,0 0 0,0-1 0,1 1 0,-1-1 0,0 0 0,1 1 0,-1-1 0,1 0 0,-1 1 0,1-1 0,-1 0 0,1 1 0,-1-1 0,1 0 0,0 0 0,-1 0 0,1 1 0,0-1 0,0 0 0,0 0 0,-1-1 0,1 1 0,0 0 0,0 1 0,0-1 0,0 0 0,-1 1 0,1-1 0,0 0 0,-1 1 0,1-1 0,0 0 0,-1 1 0,1-1 0,-1 1 0,1-1 0,-1 1 0,1-1 0,-1 1 0,1-1 0,-1 1 0,1 0 0,-1-1 0,0 1 0,1 0 0,-1 0 0,0-1 0,1 1 0,-2 0 0,-26-6 0,15 4 0,-57-7 0,0 3 0,-112 5 0,34 1 0,-294-37 0,122 5 0,260 29 0,-583-25 0,-197 59 0,515-19 0,-590-22 0,887 9 0,-585-39 0,421 18 0,0 8 0,-368 22 0,364 14 0,-62 25 0,188-34 0,-76 25 0,-45 5 0,107-26 0,80-16 0,-149 31 0,-206 19 0,185-34 0,-326 77 0,251-38 0,32-19 0,176-31 0,-1-2 0,0-2 0,0-2 0,1-2 0,-58-9 0,27 3 0,67 6-235,11-1-481,22-5-2241,-3 1-1544,46-22-5931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8-21T19:40:32.2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0 720,'0'37'160,"0"-12"0,0 2 1,0-11 79,0-5 80,25-6-160,0 0-80,25 0-240,-25-5-1041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8/21/2023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7.png"/><Relationship Id="rId21" Type="http://schemas.openxmlformats.org/officeDocument/2006/relationships/image" Target="../media/image19.png"/><Relationship Id="rId42" Type="http://schemas.openxmlformats.org/officeDocument/2006/relationships/customXml" Target="../ink/ink20.xml"/><Relationship Id="rId63" Type="http://schemas.openxmlformats.org/officeDocument/2006/relationships/image" Target="../media/image40.png"/><Relationship Id="rId84" Type="http://schemas.openxmlformats.org/officeDocument/2006/relationships/customXml" Target="../ink/ink41.xml"/><Relationship Id="rId138" Type="http://schemas.openxmlformats.org/officeDocument/2006/relationships/customXml" Target="../ink/ink68.xml"/><Relationship Id="rId159" Type="http://schemas.openxmlformats.org/officeDocument/2006/relationships/image" Target="../media/image88.png"/><Relationship Id="rId170" Type="http://schemas.openxmlformats.org/officeDocument/2006/relationships/customXml" Target="../ink/ink84.xml"/><Relationship Id="rId191" Type="http://schemas.openxmlformats.org/officeDocument/2006/relationships/image" Target="../media/image104.png"/><Relationship Id="rId205" Type="http://schemas.openxmlformats.org/officeDocument/2006/relationships/image" Target="../media/image111.png"/><Relationship Id="rId107" Type="http://schemas.openxmlformats.org/officeDocument/2006/relationships/image" Target="../media/image62.png"/><Relationship Id="rId11" Type="http://schemas.openxmlformats.org/officeDocument/2006/relationships/image" Target="../media/image14.png"/><Relationship Id="rId32" Type="http://schemas.openxmlformats.org/officeDocument/2006/relationships/customXml" Target="../ink/ink15.xml"/><Relationship Id="rId53" Type="http://schemas.openxmlformats.org/officeDocument/2006/relationships/image" Target="../media/image35.png"/><Relationship Id="rId74" Type="http://schemas.openxmlformats.org/officeDocument/2006/relationships/customXml" Target="../ink/ink36.xml"/><Relationship Id="rId128" Type="http://schemas.openxmlformats.org/officeDocument/2006/relationships/customXml" Target="../ink/ink63.xml"/><Relationship Id="rId149" Type="http://schemas.openxmlformats.org/officeDocument/2006/relationships/image" Target="../media/image83.png"/><Relationship Id="rId5" Type="http://schemas.openxmlformats.org/officeDocument/2006/relationships/image" Target="../media/image11.png"/><Relationship Id="rId95" Type="http://schemas.openxmlformats.org/officeDocument/2006/relationships/image" Target="../media/image56.png"/><Relationship Id="rId160" Type="http://schemas.openxmlformats.org/officeDocument/2006/relationships/customXml" Target="../ink/ink79.xml"/><Relationship Id="rId181" Type="http://schemas.openxmlformats.org/officeDocument/2006/relationships/image" Target="../media/image99.png"/><Relationship Id="rId22" Type="http://schemas.openxmlformats.org/officeDocument/2006/relationships/customXml" Target="../ink/ink10.xml"/><Relationship Id="rId43" Type="http://schemas.openxmlformats.org/officeDocument/2006/relationships/image" Target="../media/image30.png"/><Relationship Id="rId64" Type="http://schemas.openxmlformats.org/officeDocument/2006/relationships/customXml" Target="../ink/ink31.xml"/><Relationship Id="rId118" Type="http://schemas.openxmlformats.org/officeDocument/2006/relationships/customXml" Target="../ink/ink58.xml"/><Relationship Id="rId139" Type="http://schemas.openxmlformats.org/officeDocument/2006/relationships/image" Target="../media/image78.png"/><Relationship Id="rId85" Type="http://schemas.openxmlformats.org/officeDocument/2006/relationships/image" Target="../media/image51.png"/><Relationship Id="rId150" Type="http://schemas.openxmlformats.org/officeDocument/2006/relationships/customXml" Target="../ink/ink74.xml"/><Relationship Id="rId171" Type="http://schemas.openxmlformats.org/officeDocument/2006/relationships/image" Target="../media/image94.png"/><Relationship Id="rId192" Type="http://schemas.openxmlformats.org/officeDocument/2006/relationships/customXml" Target="../ink/ink95.xml"/><Relationship Id="rId206" Type="http://schemas.openxmlformats.org/officeDocument/2006/relationships/customXml" Target="../ink/ink102.xml"/><Relationship Id="rId12" Type="http://schemas.openxmlformats.org/officeDocument/2006/relationships/customXml" Target="../ink/ink5.xml"/><Relationship Id="rId33" Type="http://schemas.openxmlformats.org/officeDocument/2006/relationships/image" Target="../media/image25.png"/><Relationship Id="rId108" Type="http://schemas.openxmlformats.org/officeDocument/2006/relationships/customXml" Target="../ink/ink53.xml"/><Relationship Id="rId129" Type="http://schemas.openxmlformats.org/officeDocument/2006/relationships/image" Target="../media/image73.png"/><Relationship Id="rId54" Type="http://schemas.openxmlformats.org/officeDocument/2006/relationships/customXml" Target="../ink/ink26.xml"/><Relationship Id="rId75" Type="http://schemas.openxmlformats.org/officeDocument/2006/relationships/image" Target="../media/image46.png"/><Relationship Id="rId96" Type="http://schemas.openxmlformats.org/officeDocument/2006/relationships/customXml" Target="../ink/ink47.xml"/><Relationship Id="rId140" Type="http://schemas.openxmlformats.org/officeDocument/2006/relationships/customXml" Target="../ink/ink69.xml"/><Relationship Id="rId161" Type="http://schemas.openxmlformats.org/officeDocument/2006/relationships/image" Target="../media/image89.png"/><Relationship Id="rId182" Type="http://schemas.openxmlformats.org/officeDocument/2006/relationships/customXml" Target="../ink/ink90.xml"/><Relationship Id="rId6" Type="http://schemas.openxmlformats.org/officeDocument/2006/relationships/customXml" Target="../ink/ink2.xml"/><Relationship Id="rId23" Type="http://schemas.openxmlformats.org/officeDocument/2006/relationships/image" Target="../media/image20.png"/><Relationship Id="rId119" Type="http://schemas.openxmlformats.org/officeDocument/2006/relationships/image" Target="../media/image68.png"/><Relationship Id="rId44" Type="http://schemas.openxmlformats.org/officeDocument/2006/relationships/customXml" Target="../ink/ink21.xml"/><Relationship Id="rId65" Type="http://schemas.openxmlformats.org/officeDocument/2006/relationships/image" Target="../media/image41.png"/><Relationship Id="rId86" Type="http://schemas.openxmlformats.org/officeDocument/2006/relationships/customXml" Target="../ink/ink42.xml"/><Relationship Id="rId130" Type="http://schemas.openxmlformats.org/officeDocument/2006/relationships/customXml" Target="../ink/ink64.xml"/><Relationship Id="rId151" Type="http://schemas.openxmlformats.org/officeDocument/2006/relationships/image" Target="../media/image84.png"/><Relationship Id="rId172" Type="http://schemas.openxmlformats.org/officeDocument/2006/relationships/customXml" Target="../ink/ink85.xml"/><Relationship Id="rId193" Type="http://schemas.openxmlformats.org/officeDocument/2006/relationships/image" Target="../media/image105.png"/><Relationship Id="rId207" Type="http://schemas.openxmlformats.org/officeDocument/2006/relationships/image" Target="../media/image112.png"/><Relationship Id="rId13" Type="http://schemas.openxmlformats.org/officeDocument/2006/relationships/image" Target="../media/image15.png"/><Relationship Id="rId109" Type="http://schemas.openxmlformats.org/officeDocument/2006/relationships/image" Target="../media/image63.png"/><Relationship Id="rId34" Type="http://schemas.openxmlformats.org/officeDocument/2006/relationships/customXml" Target="../ink/ink16.xml"/><Relationship Id="rId55" Type="http://schemas.openxmlformats.org/officeDocument/2006/relationships/image" Target="../media/image36.png"/><Relationship Id="rId76" Type="http://schemas.openxmlformats.org/officeDocument/2006/relationships/customXml" Target="../ink/ink37.xml"/><Relationship Id="rId97" Type="http://schemas.openxmlformats.org/officeDocument/2006/relationships/image" Target="../media/image57.png"/><Relationship Id="rId120" Type="http://schemas.openxmlformats.org/officeDocument/2006/relationships/customXml" Target="../ink/ink59.xml"/><Relationship Id="rId141" Type="http://schemas.openxmlformats.org/officeDocument/2006/relationships/image" Target="../media/image79.png"/><Relationship Id="rId7" Type="http://schemas.openxmlformats.org/officeDocument/2006/relationships/image" Target="../media/image12.png"/><Relationship Id="rId162" Type="http://schemas.openxmlformats.org/officeDocument/2006/relationships/customXml" Target="../ink/ink80.xml"/><Relationship Id="rId183" Type="http://schemas.openxmlformats.org/officeDocument/2006/relationships/image" Target="../media/image100.png"/><Relationship Id="rId24" Type="http://schemas.openxmlformats.org/officeDocument/2006/relationships/customXml" Target="../ink/ink11.xml"/><Relationship Id="rId45" Type="http://schemas.openxmlformats.org/officeDocument/2006/relationships/image" Target="../media/image31.png"/><Relationship Id="rId66" Type="http://schemas.openxmlformats.org/officeDocument/2006/relationships/customXml" Target="../ink/ink32.xml"/><Relationship Id="rId87" Type="http://schemas.openxmlformats.org/officeDocument/2006/relationships/image" Target="../media/image52.png"/><Relationship Id="rId110" Type="http://schemas.openxmlformats.org/officeDocument/2006/relationships/customXml" Target="../ink/ink54.xml"/><Relationship Id="rId131" Type="http://schemas.openxmlformats.org/officeDocument/2006/relationships/image" Target="../media/image74.png"/><Relationship Id="rId61" Type="http://schemas.openxmlformats.org/officeDocument/2006/relationships/image" Target="../media/image39.png"/><Relationship Id="rId82" Type="http://schemas.openxmlformats.org/officeDocument/2006/relationships/customXml" Target="../ink/ink40.xml"/><Relationship Id="rId152" Type="http://schemas.openxmlformats.org/officeDocument/2006/relationships/customXml" Target="../ink/ink75.xml"/><Relationship Id="rId173" Type="http://schemas.openxmlformats.org/officeDocument/2006/relationships/image" Target="../media/image95.png"/><Relationship Id="rId194" Type="http://schemas.openxmlformats.org/officeDocument/2006/relationships/customXml" Target="../ink/ink96.xml"/><Relationship Id="rId199" Type="http://schemas.openxmlformats.org/officeDocument/2006/relationships/image" Target="../media/image108.png"/><Relationship Id="rId203" Type="http://schemas.openxmlformats.org/officeDocument/2006/relationships/image" Target="../media/image110.png"/><Relationship Id="rId208" Type="http://schemas.openxmlformats.org/officeDocument/2006/relationships/customXml" Target="../ink/ink103.xml"/><Relationship Id="rId19" Type="http://schemas.openxmlformats.org/officeDocument/2006/relationships/image" Target="../media/image18.png"/><Relationship Id="rId14" Type="http://schemas.openxmlformats.org/officeDocument/2006/relationships/customXml" Target="../ink/ink6.xml"/><Relationship Id="rId30" Type="http://schemas.openxmlformats.org/officeDocument/2006/relationships/customXml" Target="../ink/ink14.xml"/><Relationship Id="rId35" Type="http://schemas.openxmlformats.org/officeDocument/2006/relationships/image" Target="../media/image26.png"/><Relationship Id="rId56" Type="http://schemas.openxmlformats.org/officeDocument/2006/relationships/customXml" Target="../ink/ink27.xml"/><Relationship Id="rId77" Type="http://schemas.openxmlformats.org/officeDocument/2006/relationships/image" Target="../media/image47.png"/><Relationship Id="rId100" Type="http://schemas.openxmlformats.org/officeDocument/2006/relationships/customXml" Target="../ink/ink49.xml"/><Relationship Id="rId105" Type="http://schemas.openxmlformats.org/officeDocument/2006/relationships/image" Target="../media/image61.png"/><Relationship Id="rId126" Type="http://schemas.openxmlformats.org/officeDocument/2006/relationships/customXml" Target="../ink/ink62.xml"/><Relationship Id="rId147" Type="http://schemas.openxmlformats.org/officeDocument/2006/relationships/image" Target="../media/image82.png"/><Relationship Id="rId168" Type="http://schemas.openxmlformats.org/officeDocument/2006/relationships/customXml" Target="../ink/ink83.xml"/><Relationship Id="rId8" Type="http://schemas.openxmlformats.org/officeDocument/2006/relationships/customXml" Target="../ink/ink3.xml"/><Relationship Id="rId51" Type="http://schemas.openxmlformats.org/officeDocument/2006/relationships/image" Target="../media/image34.png"/><Relationship Id="rId72" Type="http://schemas.openxmlformats.org/officeDocument/2006/relationships/customXml" Target="../ink/ink35.xml"/><Relationship Id="rId93" Type="http://schemas.openxmlformats.org/officeDocument/2006/relationships/image" Target="../media/image55.png"/><Relationship Id="rId98" Type="http://schemas.openxmlformats.org/officeDocument/2006/relationships/customXml" Target="../ink/ink48.xml"/><Relationship Id="rId121" Type="http://schemas.openxmlformats.org/officeDocument/2006/relationships/image" Target="../media/image69.png"/><Relationship Id="rId142" Type="http://schemas.openxmlformats.org/officeDocument/2006/relationships/customXml" Target="../ink/ink70.xml"/><Relationship Id="rId163" Type="http://schemas.openxmlformats.org/officeDocument/2006/relationships/image" Target="../media/image90.png"/><Relationship Id="rId184" Type="http://schemas.openxmlformats.org/officeDocument/2006/relationships/customXml" Target="../ink/ink91.xml"/><Relationship Id="rId189" Type="http://schemas.openxmlformats.org/officeDocument/2006/relationships/image" Target="../media/image103.png"/><Relationship Id="rId3" Type="http://schemas.openxmlformats.org/officeDocument/2006/relationships/image" Target="../media/image10.png"/><Relationship Id="rId25" Type="http://schemas.openxmlformats.org/officeDocument/2006/relationships/image" Target="../media/image21.png"/><Relationship Id="rId46" Type="http://schemas.openxmlformats.org/officeDocument/2006/relationships/customXml" Target="../ink/ink22.xml"/><Relationship Id="rId67" Type="http://schemas.openxmlformats.org/officeDocument/2006/relationships/image" Target="../media/image42.png"/><Relationship Id="rId116" Type="http://schemas.openxmlformats.org/officeDocument/2006/relationships/customXml" Target="../ink/ink57.xml"/><Relationship Id="rId137" Type="http://schemas.openxmlformats.org/officeDocument/2006/relationships/image" Target="../media/image77.png"/><Relationship Id="rId158" Type="http://schemas.openxmlformats.org/officeDocument/2006/relationships/customXml" Target="../ink/ink78.xml"/><Relationship Id="rId20" Type="http://schemas.openxmlformats.org/officeDocument/2006/relationships/customXml" Target="../ink/ink9.xml"/><Relationship Id="rId41" Type="http://schemas.openxmlformats.org/officeDocument/2006/relationships/image" Target="../media/image29.png"/><Relationship Id="rId62" Type="http://schemas.openxmlformats.org/officeDocument/2006/relationships/customXml" Target="../ink/ink30.xml"/><Relationship Id="rId83" Type="http://schemas.openxmlformats.org/officeDocument/2006/relationships/image" Target="../media/image50.png"/><Relationship Id="rId88" Type="http://schemas.openxmlformats.org/officeDocument/2006/relationships/customXml" Target="../ink/ink43.xml"/><Relationship Id="rId111" Type="http://schemas.openxmlformats.org/officeDocument/2006/relationships/image" Target="../media/image64.png"/><Relationship Id="rId132" Type="http://schemas.openxmlformats.org/officeDocument/2006/relationships/customXml" Target="../ink/ink65.xml"/><Relationship Id="rId153" Type="http://schemas.openxmlformats.org/officeDocument/2006/relationships/image" Target="../media/image85.png"/><Relationship Id="rId174" Type="http://schemas.openxmlformats.org/officeDocument/2006/relationships/customXml" Target="../ink/ink86.xml"/><Relationship Id="rId179" Type="http://schemas.openxmlformats.org/officeDocument/2006/relationships/image" Target="../media/image98.png"/><Relationship Id="rId195" Type="http://schemas.openxmlformats.org/officeDocument/2006/relationships/image" Target="../media/image106.png"/><Relationship Id="rId209" Type="http://schemas.openxmlformats.org/officeDocument/2006/relationships/image" Target="../media/image113.png"/><Relationship Id="rId190" Type="http://schemas.openxmlformats.org/officeDocument/2006/relationships/customXml" Target="../ink/ink94.xml"/><Relationship Id="rId204" Type="http://schemas.openxmlformats.org/officeDocument/2006/relationships/customXml" Target="../ink/ink101.xml"/><Relationship Id="rId15" Type="http://schemas.openxmlformats.org/officeDocument/2006/relationships/image" Target="../media/image16.png"/><Relationship Id="rId36" Type="http://schemas.openxmlformats.org/officeDocument/2006/relationships/customXml" Target="../ink/ink17.xml"/><Relationship Id="rId57" Type="http://schemas.openxmlformats.org/officeDocument/2006/relationships/image" Target="../media/image37.png"/><Relationship Id="rId106" Type="http://schemas.openxmlformats.org/officeDocument/2006/relationships/customXml" Target="../ink/ink52.xml"/><Relationship Id="rId127" Type="http://schemas.openxmlformats.org/officeDocument/2006/relationships/image" Target="../media/image72.png"/><Relationship Id="rId10" Type="http://schemas.openxmlformats.org/officeDocument/2006/relationships/customXml" Target="../ink/ink4.xml"/><Relationship Id="rId31" Type="http://schemas.openxmlformats.org/officeDocument/2006/relationships/image" Target="../media/image24.png"/><Relationship Id="rId52" Type="http://schemas.openxmlformats.org/officeDocument/2006/relationships/customXml" Target="../ink/ink25.xml"/><Relationship Id="rId73" Type="http://schemas.openxmlformats.org/officeDocument/2006/relationships/image" Target="../media/image45.png"/><Relationship Id="rId78" Type="http://schemas.openxmlformats.org/officeDocument/2006/relationships/customXml" Target="../ink/ink38.xml"/><Relationship Id="rId94" Type="http://schemas.openxmlformats.org/officeDocument/2006/relationships/customXml" Target="../ink/ink46.xml"/><Relationship Id="rId99" Type="http://schemas.openxmlformats.org/officeDocument/2006/relationships/image" Target="../media/image58.png"/><Relationship Id="rId101" Type="http://schemas.openxmlformats.org/officeDocument/2006/relationships/image" Target="../media/image59.png"/><Relationship Id="rId122" Type="http://schemas.openxmlformats.org/officeDocument/2006/relationships/customXml" Target="../ink/ink60.xml"/><Relationship Id="rId143" Type="http://schemas.openxmlformats.org/officeDocument/2006/relationships/image" Target="../media/image80.png"/><Relationship Id="rId148" Type="http://schemas.openxmlformats.org/officeDocument/2006/relationships/customXml" Target="../ink/ink73.xml"/><Relationship Id="rId164" Type="http://schemas.openxmlformats.org/officeDocument/2006/relationships/customXml" Target="../ink/ink81.xml"/><Relationship Id="rId169" Type="http://schemas.openxmlformats.org/officeDocument/2006/relationships/image" Target="../media/image93.png"/><Relationship Id="rId185" Type="http://schemas.openxmlformats.org/officeDocument/2006/relationships/image" Target="../media/image101.png"/><Relationship Id="rId4" Type="http://schemas.openxmlformats.org/officeDocument/2006/relationships/customXml" Target="../ink/ink1.xml"/><Relationship Id="rId9" Type="http://schemas.openxmlformats.org/officeDocument/2006/relationships/image" Target="../media/image13.png"/><Relationship Id="rId180" Type="http://schemas.openxmlformats.org/officeDocument/2006/relationships/customXml" Target="../ink/ink89.xml"/><Relationship Id="rId210" Type="http://schemas.openxmlformats.org/officeDocument/2006/relationships/customXml" Target="../ink/ink104.xml"/><Relationship Id="rId26" Type="http://schemas.openxmlformats.org/officeDocument/2006/relationships/customXml" Target="../ink/ink12.xml"/><Relationship Id="rId47" Type="http://schemas.openxmlformats.org/officeDocument/2006/relationships/image" Target="../media/image32.png"/><Relationship Id="rId68" Type="http://schemas.openxmlformats.org/officeDocument/2006/relationships/customXml" Target="../ink/ink33.xml"/><Relationship Id="rId89" Type="http://schemas.openxmlformats.org/officeDocument/2006/relationships/image" Target="../media/image53.png"/><Relationship Id="rId112" Type="http://schemas.openxmlformats.org/officeDocument/2006/relationships/customXml" Target="../ink/ink55.xml"/><Relationship Id="rId133" Type="http://schemas.openxmlformats.org/officeDocument/2006/relationships/image" Target="../media/image75.png"/><Relationship Id="rId154" Type="http://schemas.openxmlformats.org/officeDocument/2006/relationships/customXml" Target="../ink/ink76.xml"/><Relationship Id="rId175" Type="http://schemas.openxmlformats.org/officeDocument/2006/relationships/image" Target="../media/image96.png"/><Relationship Id="rId196" Type="http://schemas.openxmlformats.org/officeDocument/2006/relationships/customXml" Target="../ink/ink97.xml"/><Relationship Id="rId200" Type="http://schemas.openxmlformats.org/officeDocument/2006/relationships/customXml" Target="../ink/ink99.xml"/><Relationship Id="rId16" Type="http://schemas.openxmlformats.org/officeDocument/2006/relationships/customXml" Target="../ink/ink7.xml"/><Relationship Id="rId37" Type="http://schemas.openxmlformats.org/officeDocument/2006/relationships/image" Target="../media/image27.png"/><Relationship Id="rId58" Type="http://schemas.openxmlformats.org/officeDocument/2006/relationships/customXml" Target="../ink/ink28.xml"/><Relationship Id="rId79" Type="http://schemas.openxmlformats.org/officeDocument/2006/relationships/image" Target="../media/image48.png"/><Relationship Id="rId102" Type="http://schemas.openxmlformats.org/officeDocument/2006/relationships/customXml" Target="../ink/ink50.xml"/><Relationship Id="rId123" Type="http://schemas.openxmlformats.org/officeDocument/2006/relationships/image" Target="../media/image70.png"/><Relationship Id="rId144" Type="http://schemas.openxmlformats.org/officeDocument/2006/relationships/customXml" Target="../ink/ink71.xml"/><Relationship Id="rId90" Type="http://schemas.openxmlformats.org/officeDocument/2006/relationships/customXml" Target="../ink/ink44.xml"/><Relationship Id="rId165" Type="http://schemas.openxmlformats.org/officeDocument/2006/relationships/image" Target="../media/image91.png"/><Relationship Id="rId186" Type="http://schemas.openxmlformats.org/officeDocument/2006/relationships/customXml" Target="../ink/ink92.xml"/><Relationship Id="rId211" Type="http://schemas.openxmlformats.org/officeDocument/2006/relationships/image" Target="../media/image114.png"/><Relationship Id="rId27" Type="http://schemas.openxmlformats.org/officeDocument/2006/relationships/image" Target="../media/image22.png"/><Relationship Id="rId48" Type="http://schemas.openxmlformats.org/officeDocument/2006/relationships/customXml" Target="../ink/ink23.xml"/><Relationship Id="rId69" Type="http://schemas.openxmlformats.org/officeDocument/2006/relationships/image" Target="../media/image43.png"/><Relationship Id="rId113" Type="http://schemas.openxmlformats.org/officeDocument/2006/relationships/image" Target="../media/image65.png"/><Relationship Id="rId134" Type="http://schemas.openxmlformats.org/officeDocument/2006/relationships/customXml" Target="../ink/ink66.xml"/><Relationship Id="rId80" Type="http://schemas.openxmlformats.org/officeDocument/2006/relationships/customXml" Target="../ink/ink39.xml"/><Relationship Id="rId155" Type="http://schemas.openxmlformats.org/officeDocument/2006/relationships/image" Target="../media/image86.png"/><Relationship Id="rId176" Type="http://schemas.openxmlformats.org/officeDocument/2006/relationships/customXml" Target="../ink/ink87.xml"/><Relationship Id="rId197" Type="http://schemas.openxmlformats.org/officeDocument/2006/relationships/image" Target="../media/image107.png"/><Relationship Id="rId201" Type="http://schemas.openxmlformats.org/officeDocument/2006/relationships/image" Target="../media/image109.png"/><Relationship Id="rId17" Type="http://schemas.openxmlformats.org/officeDocument/2006/relationships/image" Target="../media/image17.png"/><Relationship Id="rId38" Type="http://schemas.openxmlformats.org/officeDocument/2006/relationships/customXml" Target="../ink/ink18.xml"/><Relationship Id="rId59" Type="http://schemas.openxmlformats.org/officeDocument/2006/relationships/image" Target="../media/image38.png"/><Relationship Id="rId103" Type="http://schemas.openxmlformats.org/officeDocument/2006/relationships/image" Target="../media/image60.png"/><Relationship Id="rId124" Type="http://schemas.openxmlformats.org/officeDocument/2006/relationships/customXml" Target="../ink/ink61.xml"/><Relationship Id="rId70" Type="http://schemas.openxmlformats.org/officeDocument/2006/relationships/customXml" Target="../ink/ink34.xml"/><Relationship Id="rId91" Type="http://schemas.openxmlformats.org/officeDocument/2006/relationships/image" Target="../media/image54.png"/><Relationship Id="rId145" Type="http://schemas.openxmlformats.org/officeDocument/2006/relationships/image" Target="../media/image81.png"/><Relationship Id="rId166" Type="http://schemas.openxmlformats.org/officeDocument/2006/relationships/customXml" Target="../ink/ink82.xml"/><Relationship Id="rId187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3.xml"/><Relationship Id="rId49" Type="http://schemas.openxmlformats.org/officeDocument/2006/relationships/image" Target="../media/image33.png"/><Relationship Id="rId114" Type="http://schemas.openxmlformats.org/officeDocument/2006/relationships/customXml" Target="../ink/ink56.xml"/><Relationship Id="rId60" Type="http://schemas.openxmlformats.org/officeDocument/2006/relationships/customXml" Target="../ink/ink29.xml"/><Relationship Id="rId81" Type="http://schemas.openxmlformats.org/officeDocument/2006/relationships/image" Target="../media/image49.png"/><Relationship Id="rId135" Type="http://schemas.openxmlformats.org/officeDocument/2006/relationships/image" Target="../media/image76.png"/><Relationship Id="rId156" Type="http://schemas.openxmlformats.org/officeDocument/2006/relationships/customXml" Target="../ink/ink77.xml"/><Relationship Id="rId177" Type="http://schemas.openxmlformats.org/officeDocument/2006/relationships/image" Target="../media/image97.png"/><Relationship Id="rId198" Type="http://schemas.openxmlformats.org/officeDocument/2006/relationships/customXml" Target="../ink/ink98.xml"/><Relationship Id="rId202" Type="http://schemas.openxmlformats.org/officeDocument/2006/relationships/customXml" Target="../ink/ink100.xml"/><Relationship Id="rId18" Type="http://schemas.openxmlformats.org/officeDocument/2006/relationships/customXml" Target="../ink/ink8.xml"/><Relationship Id="rId39" Type="http://schemas.openxmlformats.org/officeDocument/2006/relationships/image" Target="../media/image28.png"/><Relationship Id="rId50" Type="http://schemas.openxmlformats.org/officeDocument/2006/relationships/customXml" Target="../ink/ink24.xml"/><Relationship Id="rId104" Type="http://schemas.openxmlformats.org/officeDocument/2006/relationships/customXml" Target="../ink/ink51.xml"/><Relationship Id="rId125" Type="http://schemas.openxmlformats.org/officeDocument/2006/relationships/image" Target="../media/image71.png"/><Relationship Id="rId146" Type="http://schemas.openxmlformats.org/officeDocument/2006/relationships/customXml" Target="../ink/ink72.xml"/><Relationship Id="rId167" Type="http://schemas.openxmlformats.org/officeDocument/2006/relationships/image" Target="../media/image92.png"/><Relationship Id="rId188" Type="http://schemas.openxmlformats.org/officeDocument/2006/relationships/customXml" Target="../ink/ink93.xml"/><Relationship Id="rId71" Type="http://schemas.openxmlformats.org/officeDocument/2006/relationships/image" Target="../media/image44.png"/><Relationship Id="rId92" Type="http://schemas.openxmlformats.org/officeDocument/2006/relationships/customXml" Target="../ink/ink45.xml"/><Relationship Id="rId2" Type="http://schemas.openxmlformats.org/officeDocument/2006/relationships/image" Target="../media/image9.png"/><Relationship Id="rId29" Type="http://schemas.openxmlformats.org/officeDocument/2006/relationships/image" Target="../media/image23.png"/><Relationship Id="rId40" Type="http://schemas.openxmlformats.org/officeDocument/2006/relationships/customXml" Target="../ink/ink19.xml"/><Relationship Id="rId115" Type="http://schemas.openxmlformats.org/officeDocument/2006/relationships/image" Target="../media/image66.png"/><Relationship Id="rId136" Type="http://schemas.openxmlformats.org/officeDocument/2006/relationships/customXml" Target="../ink/ink67.xml"/><Relationship Id="rId157" Type="http://schemas.openxmlformats.org/officeDocument/2006/relationships/image" Target="../media/image87.png"/><Relationship Id="rId178" Type="http://schemas.openxmlformats.org/officeDocument/2006/relationships/customXml" Target="../ink/ink88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62.xml"/><Relationship Id="rId299" Type="http://schemas.openxmlformats.org/officeDocument/2006/relationships/customXml" Target="../ink/ink253.xml"/><Relationship Id="rId21" Type="http://schemas.openxmlformats.org/officeDocument/2006/relationships/customXml" Target="../ink/ink114.xml"/><Relationship Id="rId63" Type="http://schemas.openxmlformats.org/officeDocument/2006/relationships/customXml" Target="../ink/ink135.xml"/><Relationship Id="rId159" Type="http://schemas.openxmlformats.org/officeDocument/2006/relationships/customXml" Target="../ink/ink183.xml"/><Relationship Id="rId324" Type="http://schemas.openxmlformats.org/officeDocument/2006/relationships/image" Target="../media/image276.png"/><Relationship Id="rId366" Type="http://schemas.openxmlformats.org/officeDocument/2006/relationships/image" Target="../media/image297.png"/><Relationship Id="rId170" Type="http://schemas.openxmlformats.org/officeDocument/2006/relationships/image" Target="../media/image199.png"/><Relationship Id="rId226" Type="http://schemas.openxmlformats.org/officeDocument/2006/relationships/image" Target="../media/image227.png"/><Relationship Id="rId268" Type="http://schemas.openxmlformats.org/officeDocument/2006/relationships/image" Target="../media/image248.png"/><Relationship Id="rId32" Type="http://schemas.openxmlformats.org/officeDocument/2006/relationships/image" Target="../media/image130.png"/><Relationship Id="rId74" Type="http://schemas.openxmlformats.org/officeDocument/2006/relationships/image" Target="../media/image151.png"/><Relationship Id="rId128" Type="http://schemas.openxmlformats.org/officeDocument/2006/relationships/image" Target="../media/image178.png"/><Relationship Id="rId335" Type="http://schemas.openxmlformats.org/officeDocument/2006/relationships/customXml" Target="../ink/ink271.xml"/><Relationship Id="rId377" Type="http://schemas.openxmlformats.org/officeDocument/2006/relationships/customXml" Target="../ink/ink292.xml"/><Relationship Id="rId5" Type="http://schemas.openxmlformats.org/officeDocument/2006/relationships/customXml" Target="../ink/ink106.xml"/><Relationship Id="rId181" Type="http://schemas.openxmlformats.org/officeDocument/2006/relationships/customXml" Target="../ink/ink194.xml"/><Relationship Id="rId237" Type="http://schemas.openxmlformats.org/officeDocument/2006/relationships/customXml" Target="../ink/ink222.xml"/><Relationship Id="rId279" Type="http://schemas.openxmlformats.org/officeDocument/2006/relationships/customXml" Target="../ink/ink243.xml"/><Relationship Id="rId43" Type="http://schemas.openxmlformats.org/officeDocument/2006/relationships/customXml" Target="../ink/ink125.xml"/><Relationship Id="rId139" Type="http://schemas.openxmlformats.org/officeDocument/2006/relationships/customXml" Target="../ink/ink173.xml"/><Relationship Id="rId290" Type="http://schemas.openxmlformats.org/officeDocument/2006/relationships/image" Target="../media/image259.png"/><Relationship Id="rId304" Type="http://schemas.openxmlformats.org/officeDocument/2006/relationships/image" Target="../media/image266.png"/><Relationship Id="rId346" Type="http://schemas.openxmlformats.org/officeDocument/2006/relationships/image" Target="../media/image287.png"/><Relationship Id="rId388" Type="http://schemas.openxmlformats.org/officeDocument/2006/relationships/image" Target="../media/image308.png"/><Relationship Id="rId85" Type="http://schemas.openxmlformats.org/officeDocument/2006/relationships/customXml" Target="../ink/ink146.xml"/><Relationship Id="rId150" Type="http://schemas.openxmlformats.org/officeDocument/2006/relationships/image" Target="../media/image189.png"/><Relationship Id="rId192" Type="http://schemas.openxmlformats.org/officeDocument/2006/relationships/image" Target="../media/image210.png"/><Relationship Id="rId206" Type="http://schemas.openxmlformats.org/officeDocument/2006/relationships/image" Target="../media/image217.png"/><Relationship Id="rId248" Type="http://schemas.openxmlformats.org/officeDocument/2006/relationships/image" Target="../media/image238.png"/><Relationship Id="rId12" Type="http://schemas.openxmlformats.org/officeDocument/2006/relationships/image" Target="../media/image120.png"/><Relationship Id="rId108" Type="http://schemas.openxmlformats.org/officeDocument/2006/relationships/image" Target="../media/image168.png"/><Relationship Id="rId315" Type="http://schemas.openxmlformats.org/officeDocument/2006/relationships/customXml" Target="../ink/ink261.xml"/><Relationship Id="rId357" Type="http://schemas.openxmlformats.org/officeDocument/2006/relationships/customXml" Target="../ink/ink282.xml"/><Relationship Id="rId54" Type="http://schemas.openxmlformats.org/officeDocument/2006/relationships/image" Target="../media/image141.png"/><Relationship Id="rId96" Type="http://schemas.openxmlformats.org/officeDocument/2006/relationships/image" Target="../media/image162.png"/><Relationship Id="rId161" Type="http://schemas.openxmlformats.org/officeDocument/2006/relationships/customXml" Target="../ink/ink184.xml"/><Relationship Id="rId217" Type="http://schemas.openxmlformats.org/officeDocument/2006/relationships/customXml" Target="../ink/ink212.xml"/><Relationship Id="rId259" Type="http://schemas.openxmlformats.org/officeDocument/2006/relationships/customXml" Target="../ink/ink233.xml"/><Relationship Id="rId23" Type="http://schemas.openxmlformats.org/officeDocument/2006/relationships/customXml" Target="../ink/ink115.xml"/><Relationship Id="rId119" Type="http://schemas.openxmlformats.org/officeDocument/2006/relationships/customXml" Target="../ink/ink163.xml"/><Relationship Id="rId270" Type="http://schemas.openxmlformats.org/officeDocument/2006/relationships/image" Target="../media/image249.png"/><Relationship Id="rId326" Type="http://schemas.openxmlformats.org/officeDocument/2006/relationships/image" Target="../media/image277.png"/><Relationship Id="rId65" Type="http://schemas.openxmlformats.org/officeDocument/2006/relationships/customXml" Target="../ink/ink136.xml"/><Relationship Id="rId130" Type="http://schemas.openxmlformats.org/officeDocument/2006/relationships/image" Target="../media/image179.png"/><Relationship Id="rId368" Type="http://schemas.openxmlformats.org/officeDocument/2006/relationships/image" Target="../media/image298.png"/><Relationship Id="rId172" Type="http://schemas.openxmlformats.org/officeDocument/2006/relationships/image" Target="../media/image200.png"/><Relationship Id="rId228" Type="http://schemas.openxmlformats.org/officeDocument/2006/relationships/image" Target="../media/image228.png"/><Relationship Id="rId281" Type="http://schemas.openxmlformats.org/officeDocument/2006/relationships/customXml" Target="../ink/ink244.xml"/><Relationship Id="rId337" Type="http://schemas.openxmlformats.org/officeDocument/2006/relationships/customXml" Target="../ink/ink272.xml"/><Relationship Id="rId34" Type="http://schemas.openxmlformats.org/officeDocument/2006/relationships/image" Target="../media/image131.png"/><Relationship Id="rId76" Type="http://schemas.openxmlformats.org/officeDocument/2006/relationships/image" Target="../media/image152.png"/><Relationship Id="rId141" Type="http://schemas.openxmlformats.org/officeDocument/2006/relationships/customXml" Target="../ink/ink174.xml"/><Relationship Id="rId379" Type="http://schemas.openxmlformats.org/officeDocument/2006/relationships/customXml" Target="../ink/ink293.xml"/><Relationship Id="rId7" Type="http://schemas.openxmlformats.org/officeDocument/2006/relationships/customXml" Target="../ink/ink107.xml"/><Relationship Id="rId183" Type="http://schemas.openxmlformats.org/officeDocument/2006/relationships/customXml" Target="../ink/ink195.xml"/><Relationship Id="rId239" Type="http://schemas.openxmlformats.org/officeDocument/2006/relationships/customXml" Target="../ink/ink223.xml"/><Relationship Id="rId390" Type="http://schemas.openxmlformats.org/officeDocument/2006/relationships/image" Target="../media/image309.png"/><Relationship Id="rId250" Type="http://schemas.openxmlformats.org/officeDocument/2006/relationships/image" Target="../media/image239.png"/><Relationship Id="rId292" Type="http://schemas.openxmlformats.org/officeDocument/2006/relationships/image" Target="../media/image260.png"/><Relationship Id="rId306" Type="http://schemas.openxmlformats.org/officeDocument/2006/relationships/image" Target="../media/image267.png"/><Relationship Id="rId45" Type="http://schemas.openxmlformats.org/officeDocument/2006/relationships/customXml" Target="../ink/ink126.xml"/><Relationship Id="rId87" Type="http://schemas.openxmlformats.org/officeDocument/2006/relationships/customXml" Target="../ink/ink147.xml"/><Relationship Id="rId110" Type="http://schemas.openxmlformats.org/officeDocument/2006/relationships/image" Target="../media/image169.png"/><Relationship Id="rId348" Type="http://schemas.openxmlformats.org/officeDocument/2006/relationships/image" Target="../media/image288.png"/><Relationship Id="rId152" Type="http://schemas.openxmlformats.org/officeDocument/2006/relationships/image" Target="../media/image190.png"/><Relationship Id="rId194" Type="http://schemas.openxmlformats.org/officeDocument/2006/relationships/image" Target="../media/image211.png"/><Relationship Id="rId208" Type="http://schemas.openxmlformats.org/officeDocument/2006/relationships/image" Target="../media/image218.png"/><Relationship Id="rId261" Type="http://schemas.openxmlformats.org/officeDocument/2006/relationships/customXml" Target="../ink/ink234.xml"/><Relationship Id="rId14" Type="http://schemas.openxmlformats.org/officeDocument/2006/relationships/image" Target="../media/image121.png"/><Relationship Id="rId56" Type="http://schemas.openxmlformats.org/officeDocument/2006/relationships/image" Target="../media/image142.png"/><Relationship Id="rId317" Type="http://schemas.openxmlformats.org/officeDocument/2006/relationships/customXml" Target="../ink/ink262.xml"/><Relationship Id="rId359" Type="http://schemas.openxmlformats.org/officeDocument/2006/relationships/customXml" Target="../ink/ink283.xml"/><Relationship Id="rId98" Type="http://schemas.openxmlformats.org/officeDocument/2006/relationships/image" Target="../media/image163.png"/><Relationship Id="rId121" Type="http://schemas.openxmlformats.org/officeDocument/2006/relationships/customXml" Target="../ink/ink164.xml"/><Relationship Id="rId163" Type="http://schemas.openxmlformats.org/officeDocument/2006/relationships/customXml" Target="../ink/ink185.xml"/><Relationship Id="rId219" Type="http://schemas.openxmlformats.org/officeDocument/2006/relationships/customXml" Target="../ink/ink213.xml"/><Relationship Id="rId370" Type="http://schemas.openxmlformats.org/officeDocument/2006/relationships/image" Target="../media/image299.png"/><Relationship Id="rId230" Type="http://schemas.openxmlformats.org/officeDocument/2006/relationships/image" Target="../media/image229.png"/><Relationship Id="rId25" Type="http://schemas.openxmlformats.org/officeDocument/2006/relationships/customXml" Target="../ink/ink116.xml"/><Relationship Id="rId67" Type="http://schemas.openxmlformats.org/officeDocument/2006/relationships/customXml" Target="../ink/ink137.xml"/><Relationship Id="rId272" Type="http://schemas.openxmlformats.org/officeDocument/2006/relationships/image" Target="../media/image250.png"/><Relationship Id="rId328" Type="http://schemas.openxmlformats.org/officeDocument/2006/relationships/image" Target="../media/image278.png"/><Relationship Id="rId132" Type="http://schemas.openxmlformats.org/officeDocument/2006/relationships/image" Target="../media/image180.png"/><Relationship Id="rId174" Type="http://schemas.openxmlformats.org/officeDocument/2006/relationships/image" Target="../media/image201.png"/><Relationship Id="rId381" Type="http://schemas.openxmlformats.org/officeDocument/2006/relationships/customXml" Target="../ink/ink294.xml"/><Relationship Id="rId241" Type="http://schemas.openxmlformats.org/officeDocument/2006/relationships/customXml" Target="../ink/ink224.xml"/><Relationship Id="rId36" Type="http://schemas.openxmlformats.org/officeDocument/2006/relationships/image" Target="../media/image132.png"/><Relationship Id="rId283" Type="http://schemas.openxmlformats.org/officeDocument/2006/relationships/customXml" Target="../ink/ink245.xml"/><Relationship Id="rId339" Type="http://schemas.openxmlformats.org/officeDocument/2006/relationships/customXml" Target="../ink/ink273.xml"/><Relationship Id="rId78" Type="http://schemas.openxmlformats.org/officeDocument/2006/relationships/image" Target="../media/image153.png"/><Relationship Id="rId101" Type="http://schemas.openxmlformats.org/officeDocument/2006/relationships/customXml" Target="../ink/ink154.xml"/><Relationship Id="rId143" Type="http://schemas.openxmlformats.org/officeDocument/2006/relationships/customXml" Target="../ink/ink175.xml"/><Relationship Id="rId185" Type="http://schemas.openxmlformats.org/officeDocument/2006/relationships/customXml" Target="../ink/ink196.xml"/><Relationship Id="rId350" Type="http://schemas.openxmlformats.org/officeDocument/2006/relationships/image" Target="../media/image289.png"/><Relationship Id="rId9" Type="http://schemas.openxmlformats.org/officeDocument/2006/relationships/customXml" Target="../ink/ink108.xml"/><Relationship Id="rId210" Type="http://schemas.openxmlformats.org/officeDocument/2006/relationships/image" Target="../media/image219.png"/><Relationship Id="rId392" Type="http://schemas.openxmlformats.org/officeDocument/2006/relationships/image" Target="../media/image310.png"/><Relationship Id="rId252" Type="http://schemas.openxmlformats.org/officeDocument/2006/relationships/image" Target="../media/image240.png"/><Relationship Id="rId294" Type="http://schemas.openxmlformats.org/officeDocument/2006/relationships/image" Target="../media/image261.png"/><Relationship Id="rId308" Type="http://schemas.openxmlformats.org/officeDocument/2006/relationships/image" Target="../media/image268.png"/><Relationship Id="rId47" Type="http://schemas.openxmlformats.org/officeDocument/2006/relationships/customXml" Target="../ink/ink127.xml"/><Relationship Id="rId89" Type="http://schemas.openxmlformats.org/officeDocument/2006/relationships/customXml" Target="../ink/ink148.xml"/><Relationship Id="rId112" Type="http://schemas.openxmlformats.org/officeDocument/2006/relationships/image" Target="../media/image170.png"/><Relationship Id="rId154" Type="http://schemas.openxmlformats.org/officeDocument/2006/relationships/image" Target="../media/image191.png"/><Relationship Id="rId361" Type="http://schemas.openxmlformats.org/officeDocument/2006/relationships/customXml" Target="../ink/ink284.xml"/><Relationship Id="rId196" Type="http://schemas.openxmlformats.org/officeDocument/2006/relationships/image" Target="../media/image212.png"/><Relationship Id="rId16" Type="http://schemas.openxmlformats.org/officeDocument/2006/relationships/image" Target="../media/image122.png"/><Relationship Id="rId221" Type="http://schemas.openxmlformats.org/officeDocument/2006/relationships/customXml" Target="../ink/ink214.xml"/><Relationship Id="rId242" Type="http://schemas.openxmlformats.org/officeDocument/2006/relationships/image" Target="../media/image235.png"/><Relationship Id="rId263" Type="http://schemas.openxmlformats.org/officeDocument/2006/relationships/customXml" Target="../ink/ink235.xml"/><Relationship Id="rId284" Type="http://schemas.openxmlformats.org/officeDocument/2006/relationships/image" Target="../media/image256.png"/><Relationship Id="rId319" Type="http://schemas.openxmlformats.org/officeDocument/2006/relationships/customXml" Target="../ink/ink263.xml"/><Relationship Id="rId37" Type="http://schemas.openxmlformats.org/officeDocument/2006/relationships/customXml" Target="../ink/ink122.xml"/><Relationship Id="rId58" Type="http://schemas.openxmlformats.org/officeDocument/2006/relationships/image" Target="../media/image143.png"/><Relationship Id="rId79" Type="http://schemas.openxmlformats.org/officeDocument/2006/relationships/customXml" Target="../ink/ink143.xml"/><Relationship Id="rId102" Type="http://schemas.openxmlformats.org/officeDocument/2006/relationships/image" Target="../media/image165.png"/><Relationship Id="rId123" Type="http://schemas.openxmlformats.org/officeDocument/2006/relationships/customXml" Target="../ink/ink165.xml"/><Relationship Id="rId144" Type="http://schemas.openxmlformats.org/officeDocument/2006/relationships/image" Target="../media/image186.png"/><Relationship Id="rId330" Type="http://schemas.openxmlformats.org/officeDocument/2006/relationships/image" Target="../media/image279.png"/><Relationship Id="rId90" Type="http://schemas.openxmlformats.org/officeDocument/2006/relationships/image" Target="../media/image159.png"/><Relationship Id="rId165" Type="http://schemas.openxmlformats.org/officeDocument/2006/relationships/customXml" Target="../ink/ink186.xml"/><Relationship Id="rId186" Type="http://schemas.openxmlformats.org/officeDocument/2006/relationships/image" Target="../media/image207.png"/><Relationship Id="rId351" Type="http://schemas.openxmlformats.org/officeDocument/2006/relationships/customXml" Target="../ink/ink279.xml"/><Relationship Id="rId372" Type="http://schemas.openxmlformats.org/officeDocument/2006/relationships/image" Target="../media/image300.png"/><Relationship Id="rId393" Type="http://schemas.openxmlformats.org/officeDocument/2006/relationships/customXml" Target="../ink/ink300.xml"/><Relationship Id="rId211" Type="http://schemas.openxmlformats.org/officeDocument/2006/relationships/customXml" Target="../ink/ink209.xml"/><Relationship Id="rId232" Type="http://schemas.openxmlformats.org/officeDocument/2006/relationships/image" Target="../media/image230.png"/><Relationship Id="rId253" Type="http://schemas.openxmlformats.org/officeDocument/2006/relationships/customXml" Target="../ink/ink230.xml"/><Relationship Id="rId274" Type="http://schemas.openxmlformats.org/officeDocument/2006/relationships/image" Target="../media/image251.png"/><Relationship Id="rId295" Type="http://schemas.openxmlformats.org/officeDocument/2006/relationships/customXml" Target="../ink/ink251.xml"/><Relationship Id="rId309" Type="http://schemas.openxmlformats.org/officeDocument/2006/relationships/customXml" Target="../ink/ink258.xml"/><Relationship Id="rId27" Type="http://schemas.openxmlformats.org/officeDocument/2006/relationships/customXml" Target="../ink/ink117.xml"/><Relationship Id="rId48" Type="http://schemas.openxmlformats.org/officeDocument/2006/relationships/image" Target="../media/image138.png"/><Relationship Id="rId69" Type="http://schemas.openxmlformats.org/officeDocument/2006/relationships/customXml" Target="../ink/ink138.xml"/><Relationship Id="rId113" Type="http://schemas.openxmlformats.org/officeDocument/2006/relationships/customXml" Target="../ink/ink160.xml"/><Relationship Id="rId134" Type="http://schemas.openxmlformats.org/officeDocument/2006/relationships/image" Target="../media/image181.png"/><Relationship Id="rId320" Type="http://schemas.openxmlformats.org/officeDocument/2006/relationships/image" Target="../media/image274.png"/><Relationship Id="rId80" Type="http://schemas.openxmlformats.org/officeDocument/2006/relationships/image" Target="../media/image154.png"/><Relationship Id="rId155" Type="http://schemas.openxmlformats.org/officeDocument/2006/relationships/customXml" Target="../ink/ink181.xml"/><Relationship Id="rId176" Type="http://schemas.openxmlformats.org/officeDocument/2006/relationships/image" Target="../media/image202.png"/><Relationship Id="rId197" Type="http://schemas.openxmlformats.org/officeDocument/2006/relationships/customXml" Target="../ink/ink202.xml"/><Relationship Id="rId341" Type="http://schemas.openxmlformats.org/officeDocument/2006/relationships/customXml" Target="../ink/ink274.xml"/><Relationship Id="rId362" Type="http://schemas.openxmlformats.org/officeDocument/2006/relationships/image" Target="../media/image295.png"/><Relationship Id="rId383" Type="http://schemas.openxmlformats.org/officeDocument/2006/relationships/customXml" Target="../ink/ink295.xml"/><Relationship Id="rId201" Type="http://schemas.openxmlformats.org/officeDocument/2006/relationships/customXml" Target="../ink/ink204.xml"/><Relationship Id="rId222" Type="http://schemas.openxmlformats.org/officeDocument/2006/relationships/image" Target="../media/image225.png"/><Relationship Id="rId243" Type="http://schemas.openxmlformats.org/officeDocument/2006/relationships/customXml" Target="../ink/ink225.xml"/><Relationship Id="rId264" Type="http://schemas.openxmlformats.org/officeDocument/2006/relationships/image" Target="../media/image246.png"/><Relationship Id="rId285" Type="http://schemas.openxmlformats.org/officeDocument/2006/relationships/customXml" Target="../ink/ink246.xml"/><Relationship Id="rId17" Type="http://schemas.openxmlformats.org/officeDocument/2006/relationships/customXml" Target="../ink/ink112.xml"/><Relationship Id="rId38" Type="http://schemas.openxmlformats.org/officeDocument/2006/relationships/image" Target="../media/image133.png"/><Relationship Id="rId59" Type="http://schemas.openxmlformats.org/officeDocument/2006/relationships/customXml" Target="../ink/ink133.xml"/><Relationship Id="rId103" Type="http://schemas.openxmlformats.org/officeDocument/2006/relationships/customXml" Target="../ink/ink155.xml"/><Relationship Id="rId124" Type="http://schemas.openxmlformats.org/officeDocument/2006/relationships/image" Target="../media/image176.png"/><Relationship Id="rId310" Type="http://schemas.openxmlformats.org/officeDocument/2006/relationships/image" Target="../media/image269.png"/><Relationship Id="rId70" Type="http://schemas.openxmlformats.org/officeDocument/2006/relationships/image" Target="../media/image149.png"/><Relationship Id="rId91" Type="http://schemas.openxmlformats.org/officeDocument/2006/relationships/customXml" Target="../ink/ink149.xml"/><Relationship Id="rId145" Type="http://schemas.openxmlformats.org/officeDocument/2006/relationships/customXml" Target="../ink/ink176.xml"/><Relationship Id="rId166" Type="http://schemas.openxmlformats.org/officeDocument/2006/relationships/image" Target="../media/image197.png"/><Relationship Id="rId187" Type="http://schemas.openxmlformats.org/officeDocument/2006/relationships/customXml" Target="../ink/ink197.xml"/><Relationship Id="rId331" Type="http://schemas.openxmlformats.org/officeDocument/2006/relationships/customXml" Target="../ink/ink269.xml"/><Relationship Id="rId352" Type="http://schemas.openxmlformats.org/officeDocument/2006/relationships/image" Target="../media/image290.png"/><Relationship Id="rId373" Type="http://schemas.openxmlformats.org/officeDocument/2006/relationships/customXml" Target="../ink/ink290.xml"/><Relationship Id="rId394" Type="http://schemas.openxmlformats.org/officeDocument/2006/relationships/image" Target="../media/image311.png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20.png"/><Relationship Id="rId233" Type="http://schemas.openxmlformats.org/officeDocument/2006/relationships/customXml" Target="../ink/ink220.xml"/><Relationship Id="rId254" Type="http://schemas.openxmlformats.org/officeDocument/2006/relationships/image" Target="../media/image241.png"/><Relationship Id="rId28" Type="http://schemas.openxmlformats.org/officeDocument/2006/relationships/image" Target="../media/image128.png"/><Relationship Id="rId49" Type="http://schemas.openxmlformats.org/officeDocument/2006/relationships/customXml" Target="../ink/ink128.xml"/><Relationship Id="rId114" Type="http://schemas.openxmlformats.org/officeDocument/2006/relationships/image" Target="../media/image171.png"/><Relationship Id="rId275" Type="http://schemas.openxmlformats.org/officeDocument/2006/relationships/customXml" Target="../ink/ink241.xml"/><Relationship Id="rId296" Type="http://schemas.openxmlformats.org/officeDocument/2006/relationships/image" Target="../media/image262.png"/><Relationship Id="rId300" Type="http://schemas.openxmlformats.org/officeDocument/2006/relationships/image" Target="../media/image264.png"/><Relationship Id="rId60" Type="http://schemas.openxmlformats.org/officeDocument/2006/relationships/image" Target="../media/image144.png"/><Relationship Id="rId81" Type="http://schemas.openxmlformats.org/officeDocument/2006/relationships/customXml" Target="../ink/ink144.xml"/><Relationship Id="rId135" Type="http://schemas.openxmlformats.org/officeDocument/2006/relationships/customXml" Target="../ink/ink171.xml"/><Relationship Id="rId156" Type="http://schemas.openxmlformats.org/officeDocument/2006/relationships/image" Target="../media/image192.png"/><Relationship Id="rId177" Type="http://schemas.openxmlformats.org/officeDocument/2006/relationships/customXml" Target="../ink/ink192.xml"/><Relationship Id="rId198" Type="http://schemas.openxmlformats.org/officeDocument/2006/relationships/image" Target="../media/image213.png"/><Relationship Id="rId321" Type="http://schemas.openxmlformats.org/officeDocument/2006/relationships/customXml" Target="../ink/ink264.xml"/><Relationship Id="rId342" Type="http://schemas.openxmlformats.org/officeDocument/2006/relationships/image" Target="../media/image285.png"/><Relationship Id="rId363" Type="http://schemas.openxmlformats.org/officeDocument/2006/relationships/customXml" Target="../ink/ink285.xml"/><Relationship Id="rId384" Type="http://schemas.openxmlformats.org/officeDocument/2006/relationships/image" Target="../media/image306.png"/><Relationship Id="rId202" Type="http://schemas.openxmlformats.org/officeDocument/2006/relationships/image" Target="../media/image215.png"/><Relationship Id="rId223" Type="http://schemas.openxmlformats.org/officeDocument/2006/relationships/customXml" Target="../ink/ink215.xml"/><Relationship Id="rId244" Type="http://schemas.openxmlformats.org/officeDocument/2006/relationships/image" Target="../media/image236.png"/><Relationship Id="rId18" Type="http://schemas.openxmlformats.org/officeDocument/2006/relationships/image" Target="../media/image123.png"/><Relationship Id="rId39" Type="http://schemas.openxmlformats.org/officeDocument/2006/relationships/customXml" Target="../ink/ink123.xml"/><Relationship Id="rId265" Type="http://schemas.openxmlformats.org/officeDocument/2006/relationships/customXml" Target="../ink/ink236.xml"/><Relationship Id="rId286" Type="http://schemas.openxmlformats.org/officeDocument/2006/relationships/image" Target="../media/image257.png"/><Relationship Id="rId50" Type="http://schemas.openxmlformats.org/officeDocument/2006/relationships/image" Target="../media/image139.png"/><Relationship Id="rId104" Type="http://schemas.openxmlformats.org/officeDocument/2006/relationships/image" Target="../media/image166.png"/><Relationship Id="rId125" Type="http://schemas.openxmlformats.org/officeDocument/2006/relationships/customXml" Target="../ink/ink166.xml"/><Relationship Id="rId146" Type="http://schemas.openxmlformats.org/officeDocument/2006/relationships/image" Target="../media/image187.png"/><Relationship Id="rId167" Type="http://schemas.openxmlformats.org/officeDocument/2006/relationships/customXml" Target="../ink/ink187.xml"/><Relationship Id="rId188" Type="http://schemas.openxmlformats.org/officeDocument/2006/relationships/image" Target="../media/image208.png"/><Relationship Id="rId311" Type="http://schemas.openxmlformats.org/officeDocument/2006/relationships/customXml" Target="../ink/ink259.xml"/><Relationship Id="rId332" Type="http://schemas.openxmlformats.org/officeDocument/2006/relationships/image" Target="../media/image280.png"/><Relationship Id="rId353" Type="http://schemas.openxmlformats.org/officeDocument/2006/relationships/customXml" Target="../ink/ink280.xml"/><Relationship Id="rId374" Type="http://schemas.openxmlformats.org/officeDocument/2006/relationships/image" Target="../media/image301.png"/><Relationship Id="rId395" Type="http://schemas.openxmlformats.org/officeDocument/2006/relationships/customXml" Target="../ink/ink301.xml"/><Relationship Id="rId71" Type="http://schemas.openxmlformats.org/officeDocument/2006/relationships/customXml" Target="../ink/ink139.xml"/><Relationship Id="rId92" Type="http://schemas.openxmlformats.org/officeDocument/2006/relationships/image" Target="../media/image160.png"/><Relationship Id="rId213" Type="http://schemas.openxmlformats.org/officeDocument/2006/relationships/customXml" Target="../ink/ink210.xml"/><Relationship Id="rId234" Type="http://schemas.openxmlformats.org/officeDocument/2006/relationships/image" Target="../media/image231.png"/><Relationship Id="rId2" Type="http://schemas.openxmlformats.org/officeDocument/2006/relationships/image" Target="../media/image115.png"/><Relationship Id="rId29" Type="http://schemas.openxmlformats.org/officeDocument/2006/relationships/customXml" Target="../ink/ink118.xml"/><Relationship Id="rId255" Type="http://schemas.openxmlformats.org/officeDocument/2006/relationships/customXml" Target="../ink/ink231.xml"/><Relationship Id="rId276" Type="http://schemas.openxmlformats.org/officeDocument/2006/relationships/image" Target="../media/image252.png"/><Relationship Id="rId297" Type="http://schemas.openxmlformats.org/officeDocument/2006/relationships/customXml" Target="../ink/ink252.xml"/><Relationship Id="rId40" Type="http://schemas.openxmlformats.org/officeDocument/2006/relationships/image" Target="../media/image134.png"/><Relationship Id="rId115" Type="http://schemas.openxmlformats.org/officeDocument/2006/relationships/customXml" Target="../ink/ink161.xml"/><Relationship Id="rId136" Type="http://schemas.openxmlformats.org/officeDocument/2006/relationships/image" Target="../media/image182.png"/><Relationship Id="rId157" Type="http://schemas.openxmlformats.org/officeDocument/2006/relationships/customXml" Target="../ink/ink182.xml"/><Relationship Id="rId178" Type="http://schemas.openxmlformats.org/officeDocument/2006/relationships/image" Target="../media/image203.png"/><Relationship Id="rId301" Type="http://schemas.openxmlformats.org/officeDocument/2006/relationships/customXml" Target="../ink/ink254.xml"/><Relationship Id="rId322" Type="http://schemas.openxmlformats.org/officeDocument/2006/relationships/image" Target="../media/image275.png"/><Relationship Id="rId343" Type="http://schemas.openxmlformats.org/officeDocument/2006/relationships/customXml" Target="../ink/ink275.xml"/><Relationship Id="rId364" Type="http://schemas.openxmlformats.org/officeDocument/2006/relationships/image" Target="../media/image296.png"/><Relationship Id="rId61" Type="http://schemas.openxmlformats.org/officeDocument/2006/relationships/customXml" Target="../ink/ink134.xml"/><Relationship Id="rId82" Type="http://schemas.openxmlformats.org/officeDocument/2006/relationships/image" Target="../media/image155.png"/><Relationship Id="rId199" Type="http://schemas.openxmlformats.org/officeDocument/2006/relationships/customXml" Target="../ink/ink203.xml"/><Relationship Id="rId203" Type="http://schemas.openxmlformats.org/officeDocument/2006/relationships/customXml" Target="../ink/ink205.xml"/><Relationship Id="rId385" Type="http://schemas.openxmlformats.org/officeDocument/2006/relationships/customXml" Target="../ink/ink296.xml"/><Relationship Id="rId19" Type="http://schemas.openxmlformats.org/officeDocument/2006/relationships/customXml" Target="../ink/ink113.xml"/><Relationship Id="rId224" Type="http://schemas.openxmlformats.org/officeDocument/2006/relationships/image" Target="../media/image226.png"/><Relationship Id="rId245" Type="http://schemas.openxmlformats.org/officeDocument/2006/relationships/customXml" Target="../ink/ink226.xml"/><Relationship Id="rId266" Type="http://schemas.openxmlformats.org/officeDocument/2006/relationships/image" Target="../media/image247.png"/><Relationship Id="rId287" Type="http://schemas.openxmlformats.org/officeDocument/2006/relationships/customXml" Target="../ink/ink247.xml"/><Relationship Id="rId30" Type="http://schemas.openxmlformats.org/officeDocument/2006/relationships/image" Target="../media/image129.png"/><Relationship Id="rId105" Type="http://schemas.openxmlformats.org/officeDocument/2006/relationships/customXml" Target="../ink/ink156.xml"/><Relationship Id="rId126" Type="http://schemas.openxmlformats.org/officeDocument/2006/relationships/image" Target="../media/image177.png"/><Relationship Id="rId147" Type="http://schemas.openxmlformats.org/officeDocument/2006/relationships/customXml" Target="../ink/ink177.xml"/><Relationship Id="rId168" Type="http://schemas.openxmlformats.org/officeDocument/2006/relationships/image" Target="../media/image198.png"/><Relationship Id="rId312" Type="http://schemas.openxmlformats.org/officeDocument/2006/relationships/image" Target="../media/image270.png"/><Relationship Id="rId333" Type="http://schemas.openxmlformats.org/officeDocument/2006/relationships/customXml" Target="../ink/ink270.xml"/><Relationship Id="rId354" Type="http://schemas.openxmlformats.org/officeDocument/2006/relationships/image" Target="../media/image291.png"/><Relationship Id="rId51" Type="http://schemas.openxmlformats.org/officeDocument/2006/relationships/customXml" Target="../ink/ink129.xml"/><Relationship Id="rId72" Type="http://schemas.openxmlformats.org/officeDocument/2006/relationships/image" Target="../media/image150.png"/><Relationship Id="rId93" Type="http://schemas.openxmlformats.org/officeDocument/2006/relationships/customXml" Target="../ink/ink150.xml"/><Relationship Id="rId189" Type="http://schemas.openxmlformats.org/officeDocument/2006/relationships/customXml" Target="../ink/ink198.xml"/><Relationship Id="rId375" Type="http://schemas.openxmlformats.org/officeDocument/2006/relationships/customXml" Target="../ink/ink291.xml"/><Relationship Id="rId396" Type="http://schemas.openxmlformats.org/officeDocument/2006/relationships/image" Target="../media/image312.png"/><Relationship Id="rId3" Type="http://schemas.openxmlformats.org/officeDocument/2006/relationships/customXml" Target="../ink/ink105.xml"/><Relationship Id="rId214" Type="http://schemas.openxmlformats.org/officeDocument/2006/relationships/image" Target="../media/image221.png"/><Relationship Id="rId235" Type="http://schemas.openxmlformats.org/officeDocument/2006/relationships/customXml" Target="../ink/ink221.xml"/><Relationship Id="rId256" Type="http://schemas.openxmlformats.org/officeDocument/2006/relationships/image" Target="../media/image242.png"/><Relationship Id="rId277" Type="http://schemas.openxmlformats.org/officeDocument/2006/relationships/customXml" Target="../ink/ink242.xml"/><Relationship Id="rId298" Type="http://schemas.openxmlformats.org/officeDocument/2006/relationships/image" Target="../media/image263.png"/><Relationship Id="rId116" Type="http://schemas.openxmlformats.org/officeDocument/2006/relationships/image" Target="../media/image172.png"/><Relationship Id="rId137" Type="http://schemas.openxmlformats.org/officeDocument/2006/relationships/customXml" Target="../ink/ink172.xml"/><Relationship Id="rId158" Type="http://schemas.openxmlformats.org/officeDocument/2006/relationships/image" Target="../media/image193.png"/><Relationship Id="rId302" Type="http://schemas.openxmlformats.org/officeDocument/2006/relationships/image" Target="../media/image265.png"/><Relationship Id="rId323" Type="http://schemas.openxmlformats.org/officeDocument/2006/relationships/customXml" Target="../ink/ink265.xml"/><Relationship Id="rId344" Type="http://schemas.openxmlformats.org/officeDocument/2006/relationships/image" Target="../media/image286.png"/><Relationship Id="rId20" Type="http://schemas.openxmlformats.org/officeDocument/2006/relationships/image" Target="../media/image124.png"/><Relationship Id="rId41" Type="http://schemas.openxmlformats.org/officeDocument/2006/relationships/customXml" Target="../ink/ink124.xml"/><Relationship Id="rId62" Type="http://schemas.openxmlformats.org/officeDocument/2006/relationships/image" Target="../media/image145.png"/><Relationship Id="rId83" Type="http://schemas.openxmlformats.org/officeDocument/2006/relationships/customXml" Target="../ink/ink145.xml"/><Relationship Id="rId179" Type="http://schemas.openxmlformats.org/officeDocument/2006/relationships/customXml" Target="../ink/ink193.xml"/><Relationship Id="rId365" Type="http://schemas.openxmlformats.org/officeDocument/2006/relationships/customXml" Target="../ink/ink286.xml"/><Relationship Id="rId386" Type="http://schemas.openxmlformats.org/officeDocument/2006/relationships/image" Target="../media/image307.png"/><Relationship Id="rId190" Type="http://schemas.openxmlformats.org/officeDocument/2006/relationships/image" Target="../media/image209.png"/><Relationship Id="rId204" Type="http://schemas.openxmlformats.org/officeDocument/2006/relationships/image" Target="../media/image216.png"/><Relationship Id="rId225" Type="http://schemas.openxmlformats.org/officeDocument/2006/relationships/customXml" Target="../ink/ink216.xml"/><Relationship Id="rId246" Type="http://schemas.openxmlformats.org/officeDocument/2006/relationships/image" Target="../media/image237.png"/><Relationship Id="rId267" Type="http://schemas.openxmlformats.org/officeDocument/2006/relationships/customXml" Target="../ink/ink237.xml"/><Relationship Id="rId288" Type="http://schemas.openxmlformats.org/officeDocument/2006/relationships/image" Target="../media/image258.png"/><Relationship Id="rId106" Type="http://schemas.openxmlformats.org/officeDocument/2006/relationships/image" Target="../media/image167.png"/><Relationship Id="rId127" Type="http://schemas.openxmlformats.org/officeDocument/2006/relationships/customXml" Target="../ink/ink167.xml"/><Relationship Id="rId313" Type="http://schemas.openxmlformats.org/officeDocument/2006/relationships/customXml" Target="../ink/ink260.xml"/><Relationship Id="rId10" Type="http://schemas.openxmlformats.org/officeDocument/2006/relationships/image" Target="../media/image119.png"/><Relationship Id="rId31" Type="http://schemas.openxmlformats.org/officeDocument/2006/relationships/customXml" Target="../ink/ink119.xml"/><Relationship Id="rId52" Type="http://schemas.openxmlformats.org/officeDocument/2006/relationships/image" Target="../media/image140.png"/><Relationship Id="rId73" Type="http://schemas.openxmlformats.org/officeDocument/2006/relationships/customXml" Target="../ink/ink140.xml"/><Relationship Id="rId94" Type="http://schemas.openxmlformats.org/officeDocument/2006/relationships/image" Target="../media/image161.png"/><Relationship Id="rId148" Type="http://schemas.openxmlformats.org/officeDocument/2006/relationships/image" Target="../media/image188.png"/><Relationship Id="rId169" Type="http://schemas.openxmlformats.org/officeDocument/2006/relationships/customXml" Target="../ink/ink188.xml"/><Relationship Id="rId334" Type="http://schemas.openxmlformats.org/officeDocument/2006/relationships/image" Target="../media/image281.png"/><Relationship Id="rId355" Type="http://schemas.openxmlformats.org/officeDocument/2006/relationships/customXml" Target="../ink/ink281.xml"/><Relationship Id="rId376" Type="http://schemas.openxmlformats.org/officeDocument/2006/relationships/image" Target="../media/image302.png"/><Relationship Id="rId4" Type="http://schemas.openxmlformats.org/officeDocument/2006/relationships/image" Target="../media/image116.png"/><Relationship Id="rId180" Type="http://schemas.openxmlformats.org/officeDocument/2006/relationships/image" Target="../media/image204.png"/><Relationship Id="rId215" Type="http://schemas.openxmlformats.org/officeDocument/2006/relationships/customXml" Target="../ink/ink211.xml"/><Relationship Id="rId236" Type="http://schemas.openxmlformats.org/officeDocument/2006/relationships/image" Target="../media/image232.png"/><Relationship Id="rId257" Type="http://schemas.openxmlformats.org/officeDocument/2006/relationships/customXml" Target="../ink/ink232.xml"/><Relationship Id="rId278" Type="http://schemas.openxmlformats.org/officeDocument/2006/relationships/image" Target="../media/image253.png"/><Relationship Id="rId303" Type="http://schemas.openxmlformats.org/officeDocument/2006/relationships/customXml" Target="../ink/ink255.xml"/><Relationship Id="rId42" Type="http://schemas.openxmlformats.org/officeDocument/2006/relationships/image" Target="../media/image135.png"/><Relationship Id="rId84" Type="http://schemas.openxmlformats.org/officeDocument/2006/relationships/image" Target="../media/image156.png"/><Relationship Id="rId138" Type="http://schemas.openxmlformats.org/officeDocument/2006/relationships/image" Target="../media/image183.png"/><Relationship Id="rId345" Type="http://schemas.openxmlformats.org/officeDocument/2006/relationships/customXml" Target="../ink/ink276.xml"/><Relationship Id="rId387" Type="http://schemas.openxmlformats.org/officeDocument/2006/relationships/customXml" Target="../ink/ink297.xml"/><Relationship Id="rId191" Type="http://schemas.openxmlformats.org/officeDocument/2006/relationships/customXml" Target="../ink/ink199.xml"/><Relationship Id="rId205" Type="http://schemas.openxmlformats.org/officeDocument/2006/relationships/customXml" Target="../ink/ink206.xml"/><Relationship Id="rId247" Type="http://schemas.openxmlformats.org/officeDocument/2006/relationships/customXml" Target="../ink/ink227.xml"/><Relationship Id="rId107" Type="http://schemas.openxmlformats.org/officeDocument/2006/relationships/customXml" Target="../ink/ink157.xml"/><Relationship Id="rId289" Type="http://schemas.openxmlformats.org/officeDocument/2006/relationships/customXml" Target="../ink/ink248.xml"/><Relationship Id="rId11" Type="http://schemas.openxmlformats.org/officeDocument/2006/relationships/customXml" Target="../ink/ink109.xml"/><Relationship Id="rId53" Type="http://schemas.openxmlformats.org/officeDocument/2006/relationships/customXml" Target="../ink/ink130.xml"/><Relationship Id="rId149" Type="http://schemas.openxmlformats.org/officeDocument/2006/relationships/customXml" Target="../ink/ink178.xml"/><Relationship Id="rId314" Type="http://schemas.openxmlformats.org/officeDocument/2006/relationships/image" Target="../media/image271.png"/><Relationship Id="rId356" Type="http://schemas.openxmlformats.org/officeDocument/2006/relationships/image" Target="../media/image292.png"/><Relationship Id="rId95" Type="http://schemas.openxmlformats.org/officeDocument/2006/relationships/customXml" Target="../ink/ink151.xml"/><Relationship Id="rId160" Type="http://schemas.openxmlformats.org/officeDocument/2006/relationships/image" Target="../media/image194.png"/><Relationship Id="rId216" Type="http://schemas.openxmlformats.org/officeDocument/2006/relationships/image" Target="../media/image222.png"/><Relationship Id="rId258" Type="http://schemas.openxmlformats.org/officeDocument/2006/relationships/image" Target="../media/image243.png"/><Relationship Id="rId22" Type="http://schemas.openxmlformats.org/officeDocument/2006/relationships/image" Target="../media/image125.png"/><Relationship Id="rId64" Type="http://schemas.openxmlformats.org/officeDocument/2006/relationships/image" Target="../media/image146.png"/><Relationship Id="rId118" Type="http://schemas.openxmlformats.org/officeDocument/2006/relationships/image" Target="../media/image173.png"/><Relationship Id="rId325" Type="http://schemas.openxmlformats.org/officeDocument/2006/relationships/customXml" Target="../ink/ink266.xml"/><Relationship Id="rId367" Type="http://schemas.openxmlformats.org/officeDocument/2006/relationships/customXml" Target="../ink/ink287.xml"/><Relationship Id="rId171" Type="http://schemas.openxmlformats.org/officeDocument/2006/relationships/customXml" Target="../ink/ink189.xml"/><Relationship Id="rId227" Type="http://schemas.openxmlformats.org/officeDocument/2006/relationships/customXml" Target="../ink/ink217.xml"/><Relationship Id="rId269" Type="http://schemas.openxmlformats.org/officeDocument/2006/relationships/customXml" Target="../ink/ink238.xml"/><Relationship Id="rId33" Type="http://schemas.openxmlformats.org/officeDocument/2006/relationships/customXml" Target="../ink/ink120.xml"/><Relationship Id="rId129" Type="http://schemas.openxmlformats.org/officeDocument/2006/relationships/customXml" Target="../ink/ink168.xml"/><Relationship Id="rId280" Type="http://schemas.openxmlformats.org/officeDocument/2006/relationships/image" Target="../media/image254.png"/><Relationship Id="rId336" Type="http://schemas.openxmlformats.org/officeDocument/2006/relationships/image" Target="../media/image282.png"/><Relationship Id="rId75" Type="http://schemas.openxmlformats.org/officeDocument/2006/relationships/customXml" Target="../ink/ink141.xml"/><Relationship Id="rId140" Type="http://schemas.openxmlformats.org/officeDocument/2006/relationships/image" Target="../media/image184.png"/><Relationship Id="rId182" Type="http://schemas.openxmlformats.org/officeDocument/2006/relationships/image" Target="../media/image205.png"/><Relationship Id="rId378" Type="http://schemas.openxmlformats.org/officeDocument/2006/relationships/image" Target="../media/image303.png"/><Relationship Id="rId6" Type="http://schemas.openxmlformats.org/officeDocument/2006/relationships/image" Target="../media/image117.png"/><Relationship Id="rId238" Type="http://schemas.openxmlformats.org/officeDocument/2006/relationships/image" Target="../media/image233.png"/><Relationship Id="rId291" Type="http://schemas.openxmlformats.org/officeDocument/2006/relationships/customXml" Target="../ink/ink249.xml"/><Relationship Id="rId305" Type="http://schemas.openxmlformats.org/officeDocument/2006/relationships/customXml" Target="../ink/ink256.xml"/><Relationship Id="rId347" Type="http://schemas.openxmlformats.org/officeDocument/2006/relationships/customXml" Target="../ink/ink277.xml"/><Relationship Id="rId44" Type="http://schemas.openxmlformats.org/officeDocument/2006/relationships/image" Target="../media/image136.png"/><Relationship Id="rId86" Type="http://schemas.openxmlformats.org/officeDocument/2006/relationships/image" Target="../media/image157.png"/><Relationship Id="rId151" Type="http://schemas.openxmlformats.org/officeDocument/2006/relationships/customXml" Target="../ink/ink179.xml"/><Relationship Id="rId389" Type="http://schemas.openxmlformats.org/officeDocument/2006/relationships/customXml" Target="../ink/ink298.xml"/><Relationship Id="rId193" Type="http://schemas.openxmlformats.org/officeDocument/2006/relationships/customXml" Target="../ink/ink200.xml"/><Relationship Id="rId207" Type="http://schemas.openxmlformats.org/officeDocument/2006/relationships/customXml" Target="../ink/ink207.xml"/><Relationship Id="rId249" Type="http://schemas.openxmlformats.org/officeDocument/2006/relationships/customXml" Target="../ink/ink228.xml"/><Relationship Id="rId13" Type="http://schemas.openxmlformats.org/officeDocument/2006/relationships/customXml" Target="../ink/ink110.xml"/><Relationship Id="rId109" Type="http://schemas.openxmlformats.org/officeDocument/2006/relationships/customXml" Target="../ink/ink158.xml"/><Relationship Id="rId260" Type="http://schemas.openxmlformats.org/officeDocument/2006/relationships/image" Target="../media/image244.png"/><Relationship Id="rId316" Type="http://schemas.openxmlformats.org/officeDocument/2006/relationships/image" Target="../media/image272.png"/><Relationship Id="rId55" Type="http://schemas.openxmlformats.org/officeDocument/2006/relationships/customXml" Target="../ink/ink131.xml"/><Relationship Id="rId97" Type="http://schemas.openxmlformats.org/officeDocument/2006/relationships/customXml" Target="../ink/ink152.xml"/><Relationship Id="rId120" Type="http://schemas.openxmlformats.org/officeDocument/2006/relationships/image" Target="../media/image174.png"/><Relationship Id="rId358" Type="http://schemas.openxmlformats.org/officeDocument/2006/relationships/image" Target="../media/image293.png"/><Relationship Id="rId162" Type="http://schemas.openxmlformats.org/officeDocument/2006/relationships/image" Target="../media/image195.png"/><Relationship Id="rId218" Type="http://schemas.openxmlformats.org/officeDocument/2006/relationships/image" Target="../media/image223.png"/><Relationship Id="rId271" Type="http://schemas.openxmlformats.org/officeDocument/2006/relationships/customXml" Target="../ink/ink239.xml"/><Relationship Id="rId24" Type="http://schemas.openxmlformats.org/officeDocument/2006/relationships/image" Target="../media/image126.png"/><Relationship Id="rId66" Type="http://schemas.openxmlformats.org/officeDocument/2006/relationships/image" Target="../media/image147.png"/><Relationship Id="rId131" Type="http://schemas.openxmlformats.org/officeDocument/2006/relationships/customXml" Target="../ink/ink169.xml"/><Relationship Id="rId327" Type="http://schemas.openxmlformats.org/officeDocument/2006/relationships/customXml" Target="../ink/ink267.xml"/><Relationship Id="rId369" Type="http://schemas.openxmlformats.org/officeDocument/2006/relationships/customXml" Target="../ink/ink288.xml"/><Relationship Id="rId173" Type="http://schemas.openxmlformats.org/officeDocument/2006/relationships/customXml" Target="../ink/ink190.xml"/><Relationship Id="rId229" Type="http://schemas.openxmlformats.org/officeDocument/2006/relationships/customXml" Target="../ink/ink218.xml"/><Relationship Id="rId380" Type="http://schemas.openxmlformats.org/officeDocument/2006/relationships/image" Target="../media/image304.png"/><Relationship Id="rId240" Type="http://schemas.openxmlformats.org/officeDocument/2006/relationships/image" Target="../media/image234.png"/><Relationship Id="rId35" Type="http://schemas.openxmlformats.org/officeDocument/2006/relationships/customXml" Target="../ink/ink121.xml"/><Relationship Id="rId77" Type="http://schemas.openxmlformats.org/officeDocument/2006/relationships/customXml" Target="../ink/ink142.xml"/><Relationship Id="rId100" Type="http://schemas.openxmlformats.org/officeDocument/2006/relationships/image" Target="../media/image164.png"/><Relationship Id="rId282" Type="http://schemas.openxmlformats.org/officeDocument/2006/relationships/image" Target="../media/image255.png"/><Relationship Id="rId338" Type="http://schemas.openxmlformats.org/officeDocument/2006/relationships/image" Target="../media/image283.png"/><Relationship Id="rId8" Type="http://schemas.openxmlformats.org/officeDocument/2006/relationships/image" Target="../media/image118.png"/><Relationship Id="rId142" Type="http://schemas.openxmlformats.org/officeDocument/2006/relationships/image" Target="../media/image185.png"/><Relationship Id="rId184" Type="http://schemas.openxmlformats.org/officeDocument/2006/relationships/image" Target="../media/image206.png"/><Relationship Id="rId391" Type="http://schemas.openxmlformats.org/officeDocument/2006/relationships/customXml" Target="../ink/ink299.xml"/><Relationship Id="rId251" Type="http://schemas.openxmlformats.org/officeDocument/2006/relationships/customXml" Target="../ink/ink229.xml"/><Relationship Id="rId46" Type="http://schemas.openxmlformats.org/officeDocument/2006/relationships/image" Target="../media/image137.png"/><Relationship Id="rId293" Type="http://schemas.openxmlformats.org/officeDocument/2006/relationships/customXml" Target="../ink/ink250.xml"/><Relationship Id="rId307" Type="http://schemas.openxmlformats.org/officeDocument/2006/relationships/customXml" Target="../ink/ink257.xml"/><Relationship Id="rId349" Type="http://schemas.openxmlformats.org/officeDocument/2006/relationships/customXml" Target="../ink/ink278.xml"/><Relationship Id="rId88" Type="http://schemas.openxmlformats.org/officeDocument/2006/relationships/image" Target="../media/image158.png"/><Relationship Id="rId111" Type="http://schemas.openxmlformats.org/officeDocument/2006/relationships/customXml" Target="../ink/ink159.xml"/><Relationship Id="rId153" Type="http://schemas.openxmlformats.org/officeDocument/2006/relationships/customXml" Target="../ink/ink180.xml"/><Relationship Id="rId195" Type="http://schemas.openxmlformats.org/officeDocument/2006/relationships/customXml" Target="../ink/ink201.xml"/><Relationship Id="rId209" Type="http://schemas.openxmlformats.org/officeDocument/2006/relationships/customXml" Target="../ink/ink208.xml"/><Relationship Id="rId360" Type="http://schemas.openxmlformats.org/officeDocument/2006/relationships/image" Target="../media/image294.png"/><Relationship Id="rId220" Type="http://schemas.openxmlformats.org/officeDocument/2006/relationships/image" Target="../media/image224.png"/><Relationship Id="rId15" Type="http://schemas.openxmlformats.org/officeDocument/2006/relationships/customXml" Target="../ink/ink111.xml"/><Relationship Id="rId57" Type="http://schemas.openxmlformats.org/officeDocument/2006/relationships/customXml" Target="../ink/ink132.xml"/><Relationship Id="rId262" Type="http://schemas.openxmlformats.org/officeDocument/2006/relationships/image" Target="../media/image245.png"/><Relationship Id="rId318" Type="http://schemas.openxmlformats.org/officeDocument/2006/relationships/image" Target="../media/image273.png"/><Relationship Id="rId99" Type="http://schemas.openxmlformats.org/officeDocument/2006/relationships/customXml" Target="../ink/ink153.xml"/><Relationship Id="rId122" Type="http://schemas.openxmlformats.org/officeDocument/2006/relationships/image" Target="../media/image175.png"/><Relationship Id="rId164" Type="http://schemas.openxmlformats.org/officeDocument/2006/relationships/image" Target="../media/image196.png"/><Relationship Id="rId371" Type="http://schemas.openxmlformats.org/officeDocument/2006/relationships/customXml" Target="../ink/ink289.xml"/><Relationship Id="rId26" Type="http://schemas.openxmlformats.org/officeDocument/2006/relationships/image" Target="../media/image127.png"/><Relationship Id="rId231" Type="http://schemas.openxmlformats.org/officeDocument/2006/relationships/customXml" Target="../ink/ink219.xml"/><Relationship Id="rId273" Type="http://schemas.openxmlformats.org/officeDocument/2006/relationships/customXml" Target="../ink/ink240.xml"/><Relationship Id="rId329" Type="http://schemas.openxmlformats.org/officeDocument/2006/relationships/customXml" Target="../ink/ink268.xml"/><Relationship Id="rId68" Type="http://schemas.openxmlformats.org/officeDocument/2006/relationships/image" Target="../media/image148.png"/><Relationship Id="rId133" Type="http://schemas.openxmlformats.org/officeDocument/2006/relationships/customXml" Target="../ink/ink170.xml"/><Relationship Id="rId175" Type="http://schemas.openxmlformats.org/officeDocument/2006/relationships/customXml" Target="../ink/ink191.xml"/><Relationship Id="rId340" Type="http://schemas.openxmlformats.org/officeDocument/2006/relationships/image" Target="../media/image284.png"/><Relationship Id="rId200" Type="http://schemas.openxmlformats.org/officeDocument/2006/relationships/image" Target="../media/image214.png"/><Relationship Id="rId382" Type="http://schemas.openxmlformats.org/officeDocument/2006/relationships/image" Target="../media/image305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59.xml"/><Relationship Id="rId21" Type="http://schemas.openxmlformats.org/officeDocument/2006/relationships/customXml" Target="../ink/ink311.xml"/><Relationship Id="rId42" Type="http://schemas.openxmlformats.org/officeDocument/2006/relationships/image" Target="../media/image333.png"/><Relationship Id="rId63" Type="http://schemas.openxmlformats.org/officeDocument/2006/relationships/customXml" Target="../ink/ink332.xml"/><Relationship Id="rId84" Type="http://schemas.openxmlformats.org/officeDocument/2006/relationships/image" Target="../media/image354.png"/><Relationship Id="rId138" Type="http://schemas.openxmlformats.org/officeDocument/2006/relationships/image" Target="../media/image381.png"/><Relationship Id="rId159" Type="http://schemas.openxmlformats.org/officeDocument/2006/relationships/customXml" Target="../ink/ink380.xml"/><Relationship Id="rId170" Type="http://schemas.openxmlformats.org/officeDocument/2006/relationships/image" Target="../media/image397.png"/><Relationship Id="rId191" Type="http://schemas.openxmlformats.org/officeDocument/2006/relationships/customXml" Target="../ink/ink396.xml"/><Relationship Id="rId205" Type="http://schemas.openxmlformats.org/officeDocument/2006/relationships/customXml" Target="../ink/ink403.xml"/><Relationship Id="rId226" Type="http://schemas.openxmlformats.org/officeDocument/2006/relationships/image" Target="../media/image425.png"/><Relationship Id="rId107" Type="http://schemas.openxmlformats.org/officeDocument/2006/relationships/customXml" Target="../ink/ink354.xml"/><Relationship Id="rId11" Type="http://schemas.openxmlformats.org/officeDocument/2006/relationships/customXml" Target="../ink/ink306.xml"/><Relationship Id="rId32" Type="http://schemas.openxmlformats.org/officeDocument/2006/relationships/image" Target="../media/image328.png"/><Relationship Id="rId53" Type="http://schemas.openxmlformats.org/officeDocument/2006/relationships/customXml" Target="../ink/ink327.xml"/><Relationship Id="rId74" Type="http://schemas.openxmlformats.org/officeDocument/2006/relationships/image" Target="../media/image349.png"/><Relationship Id="rId128" Type="http://schemas.openxmlformats.org/officeDocument/2006/relationships/image" Target="../media/image376.png"/><Relationship Id="rId149" Type="http://schemas.openxmlformats.org/officeDocument/2006/relationships/customXml" Target="../ink/ink375.xml"/><Relationship Id="rId5" Type="http://schemas.openxmlformats.org/officeDocument/2006/relationships/customXml" Target="../ink/ink303.xml"/><Relationship Id="rId95" Type="http://schemas.openxmlformats.org/officeDocument/2006/relationships/customXml" Target="../ink/ink348.xml"/><Relationship Id="rId160" Type="http://schemas.openxmlformats.org/officeDocument/2006/relationships/image" Target="../media/image392.png"/><Relationship Id="rId181" Type="http://schemas.openxmlformats.org/officeDocument/2006/relationships/customXml" Target="../ink/ink391.xml"/><Relationship Id="rId216" Type="http://schemas.openxmlformats.org/officeDocument/2006/relationships/image" Target="../media/image420.png"/><Relationship Id="rId22" Type="http://schemas.openxmlformats.org/officeDocument/2006/relationships/image" Target="../media/image323.png"/><Relationship Id="rId43" Type="http://schemas.openxmlformats.org/officeDocument/2006/relationships/customXml" Target="../ink/ink322.xml"/><Relationship Id="rId64" Type="http://schemas.openxmlformats.org/officeDocument/2006/relationships/image" Target="../media/image344.png"/><Relationship Id="rId118" Type="http://schemas.openxmlformats.org/officeDocument/2006/relationships/image" Target="../media/image371.png"/><Relationship Id="rId139" Type="http://schemas.openxmlformats.org/officeDocument/2006/relationships/customXml" Target="../ink/ink370.xml"/><Relationship Id="rId85" Type="http://schemas.openxmlformats.org/officeDocument/2006/relationships/customXml" Target="../ink/ink343.xml"/><Relationship Id="rId150" Type="http://schemas.openxmlformats.org/officeDocument/2006/relationships/image" Target="../media/image387.png"/><Relationship Id="rId171" Type="http://schemas.openxmlformats.org/officeDocument/2006/relationships/customXml" Target="../ink/ink386.xml"/><Relationship Id="rId192" Type="http://schemas.openxmlformats.org/officeDocument/2006/relationships/image" Target="../media/image408.png"/><Relationship Id="rId206" Type="http://schemas.openxmlformats.org/officeDocument/2006/relationships/image" Target="../media/image415.png"/><Relationship Id="rId227" Type="http://schemas.openxmlformats.org/officeDocument/2006/relationships/customXml" Target="../ink/ink414.xml"/><Relationship Id="rId12" Type="http://schemas.openxmlformats.org/officeDocument/2006/relationships/image" Target="../media/image318.png"/><Relationship Id="rId33" Type="http://schemas.openxmlformats.org/officeDocument/2006/relationships/customXml" Target="../ink/ink317.xml"/><Relationship Id="rId108" Type="http://schemas.openxmlformats.org/officeDocument/2006/relationships/image" Target="../media/image366.png"/><Relationship Id="rId129" Type="http://schemas.openxmlformats.org/officeDocument/2006/relationships/customXml" Target="../ink/ink365.xml"/><Relationship Id="rId54" Type="http://schemas.openxmlformats.org/officeDocument/2006/relationships/image" Target="../media/image339.png"/><Relationship Id="rId75" Type="http://schemas.openxmlformats.org/officeDocument/2006/relationships/customXml" Target="../ink/ink338.xml"/><Relationship Id="rId96" Type="http://schemas.openxmlformats.org/officeDocument/2006/relationships/image" Target="../media/image360.png"/><Relationship Id="rId140" Type="http://schemas.openxmlformats.org/officeDocument/2006/relationships/image" Target="../media/image382.png"/><Relationship Id="rId161" Type="http://schemas.openxmlformats.org/officeDocument/2006/relationships/customXml" Target="../ink/ink381.xml"/><Relationship Id="rId182" Type="http://schemas.openxmlformats.org/officeDocument/2006/relationships/image" Target="../media/image403.png"/><Relationship Id="rId217" Type="http://schemas.openxmlformats.org/officeDocument/2006/relationships/customXml" Target="../ink/ink409.xml"/><Relationship Id="rId6" Type="http://schemas.openxmlformats.org/officeDocument/2006/relationships/image" Target="../media/image315.png"/><Relationship Id="rId23" Type="http://schemas.openxmlformats.org/officeDocument/2006/relationships/customXml" Target="../ink/ink312.xml"/><Relationship Id="rId119" Type="http://schemas.openxmlformats.org/officeDocument/2006/relationships/customXml" Target="../ink/ink360.xml"/><Relationship Id="rId44" Type="http://schemas.openxmlformats.org/officeDocument/2006/relationships/image" Target="../media/image334.png"/><Relationship Id="rId65" Type="http://schemas.openxmlformats.org/officeDocument/2006/relationships/customXml" Target="../ink/ink333.xml"/><Relationship Id="rId86" Type="http://schemas.openxmlformats.org/officeDocument/2006/relationships/image" Target="../media/image355.png"/><Relationship Id="rId130" Type="http://schemas.openxmlformats.org/officeDocument/2006/relationships/image" Target="../media/image377.png"/><Relationship Id="rId151" Type="http://schemas.openxmlformats.org/officeDocument/2006/relationships/customXml" Target="../ink/ink376.xml"/><Relationship Id="rId172" Type="http://schemas.openxmlformats.org/officeDocument/2006/relationships/image" Target="../media/image398.png"/><Relationship Id="rId193" Type="http://schemas.openxmlformats.org/officeDocument/2006/relationships/customXml" Target="../ink/ink397.xml"/><Relationship Id="rId207" Type="http://schemas.openxmlformats.org/officeDocument/2006/relationships/customXml" Target="../ink/ink404.xml"/><Relationship Id="rId228" Type="http://schemas.openxmlformats.org/officeDocument/2006/relationships/image" Target="../media/image426.png"/><Relationship Id="rId13" Type="http://schemas.openxmlformats.org/officeDocument/2006/relationships/customXml" Target="../ink/ink307.xml"/><Relationship Id="rId109" Type="http://schemas.openxmlformats.org/officeDocument/2006/relationships/customXml" Target="../ink/ink355.xml"/><Relationship Id="rId34" Type="http://schemas.openxmlformats.org/officeDocument/2006/relationships/image" Target="../media/image329.png"/><Relationship Id="rId55" Type="http://schemas.openxmlformats.org/officeDocument/2006/relationships/customXml" Target="../ink/ink328.xml"/><Relationship Id="rId76" Type="http://schemas.openxmlformats.org/officeDocument/2006/relationships/image" Target="../media/image350.png"/><Relationship Id="rId97" Type="http://schemas.openxmlformats.org/officeDocument/2006/relationships/customXml" Target="../ink/ink349.xml"/><Relationship Id="rId120" Type="http://schemas.openxmlformats.org/officeDocument/2006/relationships/image" Target="../media/image372.png"/><Relationship Id="rId141" Type="http://schemas.openxmlformats.org/officeDocument/2006/relationships/customXml" Target="../ink/ink371.xml"/><Relationship Id="rId7" Type="http://schemas.openxmlformats.org/officeDocument/2006/relationships/customXml" Target="../ink/ink304.xml"/><Relationship Id="rId162" Type="http://schemas.openxmlformats.org/officeDocument/2006/relationships/image" Target="../media/image393.png"/><Relationship Id="rId183" Type="http://schemas.openxmlformats.org/officeDocument/2006/relationships/customXml" Target="../ink/ink392.xml"/><Relationship Id="rId218" Type="http://schemas.openxmlformats.org/officeDocument/2006/relationships/image" Target="../media/image421.png"/><Relationship Id="rId24" Type="http://schemas.openxmlformats.org/officeDocument/2006/relationships/image" Target="../media/image324.png"/><Relationship Id="rId45" Type="http://schemas.openxmlformats.org/officeDocument/2006/relationships/customXml" Target="../ink/ink323.xml"/><Relationship Id="rId66" Type="http://schemas.openxmlformats.org/officeDocument/2006/relationships/image" Target="../media/image345.png"/><Relationship Id="rId87" Type="http://schemas.openxmlformats.org/officeDocument/2006/relationships/customXml" Target="../ink/ink344.xml"/><Relationship Id="rId110" Type="http://schemas.openxmlformats.org/officeDocument/2006/relationships/image" Target="../media/image367.png"/><Relationship Id="rId131" Type="http://schemas.openxmlformats.org/officeDocument/2006/relationships/customXml" Target="../ink/ink366.xml"/><Relationship Id="rId152" Type="http://schemas.openxmlformats.org/officeDocument/2006/relationships/image" Target="../media/image388.png"/><Relationship Id="rId173" Type="http://schemas.openxmlformats.org/officeDocument/2006/relationships/customXml" Target="../ink/ink387.xml"/><Relationship Id="rId194" Type="http://schemas.openxmlformats.org/officeDocument/2006/relationships/image" Target="../media/image409.png"/><Relationship Id="rId208" Type="http://schemas.openxmlformats.org/officeDocument/2006/relationships/image" Target="../media/image416.png"/><Relationship Id="rId229" Type="http://schemas.openxmlformats.org/officeDocument/2006/relationships/customXml" Target="../ink/ink415.xml"/><Relationship Id="rId14" Type="http://schemas.openxmlformats.org/officeDocument/2006/relationships/image" Target="../media/image319.png"/><Relationship Id="rId35" Type="http://schemas.openxmlformats.org/officeDocument/2006/relationships/customXml" Target="../ink/ink318.xml"/><Relationship Id="rId56" Type="http://schemas.openxmlformats.org/officeDocument/2006/relationships/image" Target="../media/image340.png"/><Relationship Id="rId77" Type="http://schemas.openxmlformats.org/officeDocument/2006/relationships/customXml" Target="../ink/ink339.xml"/><Relationship Id="rId100" Type="http://schemas.openxmlformats.org/officeDocument/2006/relationships/image" Target="../media/image362.png"/><Relationship Id="rId8" Type="http://schemas.openxmlformats.org/officeDocument/2006/relationships/image" Target="../media/image316.png"/><Relationship Id="rId98" Type="http://schemas.openxmlformats.org/officeDocument/2006/relationships/image" Target="../media/image361.png"/><Relationship Id="rId121" Type="http://schemas.openxmlformats.org/officeDocument/2006/relationships/customXml" Target="../ink/ink361.xml"/><Relationship Id="rId142" Type="http://schemas.openxmlformats.org/officeDocument/2006/relationships/image" Target="../media/image383.png"/><Relationship Id="rId163" Type="http://schemas.openxmlformats.org/officeDocument/2006/relationships/customXml" Target="../ink/ink382.xml"/><Relationship Id="rId184" Type="http://schemas.openxmlformats.org/officeDocument/2006/relationships/image" Target="../media/image404.png"/><Relationship Id="rId219" Type="http://schemas.openxmlformats.org/officeDocument/2006/relationships/customXml" Target="../ink/ink410.xml"/><Relationship Id="rId230" Type="http://schemas.openxmlformats.org/officeDocument/2006/relationships/image" Target="../media/image427.png"/><Relationship Id="rId25" Type="http://schemas.openxmlformats.org/officeDocument/2006/relationships/customXml" Target="../ink/ink313.xml"/><Relationship Id="rId46" Type="http://schemas.openxmlformats.org/officeDocument/2006/relationships/image" Target="../media/image335.png"/><Relationship Id="rId67" Type="http://schemas.openxmlformats.org/officeDocument/2006/relationships/customXml" Target="../ink/ink334.xml"/><Relationship Id="rId20" Type="http://schemas.openxmlformats.org/officeDocument/2006/relationships/image" Target="../media/image322.png"/><Relationship Id="rId41" Type="http://schemas.openxmlformats.org/officeDocument/2006/relationships/customXml" Target="../ink/ink321.xml"/><Relationship Id="rId62" Type="http://schemas.openxmlformats.org/officeDocument/2006/relationships/image" Target="../media/image343.png"/><Relationship Id="rId83" Type="http://schemas.openxmlformats.org/officeDocument/2006/relationships/customXml" Target="../ink/ink342.xml"/><Relationship Id="rId88" Type="http://schemas.openxmlformats.org/officeDocument/2006/relationships/image" Target="../media/image356.png"/><Relationship Id="rId111" Type="http://schemas.openxmlformats.org/officeDocument/2006/relationships/customXml" Target="../ink/ink356.xml"/><Relationship Id="rId132" Type="http://schemas.openxmlformats.org/officeDocument/2006/relationships/image" Target="../media/image378.png"/><Relationship Id="rId153" Type="http://schemas.openxmlformats.org/officeDocument/2006/relationships/customXml" Target="../ink/ink377.xml"/><Relationship Id="rId174" Type="http://schemas.openxmlformats.org/officeDocument/2006/relationships/image" Target="../media/image399.png"/><Relationship Id="rId179" Type="http://schemas.openxmlformats.org/officeDocument/2006/relationships/customXml" Target="../ink/ink390.xml"/><Relationship Id="rId195" Type="http://schemas.openxmlformats.org/officeDocument/2006/relationships/customXml" Target="../ink/ink398.xml"/><Relationship Id="rId209" Type="http://schemas.openxmlformats.org/officeDocument/2006/relationships/customXml" Target="../ink/ink405.xml"/><Relationship Id="rId190" Type="http://schemas.openxmlformats.org/officeDocument/2006/relationships/image" Target="../media/image407.png"/><Relationship Id="rId204" Type="http://schemas.openxmlformats.org/officeDocument/2006/relationships/image" Target="../media/image414.png"/><Relationship Id="rId220" Type="http://schemas.openxmlformats.org/officeDocument/2006/relationships/image" Target="../media/image422.png"/><Relationship Id="rId225" Type="http://schemas.openxmlformats.org/officeDocument/2006/relationships/customXml" Target="../ink/ink413.xml"/><Relationship Id="rId15" Type="http://schemas.openxmlformats.org/officeDocument/2006/relationships/customXml" Target="../ink/ink308.xml"/><Relationship Id="rId36" Type="http://schemas.openxmlformats.org/officeDocument/2006/relationships/image" Target="../media/image330.png"/><Relationship Id="rId57" Type="http://schemas.openxmlformats.org/officeDocument/2006/relationships/customXml" Target="../ink/ink329.xml"/><Relationship Id="rId106" Type="http://schemas.openxmlformats.org/officeDocument/2006/relationships/image" Target="../media/image365.png"/><Relationship Id="rId127" Type="http://schemas.openxmlformats.org/officeDocument/2006/relationships/customXml" Target="../ink/ink364.xml"/><Relationship Id="rId10" Type="http://schemas.openxmlformats.org/officeDocument/2006/relationships/image" Target="../media/image317.png"/><Relationship Id="rId31" Type="http://schemas.openxmlformats.org/officeDocument/2006/relationships/customXml" Target="../ink/ink316.xml"/><Relationship Id="rId52" Type="http://schemas.openxmlformats.org/officeDocument/2006/relationships/image" Target="../media/image338.png"/><Relationship Id="rId73" Type="http://schemas.openxmlformats.org/officeDocument/2006/relationships/customXml" Target="../ink/ink337.xml"/><Relationship Id="rId78" Type="http://schemas.openxmlformats.org/officeDocument/2006/relationships/image" Target="../media/image351.png"/><Relationship Id="rId94" Type="http://schemas.openxmlformats.org/officeDocument/2006/relationships/image" Target="../media/image359.png"/><Relationship Id="rId99" Type="http://schemas.openxmlformats.org/officeDocument/2006/relationships/customXml" Target="../ink/ink350.xml"/><Relationship Id="rId101" Type="http://schemas.openxmlformats.org/officeDocument/2006/relationships/customXml" Target="../ink/ink351.xml"/><Relationship Id="rId122" Type="http://schemas.openxmlformats.org/officeDocument/2006/relationships/image" Target="../media/image373.png"/><Relationship Id="rId143" Type="http://schemas.openxmlformats.org/officeDocument/2006/relationships/customXml" Target="../ink/ink372.xml"/><Relationship Id="rId148" Type="http://schemas.openxmlformats.org/officeDocument/2006/relationships/image" Target="../media/image386.png"/><Relationship Id="rId164" Type="http://schemas.openxmlformats.org/officeDocument/2006/relationships/image" Target="../media/image394.png"/><Relationship Id="rId169" Type="http://schemas.openxmlformats.org/officeDocument/2006/relationships/customXml" Target="../ink/ink385.xml"/><Relationship Id="rId185" Type="http://schemas.openxmlformats.org/officeDocument/2006/relationships/customXml" Target="../ink/ink393.xml"/><Relationship Id="rId4" Type="http://schemas.openxmlformats.org/officeDocument/2006/relationships/image" Target="../media/image314.png"/><Relationship Id="rId9" Type="http://schemas.openxmlformats.org/officeDocument/2006/relationships/customXml" Target="../ink/ink305.xml"/><Relationship Id="rId180" Type="http://schemas.openxmlformats.org/officeDocument/2006/relationships/image" Target="../media/image402.png"/><Relationship Id="rId210" Type="http://schemas.openxmlformats.org/officeDocument/2006/relationships/image" Target="../media/image417.png"/><Relationship Id="rId215" Type="http://schemas.openxmlformats.org/officeDocument/2006/relationships/customXml" Target="../ink/ink408.xml"/><Relationship Id="rId26" Type="http://schemas.openxmlformats.org/officeDocument/2006/relationships/image" Target="../media/image325.png"/><Relationship Id="rId231" Type="http://schemas.openxmlformats.org/officeDocument/2006/relationships/customXml" Target="../ink/ink416.xml"/><Relationship Id="rId47" Type="http://schemas.openxmlformats.org/officeDocument/2006/relationships/customXml" Target="../ink/ink324.xml"/><Relationship Id="rId68" Type="http://schemas.openxmlformats.org/officeDocument/2006/relationships/image" Target="../media/image346.png"/><Relationship Id="rId89" Type="http://schemas.openxmlformats.org/officeDocument/2006/relationships/customXml" Target="../ink/ink345.xml"/><Relationship Id="rId112" Type="http://schemas.openxmlformats.org/officeDocument/2006/relationships/image" Target="../media/image368.png"/><Relationship Id="rId133" Type="http://schemas.openxmlformats.org/officeDocument/2006/relationships/customXml" Target="../ink/ink367.xml"/><Relationship Id="rId154" Type="http://schemas.openxmlformats.org/officeDocument/2006/relationships/image" Target="../media/image389.png"/><Relationship Id="rId175" Type="http://schemas.openxmlformats.org/officeDocument/2006/relationships/customXml" Target="../ink/ink388.xml"/><Relationship Id="rId196" Type="http://schemas.openxmlformats.org/officeDocument/2006/relationships/image" Target="../media/image410.png"/><Relationship Id="rId200" Type="http://schemas.openxmlformats.org/officeDocument/2006/relationships/image" Target="../media/image412.png"/><Relationship Id="rId16" Type="http://schemas.openxmlformats.org/officeDocument/2006/relationships/image" Target="../media/image320.png"/><Relationship Id="rId221" Type="http://schemas.openxmlformats.org/officeDocument/2006/relationships/customXml" Target="../ink/ink411.xml"/><Relationship Id="rId37" Type="http://schemas.openxmlformats.org/officeDocument/2006/relationships/customXml" Target="../ink/ink319.xml"/><Relationship Id="rId58" Type="http://schemas.openxmlformats.org/officeDocument/2006/relationships/image" Target="../media/image341.png"/><Relationship Id="rId79" Type="http://schemas.openxmlformats.org/officeDocument/2006/relationships/customXml" Target="../ink/ink340.xml"/><Relationship Id="rId102" Type="http://schemas.openxmlformats.org/officeDocument/2006/relationships/image" Target="../media/image363.png"/><Relationship Id="rId123" Type="http://schemas.openxmlformats.org/officeDocument/2006/relationships/customXml" Target="../ink/ink362.xml"/><Relationship Id="rId144" Type="http://schemas.openxmlformats.org/officeDocument/2006/relationships/image" Target="../media/image384.png"/><Relationship Id="rId90" Type="http://schemas.openxmlformats.org/officeDocument/2006/relationships/image" Target="../media/image357.png"/><Relationship Id="rId165" Type="http://schemas.openxmlformats.org/officeDocument/2006/relationships/customXml" Target="../ink/ink383.xml"/><Relationship Id="rId186" Type="http://schemas.openxmlformats.org/officeDocument/2006/relationships/image" Target="../media/image405.png"/><Relationship Id="rId211" Type="http://schemas.openxmlformats.org/officeDocument/2006/relationships/customXml" Target="../ink/ink406.xml"/><Relationship Id="rId232" Type="http://schemas.openxmlformats.org/officeDocument/2006/relationships/image" Target="../media/image428.png"/><Relationship Id="rId27" Type="http://schemas.openxmlformats.org/officeDocument/2006/relationships/customXml" Target="../ink/ink314.xml"/><Relationship Id="rId48" Type="http://schemas.openxmlformats.org/officeDocument/2006/relationships/image" Target="../media/image336.png"/><Relationship Id="rId69" Type="http://schemas.openxmlformats.org/officeDocument/2006/relationships/customXml" Target="../ink/ink335.xml"/><Relationship Id="rId113" Type="http://schemas.openxmlformats.org/officeDocument/2006/relationships/customXml" Target="../ink/ink357.xml"/><Relationship Id="rId134" Type="http://schemas.openxmlformats.org/officeDocument/2006/relationships/image" Target="../media/image379.png"/><Relationship Id="rId80" Type="http://schemas.openxmlformats.org/officeDocument/2006/relationships/image" Target="../media/image352.png"/><Relationship Id="rId155" Type="http://schemas.openxmlformats.org/officeDocument/2006/relationships/customXml" Target="../ink/ink378.xml"/><Relationship Id="rId176" Type="http://schemas.openxmlformats.org/officeDocument/2006/relationships/image" Target="../media/image400.png"/><Relationship Id="rId197" Type="http://schemas.openxmlformats.org/officeDocument/2006/relationships/customXml" Target="../ink/ink399.xml"/><Relationship Id="rId201" Type="http://schemas.openxmlformats.org/officeDocument/2006/relationships/customXml" Target="../ink/ink401.xml"/><Relationship Id="rId222" Type="http://schemas.openxmlformats.org/officeDocument/2006/relationships/image" Target="../media/image423.png"/><Relationship Id="rId17" Type="http://schemas.openxmlformats.org/officeDocument/2006/relationships/customXml" Target="../ink/ink309.xml"/><Relationship Id="rId38" Type="http://schemas.openxmlformats.org/officeDocument/2006/relationships/image" Target="../media/image331.png"/><Relationship Id="rId59" Type="http://schemas.openxmlformats.org/officeDocument/2006/relationships/customXml" Target="../ink/ink330.xml"/><Relationship Id="rId103" Type="http://schemas.openxmlformats.org/officeDocument/2006/relationships/customXml" Target="../ink/ink352.xml"/><Relationship Id="rId124" Type="http://schemas.openxmlformats.org/officeDocument/2006/relationships/image" Target="../media/image374.png"/><Relationship Id="rId70" Type="http://schemas.openxmlformats.org/officeDocument/2006/relationships/image" Target="../media/image347.png"/><Relationship Id="rId91" Type="http://schemas.openxmlformats.org/officeDocument/2006/relationships/customXml" Target="../ink/ink346.xml"/><Relationship Id="rId145" Type="http://schemas.openxmlformats.org/officeDocument/2006/relationships/customXml" Target="../ink/ink373.xml"/><Relationship Id="rId166" Type="http://schemas.openxmlformats.org/officeDocument/2006/relationships/image" Target="../media/image395.png"/><Relationship Id="rId187" Type="http://schemas.openxmlformats.org/officeDocument/2006/relationships/customXml" Target="../ink/ink394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418.png"/><Relationship Id="rId233" Type="http://schemas.openxmlformats.org/officeDocument/2006/relationships/customXml" Target="../ink/ink417.xml"/><Relationship Id="rId28" Type="http://schemas.openxmlformats.org/officeDocument/2006/relationships/image" Target="../media/image326.png"/><Relationship Id="rId49" Type="http://schemas.openxmlformats.org/officeDocument/2006/relationships/customXml" Target="../ink/ink325.xml"/><Relationship Id="rId114" Type="http://schemas.openxmlformats.org/officeDocument/2006/relationships/image" Target="../media/image369.png"/><Relationship Id="rId60" Type="http://schemas.openxmlformats.org/officeDocument/2006/relationships/image" Target="../media/image342.png"/><Relationship Id="rId81" Type="http://schemas.openxmlformats.org/officeDocument/2006/relationships/customXml" Target="../ink/ink341.xml"/><Relationship Id="rId135" Type="http://schemas.openxmlformats.org/officeDocument/2006/relationships/customXml" Target="../ink/ink368.xml"/><Relationship Id="rId156" Type="http://schemas.openxmlformats.org/officeDocument/2006/relationships/image" Target="../media/image390.png"/><Relationship Id="rId177" Type="http://schemas.openxmlformats.org/officeDocument/2006/relationships/customXml" Target="../ink/ink389.xml"/><Relationship Id="rId198" Type="http://schemas.openxmlformats.org/officeDocument/2006/relationships/image" Target="../media/image411.png"/><Relationship Id="rId202" Type="http://schemas.openxmlformats.org/officeDocument/2006/relationships/image" Target="../media/image413.png"/><Relationship Id="rId223" Type="http://schemas.openxmlformats.org/officeDocument/2006/relationships/customXml" Target="../ink/ink412.xml"/><Relationship Id="rId18" Type="http://schemas.openxmlformats.org/officeDocument/2006/relationships/image" Target="../media/image321.png"/><Relationship Id="rId39" Type="http://schemas.openxmlformats.org/officeDocument/2006/relationships/customXml" Target="../ink/ink320.xml"/><Relationship Id="rId50" Type="http://schemas.openxmlformats.org/officeDocument/2006/relationships/image" Target="../media/image337.png"/><Relationship Id="rId104" Type="http://schemas.openxmlformats.org/officeDocument/2006/relationships/image" Target="../media/image364.png"/><Relationship Id="rId125" Type="http://schemas.openxmlformats.org/officeDocument/2006/relationships/customXml" Target="../ink/ink363.xml"/><Relationship Id="rId146" Type="http://schemas.openxmlformats.org/officeDocument/2006/relationships/image" Target="../media/image385.png"/><Relationship Id="rId167" Type="http://schemas.openxmlformats.org/officeDocument/2006/relationships/customXml" Target="../ink/ink384.xml"/><Relationship Id="rId188" Type="http://schemas.openxmlformats.org/officeDocument/2006/relationships/image" Target="../media/image406.png"/><Relationship Id="rId71" Type="http://schemas.openxmlformats.org/officeDocument/2006/relationships/customXml" Target="../ink/ink336.xml"/><Relationship Id="rId92" Type="http://schemas.openxmlformats.org/officeDocument/2006/relationships/image" Target="../media/image358.png"/><Relationship Id="rId213" Type="http://schemas.openxmlformats.org/officeDocument/2006/relationships/customXml" Target="../ink/ink407.xml"/><Relationship Id="rId234" Type="http://schemas.openxmlformats.org/officeDocument/2006/relationships/image" Target="../media/image429.png"/><Relationship Id="rId2" Type="http://schemas.openxmlformats.org/officeDocument/2006/relationships/image" Target="../media/image313.png"/><Relationship Id="rId29" Type="http://schemas.openxmlformats.org/officeDocument/2006/relationships/customXml" Target="../ink/ink315.xml"/><Relationship Id="rId40" Type="http://schemas.openxmlformats.org/officeDocument/2006/relationships/image" Target="../media/image332.png"/><Relationship Id="rId115" Type="http://schemas.openxmlformats.org/officeDocument/2006/relationships/customXml" Target="../ink/ink358.xml"/><Relationship Id="rId136" Type="http://schemas.openxmlformats.org/officeDocument/2006/relationships/image" Target="../media/image380.png"/><Relationship Id="rId157" Type="http://schemas.openxmlformats.org/officeDocument/2006/relationships/customXml" Target="../ink/ink379.xml"/><Relationship Id="rId178" Type="http://schemas.openxmlformats.org/officeDocument/2006/relationships/image" Target="../media/image401.png"/><Relationship Id="rId61" Type="http://schemas.openxmlformats.org/officeDocument/2006/relationships/customXml" Target="../ink/ink331.xml"/><Relationship Id="rId82" Type="http://schemas.openxmlformats.org/officeDocument/2006/relationships/image" Target="../media/image353.png"/><Relationship Id="rId199" Type="http://schemas.openxmlformats.org/officeDocument/2006/relationships/customXml" Target="../ink/ink400.xml"/><Relationship Id="rId203" Type="http://schemas.openxmlformats.org/officeDocument/2006/relationships/customXml" Target="../ink/ink402.xml"/><Relationship Id="rId19" Type="http://schemas.openxmlformats.org/officeDocument/2006/relationships/customXml" Target="../ink/ink310.xml"/><Relationship Id="rId224" Type="http://schemas.openxmlformats.org/officeDocument/2006/relationships/image" Target="../media/image424.png"/><Relationship Id="rId30" Type="http://schemas.openxmlformats.org/officeDocument/2006/relationships/image" Target="../media/image327.png"/><Relationship Id="rId105" Type="http://schemas.openxmlformats.org/officeDocument/2006/relationships/customXml" Target="../ink/ink353.xml"/><Relationship Id="rId126" Type="http://schemas.openxmlformats.org/officeDocument/2006/relationships/image" Target="../media/image375.png"/><Relationship Id="rId147" Type="http://schemas.openxmlformats.org/officeDocument/2006/relationships/customXml" Target="../ink/ink374.xml"/><Relationship Id="rId168" Type="http://schemas.openxmlformats.org/officeDocument/2006/relationships/image" Target="../media/image396.png"/><Relationship Id="rId51" Type="http://schemas.openxmlformats.org/officeDocument/2006/relationships/customXml" Target="../ink/ink326.xml"/><Relationship Id="rId72" Type="http://schemas.openxmlformats.org/officeDocument/2006/relationships/image" Target="../media/image348.png"/><Relationship Id="rId93" Type="http://schemas.openxmlformats.org/officeDocument/2006/relationships/customXml" Target="../ink/ink347.xml"/><Relationship Id="rId189" Type="http://schemas.openxmlformats.org/officeDocument/2006/relationships/customXml" Target="../ink/ink395.xml"/><Relationship Id="rId3" Type="http://schemas.openxmlformats.org/officeDocument/2006/relationships/customXml" Target="../ink/ink302.xml"/><Relationship Id="rId214" Type="http://schemas.openxmlformats.org/officeDocument/2006/relationships/image" Target="../media/image419.png"/><Relationship Id="rId116" Type="http://schemas.openxmlformats.org/officeDocument/2006/relationships/image" Target="../media/image370.png"/><Relationship Id="rId137" Type="http://schemas.openxmlformats.org/officeDocument/2006/relationships/customXml" Target="../ink/ink369.xml"/><Relationship Id="rId158" Type="http://schemas.openxmlformats.org/officeDocument/2006/relationships/image" Target="../media/image39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57BA6E-724A-BA9E-0199-C526F86113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Geometria - Esferas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EC7721-08EF-E9A4-4DB8-E4A44E92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8254A64-9D26-3C6C-BB8D-64EEEFFAEF32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326230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7C85FB-446F-52CD-5273-04960129C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86673"/>
            <a:ext cx="9905998" cy="1478570"/>
          </a:xfrm>
        </p:spPr>
        <p:txBody>
          <a:bodyPr/>
          <a:lstStyle/>
          <a:p>
            <a:r>
              <a:rPr lang="pt-BR" dirty="0"/>
              <a:t>Geometria – Esfera - 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574E7E-F48B-C0A2-29F0-11C5A8A48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837" y="1660849"/>
            <a:ext cx="11308701" cy="4130352"/>
          </a:xfrm>
        </p:spPr>
        <p:txBody>
          <a:bodyPr/>
          <a:lstStyle/>
          <a:p>
            <a:pPr algn="l"/>
            <a:r>
              <a:rPr lang="pt-BR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A </a:t>
            </a:r>
            <a:r>
              <a:rPr lang="pt-BR" b="1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Esfera</a:t>
            </a:r>
            <a:r>
              <a:rPr lang="pt-BR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 é uma figura simétrica tridimensional que faz parte dos estudos de geometria espacial.</a:t>
            </a:r>
          </a:p>
          <a:p>
            <a:pPr algn="l"/>
            <a:r>
              <a:rPr lang="pt-BR" b="0" i="0" dirty="0"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A esfera é um sólido geométrico de revolução obtido através da rotação de um semicírculo em torno do seu eixo que contém o diâmetro. É composta por uma superfície fechada, mais os pontos interiores, onde todos estão a uma distância igual ou menor que raio, do seu centro.</a:t>
            </a:r>
          </a:p>
          <a:p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DB391498-7E4C-180A-4FA3-1DB9D8A9A335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79871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28E8-468A-78A7-1359-2E3F8342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003CF1B-ADE3-90E7-FD29-4A43B13F96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8413" y="2189103"/>
            <a:ext cx="8861449" cy="3541712"/>
          </a:xfrm>
        </p:spPr>
      </p:pic>
    </p:spTree>
    <p:extLst>
      <p:ext uri="{BB962C8B-B14F-4D97-AF65-F5344CB8AC3E}">
        <p14:creationId xmlns:p14="http://schemas.microsoft.com/office/powerpoint/2010/main" val="2109451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28E8-468A-78A7-1359-2E3F8342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pic>
        <p:nvPicPr>
          <p:cNvPr id="11" name="Espaço Reservado para Conteúdo 10">
            <a:extLst>
              <a:ext uri="{FF2B5EF4-FFF2-40B4-BE49-F238E27FC236}">
                <a16:creationId xmlns:a16="http://schemas.microsoft.com/office/drawing/2014/main" id="{0E33E214-CB6A-C5C7-1A75-5F77FB643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0648" y="2208873"/>
            <a:ext cx="7498730" cy="1569856"/>
          </a:xfrm>
        </p:spPr>
      </p:pic>
    </p:spTree>
    <p:extLst>
      <p:ext uri="{BB962C8B-B14F-4D97-AF65-F5344CB8AC3E}">
        <p14:creationId xmlns:p14="http://schemas.microsoft.com/office/powerpoint/2010/main" val="108605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E328E8-468A-78A7-1359-2E3F8342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A484A67B-4D68-FB9C-899D-224B14CE7D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741" y="1947883"/>
            <a:ext cx="9906000" cy="3265028"/>
          </a:xfrm>
        </p:spPr>
      </p:pic>
    </p:spTree>
    <p:extLst>
      <p:ext uri="{BB962C8B-B14F-4D97-AF65-F5344CB8AC3E}">
        <p14:creationId xmlns:p14="http://schemas.microsoft.com/office/powerpoint/2010/main" val="395160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06A4C-10F3-D207-0086-27B76EBE0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Geometria – esfera conceito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22032A78-253A-E97F-9103-FC24FFF9AC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0388" y="1764297"/>
            <a:ext cx="5988047" cy="4717080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1A842540-7782-5543-2AE7-AABD626BBE83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236487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074B47-12CE-8023-BBC5-7DE150DB3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r>
              <a:rPr lang="pt-BR" dirty="0"/>
              <a:t>Geometria – esfera - fórmulas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E689202-B6C7-AC49-5B3E-4749F2F20F30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714298D-4792-2187-7959-85655432E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288" y="1406827"/>
            <a:ext cx="10992112" cy="413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Área da Esfera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2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Para calcular a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 </a:t>
            </a:r>
            <a:r>
              <a:rPr kumimoji="0" lang="pt-BR" altLang="pt-BR" sz="3600" b="0" i="0" u="sng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área da superfície esférica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, utiliza-se a fórmula: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  </a:t>
            </a:r>
            <a:r>
              <a:rPr kumimoji="0" lang="pt-BR" altLang="pt-BR" sz="24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                         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Roboto" panose="02000000000000000000" pitchFamily="2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Onde</a:t>
            </a: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:</a:t>
            </a:r>
            <a:b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</a:b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A 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é a área da esfera;</a:t>
            </a:r>
            <a:b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</a:b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  </a:t>
            </a:r>
            <a:r>
              <a:rPr kumimoji="0" lang="pt-BR" altLang="pt-BR" sz="105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       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 (Pi) é aproximadamente, 3,1415;</a:t>
            </a:r>
            <a:b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</a:br>
            <a:r>
              <a:rPr kumimoji="0" lang="pt-BR" altLang="pt-BR" sz="3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r </a:t>
            </a:r>
            <a:r>
              <a:rPr kumimoji="0" lang="pt-BR" altLang="pt-BR" sz="3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Roboto" panose="02000000000000000000" pitchFamily="2" charset="0"/>
              </a:rPr>
              <a:t>é o raio.</a:t>
            </a:r>
            <a:endParaRPr kumimoji="0" lang="pt-BR" altLang="pt-B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32" name="Picture 8" descr="começar estilo tamanho matemático 20px reto A igual a 4. reto pi. reto r ao quadrado fim do estilo">
            <a:extLst>
              <a:ext uri="{FF2B5EF4-FFF2-40B4-BE49-F238E27FC236}">
                <a16:creationId xmlns:a16="http://schemas.microsoft.com/office/drawing/2014/main" id="{08895C61-8093-B094-A5A5-AA492C812F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3" y="2460180"/>
            <a:ext cx="2974133" cy="606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pi">
            <a:extLst>
              <a:ext uri="{FF2B5EF4-FFF2-40B4-BE49-F238E27FC236}">
                <a16:creationId xmlns:a16="http://schemas.microsoft.com/office/drawing/2014/main" id="{103F4C90-64B1-82D3-8B25-B10AE1D36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520" y="3429000"/>
            <a:ext cx="123825" cy="95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7518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AF635C-013E-4B40-7828-5C292EF02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85DA6CC-3EC6-1943-7065-DE09E755C3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671" y="2512461"/>
            <a:ext cx="3856054" cy="1280271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19D0BE2-4C6E-22C1-98E7-11AC05468F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03" y="4691959"/>
            <a:ext cx="3710722" cy="747788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A9FFDDC9-9612-95C2-16AA-CFA33A6B8A1A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A291E39-146A-9C0A-58F5-0ACA85722A4C}"/>
                  </a:ext>
                </a:extLst>
              </p14:cNvPr>
              <p14:cNvContentPartPr/>
              <p14:nvPr/>
            </p14:nvContentPartPr>
            <p14:xfrm>
              <a:off x="7960444" y="1552028"/>
              <a:ext cx="309960" cy="14040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A291E39-146A-9C0A-58F5-0ACA85722A4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954324" y="1545908"/>
                <a:ext cx="322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8" name="Tinta 27">
                <a:extLst>
                  <a:ext uri="{FF2B5EF4-FFF2-40B4-BE49-F238E27FC236}">
                    <a16:creationId xmlns:a16="http://schemas.microsoft.com/office/drawing/2014/main" id="{17D43A60-B1BA-3E53-D855-54DB27B068EE}"/>
                  </a:ext>
                </a:extLst>
              </p14:cNvPr>
              <p14:cNvContentPartPr/>
              <p14:nvPr/>
            </p14:nvContentPartPr>
            <p14:xfrm>
              <a:off x="6189964" y="3127028"/>
              <a:ext cx="195120" cy="15120"/>
            </p14:xfrm>
          </p:contentPart>
        </mc:Choice>
        <mc:Fallback>
          <p:pic>
            <p:nvPicPr>
              <p:cNvPr id="28" name="Tinta 27">
                <a:extLst>
                  <a:ext uri="{FF2B5EF4-FFF2-40B4-BE49-F238E27FC236}">
                    <a16:creationId xmlns:a16="http://schemas.microsoft.com/office/drawing/2014/main" id="{17D43A60-B1BA-3E53-D855-54DB27B068E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83844" y="3120908"/>
                <a:ext cx="2073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29" name="Tinta 28">
                <a:extLst>
                  <a:ext uri="{FF2B5EF4-FFF2-40B4-BE49-F238E27FC236}">
                    <a16:creationId xmlns:a16="http://schemas.microsoft.com/office/drawing/2014/main" id="{641B9657-459F-36D1-B6FB-5B262FEDE189}"/>
                  </a:ext>
                </a:extLst>
              </p14:cNvPr>
              <p14:cNvContentPartPr/>
              <p14:nvPr/>
            </p14:nvContentPartPr>
            <p14:xfrm>
              <a:off x="6081964" y="3261668"/>
              <a:ext cx="232560" cy="45720"/>
            </p14:xfrm>
          </p:contentPart>
        </mc:Choice>
        <mc:Fallback>
          <p:pic>
            <p:nvPicPr>
              <p:cNvPr id="29" name="Tinta 28">
                <a:extLst>
                  <a:ext uri="{FF2B5EF4-FFF2-40B4-BE49-F238E27FC236}">
                    <a16:creationId xmlns:a16="http://schemas.microsoft.com/office/drawing/2014/main" id="{641B9657-459F-36D1-B6FB-5B262FEDE18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075844" y="3255548"/>
                <a:ext cx="244800" cy="57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6A70599-E127-3CC0-33D3-723A70C98183}"/>
              </a:ext>
            </a:extLst>
          </p:cNvPr>
          <p:cNvGrpSpPr/>
          <p:nvPr/>
        </p:nvGrpSpPr>
        <p:grpSpPr>
          <a:xfrm>
            <a:off x="6781804" y="3030188"/>
            <a:ext cx="431640" cy="518040"/>
            <a:chOff x="6781804" y="3030188"/>
            <a:chExt cx="431640" cy="518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6787FD92-389A-7CE0-F7CD-6486F49C6E57}"/>
                    </a:ext>
                  </a:extLst>
                </p14:cNvPr>
                <p14:cNvContentPartPr/>
                <p14:nvPr/>
              </p14:nvContentPartPr>
              <p14:xfrm>
                <a:off x="6840844" y="3030188"/>
                <a:ext cx="371520" cy="2080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6787FD92-389A-7CE0-F7CD-6486F49C6E5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34724" y="3024068"/>
                  <a:ext cx="38376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1743D40C-0DD1-0D3B-BDDE-7328DB250A72}"/>
                    </a:ext>
                  </a:extLst>
                </p14:cNvPr>
                <p14:cNvContentPartPr/>
                <p14:nvPr/>
              </p14:nvContentPartPr>
              <p14:xfrm>
                <a:off x="6907804" y="3305228"/>
                <a:ext cx="305640" cy="2808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1743D40C-0DD1-0D3B-BDDE-7328DB250A7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01684" y="3299108"/>
                  <a:ext cx="3178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32" name="Tinta 31">
                  <a:extLst>
                    <a:ext uri="{FF2B5EF4-FFF2-40B4-BE49-F238E27FC236}">
                      <a16:creationId xmlns:a16="http://schemas.microsoft.com/office/drawing/2014/main" id="{112D5913-8991-E5D1-A5A9-6DC8BFDF6C87}"/>
                    </a:ext>
                  </a:extLst>
                </p14:cNvPr>
                <p14:cNvContentPartPr/>
                <p14:nvPr/>
              </p14:nvContentPartPr>
              <p14:xfrm>
                <a:off x="6781804" y="3412148"/>
                <a:ext cx="275760" cy="136080"/>
              </p14:xfrm>
            </p:contentPart>
          </mc:Choice>
          <mc:Fallback>
            <p:pic>
              <p:nvPicPr>
                <p:cNvPr id="32" name="Tinta 31">
                  <a:extLst>
                    <a:ext uri="{FF2B5EF4-FFF2-40B4-BE49-F238E27FC236}">
                      <a16:creationId xmlns:a16="http://schemas.microsoft.com/office/drawing/2014/main" id="{112D5913-8991-E5D1-A5A9-6DC8BFDF6C8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75684" y="3406028"/>
                  <a:ext cx="288000" cy="14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Agrupar 42">
            <a:extLst>
              <a:ext uri="{FF2B5EF4-FFF2-40B4-BE49-F238E27FC236}">
                <a16:creationId xmlns:a16="http://schemas.microsoft.com/office/drawing/2014/main" id="{EE57CC83-E105-27B6-B2CD-DD161505D9BF}"/>
              </a:ext>
            </a:extLst>
          </p:cNvPr>
          <p:cNvGrpSpPr/>
          <p:nvPr/>
        </p:nvGrpSpPr>
        <p:grpSpPr>
          <a:xfrm>
            <a:off x="7601164" y="3130628"/>
            <a:ext cx="292320" cy="163440"/>
            <a:chOff x="7601164" y="3130628"/>
            <a:chExt cx="292320" cy="16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F4FB1C0B-DCE6-4E2E-FF00-3C3FEF56BC99}"/>
                    </a:ext>
                  </a:extLst>
                </p14:cNvPr>
                <p14:cNvContentPartPr/>
                <p14:nvPr/>
              </p14:nvContentPartPr>
              <p14:xfrm>
                <a:off x="7601164" y="3130628"/>
                <a:ext cx="292320" cy="2664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F4FB1C0B-DCE6-4E2E-FF00-3C3FEF56BC9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95044" y="3124508"/>
                  <a:ext cx="304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DB769DC5-BBA4-67F1-23C6-E66FBEC0104F}"/>
                    </a:ext>
                  </a:extLst>
                </p14:cNvPr>
                <p14:cNvContentPartPr/>
                <p14:nvPr/>
              </p14:nvContentPartPr>
              <p14:xfrm>
                <a:off x="7619164" y="3162668"/>
                <a:ext cx="52560" cy="12168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DB769DC5-BBA4-67F1-23C6-E66FBEC010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13044" y="3156548"/>
                  <a:ext cx="648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36" name="Tinta 35">
                  <a:extLst>
                    <a:ext uri="{FF2B5EF4-FFF2-40B4-BE49-F238E27FC236}">
                      <a16:creationId xmlns:a16="http://schemas.microsoft.com/office/drawing/2014/main" id="{128CC72D-E98A-532B-18BD-6324087206DB}"/>
                    </a:ext>
                  </a:extLst>
                </p14:cNvPr>
                <p14:cNvContentPartPr/>
                <p14:nvPr/>
              </p14:nvContentPartPr>
              <p14:xfrm>
                <a:off x="7734364" y="3155108"/>
                <a:ext cx="54360" cy="138960"/>
              </p14:xfrm>
            </p:contentPart>
          </mc:Choice>
          <mc:Fallback>
            <p:pic>
              <p:nvPicPr>
                <p:cNvPr id="36" name="Tinta 35">
                  <a:extLst>
                    <a:ext uri="{FF2B5EF4-FFF2-40B4-BE49-F238E27FC236}">
                      <a16:creationId xmlns:a16="http://schemas.microsoft.com/office/drawing/2014/main" id="{128CC72D-E98A-532B-18BD-6324087206D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728244" y="3148988"/>
                  <a:ext cx="6660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0337E2D5-0BA6-E182-C69C-DFE6680F8C8F}"/>
              </a:ext>
            </a:extLst>
          </p:cNvPr>
          <p:cNvGrpSpPr/>
          <p:nvPr/>
        </p:nvGrpSpPr>
        <p:grpSpPr>
          <a:xfrm>
            <a:off x="8283364" y="2754788"/>
            <a:ext cx="1521720" cy="529560"/>
            <a:chOff x="8283364" y="2754788"/>
            <a:chExt cx="1521720" cy="52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51C21C46-5957-9531-A3D2-150A699F5481}"/>
                    </a:ext>
                  </a:extLst>
                </p14:cNvPr>
                <p14:cNvContentPartPr/>
                <p14:nvPr/>
              </p14:nvContentPartPr>
              <p14:xfrm>
                <a:off x="8283364" y="3008948"/>
                <a:ext cx="214560" cy="20736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51C21C46-5957-9531-A3D2-150A699F54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277244" y="3002828"/>
                  <a:ext cx="2268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D7B8D3A2-D6C8-D177-1640-BC53B44F8051}"/>
                    </a:ext>
                  </a:extLst>
                </p14:cNvPr>
                <p14:cNvContentPartPr/>
                <p14:nvPr/>
              </p14:nvContentPartPr>
              <p14:xfrm>
                <a:off x="8576404" y="3033788"/>
                <a:ext cx="414000" cy="17604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D7B8D3A2-D6C8-D177-1640-BC53B44F805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570284" y="3027668"/>
                  <a:ext cx="42624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39" name="Tinta 38">
                  <a:extLst>
                    <a:ext uri="{FF2B5EF4-FFF2-40B4-BE49-F238E27FC236}">
                      <a16:creationId xmlns:a16="http://schemas.microsoft.com/office/drawing/2014/main" id="{F8A2FA08-E971-281F-97D0-030CBFCAF638}"/>
                    </a:ext>
                  </a:extLst>
                </p14:cNvPr>
                <p14:cNvContentPartPr/>
                <p14:nvPr/>
              </p14:nvContentPartPr>
              <p14:xfrm>
                <a:off x="9305764" y="2947028"/>
                <a:ext cx="125280" cy="136080"/>
              </p14:xfrm>
            </p:contentPart>
          </mc:Choice>
          <mc:Fallback>
            <p:pic>
              <p:nvPicPr>
                <p:cNvPr id="39" name="Tinta 38">
                  <a:extLst>
                    <a:ext uri="{FF2B5EF4-FFF2-40B4-BE49-F238E27FC236}">
                      <a16:creationId xmlns:a16="http://schemas.microsoft.com/office/drawing/2014/main" id="{F8A2FA08-E971-281F-97D0-030CBFCAF63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99644" y="2940908"/>
                  <a:ext cx="13752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D17D918D-A0EF-E68B-DEF1-4A73B5BB6A96}"/>
                    </a:ext>
                  </a:extLst>
                </p14:cNvPr>
                <p14:cNvContentPartPr/>
                <p14:nvPr/>
              </p14:nvContentPartPr>
              <p14:xfrm>
                <a:off x="9154564" y="2893388"/>
                <a:ext cx="223920" cy="3909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D17D918D-A0EF-E68B-DEF1-4A73B5BB6A9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48444" y="2887268"/>
                  <a:ext cx="2361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46CC401B-826A-98E9-176A-3637FE43455B}"/>
                    </a:ext>
                  </a:extLst>
                </p14:cNvPr>
                <p14:cNvContentPartPr/>
                <p14:nvPr/>
              </p14:nvContentPartPr>
              <p14:xfrm>
                <a:off x="9547324" y="2754788"/>
                <a:ext cx="257760" cy="13284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46CC401B-826A-98E9-176A-3637FE43455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541204" y="2748668"/>
                  <a:ext cx="270000" cy="14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52" name="Tinta 51">
                <a:extLst>
                  <a:ext uri="{FF2B5EF4-FFF2-40B4-BE49-F238E27FC236}">
                    <a16:creationId xmlns:a16="http://schemas.microsoft.com/office/drawing/2014/main" id="{48C3775C-8882-D9A9-F757-FB707D13DA49}"/>
                  </a:ext>
                </a:extLst>
              </p14:cNvPr>
              <p14:cNvContentPartPr/>
              <p14:nvPr/>
            </p14:nvContentPartPr>
            <p14:xfrm>
              <a:off x="6971524" y="4181468"/>
              <a:ext cx="259560" cy="101520"/>
            </p14:xfrm>
          </p:contentPart>
        </mc:Choice>
        <mc:Fallback>
          <p:pic>
            <p:nvPicPr>
              <p:cNvPr id="52" name="Tinta 51">
                <a:extLst>
                  <a:ext uri="{FF2B5EF4-FFF2-40B4-BE49-F238E27FC236}">
                    <a16:creationId xmlns:a16="http://schemas.microsoft.com/office/drawing/2014/main" id="{48C3775C-8882-D9A9-F757-FB707D13DA4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965404" y="4175348"/>
                <a:ext cx="27180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54" name="Tinta 53">
                <a:extLst>
                  <a:ext uri="{FF2B5EF4-FFF2-40B4-BE49-F238E27FC236}">
                    <a16:creationId xmlns:a16="http://schemas.microsoft.com/office/drawing/2014/main" id="{DCA59A55-0F90-A7A4-56C5-6DF19E63F303}"/>
                  </a:ext>
                </a:extLst>
              </p14:cNvPr>
              <p14:cNvContentPartPr/>
              <p14:nvPr/>
            </p14:nvContentPartPr>
            <p14:xfrm>
              <a:off x="7947844" y="3699788"/>
              <a:ext cx="204480" cy="332280"/>
            </p14:xfrm>
          </p:contentPart>
        </mc:Choice>
        <mc:Fallback>
          <p:pic>
            <p:nvPicPr>
              <p:cNvPr id="54" name="Tinta 53">
                <a:extLst>
                  <a:ext uri="{FF2B5EF4-FFF2-40B4-BE49-F238E27FC236}">
                    <a16:creationId xmlns:a16="http://schemas.microsoft.com/office/drawing/2014/main" id="{DCA59A55-0F90-A7A4-56C5-6DF19E63F30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941724" y="3693668"/>
                <a:ext cx="2167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5" name="Tinta 54">
                <a:extLst>
                  <a:ext uri="{FF2B5EF4-FFF2-40B4-BE49-F238E27FC236}">
                    <a16:creationId xmlns:a16="http://schemas.microsoft.com/office/drawing/2014/main" id="{3FFEEDE0-A4EC-2A4D-95D9-CC29872D86AF}"/>
                  </a:ext>
                </a:extLst>
              </p14:cNvPr>
              <p14:cNvContentPartPr/>
              <p14:nvPr/>
            </p14:nvContentPartPr>
            <p14:xfrm>
              <a:off x="8234764" y="3785468"/>
              <a:ext cx="195840" cy="179280"/>
            </p14:xfrm>
          </p:contentPart>
        </mc:Choice>
        <mc:Fallback>
          <p:pic>
            <p:nvPicPr>
              <p:cNvPr id="55" name="Tinta 54">
                <a:extLst>
                  <a:ext uri="{FF2B5EF4-FFF2-40B4-BE49-F238E27FC236}">
                    <a16:creationId xmlns:a16="http://schemas.microsoft.com/office/drawing/2014/main" id="{3FFEEDE0-A4EC-2A4D-95D9-CC29872D86A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228644" y="3779348"/>
                <a:ext cx="208080" cy="19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56" name="Tinta 55">
                <a:extLst>
                  <a:ext uri="{FF2B5EF4-FFF2-40B4-BE49-F238E27FC236}">
                    <a16:creationId xmlns:a16="http://schemas.microsoft.com/office/drawing/2014/main" id="{E340CCCB-6658-4858-EAA3-BCF560A4879A}"/>
                  </a:ext>
                </a:extLst>
              </p14:cNvPr>
              <p14:cNvContentPartPr/>
              <p14:nvPr/>
            </p14:nvContentPartPr>
            <p14:xfrm>
              <a:off x="8520604" y="3741548"/>
              <a:ext cx="276120" cy="214200"/>
            </p14:xfrm>
          </p:contentPart>
        </mc:Choice>
        <mc:Fallback>
          <p:pic>
            <p:nvPicPr>
              <p:cNvPr id="56" name="Tinta 55">
                <a:extLst>
                  <a:ext uri="{FF2B5EF4-FFF2-40B4-BE49-F238E27FC236}">
                    <a16:creationId xmlns:a16="http://schemas.microsoft.com/office/drawing/2014/main" id="{E340CCCB-6658-4858-EAA3-BCF560A4879A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514484" y="3735428"/>
                <a:ext cx="288360" cy="22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57" name="Tinta 56">
                <a:extLst>
                  <a:ext uri="{FF2B5EF4-FFF2-40B4-BE49-F238E27FC236}">
                    <a16:creationId xmlns:a16="http://schemas.microsoft.com/office/drawing/2014/main" id="{1107DA5D-BAD7-4600-D8DD-007E5BBAD438}"/>
                  </a:ext>
                </a:extLst>
              </p14:cNvPr>
              <p14:cNvContentPartPr/>
              <p14:nvPr/>
            </p14:nvContentPartPr>
            <p14:xfrm>
              <a:off x="9172564" y="3845588"/>
              <a:ext cx="52560" cy="85680"/>
            </p14:xfrm>
          </p:contentPart>
        </mc:Choice>
        <mc:Fallback>
          <p:pic>
            <p:nvPicPr>
              <p:cNvPr id="57" name="Tinta 56">
                <a:extLst>
                  <a:ext uri="{FF2B5EF4-FFF2-40B4-BE49-F238E27FC236}">
                    <a16:creationId xmlns:a16="http://schemas.microsoft.com/office/drawing/2014/main" id="{1107DA5D-BAD7-4600-D8DD-007E5BBAD43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166444" y="3839468"/>
                <a:ext cx="6480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58" name="Tinta 57">
                <a:extLst>
                  <a:ext uri="{FF2B5EF4-FFF2-40B4-BE49-F238E27FC236}">
                    <a16:creationId xmlns:a16="http://schemas.microsoft.com/office/drawing/2014/main" id="{409FA24D-479D-1B0C-B466-8A2649D7AB17}"/>
                  </a:ext>
                </a:extLst>
              </p14:cNvPr>
              <p14:cNvContentPartPr/>
              <p14:nvPr/>
            </p14:nvContentPartPr>
            <p14:xfrm>
              <a:off x="9046564" y="3878348"/>
              <a:ext cx="187560" cy="47520"/>
            </p14:xfrm>
          </p:contentPart>
        </mc:Choice>
        <mc:Fallback>
          <p:pic>
            <p:nvPicPr>
              <p:cNvPr id="58" name="Tinta 57">
                <a:extLst>
                  <a:ext uri="{FF2B5EF4-FFF2-40B4-BE49-F238E27FC236}">
                    <a16:creationId xmlns:a16="http://schemas.microsoft.com/office/drawing/2014/main" id="{409FA24D-479D-1B0C-B466-8A2649D7AB17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040444" y="3872228"/>
                <a:ext cx="19980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AFB9B83C-87BD-CD2D-3405-DB108E0D0202}"/>
                  </a:ext>
                </a:extLst>
              </p14:cNvPr>
              <p14:cNvContentPartPr/>
              <p14:nvPr/>
            </p14:nvContentPartPr>
            <p14:xfrm>
              <a:off x="9430324" y="3746948"/>
              <a:ext cx="214200" cy="20376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AFB9B83C-87BD-CD2D-3405-DB108E0D020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424204" y="3740828"/>
                <a:ext cx="2264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60" name="Tinta 59">
                <a:extLst>
                  <a:ext uri="{FF2B5EF4-FFF2-40B4-BE49-F238E27FC236}">
                    <a16:creationId xmlns:a16="http://schemas.microsoft.com/office/drawing/2014/main" id="{CB3369D6-47FC-3285-5456-AAD40BBC3B7B}"/>
                  </a:ext>
                </a:extLst>
              </p14:cNvPr>
              <p14:cNvContentPartPr/>
              <p14:nvPr/>
            </p14:nvContentPartPr>
            <p14:xfrm>
              <a:off x="9689164" y="3667748"/>
              <a:ext cx="153360" cy="308880"/>
            </p14:xfrm>
          </p:contentPart>
        </mc:Choice>
        <mc:Fallback>
          <p:pic>
            <p:nvPicPr>
              <p:cNvPr id="60" name="Tinta 59">
                <a:extLst>
                  <a:ext uri="{FF2B5EF4-FFF2-40B4-BE49-F238E27FC236}">
                    <a16:creationId xmlns:a16="http://schemas.microsoft.com/office/drawing/2014/main" id="{CB3369D6-47FC-3285-5456-AAD40BBC3B7B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683044" y="3661628"/>
                <a:ext cx="165600" cy="32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65" name="Tinta 64">
                <a:extLst>
                  <a:ext uri="{FF2B5EF4-FFF2-40B4-BE49-F238E27FC236}">
                    <a16:creationId xmlns:a16="http://schemas.microsoft.com/office/drawing/2014/main" id="{672D8437-2212-C236-B3DD-2162F7CDD3D4}"/>
                  </a:ext>
                </a:extLst>
              </p14:cNvPr>
              <p14:cNvContentPartPr/>
              <p14:nvPr/>
            </p14:nvContentPartPr>
            <p14:xfrm>
              <a:off x="6556084" y="3484868"/>
              <a:ext cx="3724560" cy="947880"/>
            </p14:xfrm>
          </p:contentPart>
        </mc:Choice>
        <mc:Fallback>
          <p:pic>
            <p:nvPicPr>
              <p:cNvPr id="65" name="Tinta 64">
                <a:extLst>
                  <a:ext uri="{FF2B5EF4-FFF2-40B4-BE49-F238E27FC236}">
                    <a16:creationId xmlns:a16="http://schemas.microsoft.com/office/drawing/2014/main" id="{672D8437-2212-C236-B3DD-2162F7CDD3D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6549964" y="3478748"/>
                <a:ext cx="3736800" cy="9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C55CCFA9-4F57-95CB-9053-4AB93787AE34}"/>
                  </a:ext>
                </a:extLst>
              </p14:cNvPr>
              <p14:cNvContentPartPr/>
              <p14:nvPr/>
            </p14:nvContentPartPr>
            <p14:xfrm>
              <a:off x="4364404" y="3618428"/>
              <a:ext cx="130680" cy="13104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C55CCFA9-4F57-95CB-9053-4AB93787AE3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4358284" y="3612308"/>
                <a:ext cx="1429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99" name="Tinta 98">
                <a:extLst>
                  <a:ext uri="{FF2B5EF4-FFF2-40B4-BE49-F238E27FC236}">
                    <a16:creationId xmlns:a16="http://schemas.microsoft.com/office/drawing/2014/main" id="{828DE525-2D92-27E0-DDCF-B53D459A8EFD}"/>
                  </a:ext>
                </a:extLst>
              </p14:cNvPr>
              <p14:cNvContentPartPr/>
              <p14:nvPr/>
            </p14:nvContentPartPr>
            <p14:xfrm>
              <a:off x="5867404" y="5139788"/>
              <a:ext cx="2018520" cy="567360"/>
            </p14:xfrm>
          </p:contentPart>
        </mc:Choice>
        <mc:Fallback>
          <p:pic>
            <p:nvPicPr>
              <p:cNvPr id="99" name="Tinta 98">
                <a:extLst>
                  <a:ext uri="{FF2B5EF4-FFF2-40B4-BE49-F238E27FC236}">
                    <a16:creationId xmlns:a16="http://schemas.microsoft.com/office/drawing/2014/main" id="{828DE525-2D92-27E0-DDCF-B53D459A8EFD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861284" y="5133668"/>
                <a:ext cx="2030760" cy="57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01" name="Tinta 100">
                <a:extLst>
                  <a:ext uri="{FF2B5EF4-FFF2-40B4-BE49-F238E27FC236}">
                    <a16:creationId xmlns:a16="http://schemas.microsoft.com/office/drawing/2014/main" id="{DF4B1F8C-CFE0-0CB1-DF1C-D6137B49CDE5}"/>
                  </a:ext>
                </a:extLst>
              </p14:cNvPr>
              <p14:cNvContentPartPr/>
              <p14:nvPr/>
            </p14:nvContentPartPr>
            <p14:xfrm>
              <a:off x="6116884" y="4491788"/>
              <a:ext cx="1261440" cy="591120"/>
            </p14:xfrm>
          </p:contentPart>
        </mc:Choice>
        <mc:Fallback>
          <p:pic>
            <p:nvPicPr>
              <p:cNvPr id="101" name="Tinta 100">
                <a:extLst>
                  <a:ext uri="{FF2B5EF4-FFF2-40B4-BE49-F238E27FC236}">
                    <a16:creationId xmlns:a16="http://schemas.microsoft.com/office/drawing/2014/main" id="{DF4B1F8C-CFE0-0CB1-DF1C-D6137B49CDE5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110764" y="4485668"/>
                <a:ext cx="1273680" cy="60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3" name="Agrupar 132">
            <a:extLst>
              <a:ext uri="{FF2B5EF4-FFF2-40B4-BE49-F238E27FC236}">
                <a16:creationId xmlns:a16="http://schemas.microsoft.com/office/drawing/2014/main" id="{5D3FF20E-B170-5E85-7BCF-3E912A1D7FF2}"/>
              </a:ext>
            </a:extLst>
          </p:cNvPr>
          <p:cNvGrpSpPr/>
          <p:nvPr/>
        </p:nvGrpSpPr>
        <p:grpSpPr>
          <a:xfrm>
            <a:off x="8038564" y="4570988"/>
            <a:ext cx="3958920" cy="1013400"/>
            <a:chOff x="8038564" y="4570988"/>
            <a:chExt cx="3958920" cy="1013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ABA6A7FF-91EE-D12D-6225-87E8D07DA99A}"/>
                    </a:ext>
                  </a:extLst>
                </p14:cNvPr>
                <p14:cNvContentPartPr/>
                <p14:nvPr/>
              </p14:nvContentPartPr>
              <p14:xfrm>
                <a:off x="8038564" y="4832348"/>
                <a:ext cx="472320" cy="2570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ABA6A7FF-91EE-D12D-6225-87E8D07DA99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032444" y="4826228"/>
                  <a:ext cx="48456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58744C57-53BB-3F26-C904-29E422F14C70}"/>
                    </a:ext>
                  </a:extLst>
                </p14:cNvPr>
                <p14:cNvContentPartPr/>
                <p14:nvPr/>
              </p14:nvContentPartPr>
              <p14:xfrm>
                <a:off x="8317204" y="5025668"/>
                <a:ext cx="195120" cy="8532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58744C57-53BB-3F26-C904-29E422F14C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11084" y="5019548"/>
                  <a:ext cx="2073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C5C06837-13E6-6D7A-6773-BABFA8F3FC50}"/>
                    </a:ext>
                  </a:extLst>
                </p14:cNvPr>
                <p14:cNvContentPartPr/>
                <p14:nvPr/>
              </p14:nvContentPartPr>
              <p14:xfrm>
                <a:off x="8681164" y="4930988"/>
                <a:ext cx="142560" cy="3492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C5C06837-13E6-6D7A-6773-BABFA8F3FC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675044" y="4924868"/>
                  <a:ext cx="154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0C4BB847-6B5A-D22A-9FF7-F5F5821537BE}"/>
                    </a:ext>
                  </a:extLst>
                </p14:cNvPr>
                <p14:cNvContentPartPr/>
                <p14:nvPr/>
              </p14:nvContentPartPr>
              <p14:xfrm>
                <a:off x="8609164" y="5020268"/>
                <a:ext cx="268560" cy="93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0C4BB847-6B5A-D22A-9FF7-F5F5821537B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03044" y="5014148"/>
                  <a:ext cx="280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8E8F9B85-B513-9201-0FD3-1E768B8ACC3E}"/>
                    </a:ext>
                  </a:extLst>
                </p14:cNvPr>
                <p14:cNvContentPartPr/>
                <p14:nvPr/>
              </p14:nvContentPartPr>
              <p14:xfrm>
                <a:off x="9296404" y="4841348"/>
                <a:ext cx="492120" cy="23148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8E8F9B85-B513-9201-0FD3-1E768B8ACC3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290284" y="4835228"/>
                  <a:ext cx="50436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258EC54C-E6C6-F511-4DB4-D0BF5CC445B8}"/>
                    </a:ext>
                  </a:extLst>
                </p14:cNvPr>
                <p14:cNvContentPartPr/>
                <p14:nvPr/>
              </p14:nvContentPartPr>
              <p14:xfrm>
                <a:off x="9698524" y="4911908"/>
                <a:ext cx="355320" cy="16632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258EC54C-E6C6-F511-4DB4-D0BF5CC445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692404" y="4905788"/>
                  <a:ext cx="36756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4C25FAA8-C9C5-2A00-5C79-3DB2FEDC2CDA}"/>
                    </a:ext>
                  </a:extLst>
                </p14:cNvPr>
                <p14:cNvContentPartPr/>
                <p14:nvPr/>
              </p14:nvContentPartPr>
              <p14:xfrm>
                <a:off x="10074364" y="4796348"/>
                <a:ext cx="169560" cy="8856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4C25FAA8-C9C5-2A00-5C79-3DB2FEDC2CD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068244" y="4790228"/>
                  <a:ext cx="1818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ACBAB0D5-0827-7722-D27D-D3CF1C0AD3D7}"/>
                    </a:ext>
                  </a:extLst>
                </p14:cNvPr>
                <p14:cNvContentPartPr/>
                <p14:nvPr/>
              </p14:nvContentPartPr>
              <p14:xfrm>
                <a:off x="9172564" y="5146988"/>
                <a:ext cx="847440" cy="8568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ACBAB0D5-0827-7722-D27D-D3CF1C0AD3D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166444" y="5140868"/>
                  <a:ext cx="8596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5C25B0BB-21A9-DC92-50F0-5CFBDFD21AD2}"/>
                    </a:ext>
                  </a:extLst>
                </p14:cNvPr>
                <p14:cNvContentPartPr/>
                <p14:nvPr/>
              </p14:nvContentPartPr>
              <p14:xfrm>
                <a:off x="9115684" y="5383868"/>
                <a:ext cx="340200" cy="2005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5C25B0BB-21A9-DC92-50F0-5CFBDFD21AD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109564" y="5377748"/>
                  <a:ext cx="3524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78E9078B-BA81-2BE0-8B92-956F5746A1BD}"/>
                    </a:ext>
                  </a:extLst>
                </p14:cNvPr>
                <p14:cNvContentPartPr/>
                <p14:nvPr/>
              </p14:nvContentPartPr>
              <p14:xfrm>
                <a:off x="9396484" y="5441108"/>
                <a:ext cx="401040" cy="12564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78E9078B-BA81-2BE0-8B92-956F5746A1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90364" y="5434988"/>
                  <a:ext cx="413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A527F987-75FB-2B0A-F4C9-46263612AB8B}"/>
                    </a:ext>
                  </a:extLst>
                </p14:cNvPr>
                <p14:cNvContentPartPr/>
                <p14:nvPr/>
              </p14:nvContentPartPr>
              <p14:xfrm>
                <a:off x="9837844" y="5435708"/>
                <a:ext cx="165600" cy="9432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A527F987-75FB-2B0A-F4C9-46263612AB8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31724" y="5429588"/>
                  <a:ext cx="177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B1410C3B-7375-03FE-3207-D0111B3C0111}"/>
                    </a:ext>
                  </a:extLst>
                </p14:cNvPr>
                <p14:cNvContentPartPr/>
                <p14:nvPr/>
              </p14:nvContentPartPr>
              <p14:xfrm>
                <a:off x="10074004" y="5325908"/>
                <a:ext cx="169920" cy="5004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B1410C3B-7375-03FE-3207-D0111B3C011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067884" y="5319788"/>
                  <a:ext cx="182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3CE8F513-B62D-5C9F-E125-43505437AA36}"/>
                    </a:ext>
                  </a:extLst>
                </p14:cNvPr>
                <p14:cNvContentPartPr/>
                <p14:nvPr/>
              </p14:nvContentPartPr>
              <p14:xfrm>
                <a:off x="10252204" y="4810748"/>
                <a:ext cx="224640" cy="6559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3CE8F513-B62D-5C9F-E125-43505437AA36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246084" y="4804628"/>
                  <a:ext cx="23688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A9E310F4-0D39-9D68-1280-1010AFF4AD30}"/>
                    </a:ext>
                  </a:extLst>
                </p14:cNvPr>
                <p14:cNvContentPartPr/>
                <p14:nvPr/>
              </p14:nvContentPartPr>
              <p14:xfrm>
                <a:off x="10422484" y="4873748"/>
                <a:ext cx="219600" cy="22644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A9E310F4-0D39-9D68-1280-1010AFF4AD3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416364" y="4867628"/>
                  <a:ext cx="231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F7989CB4-2536-3D6C-5D5F-5DE0A7BFC232}"/>
                    </a:ext>
                  </a:extLst>
                </p14:cNvPr>
                <p14:cNvContentPartPr/>
                <p14:nvPr/>
              </p14:nvContentPartPr>
              <p14:xfrm>
                <a:off x="10813804" y="4896428"/>
                <a:ext cx="72720" cy="19800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F7989CB4-2536-3D6C-5D5F-5DE0A7BFC23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807684" y="4890308"/>
                  <a:ext cx="849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77B45607-80CB-9B84-46F5-8DFD7F09E064}"/>
                    </a:ext>
                  </a:extLst>
                </p14:cNvPr>
                <p14:cNvContentPartPr/>
                <p14:nvPr/>
              </p14:nvContentPartPr>
              <p14:xfrm>
                <a:off x="10868164" y="4907948"/>
                <a:ext cx="160560" cy="828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77B45607-80CB-9B84-46F5-8DFD7F09E06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862044" y="4901828"/>
                  <a:ext cx="172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A01C31B9-1B19-FD55-C33C-7F9C8444685D}"/>
                    </a:ext>
                  </a:extLst>
                </p14:cNvPr>
                <p14:cNvContentPartPr/>
                <p14:nvPr/>
              </p14:nvContentPartPr>
              <p14:xfrm>
                <a:off x="11046364" y="4832348"/>
                <a:ext cx="45360" cy="26388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A01C31B9-1B19-FD55-C33C-7F9C8444685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1040244" y="4826228"/>
                  <a:ext cx="5760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862D9DF3-0BBB-7C96-629A-E427B4261A5D}"/>
                    </a:ext>
                  </a:extLst>
                </p14:cNvPr>
                <p14:cNvContentPartPr/>
                <p14:nvPr/>
              </p14:nvContentPartPr>
              <p14:xfrm>
                <a:off x="10466764" y="5113148"/>
                <a:ext cx="660960" cy="5148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862D9DF3-0BBB-7C96-629A-E427B4261A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60644" y="5107028"/>
                  <a:ext cx="6732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25" name="Tinta 124">
                  <a:extLst>
                    <a:ext uri="{FF2B5EF4-FFF2-40B4-BE49-F238E27FC236}">
                      <a16:creationId xmlns:a16="http://schemas.microsoft.com/office/drawing/2014/main" id="{C964179E-DBE4-26EB-5B4A-1454E6FB6E53}"/>
                    </a:ext>
                  </a:extLst>
                </p14:cNvPr>
                <p14:cNvContentPartPr/>
                <p14:nvPr/>
              </p14:nvContentPartPr>
              <p14:xfrm>
                <a:off x="10608964" y="5298188"/>
                <a:ext cx="228600" cy="131040"/>
              </p14:xfrm>
            </p:contentPart>
          </mc:Choice>
          <mc:Fallback>
            <p:pic>
              <p:nvPicPr>
                <p:cNvPr id="125" name="Tinta 124">
                  <a:extLst>
                    <a:ext uri="{FF2B5EF4-FFF2-40B4-BE49-F238E27FC236}">
                      <a16:creationId xmlns:a16="http://schemas.microsoft.com/office/drawing/2014/main" id="{C964179E-DBE4-26EB-5B4A-1454E6FB6E5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602844" y="5292068"/>
                  <a:ext cx="2408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097BCD76-4ECF-788A-24EE-03465B59E1EC}"/>
                    </a:ext>
                  </a:extLst>
                </p14:cNvPr>
                <p14:cNvContentPartPr/>
                <p14:nvPr/>
              </p14:nvContentPartPr>
              <p14:xfrm>
                <a:off x="11259484" y="4789148"/>
                <a:ext cx="143640" cy="28440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097BCD76-4ECF-788A-24EE-03465B59E1E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253364" y="4783028"/>
                  <a:ext cx="1558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6ACC96CF-F194-E12C-A512-09AF596F22B1}"/>
                    </a:ext>
                  </a:extLst>
                </p14:cNvPr>
                <p14:cNvContentPartPr/>
                <p14:nvPr/>
              </p14:nvContentPartPr>
              <p14:xfrm>
                <a:off x="11381524" y="4943588"/>
                <a:ext cx="218520" cy="13536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6ACC96CF-F194-E12C-A512-09AF596F22B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75404" y="4937468"/>
                  <a:ext cx="230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FDFAEF54-39D0-B5A0-3CCC-F2D6ADA0EF66}"/>
                    </a:ext>
                  </a:extLst>
                </p14:cNvPr>
                <p14:cNvContentPartPr/>
                <p14:nvPr/>
              </p14:nvContentPartPr>
              <p14:xfrm>
                <a:off x="11398804" y="4887428"/>
                <a:ext cx="308520" cy="24408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FDFAEF54-39D0-B5A0-3CCC-F2D6ADA0EF6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392684" y="4881308"/>
                  <a:ext cx="32076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6BDF0723-CC7C-C7D6-8E97-C2A3E5BF6F7A}"/>
                    </a:ext>
                  </a:extLst>
                </p14:cNvPr>
                <p14:cNvContentPartPr/>
                <p14:nvPr/>
              </p14:nvContentPartPr>
              <p14:xfrm>
                <a:off x="11733964" y="4739468"/>
                <a:ext cx="99720" cy="30348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6BDF0723-CC7C-C7D6-8E97-C2A3E5BF6F7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727844" y="4733348"/>
                  <a:ext cx="111960" cy="31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35941CBC-E327-7A04-F387-1F75CC5C29D8}"/>
                    </a:ext>
                  </a:extLst>
                </p14:cNvPr>
                <p14:cNvContentPartPr/>
                <p14:nvPr/>
              </p14:nvContentPartPr>
              <p14:xfrm>
                <a:off x="11646484" y="4570988"/>
                <a:ext cx="351000" cy="24912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35941CBC-E327-7A04-F387-1F75CC5C29D8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40364" y="4564868"/>
                  <a:ext cx="363240" cy="26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E5F921DA-8B57-D5F7-4567-C68CDDCA4165}"/>
                  </a:ext>
                </a:extLst>
              </p14:cNvPr>
              <p14:cNvContentPartPr/>
              <p14:nvPr/>
            </p14:nvContentPartPr>
            <p14:xfrm>
              <a:off x="2601124" y="4682228"/>
              <a:ext cx="2099520" cy="52236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E5F921DA-8B57-D5F7-4567-C68CDDCA4165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595004" y="4676108"/>
                <a:ext cx="2111760" cy="53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37" name="Agrupar 136">
            <a:extLst>
              <a:ext uri="{FF2B5EF4-FFF2-40B4-BE49-F238E27FC236}">
                <a16:creationId xmlns:a16="http://schemas.microsoft.com/office/drawing/2014/main" id="{33E1D657-BE63-5C81-7841-25E17F54AEEE}"/>
              </a:ext>
            </a:extLst>
          </p:cNvPr>
          <p:cNvGrpSpPr/>
          <p:nvPr/>
        </p:nvGrpSpPr>
        <p:grpSpPr>
          <a:xfrm>
            <a:off x="3709564" y="3134228"/>
            <a:ext cx="875880" cy="362520"/>
            <a:chOff x="3709564" y="3134228"/>
            <a:chExt cx="875880" cy="362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83" name="Tinta 82">
                  <a:extLst>
                    <a:ext uri="{FF2B5EF4-FFF2-40B4-BE49-F238E27FC236}">
                      <a16:creationId xmlns:a16="http://schemas.microsoft.com/office/drawing/2014/main" id="{5E77D341-CD2F-62D3-9CA2-43511495CD74}"/>
                    </a:ext>
                  </a:extLst>
                </p14:cNvPr>
                <p14:cNvContentPartPr/>
                <p14:nvPr/>
              </p14:nvContentPartPr>
              <p14:xfrm>
                <a:off x="4047964" y="3134228"/>
                <a:ext cx="438120" cy="116640"/>
              </p14:xfrm>
            </p:contentPart>
          </mc:Choice>
          <mc:Fallback>
            <p:pic>
              <p:nvPicPr>
                <p:cNvPr id="83" name="Tinta 82">
                  <a:extLst>
                    <a:ext uri="{FF2B5EF4-FFF2-40B4-BE49-F238E27FC236}">
                      <a16:creationId xmlns:a16="http://schemas.microsoft.com/office/drawing/2014/main" id="{5E77D341-CD2F-62D3-9CA2-43511495CD7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041844" y="3128108"/>
                  <a:ext cx="4503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84" name="Tinta 83">
                  <a:extLst>
                    <a:ext uri="{FF2B5EF4-FFF2-40B4-BE49-F238E27FC236}">
                      <a16:creationId xmlns:a16="http://schemas.microsoft.com/office/drawing/2014/main" id="{B16D7B72-95A4-EC9E-CD75-0818C43E3CCD}"/>
                    </a:ext>
                  </a:extLst>
                </p14:cNvPr>
                <p14:cNvContentPartPr/>
                <p14:nvPr/>
              </p14:nvContentPartPr>
              <p14:xfrm>
                <a:off x="4119964" y="3202628"/>
                <a:ext cx="168120" cy="115560"/>
              </p14:xfrm>
            </p:contentPart>
          </mc:Choice>
          <mc:Fallback>
            <p:pic>
              <p:nvPicPr>
                <p:cNvPr id="84" name="Tinta 83">
                  <a:extLst>
                    <a:ext uri="{FF2B5EF4-FFF2-40B4-BE49-F238E27FC236}">
                      <a16:creationId xmlns:a16="http://schemas.microsoft.com/office/drawing/2014/main" id="{B16D7B72-95A4-EC9E-CD75-0818C43E3CC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13844" y="3196508"/>
                  <a:ext cx="1803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85" name="Tinta 84">
                  <a:extLst>
                    <a:ext uri="{FF2B5EF4-FFF2-40B4-BE49-F238E27FC236}">
                      <a16:creationId xmlns:a16="http://schemas.microsoft.com/office/drawing/2014/main" id="{5B1A4525-B667-81DF-51FE-9AAF56E8ACAD}"/>
                    </a:ext>
                  </a:extLst>
                </p14:cNvPr>
                <p14:cNvContentPartPr/>
                <p14:nvPr/>
              </p14:nvContentPartPr>
              <p14:xfrm>
                <a:off x="4217524" y="3242228"/>
                <a:ext cx="9360" cy="8280"/>
              </p14:xfrm>
            </p:contentPart>
          </mc:Choice>
          <mc:Fallback>
            <p:pic>
              <p:nvPicPr>
                <p:cNvPr id="85" name="Tinta 84">
                  <a:extLst>
                    <a:ext uri="{FF2B5EF4-FFF2-40B4-BE49-F238E27FC236}">
                      <a16:creationId xmlns:a16="http://schemas.microsoft.com/office/drawing/2014/main" id="{5B1A4525-B667-81DF-51FE-9AAF56E8ACA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11404" y="3236108"/>
                  <a:ext cx="21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4C540163-1C25-6E53-6B2D-0523101EF6D2}"/>
                    </a:ext>
                  </a:extLst>
                </p14:cNvPr>
                <p14:cNvContentPartPr/>
                <p14:nvPr/>
              </p14:nvContentPartPr>
              <p14:xfrm>
                <a:off x="4091524" y="3227828"/>
                <a:ext cx="45360" cy="756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4C540163-1C25-6E53-6B2D-0523101EF6D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085404" y="3221708"/>
                  <a:ext cx="57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F661FE10-73AE-65A9-62E1-BE3580F6FDE9}"/>
                    </a:ext>
                  </a:extLst>
                </p14:cNvPr>
                <p14:cNvContentPartPr/>
                <p14:nvPr/>
              </p14:nvContentPartPr>
              <p14:xfrm>
                <a:off x="3832324" y="3146108"/>
                <a:ext cx="268560" cy="8568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F661FE10-73AE-65A9-62E1-BE3580F6FDE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826204" y="3139988"/>
                  <a:ext cx="280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5B2793B8-64B3-4A63-54DD-0908A7F88144}"/>
                    </a:ext>
                  </a:extLst>
                </p14:cNvPr>
                <p14:cNvContentPartPr/>
                <p14:nvPr/>
              </p14:nvContentPartPr>
              <p14:xfrm>
                <a:off x="4012324" y="3140348"/>
                <a:ext cx="196560" cy="568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5B2793B8-64B3-4A63-54DD-0908A7F881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06204" y="3134228"/>
                  <a:ext cx="2088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70FC24B7-3007-239E-9E1F-E3065684B117}"/>
                    </a:ext>
                  </a:extLst>
                </p14:cNvPr>
                <p14:cNvContentPartPr/>
                <p14:nvPr/>
              </p14:nvContentPartPr>
              <p14:xfrm>
                <a:off x="4181524" y="3196868"/>
                <a:ext cx="360" cy="216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70FC24B7-3007-239E-9E1F-E3065684B117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175404" y="3190748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C009CA38-ACAD-39B4-CD89-174ECC3AE607}"/>
                    </a:ext>
                  </a:extLst>
                </p14:cNvPr>
                <p14:cNvContentPartPr/>
                <p14:nvPr/>
              </p14:nvContentPartPr>
              <p14:xfrm>
                <a:off x="3859324" y="3198308"/>
                <a:ext cx="223920" cy="9000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C009CA38-ACAD-39B4-CD89-174ECC3AE6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853204" y="3192188"/>
                  <a:ext cx="23616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93" name="Tinta 92">
                  <a:extLst>
                    <a:ext uri="{FF2B5EF4-FFF2-40B4-BE49-F238E27FC236}">
                      <a16:creationId xmlns:a16="http://schemas.microsoft.com/office/drawing/2014/main" id="{A68BCD05-22B5-A356-EB63-C523561E040B}"/>
                    </a:ext>
                  </a:extLst>
                </p14:cNvPr>
                <p14:cNvContentPartPr/>
                <p14:nvPr/>
              </p14:nvContentPartPr>
              <p14:xfrm>
                <a:off x="3994324" y="3255908"/>
                <a:ext cx="27360" cy="6120"/>
              </p14:xfrm>
            </p:contentPart>
          </mc:Choice>
          <mc:Fallback>
            <p:pic>
              <p:nvPicPr>
                <p:cNvPr id="93" name="Tinta 92">
                  <a:extLst>
                    <a:ext uri="{FF2B5EF4-FFF2-40B4-BE49-F238E27FC236}">
                      <a16:creationId xmlns:a16="http://schemas.microsoft.com/office/drawing/2014/main" id="{A68BCD05-22B5-A356-EB63-C523561E040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88204" y="3249788"/>
                  <a:ext cx="39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F2D9FFBC-B451-1137-0F6A-3D6DF53CFC37}"/>
                    </a:ext>
                  </a:extLst>
                </p14:cNvPr>
                <p14:cNvContentPartPr/>
                <p14:nvPr/>
              </p14:nvContentPartPr>
              <p14:xfrm>
                <a:off x="3709564" y="3246188"/>
                <a:ext cx="409320" cy="15048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F2D9FFBC-B451-1137-0F6A-3D6DF53CFC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03444" y="3240068"/>
                  <a:ext cx="42156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E92C41B3-0706-6974-E477-39B28A5ACEFA}"/>
                    </a:ext>
                  </a:extLst>
                </p14:cNvPr>
                <p14:cNvContentPartPr/>
                <p14:nvPr/>
              </p14:nvContentPartPr>
              <p14:xfrm>
                <a:off x="4030324" y="3271028"/>
                <a:ext cx="178560" cy="4428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E92C41B3-0706-6974-E477-39B28A5ACEF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24204" y="3264908"/>
                  <a:ext cx="1908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9574D507-A634-6864-B144-5BB4629DC184}"/>
                    </a:ext>
                  </a:extLst>
                </p14:cNvPr>
                <p14:cNvContentPartPr/>
                <p14:nvPr/>
              </p14:nvContentPartPr>
              <p14:xfrm>
                <a:off x="4091524" y="3257708"/>
                <a:ext cx="493920" cy="15624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9574D507-A634-6864-B144-5BB4629DC1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085404" y="3251588"/>
                  <a:ext cx="50616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36" name="Tinta 135">
                  <a:extLst>
                    <a:ext uri="{FF2B5EF4-FFF2-40B4-BE49-F238E27FC236}">
                      <a16:creationId xmlns:a16="http://schemas.microsoft.com/office/drawing/2014/main" id="{6036BD07-6600-FF7C-4F2B-8F6F393312F1}"/>
                    </a:ext>
                  </a:extLst>
                </p14:cNvPr>
                <p14:cNvContentPartPr/>
                <p14:nvPr/>
              </p14:nvContentPartPr>
              <p14:xfrm>
                <a:off x="4091524" y="3250148"/>
                <a:ext cx="416160" cy="246600"/>
              </p14:xfrm>
            </p:contentPart>
          </mc:Choice>
          <mc:Fallback>
            <p:pic>
              <p:nvPicPr>
                <p:cNvPr id="136" name="Tinta 135">
                  <a:extLst>
                    <a:ext uri="{FF2B5EF4-FFF2-40B4-BE49-F238E27FC236}">
                      <a16:creationId xmlns:a16="http://schemas.microsoft.com/office/drawing/2014/main" id="{6036BD07-6600-FF7C-4F2B-8F6F393312F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085404" y="3244028"/>
                  <a:ext cx="42840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Agrupar 138">
            <a:extLst>
              <a:ext uri="{FF2B5EF4-FFF2-40B4-BE49-F238E27FC236}">
                <a16:creationId xmlns:a16="http://schemas.microsoft.com/office/drawing/2014/main" id="{8FA625BA-1194-795C-CC4B-81C6E834C831}"/>
              </a:ext>
            </a:extLst>
          </p:cNvPr>
          <p:cNvGrpSpPr/>
          <p:nvPr/>
        </p:nvGrpSpPr>
        <p:grpSpPr>
          <a:xfrm>
            <a:off x="5984764" y="3740108"/>
            <a:ext cx="1598760" cy="312120"/>
            <a:chOff x="5984764" y="3740108"/>
            <a:chExt cx="1598760" cy="31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44" name="Tinta 43">
                  <a:extLst>
                    <a:ext uri="{FF2B5EF4-FFF2-40B4-BE49-F238E27FC236}">
                      <a16:creationId xmlns:a16="http://schemas.microsoft.com/office/drawing/2014/main" id="{C2B19DB7-FD3D-72AD-407A-07C7F1AE49F9}"/>
                    </a:ext>
                  </a:extLst>
                </p14:cNvPr>
                <p14:cNvContentPartPr/>
                <p14:nvPr/>
              </p14:nvContentPartPr>
              <p14:xfrm>
                <a:off x="5993764" y="3775748"/>
                <a:ext cx="169560" cy="18000"/>
              </p14:xfrm>
            </p:contentPart>
          </mc:Choice>
          <mc:Fallback>
            <p:pic>
              <p:nvPicPr>
                <p:cNvPr id="44" name="Tinta 43">
                  <a:extLst>
                    <a:ext uri="{FF2B5EF4-FFF2-40B4-BE49-F238E27FC236}">
                      <a16:creationId xmlns:a16="http://schemas.microsoft.com/office/drawing/2014/main" id="{C2B19DB7-FD3D-72AD-407A-07C7F1AE49F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987644" y="3769628"/>
                  <a:ext cx="181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45" name="Tinta 44">
                  <a:extLst>
                    <a:ext uri="{FF2B5EF4-FFF2-40B4-BE49-F238E27FC236}">
                      <a16:creationId xmlns:a16="http://schemas.microsoft.com/office/drawing/2014/main" id="{5951E5A0-4183-BCB8-FCE8-039852BE072C}"/>
                    </a:ext>
                  </a:extLst>
                </p14:cNvPr>
                <p14:cNvContentPartPr/>
                <p14:nvPr/>
              </p14:nvContentPartPr>
              <p14:xfrm>
                <a:off x="5984764" y="3853508"/>
                <a:ext cx="178560" cy="7920"/>
              </p14:xfrm>
            </p:contentPart>
          </mc:Choice>
          <mc:Fallback>
            <p:pic>
              <p:nvPicPr>
                <p:cNvPr id="45" name="Tinta 44">
                  <a:extLst>
                    <a:ext uri="{FF2B5EF4-FFF2-40B4-BE49-F238E27FC236}">
                      <a16:creationId xmlns:a16="http://schemas.microsoft.com/office/drawing/2014/main" id="{5951E5A0-4183-BCB8-FCE8-039852BE07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78644" y="3847388"/>
                  <a:ext cx="190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47" name="Tinta 46">
                  <a:extLst>
                    <a:ext uri="{FF2B5EF4-FFF2-40B4-BE49-F238E27FC236}">
                      <a16:creationId xmlns:a16="http://schemas.microsoft.com/office/drawing/2014/main" id="{ED6FEAE4-70A2-977C-5B7C-F1413D551CC9}"/>
                    </a:ext>
                  </a:extLst>
                </p14:cNvPr>
                <p14:cNvContentPartPr/>
                <p14:nvPr/>
              </p14:nvContentPartPr>
              <p14:xfrm>
                <a:off x="6805204" y="3754868"/>
                <a:ext cx="252000" cy="223920"/>
              </p14:xfrm>
            </p:contentPart>
          </mc:Choice>
          <mc:Fallback>
            <p:pic>
              <p:nvPicPr>
                <p:cNvPr id="47" name="Tinta 46">
                  <a:extLst>
                    <a:ext uri="{FF2B5EF4-FFF2-40B4-BE49-F238E27FC236}">
                      <a16:creationId xmlns:a16="http://schemas.microsoft.com/office/drawing/2014/main" id="{ED6FEAE4-70A2-977C-5B7C-F1413D551CC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99084" y="3748748"/>
                  <a:ext cx="2642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48" name="Tinta 47">
                  <a:extLst>
                    <a:ext uri="{FF2B5EF4-FFF2-40B4-BE49-F238E27FC236}">
                      <a16:creationId xmlns:a16="http://schemas.microsoft.com/office/drawing/2014/main" id="{D4DFF55A-29D7-2AE1-4278-7497A117F16E}"/>
                    </a:ext>
                  </a:extLst>
                </p14:cNvPr>
                <p14:cNvContentPartPr/>
                <p14:nvPr/>
              </p14:nvContentPartPr>
              <p14:xfrm>
                <a:off x="7350964" y="3783308"/>
                <a:ext cx="232560" cy="13680"/>
              </p14:xfrm>
            </p:contentPart>
          </mc:Choice>
          <mc:Fallback>
            <p:pic>
              <p:nvPicPr>
                <p:cNvPr id="48" name="Tinta 47">
                  <a:extLst>
                    <a:ext uri="{FF2B5EF4-FFF2-40B4-BE49-F238E27FC236}">
                      <a16:creationId xmlns:a16="http://schemas.microsoft.com/office/drawing/2014/main" id="{D4DFF55A-29D7-2AE1-4278-7497A117F16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44844" y="3777188"/>
                  <a:ext cx="244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49" name="Tinta 48">
                  <a:extLst>
                    <a:ext uri="{FF2B5EF4-FFF2-40B4-BE49-F238E27FC236}">
                      <a16:creationId xmlns:a16="http://schemas.microsoft.com/office/drawing/2014/main" id="{B84C6581-F2CA-68C9-E49A-B452A629446A}"/>
                    </a:ext>
                  </a:extLst>
                </p14:cNvPr>
                <p14:cNvContentPartPr/>
                <p14:nvPr/>
              </p14:nvContentPartPr>
              <p14:xfrm>
                <a:off x="7359964" y="3771788"/>
                <a:ext cx="61560" cy="152280"/>
              </p14:xfrm>
            </p:contentPart>
          </mc:Choice>
          <mc:Fallback>
            <p:pic>
              <p:nvPicPr>
                <p:cNvPr id="49" name="Tinta 48">
                  <a:extLst>
                    <a:ext uri="{FF2B5EF4-FFF2-40B4-BE49-F238E27FC236}">
                      <a16:creationId xmlns:a16="http://schemas.microsoft.com/office/drawing/2014/main" id="{B84C6581-F2CA-68C9-E49A-B452A62944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353844" y="3765668"/>
                  <a:ext cx="738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50" name="Tinta 49">
                  <a:extLst>
                    <a:ext uri="{FF2B5EF4-FFF2-40B4-BE49-F238E27FC236}">
                      <a16:creationId xmlns:a16="http://schemas.microsoft.com/office/drawing/2014/main" id="{6E5D63A2-5B0B-CE33-2E1A-07AD027D7E0B}"/>
                    </a:ext>
                  </a:extLst>
                </p14:cNvPr>
                <p14:cNvContentPartPr/>
                <p14:nvPr/>
              </p14:nvContentPartPr>
              <p14:xfrm>
                <a:off x="7466164" y="3790508"/>
                <a:ext cx="45360" cy="133200"/>
              </p14:xfrm>
            </p:contentPart>
          </mc:Choice>
          <mc:Fallback>
            <p:pic>
              <p:nvPicPr>
                <p:cNvPr id="50" name="Tinta 49">
                  <a:extLst>
                    <a:ext uri="{FF2B5EF4-FFF2-40B4-BE49-F238E27FC236}">
                      <a16:creationId xmlns:a16="http://schemas.microsoft.com/office/drawing/2014/main" id="{6E5D63A2-5B0B-CE33-2E1A-07AD027D7E0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460044" y="3784388"/>
                  <a:ext cx="57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51" name="Tinta 50">
                  <a:extLst>
                    <a:ext uri="{FF2B5EF4-FFF2-40B4-BE49-F238E27FC236}">
                      <a16:creationId xmlns:a16="http://schemas.microsoft.com/office/drawing/2014/main" id="{FC94B06A-E632-A57E-AEFE-F8709129210A}"/>
                    </a:ext>
                  </a:extLst>
                </p14:cNvPr>
                <p14:cNvContentPartPr/>
                <p14:nvPr/>
              </p14:nvContentPartPr>
              <p14:xfrm>
                <a:off x="6832564" y="4021988"/>
                <a:ext cx="723960" cy="30240"/>
              </p14:xfrm>
            </p:contentPart>
          </mc:Choice>
          <mc:Fallback>
            <p:pic>
              <p:nvPicPr>
                <p:cNvPr id="51" name="Tinta 50">
                  <a:extLst>
                    <a:ext uri="{FF2B5EF4-FFF2-40B4-BE49-F238E27FC236}">
                      <a16:creationId xmlns:a16="http://schemas.microsoft.com/office/drawing/2014/main" id="{FC94B06A-E632-A57E-AEFE-F8709129210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826444" y="4015868"/>
                  <a:ext cx="7362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2E967572-B8BC-F905-CE94-9ECFDBB1EDC0}"/>
                    </a:ext>
                  </a:extLst>
                </p14:cNvPr>
                <p14:cNvContentPartPr/>
                <p14:nvPr/>
              </p14:nvContentPartPr>
              <p14:xfrm>
                <a:off x="6072604" y="3740108"/>
                <a:ext cx="828360" cy="23832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2E967572-B8BC-F905-CE94-9ECFDBB1EDC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066484" y="3733988"/>
                  <a:ext cx="840600" cy="250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22E99D0E-74CB-0D62-21BD-B36E78D760FC}"/>
                  </a:ext>
                </a:extLst>
              </p14:cNvPr>
              <p14:cNvContentPartPr/>
              <p14:nvPr/>
            </p14:nvContentPartPr>
            <p14:xfrm>
              <a:off x="6341164" y="4792028"/>
              <a:ext cx="150480" cy="114840"/>
            </p14:xfrm>
          </p:contentPart>
        </mc:Choice>
        <mc:Fallback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22E99D0E-74CB-0D62-21BD-B36E78D760FC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6335044" y="4785908"/>
                <a:ext cx="16272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144" name="Tinta 143">
                <a:extLst>
                  <a:ext uri="{FF2B5EF4-FFF2-40B4-BE49-F238E27FC236}">
                    <a16:creationId xmlns:a16="http://schemas.microsoft.com/office/drawing/2014/main" id="{D654AAE7-CB48-D81E-A97D-20C9D29DAB9D}"/>
                  </a:ext>
                </a:extLst>
              </p14:cNvPr>
              <p14:cNvContentPartPr/>
              <p14:nvPr/>
            </p14:nvContentPartPr>
            <p14:xfrm>
              <a:off x="6198964" y="4473788"/>
              <a:ext cx="1212840" cy="610920"/>
            </p14:xfrm>
          </p:contentPart>
        </mc:Choice>
        <mc:Fallback>
          <p:pic>
            <p:nvPicPr>
              <p:cNvPr id="144" name="Tinta 143">
                <a:extLst>
                  <a:ext uri="{FF2B5EF4-FFF2-40B4-BE49-F238E27FC236}">
                    <a16:creationId xmlns:a16="http://schemas.microsoft.com/office/drawing/2014/main" id="{D654AAE7-CB48-D81E-A97D-20C9D29DAB9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192844" y="4467668"/>
                <a:ext cx="1225080" cy="62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Agrupar 146">
            <a:extLst>
              <a:ext uri="{FF2B5EF4-FFF2-40B4-BE49-F238E27FC236}">
                <a16:creationId xmlns:a16="http://schemas.microsoft.com/office/drawing/2014/main" id="{C7F5E3AE-E08F-9191-A76A-39676DB94DBD}"/>
              </a:ext>
            </a:extLst>
          </p:cNvPr>
          <p:cNvGrpSpPr/>
          <p:nvPr/>
        </p:nvGrpSpPr>
        <p:grpSpPr>
          <a:xfrm>
            <a:off x="5077204" y="1913828"/>
            <a:ext cx="5346000" cy="847440"/>
            <a:chOff x="5077204" y="1913828"/>
            <a:chExt cx="5346000" cy="847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6" name="Tinta 5">
                  <a:extLst>
                    <a:ext uri="{FF2B5EF4-FFF2-40B4-BE49-F238E27FC236}">
                      <a16:creationId xmlns:a16="http://schemas.microsoft.com/office/drawing/2014/main" id="{A100374F-FBC0-1BB4-D78A-8FE457AEF9F2}"/>
                    </a:ext>
                  </a:extLst>
                </p14:cNvPr>
                <p14:cNvContentPartPr/>
                <p14:nvPr/>
              </p14:nvContentPartPr>
              <p14:xfrm>
                <a:off x="5252164" y="2361668"/>
                <a:ext cx="496800" cy="177840"/>
              </p14:xfrm>
            </p:contentPart>
          </mc:Choice>
          <mc:Fallback>
            <p:pic>
              <p:nvPicPr>
                <p:cNvPr id="6" name="Tinta 5">
                  <a:extLst>
                    <a:ext uri="{FF2B5EF4-FFF2-40B4-BE49-F238E27FC236}">
                      <a16:creationId xmlns:a16="http://schemas.microsoft.com/office/drawing/2014/main" id="{A100374F-FBC0-1BB4-D78A-8FE457AEF9F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246044" y="2355548"/>
                  <a:ext cx="509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BEEBEF16-6C99-CAC6-1903-C427CFFA94C3}"/>
                    </a:ext>
                  </a:extLst>
                </p14:cNvPr>
                <p14:cNvContentPartPr/>
                <p14:nvPr/>
              </p14:nvContentPartPr>
              <p14:xfrm>
                <a:off x="5707564" y="2482988"/>
                <a:ext cx="268560" cy="9324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BEEBEF16-6C99-CAC6-1903-C427CFFA94C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01444" y="2476868"/>
                  <a:ext cx="280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A7D52A8B-DF21-25AB-D3EC-64CC868BCAF3}"/>
                    </a:ext>
                  </a:extLst>
                </p14:cNvPr>
                <p14:cNvContentPartPr/>
                <p14:nvPr/>
              </p14:nvContentPartPr>
              <p14:xfrm>
                <a:off x="6305164" y="2402708"/>
                <a:ext cx="177480" cy="900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A7D52A8B-DF21-25AB-D3EC-64CC868BCAF3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299044" y="2396588"/>
                  <a:ext cx="1897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3412E7B8-409A-985C-880B-121BF6CF5C33}"/>
                    </a:ext>
                  </a:extLst>
                </p14:cNvPr>
                <p14:cNvContentPartPr/>
                <p14:nvPr/>
              </p14:nvContentPartPr>
              <p14:xfrm>
                <a:off x="6189964" y="2515748"/>
                <a:ext cx="214560" cy="4788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3412E7B8-409A-985C-880B-121BF6CF5C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183844" y="2509628"/>
                  <a:ext cx="226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3F9AFD6E-4A9D-FA96-6D57-9E432ED4E3B6}"/>
                    </a:ext>
                  </a:extLst>
                </p14:cNvPr>
                <p14:cNvContentPartPr/>
                <p14:nvPr/>
              </p14:nvContentPartPr>
              <p14:xfrm>
                <a:off x="6922564" y="2173748"/>
                <a:ext cx="489960" cy="32580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3F9AFD6E-4A9D-FA96-6D57-9E432ED4E3B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916444" y="2167628"/>
                  <a:ext cx="5022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FE7B1E74-D067-5464-0B7B-F19183953F97}"/>
                    </a:ext>
                  </a:extLst>
                </p14:cNvPr>
                <p14:cNvContentPartPr/>
                <p14:nvPr/>
              </p14:nvContentPartPr>
              <p14:xfrm>
                <a:off x="6940564" y="2517908"/>
                <a:ext cx="632520" cy="424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FE7B1E74-D067-5464-0B7B-F19183953F9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934444" y="2511788"/>
                  <a:ext cx="6447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3BA68E1D-2B64-74E6-B00B-51140BE25FCB}"/>
                    </a:ext>
                  </a:extLst>
                </p14:cNvPr>
                <p14:cNvContentPartPr/>
                <p14:nvPr/>
              </p14:nvContentPartPr>
              <p14:xfrm>
                <a:off x="7055764" y="2617988"/>
                <a:ext cx="321840" cy="13860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3BA68E1D-2B64-74E6-B00B-51140BE25FC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049644" y="2611868"/>
                  <a:ext cx="33408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E2DB5919-9FA9-50BF-285B-35ED799AC159}"/>
                    </a:ext>
                  </a:extLst>
                </p14:cNvPr>
                <p14:cNvContentPartPr/>
                <p14:nvPr/>
              </p14:nvContentPartPr>
              <p14:xfrm>
                <a:off x="8047564" y="2353028"/>
                <a:ext cx="275760" cy="3384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E2DB5919-9FA9-50BF-285B-35ED799AC15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041444" y="2346908"/>
                  <a:ext cx="288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E04EFD65-69B8-553A-55F9-7C0871EE7AB4}"/>
                    </a:ext>
                  </a:extLst>
                </p14:cNvPr>
                <p14:cNvContentPartPr/>
                <p14:nvPr/>
              </p14:nvContentPartPr>
              <p14:xfrm>
                <a:off x="8038564" y="2349068"/>
                <a:ext cx="88560" cy="16200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E04EFD65-69B8-553A-55F9-7C0871EE7AB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032444" y="2342948"/>
                  <a:ext cx="10080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35488083-EEE0-013C-D3C1-F2E1157F36AD}"/>
                    </a:ext>
                  </a:extLst>
                </p14:cNvPr>
                <p14:cNvContentPartPr/>
                <p14:nvPr/>
              </p14:nvContentPartPr>
              <p14:xfrm>
                <a:off x="8189764" y="2362028"/>
                <a:ext cx="63360" cy="15948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35488083-EEE0-013C-D3C1-F2E1157F36AD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183644" y="2355908"/>
                  <a:ext cx="756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A6C5C074-5F63-BA21-0FA4-491D8775371B}"/>
                    </a:ext>
                  </a:extLst>
                </p14:cNvPr>
                <p14:cNvContentPartPr/>
                <p14:nvPr/>
              </p14:nvContentPartPr>
              <p14:xfrm>
                <a:off x="8868004" y="2306948"/>
                <a:ext cx="473760" cy="29448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A6C5C074-5F63-BA21-0FA4-491D8775371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861884" y="2300828"/>
                  <a:ext cx="48600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F30755A3-C42D-9519-6126-4BE7FB7E5F9E}"/>
                    </a:ext>
                  </a:extLst>
                </p14:cNvPr>
                <p14:cNvContentPartPr/>
                <p14:nvPr/>
              </p14:nvContentPartPr>
              <p14:xfrm>
                <a:off x="9377764" y="2187428"/>
                <a:ext cx="311040" cy="1666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F30755A3-C42D-9519-6126-4BE7FB7E5F9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371644" y="2181308"/>
                  <a:ext cx="32328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4292B163-2511-BB60-0218-22D8160A306C}"/>
                    </a:ext>
                  </a:extLst>
                </p14:cNvPr>
                <p14:cNvContentPartPr/>
                <p14:nvPr/>
              </p14:nvContentPartPr>
              <p14:xfrm>
                <a:off x="5077204" y="1913828"/>
                <a:ext cx="5346000" cy="84744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4292B163-2511-BB60-0218-22D8160A306C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071084" y="1907708"/>
                  <a:ext cx="5358240" cy="85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Agrupar 148">
            <a:extLst>
              <a:ext uri="{FF2B5EF4-FFF2-40B4-BE49-F238E27FC236}">
                <a16:creationId xmlns:a16="http://schemas.microsoft.com/office/drawing/2014/main" id="{BB93D09B-4A27-32CC-40F0-B62C838D7FD3}"/>
              </a:ext>
            </a:extLst>
          </p:cNvPr>
          <p:cNvGrpSpPr/>
          <p:nvPr/>
        </p:nvGrpSpPr>
        <p:grpSpPr>
          <a:xfrm>
            <a:off x="5037964" y="4380188"/>
            <a:ext cx="2769120" cy="1278360"/>
            <a:chOff x="5037964" y="4380188"/>
            <a:chExt cx="2769120" cy="127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3705425E-2468-CDEB-BBDE-54C41EDFC946}"/>
                    </a:ext>
                  </a:extLst>
                </p14:cNvPr>
                <p14:cNvContentPartPr/>
                <p14:nvPr/>
              </p14:nvContentPartPr>
              <p14:xfrm>
                <a:off x="5912764" y="4453628"/>
                <a:ext cx="205560" cy="2196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3705425E-2468-CDEB-BBDE-54C41EDFC94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06644" y="4447508"/>
                  <a:ext cx="2178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51559A7C-C497-F498-3D98-BC83DFD1CC12}"/>
                    </a:ext>
                  </a:extLst>
                </p14:cNvPr>
                <p14:cNvContentPartPr/>
                <p14:nvPr/>
              </p14:nvContentPartPr>
              <p14:xfrm>
                <a:off x="5894764" y="4544348"/>
                <a:ext cx="241560" cy="792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51559A7C-C497-F498-3D98-BC83DFD1CC1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888644" y="4538228"/>
                  <a:ext cx="253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40679F67-E8AC-B384-8E51-3CEE1F5051D8}"/>
                    </a:ext>
                  </a:extLst>
                </p14:cNvPr>
                <p14:cNvContentPartPr/>
                <p14:nvPr/>
              </p14:nvContentPartPr>
              <p14:xfrm>
                <a:off x="5037964" y="4954028"/>
                <a:ext cx="365760" cy="23148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40679F67-E8AC-B384-8E51-3CEE1F5051D8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031844" y="4947908"/>
                  <a:ext cx="3780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D799680F-9DD0-5B9A-3DC4-6927ECC2BBA1}"/>
                    </a:ext>
                  </a:extLst>
                </p14:cNvPr>
                <p14:cNvContentPartPr/>
                <p14:nvPr/>
              </p14:nvContentPartPr>
              <p14:xfrm>
                <a:off x="5351524" y="5111348"/>
                <a:ext cx="142200" cy="6480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D799680F-9DD0-5B9A-3DC4-6927ECC2BBA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345404" y="5105228"/>
                  <a:ext cx="154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2B29507B-6D87-2D8F-92C5-A1E080385E25}"/>
                    </a:ext>
                  </a:extLst>
                </p14:cNvPr>
                <p14:cNvContentPartPr/>
                <p14:nvPr/>
              </p14:nvContentPartPr>
              <p14:xfrm>
                <a:off x="5797204" y="5039348"/>
                <a:ext cx="113760" cy="612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2B29507B-6D87-2D8F-92C5-A1E080385E25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791084" y="5033228"/>
                  <a:ext cx="1260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C252662B-9488-EBF9-D240-4D9FD5687554}"/>
                    </a:ext>
                  </a:extLst>
                </p14:cNvPr>
                <p14:cNvContentPartPr/>
                <p14:nvPr/>
              </p14:nvContentPartPr>
              <p14:xfrm>
                <a:off x="5680564" y="5113148"/>
                <a:ext cx="223560" cy="176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C252662B-9488-EBF9-D240-4D9FD568755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674444" y="5107028"/>
                  <a:ext cx="235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CF7186EC-99D3-E3A2-5120-57C8EB780F15}"/>
                    </a:ext>
                  </a:extLst>
                </p14:cNvPr>
                <p14:cNvContentPartPr/>
                <p14:nvPr/>
              </p14:nvContentPartPr>
              <p14:xfrm>
                <a:off x="6135964" y="5205668"/>
                <a:ext cx="909720" cy="4824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CF7186EC-99D3-E3A2-5120-57C8EB780F1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129844" y="5199548"/>
                  <a:ext cx="921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84466A9F-9A6B-5051-B3FD-686E54B44886}"/>
                    </a:ext>
                  </a:extLst>
                </p14:cNvPr>
                <p14:cNvContentPartPr/>
                <p14:nvPr/>
              </p14:nvContentPartPr>
              <p14:xfrm>
                <a:off x="6153964" y="5363708"/>
                <a:ext cx="365400" cy="17172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84466A9F-9A6B-5051-B3FD-686E54B44886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147844" y="5357588"/>
                  <a:ext cx="3776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79" name="Tinta 78">
                  <a:extLst>
                    <a:ext uri="{FF2B5EF4-FFF2-40B4-BE49-F238E27FC236}">
                      <a16:creationId xmlns:a16="http://schemas.microsoft.com/office/drawing/2014/main" id="{DFE44E6A-2595-7F6D-F6DE-68ED68BDB130}"/>
                    </a:ext>
                  </a:extLst>
                </p14:cNvPr>
                <p14:cNvContentPartPr/>
                <p14:nvPr/>
              </p14:nvContentPartPr>
              <p14:xfrm>
                <a:off x="6681364" y="5325188"/>
                <a:ext cx="229680" cy="141480"/>
              </p14:xfrm>
            </p:contentPart>
          </mc:Choice>
          <mc:Fallback>
            <p:pic>
              <p:nvPicPr>
                <p:cNvPr id="79" name="Tinta 78">
                  <a:extLst>
                    <a:ext uri="{FF2B5EF4-FFF2-40B4-BE49-F238E27FC236}">
                      <a16:creationId xmlns:a16="http://schemas.microsoft.com/office/drawing/2014/main" id="{DFE44E6A-2595-7F6D-F6DE-68ED68BDB1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675244" y="5319068"/>
                  <a:ext cx="2419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4E1EEC2A-3E18-4BF1-06FD-6242DDC124B6}"/>
                    </a:ext>
                  </a:extLst>
                </p14:cNvPr>
                <p14:cNvContentPartPr/>
                <p14:nvPr/>
              </p14:nvContentPartPr>
              <p14:xfrm>
                <a:off x="7003564" y="5306828"/>
                <a:ext cx="230400" cy="1825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4E1EEC2A-3E18-4BF1-06FD-6242DDC124B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997444" y="5300708"/>
                  <a:ext cx="24264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2570CF51-7D1B-E621-9ECA-73D99112D2D7}"/>
                    </a:ext>
                  </a:extLst>
                </p14:cNvPr>
                <p14:cNvContentPartPr/>
                <p14:nvPr/>
              </p14:nvContentPartPr>
              <p14:xfrm>
                <a:off x="7421164" y="5248148"/>
                <a:ext cx="189720" cy="871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2570CF51-7D1B-E621-9ECA-73D99112D2D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7415044" y="5242028"/>
                  <a:ext cx="2019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7735A4A8-F590-B0C1-3A67-BFC4ED11E1A9}"/>
                    </a:ext>
                  </a:extLst>
                </p14:cNvPr>
                <p14:cNvContentPartPr/>
                <p14:nvPr/>
              </p14:nvContentPartPr>
              <p14:xfrm>
                <a:off x="6270604" y="4805348"/>
                <a:ext cx="215280" cy="25164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7735A4A8-F590-B0C1-3A67-BFC4ED11E1A9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264484" y="4799228"/>
                  <a:ext cx="2275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9C82DD30-1117-F5B8-D530-922CF1849D47}"/>
                    </a:ext>
                  </a:extLst>
                </p14:cNvPr>
                <p14:cNvContentPartPr/>
                <p14:nvPr/>
              </p14:nvContentPartPr>
              <p14:xfrm>
                <a:off x="6627364" y="4839908"/>
                <a:ext cx="268920" cy="16488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9C82DD30-1117-F5B8-D530-922CF1849D4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621244" y="4833788"/>
                  <a:ext cx="2811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65F39857-D88C-FDA3-222F-F7D26B341807}"/>
                    </a:ext>
                  </a:extLst>
                </p14:cNvPr>
                <p14:cNvContentPartPr/>
                <p14:nvPr/>
              </p14:nvContentPartPr>
              <p14:xfrm>
                <a:off x="6985564" y="4685828"/>
                <a:ext cx="247680" cy="10800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65F39857-D88C-FDA3-222F-F7D26B341807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979444" y="4679708"/>
                  <a:ext cx="259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42" name="Tinta 141">
                  <a:extLst>
                    <a:ext uri="{FF2B5EF4-FFF2-40B4-BE49-F238E27FC236}">
                      <a16:creationId xmlns:a16="http://schemas.microsoft.com/office/drawing/2014/main" id="{E6EEE234-F0C6-FDD6-0A7D-77C3A903675F}"/>
                    </a:ext>
                  </a:extLst>
                </p14:cNvPr>
                <p14:cNvContentPartPr/>
                <p14:nvPr/>
              </p14:nvContentPartPr>
              <p14:xfrm>
                <a:off x="6341164" y="5154908"/>
                <a:ext cx="18360" cy="11880"/>
              </p14:xfrm>
            </p:contentPart>
          </mc:Choice>
          <mc:Fallback>
            <p:pic>
              <p:nvPicPr>
                <p:cNvPr id="142" name="Tinta 141">
                  <a:extLst>
                    <a:ext uri="{FF2B5EF4-FFF2-40B4-BE49-F238E27FC236}">
                      <a16:creationId xmlns:a16="http://schemas.microsoft.com/office/drawing/2014/main" id="{E6EEE234-F0C6-FDD6-0A7D-77C3A903675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335044" y="5148788"/>
                  <a:ext cx="30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0E6CEE4C-8289-C311-7781-EB7B3FFC68FF}"/>
                    </a:ext>
                  </a:extLst>
                </p14:cNvPr>
                <p14:cNvContentPartPr/>
                <p14:nvPr/>
              </p14:nvContentPartPr>
              <p14:xfrm>
                <a:off x="6135964" y="5094068"/>
                <a:ext cx="1563480" cy="56448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0E6CEE4C-8289-C311-7781-EB7B3FFC68F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129844" y="5087948"/>
                  <a:ext cx="1575720" cy="57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B0815302-72F2-DA95-DBDB-8BD64A6FDACD}"/>
                    </a:ext>
                  </a:extLst>
                </p14:cNvPr>
                <p14:cNvContentPartPr/>
                <p14:nvPr/>
              </p14:nvContentPartPr>
              <p14:xfrm>
                <a:off x="5583364" y="4380188"/>
                <a:ext cx="2223720" cy="124992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B0815302-72F2-DA95-DBDB-8BD64A6FDAC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577244" y="4374068"/>
                  <a:ext cx="2235960" cy="1262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812193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533F10-9585-48AC-383C-A1B823081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2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343DF2C-A808-95AA-C203-44B12A7A6F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7261" y="1901583"/>
            <a:ext cx="7154793" cy="1951960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2DA01CC-5C74-18E7-504D-CF06F72E96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9" name="Tinta 8">
                <a:extLst>
                  <a:ext uri="{FF2B5EF4-FFF2-40B4-BE49-F238E27FC236}">
                    <a16:creationId xmlns:a16="http://schemas.microsoft.com/office/drawing/2014/main" id="{1BA9B6CB-81E3-3573-BDA3-D65429DE82D0}"/>
                  </a:ext>
                </a:extLst>
              </p14:cNvPr>
              <p14:cNvContentPartPr/>
              <p14:nvPr/>
            </p14:nvContentPartPr>
            <p14:xfrm>
              <a:off x="5199964" y="2554268"/>
              <a:ext cx="393120" cy="146520"/>
            </p14:xfrm>
          </p:contentPart>
        </mc:Choice>
        <mc:Fallback>
          <p:pic>
            <p:nvPicPr>
              <p:cNvPr id="9" name="Tinta 8">
                <a:extLst>
                  <a:ext uri="{FF2B5EF4-FFF2-40B4-BE49-F238E27FC236}">
                    <a16:creationId xmlns:a16="http://schemas.microsoft.com/office/drawing/2014/main" id="{1BA9B6CB-81E3-3573-BDA3-D65429DE82D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193844" y="2548148"/>
                <a:ext cx="4053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Agrupar 11">
            <a:extLst>
              <a:ext uri="{FF2B5EF4-FFF2-40B4-BE49-F238E27FC236}">
                <a16:creationId xmlns:a16="http://schemas.microsoft.com/office/drawing/2014/main" id="{B5AAC169-1A3C-C092-747C-31719E02761B}"/>
              </a:ext>
            </a:extLst>
          </p:cNvPr>
          <p:cNvGrpSpPr/>
          <p:nvPr/>
        </p:nvGrpSpPr>
        <p:grpSpPr>
          <a:xfrm>
            <a:off x="1263364" y="4233668"/>
            <a:ext cx="614520" cy="357840"/>
            <a:chOff x="1263364" y="4233668"/>
            <a:chExt cx="614520" cy="357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BC5F7B81-2009-5ECE-2E8F-F6C5EF7BCEF4}"/>
                    </a:ext>
                  </a:extLst>
                </p14:cNvPr>
                <p14:cNvContentPartPr/>
                <p14:nvPr/>
              </p14:nvContentPartPr>
              <p14:xfrm>
                <a:off x="1263364" y="4434548"/>
                <a:ext cx="316800" cy="1569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BC5F7B81-2009-5ECE-2E8F-F6C5EF7BCEF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57244" y="4428428"/>
                  <a:ext cx="32904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35F1183-EEE5-1119-8B4E-A2079CB3355B}"/>
                    </a:ext>
                  </a:extLst>
                </p14:cNvPr>
                <p14:cNvContentPartPr/>
                <p14:nvPr/>
              </p14:nvContentPartPr>
              <p14:xfrm>
                <a:off x="1635964" y="4233668"/>
                <a:ext cx="241920" cy="13284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35F1183-EEE5-1119-8B4E-A2079CB3355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629844" y="4227548"/>
                  <a:ext cx="254160" cy="14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B8EDCB1A-691E-F4D4-ED8B-B69A4E180DC9}"/>
              </a:ext>
            </a:extLst>
          </p:cNvPr>
          <p:cNvGrpSpPr/>
          <p:nvPr/>
        </p:nvGrpSpPr>
        <p:grpSpPr>
          <a:xfrm>
            <a:off x="2278924" y="4426268"/>
            <a:ext cx="189360" cy="152280"/>
            <a:chOff x="2278924" y="4426268"/>
            <a:chExt cx="189360" cy="15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3" name="Tinta 12">
                  <a:extLst>
                    <a:ext uri="{FF2B5EF4-FFF2-40B4-BE49-F238E27FC236}">
                      <a16:creationId xmlns:a16="http://schemas.microsoft.com/office/drawing/2014/main" id="{80282667-DFEF-7FAC-D293-3DAEB4AC62F8}"/>
                    </a:ext>
                  </a:extLst>
                </p14:cNvPr>
                <p14:cNvContentPartPr/>
                <p14:nvPr/>
              </p14:nvContentPartPr>
              <p14:xfrm>
                <a:off x="2278924" y="4500068"/>
                <a:ext cx="189360" cy="38880"/>
              </p14:xfrm>
            </p:contentPart>
          </mc:Choice>
          <mc:Fallback>
            <p:pic>
              <p:nvPicPr>
                <p:cNvPr id="13" name="Tinta 12">
                  <a:extLst>
                    <a:ext uri="{FF2B5EF4-FFF2-40B4-BE49-F238E27FC236}">
                      <a16:creationId xmlns:a16="http://schemas.microsoft.com/office/drawing/2014/main" id="{80282667-DFEF-7FAC-D293-3DAEB4AC62F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272804" y="4493948"/>
                  <a:ext cx="2016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4" name="Tinta 13">
                  <a:extLst>
                    <a:ext uri="{FF2B5EF4-FFF2-40B4-BE49-F238E27FC236}">
                      <a16:creationId xmlns:a16="http://schemas.microsoft.com/office/drawing/2014/main" id="{A584663A-9CA6-A472-9532-8AAEF0795767}"/>
                    </a:ext>
                  </a:extLst>
                </p14:cNvPr>
                <p14:cNvContentPartPr/>
                <p14:nvPr/>
              </p14:nvContentPartPr>
              <p14:xfrm>
                <a:off x="2368924" y="4426268"/>
                <a:ext cx="18360" cy="152280"/>
              </p14:xfrm>
            </p:contentPart>
          </mc:Choice>
          <mc:Fallback>
            <p:pic>
              <p:nvPicPr>
                <p:cNvPr id="14" name="Tinta 13">
                  <a:extLst>
                    <a:ext uri="{FF2B5EF4-FFF2-40B4-BE49-F238E27FC236}">
                      <a16:creationId xmlns:a16="http://schemas.microsoft.com/office/drawing/2014/main" id="{A584663A-9CA6-A472-9532-8AAEF07957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362804" y="4420148"/>
                  <a:ext cx="3060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16" name="Tinta 15">
                <a:extLst>
                  <a:ext uri="{FF2B5EF4-FFF2-40B4-BE49-F238E27FC236}">
                    <a16:creationId xmlns:a16="http://schemas.microsoft.com/office/drawing/2014/main" id="{41CB1329-C8C4-0FCB-2A0F-443F151F4D4D}"/>
                  </a:ext>
                </a:extLst>
              </p14:cNvPr>
              <p14:cNvContentPartPr/>
              <p14:nvPr/>
            </p14:nvContentPartPr>
            <p14:xfrm>
              <a:off x="2957524" y="4331588"/>
              <a:ext cx="250560" cy="153720"/>
            </p14:xfrm>
          </p:contentPart>
        </mc:Choice>
        <mc:Fallback>
          <p:pic>
            <p:nvPicPr>
              <p:cNvPr id="16" name="Tinta 15">
                <a:extLst>
                  <a:ext uri="{FF2B5EF4-FFF2-40B4-BE49-F238E27FC236}">
                    <a16:creationId xmlns:a16="http://schemas.microsoft.com/office/drawing/2014/main" id="{41CB1329-C8C4-0FCB-2A0F-443F151F4D4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951404" y="4325468"/>
                <a:ext cx="262800" cy="16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7" name="Tinta 16">
                <a:extLst>
                  <a:ext uri="{FF2B5EF4-FFF2-40B4-BE49-F238E27FC236}">
                    <a16:creationId xmlns:a16="http://schemas.microsoft.com/office/drawing/2014/main" id="{F93A3489-2FFE-97B5-8C85-F2477EDB7768}"/>
                  </a:ext>
                </a:extLst>
              </p14:cNvPr>
              <p14:cNvContentPartPr/>
              <p14:nvPr/>
            </p14:nvContentPartPr>
            <p14:xfrm>
              <a:off x="3360364" y="4137908"/>
              <a:ext cx="249120" cy="117720"/>
            </p14:xfrm>
          </p:contentPart>
        </mc:Choice>
        <mc:Fallback>
          <p:pic>
            <p:nvPicPr>
              <p:cNvPr id="17" name="Tinta 16">
                <a:extLst>
                  <a:ext uri="{FF2B5EF4-FFF2-40B4-BE49-F238E27FC236}">
                    <a16:creationId xmlns:a16="http://schemas.microsoft.com/office/drawing/2014/main" id="{F93A3489-2FFE-97B5-8C85-F2477EDB776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354244" y="4131788"/>
                <a:ext cx="26136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8" name="Tinta 17">
                <a:extLst>
                  <a:ext uri="{FF2B5EF4-FFF2-40B4-BE49-F238E27FC236}">
                    <a16:creationId xmlns:a16="http://schemas.microsoft.com/office/drawing/2014/main" id="{C9535B60-31D0-666B-E3F9-0331F02B009A}"/>
                  </a:ext>
                </a:extLst>
              </p14:cNvPr>
              <p14:cNvContentPartPr/>
              <p14:nvPr/>
            </p14:nvContentPartPr>
            <p14:xfrm>
              <a:off x="4922764" y="4189388"/>
              <a:ext cx="18360" cy="39960"/>
            </p14:xfrm>
          </p:contentPart>
        </mc:Choice>
        <mc:Fallback>
          <p:pic>
            <p:nvPicPr>
              <p:cNvPr id="18" name="Tinta 17">
                <a:extLst>
                  <a:ext uri="{FF2B5EF4-FFF2-40B4-BE49-F238E27FC236}">
                    <a16:creationId xmlns:a16="http://schemas.microsoft.com/office/drawing/2014/main" id="{C9535B60-31D0-666B-E3F9-0331F02B009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16644" y="4183268"/>
                <a:ext cx="30600" cy="5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" name="Agrupar 20">
            <a:extLst>
              <a:ext uri="{FF2B5EF4-FFF2-40B4-BE49-F238E27FC236}">
                <a16:creationId xmlns:a16="http://schemas.microsoft.com/office/drawing/2014/main" id="{9D47E0BA-4AC3-8A63-2D69-B1A06B8B436B}"/>
              </a:ext>
            </a:extLst>
          </p:cNvPr>
          <p:cNvGrpSpPr/>
          <p:nvPr/>
        </p:nvGrpSpPr>
        <p:grpSpPr>
          <a:xfrm>
            <a:off x="3744124" y="4460468"/>
            <a:ext cx="365760" cy="118080"/>
            <a:chOff x="3744124" y="4460468"/>
            <a:chExt cx="365760" cy="118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94175A5D-87CB-8B73-C1A1-3653FD4A4F67}"/>
                    </a:ext>
                  </a:extLst>
                </p14:cNvPr>
                <p14:cNvContentPartPr/>
                <p14:nvPr/>
              </p14:nvContentPartPr>
              <p14:xfrm>
                <a:off x="3950764" y="4460468"/>
                <a:ext cx="159120" cy="2628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94175A5D-87CB-8B73-C1A1-3653FD4A4F6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44644" y="4454348"/>
                  <a:ext cx="171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2FE60B93-1D2A-42A0-B994-9C565764D4C6}"/>
                    </a:ext>
                  </a:extLst>
                </p14:cNvPr>
                <p14:cNvContentPartPr/>
                <p14:nvPr/>
              </p14:nvContentPartPr>
              <p14:xfrm>
                <a:off x="3744124" y="4544348"/>
                <a:ext cx="286560" cy="3420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2FE60B93-1D2A-42A0-B994-9C565764D4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738004" y="4538228"/>
                  <a:ext cx="29880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47E1EF73-A6C0-8F8F-D668-1559A430321A}"/>
              </a:ext>
            </a:extLst>
          </p:cNvPr>
          <p:cNvGrpSpPr/>
          <p:nvPr/>
        </p:nvGrpSpPr>
        <p:grpSpPr>
          <a:xfrm>
            <a:off x="4940764" y="4092188"/>
            <a:ext cx="830520" cy="309240"/>
            <a:chOff x="4940764" y="4092188"/>
            <a:chExt cx="830520" cy="309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2" name="Tinta 21">
                  <a:extLst>
                    <a:ext uri="{FF2B5EF4-FFF2-40B4-BE49-F238E27FC236}">
                      <a16:creationId xmlns:a16="http://schemas.microsoft.com/office/drawing/2014/main" id="{2E7C9A49-3A9B-E8CA-9DFF-4874200607A5}"/>
                    </a:ext>
                  </a:extLst>
                </p14:cNvPr>
                <p14:cNvContentPartPr/>
                <p14:nvPr/>
              </p14:nvContentPartPr>
              <p14:xfrm>
                <a:off x="4940764" y="4255268"/>
                <a:ext cx="401760" cy="146160"/>
              </p14:xfrm>
            </p:contentPart>
          </mc:Choice>
          <mc:Fallback>
            <p:pic>
              <p:nvPicPr>
                <p:cNvPr id="22" name="Tinta 21">
                  <a:extLst>
                    <a:ext uri="{FF2B5EF4-FFF2-40B4-BE49-F238E27FC236}">
                      <a16:creationId xmlns:a16="http://schemas.microsoft.com/office/drawing/2014/main" id="{2E7C9A49-3A9B-E8CA-9DFF-4874200607A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934644" y="4249148"/>
                  <a:ext cx="4140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3" name="Tinta 22">
                  <a:extLst>
                    <a:ext uri="{FF2B5EF4-FFF2-40B4-BE49-F238E27FC236}">
                      <a16:creationId xmlns:a16="http://schemas.microsoft.com/office/drawing/2014/main" id="{CABF88AB-527B-5824-093F-B0D65C4460EB}"/>
                    </a:ext>
                  </a:extLst>
                </p14:cNvPr>
                <p14:cNvContentPartPr/>
                <p14:nvPr/>
              </p14:nvContentPartPr>
              <p14:xfrm>
                <a:off x="5369884" y="4092188"/>
                <a:ext cx="401400" cy="152280"/>
              </p14:xfrm>
            </p:contentPart>
          </mc:Choice>
          <mc:Fallback>
            <p:pic>
              <p:nvPicPr>
                <p:cNvPr id="23" name="Tinta 22">
                  <a:extLst>
                    <a:ext uri="{FF2B5EF4-FFF2-40B4-BE49-F238E27FC236}">
                      <a16:creationId xmlns:a16="http://schemas.microsoft.com/office/drawing/2014/main" id="{CABF88AB-527B-5824-093F-B0D65C4460EB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363764" y="4086068"/>
                  <a:ext cx="413640" cy="16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30" name="Tinta 29">
                <a:extLst>
                  <a:ext uri="{FF2B5EF4-FFF2-40B4-BE49-F238E27FC236}">
                    <a16:creationId xmlns:a16="http://schemas.microsoft.com/office/drawing/2014/main" id="{F6D46F7E-D12F-C2C5-76D2-FF6460082987}"/>
                  </a:ext>
                </a:extLst>
              </p14:cNvPr>
              <p14:cNvContentPartPr/>
              <p14:nvPr/>
            </p14:nvContentPartPr>
            <p14:xfrm>
              <a:off x="3083884" y="4906868"/>
              <a:ext cx="186480" cy="204840"/>
            </p14:xfrm>
          </p:contentPart>
        </mc:Choice>
        <mc:Fallback>
          <p:pic>
            <p:nvPicPr>
              <p:cNvPr id="30" name="Tinta 29">
                <a:extLst>
                  <a:ext uri="{FF2B5EF4-FFF2-40B4-BE49-F238E27FC236}">
                    <a16:creationId xmlns:a16="http://schemas.microsoft.com/office/drawing/2014/main" id="{F6D46F7E-D12F-C2C5-76D2-FF646008298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077764" y="4900748"/>
                <a:ext cx="19872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79" name="Tinta 78">
                <a:extLst>
                  <a:ext uri="{FF2B5EF4-FFF2-40B4-BE49-F238E27FC236}">
                    <a16:creationId xmlns:a16="http://schemas.microsoft.com/office/drawing/2014/main" id="{BDF952F9-63E9-DB38-32FB-51EA348FE0E2}"/>
                  </a:ext>
                </a:extLst>
              </p14:cNvPr>
              <p14:cNvContentPartPr/>
              <p14:nvPr/>
            </p14:nvContentPartPr>
            <p14:xfrm>
              <a:off x="4515244" y="5271908"/>
              <a:ext cx="720360" cy="414720"/>
            </p14:xfrm>
          </p:contentPart>
        </mc:Choice>
        <mc:Fallback>
          <p:pic>
            <p:nvPicPr>
              <p:cNvPr id="79" name="Tinta 78">
                <a:extLst>
                  <a:ext uri="{FF2B5EF4-FFF2-40B4-BE49-F238E27FC236}">
                    <a16:creationId xmlns:a16="http://schemas.microsoft.com/office/drawing/2014/main" id="{BDF952F9-63E9-DB38-32FB-51EA348FE0E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09124" y="5265788"/>
                <a:ext cx="73260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69328B9B-3E86-E496-AA63-87DDB29AD5FB}"/>
                  </a:ext>
                </a:extLst>
              </p14:cNvPr>
              <p14:cNvContentPartPr/>
              <p14:nvPr/>
            </p14:nvContentPartPr>
            <p14:xfrm>
              <a:off x="7323964" y="5233028"/>
              <a:ext cx="214920" cy="36180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69328B9B-3E86-E496-AA63-87DDB29AD5FB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17844" y="5226908"/>
                <a:ext cx="227160" cy="37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5BC9D128-D4B4-E217-0D9D-2CA8E0A88D9D}"/>
                  </a:ext>
                </a:extLst>
              </p14:cNvPr>
              <p14:cNvContentPartPr/>
              <p14:nvPr/>
            </p14:nvContentPartPr>
            <p14:xfrm>
              <a:off x="5019964" y="4866188"/>
              <a:ext cx="81360" cy="4608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5BC9D128-D4B4-E217-0D9D-2CA8E0A88D9D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5013844" y="4860068"/>
                <a:ext cx="93600" cy="5832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Agrupar 86">
            <a:extLst>
              <a:ext uri="{FF2B5EF4-FFF2-40B4-BE49-F238E27FC236}">
                <a16:creationId xmlns:a16="http://schemas.microsoft.com/office/drawing/2014/main" id="{50B447A5-6CFE-966E-5FD3-BA827E5D9AD3}"/>
              </a:ext>
            </a:extLst>
          </p:cNvPr>
          <p:cNvGrpSpPr/>
          <p:nvPr/>
        </p:nvGrpSpPr>
        <p:grpSpPr>
          <a:xfrm>
            <a:off x="1020724" y="4773308"/>
            <a:ext cx="6669720" cy="1122120"/>
            <a:chOff x="1020724" y="4773308"/>
            <a:chExt cx="6669720" cy="11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37303C5E-D34C-D75D-FB8D-A78F04614FA1}"/>
                    </a:ext>
                  </a:extLst>
                </p14:cNvPr>
                <p14:cNvContentPartPr/>
                <p14:nvPr/>
              </p14:nvContentPartPr>
              <p14:xfrm>
                <a:off x="1020724" y="4988948"/>
                <a:ext cx="205560" cy="20232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37303C5E-D34C-D75D-FB8D-A78F04614FA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014604" y="4982828"/>
                  <a:ext cx="21780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D0497AAE-84BC-155A-CB5C-70F112C8EF22}"/>
                    </a:ext>
                  </a:extLst>
                </p14:cNvPr>
                <p14:cNvContentPartPr/>
                <p14:nvPr/>
              </p14:nvContentPartPr>
              <p14:xfrm>
                <a:off x="1475764" y="4773308"/>
                <a:ext cx="178920" cy="12024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D0497AAE-84BC-155A-CB5C-70F112C8EF2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469644" y="4767188"/>
                  <a:ext cx="191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7" name="Tinta 26">
                  <a:extLst>
                    <a:ext uri="{FF2B5EF4-FFF2-40B4-BE49-F238E27FC236}">
                      <a16:creationId xmlns:a16="http://schemas.microsoft.com/office/drawing/2014/main" id="{69315E33-C114-A5D8-9DAC-68C1C0B3A3EF}"/>
                    </a:ext>
                  </a:extLst>
                </p14:cNvPr>
                <p14:cNvContentPartPr/>
                <p14:nvPr/>
              </p14:nvContentPartPr>
              <p14:xfrm>
                <a:off x="2154364" y="5056628"/>
                <a:ext cx="304920" cy="5400"/>
              </p14:xfrm>
            </p:contentPart>
          </mc:Choice>
          <mc:Fallback>
            <p:pic>
              <p:nvPicPr>
                <p:cNvPr id="27" name="Tinta 26">
                  <a:extLst>
                    <a:ext uri="{FF2B5EF4-FFF2-40B4-BE49-F238E27FC236}">
                      <a16:creationId xmlns:a16="http://schemas.microsoft.com/office/drawing/2014/main" id="{69315E33-C114-A5D8-9DAC-68C1C0B3A3EF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148244" y="5050508"/>
                  <a:ext cx="31716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53A42677-C16A-8996-4B25-5D5191B9A562}"/>
                    </a:ext>
                  </a:extLst>
                </p14:cNvPr>
                <p14:cNvContentPartPr/>
                <p14:nvPr/>
              </p14:nvContentPartPr>
              <p14:xfrm>
                <a:off x="2287924" y="4945748"/>
                <a:ext cx="45360" cy="14868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53A42677-C16A-8996-4B25-5D5191B9A562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281804" y="4939628"/>
                  <a:ext cx="576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A7139754-FE26-5CC2-AA97-EF314A4BB28B}"/>
                    </a:ext>
                  </a:extLst>
                </p14:cNvPr>
                <p14:cNvContentPartPr/>
                <p14:nvPr/>
              </p14:nvContentPartPr>
              <p14:xfrm>
                <a:off x="1396204" y="5499788"/>
                <a:ext cx="339480" cy="21852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A7139754-FE26-5CC2-AA97-EF314A4BB28B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390084" y="5493668"/>
                  <a:ext cx="3517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8" name="Tinta 57">
                  <a:extLst>
                    <a:ext uri="{FF2B5EF4-FFF2-40B4-BE49-F238E27FC236}">
                      <a16:creationId xmlns:a16="http://schemas.microsoft.com/office/drawing/2014/main" id="{664A6C7D-76B1-BAF3-D095-59430ABF5446}"/>
                    </a:ext>
                  </a:extLst>
                </p14:cNvPr>
                <p14:cNvContentPartPr/>
                <p14:nvPr/>
              </p14:nvContentPartPr>
              <p14:xfrm>
                <a:off x="1780324" y="5309708"/>
                <a:ext cx="205560" cy="152640"/>
              </p14:xfrm>
            </p:contentPart>
          </mc:Choice>
          <mc:Fallback>
            <p:pic>
              <p:nvPicPr>
                <p:cNvPr id="58" name="Tinta 57">
                  <a:extLst>
                    <a:ext uri="{FF2B5EF4-FFF2-40B4-BE49-F238E27FC236}">
                      <a16:creationId xmlns:a16="http://schemas.microsoft.com/office/drawing/2014/main" id="{664A6C7D-76B1-BAF3-D095-59430ABF544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774204" y="5303588"/>
                  <a:ext cx="217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C6218AC4-7A42-8DDC-C7B1-0F3AD6C3604D}"/>
                    </a:ext>
                  </a:extLst>
                </p14:cNvPr>
                <p14:cNvContentPartPr/>
                <p14:nvPr/>
              </p14:nvContentPartPr>
              <p14:xfrm>
                <a:off x="2163724" y="5505548"/>
                <a:ext cx="169560" cy="1944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C6218AC4-7A42-8DDC-C7B1-0F3AD6C3604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157604" y="5499428"/>
                  <a:ext cx="181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199A6E89-01A1-3C44-FCA1-5916D314CFC9}"/>
                    </a:ext>
                  </a:extLst>
                </p14:cNvPr>
                <p14:cNvContentPartPr/>
                <p14:nvPr/>
              </p14:nvContentPartPr>
              <p14:xfrm>
                <a:off x="1985524" y="5583668"/>
                <a:ext cx="277560" cy="136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199A6E89-01A1-3C44-FCA1-5916D314CFC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979404" y="5577548"/>
                  <a:ext cx="289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61" name="Tinta 60">
                  <a:extLst>
                    <a:ext uri="{FF2B5EF4-FFF2-40B4-BE49-F238E27FC236}">
                      <a16:creationId xmlns:a16="http://schemas.microsoft.com/office/drawing/2014/main" id="{3B17A50A-94F9-0CBC-5114-C3172DF1E315}"/>
                    </a:ext>
                  </a:extLst>
                </p14:cNvPr>
                <p14:cNvContentPartPr/>
                <p14:nvPr/>
              </p14:nvContentPartPr>
              <p14:xfrm>
                <a:off x="2797324" y="5369468"/>
                <a:ext cx="196560" cy="193320"/>
              </p14:xfrm>
            </p:contentPart>
          </mc:Choice>
          <mc:Fallback>
            <p:pic>
              <p:nvPicPr>
                <p:cNvPr id="61" name="Tinta 60">
                  <a:extLst>
                    <a:ext uri="{FF2B5EF4-FFF2-40B4-BE49-F238E27FC236}">
                      <a16:creationId xmlns:a16="http://schemas.microsoft.com/office/drawing/2014/main" id="{3B17A50A-94F9-0CBC-5114-C3172DF1E315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791204" y="5363348"/>
                  <a:ext cx="20880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62" name="Tinta 61">
                  <a:extLst>
                    <a:ext uri="{FF2B5EF4-FFF2-40B4-BE49-F238E27FC236}">
                      <a16:creationId xmlns:a16="http://schemas.microsoft.com/office/drawing/2014/main" id="{41E13355-A381-08AF-CD70-77EF0EDDECBB}"/>
                    </a:ext>
                  </a:extLst>
                </p14:cNvPr>
                <p14:cNvContentPartPr/>
                <p14:nvPr/>
              </p14:nvContentPartPr>
              <p14:xfrm>
                <a:off x="2897044" y="5405468"/>
                <a:ext cx="289080" cy="181440"/>
              </p14:xfrm>
            </p:contentPart>
          </mc:Choice>
          <mc:Fallback>
            <p:pic>
              <p:nvPicPr>
                <p:cNvPr id="62" name="Tinta 61">
                  <a:extLst>
                    <a:ext uri="{FF2B5EF4-FFF2-40B4-BE49-F238E27FC236}">
                      <a16:creationId xmlns:a16="http://schemas.microsoft.com/office/drawing/2014/main" id="{41E13355-A381-08AF-CD70-77EF0EDDECB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890924" y="5399348"/>
                  <a:ext cx="30132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07B5ABAB-972E-7057-08D5-554C02111A9A}"/>
                    </a:ext>
                  </a:extLst>
                </p14:cNvPr>
                <p14:cNvContentPartPr/>
                <p14:nvPr/>
              </p14:nvContentPartPr>
              <p14:xfrm>
                <a:off x="3506164" y="5393948"/>
                <a:ext cx="449280" cy="950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07B5ABAB-972E-7057-08D5-554C02111A9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3500044" y="5387828"/>
                  <a:ext cx="4615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334D0C44-EDDF-6567-F2C3-AB254CC72158}"/>
                    </a:ext>
                  </a:extLst>
                </p14:cNvPr>
                <p14:cNvContentPartPr/>
                <p14:nvPr/>
              </p14:nvContentPartPr>
              <p14:xfrm>
                <a:off x="3762124" y="5458028"/>
                <a:ext cx="374760" cy="1332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334D0C44-EDDF-6567-F2C3-AB254CC7215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3756004" y="5451908"/>
                  <a:ext cx="3870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2387CB24-7A2F-0017-3D05-ADB7EBAC996D}"/>
                    </a:ext>
                  </a:extLst>
                </p14:cNvPr>
                <p14:cNvContentPartPr/>
                <p14:nvPr/>
              </p14:nvContentPartPr>
              <p14:xfrm>
                <a:off x="1092724" y="5139788"/>
                <a:ext cx="1381320" cy="58608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2387CB24-7A2F-0017-3D05-ADB7EBAC996D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086604" y="5133668"/>
                  <a:ext cx="1393560" cy="59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6E416097-E38E-D203-91EE-2AC786904BB1}"/>
                    </a:ext>
                  </a:extLst>
                </p14:cNvPr>
                <p14:cNvContentPartPr/>
                <p14:nvPr/>
              </p14:nvContentPartPr>
              <p14:xfrm>
                <a:off x="2654404" y="5168228"/>
                <a:ext cx="903600" cy="42372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6E416097-E38E-D203-91EE-2AC786904BB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648284" y="5162108"/>
                  <a:ext cx="91584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7FB6882A-FB88-7123-12C1-7FCFD9F5B535}"/>
                    </a:ext>
                  </a:extLst>
                </p14:cNvPr>
                <p14:cNvContentPartPr/>
                <p14:nvPr/>
              </p14:nvContentPartPr>
              <p14:xfrm>
                <a:off x="4672564" y="5456588"/>
                <a:ext cx="276120" cy="16128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7FB6882A-FB88-7123-12C1-7FCFD9F5B535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666444" y="5450468"/>
                  <a:ext cx="2883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69" name="Tinta 68">
                  <a:extLst>
                    <a:ext uri="{FF2B5EF4-FFF2-40B4-BE49-F238E27FC236}">
                      <a16:creationId xmlns:a16="http://schemas.microsoft.com/office/drawing/2014/main" id="{181251AB-09D6-8052-CD83-D092C6DF4E27}"/>
                    </a:ext>
                  </a:extLst>
                </p14:cNvPr>
                <p14:cNvContentPartPr/>
                <p14:nvPr/>
              </p14:nvContentPartPr>
              <p14:xfrm>
                <a:off x="5198164" y="5466308"/>
                <a:ext cx="304560" cy="9360"/>
              </p14:xfrm>
            </p:contentPart>
          </mc:Choice>
          <mc:Fallback>
            <p:pic>
              <p:nvPicPr>
                <p:cNvPr id="69" name="Tinta 68">
                  <a:extLst>
                    <a:ext uri="{FF2B5EF4-FFF2-40B4-BE49-F238E27FC236}">
                      <a16:creationId xmlns:a16="http://schemas.microsoft.com/office/drawing/2014/main" id="{181251AB-09D6-8052-CD83-D092C6DF4E2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192044" y="5460188"/>
                  <a:ext cx="316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26A13BFA-4A5A-C010-48ED-3E923C019AE4}"/>
                    </a:ext>
                  </a:extLst>
                </p14:cNvPr>
                <p14:cNvContentPartPr/>
                <p14:nvPr/>
              </p14:nvContentPartPr>
              <p14:xfrm>
                <a:off x="5180164" y="5543348"/>
                <a:ext cx="198360" cy="1584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26A13BFA-4A5A-C010-48ED-3E923C019AE4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174044" y="5537228"/>
                  <a:ext cx="210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1" name="Tinta 70">
                  <a:extLst>
                    <a:ext uri="{FF2B5EF4-FFF2-40B4-BE49-F238E27FC236}">
                      <a16:creationId xmlns:a16="http://schemas.microsoft.com/office/drawing/2014/main" id="{5855ADCD-AF92-A6C7-6CD7-70762EB22054}"/>
                    </a:ext>
                  </a:extLst>
                </p14:cNvPr>
                <p14:cNvContentPartPr/>
                <p14:nvPr/>
              </p14:nvContentPartPr>
              <p14:xfrm>
                <a:off x="5726644" y="5135108"/>
                <a:ext cx="856080" cy="452880"/>
              </p14:xfrm>
            </p:contentPart>
          </mc:Choice>
          <mc:Fallback>
            <p:pic>
              <p:nvPicPr>
                <p:cNvPr id="71" name="Tinta 70">
                  <a:extLst>
                    <a:ext uri="{FF2B5EF4-FFF2-40B4-BE49-F238E27FC236}">
                      <a16:creationId xmlns:a16="http://schemas.microsoft.com/office/drawing/2014/main" id="{5855ADCD-AF92-A6C7-6CD7-70762EB2205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20524" y="5128988"/>
                  <a:ext cx="86832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44D8B19F-2985-2ACF-116D-1B2A2ACD7476}"/>
                    </a:ext>
                  </a:extLst>
                </p14:cNvPr>
                <p14:cNvContentPartPr/>
                <p14:nvPr/>
              </p14:nvContentPartPr>
              <p14:xfrm>
                <a:off x="6091684" y="5412308"/>
                <a:ext cx="158040" cy="15264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44D8B19F-2985-2ACF-116D-1B2A2ACD747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085564" y="5406188"/>
                  <a:ext cx="1702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F2F20151-8285-1164-605F-EF56622DF111}"/>
                    </a:ext>
                  </a:extLst>
                </p14:cNvPr>
                <p14:cNvContentPartPr/>
                <p14:nvPr/>
              </p14:nvContentPartPr>
              <p14:xfrm>
                <a:off x="6252964" y="5407268"/>
                <a:ext cx="241560" cy="21024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F2F20151-8285-1164-605F-EF56622DF111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46844" y="5400788"/>
                  <a:ext cx="25380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BFDC5166-ADFB-49EE-A906-3B1BA7B2C17F}"/>
                    </a:ext>
                  </a:extLst>
                </p14:cNvPr>
                <p14:cNvContentPartPr/>
                <p14:nvPr/>
              </p14:nvContentPartPr>
              <p14:xfrm>
                <a:off x="6895564" y="5433548"/>
                <a:ext cx="186120" cy="2340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BFDC5166-ADFB-49EE-A906-3B1BA7B2C17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889444" y="5427428"/>
                  <a:ext cx="198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2" name="Tinta 81">
                  <a:extLst>
                    <a:ext uri="{FF2B5EF4-FFF2-40B4-BE49-F238E27FC236}">
                      <a16:creationId xmlns:a16="http://schemas.microsoft.com/office/drawing/2014/main" id="{ED64152F-8C67-B9DD-BC31-CC5BCAFFEBCD}"/>
                    </a:ext>
                  </a:extLst>
                </p14:cNvPr>
                <p14:cNvContentPartPr/>
                <p14:nvPr/>
              </p14:nvContentPartPr>
              <p14:xfrm>
                <a:off x="6823564" y="5545868"/>
                <a:ext cx="259560" cy="360"/>
              </p14:xfrm>
            </p:contentPart>
          </mc:Choice>
          <mc:Fallback>
            <p:pic>
              <p:nvPicPr>
                <p:cNvPr id="82" name="Tinta 81">
                  <a:extLst>
                    <a:ext uri="{FF2B5EF4-FFF2-40B4-BE49-F238E27FC236}">
                      <a16:creationId xmlns:a16="http://schemas.microsoft.com/office/drawing/2014/main" id="{ED64152F-8C67-B9DD-BC31-CC5BCAFFEBC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817444" y="5539748"/>
                  <a:ext cx="2718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6" name="Tinta 85">
                  <a:extLst>
                    <a:ext uri="{FF2B5EF4-FFF2-40B4-BE49-F238E27FC236}">
                      <a16:creationId xmlns:a16="http://schemas.microsoft.com/office/drawing/2014/main" id="{CD6DB39C-E464-06AB-EE04-8DE90220A2D8}"/>
                    </a:ext>
                  </a:extLst>
                </p14:cNvPr>
                <p14:cNvContentPartPr/>
                <p14:nvPr/>
              </p14:nvContentPartPr>
              <p14:xfrm>
                <a:off x="4466284" y="4833068"/>
                <a:ext cx="3224160" cy="1062360"/>
              </p14:xfrm>
            </p:contentPart>
          </mc:Choice>
          <mc:Fallback>
            <p:pic>
              <p:nvPicPr>
                <p:cNvPr id="86" name="Tinta 85">
                  <a:extLst>
                    <a:ext uri="{FF2B5EF4-FFF2-40B4-BE49-F238E27FC236}">
                      <a16:creationId xmlns:a16="http://schemas.microsoft.com/office/drawing/2014/main" id="{CD6DB39C-E464-06AB-EE04-8DE90220A2D8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4460164" y="4826948"/>
                  <a:ext cx="3236400" cy="107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885C930F-139C-5262-34CC-562DFAF4DBF3}"/>
              </a:ext>
            </a:extLst>
          </p:cNvPr>
          <p:cNvGrpSpPr/>
          <p:nvPr/>
        </p:nvGrpSpPr>
        <p:grpSpPr>
          <a:xfrm>
            <a:off x="8216764" y="2133068"/>
            <a:ext cx="956160" cy="240840"/>
            <a:chOff x="8216764" y="2133068"/>
            <a:chExt cx="95616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5BE9B312-DCBB-ADD4-AF67-53A66BC807D8}"/>
                    </a:ext>
                  </a:extLst>
                </p14:cNvPr>
                <p14:cNvContentPartPr/>
                <p14:nvPr/>
              </p14:nvContentPartPr>
              <p14:xfrm>
                <a:off x="8216764" y="2133068"/>
                <a:ext cx="295560" cy="18000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5BE9B312-DCBB-ADD4-AF67-53A66BC807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210644" y="2126948"/>
                  <a:ext cx="30780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9" name="Tinta 88">
                  <a:extLst>
                    <a:ext uri="{FF2B5EF4-FFF2-40B4-BE49-F238E27FC236}">
                      <a16:creationId xmlns:a16="http://schemas.microsoft.com/office/drawing/2014/main" id="{B432F6C1-938E-4D5A-4964-DAC6BD4EEB16}"/>
                    </a:ext>
                  </a:extLst>
                </p14:cNvPr>
                <p14:cNvContentPartPr/>
                <p14:nvPr/>
              </p14:nvContentPartPr>
              <p14:xfrm>
                <a:off x="8295964" y="2218388"/>
                <a:ext cx="171360" cy="22680"/>
              </p14:xfrm>
            </p:contentPart>
          </mc:Choice>
          <mc:Fallback>
            <p:pic>
              <p:nvPicPr>
                <p:cNvPr id="89" name="Tinta 88">
                  <a:extLst>
                    <a:ext uri="{FF2B5EF4-FFF2-40B4-BE49-F238E27FC236}">
                      <a16:creationId xmlns:a16="http://schemas.microsoft.com/office/drawing/2014/main" id="{B432F6C1-938E-4D5A-4964-DAC6BD4EEB16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289844" y="2212268"/>
                  <a:ext cx="1836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90" name="Tinta 89">
                  <a:extLst>
                    <a:ext uri="{FF2B5EF4-FFF2-40B4-BE49-F238E27FC236}">
                      <a16:creationId xmlns:a16="http://schemas.microsoft.com/office/drawing/2014/main" id="{DEA4EBB7-2011-530F-61EA-BC90A4F5885F}"/>
                    </a:ext>
                  </a:extLst>
                </p14:cNvPr>
                <p14:cNvContentPartPr/>
                <p14:nvPr/>
              </p14:nvContentPartPr>
              <p14:xfrm>
                <a:off x="8592604" y="2284628"/>
                <a:ext cx="213120" cy="89280"/>
              </p14:xfrm>
            </p:contentPart>
          </mc:Choice>
          <mc:Fallback>
            <p:pic>
              <p:nvPicPr>
                <p:cNvPr id="90" name="Tinta 89">
                  <a:extLst>
                    <a:ext uri="{FF2B5EF4-FFF2-40B4-BE49-F238E27FC236}">
                      <a16:creationId xmlns:a16="http://schemas.microsoft.com/office/drawing/2014/main" id="{DEA4EBB7-2011-530F-61EA-BC90A4F588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586484" y="2278508"/>
                  <a:ext cx="225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91" name="Tinta 90">
                  <a:extLst>
                    <a:ext uri="{FF2B5EF4-FFF2-40B4-BE49-F238E27FC236}">
                      <a16:creationId xmlns:a16="http://schemas.microsoft.com/office/drawing/2014/main" id="{48E3AD3B-CDE0-D6DC-5453-4FC2BD87095F}"/>
                    </a:ext>
                  </a:extLst>
                </p14:cNvPr>
                <p14:cNvContentPartPr/>
                <p14:nvPr/>
              </p14:nvContentPartPr>
              <p14:xfrm>
                <a:off x="9073564" y="2250428"/>
                <a:ext cx="99360" cy="9720"/>
              </p14:xfrm>
            </p:contentPart>
          </mc:Choice>
          <mc:Fallback>
            <p:pic>
              <p:nvPicPr>
                <p:cNvPr id="91" name="Tinta 90">
                  <a:extLst>
                    <a:ext uri="{FF2B5EF4-FFF2-40B4-BE49-F238E27FC236}">
                      <a16:creationId xmlns:a16="http://schemas.microsoft.com/office/drawing/2014/main" id="{48E3AD3B-CDE0-D6DC-5453-4FC2BD87095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9067444" y="2244308"/>
                  <a:ext cx="1116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2" name="Tinta 91">
                  <a:extLst>
                    <a:ext uri="{FF2B5EF4-FFF2-40B4-BE49-F238E27FC236}">
                      <a16:creationId xmlns:a16="http://schemas.microsoft.com/office/drawing/2014/main" id="{AD192062-853D-557A-F4FB-59EBF7E87443}"/>
                    </a:ext>
                  </a:extLst>
                </p14:cNvPr>
                <p14:cNvContentPartPr/>
                <p14:nvPr/>
              </p14:nvContentPartPr>
              <p14:xfrm>
                <a:off x="8859364" y="2299748"/>
                <a:ext cx="250560" cy="57240"/>
              </p14:xfrm>
            </p:contentPart>
          </mc:Choice>
          <mc:Fallback>
            <p:pic>
              <p:nvPicPr>
                <p:cNvPr id="92" name="Tinta 91">
                  <a:extLst>
                    <a:ext uri="{FF2B5EF4-FFF2-40B4-BE49-F238E27FC236}">
                      <a16:creationId xmlns:a16="http://schemas.microsoft.com/office/drawing/2014/main" id="{AD192062-853D-557A-F4FB-59EBF7E87443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853244" y="2293628"/>
                  <a:ext cx="26280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Agrupar 99">
            <a:extLst>
              <a:ext uri="{FF2B5EF4-FFF2-40B4-BE49-F238E27FC236}">
                <a16:creationId xmlns:a16="http://schemas.microsoft.com/office/drawing/2014/main" id="{6D7198CA-8B7E-8978-6038-4BF262870E3F}"/>
              </a:ext>
            </a:extLst>
          </p:cNvPr>
          <p:cNvGrpSpPr/>
          <p:nvPr/>
        </p:nvGrpSpPr>
        <p:grpSpPr>
          <a:xfrm>
            <a:off x="9494404" y="2089508"/>
            <a:ext cx="1437120" cy="349200"/>
            <a:chOff x="9494404" y="2089508"/>
            <a:chExt cx="1437120" cy="349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4" name="Tinta 93">
                  <a:extLst>
                    <a:ext uri="{FF2B5EF4-FFF2-40B4-BE49-F238E27FC236}">
                      <a16:creationId xmlns:a16="http://schemas.microsoft.com/office/drawing/2014/main" id="{7E3695E9-6360-43F9-47E5-A61A9460B6E6}"/>
                    </a:ext>
                  </a:extLst>
                </p14:cNvPr>
                <p14:cNvContentPartPr/>
                <p14:nvPr/>
              </p14:nvContentPartPr>
              <p14:xfrm>
                <a:off x="9494404" y="2170868"/>
                <a:ext cx="292680" cy="174240"/>
              </p14:xfrm>
            </p:contentPart>
          </mc:Choice>
          <mc:Fallback>
            <p:pic>
              <p:nvPicPr>
                <p:cNvPr id="94" name="Tinta 93">
                  <a:extLst>
                    <a:ext uri="{FF2B5EF4-FFF2-40B4-BE49-F238E27FC236}">
                      <a16:creationId xmlns:a16="http://schemas.microsoft.com/office/drawing/2014/main" id="{7E3695E9-6360-43F9-47E5-A61A9460B6E6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9488284" y="2164748"/>
                  <a:ext cx="304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5" name="Tinta 94">
                  <a:extLst>
                    <a:ext uri="{FF2B5EF4-FFF2-40B4-BE49-F238E27FC236}">
                      <a16:creationId xmlns:a16="http://schemas.microsoft.com/office/drawing/2014/main" id="{75612D37-67D9-A053-0326-489402429CB3}"/>
                    </a:ext>
                  </a:extLst>
                </p14:cNvPr>
                <p14:cNvContentPartPr/>
                <p14:nvPr/>
              </p14:nvContentPartPr>
              <p14:xfrm>
                <a:off x="9966364" y="2246468"/>
                <a:ext cx="187560" cy="17640"/>
              </p14:xfrm>
            </p:contentPart>
          </mc:Choice>
          <mc:Fallback>
            <p:pic>
              <p:nvPicPr>
                <p:cNvPr id="95" name="Tinta 94">
                  <a:extLst>
                    <a:ext uri="{FF2B5EF4-FFF2-40B4-BE49-F238E27FC236}">
                      <a16:creationId xmlns:a16="http://schemas.microsoft.com/office/drawing/2014/main" id="{75612D37-67D9-A053-0326-489402429CB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960244" y="2240348"/>
                  <a:ext cx="19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6" name="Tinta 95">
                  <a:extLst>
                    <a:ext uri="{FF2B5EF4-FFF2-40B4-BE49-F238E27FC236}">
                      <a16:creationId xmlns:a16="http://schemas.microsoft.com/office/drawing/2014/main" id="{80FF9B61-B1ED-D831-FA02-2EF2B24B2775}"/>
                    </a:ext>
                  </a:extLst>
                </p14:cNvPr>
                <p14:cNvContentPartPr/>
                <p14:nvPr/>
              </p14:nvContentPartPr>
              <p14:xfrm>
                <a:off x="9903364" y="2295788"/>
                <a:ext cx="72360" cy="88200"/>
              </p14:xfrm>
            </p:contentPart>
          </mc:Choice>
          <mc:Fallback>
            <p:pic>
              <p:nvPicPr>
                <p:cNvPr id="96" name="Tinta 95">
                  <a:extLst>
                    <a:ext uri="{FF2B5EF4-FFF2-40B4-BE49-F238E27FC236}">
                      <a16:creationId xmlns:a16="http://schemas.microsoft.com/office/drawing/2014/main" id="{80FF9B61-B1ED-D831-FA02-2EF2B24B2775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897244" y="2289668"/>
                  <a:ext cx="84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7" name="Tinta 96">
                  <a:extLst>
                    <a:ext uri="{FF2B5EF4-FFF2-40B4-BE49-F238E27FC236}">
                      <a16:creationId xmlns:a16="http://schemas.microsoft.com/office/drawing/2014/main" id="{1A14F74A-2AA4-AF3D-AC51-DE2F70ECD094}"/>
                    </a:ext>
                  </a:extLst>
                </p14:cNvPr>
                <p14:cNvContentPartPr/>
                <p14:nvPr/>
              </p14:nvContentPartPr>
              <p14:xfrm>
                <a:off x="10029364" y="2286428"/>
                <a:ext cx="36360" cy="93240"/>
              </p14:xfrm>
            </p:contentPart>
          </mc:Choice>
          <mc:Fallback>
            <p:pic>
              <p:nvPicPr>
                <p:cNvPr id="97" name="Tinta 96">
                  <a:extLst>
                    <a:ext uri="{FF2B5EF4-FFF2-40B4-BE49-F238E27FC236}">
                      <a16:creationId xmlns:a16="http://schemas.microsoft.com/office/drawing/2014/main" id="{1A14F74A-2AA4-AF3D-AC51-DE2F70ECD09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023244" y="2280308"/>
                  <a:ext cx="486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8" name="Tinta 97">
                  <a:extLst>
                    <a:ext uri="{FF2B5EF4-FFF2-40B4-BE49-F238E27FC236}">
                      <a16:creationId xmlns:a16="http://schemas.microsoft.com/office/drawing/2014/main" id="{C8018E6D-EB21-2D31-0F76-801C880DD422}"/>
                    </a:ext>
                  </a:extLst>
                </p14:cNvPr>
                <p14:cNvContentPartPr/>
                <p14:nvPr/>
              </p14:nvContentPartPr>
              <p14:xfrm>
                <a:off x="10279564" y="2288228"/>
                <a:ext cx="347760" cy="150480"/>
              </p14:xfrm>
            </p:contentPart>
          </mc:Choice>
          <mc:Fallback>
            <p:pic>
              <p:nvPicPr>
                <p:cNvPr id="98" name="Tinta 97">
                  <a:extLst>
                    <a:ext uri="{FF2B5EF4-FFF2-40B4-BE49-F238E27FC236}">
                      <a16:creationId xmlns:a16="http://schemas.microsoft.com/office/drawing/2014/main" id="{C8018E6D-EB21-2D31-0F76-801C880DD42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273444" y="2282108"/>
                  <a:ext cx="36000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9" name="Tinta 98">
                  <a:extLst>
                    <a:ext uri="{FF2B5EF4-FFF2-40B4-BE49-F238E27FC236}">
                      <a16:creationId xmlns:a16="http://schemas.microsoft.com/office/drawing/2014/main" id="{7F93C367-C3F3-D2BD-E0A9-4A02345080DC}"/>
                    </a:ext>
                  </a:extLst>
                </p14:cNvPr>
                <p14:cNvContentPartPr/>
                <p14:nvPr/>
              </p14:nvContentPartPr>
              <p14:xfrm>
                <a:off x="10707964" y="2089508"/>
                <a:ext cx="223560" cy="93240"/>
              </p14:xfrm>
            </p:contentPart>
          </mc:Choice>
          <mc:Fallback>
            <p:pic>
              <p:nvPicPr>
                <p:cNvPr id="99" name="Tinta 98">
                  <a:extLst>
                    <a:ext uri="{FF2B5EF4-FFF2-40B4-BE49-F238E27FC236}">
                      <a16:creationId xmlns:a16="http://schemas.microsoft.com/office/drawing/2014/main" id="{7F93C367-C3F3-D2BD-E0A9-4A02345080D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01844" y="2083388"/>
                  <a:ext cx="235800" cy="10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id="{D2BCA001-B1AE-899A-1930-3DAF2855982B}"/>
              </a:ext>
            </a:extLst>
          </p:cNvPr>
          <p:cNvGrpSpPr/>
          <p:nvPr/>
        </p:nvGrpSpPr>
        <p:grpSpPr>
          <a:xfrm>
            <a:off x="8358964" y="2759108"/>
            <a:ext cx="1028160" cy="231480"/>
            <a:chOff x="8358964" y="2759108"/>
            <a:chExt cx="1028160" cy="231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9B738983-8341-3BE1-3126-D61B02282E7B}"/>
                    </a:ext>
                  </a:extLst>
                </p14:cNvPr>
                <p14:cNvContentPartPr/>
                <p14:nvPr/>
              </p14:nvContentPartPr>
              <p14:xfrm>
                <a:off x="8358964" y="2759108"/>
                <a:ext cx="274680" cy="20160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9B738983-8341-3BE1-3126-D61B02282E7B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352844" y="2752988"/>
                  <a:ext cx="28692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2" name="Tinta 101">
                  <a:extLst>
                    <a:ext uri="{FF2B5EF4-FFF2-40B4-BE49-F238E27FC236}">
                      <a16:creationId xmlns:a16="http://schemas.microsoft.com/office/drawing/2014/main" id="{67314E2E-9183-824B-A8CE-30EA76EB22B5}"/>
                    </a:ext>
                  </a:extLst>
                </p14:cNvPr>
                <p14:cNvContentPartPr/>
                <p14:nvPr/>
              </p14:nvContentPartPr>
              <p14:xfrm>
                <a:off x="8430964" y="2808068"/>
                <a:ext cx="320760" cy="34920"/>
              </p14:xfrm>
            </p:contentPart>
          </mc:Choice>
          <mc:Fallback>
            <p:pic>
              <p:nvPicPr>
                <p:cNvPr id="102" name="Tinta 101">
                  <a:extLst>
                    <a:ext uri="{FF2B5EF4-FFF2-40B4-BE49-F238E27FC236}">
                      <a16:creationId xmlns:a16="http://schemas.microsoft.com/office/drawing/2014/main" id="{67314E2E-9183-824B-A8CE-30EA76EB22B5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424844" y="2801948"/>
                  <a:ext cx="333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E5005F81-0935-0E22-58DA-56B2FEB9D60B}"/>
                    </a:ext>
                  </a:extLst>
                </p14:cNvPr>
                <p14:cNvContentPartPr/>
                <p14:nvPr/>
              </p14:nvContentPartPr>
              <p14:xfrm>
                <a:off x="8636164" y="2877908"/>
                <a:ext cx="304560" cy="11268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E5005F81-0935-0E22-58DA-56B2FEB9D60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630044" y="2871788"/>
                  <a:ext cx="31680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C38A8016-97C5-AD7E-EBC4-32B94976A6FC}"/>
                    </a:ext>
                  </a:extLst>
                </p14:cNvPr>
                <p14:cNvContentPartPr/>
                <p14:nvPr/>
              </p14:nvContentPartPr>
              <p14:xfrm>
                <a:off x="9215764" y="2862788"/>
                <a:ext cx="135360" cy="828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C38A8016-97C5-AD7E-EBC4-32B94976A6F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209644" y="2856668"/>
                  <a:ext cx="147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8EC44296-0CEE-7DBD-EE96-6D73621416B4}"/>
                    </a:ext>
                  </a:extLst>
                </p14:cNvPr>
                <p14:cNvContentPartPr/>
                <p14:nvPr/>
              </p14:nvContentPartPr>
              <p14:xfrm>
                <a:off x="9127564" y="2906348"/>
                <a:ext cx="259560" cy="4608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8EC44296-0CEE-7DBD-EE96-6D73621416B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121444" y="2900228"/>
                  <a:ext cx="27180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Agrupar 113">
            <a:extLst>
              <a:ext uri="{FF2B5EF4-FFF2-40B4-BE49-F238E27FC236}">
                <a16:creationId xmlns:a16="http://schemas.microsoft.com/office/drawing/2014/main" id="{166A6F41-A256-C635-C9CA-AA482E6D126F}"/>
              </a:ext>
            </a:extLst>
          </p:cNvPr>
          <p:cNvGrpSpPr/>
          <p:nvPr/>
        </p:nvGrpSpPr>
        <p:grpSpPr>
          <a:xfrm>
            <a:off x="9706804" y="2683508"/>
            <a:ext cx="1589760" cy="308520"/>
            <a:chOff x="9706804" y="2683508"/>
            <a:chExt cx="1589760" cy="308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FE0805EE-54CE-26B2-945C-687ADFF52C6C}"/>
                    </a:ext>
                  </a:extLst>
                </p14:cNvPr>
                <p14:cNvContentPartPr/>
                <p14:nvPr/>
              </p14:nvContentPartPr>
              <p14:xfrm>
                <a:off x="9706804" y="2771708"/>
                <a:ext cx="331920" cy="18576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FE0805EE-54CE-26B2-945C-687ADFF52C6C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700684" y="2765588"/>
                  <a:ext cx="344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D9F5E33D-563B-569D-1EFE-931FE075F0AE}"/>
                    </a:ext>
                  </a:extLst>
                </p14:cNvPr>
                <p14:cNvContentPartPr/>
                <p14:nvPr/>
              </p14:nvContentPartPr>
              <p14:xfrm>
                <a:off x="10126564" y="2848028"/>
                <a:ext cx="268560" cy="4572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D9F5E33D-563B-569D-1EFE-931FE075F0AE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120444" y="2841908"/>
                  <a:ext cx="2808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5F6535E3-8F91-A0CF-F324-65FDAC9E723D}"/>
                    </a:ext>
                  </a:extLst>
                </p14:cNvPr>
                <p14:cNvContentPartPr/>
                <p14:nvPr/>
              </p14:nvContentPartPr>
              <p14:xfrm>
                <a:off x="10135564" y="2884028"/>
                <a:ext cx="72360" cy="9720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5F6535E3-8F91-A0CF-F324-65FDAC9E723D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129444" y="2877908"/>
                  <a:ext cx="846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82118281-427E-723F-6F27-FBED37EE31D7}"/>
                    </a:ext>
                  </a:extLst>
                </p14:cNvPr>
                <p14:cNvContentPartPr/>
                <p14:nvPr/>
              </p14:nvContentPartPr>
              <p14:xfrm>
                <a:off x="10331764" y="2880068"/>
                <a:ext cx="54360" cy="11196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82118281-427E-723F-6F27-FBED37EE31D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325644" y="2873948"/>
                  <a:ext cx="66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12" name="Tinta 111">
                  <a:extLst>
                    <a:ext uri="{FF2B5EF4-FFF2-40B4-BE49-F238E27FC236}">
                      <a16:creationId xmlns:a16="http://schemas.microsoft.com/office/drawing/2014/main" id="{03BF0CD7-9CBC-FFEC-8EF9-B5D165916556}"/>
                    </a:ext>
                  </a:extLst>
                </p14:cNvPr>
                <p14:cNvContentPartPr/>
                <p14:nvPr/>
              </p14:nvContentPartPr>
              <p14:xfrm>
                <a:off x="10527964" y="2683508"/>
                <a:ext cx="385560" cy="195120"/>
              </p14:xfrm>
            </p:contentPart>
          </mc:Choice>
          <mc:Fallback>
            <p:pic>
              <p:nvPicPr>
                <p:cNvPr id="112" name="Tinta 111">
                  <a:extLst>
                    <a:ext uri="{FF2B5EF4-FFF2-40B4-BE49-F238E27FC236}">
                      <a16:creationId xmlns:a16="http://schemas.microsoft.com/office/drawing/2014/main" id="{03BF0CD7-9CBC-FFEC-8EF9-B5D165916556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0521844" y="2677388"/>
                  <a:ext cx="397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9F34EF4E-31CE-02D7-5B87-5BEE22F35612}"/>
                    </a:ext>
                  </a:extLst>
                </p14:cNvPr>
                <p14:cNvContentPartPr/>
                <p14:nvPr/>
              </p14:nvContentPartPr>
              <p14:xfrm>
                <a:off x="11010004" y="2725628"/>
                <a:ext cx="286560" cy="14364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9F34EF4E-31CE-02D7-5B87-5BEE22F35612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003884" y="2719508"/>
                  <a:ext cx="29880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Agrupar 119">
            <a:extLst>
              <a:ext uri="{FF2B5EF4-FFF2-40B4-BE49-F238E27FC236}">
                <a16:creationId xmlns:a16="http://schemas.microsoft.com/office/drawing/2014/main" id="{77C64672-C6A3-AB1A-DBDB-80EFBF59867D}"/>
              </a:ext>
            </a:extLst>
          </p:cNvPr>
          <p:cNvGrpSpPr/>
          <p:nvPr/>
        </p:nvGrpSpPr>
        <p:grpSpPr>
          <a:xfrm>
            <a:off x="8493964" y="3237188"/>
            <a:ext cx="1080360" cy="203040"/>
            <a:chOff x="8493964" y="3237188"/>
            <a:chExt cx="1080360" cy="20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D5056BA6-AA55-33A7-A42E-DB94C65FD94F}"/>
                    </a:ext>
                  </a:extLst>
                </p14:cNvPr>
                <p14:cNvContentPartPr/>
                <p14:nvPr/>
              </p14:nvContentPartPr>
              <p14:xfrm>
                <a:off x="8493964" y="3237188"/>
                <a:ext cx="293400" cy="19836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D5056BA6-AA55-33A7-A42E-DB94C65FD94F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87844" y="3231068"/>
                  <a:ext cx="30564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16" name="Tinta 115">
                  <a:extLst>
                    <a:ext uri="{FF2B5EF4-FFF2-40B4-BE49-F238E27FC236}">
                      <a16:creationId xmlns:a16="http://schemas.microsoft.com/office/drawing/2014/main" id="{76329FF9-E650-8374-B7ED-02D13672E0C8}"/>
                    </a:ext>
                  </a:extLst>
                </p14:cNvPr>
                <p14:cNvContentPartPr/>
                <p14:nvPr/>
              </p14:nvContentPartPr>
              <p14:xfrm>
                <a:off x="8600164" y="3299468"/>
                <a:ext cx="169560" cy="23400"/>
              </p14:xfrm>
            </p:contentPart>
          </mc:Choice>
          <mc:Fallback>
            <p:pic>
              <p:nvPicPr>
                <p:cNvPr id="116" name="Tinta 115">
                  <a:extLst>
                    <a:ext uri="{FF2B5EF4-FFF2-40B4-BE49-F238E27FC236}">
                      <a16:creationId xmlns:a16="http://schemas.microsoft.com/office/drawing/2014/main" id="{76329FF9-E650-8374-B7ED-02D13672E0C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594044" y="3293348"/>
                  <a:ext cx="181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F8538B84-9EC6-54A5-3564-033D68E5665C}"/>
                    </a:ext>
                  </a:extLst>
                </p14:cNvPr>
                <p14:cNvContentPartPr/>
                <p14:nvPr/>
              </p14:nvContentPartPr>
              <p14:xfrm>
                <a:off x="8904364" y="3312068"/>
                <a:ext cx="214560" cy="856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F8538B84-9EC6-54A5-3564-033D68E5665C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898244" y="3305948"/>
                  <a:ext cx="226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668ACC8A-AA1B-4743-5FBC-EBC8E755BC2D}"/>
                    </a:ext>
                  </a:extLst>
                </p14:cNvPr>
                <p14:cNvContentPartPr/>
                <p14:nvPr/>
              </p14:nvContentPartPr>
              <p14:xfrm>
                <a:off x="9420964" y="3339068"/>
                <a:ext cx="153360" cy="612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668ACC8A-AA1B-4743-5FBC-EBC8E755BC2D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414844" y="3332948"/>
                  <a:ext cx="165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FBDBEECF-A415-DA2C-A336-A5AB7F0653B9}"/>
                    </a:ext>
                  </a:extLst>
                </p14:cNvPr>
                <p14:cNvContentPartPr/>
                <p14:nvPr/>
              </p14:nvContentPartPr>
              <p14:xfrm>
                <a:off x="9242764" y="3394148"/>
                <a:ext cx="144360" cy="4608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FBDBEECF-A415-DA2C-A336-A5AB7F0653B9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9236644" y="3388028"/>
                  <a:ext cx="156600" cy="58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5">
            <p14:nvContentPartPr>
              <p14:cNvPr id="126" name="Tinta 125">
                <a:extLst>
                  <a:ext uri="{FF2B5EF4-FFF2-40B4-BE49-F238E27FC236}">
                    <a16:creationId xmlns:a16="http://schemas.microsoft.com/office/drawing/2014/main" id="{4A46ED4F-E4FB-FE8D-C48E-3DD09D9EA9CE}"/>
                  </a:ext>
                </a:extLst>
              </p14:cNvPr>
              <p14:cNvContentPartPr/>
              <p14:nvPr/>
            </p14:nvContentPartPr>
            <p14:xfrm>
              <a:off x="8376964" y="4346348"/>
              <a:ext cx="81720" cy="36360"/>
            </p14:xfrm>
          </p:contentPart>
        </mc:Choice>
        <mc:Fallback>
          <p:pic>
            <p:nvPicPr>
              <p:cNvPr id="126" name="Tinta 125">
                <a:extLst>
                  <a:ext uri="{FF2B5EF4-FFF2-40B4-BE49-F238E27FC236}">
                    <a16:creationId xmlns:a16="http://schemas.microsoft.com/office/drawing/2014/main" id="{4A46ED4F-E4FB-FE8D-C48E-3DD09D9EA9CE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8370844" y="4340228"/>
                <a:ext cx="9396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7">
            <p14:nvContentPartPr>
              <p14:cNvPr id="127" name="Tinta 126">
                <a:extLst>
                  <a:ext uri="{FF2B5EF4-FFF2-40B4-BE49-F238E27FC236}">
                    <a16:creationId xmlns:a16="http://schemas.microsoft.com/office/drawing/2014/main" id="{FAD66762-084A-4DF4-A007-A74347B51D70}"/>
                  </a:ext>
                </a:extLst>
              </p14:cNvPr>
              <p14:cNvContentPartPr/>
              <p14:nvPr/>
            </p14:nvContentPartPr>
            <p14:xfrm>
              <a:off x="4931404" y="2709788"/>
              <a:ext cx="487440" cy="322560"/>
            </p14:xfrm>
          </p:contentPart>
        </mc:Choice>
        <mc:Fallback>
          <p:pic>
            <p:nvPicPr>
              <p:cNvPr id="127" name="Tinta 126">
                <a:extLst>
                  <a:ext uri="{FF2B5EF4-FFF2-40B4-BE49-F238E27FC236}">
                    <a16:creationId xmlns:a16="http://schemas.microsoft.com/office/drawing/2014/main" id="{FAD66762-084A-4DF4-A007-A74347B51D7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925284" y="2703668"/>
                <a:ext cx="499680" cy="33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9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EDEE8F64-C0D7-AFA5-23A5-897D45A67659}"/>
                  </a:ext>
                </a:extLst>
              </p14:cNvPr>
              <p14:cNvContentPartPr/>
              <p14:nvPr/>
            </p14:nvContentPartPr>
            <p14:xfrm>
              <a:off x="4983964" y="3014708"/>
              <a:ext cx="81360" cy="13320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EDEE8F64-C0D7-AFA5-23A5-897D45A67659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977844" y="3008588"/>
                <a:ext cx="9360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BB4FB2FE-6043-5A5E-EC53-2B8F6ABB69AB}"/>
              </a:ext>
            </a:extLst>
          </p:cNvPr>
          <p:cNvGrpSpPr/>
          <p:nvPr/>
        </p:nvGrpSpPr>
        <p:grpSpPr>
          <a:xfrm>
            <a:off x="10089844" y="3155828"/>
            <a:ext cx="1225440" cy="384480"/>
            <a:chOff x="10089844" y="3155828"/>
            <a:chExt cx="1225440" cy="384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21" name="Tinta 120">
                  <a:extLst>
                    <a:ext uri="{FF2B5EF4-FFF2-40B4-BE49-F238E27FC236}">
                      <a16:creationId xmlns:a16="http://schemas.microsoft.com/office/drawing/2014/main" id="{1F73F2E9-FD49-C21A-6DBC-A4B6D48C7102}"/>
                    </a:ext>
                  </a:extLst>
                </p14:cNvPr>
                <p14:cNvContentPartPr/>
                <p14:nvPr/>
              </p14:nvContentPartPr>
              <p14:xfrm>
                <a:off x="10099564" y="3237188"/>
                <a:ext cx="277560" cy="182160"/>
              </p14:xfrm>
            </p:contentPart>
          </mc:Choice>
          <mc:Fallback>
            <p:pic>
              <p:nvPicPr>
                <p:cNvPr id="121" name="Tinta 120">
                  <a:extLst>
                    <a:ext uri="{FF2B5EF4-FFF2-40B4-BE49-F238E27FC236}">
                      <a16:creationId xmlns:a16="http://schemas.microsoft.com/office/drawing/2014/main" id="{1F73F2E9-FD49-C21A-6DBC-A4B6D48C7102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0093444" y="3231068"/>
                  <a:ext cx="2898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CB3AB55-B4CA-430B-EE9E-21BD1AD7E7B9}"/>
                    </a:ext>
                  </a:extLst>
                </p14:cNvPr>
                <p14:cNvContentPartPr/>
                <p14:nvPr/>
              </p14:nvContentPartPr>
              <p14:xfrm>
                <a:off x="10305484" y="3217388"/>
                <a:ext cx="345600" cy="1555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CB3AB55-B4CA-430B-EE9E-21BD1AD7E7B9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0299364" y="3211268"/>
                  <a:ext cx="3578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1C8CEBDB-16EC-C724-B6AA-EE9273A807E9}"/>
                    </a:ext>
                  </a:extLst>
                </p14:cNvPr>
                <p14:cNvContentPartPr/>
                <p14:nvPr/>
              </p14:nvContentPartPr>
              <p14:xfrm>
                <a:off x="10661884" y="3250148"/>
                <a:ext cx="234360" cy="11340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1C8CEBDB-16EC-C724-B6AA-EE9273A807E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0655764" y="3244028"/>
                  <a:ext cx="2466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24" name="Tinta 123">
                  <a:extLst>
                    <a:ext uri="{FF2B5EF4-FFF2-40B4-BE49-F238E27FC236}">
                      <a16:creationId xmlns:a16="http://schemas.microsoft.com/office/drawing/2014/main" id="{132AB355-F873-6D03-A0E2-4173E56E3375}"/>
                    </a:ext>
                  </a:extLst>
                </p14:cNvPr>
                <p14:cNvContentPartPr/>
                <p14:nvPr/>
              </p14:nvContentPartPr>
              <p14:xfrm>
                <a:off x="10931164" y="3295868"/>
                <a:ext cx="259560" cy="115920"/>
              </p14:xfrm>
            </p:contentPart>
          </mc:Choice>
          <mc:Fallback>
            <p:pic>
              <p:nvPicPr>
                <p:cNvPr id="124" name="Tinta 123">
                  <a:extLst>
                    <a:ext uri="{FF2B5EF4-FFF2-40B4-BE49-F238E27FC236}">
                      <a16:creationId xmlns:a16="http://schemas.microsoft.com/office/drawing/2014/main" id="{132AB355-F873-6D03-A0E2-4173E56E337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925044" y="3289748"/>
                  <a:ext cx="2718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1" name="Tinta 160">
                  <a:extLst>
                    <a:ext uri="{FF2B5EF4-FFF2-40B4-BE49-F238E27FC236}">
                      <a16:creationId xmlns:a16="http://schemas.microsoft.com/office/drawing/2014/main" id="{0E2A16DA-9600-158F-62FF-9D641755BDA6}"/>
                    </a:ext>
                  </a:extLst>
                </p14:cNvPr>
                <p14:cNvContentPartPr/>
                <p14:nvPr/>
              </p14:nvContentPartPr>
              <p14:xfrm>
                <a:off x="10089844" y="3155828"/>
                <a:ext cx="1225440" cy="384480"/>
              </p14:xfrm>
            </p:contentPart>
          </mc:Choice>
          <mc:Fallback>
            <p:pic>
              <p:nvPicPr>
                <p:cNvPr id="161" name="Tinta 160">
                  <a:extLst>
                    <a:ext uri="{FF2B5EF4-FFF2-40B4-BE49-F238E27FC236}">
                      <a16:creationId xmlns:a16="http://schemas.microsoft.com/office/drawing/2014/main" id="{0E2A16DA-9600-158F-62FF-9D641755BDA6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083724" y="3149708"/>
                  <a:ext cx="1237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DFD16266-8BD8-93E2-5C3C-61B7B226B3D8}"/>
                    </a:ext>
                  </a:extLst>
                </p14:cNvPr>
                <p14:cNvContentPartPr/>
                <p14:nvPr/>
              </p14:nvContentPartPr>
              <p14:xfrm>
                <a:off x="11046364" y="3295868"/>
                <a:ext cx="135360" cy="22248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DFD16266-8BD8-93E2-5C3C-61B7B226B3D8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1040244" y="3289748"/>
                  <a:ext cx="147600" cy="23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Agrupar 213">
            <a:extLst>
              <a:ext uri="{FF2B5EF4-FFF2-40B4-BE49-F238E27FC236}">
                <a16:creationId xmlns:a16="http://schemas.microsoft.com/office/drawing/2014/main" id="{84F22A9E-02D0-6ECA-1654-9924C7DEC146}"/>
              </a:ext>
            </a:extLst>
          </p:cNvPr>
          <p:cNvGrpSpPr/>
          <p:nvPr/>
        </p:nvGrpSpPr>
        <p:grpSpPr>
          <a:xfrm>
            <a:off x="7780084" y="3887348"/>
            <a:ext cx="4249440" cy="1613160"/>
            <a:chOff x="7780084" y="3887348"/>
            <a:chExt cx="4249440" cy="161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1FCA56F9-D629-1C7C-273E-E5DD2B2949C7}"/>
                    </a:ext>
                  </a:extLst>
                </p14:cNvPr>
                <p14:cNvContentPartPr/>
                <p14:nvPr/>
              </p14:nvContentPartPr>
              <p14:xfrm>
                <a:off x="8020564" y="4202708"/>
                <a:ext cx="18720" cy="576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1FCA56F9-D629-1C7C-273E-E5DD2B2949C7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014444" y="4196588"/>
                  <a:ext cx="30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5CFE04CD-AA72-D0FC-B250-2B32C10EEA18}"/>
                    </a:ext>
                  </a:extLst>
                </p14:cNvPr>
                <p14:cNvContentPartPr/>
                <p14:nvPr/>
              </p14:nvContentPartPr>
              <p14:xfrm>
                <a:off x="8162764" y="4098308"/>
                <a:ext cx="18360" cy="151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5CFE04CD-AA72-D0FC-B250-2B32C10EEA18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8156644" y="4092188"/>
                  <a:ext cx="30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31" name="Tinta 130">
                  <a:extLst>
                    <a:ext uri="{FF2B5EF4-FFF2-40B4-BE49-F238E27FC236}">
                      <a16:creationId xmlns:a16="http://schemas.microsoft.com/office/drawing/2014/main" id="{C1EDDAD9-9C51-0C1A-27D1-2B57341B290F}"/>
                    </a:ext>
                  </a:extLst>
                </p14:cNvPr>
                <p14:cNvContentPartPr/>
                <p14:nvPr/>
              </p14:nvContentPartPr>
              <p14:xfrm>
                <a:off x="8099764" y="4026668"/>
                <a:ext cx="232560" cy="157320"/>
              </p14:xfrm>
            </p:contentPart>
          </mc:Choice>
          <mc:Fallback>
            <p:pic>
              <p:nvPicPr>
                <p:cNvPr id="131" name="Tinta 130">
                  <a:extLst>
                    <a:ext uri="{FF2B5EF4-FFF2-40B4-BE49-F238E27FC236}">
                      <a16:creationId xmlns:a16="http://schemas.microsoft.com/office/drawing/2014/main" id="{C1EDDAD9-9C51-0C1A-27D1-2B57341B290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093644" y="4020548"/>
                  <a:ext cx="24480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C37D62AD-6C08-651C-4C7A-57DAA3AA9EC2}"/>
                    </a:ext>
                  </a:extLst>
                </p14:cNvPr>
                <p14:cNvContentPartPr/>
                <p14:nvPr/>
              </p14:nvContentPartPr>
              <p14:xfrm>
                <a:off x="8269684" y="4171388"/>
                <a:ext cx="143640" cy="6084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C37D62AD-6C08-651C-4C7A-57DAA3AA9EC2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263564" y="4165268"/>
                  <a:ext cx="155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9DD99C4B-5FEC-4686-D2EB-C5878C340427}"/>
                    </a:ext>
                  </a:extLst>
                </p14:cNvPr>
                <p14:cNvContentPartPr/>
                <p14:nvPr/>
              </p14:nvContentPartPr>
              <p14:xfrm>
                <a:off x="8528164" y="4118828"/>
                <a:ext cx="153360" cy="612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9DD99C4B-5FEC-4686-D2EB-C5878C34042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522044" y="4112708"/>
                  <a:ext cx="1656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35" name="Tinta 134">
                  <a:extLst>
                    <a:ext uri="{FF2B5EF4-FFF2-40B4-BE49-F238E27FC236}">
                      <a16:creationId xmlns:a16="http://schemas.microsoft.com/office/drawing/2014/main" id="{6EFE097F-369A-E4D2-8EB6-9259951E39C8}"/>
                    </a:ext>
                  </a:extLst>
                </p14:cNvPr>
                <p14:cNvContentPartPr/>
                <p14:nvPr/>
              </p14:nvContentPartPr>
              <p14:xfrm>
                <a:off x="8493964" y="4173908"/>
                <a:ext cx="160560" cy="11880"/>
              </p14:xfrm>
            </p:contentPart>
          </mc:Choice>
          <mc:Fallback>
            <p:pic>
              <p:nvPicPr>
                <p:cNvPr id="135" name="Tinta 134">
                  <a:extLst>
                    <a:ext uri="{FF2B5EF4-FFF2-40B4-BE49-F238E27FC236}">
                      <a16:creationId xmlns:a16="http://schemas.microsoft.com/office/drawing/2014/main" id="{6EFE097F-369A-E4D2-8EB6-9259951E39C8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8487844" y="4167788"/>
                  <a:ext cx="1728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65" name="Tinta 164">
                  <a:extLst>
                    <a:ext uri="{FF2B5EF4-FFF2-40B4-BE49-F238E27FC236}">
                      <a16:creationId xmlns:a16="http://schemas.microsoft.com/office/drawing/2014/main" id="{E4E88220-BA37-6340-9985-41549A6028E4}"/>
                    </a:ext>
                  </a:extLst>
                </p14:cNvPr>
                <p14:cNvContentPartPr/>
                <p14:nvPr/>
              </p14:nvContentPartPr>
              <p14:xfrm>
                <a:off x="9000844" y="3911828"/>
                <a:ext cx="268200" cy="205560"/>
              </p14:xfrm>
            </p:contentPart>
          </mc:Choice>
          <mc:Fallback>
            <p:pic>
              <p:nvPicPr>
                <p:cNvPr id="165" name="Tinta 164">
                  <a:extLst>
                    <a:ext uri="{FF2B5EF4-FFF2-40B4-BE49-F238E27FC236}">
                      <a16:creationId xmlns:a16="http://schemas.microsoft.com/office/drawing/2014/main" id="{E4E88220-BA37-6340-9985-41549A6028E4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8994724" y="3905708"/>
                  <a:ext cx="2804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66" name="Tinta 165">
                  <a:extLst>
                    <a:ext uri="{FF2B5EF4-FFF2-40B4-BE49-F238E27FC236}">
                      <a16:creationId xmlns:a16="http://schemas.microsoft.com/office/drawing/2014/main" id="{97446FAE-EB73-A0C9-6542-C2F97029B4A2}"/>
                    </a:ext>
                  </a:extLst>
                </p14:cNvPr>
                <p14:cNvContentPartPr/>
                <p14:nvPr/>
              </p14:nvContentPartPr>
              <p14:xfrm>
                <a:off x="8796364" y="4204508"/>
                <a:ext cx="401760" cy="36360"/>
              </p14:xfrm>
            </p:contentPart>
          </mc:Choice>
          <mc:Fallback>
            <p:pic>
              <p:nvPicPr>
                <p:cNvPr id="166" name="Tinta 165">
                  <a:extLst>
                    <a:ext uri="{FF2B5EF4-FFF2-40B4-BE49-F238E27FC236}">
                      <a16:creationId xmlns:a16="http://schemas.microsoft.com/office/drawing/2014/main" id="{97446FAE-EB73-A0C9-6542-C2F97029B4A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790244" y="4198388"/>
                  <a:ext cx="4140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67" name="Tinta 166">
                  <a:extLst>
                    <a:ext uri="{FF2B5EF4-FFF2-40B4-BE49-F238E27FC236}">
                      <a16:creationId xmlns:a16="http://schemas.microsoft.com/office/drawing/2014/main" id="{AF5332CC-D6E8-FA43-37BD-4D10020B12C3}"/>
                    </a:ext>
                  </a:extLst>
                </p14:cNvPr>
                <p14:cNvContentPartPr/>
                <p14:nvPr/>
              </p14:nvContentPartPr>
              <p14:xfrm>
                <a:off x="8778004" y="4338788"/>
                <a:ext cx="113760" cy="145080"/>
              </p14:xfrm>
            </p:contentPart>
          </mc:Choice>
          <mc:Fallback>
            <p:pic>
              <p:nvPicPr>
                <p:cNvPr id="167" name="Tinta 166">
                  <a:extLst>
                    <a:ext uri="{FF2B5EF4-FFF2-40B4-BE49-F238E27FC236}">
                      <a16:creationId xmlns:a16="http://schemas.microsoft.com/office/drawing/2014/main" id="{AF5332CC-D6E8-FA43-37BD-4D10020B12C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8771884" y="4332668"/>
                  <a:ext cx="1260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68" name="Tinta 167">
                  <a:extLst>
                    <a:ext uri="{FF2B5EF4-FFF2-40B4-BE49-F238E27FC236}">
                      <a16:creationId xmlns:a16="http://schemas.microsoft.com/office/drawing/2014/main" id="{3A8414E7-27B1-42FE-DA15-498D72B10B9A}"/>
                    </a:ext>
                  </a:extLst>
                </p14:cNvPr>
                <p14:cNvContentPartPr/>
                <p14:nvPr/>
              </p14:nvContentPartPr>
              <p14:xfrm>
                <a:off x="8940004" y="4416908"/>
                <a:ext cx="275400" cy="84600"/>
              </p14:xfrm>
            </p:contentPart>
          </mc:Choice>
          <mc:Fallback>
            <p:pic>
              <p:nvPicPr>
                <p:cNvPr id="168" name="Tinta 167">
                  <a:extLst>
                    <a:ext uri="{FF2B5EF4-FFF2-40B4-BE49-F238E27FC236}">
                      <a16:creationId xmlns:a16="http://schemas.microsoft.com/office/drawing/2014/main" id="{3A8414E7-27B1-42FE-DA15-498D72B10B9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933884" y="4410788"/>
                  <a:ext cx="2876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0" name="Tinta 169">
                  <a:extLst>
                    <a:ext uri="{FF2B5EF4-FFF2-40B4-BE49-F238E27FC236}">
                      <a16:creationId xmlns:a16="http://schemas.microsoft.com/office/drawing/2014/main" id="{B2BFFEE5-9EDA-A094-B9AC-24408E5A822E}"/>
                    </a:ext>
                  </a:extLst>
                </p14:cNvPr>
                <p14:cNvContentPartPr/>
                <p14:nvPr/>
              </p14:nvContentPartPr>
              <p14:xfrm>
                <a:off x="9474244" y="3913988"/>
                <a:ext cx="136080" cy="182520"/>
              </p14:xfrm>
            </p:contentPart>
          </mc:Choice>
          <mc:Fallback>
            <p:pic>
              <p:nvPicPr>
                <p:cNvPr id="170" name="Tinta 169">
                  <a:extLst>
                    <a:ext uri="{FF2B5EF4-FFF2-40B4-BE49-F238E27FC236}">
                      <a16:creationId xmlns:a16="http://schemas.microsoft.com/office/drawing/2014/main" id="{B2BFFEE5-9EDA-A094-B9AC-24408E5A822E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9468124" y="3907868"/>
                  <a:ext cx="148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1" name="Tinta 170">
                  <a:extLst>
                    <a:ext uri="{FF2B5EF4-FFF2-40B4-BE49-F238E27FC236}">
                      <a16:creationId xmlns:a16="http://schemas.microsoft.com/office/drawing/2014/main" id="{4D3EFDE4-EEF6-7E0B-C7FB-A4009D33B874}"/>
                    </a:ext>
                  </a:extLst>
                </p14:cNvPr>
                <p14:cNvContentPartPr/>
                <p14:nvPr/>
              </p14:nvContentPartPr>
              <p14:xfrm>
                <a:off x="9778804" y="3968348"/>
                <a:ext cx="214560" cy="141480"/>
              </p14:xfrm>
            </p:contentPart>
          </mc:Choice>
          <mc:Fallback>
            <p:pic>
              <p:nvPicPr>
                <p:cNvPr id="171" name="Tinta 170">
                  <a:extLst>
                    <a:ext uri="{FF2B5EF4-FFF2-40B4-BE49-F238E27FC236}">
                      <a16:creationId xmlns:a16="http://schemas.microsoft.com/office/drawing/2014/main" id="{4D3EFDE4-EEF6-7E0B-C7FB-A4009D33B87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9772684" y="3962228"/>
                  <a:ext cx="2268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2" name="Tinta 171">
                  <a:extLst>
                    <a:ext uri="{FF2B5EF4-FFF2-40B4-BE49-F238E27FC236}">
                      <a16:creationId xmlns:a16="http://schemas.microsoft.com/office/drawing/2014/main" id="{4542AC98-8972-F697-7DDE-E6922EBB844E}"/>
                    </a:ext>
                  </a:extLst>
                </p14:cNvPr>
                <p14:cNvContentPartPr/>
                <p14:nvPr/>
              </p14:nvContentPartPr>
              <p14:xfrm>
                <a:off x="10056724" y="3962948"/>
                <a:ext cx="257400" cy="151560"/>
              </p14:xfrm>
            </p:contentPart>
          </mc:Choice>
          <mc:Fallback>
            <p:pic>
              <p:nvPicPr>
                <p:cNvPr id="172" name="Tinta 171">
                  <a:extLst>
                    <a:ext uri="{FF2B5EF4-FFF2-40B4-BE49-F238E27FC236}">
                      <a16:creationId xmlns:a16="http://schemas.microsoft.com/office/drawing/2014/main" id="{4542AC98-8972-F697-7DDE-E6922EBB844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10050604" y="3956828"/>
                  <a:ext cx="26964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73" name="Tinta 172">
                  <a:extLst>
                    <a:ext uri="{FF2B5EF4-FFF2-40B4-BE49-F238E27FC236}">
                      <a16:creationId xmlns:a16="http://schemas.microsoft.com/office/drawing/2014/main" id="{B3C84435-8021-2000-0248-2FA7F615C8BA}"/>
                    </a:ext>
                  </a:extLst>
                </p14:cNvPr>
                <p14:cNvContentPartPr/>
                <p14:nvPr/>
              </p14:nvContentPartPr>
              <p14:xfrm>
                <a:off x="10335004" y="4015148"/>
                <a:ext cx="337320" cy="149400"/>
              </p14:xfrm>
            </p:contentPart>
          </mc:Choice>
          <mc:Fallback>
            <p:pic>
              <p:nvPicPr>
                <p:cNvPr id="173" name="Tinta 172">
                  <a:extLst>
                    <a:ext uri="{FF2B5EF4-FFF2-40B4-BE49-F238E27FC236}">
                      <a16:creationId xmlns:a16="http://schemas.microsoft.com/office/drawing/2014/main" id="{B3C84435-8021-2000-0248-2FA7F615C8B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10328884" y="4009028"/>
                  <a:ext cx="34956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75" name="Tinta 174">
                  <a:extLst>
                    <a:ext uri="{FF2B5EF4-FFF2-40B4-BE49-F238E27FC236}">
                      <a16:creationId xmlns:a16="http://schemas.microsoft.com/office/drawing/2014/main" id="{A0475E24-08D5-429E-B457-A2CD96FA101B}"/>
                    </a:ext>
                  </a:extLst>
                </p14:cNvPr>
                <p14:cNvContentPartPr/>
                <p14:nvPr/>
              </p14:nvContentPartPr>
              <p14:xfrm>
                <a:off x="10868164" y="4156988"/>
                <a:ext cx="90360" cy="74160"/>
              </p14:xfrm>
            </p:contentPart>
          </mc:Choice>
          <mc:Fallback>
            <p:pic>
              <p:nvPicPr>
                <p:cNvPr id="175" name="Tinta 174">
                  <a:extLst>
                    <a:ext uri="{FF2B5EF4-FFF2-40B4-BE49-F238E27FC236}">
                      <a16:creationId xmlns:a16="http://schemas.microsoft.com/office/drawing/2014/main" id="{A0475E24-08D5-429E-B457-A2CD96FA101B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0862044" y="4150868"/>
                  <a:ext cx="102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76" name="Tinta 175">
                  <a:extLst>
                    <a:ext uri="{FF2B5EF4-FFF2-40B4-BE49-F238E27FC236}">
                      <a16:creationId xmlns:a16="http://schemas.microsoft.com/office/drawing/2014/main" id="{FFFD776A-E283-ADC7-9EA6-76DC5B7D656A}"/>
                    </a:ext>
                  </a:extLst>
                </p14:cNvPr>
                <p14:cNvContentPartPr/>
                <p14:nvPr/>
              </p14:nvContentPartPr>
              <p14:xfrm>
                <a:off x="10850164" y="3984188"/>
                <a:ext cx="142560" cy="213120"/>
              </p14:xfrm>
            </p:contentPart>
          </mc:Choice>
          <mc:Fallback>
            <p:pic>
              <p:nvPicPr>
                <p:cNvPr id="176" name="Tinta 175">
                  <a:extLst>
                    <a:ext uri="{FF2B5EF4-FFF2-40B4-BE49-F238E27FC236}">
                      <a16:creationId xmlns:a16="http://schemas.microsoft.com/office/drawing/2014/main" id="{FFFD776A-E283-ADC7-9EA6-76DC5B7D656A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0844044" y="3978068"/>
                  <a:ext cx="1548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77" name="Tinta 176">
                  <a:extLst>
                    <a:ext uri="{FF2B5EF4-FFF2-40B4-BE49-F238E27FC236}">
                      <a16:creationId xmlns:a16="http://schemas.microsoft.com/office/drawing/2014/main" id="{F50E25F9-2678-1C93-0952-7FB428BADD22}"/>
                    </a:ext>
                  </a:extLst>
                </p14:cNvPr>
                <p14:cNvContentPartPr/>
                <p14:nvPr/>
              </p14:nvContentPartPr>
              <p14:xfrm>
                <a:off x="10895164" y="3995708"/>
                <a:ext cx="232560" cy="47880"/>
              </p14:xfrm>
            </p:contentPart>
          </mc:Choice>
          <mc:Fallback>
            <p:pic>
              <p:nvPicPr>
                <p:cNvPr id="177" name="Tinta 176">
                  <a:extLst>
                    <a:ext uri="{FF2B5EF4-FFF2-40B4-BE49-F238E27FC236}">
                      <a16:creationId xmlns:a16="http://schemas.microsoft.com/office/drawing/2014/main" id="{F50E25F9-2678-1C93-0952-7FB428BADD22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0889044" y="3989588"/>
                  <a:ext cx="2448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78" name="Tinta 177">
                  <a:extLst>
                    <a:ext uri="{FF2B5EF4-FFF2-40B4-BE49-F238E27FC236}">
                      <a16:creationId xmlns:a16="http://schemas.microsoft.com/office/drawing/2014/main" id="{9056D440-F78C-D6C7-AD9C-EA1E4E5A7ABD}"/>
                    </a:ext>
                  </a:extLst>
                </p14:cNvPr>
                <p14:cNvContentPartPr/>
                <p14:nvPr/>
              </p14:nvContentPartPr>
              <p14:xfrm>
                <a:off x="10958164" y="4100108"/>
                <a:ext cx="133560" cy="182520"/>
              </p14:xfrm>
            </p:contentPart>
          </mc:Choice>
          <mc:Fallback>
            <p:pic>
              <p:nvPicPr>
                <p:cNvPr id="178" name="Tinta 177">
                  <a:extLst>
                    <a:ext uri="{FF2B5EF4-FFF2-40B4-BE49-F238E27FC236}">
                      <a16:creationId xmlns:a16="http://schemas.microsoft.com/office/drawing/2014/main" id="{9056D440-F78C-D6C7-AD9C-EA1E4E5A7ABD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0952044" y="4093988"/>
                  <a:ext cx="1458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79" name="Tinta 178">
                  <a:extLst>
                    <a:ext uri="{FF2B5EF4-FFF2-40B4-BE49-F238E27FC236}">
                      <a16:creationId xmlns:a16="http://schemas.microsoft.com/office/drawing/2014/main" id="{96371D03-9D1C-5045-E13D-29E76ED6623E}"/>
                    </a:ext>
                  </a:extLst>
                </p14:cNvPr>
                <p14:cNvContentPartPr/>
                <p14:nvPr/>
              </p14:nvContentPartPr>
              <p14:xfrm>
                <a:off x="11118364" y="3887348"/>
                <a:ext cx="268560" cy="444600"/>
              </p14:xfrm>
            </p:contentPart>
          </mc:Choice>
          <mc:Fallback>
            <p:pic>
              <p:nvPicPr>
                <p:cNvPr id="179" name="Tinta 178">
                  <a:extLst>
                    <a:ext uri="{FF2B5EF4-FFF2-40B4-BE49-F238E27FC236}">
                      <a16:creationId xmlns:a16="http://schemas.microsoft.com/office/drawing/2014/main" id="{96371D03-9D1C-5045-E13D-29E76ED6623E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1112244" y="3881228"/>
                  <a:ext cx="28080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1" name="Tinta 180">
                  <a:extLst>
                    <a:ext uri="{FF2B5EF4-FFF2-40B4-BE49-F238E27FC236}">
                      <a16:creationId xmlns:a16="http://schemas.microsoft.com/office/drawing/2014/main" id="{9A59C44C-63E2-9120-6354-88F3D329383A}"/>
                    </a:ext>
                  </a:extLst>
                </p14:cNvPr>
                <p14:cNvContentPartPr/>
                <p14:nvPr/>
              </p14:nvContentPartPr>
              <p14:xfrm>
                <a:off x="7912564" y="4682228"/>
                <a:ext cx="9360" cy="2520"/>
              </p14:xfrm>
            </p:contentPart>
          </mc:Choice>
          <mc:Fallback>
            <p:pic>
              <p:nvPicPr>
                <p:cNvPr id="181" name="Tinta 180">
                  <a:extLst>
                    <a:ext uri="{FF2B5EF4-FFF2-40B4-BE49-F238E27FC236}">
                      <a16:creationId xmlns:a16="http://schemas.microsoft.com/office/drawing/2014/main" id="{9A59C44C-63E2-9120-6354-88F3D329383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7906444" y="4676108"/>
                  <a:ext cx="216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2" name="Tinta 181">
                  <a:extLst>
                    <a:ext uri="{FF2B5EF4-FFF2-40B4-BE49-F238E27FC236}">
                      <a16:creationId xmlns:a16="http://schemas.microsoft.com/office/drawing/2014/main" id="{E040DDFF-6B25-77C5-6C41-B41155DC9865}"/>
                    </a:ext>
                  </a:extLst>
                </p14:cNvPr>
                <p14:cNvContentPartPr/>
                <p14:nvPr/>
              </p14:nvContentPartPr>
              <p14:xfrm>
                <a:off x="7833364" y="4700228"/>
                <a:ext cx="266760" cy="267120"/>
              </p14:xfrm>
            </p:contentPart>
          </mc:Choice>
          <mc:Fallback>
            <p:pic>
              <p:nvPicPr>
                <p:cNvPr id="182" name="Tinta 181">
                  <a:extLst>
                    <a:ext uri="{FF2B5EF4-FFF2-40B4-BE49-F238E27FC236}">
                      <a16:creationId xmlns:a16="http://schemas.microsoft.com/office/drawing/2014/main" id="{E040DDFF-6B25-77C5-6C41-B41155DC986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7827244" y="4694108"/>
                  <a:ext cx="2790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83" name="Tinta 182">
                  <a:extLst>
                    <a:ext uri="{FF2B5EF4-FFF2-40B4-BE49-F238E27FC236}">
                      <a16:creationId xmlns:a16="http://schemas.microsoft.com/office/drawing/2014/main" id="{1D203EAA-2C76-8378-6FD2-045ADF1CC4C8}"/>
                    </a:ext>
                  </a:extLst>
                </p14:cNvPr>
                <p14:cNvContentPartPr/>
                <p14:nvPr/>
              </p14:nvContentPartPr>
              <p14:xfrm>
                <a:off x="7984564" y="4790588"/>
                <a:ext cx="81360" cy="13680"/>
              </p14:xfrm>
            </p:contentPart>
          </mc:Choice>
          <mc:Fallback>
            <p:pic>
              <p:nvPicPr>
                <p:cNvPr id="183" name="Tinta 182">
                  <a:extLst>
                    <a:ext uri="{FF2B5EF4-FFF2-40B4-BE49-F238E27FC236}">
                      <a16:creationId xmlns:a16="http://schemas.microsoft.com/office/drawing/2014/main" id="{1D203EAA-2C76-8378-6FD2-045ADF1CC4C8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7978444" y="4784468"/>
                  <a:ext cx="936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84" name="Tinta 183">
                  <a:extLst>
                    <a:ext uri="{FF2B5EF4-FFF2-40B4-BE49-F238E27FC236}">
                      <a16:creationId xmlns:a16="http://schemas.microsoft.com/office/drawing/2014/main" id="{3A15BCC7-620D-0525-71B1-D1E29867AEC1}"/>
                    </a:ext>
                  </a:extLst>
                </p14:cNvPr>
                <p14:cNvContentPartPr/>
                <p14:nvPr/>
              </p14:nvContentPartPr>
              <p14:xfrm>
                <a:off x="8207764" y="4916228"/>
                <a:ext cx="124560" cy="111960"/>
              </p14:xfrm>
            </p:contentPart>
          </mc:Choice>
          <mc:Fallback>
            <p:pic>
              <p:nvPicPr>
                <p:cNvPr id="184" name="Tinta 183">
                  <a:extLst>
                    <a:ext uri="{FF2B5EF4-FFF2-40B4-BE49-F238E27FC236}">
                      <a16:creationId xmlns:a16="http://schemas.microsoft.com/office/drawing/2014/main" id="{3A15BCC7-620D-0525-71B1-D1E29867AEC1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201644" y="4910108"/>
                  <a:ext cx="136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85" name="Tinta 184">
                  <a:extLst>
                    <a:ext uri="{FF2B5EF4-FFF2-40B4-BE49-F238E27FC236}">
                      <a16:creationId xmlns:a16="http://schemas.microsoft.com/office/drawing/2014/main" id="{6FD49496-329F-EBCC-FD89-453FFF420606}"/>
                    </a:ext>
                  </a:extLst>
                </p14:cNvPr>
                <p14:cNvContentPartPr/>
                <p14:nvPr/>
              </p14:nvContentPartPr>
              <p14:xfrm>
                <a:off x="8519164" y="4898948"/>
                <a:ext cx="144360" cy="17640"/>
              </p14:xfrm>
            </p:contentPart>
          </mc:Choice>
          <mc:Fallback>
            <p:pic>
              <p:nvPicPr>
                <p:cNvPr id="185" name="Tinta 184">
                  <a:extLst>
                    <a:ext uri="{FF2B5EF4-FFF2-40B4-BE49-F238E27FC236}">
                      <a16:creationId xmlns:a16="http://schemas.microsoft.com/office/drawing/2014/main" id="{6FD49496-329F-EBCC-FD89-453FFF420606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513044" y="4892828"/>
                  <a:ext cx="1566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86" name="Tinta 185">
                  <a:extLst>
                    <a:ext uri="{FF2B5EF4-FFF2-40B4-BE49-F238E27FC236}">
                      <a16:creationId xmlns:a16="http://schemas.microsoft.com/office/drawing/2014/main" id="{5AEE2E20-559E-5303-D524-F85B41A1E904}"/>
                    </a:ext>
                  </a:extLst>
                </p14:cNvPr>
                <p14:cNvContentPartPr/>
                <p14:nvPr/>
              </p14:nvContentPartPr>
              <p14:xfrm>
                <a:off x="8385964" y="4976348"/>
                <a:ext cx="268560" cy="14040"/>
              </p14:xfrm>
            </p:contentPart>
          </mc:Choice>
          <mc:Fallback>
            <p:pic>
              <p:nvPicPr>
                <p:cNvPr id="186" name="Tinta 185">
                  <a:extLst>
                    <a:ext uri="{FF2B5EF4-FFF2-40B4-BE49-F238E27FC236}">
                      <a16:creationId xmlns:a16="http://schemas.microsoft.com/office/drawing/2014/main" id="{5AEE2E20-559E-5303-D524-F85B41A1E90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379844" y="4970228"/>
                  <a:ext cx="280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88" name="Tinta 187">
                  <a:extLst>
                    <a:ext uri="{FF2B5EF4-FFF2-40B4-BE49-F238E27FC236}">
                      <a16:creationId xmlns:a16="http://schemas.microsoft.com/office/drawing/2014/main" id="{38192EAA-F1A6-B151-0767-1730855AA4D8}"/>
                    </a:ext>
                  </a:extLst>
                </p14:cNvPr>
                <p14:cNvContentPartPr/>
                <p14:nvPr/>
              </p14:nvContentPartPr>
              <p14:xfrm>
                <a:off x="8948644" y="4718588"/>
                <a:ext cx="263520" cy="294840"/>
              </p14:xfrm>
            </p:contentPart>
          </mc:Choice>
          <mc:Fallback>
            <p:pic>
              <p:nvPicPr>
                <p:cNvPr id="188" name="Tinta 187">
                  <a:extLst>
                    <a:ext uri="{FF2B5EF4-FFF2-40B4-BE49-F238E27FC236}">
                      <a16:creationId xmlns:a16="http://schemas.microsoft.com/office/drawing/2014/main" id="{38192EAA-F1A6-B151-0767-1730855AA4D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8942524" y="4712468"/>
                  <a:ext cx="2757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89" name="Tinta 188">
                  <a:extLst>
                    <a:ext uri="{FF2B5EF4-FFF2-40B4-BE49-F238E27FC236}">
                      <a16:creationId xmlns:a16="http://schemas.microsoft.com/office/drawing/2014/main" id="{94D21DCF-2804-860A-8233-C718DCD3727B}"/>
                    </a:ext>
                  </a:extLst>
                </p14:cNvPr>
                <p14:cNvContentPartPr/>
                <p14:nvPr/>
              </p14:nvContentPartPr>
              <p14:xfrm>
                <a:off x="9252844" y="4839908"/>
                <a:ext cx="239760" cy="122400"/>
              </p14:xfrm>
            </p:contentPart>
          </mc:Choice>
          <mc:Fallback>
            <p:pic>
              <p:nvPicPr>
                <p:cNvPr id="189" name="Tinta 188">
                  <a:extLst>
                    <a:ext uri="{FF2B5EF4-FFF2-40B4-BE49-F238E27FC236}">
                      <a16:creationId xmlns:a16="http://schemas.microsoft.com/office/drawing/2014/main" id="{94D21DCF-2804-860A-8233-C718DCD3727B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246724" y="4833788"/>
                  <a:ext cx="252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90" name="Tinta 189">
                  <a:extLst>
                    <a:ext uri="{FF2B5EF4-FFF2-40B4-BE49-F238E27FC236}">
                      <a16:creationId xmlns:a16="http://schemas.microsoft.com/office/drawing/2014/main" id="{AF052C28-85C8-6720-81AA-964689562D7B}"/>
                    </a:ext>
                  </a:extLst>
                </p14:cNvPr>
                <p14:cNvContentPartPr/>
                <p14:nvPr/>
              </p14:nvContentPartPr>
              <p14:xfrm>
                <a:off x="9555964" y="4880228"/>
                <a:ext cx="214560" cy="109440"/>
              </p14:xfrm>
            </p:contentPart>
          </mc:Choice>
          <mc:Fallback>
            <p:pic>
              <p:nvPicPr>
                <p:cNvPr id="190" name="Tinta 189">
                  <a:extLst>
                    <a:ext uri="{FF2B5EF4-FFF2-40B4-BE49-F238E27FC236}">
                      <a16:creationId xmlns:a16="http://schemas.microsoft.com/office/drawing/2014/main" id="{AF052C28-85C8-6720-81AA-964689562D7B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49844" y="4874108"/>
                  <a:ext cx="2268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91" name="Tinta 190">
                  <a:extLst>
                    <a:ext uri="{FF2B5EF4-FFF2-40B4-BE49-F238E27FC236}">
                      <a16:creationId xmlns:a16="http://schemas.microsoft.com/office/drawing/2014/main" id="{8F15E892-0141-AA48-8A11-C82D80BB967C}"/>
                    </a:ext>
                  </a:extLst>
                </p14:cNvPr>
                <p14:cNvContentPartPr/>
                <p14:nvPr/>
              </p14:nvContentPartPr>
              <p14:xfrm>
                <a:off x="9912364" y="4893188"/>
                <a:ext cx="84600" cy="174600"/>
              </p14:xfrm>
            </p:contentPart>
          </mc:Choice>
          <mc:Fallback>
            <p:pic>
              <p:nvPicPr>
                <p:cNvPr id="191" name="Tinta 190">
                  <a:extLst>
                    <a:ext uri="{FF2B5EF4-FFF2-40B4-BE49-F238E27FC236}">
                      <a16:creationId xmlns:a16="http://schemas.microsoft.com/office/drawing/2014/main" id="{8F15E892-0141-AA48-8A11-C82D80BB967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906244" y="4887068"/>
                  <a:ext cx="968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92" name="Tinta 191">
                  <a:extLst>
                    <a:ext uri="{FF2B5EF4-FFF2-40B4-BE49-F238E27FC236}">
                      <a16:creationId xmlns:a16="http://schemas.microsoft.com/office/drawing/2014/main" id="{A45C78D3-C1DD-0585-9BCD-5579F72BE931}"/>
                    </a:ext>
                  </a:extLst>
                </p14:cNvPr>
                <p14:cNvContentPartPr/>
                <p14:nvPr/>
              </p14:nvContentPartPr>
              <p14:xfrm>
                <a:off x="10029364" y="4887428"/>
                <a:ext cx="115560" cy="13680"/>
              </p14:xfrm>
            </p:contentPart>
          </mc:Choice>
          <mc:Fallback>
            <p:pic>
              <p:nvPicPr>
                <p:cNvPr id="192" name="Tinta 191">
                  <a:extLst>
                    <a:ext uri="{FF2B5EF4-FFF2-40B4-BE49-F238E27FC236}">
                      <a16:creationId xmlns:a16="http://schemas.microsoft.com/office/drawing/2014/main" id="{A45C78D3-C1DD-0585-9BCD-5579F72BE931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0023244" y="4881308"/>
                  <a:ext cx="127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93" name="Tinta 192">
                  <a:extLst>
                    <a:ext uri="{FF2B5EF4-FFF2-40B4-BE49-F238E27FC236}">
                      <a16:creationId xmlns:a16="http://schemas.microsoft.com/office/drawing/2014/main" id="{E685DD7C-D7F6-0100-0D01-CEFF48DB07C2}"/>
                    </a:ext>
                  </a:extLst>
                </p14:cNvPr>
                <p14:cNvContentPartPr/>
                <p14:nvPr/>
              </p14:nvContentPartPr>
              <p14:xfrm>
                <a:off x="10074364" y="4930988"/>
                <a:ext cx="115560" cy="174960"/>
              </p14:xfrm>
            </p:contentPart>
          </mc:Choice>
          <mc:Fallback>
            <p:pic>
              <p:nvPicPr>
                <p:cNvPr id="193" name="Tinta 192">
                  <a:extLst>
                    <a:ext uri="{FF2B5EF4-FFF2-40B4-BE49-F238E27FC236}">
                      <a16:creationId xmlns:a16="http://schemas.microsoft.com/office/drawing/2014/main" id="{E685DD7C-D7F6-0100-0D01-CEFF48DB07C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0068244" y="4924868"/>
                  <a:ext cx="12780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95" name="Tinta 194">
                  <a:extLst>
                    <a:ext uri="{FF2B5EF4-FFF2-40B4-BE49-F238E27FC236}">
                      <a16:creationId xmlns:a16="http://schemas.microsoft.com/office/drawing/2014/main" id="{E7138865-58E3-F15B-A342-829B1EC21F2F}"/>
                    </a:ext>
                  </a:extLst>
                </p14:cNvPr>
                <p14:cNvContentPartPr/>
                <p14:nvPr/>
              </p14:nvContentPartPr>
              <p14:xfrm>
                <a:off x="8965564" y="5160668"/>
                <a:ext cx="911160" cy="27720"/>
              </p14:xfrm>
            </p:contentPart>
          </mc:Choice>
          <mc:Fallback>
            <p:pic>
              <p:nvPicPr>
                <p:cNvPr id="195" name="Tinta 194">
                  <a:extLst>
                    <a:ext uri="{FF2B5EF4-FFF2-40B4-BE49-F238E27FC236}">
                      <a16:creationId xmlns:a16="http://schemas.microsoft.com/office/drawing/2014/main" id="{E7138865-58E3-F15B-A342-829B1EC21F2F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8959444" y="5154548"/>
                  <a:ext cx="9234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96" name="Tinta 195">
                  <a:extLst>
                    <a:ext uri="{FF2B5EF4-FFF2-40B4-BE49-F238E27FC236}">
                      <a16:creationId xmlns:a16="http://schemas.microsoft.com/office/drawing/2014/main" id="{D8C7C773-690C-3D4E-8D69-73264A7F4E2F}"/>
                    </a:ext>
                  </a:extLst>
                </p14:cNvPr>
                <p14:cNvContentPartPr/>
                <p14:nvPr/>
              </p14:nvContentPartPr>
              <p14:xfrm>
                <a:off x="9193084" y="5341388"/>
                <a:ext cx="164160" cy="143640"/>
              </p14:xfrm>
            </p:contentPart>
          </mc:Choice>
          <mc:Fallback>
            <p:pic>
              <p:nvPicPr>
                <p:cNvPr id="196" name="Tinta 195">
                  <a:extLst>
                    <a:ext uri="{FF2B5EF4-FFF2-40B4-BE49-F238E27FC236}">
                      <a16:creationId xmlns:a16="http://schemas.microsoft.com/office/drawing/2014/main" id="{D8C7C773-690C-3D4E-8D69-73264A7F4E2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9186964" y="5335268"/>
                  <a:ext cx="17640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97" name="Tinta 196">
                  <a:extLst>
                    <a:ext uri="{FF2B5EF4-FFF2-40B4-BE49-F238E27FC236}">
                      <a16:creationId xmlns:a16="http://schemas.microsoft.com/office/drawing/2014/main" id="{21ECD5F3-FEDF-E02D-4298-78FDCCDC79B0}"/>
                    </a:ext>
                  </a:extLst>
                </p14:cNvPr>
                <p14:cNvContentPartPr/>
                <p14:nvPr/>
              </p14:nvContentPartPr>
              <p14:xfrm>
                <a:off x="9341764" y="5387468"/>
                <a:ext cx="286200" cy="90000"/>
              </p14:xfrm>
            </p:contentPart>
          </mc:Choice>
          <mc:Fallback>
            <p:pic>
              <p:nvPicPr>
                <p:cNvPr id="197" name="Tinta 196">
                  <a:extLst>
                    <a:ext uri="{FF2B5EF4-FFF2-40B4-BE49-F238E27FC236}">
                      <a16:creationId xmlns:a16="http://schemas.microsoft.com/office/drawing/2014/main" id="{21ECD5F3-FEDF-E02D-4298-78FDCCDC79B0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335644" y="5381348"/>
                  <a:ext cx="2984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00" name="Tinta 199">
                  <a:extLst>
                    <a:ext uri="{FF2B5EF4-FFF2-40B4-BE49-F238E27FC236}">
                      <a16:creationId xmlns:a16="http://schemas.microsoft.com/office/drawing/2014/main" id="{84F3A534-FC02-D7D3-FA36-702A1969B776}"/>
                    </a:ext>
                  </a:extLst>
                </p14:cNvPr>
                <p14:cNvContentPartPr/>
                <p14:nvPr/>
              </p14:nvContentPartPr>
              <p14:xfrm>
                <a:off x="10331764" y="5113148"/>
                <a:ext cx="99360" cy="3960"/>
              </p14:xfrm>
            </p:contentPart>
          </mc:Choice>
          <mc:Fallback>
            <p:pic>
              <p:nvPicPr>
                <p:cNvPr id="200" name="Tinta 199">
                  <a:extLst>
                    <a:ext uri="{FF2B5EF4-FFF2-40B4-BE49-F238E27FC236}">
                      <a16:creationId xmlns:a16="http://schemas.microsoft.com/office/drawing/2014/main" id="{84F3A534-FC02-D7D3-FA36-702A1969B776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325644" y="5107028"/>
                  <a:ext cx="1116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01" name="Tinta 200">
                  <a:extLst>
                    <a:ext uri="{FF2B5EF4-FFF2-40B4-BE49-F238E27FC236}">
                      <a16:creationId xmlns:a16="http://schemas.microsoft.com/office/drawing/2014/main" id="{981D7606-C135-6BAD-AD5B-B6B98646041E}"/>
                    </a:ext>
                  </a:extLst>
                </p14:cNvPr>
                <p14:cNvContentPartPr/>
                <p14:nvPr/>
              </p14:nvContentPartPr>
              <p14:xfrm>
                <a:off x="10288564" y="5173988"/>
                <a:ext cx="142560" cy="9360"/>
              </p14:xfrm>
            </p:contentPart>
          </mc:Choice>
          <mc:Fallback>
            <p:pic>
              <p:nvPicPr>
                <p:cNvPr id="201" name="Tinta 200">
                  <a:extLst>
                    <a:ext uri="{FF2B5EF4-FFF2-40B4-BE49-F238E27FC236}">
                      <a16:creationId xmlns:a16="http://schemas.microsoft.com/office/drawing/2014/main" id="{981D7606-C135-6BAD-AD5B-B6B98646041E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282444" y="5167868"/>
                  <a:ext cx="154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03" name="Tinta 202">
                  <a:extLst>
                    <a:ext uri="{FF2B5EF4-FFF2-40B4-BE49-F238E27FC236}">
                      <a16:creationId xmlns:a16="http://schemas.microsoft.com/office/drawing/2014/main" id="{FBDEFDCE-A079-7AB7-56F8-B1CA1D5565ED}"/>
                    </a:ext>
                  </a:extLst>
                </p14:cNvPr>
                <p14:cNvContentPartPr/>
                <p14:nvPr/>
              </p14:nvContentPartPr>
              <p14:xfrm>
                <a:off x="10443724" y="4981388"/>
                <a:ext cx="370800" cy="253800"/>
              </p14:xfrm>
            </p:contentPart>
          </mc:Choice>
          <mc:Fallback>
            <p:pic>
              <p:nvPicPr>
                <p:cNvPr id="203" name="Tinta 202">
                  <a:extLst>
                    <a:ext uri="{FF2B5EF4-FFF2-40B4-BE49-F238E27FC236}">
                      <a16:creationId xmlns:a16="http://schemas.microsoft.com/office/drawing/2014/main" id="{FBDEFDCE-A079-7AB7-56F8-B1CA1D5565ED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437604" y="4975268"/>
                  <a:ext cx="38304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04" name="Tinta 203">
                  <a:extLst>
                    <a:ext uri="{FF2B5EF4-FFF2-40B4-BE49-F238E27FC236}">
                      <a16:creationId xmlns:a16="http://schemas.microsoft.com/office/drawing/2014/main" id="{9D48DE76-EA93-C804-E98E-2E9967D18042}"/>
                    </a:ext>
                  </a:extLst>
                </p14:cNvPr>
                <p14:cNvContentPartPr/>
                <p14:nvPr/>
              </p14:nvContentPartPr>
              <p14:xfrm>
                <a:off x="10862764" y="5108828"/>
                <a:ext cx="255240" cy="121320"/>
              </p14:xfrm>
            </p:contentPart>
          </mc:Choice>
          <mc:Fallback>
            <p:pic>
              <p:nvPicPr>
                <p:cNvPr id="204" name="Tinta 203">
                  <a:extLst>
                    <a:ext uri="{FF2B5EF4-FFF2-40B4-BE49-F238E27FC236}">
                      <a16:creationId xmlns:a16="http://schemas.microsoft.com/office/drawing/2014/main" id="{9D48DE76-EA93-C804-E98E-2E9967D18042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856644" y="5102708"/>
                  <a:ext cx="2674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05" name="Tinta 204">
                  <a:extLst>
                    <a:ext uri="{FF2B5EF4-FFF2-40B4-BE49-F238E27FC236}">
                      <a16:creationId xmlns:a16="http://schemas.microsoft.com/office/drawing/2014/main" id="{7604FDCA-AC56-2538-1651-2826BD232947}"/>
                    </a:ext>
                  </a:extLst>
                </p14:cNvPr>
                <p14:cNvContentPartPr/>
                <p14:nvPr/>
              </p14:nvContentPartPr>
              <p14:xfrm>
                <a:off x="11244004" y="5141588"/>
                <a:ext cx="142920" cy="13320"/>
              </p14:xfrm>
            </p:contentPart>
          </mc:Choice>
          <mc:Fallback>
            <p:pic>
              <p:nvPicPr>
                <p:cNvPr id="205" name="Tinta 204">
                  <a:extLst>
                    <a:ext uri="{FF2B5EF4-FFF2-40B4-BE49-F238E27FC236}">
                      <a16:creationId xmlns:a16="http://schemas.microsoft.com/office/drawing/2014/main" id="{7604FDCA-AC56-2538-1651-2826BD23294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1237884" y="5135468"/>
                  <a:ext cx="155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06" name="Tinta 205">
                  <a:extLst>
                    <a:ext uri="{FF2B5EF4-FFF2-40B4-BE49-F238E27FC236}">
                      <a16:creationId xmlns:a16="http://schemas.microsoft.com/office/drawing/2014/main" id="{B3D9EC47-7D86-6443-3E41-7A75B8E061A6}"/>
                    </a:ext>
                  </a:extLst>
                </p14:cNvPr>
                <p14:cNvContentPartPr/>
                <p14:nvPr/>
              </p14:nvContentPartPr>
              <p14:xfrm>
                <a:off x="11136364" y="5126468"/>
                <a:ext cx="115560" cy="114480"/>
              </p14:xfrm>
            </p:contentPart>
          </mc:Choice>
          <mc:Fallback>
            <p:pic>
              <p:nvPicPr>
                <p:cNvPr id="206" name="Tinta 205">
                  <a:extLst>
                    <a:ext uri="{FF2B5EF4-FFF2-40B4-BE49-F238E27FC236}">
                      <a16:creationId xmlns:a16="http://schemas.microsoft.com/office/drawing/2014/main" id="{B3D9EC47-7D86-6443-3E41-7A75B8E061A6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130244" y="5120348"/>
                  <a:ext cx="127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07" name="Tinta 206">
                  <a:extLst>
                    <a:ext uri="{FF2B5EF4-FFF2-40B4-BE49-F238E27FC236}">
                      <a16:creationId xmlns:a16="http://schemas.microsoft.com/office/drawing/2014/main" id="{176D84A4-6868-C115-6D45-17DAAC29D395}"/>
                    </a:ext>
                  </a:extLst>
                </p14:cNvPr>
                <p14:cNvContentPartPr/>
                <p14:nvPr/>
              </p14:nvContentPartPr>
              <p14:xfrm>
                <a:off x="11242564" y="5181188"/>
                <a:ext cx="90360" cy="121680"/>
              </p14:xfrm>
            </p:contentPart>
          </mc:Choice>
          <mc:Fallback>
            <p:pic>
              <p:nvPicPr>
                <p:cNvPr id="207" name="Tinta 206">
                  <a:extLst>
                    <a:ext uri="{FF2B5EF4-FFF2-40B4-BE49-F238E27FC236}">
                      <a16:creationId xmlns:a16="http://schemas.microsoft.com/office/drawing/2014/main" id="{176D84A4-6868-C115-6D45-17DAAC29D395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11236444" y="5175068"/>
                  <a:ext cx="102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09" name="Tinta 208">
                  <a:extLst>
                    <a:ext uri="{FF2B5EF4-FFF2-40B4-BE49-F238E27FC236}">
                      <a16:creationId xmlns:a16="http://schemas.microsoft.com/office/drawing/2014/main" id="{49EBB67B-AEEC-85A4-4A8B-C8DC6E4F21D9}"/>
                    </a:ext>
                  </a:extLst>
                </p14:cNvPr>
                <p14:cNvContentPartPr/>
                <p14:nvPr/>
              </p14:nvContentPartPr>
              <p14:xfrm>
                <a:off x="11395564" y="5156708"/>
                <a:ext cx="151560" cy="129240"/>
              </p14:xfrm>
            </p:contentPart>
          </mc:Choice>
          <mc:Fallback>
            <p:pic>
              <p:nvPicPr>
                <p:cNvPr id="209" name="Tinta 208">
                  <a:extLst>
                    <a:ext uri="{FF2B5EF4-FFF2-40B4-BE49-F238E27FC236}">
                      <a16:creationId xmlns:a16="http://schemas.microsoft.com/office/drawing/2014/main" id="{49EBB67B-AEEC-85A4-4A8B-C8DC6E4F21D9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389444" y="5150588"/>
                  <a:ext cx="1638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0" name="Tinta 209">
                  <a:extLst>
                    <a:ext uri="{FF2B5EF4-FFF2-40B4-BE49-F238E27FC236}">
                      <a16:creationId xmlns:a16="http://schemas.microsoft.com/office/drawing/2014/main" id="{7384DE59-3496-C7F0-6B47-6F676EC5DEED}"/>
                    </a:ext>
                  </a:extLst>
                </p14:cNvPr>
                <p14:cNvContentPartPr/>
                <p14:nvPr/>
              </p14:nvContentPartPr>
              <p14:xfrm>
                <a:off x="11573764" y="5224748"/>
                <a:ext cx="151560" cy="91440"/>
              </p14:xfrm>
            </p:contentPart>
          </mc:Choice>
          <mc:Fallback>
            <p:pic>
              <p:nvPicPr>
                <p:cNvPr id="210" name="Tinta 209">
                  <a:extLst>
                    <a:ext uri="{FF2B5EF4-FFF2-40B4-BE49-F238E27FC236}">
                      <a16:creationId xmlns:a16="http://schemas.microsoft.com/office/drawing/2014/main" id="{7384DE59-3496-C7F0-6B47-6F676EC5DEE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1567644" y="5218628"/>
                  <a:ext cx="1638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11" name="Tinta 210">
                  <a:extLst>
                    <a:ext uri="{FF2B5EF4-FFF2-40B4-BE49-F238E27FC236}">
                      <a16:creationId xmlns:a16="http://schemas.microsoft.com/office/drawing/2014/main" id="{4FDCB636-6CF7-0C64-D8E4-BEAF818C09E5}"/>
                    </a:ext>
                  </a:extLst>
                </p14:cNvPr>
                <p14:cNvContentPartPr/>
                <p14:nvPr/>
              </p14:nvContentPartPr>
              <p14:xfrm>
                <a:off x="11637124" y="4923428"/>
                <a:ext cx="392400" cy="171000"/>
              </p14:xfrm>
            </p:contentPart>
          </mc:Choice>
          <mc:Fallback>
            <p:pic>
              <p:nvPicPr>
                <p:cNvPr id="211" name="Tinta 210">
                  <a:extLst>
                    <a:ext uri="{FF2B5EF4-FFF2-40B4-BE49-F238E27FC236}">
                      <a16:creationId xmlns:a16="http://schemas.microsoft.com/office/drawing/2014/main" id="{4FDCB636-6CF7-0C64-D8E4-BEAF818C09E5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1631004" y="4917308"/>
                  <a:ext cx="404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13" name="Tinta 212">
                  <a:extLst>
                    <a:ext uri="{FF2B5EF4-FFF2-40B4-BE49-F238E27FC236}">
                      <a16:creationId xmlns:a16="http://schemas.microsoft.com/office/drawing/2014/main" id="{44024BF5-A9E7-0A57-3ABF-0915B040E035}"/>
                    </a:ext>
                  </a:extLst>
                </p14:cNvPr>
                <p14:cNvContentPartPr/>
                <p14:nvPr/>
              </p14:nvContentPartPr>
              <p14:xfrm>
                <a:off x="7780084" y="4463348"/>
                <a:ext cx="4151160" cy="1037160"/>
              </p14:xfrm>
            </p:contentPart>
          </mc:Choice>
          <mc:Fallback>
            <p:pic>
              <p:nvPicPr>
                <p:cNvPr id="213" name="Tinta 212">
                  <a:extLst>
                    <a:ext uri="{FF2B5EF4-FFF2-40B4-BE49-F238E27FC236}">
                      <a16:creationId xmlns:a16="http://schemas.microsoft.com/office/drawing/2014/main" id="{44024BF5-A9E7-0A57-3ABF-0915B040E035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773964" y="4457228"/>
                  <a:ext cx="4163400" cy="1049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3">
            <p14:nvContentPartPr>
              <p14:cNvPr id="215" name="Tinta 214">
                <a:extLst>
                  <a:ext uri="{FF2B5EF4-FFF2-40B4-BE49-F238E27FC236}">
                    <a16:creationId xmlns:a16="http://schemas.microsoft.com/office/drawing/2014/main" id="{FE896769-0B33-6EAE-8A01-E336093C3A0E}"/>
                  </a:ext>
                </a:extLst>
              </p14:cNvPr>
              <p14:cNvContentPartPr/>
              <p14:nvPr/>
            </p14:nvContentPartPr>
            <p14:xfrm>
              <a:off x="5234164" y="1060628"/>
              <a:ext cx="18360" cy="11880"/>
            </p14:xfrm>
          </p:contentPart>
        </mc:Choice>
        <mc:Fallback>
          <p:pic>
            <p:nvPicPr>
              <p:cNvPr id="215" name="Tinta 214">
                <a:extLst>
                  <a:ext uri="{FF2B5EF4-FFF2-40B4-BE49-F238E27FC236}">
                    <a16:creationId xmlns:a16="http://schemas.microsoft.com/office/drawing/2014/main" id="{FE896769-0B33-6EAE-8A01-E336093C3A0E}"/>
                  </a:ext>
                </a:extLst>
              </p:cNvPr>
              <p:cNvPicPr/>
              <p:nvPr/>
            </p:nvPicPr>
            <p:blipFill>
              <a:blip r:embed="rId244"/>
              <a:stretch>
                <a:fillRect/>
              </a:stretch>
            </p:blipFill>
            <p:spPr>
              <a:xfrm>
                <a:off x="5228044" y="1054508"/>
                <a:ext cx="306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5">
            <p14:nvContentPartPr>
              <p14:cNvPr id="216" name="Tinta 215">
                <a:extLst>
                  <a:ext uri="{FF2B5EF4-FFF2-40B4-BE49-F238E27FC236}">
                    <a16:creationId xmlns:a16="http://schemas.microsoft.com/office/drawing/2014/main" id="{369C5EEE-1A16-8CA0-F882-E281B706E270}"/>
                  </a:ext>
                </a:extLst>
              </p14:cNvPr>
              <p14:cNvContentPartPr/>
              <p14:nvPr/>
            </p14:nvContentPartPr>
            <p14:xfrm>
              <a:off x="6002404" y="1906988"/>
              <a:ext cx="527040" cy="217080"/>
            </p14:xfrm>
          </p:contentPart>
        </mc:Choice>
        <mc:Fallback>
          <p:pic>
            <p:nvPicPr>
              <p:cNvPr id="216" name="Tinta 215">
                <a:extLst>
                  <a:ext uri="{FF2B5EF4-FFF2-40B4-BE49-F238E27FC236}">
                    <a16:creationId xmlns:a16="http://schemas.microsoft.com/office/drawing/2014/main" id="{369C5EEE-1A16-8CA0-F882-E281B706E270}"/>
                  </a:ext>
                </a:extLst>
              </p:cNvPr>
              <p:cNvPicPr/>
              <p:nvPr/>
            </p:nvPicPr>
            <p:blipFill>
              <a:blip r:embed="rId246"/>
              <a:stretch>
                <a:fillRect/>
              </a:stretch>
            </p:blipFill>
            <p:spPr>
              <a:xfrm>
                <a:off x="5996284" y="1900868"/>
                <a:ext cx="539280" cy="229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1" name="Agrupar 220">
            <a:extLst>
              <a:ext uri="{FF2B5EF4-FFF2-40B4-BE49-F238E27FC236}">
                <a16:creationId xmlns:a16="http://schemas.microsoft.com/office/drawing/2014/main" id="{BBCD8D5E-52A0-82B2-C923-878DB032E4F5}"/>
              </a:ext>
            </a:extLst>
          </p:cNvPr>
          <p:cNvGrpSpPr/>
          <p:nvPr/>
        </p:nvGrpSpPr>
        <p:grpSpPr>
          <a:xfrm>
            <a:off x="5233804" y="884228"/>
            <a:ext cx="884520" cy="241920"/>
            <a:chOff x="5233804" y="884228"/>
            <a:chExt cx="884520" cy="241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17" name="Tinta 216">
                  <a:extLst>
                    <a:ext uri="{FF2B5EF4-FFF2-40B4-BE49-F238E27FC236}">
                      <a16:creationId xmlns:a16="http://schemas.microsoft.com/office/drawing/2014/main" id="{41D28068-7D83-459C-B93A-481BE9BAC719}"/>
                    </a:ext>
                  </a:extLst>
                </p14:cNvPr>
                <p14:cNvContentPartPr/>
                <p14:nvPr/>
              </p14:nvContentPartPr>
              <p14:xfrm>
                <a:off x="5233804" y="884228"/>
                <a:ext cx="490680" cy="175320"/>
              </p14:xfrm>
            </p:contentPart>
          </mc:Choice>
          <mc:Fallback>
            <p:pic>
              <p:nvPicPr>
                <p:cNvPr id="217" name="Tinta 216">
                  <a:extLst>
                    <a:ext uri="{FF2B5EF4-FFF2-40B4-BE49-F238E27FC236}">
                      <a16:creationId xmlns:a16="http://schemas.microsoft.com/office/drawing/2014/main" id="{41D28068-7D83-459C-B93A-481BE9BAC71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5227684" y="878108"/>
                  <a:ext cx="50292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18" name="Tinta 217">
                  <a:extLst>
                    <a:ext uri="{FF2B5EF4-FFF2-40B4-BE49-F238E27FC236}">
                      <a16:creationId xmlns:a16="http://schemas.microsoft.com/office/drawing/2014/main" id="{DC274147-A9A2-2CB5-9A5A-59E475C14E10}"/>
                    </a:ext>
                  </a:extLst>
                </p14:cNvPr>
                <p14:cNvContentPartPr/>
                <p14:nvPr/>
              </p14:nvContentPartPr>
              <p14:xfrm>
                <a:off x="5493364" y="1069988"/>
                <a:ext cx="203040" cy="56160"/>
              </p14:xfrm>
            </p:contentPart>
          </mc:Choice>
          <mc:Fallback>
            <p:pic>
              <p:nvPicPr>
                <p:cNvPr id="218" name="Tinta 217">
                  <a:extLst>
                    <a:ext uri="{FF2B5EF4-FFF2-40B4-BE49-F238E27FC236}">
                      <a16:creationId xmlns:a16="http://schemas.microsoft.com/office/drawing/2014/main" id="{DC274147-A9A2-2CB5-9A5A-59E475C14E1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5487244" y="1063868"/>
                  <a:ext cx="21528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19" name="Tinta 218">
                  <a:extLst>
                    <a:ext uri="{FF2B5EF4-FFF2-40B4-BE49-F238E27FC236}">
                      <a16:creationId xmlns:a16="http://schemas.microsoft.com/office/drawing/2014/main" id="{80784052-2A2D-10F8-6469-3CFB985E906E}"/>
                    </a:ext>
                  </a:extLst>
                </p14:cNvPr>
                <p14:cNvContentPartPr/>
                <p14:nvPr/>
              </p14:nvContentPartPr>
              <p14:xfrm>
                <a:off x="6002764" y="1017428"/>
                <a:ext cx="115560" cy="19440"/>
              </p14:xfrm>
            </p:contentPart>
          </mc:Choice>
          <mc:Fallback>
            <p:pic>
              <p:nvPicPr>
                <p:cNvPr id="219" name="Tinta 218">
                  <a:extLst>
                    <a:ext uri="{FF2B5EF4-FFF2-40B4-BE49-F238E27FC236}">
                      <a16:creationId xmlns:a16="http://schemas.microsoft.com/office/drawing/2014/main" id="{80784052-2A2D-10F8-6469-3CFB985E906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5996644" y="1011308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20" name="Tinta 219">
                  <a:extLst>
                    <a:ext uri="{FF2B5EF4-FFF2-40B4-BE49-F238E27FC236}">
                      <a16:creationId xmlns:a16="http://schemas.microsoft.com/office/drawing/2014/main" id="{6666B1EC-95CD-2C8E-7629-EB18EACA66E4}"/>
                    </a:ext>
                  </a:extLst>
                </p14:cNvPr>
                <p14:cNvContentPartPr/>
                <p14:nvPr/>
              </p14:nvContentPartPr>
              <p14:xfrm>
                <a:off x="5797564" y="1106708"/>
                <a:ext cx="284760" cy="7920"/>
              </p14:xfrm>
            </p:contentPart>
          </mc:Choice>
          <mc:Fallback>
            <p:pic>
              <p:nvPicPr>
                <p:cNvPr id="220" name="Tinta 219">
                  <a:extLst>
                    <a:ext uri="{FF2B5EF4-FFF2-40B4-BE49-F238E27FC236}">
                      <a16:creationId xmlns:a16="http://schemas.microsoft.com/office/drawing/2014/main" id="{6666B1EC-95CD-2C8E-7629-EB18EACA66E4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5791444" y="1100588"/>
                  <a:ext cx="297000" cy="2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Agrupar 229">
            <a:extLst>
              <a:ext uri="{FF2B5EF4-FFF2-40B4-BE49-F238E27FC236}">
                <a16:creationId xmlns:a16="http://schemas.microsoft.com/office/drawing/2014/main" id="{F6E9A340-2FD5-580C-D4A7-06A01E4702A4}"/>
              </a:ext>
            </a:extLst>
          </p:cNvPr>
          <p:cNvGrpSpPr/>
          <p:nvPr/>
        </p:nvGrpSpPr>
        <p:grpSpPr>
          <a:xfrm>
            <a:off x="6787564" y="886388"/>
            <a:ext cx="1330560" cy="444600"/>
            <a:chOff x="6787564" y="886388"/>
            <a:chExt cx="1330560" cy="44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22" name="Tinta 221">
                  <a:extLst>
                    <a:ext uri="{FF2B5EF4-FFF2-40B4-BE49-F238E27FC236}">
                      <a16:creationId xmlns:a16="http://schemas.microsoft.com/office/drawing/2014/main" id="{95CEED1A-E746-4217-EC23-544CDE2AB184}"/>
                    </a:ext>
                  </a:extLst>
                </p14:cNvPr>
                <p14:cNvContentPartPr/>
                <p14:nvPr/>
              </p14:nvContentPartPr>
              <p14:xfrm>
                <a:off x="6818164" y="886388"/>
                <a:ext cx="371160" cy="222480"/>
              </p14:xfrm>
            </p:contentPart>
          </mc:Choice>
          <mc:Fallback>
            <p:pic>
              <p:nvPicPr>
                <p:cNvPr id="222" name="Tinta 221">
                  <a:extLst>
                    <a:ext uri="{FF2B5EF4-FFF2-40B4-BE49-F238E27FC236}">
                      <a16:creationId xmlns:a16="http://schemas.microsoft.com/office/drawing/2014/main" id="{95CEED1A-E746-4217-EC23-544CDE2AB184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6812044" y="880268"/>
                  <a:ext cx="3834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23" name="Tinta 222">
                  <a:extLst>
                    <a:ext uri="{FF2B5EF4-FFF2-40B4-BE49-F238E27FC236}">
                      <a16:creationId xmlns:a16="http://schemas.microsoft.com/office/drawing/2014/main" id="{25681704-6BD8-07B5-6D4B-0A4A7E5F647D}"/>
                    </a:ext>
                  </a:extLst>
                </p14:cNvPr>
                <p14:cNvContentPartPr/>
                <p14:nvPr/>
              </p14:nvContentPartPr>
              <p14:xfrm>
                <a:off x="6787564" y="1115708"/>
                <a:ext cx="349560" cy="13680"/>
              </p14:xfrm>
            </p:contentPart>
          </mc:Choice>
          <mc:Fallback>
            <p:pic>
              <p:nvPicPr>
                <p:cNvPr id="223" name="Tinta 222">
                  <a:extLst>
                    <a:ext uri="{FF2B5EF4-FFF2-40B4-BE49-F238E27FC236}">
                      <a16:creationId xmlns:a16="http://schemas.microsoft.com/office/drawing/2014/main" id="{25681704-6BD8-07B5-6D4B-0A4A7E5F647D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6781444" y="1109588"/>
                  <a:ext cx="361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25" name="Tinta 224">
                  <a:extLst>
                    <a:ext uri="{FF2B5EF4-FFF2-40B4-BE49-F238E27FC236}">
                      <a16:creationId xmlns:a16="http://schemas.microsoft.com/office/drawing/2014/main" id="{69FB00A9-2B4D-B635-E190-9448C555CD9D}"/>
                    </a:ext>
                  </a:extLst>
                </p14:cNvPr>
                <p14:cNvContentPartPr/>
                <p14:nvPr/>
              </p14:nvContentPartPr>
              <p14:xfrm>
                <a:off x="6860644" y="1215068"/>
                <a:ext cx="149760" cy="115920"/>
              </p14:xfrm>
            </p:contentPart>
          </mc:Choice>
          <mc:Fallback>
            <p:pic>
              <p:nvPicPr>
                <p:cNvPr id="225" name="Tinta 224">
                  <a:extLst>
                    <a:ext uri="{FF2B5EF4-FFF2-40B4-BE49-F238E27FC236}">
                      <a16:creationId xmlns:a16="http://schemas.microsoft.com/office/drawing/2014/main" id="{69FB00A9-2B4D-B635-E190-9448C555CD9D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6854524" y="1208948"/>
                  <a:ext cx="162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26" name="Tinta 225">
                  <a:extLst>
                    <a:ext uri="{FF2B5EF4-FFF2-40B4-BE49-F238E27FC236}">
                      <a16:creationId xmlns:a16="http://schemas.microsoft.com/office/drawing/2014/main" id="{C94C6A20-3A03-0A65-E90F-65FD4CFE25E9}"/>
                    </a:ext>
                  </a:extLst>
                </p14:cNvPr>
                <p14:cNvContentPartPr/>
                <p14:nvPr/>
              </p14:nvContentPartPr>
              <p14:xfrm>
                <a:off x="7332964" y="1057388"/>
                <a:ext cx="241560" cy="30600"/>
              </p14:xfrm>
            </p:contentPart>
          </mc:Choice>
          <mc:Fallback>
            <p:pic>
              <p:nvPicPr>
                <p:cNvPr id="226" name="Tinta 225">
                  <a:extLst>
                    <a:ext uri="{FF2B5EF4-FFF2-40B4-BE49-F238E27FC236}">
                      <a16:creationId xmlns:a16="http://schemas.microsoft.com/office/drawing/2014/main" id="{C94C6A20-3A03-0A65-E90F-65FD4CFE25E9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326844" y="1051268"/>
                  <a:ext cx="2538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27" name="Tinta 226">
                  <a:extLst>
                    <a:ext uri="{FF2B5EF4-FFF2-40B4-BE49-F238E27FC236}">
                      <a16:creationId xmlns:a16="http://schemas.microsoft.com/office/drawing/2014/main" id="{4CD2FDA5-1768-C698-EF8F-3ABC4FF18870}"/>
                    </a:ext>
                  </a:extLst>
                </p14:cNvPr>
                <p14:cNvContentPartPr/>
                <p14:nvPr/>
              </p14:nvContentPartPr>
              <p14:xfrm>
                <a:off x="7377964" y="1072148"/>
                <a:ext cx="52560" cy="114480"/>
              </p14:xfrm>
            </p:contentPart>
          </mc:Choice>
          <mc:Fallback>
            <p:pic>
              <p:nvPicPr>
                <p:cNvPr id="227" name="Tinta 226">
                  <a:extLst>
                    <a:ext uri="{FF2B5EF4-FFF2-40B4-BE49-F238E27FC236}">
                      <a16:creationId xmlns:a16="http://schemas.microsoft.com/office/drawing/2014/main" id="{4CD2FDA5-1768-C698-EF8F-3ABC4FF18870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7371844" y="1066028"/>
                  <a:ext cx="64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28" name="Tinta 227">
                  <a:extLst>
                    <a:ext uri="{FF2B5EF4-FFF2-40B4-BE49-F238E27FC236}">
                      <a16:creationId xmlns:a16="http://schemas.microsoft.com/office/drawing/2014/main" id="{C5D4A12A-9B85-251C-BFC9-5FAA93922315}"/>
                    </a:ext>
                  </a:extLst>
                </p14:cNvPr>
                <p14:cNvContentPartPr/>
                <p14:nvPr/>
              </p14:nvContentPartPr>
              <p14:xfrm>
                <a:off x="7529164" y="1115708"/>
                <a:ext cx="360" cy="30600"/>
              </p14:xfrm>
            </p:contentPart>
          </mc:Choice>
          <mc:Fallback>
            <p:pic>
              <p:nvPicPr>
                <p:cNvPr id="228" name="Tinta 227">
                  <a:extLst>
                    <a:ext uri="{FF2B5EF4-FFF2-40B4-BE49-F238E27FC236}">
                      <a16:creationId xmlns:a16="http://schemas.microsoft.com/office/drawing/2014/main" id="{C5D4A12A-9B85-251C-BFC9-5FAA93922315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7523044" y="1109588"/>
                  <a:ext cx="126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29" name="Tinta 228">
                  <a:extLst>
                    <a:ext uri="{FF2B5EF4-FFF2-40B4-BE49-F238E27FC236}">
                      <a16:creationId xmlns:a16="http://schemas.microsoft.com/office/drawing/2014/main" id="{18CF3FA3-FB3B-B657-7C64-F0749B0E4FD5}"/>
                    </a:ext>
                  </a:extLst>
                </p14:cNvPr>
                <p14:cNvContentPartPr/>
                <p14:nvPr/>
              </p14:nvContentPartPr>
              <p14:xfrm>
                <a:off x="7824004" y="1068908"/>
                <a:ext cx="294120" cy="115560"/>
              </p14:xfrm>
            </p:contentPart>
          </mc:Choice>
          <mc:Fallback>
            <p:pic>
              <p:nvPicPr>
                <p:cNvPr id="229" name="Tinta 228">
                  <a:extLst>
                    <a:ext uri="{FF2B5EF4-FFF2-40B4-BE49-F238E27FC236}">
                      <a16:creationId xmlns:a16="http://schemas.microsoft.com/office/drawing/2014/main" id="{18CF3FA3-FB3B-B657-7C64-F0749B0E4FD5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7817884" y="1062788"/>
                  <a:ext cx="306360" cy="12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69">
            <p14:nvContentPartPr>
              <p14:cNvPr id="234" name="Tinta 233">
                <a:extLst>
                  <a:ext uri="{FF2B5EF4-FFF2-40B4-BE49-F238E27FC236}">
                    <a16:creationId xmlns:a16="http://schemas.microsoft.com/office/drawing/2014/main" id="{987DD2C5-613F-C875-7B65-E6BCB61FE129}"/>
                  </a:ext>
                </a:extLst>
              </p14:cNvPr>
              <p14:cNvContentPartPr/>
              <p14:nvPr/>
            </p14:nvContentPartPr>
            <p14:xfrm>
              <a:off x="8335924" y="866588"/>
              <a:ext cx="252720" cy="168840"/>
            </p14:xfrm>
          </p:contentPart>
        </mc:Choice>
        <mc:Fallback>
          <p:pic>
            <p:nvPicPr>
              <p:cNvPr id="234" name="Tinta 233">
                <a:extLst>
                  <a:ext uri="{FF2B5EF4-FFF2-40B4-BE49-F238E27FC236}">
                    <a16:creationId xmlns:a16="http://schemas.microsoft.com/office/drawing/2014/main" id="{987DD2C5-613F-C875-7B65-E6BCB61FE129}"/>
                  </a:ext>
                </a:extLst>
              </p:cNvPr>
              <p:cNvPicPr/>
              <p:nvPr/>
            </p:nvPicPr>
            <p:blipFill>
              <a:blip r:embed="rId270"/>
              <a:stretch>
                <a:fillRect/>
              </a:stretch>
            </p:blipFill>
            <p:spPr>
              <a:xfrm>
                <a:off x="8329804" y="860468"/>
                <a:ext cx="264960" cy="181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Agrupar 237">
            <a:extLst>
              <a:ext uri="{FF2B5EF4-FFF2-40B4-BE49-F238E27FC236}">
                <a16:creationId xmlns:a16="http://schemas.microsoft.com/office/drawing/2014/main" id="{51654D58-93E3-A51B-1F97-0CCB6577A2BD}"/>
              </a:ext>
            </a:extLst>
          </p:cNvPr>
          <p:cNvGrpSpPr/>
          <p:nvPr/>
        </p:nvGrpSpPr>
        <p:grpSpPr>
          <a:xfrm>
            <a:off x="8983564" y="954788"/>
            <a:ext cx="313560" cy="155880"/>
            <a:chOff x="8983564" y="954788"/>
            <a:chExt cx="313560" cy="15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1">
              <p14:nvContentPartPr>
                <p14:cNvPr id="235" name="Tinta 234">
                  <a:extLst>
                    <a:ext uri="{FF2B5EF4-FFF2-40B4-BE49-F238E27FC236}">
                      <a16:creationId xmlns:a16="http://schemas.microsoft.com/office/drawing/2014/main" id="{92F361A3-6C41-DB44-434F-AE538D6149EE}"/>
                    </a:ext>
                  </a:extLst>
                </p14:cNvPr>
                <p14:cNvContentPartPr/>
                <p14:nvPr/>
              </p14:nvContentPartPr>
              <p14:xfrm>
                <a:off x="9154564" y="954788"/>
                <a:ext cx="27360" cy="11880"/>
              </p14:xfrm>
            </p:contentPart>
          </mc:Choice>
          <mc:Fallback>
            <p:pic>
              <p:nvPicPr>
                <p:cNvPr id="235" name="Tinta 234">
                  <a:extLst>
                    <a:ext uri="{FF2B5EF4-FFF2-40B4-BE49-F238E27FC236}">
                      <a16:creationId xmlns:a16="http://schemas.microsoft.com/office/drawing/2014/main" id="{92F361A3-6C41-DB44-434F-AE538D6149E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148444" y="948668"/>
                  <a:ext cx="396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3">
              <p14:nvContentPartPr>
                <p14:cNvPr id="236" name="Tinta 235">
                  <a:extLst>
                    <a:ext uri="{FF2B5EF4-FFF2-40B4-BE49-F238E27FC236}">
                      <a16:creationId xmlns:a16="http://schemas.microsoft.com/office/drawing/2014/main" id="{9CEC0512-1CCE-C4E1-8904-A22BE596BB05}"/>
                    </a:ext>
                  </a:extLst>
                </p14:cNvPr>
                <p14:cNvContentPartPr/>
                <p14:nvPr/>
              </p14:nvContentPartPr>
              <p14:xfrm>
                <a:off x="9055564" y="1013108"/>
                <a:ext cx="241560" cy="27360"/>
              </p14:xfrm>
            </p:contentPart>
          </mc:Choice>
          <mc:Fallback>
            <p:pic>
              <p:nvPicPr>
                <p:cNvPr id="236" name="Tinta 235">
                  <a:extLst>
                    <a:ext uri="{FF2B5EF4-FFF2-40B4-BE49-F238E27FC236}">
                      <a16:creationId xmlns:a16="http://schemas.microsoft.com/office/drawing/2014/main" id="{9CEC0512-1CCE-C4E1-8904-A22BE596BB05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9049444" y="1006988"/>
                  <a:ext cx="253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5">
              <p14:nvContentPartPr>
                <p14:cNvPr id="237" name="Tinta 236">
                  <a:extLst>
                    <a:ext uri="{FF2B5EF4-FFF2-40B4-BE49-F238E27FC236}">
                      <a16:creationId xmlns:a16="http://schemas.microsoft.com/office/drawing/2014/main" id="{E0187AF2-98E6-BFEB-D2AF-806914D28EE7}"/>
                    </a:ext>
                  </a:extLst>
                </p14:cNvPr>
                <p14:cNvContentPartPr/>
                <p14:nvPr/>
              </p14:nvContentPartPr>
              <p14:xfrm>
                <a:off x="8983564" y="1093028"/>
                <a:ext cx="250560" cy="17640"/>
              </p14:xfrm>
            </p:contentPart>
          </mc:Choice>
          <mc:Fallback>
            <p:pic>
              <p:nvPicPr>
                <p:cNvPr id="237" name="Tinta 236">
                  <a:extLst>
                    <a:ext uri="{FF2B5EF4-FFF2-40B4-BE49-F238E27FC236}">
                      <a16:creationId xmlns:a16="http://schemas.microsoft.com/office/drawing/2014/main" id="{E0187AF2-98E6-BFEB-D2AF-806914D28EE7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8977444" y="1086908"/>
                  <a:ext cx="26280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9" name="Agrupar 248">
            <a:extLst>
              <a:ext uri="{FF2B5EF4-FFF2-40B4-BE49-F238E27FC236}">
                <a16:creationId xmlns:a16="http://schemas.microsoft.com/office/drawing/2014/main" id="{AFDB33CE-381B-12BF-93CC-67F48B4B2D68}"/>
              </a:ext>
            </a:extLst>
          </p:cNvPr>
          <p:cNvGrpSpPr/>
          <p:nvPr/>
        </p:nvGrpSpPr>
        <p:grpSpPr>
          <a:xfrm>
            <a:off x="9635164" y="814388"/>
            <a:ext cx="2088360" cy="613440"/>
            <a:chOff x="9635164" y="814388"/>
            <a:chExt cx="2088360" cy="61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7">
              <p14:nvContentPartPr>
                <p14:cNvPr id="239" name="Tinta 238">
                  <a:extLst>
                    <a:ext uri="{FF2B5EF4-FFF2-40B4-BE49-F238E27FC236}">
                      <a16:creationId xmlns:a16="http://schemas.microsoft.com/office/drawing/2014/main" id="{ED25EBED-D661-ECB1-8053-F3E0D93E6AED}"/>
                    </a:ext>
                  </a:extLst>
                </p14:cNvPr>
                <p14:cNvContentPartPr/>
                <p14:nvPr/>
              </p14:nvContentPartPr>
              <p14:xfrm>
                <a:off x="9643084" y="953348"/>
                <a:ext cx="464400" cy="163080"/>
              </p14:xfrm>
            </p:contentPart>
          </mc:Choice>
          <mc:Fallback>
            <p:pic>
              <p:nvPicPr>
                <p:cNvPr id="239" name="Tinta 238">
                  <a:extLst>
                    <a:ext uri="{FF2B5EF4-FFF2-40B4-BE49-F238E27FC236}">
                      <a16:creationId xmlns:a16="http://schemas.microsoft.com/office/drawing/2014/main" id="{ED25EBED-D661-ECB1-8053-F3E0D93E6AE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9636964" y="947228"/>
                  <a:ext cx="4766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9">
              <p14:nvContentPartPr>
                <p14:cNvPr id="240" name="Tinta 239">
                  <a:extLst>
                    <a:ext uri="{FF2B5EF4-FFF2-40B4-BE49-F238E27FC236}">
                      <a16:creationId xmlns:a16="http://schemas.microsoft.com/office/drawing/2014/main" id="{1617EA3A-17A7-6BB8-7B15-7A33E5FD552C}"/>
                    </a:ext>
                  </a:extLst>
                </p14:cNvPr>
                <p14:cNvContentPartPr/>
                <p14:nvPr/>
              </p14:nvContentPartPr>
              <p14:xfrm>
                <a:off x="9716164" y="1157468"/>
                <a:ext cx="349560" cy="13680"/>
              </p14:xfrm>
            </p:contentPart>
          </mc:Choice>
          <mc:Fallback>
            <p:pic>
              <p:nvPicPr>
                <p:cNvPr id="240" name="Tinta 239">
                  <a:extLst>
                    <a:ext uri="{FF2B5EF4-FFF2-40B4-BE49-F238E27FC236}">
                      <a16:creationId xmlns:a16="http://schemas.microsoft.com/office/drawing/2014/main" id="{1617EA3A-17A7-6BB8-7B15-7A33E5FD552C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9710044" y="1151348"/>
                  <a:ext cx="3618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1">
              <p14:nvContentPartPr>
                <p14:cNvPr id="241" name="Tinta 240">
                  <a:extLst>
                    <a:ext uri="{FF2B5EF4-FFF2-40B4-BE49-F238E27FC236}">
                      <a16:creationId xmlns:a16="http://schemas.microsoft.com/office/drawing/2014/main" id="{5E054A12-3544-C71C-8C89-CA2D2644F5B8}"/>
                    </a:ext>
                  </a:extLst>
                </p14:cNvPr>
                <p14:cNvContentPartPr/>
                <p14:nvPr/>
              </p14:nvContentPartPr>
              <p14:xfrm>
                <a:off x="9635164" y="1261868"/>
                <a:ext cx="162000" cy="165960"/>
              </p14:xfrm>
            </p:contentPart>
          </mc:Choice>
          <mc:Fallback>
            <p:pic>
              <p:nvPicPr>
                <p:cNvPr id="241" name="Tinta 240">
                  <a:extLst>
                    <a:ext uri="{FF2B5EF4-FFF2-40B4-BE49-F238E27FC236}">
                      <a16:creationId xmlns:a16="http://schemas.microsoft.com/office/drawing/2014/main" id="{5E054A12-3544-C71C-8C89-CA2D2644F5B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9629044" y="1255748"/>
                  <a:ext cx="174240" cy="17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3">
              <p14:nvContentPartPr>
                <p14:cNvPr id="242" name="Tinta 241">
                  <a:extLst>
                    <a:ext uri="{FF2B5EF4-FFF2-40B4-BE49-F238E27FC236}">
                      <a16:creationId xmlns:a16="http://schemas.microsoft.com/office/drawing/2014/main" id="{92EB2955-674E-9CE4-807A-9BC649E78F66}"/>
                    </a:ext>
                  </a:extLst>
                </p14:cNvPr>
                <p14:cNvContentPartPr/>
                <p14:nvPr/>
              </p14:nvContentPartPr>
              <p14:xfrm>
                <a:off x="10403764" y="1115708"/>
                <a:ext cx="259560" cy="6120"/>
              </p14:xfrm>
            </p:contentPart>
          </mc:Choice>
          <mc:Fallback>
            <p:pic>
              <p:nvPicPr>
                <p:cNvPr id="242" name="Tinta 241">
                  <a:extLst>
                    <a:ext uri="{FF2B5EF4-FFF2-40B4-BE49-F238E27FC236}">
                      <a16:creationId xmlns:a16="http://schemas.microsoft.com/office/drawing/2014/main" id="{92EB2955-674E-9CE4-807A-9BC649E78F66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0397644" y="1109588"/>
                  <a:ext cx="271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5">
              <p14:nvContentPartPr>
                <p14:cNvPr id="243" name="Tinta 242">
                  <a:extLst>
                    <a:ext uri="{FF2B5EF4-FFF2-40B4-BE49-F238E27FC236}">
                      <a16:creationId xmlns:a16="http://schemas.microsoft.com/office/drawing/2014/main" id="{89FC4AA9-06BB-3BBE-3B78-7D396FEF00A3}"/>
                    </a:ext>
                  </a:extLst>
                </p14:cNvPr>
                <p14:cNvContentPartPr/>
                <p14:nvPr/>
              </p14:nvContentPartPr>
              <p14:xfrm>
                <a:off x="10340764" y="1129028"/>
                <a:ext cx="27360" cy="34920"/>
              </p14:xfrm>
            </p:contentPart>
          </mc:Choice>
          <mc:Fallback>
            <p:pic>
              <p:nvPicPr>
                <p:cNvPr id="243" name="Tinta 242">
                  <a:extLst>
                    <a:ext uri="{FF2B5EF4-FFF2-40B4-BE49-F238E27FC236}">
                      <a16:creationId xmlns:a16="http://schemas.microsoft.com/office/drawing/2014/main" id="{89FC4AA9-06BB-3BBE-3B78-7D396FEF00A3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10334644" y="1122908"/>
                  <a:ext cx="396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7">
              <p14:nvContentPartPr>
                <p14:cNvPr id="244" name="Tinta 243">
                  <a:extLst>
                    <a:ext uri="{FF2B5EF4-FFF2-40B4-BE49-F238E27FC236}">
                      <a16:creationId xmlns:a16="http://schemas.microsoft.com/office/drawing/2014/main" id="{647A44AD-2993-056A-2FB1-077592ABE302}"/>
                    </a:ext>
                  </a:extLst>
                </p14:cNvPr>
                <p14:cNvContentPartPr/>
                <p14:nvPr/>
              </p14:nvContentPartPr>
              <p14:xfrm>
                <a:off x="10225564" y="1167548"/>
                <a:ext cx="88560" cy="83520"/>
              </p14:xfrm>
            </p:contentPart>
          </mc:Choice>
          <mc:Fallback>
            <p:pic>
              <p:nvPicPr>
                <p:cNvPr id="244" name="Tinta 243">
                  <a:extLst>
                    <a:ext uri="{FF2B5EF4-FFF2-40B4-BE49-F238E27FC236}">
                      <a16:creationId xmlns:a16="http://schemas.microsoft.com/office/drawing/2014/main" id="{647A44AD-2993-056A-2FB1-077592ABE302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10219444" y="1161428"/>
                  <a:ext cx="1008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9">
              <p14:nvContentPartPr>
                <p14:cNvPr id="245" name="Tinta 244">
                  <a:extLst>
                    <a:ext uri="{FF2B5EF4-FFF2-40B4-BE49-F238E27FC236}">
                      <a16:creationId xmlns:a16="http://schemas.microsoft.com/office/drawing/2014/main" id="{AF56F824-C0BE-395F-0EFE-F4BB03325DB5}"/>
                    </a:ext>
                  </a:extLst>
                </p14:cNvPr>
                <p14:cNvContentPartPr/>
                <p14:nvPr/>
              </p14:nvContentPartPr>
              <p14:xfrm>
                <a:off x="10376764" y="1131188"/>
                <a:ext cx="187560" cy="142560"/>
              </p14:xfrm>
            </p:contentPart>
          </mc:Choice>
          <mc:Fallback>
            <p:pic>
              <p:nvPicPr>
                <p:cNvPr id="245" name="Tinta 244">
                  <a:extLst>
                    <a:ext uri="{FF2B5EF4-FFF2-40B4-BE49-F238E27FC236}">
                      <a16:creationId xmlns:a16="http://schemas.microsoft.com/office/drawing/2014/main" id="{AF56F824-C0BE-395F-0EFE-F4BB03325DB5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10370644" y="1125068"/>
                  <a:ext cx="1998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1">
              <p14:nvContentPartPr>
                <p14:cNvPr id="247" name="Tinta 246">
                  <a:extLst>
                    <a:ext uri="{FF2B5EF4-FFF2-40B4-BE49-F238E27FC236}">
                      <a16:creationId xmlns:a16="http://schemas.microsoft.com/office/drawing/2014/main" id="{2952BA06-9B4F-E3DB-357E-E7293EF0C8A4}"/>
                    </a:ext>
                  </a:extLst>
                </p14:cNvPr>
                <p14:cNvContentPartPr/>
                <p14:nvPr/>
              </p14:nvContentPartPr>
              <p14:xfrm>
                <a:off x="10622644" y="1032908"/>
                <a:ext cx="574920" cy="156960"/>
              </p14:xfrm>
            </p:contentPart>
          </mc:Choice>
          <mc:Fallback>
            <p:pic>
              <p:nvPicPr>
                <p:cNvPr id="247" name="Tinta 246">
                  <a:extLst>
                    <a:ext uri="{FF2B5EF4-FFF2-40B4-BE49-F238E27FC236}">
                      <a16:creationId xmlns:a16="http://schemas.microsoft.com/office/drawing/2014/main" id="{2952BA06-9B4F-E3DB-357E-E7293EF0C8A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0616524" y="1026788"/>
                  <a:ext cx="5871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3">
              <p14:nvContentPartPr>
                <p14:cNvPr id="248" name="Tinta 247">
                  <a:extLst>
                    <a:ext uri="{FF2B5EF4-FFF2-40B4-BE49-F238E27FC236}">
                      <a16:creationId xmlns:a16="http://schemas.microsoft.com/office/drawing/2014/main" id="{63A5AE9D-2384-A18D-D6DB-789A1932DEDD}"/>
                    </a:ext>
                  </a:extLst>
                </p14:cNvPr>
                <p14:cNvContentPartPr/>
                <p14:nvPr/>
              </p14:nvContentPartPr>
              <p14:xfrm>
                <a:off x="11341564" y="814388"/>
                <a:ext cx="381960" cy="213120"/>
              </p14:xfrm>
            </p:contentPart>
          </mc:Choice>
          <mc:Fallback>
            <p:pic>
              <p:nvPicPr>
                <p:cNvPr id="248" name="Tinta 247">
                  <a:extLst>
                    <a:ext uri="{FF2B5EF4-FFF2-40B4-BE49-F238E27FC236}">
                      <a16:creationId xmlns:a16="http://schemas.microsoft.com/office/drawing/2014/main" id="{63A5AE9D-2384-A18D-D6DB-789A1932DED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1335444" y="808268"/>
                  <a:ext cx="394200" cy="22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2" name="Agrupar 261">
            <a:extLst>
              <a:ext uri="{FF2B5EF4-FFF2-40B4-BE49-F238E27FC236}">
                <a16:creationId xmlns:a16="http://schemas.microsoft.com/office/drawing/2014/main" id="{406642D3-02A8-0C09-398F-A0996018A37B}"/>
              </a:ext>
            </a:extLst>
          </p:cNvPr>
          <p:cNvGrpSpPr/>
          <p:nvPr/>
        </p:nvGrpSpPr>
        <p:grpSpPr>
          <a:xfrm>
            <a:off x="5278804" y="1417748"/>
            <a:ext cx="1509120" cy="296280"/>
            <a:chOff x="5278804" y="1417748"/>
            <a:chExt cx="1509120" cy="296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95">
              <p14:nvContentPartPr>
                <p14:cNvPr id="254" name="Tinta 253">
                  <a:extLst>
                    <a:ext uri="{FF2B5EF4-FFF2-40B4-BE49-F238E27FC236}">
                      <a16:creationId xmlns:a16="http://schemas.microsoft.com/office/drawing/2014/main" id="{604EB06A-1279-C0F6-C59F-E2478C74F9FA}"/>
                    </a:ext>
                  </a:extLst>
                </p14:cNvPr>
                <p14:cNvContentPartPr/>
                <p14:nvPr/>
              </p14:nvContentPartPr>
              <p14:xfrm>
                <a:off x="5278804" y="1417748"/>
                <a:ext cx="363600" cy="127440"/>
              </p14:xfrm>
            </p:contentPart>
          </mc:Choice>
          <mc:Fallback>
            <p:pic>
              <p:nvPicPr>
                <p:cNvPr id="254" name="Tinta 253">
                  <a:extLst>
                    <a:ext uri="{FF2B5EF4-FFF2-40B4-BE49-F238E27FC236}">
                      <a16:creationId xmlns:a16="http://schemas.microsoft.com/office/drawing/2014/main" id="{604EB06A-1279-C0F6-C59F-E2478C74F9FA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72684" y="1411628"/>
                  <a:ext cx="3758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7">
              <p14:nvContentPartPr>
                <p14:cNvPr id="255" name="Tinta 254">
                  <a:extLst>
                    <a:ext uri="{FF2B5EF4-FFF2-40B4-BE49-F238E27FC236}">
                      <a16:creationId xmlns:a16="http://schemas.microsoft.com/office/drawing/2014/main" id="{B73866B6-40D2-66A0-1514-3033C4194B75}"/>
                    </a:ext>
                  </a:extLst>
                </p14:cNvPr>
                <p14:cNvContentPartPr/>
                <p14:nvPr/>
              </p14:nvContentPartPr>
              <p14:xfrm>
                <a:off x="5656804" y="1552748"/>
                <a:ext cx="150480" cy="79560"/>
              </p14:xfrm>
            </p:contentPart>
          </mc:Choice>
          <mc:Fallback>
            <p:pic>
              <p:nvPicPr>
                <p:cNvPr id="255" name="Tinta 254">
                  <a:extLst>
                    <a:ext uri="{FF2B5EF4-FFF2-40B4-BE49-F238E27FC236}">
                      <a16:creationId xmlns:a16="http://schemas.microsoft.com/office/drawing/2014/main" id="{B73866B6-40D2-66A0-1514-3033C4194B75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5650684" y="1546628"/>
                  <a:ext cx="1627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9">
              <p14:nvContentPartPr>
                <p14:cNvPr id="256" name="Tinta 255">
                  <a:extLst>
                    <a:ext uri="{FF2B5EF4-FFF2-40B4-BE49-F238E27FC236}">
                      <a16:creationId xmlns:a16="http://schemas.microsoft.com/office/drawing/2014/main" id="{442ED03A-20BC-4B5B-E845-98C3239B0C61}"/>
                    </a:ext>
                  </a:extLst>
                </p14:cNvPr>
                <p14:cNvContentPartPr/>
                <p14:nvPr/>
              </p14:nvContentPartPr>
              <p14:xfrm>
                <a:off x="5911684" y="1578668"/>
                <a:ext cx="109440" cy="64440"/>
              </p14:xfrm>
            </p:contentPart>
          </mc:Choice>
          <mc:Fallback>
            <p:pic>
              <p:nvPicPr>
                <p:cNvPr id="256" name="Tinta 255">
                  <a:extLst>
                    <a:ext uri="{FF2B5EF4-FFF2-40B4-BE49-F238E27FC236}">
                      <a16:creationId xmlns:a16="http://schemas.microsoft.com/office/drawing/2014/main" id="{442ED03A-20BC-4B5B-E845-98C3239B0C61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5905564" y="1572548"/>
                  <a:ext cx="12168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1">
              <p14:nvContentPartPr>
                <p14:cNvPr id="257" name="Tinta 256">
                  <a:extLst>
                    <a:ext uri="{FF2B5EF4-FFF2-40B4-BE49-F238E27FC236}">
                      <a16:creationId xmlns:a16="http://schemas.microsoft.com/office/drawing/2014/main" id="{D5743339-6901-5C3E-CA0A-355A0A56CC5B}"/>
                    </a:ext>
                  </a:extLst>
                </p14:cNvPr>
                <p14:cNvContentPartPr/>
                <p14:nvPr/>
              </p14:nvContentPartPr>
              <p14:xfrm>
                <a:off x="6180964" y="1474628"/>
                <a:ext cx="205560" cy="149760"/>
              </p14:xfrm>
            </p:contentPart>
          </mc:Choice>
          <mc:Fallback>
            <p:pic>
              <p:nvPicPr>
                <p:cNvPr id="257" name="Tinta 256">
                  <a:extLst>
                    <a:ext uri="{FF2B5EF4-FFF2-40B4-BE49-F238E27FC236}">
                      <a16:creationId xmlns:a16="http://schemas.microsoft.com/office/drawing/2014/main" id="{D5743339-6901-5C3E-CA0A-355A0A56CC5B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6174844" y="1468508"/>
                  <a:ext cx="21780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3">
              <p14:nvContentPartPr>
                <p14:cNvPr id="258" name="Tinta 257">
                  <a:extLst>
                    <a:ext uri="{FF2B5EF4-FFF2-40B4-BE49-F238E27FC236}">
                      <a16:creationId xmlns:a16="http://schemas.microsoft.com/office/drawing/2014/main" id="{A6CEA393-2C77-E8FC-5A42-9C619C018C23}"/>
                    </a:ext>
                  </a:extLst>
                </p14:cNvPr>
                <p14:cNvContentPartPr/>
                <p14:nvPr/>
              </p14:nvContentPartPr>
              <p14:xfrm>
                <a:off x="6233524" y="1584428"/>
                <a:ext cx="207720" cy="97200"/>
              </p14:xfrm>
            </p:contentPart>
          </mc:Choice>
          <mc:Fallback>
            <p:pic>
              <p:nvPicPr>
                <p:cNvPr id="258" name="Tinta 257">
                  <a:extLst>
                    <a:ext uri="{FF2B5EF4-FFF2-40B4-BE49-F238E27FC236}">
                      <a16:creationId xmlns:a16="http://schemas.microsoft.com/office/drawing/2014/main" id="{A6CEA393-2C77-E8FC-5A42-9C619C018C2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6227404" y="1578308"/>
                  <a:ext cx="2199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5">
              <p14:nvContentPartPr>
                <p14:cNvPr id="259" name="Tinta 258">
                  <a:extLst>
                    <a:ext uri="{FF2B5EF4-FFF2-40B4-BE49-F238E27FC236}">
                      <a16:creationId xmlns:a16="http://schemas.microsoft.com/office/drawing/2014/main" id="{BCB192FF-C76C-4451-C389-07BA0770AC44}"/>
                    </a:ext>
                  </a:extLst>
                </p14:cNvPr>
                <p14:cNvContentPartPr/>
                <p14:nvPr/>
              </p14:nvContentPartPr>
              <p14:xfrm>
                <a:off x="6555364" y="1500908"/>
                <a:ext cx="144360" cy="152280"/>
              </p14:xfrm>
            </p:contentPart>
          </mc:Choice>
          <mc:Fallback>
            <p:pic>
              <p:nvPicPr>
                <p:cNvPr id="259" name="Tinta 258">
                  <a:extLst>
                    <a:ext uri="{FF2B5EF4-FFF2-40B4-BE49-F238E27FC236}">
                      <a16:creationId xmlns:a16="http://schemas.microsoft.com/office/drawing/2014/main" id="{BCB192FF-C76C-4451-C389-07BA0770AC44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6549244" y="1494788"/>
                  <a:ext cx="1566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7">
              <p14:nvContentPartPr>
                <p14:cNvPr id="260" name="Tinta 259">
                  <a:extLst>
                    <a:ext uri="{FF2B5EF4-FFF2-40B4-BE49-F238E27FC236}">
                      <a16:creationId xmlns:a16="http://schemas.microsoft.com/office/drawing/2014/main" id="{23C99957-DC88-847D-7E19-B5F6BA5B9E83}"/>
                    </a:ext>
                  </a:extLst>
                </p14:cNvPr>
                <p14:cNvContentPartPr/>
                <p14:nvPr/>
              </p14:nvContentPartPr>
              <p14:xfrm>
                <a:off x="6573364" y="1567508"/>
                <a:ext cx="214560" cy="10080"/>
              </p14:xfrm>
            </p:contentPart>
          </mc:Choice>
          <mc:Fallback>
            <p:pic>
              <p:nvPicPr>
                <p:cNvPr id="260" name="Tinta 259">
                  <a:extLst>
                    <a:ext uri="{FF2B5EF4-FFF2-40B4-BE49-F238E27FC236}">
                      <a16:creationId xmlns:a16="http://schemas.microsoft.com/office/drawing/2014/main" id="{23C99957-DC88-847D-7E19-B5F6BA5B9E83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567244" y="1561388"/>
                  <a:ext cx="226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9">
              <p14:nvContentPartPr>
                <p14:cNvPr id="261" name="Tinta 260">
                  <a:extLst>
                    <a:ext uri="{FF2B5EF4-FFF2-40B4-BE49-F238E27FC236}">
                      <a16:creationId xmlns:a16="http://schemas.microsoft.com/office/drawing/2014/main" id="{E0E0F701-608B-984D-02ED-D3255F516513}"/>
                    </a:ext>
                  </a:extLst>
                </p14:cNvPr>
                <p14:cNvContentPartPr/>
                <p14:nvPr/>
              </p14:nvContentPartPr>
              <p14:xfrm>
                <a:off x="6609724" y="1565708"/>
                <a:ext cx="169200" cy="148320"/>
              </p14:xfrm>
            </p:contentPart>
          </mc:Choice>
          <mc:Fallback>
            <p:pic>
              <p:nvPicPr>
                <p:cNvPr id="261" name="Tinta 260">
                  <a:extLst>
                    <a:ext uri="{FF2B5EF4-FFF2-40B4-BE49-F238E27FC236}">
                      <a16:creationId xmlns:a16="http://schemas.microsoft.com/office/drawing/2014/main" id="{E0E0F701-608B-984D-02ED-D3255F516513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603604" y="1559588"/>
                  <a:ext cx="181440" cy="160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5" name="Agrupar 264">
            <a:extLst>
              <a:ext uri="{FF2B5EF4-FFF2-40B4-BE49-F238E27FC236}">
                <a16:creationId xmlns:a16="http://schemas.microsoft.com/office/drawing/2014/main" id="{96CB014E-989F-17B0-5164-5B7300BACC90}"/>
              </a:ext>
            </a:extLst>
          </p:cNvPr>
          <p:cNvGrpSpPr/>
          <p:nvPr/>
        </p:nvGrpSpPr>
        <p:grpSpPr>
          <a:xfrm>
            <a:off x="7145764" y="1504868"/>
            <a:ext cx="275760" cy="93240"/>
            <a:chOff x="7145764" y="1504868"/>
            <a:chExt cx="275760" cy="9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1">
              <p14:nvContentPartPr>
                <p14:cNvPr id="263" name="Tinta 262">
                  <a:extLst>
                    <a:ext uri="{FF2B5EF4-FFF2-40B4-BE49-F238E27FC236}">
                      <a16:creationId xmlns:a16="http://schemas.microsoft.com/office/drawing/2014/main" id="{EAC02954-C93A-028D-A314-6EA3679674FF}"/>
                    </a:ext>
                  </a:extLst>
                </p14:cNvPr>
                <p14:cNvContentPartPr/>
                <p14:nvPr/>
              </p14:nvContentPartPr>
              <p14:xfrm>
                <a:off x="7224964" y="1504868"/>
                <a:ext cx="196560" cy="6120"/>
              </p14:xfrm>
            </p:contentPart>
          </mc:Choice>
          <mc:Fallback>
            <p:pic>
              <p:nvPicPr>
                <p:cNvPr id="263" name="Tinta 262">
                  <a:extLst>
                    <a:ext uri="{FF2B5EF4-FFF2-40B4-BE49-F238E27FC236}">
                      <a16:creationId xmlns:a16="http://schemas.microsoft.com/office/drawing/2014/main" id="{EAC02954-C93A-028D-A314-6EA3679674FF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7218844" y="1498748"/>
                  <a:ext cx="208800" cy="1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3">
              <p14:nvContentPartPr>
                <p14:cNvPr id="264" name="Tinta 263">
                  <a:extLst>
                    <a:ext uri="{FF2B5EF4-FFF2-40B4-BE49-F238E27FC236}">
                      <a16:creationId xmlns:a16="http://schemas.microsoft.com/office/drawing/2014/main" id="{9806E183-99F9-2186-4B8A-765A49966029}"/>
                    </a:ext>
                  </a:extLst>
                </p14:cNvPr>
                <p14:cNvContentPartPr/>
                <p14:nvPr/>
              </p14:nvContentPartPr>
              <p14:xfrm>
                <a:off x="7145764" y="1558148"/>
                <a:ext cx="142560" cy="39960"/>
              </p14:xfrm>
            </p:contentPart>
          </mc:Choice>
          <mc:Fallback>
            <p:pic>
              <p:nvPicPr>
                <p:cNvPr id="264" name="Tinta 263">
                  <a:extLst>
                    <a:ext uri="{FF2B5EF4-FFF2-40B4-BE49-F238E27FC236}">
                      <a16:creationId xmlns:a16="http://schemas.microsoft.com/office/drawing/2014/main" id="{9806E183-99F9-2186-4B8A-765A49966029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7139644" y="1552028"/>
                  <a:ext cx="15480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Agrupar 268">
            <a:extLst>
              <a:ext uri="{FF2B5EF4-FFF2-40B4-BE49-F238E27FC236}">
                <a16:creationId xmlns:a16="http://schemas.microsoft.com/office/drawing/2014/main" id="{41B4F724-2C54-6CE9-246D-5B0E54260474}"/>
              </a:ext>
            </a:extLst>
          </p:cNvPr>
          <p:cNvGrpSpPr/>
          <p:nvPr/>
        </p:nvGrpSpPr>
        <p:grpSpPr>
          <a:xfrm>
            <a:off x="7671004" y="1726628"/>
            <a:ext cx="733320" cy="162000"/>
            <a:chOff x="7671004" y="1726628"/>
            <a:chExt cx="733320" cy="16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5">
              <p14:nvContentPartPr>
                <p14:cNvPr id="266" name="Tinta 265">
                  <a:extLst>
                    <a:ext uri="{FF2B5EF4-FFF2-40B4-BE49-F238E27FC236}">
                      <a16:creationId xmlns:a16="http://schemas.microsoft.com/office/drawing/2014/main" id="{70DC2A56-7AFD-4F49-2FC6-DB0C1D20FD53}"/>
                    </a:ext>
                  </a:extLst>
                </p14:cNvPr>
                <p14:cNvContentPartPr/>
                <p14:nvPr/>
              </p14:nvContentPartPr>
              <p14:xfrm>
                <a:off x="7671004" y="1791428"/>
                <a:ext cx="171720" cy="79200"/>
              </p14:xfrm>
            </p:contentPart>
          </mc:Choice>
          <mc:Fallback>
            <p:pic>
              <p:nvPicPr>
                <p:cNvPr id="266" name="Tinta 265">
                  <a:extLst>
                    <a:ext uri="{FF2B5EF4-FFF2-40B4-BE49-F238E27FC236}">
                      <a16:creationId xmlns:a16="http://schemas.microsoft.com/office/drawing/2014/main" id="{70DC2A56-7AFD-4F49-2FC6-DB0C1D20FD53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664884" y="1785308"/>
                  <a:ext cx="183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7">
              <p14:nvContentPartPr>
                <p14:cNvPr id="267" name="Tinta 266">
                  <a:extLst>
                    <a:ext uri="{FF2B5EF4-FFF2-40B4-BE49-F238E27FC236}">
                      <a16:creationId xmlns:a16="http://schemas.microsoft.com/office/drawing/2014/main" id="{92E59540-ED80-F5FB-E3BD-BE0E604C5624}"/>
                    </a:ext>
                  </a:extLst>
                </p14:cNvPr>
                <p14:cNvContentPartPr/>
                <p14:nvPr/>
              </p14:nvContentPartPr>
              <p14:xfrm>
                <a:off x="7916884" y="1781708"/>
                <a:ext cx="286920" cy="106920"/>
              </p14:xfrm>
            </p:contentPart>
          </mc:Choice>
          <mc:Fallback>
            <p:pic>
              <p:nvPicPr>
                <p:cNvPr id="267" name="Tinta 266">
                  <a:extLst>
                    <a:ext uri="{FF2B5EF4-FFF2-40B4-BE49-F238E27FC236}">
                      <a16:creationId xmlns:a16="http://schemas.microsoft.com/office/drawing/2014/main" id="{92E59540-ED80-F5FB-E3BD-BE0E604C5624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910764" y="1775588"/>
                  <a:ext cx="2991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9">
              <p14:nvContentPartPr>
                <p14:cNvPr id="268" name="Tinta 267">
                  <a:extLst>
                    <a:ext uri="{FF2B5EF4-FFF2-40B4-BE49-F238E27FC236}">
                      <a16:creationId xmlns:a16="http://schemas.microsoft.com/office/drawing/2014/main" id="{595A0579-6117-98EF-6830-6E60604B7807}"/>
                    </a:ext>
                  </a:extLst>
                </p14:cNvPr>
                <p14:cNvContentPartPr/>
                <p14:nvPr/>
              </p14:nvContentPartPr>
              <p14:xfrm>
                <a:off x="7682524" y="1726628"/>
                <a:ext cx="721800" cy="33840"/>
              </p14:xfrm>
            </p:contentPart>
          </mc:Choice>
          <mc:Fallback>
            <p:pic>
              <p:nvPicPr>
                <p:cNvPr id="268" name="Tinta 267">
                  <a:extLst>
                    <a:ext uri="{FF2B5EF4-FFF2-40B4-BE49-F238E27FC236}">
                      <a16:creationId xmlns:a16="http://schemas.microsoft.com/office/drawing/2014/main" id="{595A0579-6117-98EF-6830-6E60604B7807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7676404" y="1720508"/>
                  <a:ext cx="7340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1" name="Agrupar 270">
            <a:extLst>
              <a:ext uri="{FF2B5EF4-FFF2-40B4-BE49-F238E27FC236}">
                <a16:creationId xmlns:a16="http://schemas.microsoft.com/office/drawing/2014/main" id="{C60DC831-96BA-31A1-0619-FE0BCF535953}"/>
              </a:ext>
            </a:extLst>
          </p:cNvPr>
          <p:cNvGrpSpPr/>
          <p:nvPr/>
        </p:nvGrpSpPr>
        <p:grpSpPr>
          <a:xfrm>
            <a:off x="3119524" y="2328188"/>
            <a:ext cx="2169360" cy="1550160"/>
            <a:chOff x="3119524" y="2328188"/>
            <a:chExt cx="2169360" cy="155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1">
              <p14:nvContentPartPr>
                <p14:cNvPr id="3" name="Tinta 2">
                  <a:extLst>
                    <a:ext uri="{FF2B5EF4-FFF2-40B4-BE49-F238E27FC236}">
                      <a16:creationId xmlns:a16="http://schemas.microsoft.com/office/drawing/2014/main" id="{3ADA0E90-B0FD-8BC0-A5C3-F3B7A5A658A2}"/>
                    </a:ext>
                  </a:extLst>
                </p14:cNvPr>
                <p14:cNvContentPartPr/>
                <p14:nvPr/>
              </p14:nvContentPartPr>
              <p14:xfrm>
                <a:off x="5055604" y="2670188"/>
                <a:ext cx="133560" cy="81360"/>
              </p14:xfrm>
            </p:contentPart>
          </mc:Choice>
          <mc:Fallback>
            <p:pic>
              <p:nvPicPr>
                <p:cNvPr id="3" name="Tinta 2">
                  <a:extLst>
                    <a:ext uri="{FF2B5EF4-FFF2-40B4-BE49-F238E27FC236}">
                      <a16:creationId xmlns:a16="http://schemas.microsoft.com/office/drawing/2014/main" id="{3ADA0E90-B0FD-8BC0-A5C3-F3B7A5A658A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5049484" y="2664068"/>
                  <a:ext cx="1458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3">
              <p14:nvContentPartPr>
                <p14:cNvPr id="4" name="Tinta 3">
                  <a:extLst>
                    <a:ext uri="{FF2B5EF4-FFF2-40B4-BE49-F238E27FC236}">
                      <a16:creationId xmlns:a16="http://schemas.microsoft.com/office/drawing/2014/main" id="{1B76FAB9-C691-1F49-B47E-909C51C4ADFC}"/>
                    </a:ext>
                  </a:extLst>
                </p14:cNvPr>
                <p14:cNvContentPartPr/>
                <p14:nvPr/>
              </p14:nvContentPartPr>
              <p14:xfrm>
                <a:off x="5055964" y="3087068"/>
                <a:ext cx="169560" cy="25560"/>
              </p14:xfrm>
            </p:contentPart>
          </mc:Choice>
          <mc:Fallback>
            <p:pic>
              <p:nvPicPr>
                <p:cNvPr id="4" name="Tinta 3">
                  <a:extLst>
                    <a:ext uri="{FF2B5EF4-FFF2-40B4-BE49-F238E27FC236}">
                      <a16:creationId xmlns:a16="http://schemas.microsoft.com/office/drawing/2014/main" id="{1B76FAB9-C691-1F49-B47E-909C51C4ADFC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5049844" y="3080948"/>
                  <a:ext cx="1818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5">
              <p14:nvContentPartPr>
                <p14:cNvPr id="7" name="Tinta 6">
                  <a:extLst>
                    <a:ext uri="{FF2B5EF4-FFF2-40B4-BE49-F238E27FC236}">
                      <a16:creationId xmlns:a16="http://schemas.microsoft.com/office/drawing/2014/main" id="{559844C0-79F0-C5ED-C17C-74DB6F1DC3A4}"/>
                    </a:ext>
                  </a:extLst>
                </p14:cNvPr>
                <p14:cNvContentPartPr/>
                <p14:nvPr/>
              </p14:nvContentPartPr>
              <p14:xfrm>
                <a:off x="4734124" y="2836508"/>
                <a:ext cx="385920" cy="201600"/>
              </p14:xfrm>
            </p:contentPart>
          </mc:Choice>
          <mc:Fallback>
            <p:pic>
              <p:nvPicPr>
                <p:cNvPr id="7" name="Tinta 6">
                  <a:extLst>
                    <a:ext uri="{FF2B5EF4-FFF2-40B4-BE49-F238E27FC236}">
                      <a16:creationId xmlns:a16="http://schemas.microsoft.com/office/drawing/2014/main" id="{559844C0-79F0-C5ED-C17C-74DB6F1DC3A4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4728004" y="2830388"/>
                  <a:ext cx="39816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7">
              <p14:nvContentPartPr>
                <p14:cNvPr id="137" name="Tinta 136">
                  <a:extLst>
                    <a:ext uri="{FF2B5EF4-FFF2-40B4-BE49-F238E27FC236}">
                      <a16:creationId xmlns:a16="http://schemas.microsoft.com/office/drawing/2014/main" id="{7FA596DC-0708-3EAB-3BAC-C90939D28838}"/>
                    </a:ext>
                  </a:extLst>
                </p14:cNvPr>
                <p14:cNvContentPartPr/>
                <p14:nvPr/>
              </p14:nvContentPartPr>
              <p14:xfrm>
                <a:off x="5084764" y="3055748"/>
                <a:ext cx="87120" cy="57960"/>
              </p14:xfrm>
            </p:contentPart>
          </mc:Choice>
          <mc:Fallback>
            <p:pic>
              <p:nvPicPr>
                <p:cNvPr id="137" name="Tinta 136">
                  <a:extLst>
                    <a:ext uri="{FF2B5EF4-FFF2-40B4-BE49-F238E27FC236}">
                      <a16:creationId xmlns:a16="http://schemas.microsoft.com/office/drawing/2014/main" id="{7FA596DC-0708-3EAB-3BAC-C90939D28838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5078644" y="3049628"/>
                  <a:ext cx="99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9">
              <p14:nvContentPartPr>
                <p14:cNvPr id="138" name="Tinta 137">
                  <a:extLst>
                    <a:ext uri="{FF2B5EF4-FFF2-40B4-BE49-F238E27FC236}">
                      <a16:creationId xmlns:a16="http://schemas.microsoft.com/office/drawing/2014/main" id="{34406268-509F-B384-8F96-2263D94A9ECF}"/>
                    </a:ext>
                  </a:extLst>
                </p14:cNvPr>
                <p14:cNvContentPartPr/>
                <p14:nvPr/>
              </p14:nvContentPartPr>
              <p14:xfrm>
                <a:off x="5091964" y="3107588"/>
                <a:ext cx="18360" cy="19800"/>
              </p14:xfrm>
            </p:contentPart>
          </mc:Choice>
          <mc:Fallback>
            <p:pic>
              <p:nvPicPr>
                <p:cNvPr id="138" name="Tinta 137">
                  <a:extLst>
                    <a:ext uri="{FF2B5EF4-FFF2-40B4-BE49-F238E27FC236}">
                      <a16:creationId xmlns:a16="http://schemas.microsoft.com/office/drawing/2014/main" id="{34406268-509F-B384-8F96-2263D94A9EC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5085844" y="3101468"/>
                  <a:ext cx="30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1">
              <p14:nvContentPartPr>
                <p14:cNvPr id="139" name="Tinta 138">
                  <a:extLst>
                    <a:ext uri="{FF2B5EF4-FFF2-40B4-BE49-F238E27FC236}">
                      <a16:creationId xmlns:a16="http://schemas.microsoft.com/office/drawing/2014/main" id="{026A4FEA-041C-E44E-BF49-1D35C2ABADDD}"/>
                    </a:ext>
                  </a:extLst>
                </p14:cNvPr>
                <p14:cNvContentPartPr/>
                <p14:nvPr/>
              </p14:nvContentPartPr>
              <p14:xfrm>
                <a:off x="5027884" y="2354828"/>
                <a:ext cx="110160" cy="770400"/>
              </p14:xfrm>
            </p:contentPart>
          </mc:Choice>
          <mc:Fallback>
            <p:pic>
              <p:nvPicPr>
                <p:cNvPr id="139" name="Tinta 138">
                  <a:extLst>
                    <a:ext uri="{FF2B5EF4-FFF2-40B4-BE49-F238E27FC236}">
                      <a16:creationId xmlns:a16="http://schemas.microsoft.com/office/drawing/2014/main" id="{026A4FEA-041C-E44E-BF49-1D35C2ABADD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5021764" y="2348708"/>
                  <a:ext cx="122400" cy="78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3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F7E119A2-3C54-CD0C-B81F-AD6436864200}"/>
                    </a:ext>
                  </a:extLst>
                </p14:cNvPr>
                <p14:cNvContentPartPr/>
                <p14:nvPr/>
              </p14:nvContentPartPr>
              <p14:xfrm>
                <a:off x="5100964" y="3081308"/>
                <a:ext cx="79560" cy="73008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F7E119A2-3C54-CD0C-B81F-AD6436864200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5094844" y="3075188"/>
                  <a:ext cx="91800" cy="74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5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BE16EA3B-3148-FF69-A6E4-EE420BB74376}"/>
                    </a:ext>
                  </a:extLst>
                </p14:cNvPr>
                <p14:cNvContentPartPr/>
                <p14:nvPr/>
              </p14:nvContentPartPr>
              <p14:xfrm>
                <a:off x="3886324" y="2328188"/>
                <a:ext cx="572760" cy="3240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BE16EA3B-3148-FF69-A6E4-EE420BB74376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880204" y="2322068"/>
                  <a:ext cx="5850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7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B70A440C-11E7-EE98-C90E-DCAEA845A7BC}"/>
                    </a:ext>
                  </a:extLst>
                </p14:cNvPr>
                <p14:cNvContentPartPr/>
                <p14:nvPr/>
              </p14:nvContentPartPr>
              <p14:xfrm>
                <a:off x="3968764" y="3764228"/>
                <a:ext cx="542520" cy="3492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B70A440C-11E7-EE98-C90E-DCAEA845A7BC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962644" y="3758108"/>
                  <a:ext cx="55476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9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0071D6B1-9AEE-0981-D387-19F1C8F46A13}"/>
                    </a:ext>
                  </a:extLst>
                </p14:cNvPr>
                <p14:cNvContentPartPr/>
                <p14:nvPr/>
              </p14:nvContentPartPr>
              <p14:xfrm>
                <a:off x="5127964" y="2335388"/>
                <a:ext cx="70920" cy="3672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0071D6B1-9AEE-0981-D387-19F1C8F46A13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5121844" y="2329268"/>
                  <a:ext cx="83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1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D16B1D1B-0E0D-ACF1-93A5-9E5524394171}"/>
                    </a:ext>
                  </a:extLst>
                </p14:cNvPr>
                <p14:cNvContentPartPr/>
                <p14:nvPr/>
              </p14:nvContentPartPr>
              <p14:xfrm>
                <a:off x="5028964" y="3814988"/>
                <a:ext cx="64080" cy="6336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D16B1D1B-0E0D-ACF1-93A5-9E552439417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5022844" y="3808868"/>
                  <a:ext cx="7632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3">
              <p14:nvContentPartPr>
                <p14:cNvPr id="147" name="Tinta 146">
                  <a:extLst>
                    <a:ext uri="{FF2B5EF4-FFF2-40B4-BE49-F238E27FC236}">
                      <a16:creationId xmlns:a16="http://schemas.microsoft.com/office/drawing/2014/main" id="{5D5BE119-511D-1835-B045-1A7C4F2BEF8D}"/>
                    </a:ext>
                  </a:extLst>
                </p14:cNvPr>
                <p14:cNvContentPartPr/>
                <p14:nvPr/>
              </p14:nvContentPartPr>
              <p14:xfrm>
                <a:off x="3119524" y="2903108"/>
                <a:ext cx="205560" cy="206280"/>
              </p14:xfrm>
            </p:contentPart>
          </mc:Choice>
          <mc:Fallback>
            <p:pic>
              <p:nvPicPr>
                <p:cNvPr id="147" name="Tinta 146">
                  <a:extLst>
                    <a:ext uri="{FF2B5EF4-FFF2-40B4-BE49-F238E27FC236}">
                      <a16:creationId xmlns:a16="http://schemas.microsoft.com/office/drawing/2014/main" id="{5D5BE119-511D-1835-B045-1A7C4F2BEF8D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3113404" y="2896988"/>
                  <a:ext cx="21780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5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243924E0-2B1D-4312-2157-FE77DCAD573A}"/>
                    </a:ext>
                  </a:extLst>
                </p14:cNvPr>
                <p14:cNvContentPartPr/>
                <p14:nvPr/>
              </p14:nvContentPartPr>
              <p14:xfrm>
                <a:off x="3319684" y="2935148"/>
                <a:ext cx="289080" cy="1414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243924E0-2B1D-4312-2157-FE77DCAD573A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3313564" y="2929028"/>
                  <a:ext cx="3013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7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BD0EC131-4916-AE6E-0AAF-3B6F8C0AA661}"/>
                    </a:ext>
                  </a:extLst>
                </p14:cNvPr>
                <p14:cNvContentPartPr/>
                <p14:nvPr/>
              </p14:nvContentPartPr>
              <p14:xfrm>
                <a:off x="5118964" y="2690348"/>
                <a:ext cx="80640" cy="6120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BD0EC131-4916-AE6E-0AAF-3B6F8C0AA661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5112844" y="2684228"/>
                  <a:ext cx="92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9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94E4008A-B935-C16E-E43B-FE32DA5A3DDE}"/>
                    </a:ext>
                  </a:extLst>
                </p14:cNvPr>
                <p14:cNvContentPartPr/>
                <p14:nvPr/>
              </p14:nvContentPartPr>
              <p14:xfrm>
                <a:off x="5100604" y="2394788"/>
                <a:ext cx="133920" cy="30564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94E4008A-B935-C16E-E43B-FE32DA5A3DDE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5094484" y="2388668"/>
                  <a:ext cx="146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5B4DDF35-0787-62C4-ADF4-849F465C86DB}"/>
                    </a:ext>
                  </a:extLst>
                </p14:cNvPr>
                <p14:cNvContentPartPr/>
                <p14:nvPr/>
              </p14:nvContentPartPr>
              <p14:xfrm>
                <a:off x="4868044" y="2716988"/>
                <a:ext cx="420840" cy="29988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5B4DDF35-0787-62C4-ADF4-849F465C86DB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861924" y="2710868"/>
                  <a:ext cx="4330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3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94DA6C92-80C6-E51E-A737-18CF2BDBC7A3}"/>
                    </a:ext>
                  </a:extLst>
                </p14:cNvPr>
                <p14:cNvContentPartPr/>
                <p14:nvPr/>
              </p14:nvContentPartPr>
              <p14:xfrm>
                <a:off x="5136964" y="2716988"/>
                <a:ext cx="34560" cy="1584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94DA6C92-80C6-E51E-A737-18CF2BDBC7A3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5130844" y="2710868"/>
                  <a:ext cx="468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5">
              <p14:nvContentPartPr>
                <p14:cNvPr id="158" name="Tinta 157">
                  <a:extLst>
                    <a:ext uri="{FF2B5EF4-FFF2-40B4-BE49-F238E27FC236}">
                      <a16:creationId xmlns:a16="http://schemas.microsoft.com/office/drawing/2014/main" id="{DBE83B64-8212-70FE-70F4-02F25A32D67D}"/>
                    </a:ext>
                  </a:extLst>
                </p14:cNvPr>
                <p14:cNvContentPartPr/>
                <p14:nvPr/>
              </p14:nvContentPartPr>
              <p14:xfrm>
                <a:off x="5068564" y="2356268"/>
                <a:ext cx="96120" cy="45000"/>
              </p14:xfrm>
            </p:contentPart>
          </mc:Choice>
          <mc:Fallback>
            <p:pic>
              <p:nvPicPr>
                <p:cNvPr id="158" name="Tinta 157">
                  <a:extLst>
                    <a:ext uri="{FF2B5EF4-FFF2-40B4-BE49-F238E27FC236}">
                      <a16:creationId xmlns:a16="http://schemas.microsoft.com/office/drawing/2014/main" id="{DBE83B64-8212-70FE-70F4-02F25A32D67D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5062444" y="2350148"/>
                  <a:ext cx="10836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7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B1F34D49-5827-95B6-B050-C10A10FEC136}"/>
                    </a:ext>
                  </a:extLst>
                </p14:cNvPr>
                <p14:cNvContentPartPr/>
                <p14:nvPr/>
              </p14:nvContentPartPr>
              <p14:xfrm>
                <a:off x="3566284" y="2394428"/>
                <a:ext cx="379080" cy="18432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B1F34D49-5827-95B6-B050-C10A10FEC136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3560164" y="2388308"/>
                  <a:ext cx="391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9">
              <p14:nvContentPartPr>
                <p14:cNvPr id="270" name="Tinta 269">
                  <a:extLst>
                    <a:ext uri="{FF2B5EF4-FFF2-40B4-BE49-F238E27FC236}">
                      <a16:creationId xmlns:a16="http://schemas.microsoft.com/office/drawing/2014/main" id="{9A0FE390-9B0F-BBFE-A462-FC567186B8A8}"/>
                    </a:ext>
                  </a:extLst>
                </p14:cNvPr>
                <p14:cNvContentPartPr/>
                <p14:nvPr/>
              </p14:nvContentPartPr>
              <p14:xfrm>
                <a:off x="5127964" y="2347268"/>
                <a:ext cx="43920" cy="363960"/>
              </p14:xfrm>
            </p:contentPart>
          </mc:Choice>
          <mc:Fallback>
            <p:pic>
              <p:nvPicPr>
                <p:cNvPr id="270" name="Tinta 269">
                  <a:extLst>
                    <a:ext uri="{FF2B5EF4-FFF2-40B4-BE49-F238E27FC236}">
                      <a16:creationId xmlns:a16="http://schemas.microsoft.com/office/drawing/2014/main" id="{9A0FE390-9B0F-BBFE-A462-FC567186B8A8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5121844" y="2341148"/>
                  <a:ext cx="56160" cy="37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61">
            <p14:nvContentPartPr>
              <p14:cNvPr id="272" name="Tinta 271">
                <a:extLst>
                  <a:ext uri="{FF2B5EF4-FFF2-40B4-BE49-F238E27FC236}">
                    <a16:creationId xmlns:a16="http://schemas.microsoft.com/office/drawing/2014/main" id="{640D56E0-641D-F6DB-E04B-3EC252684C85}"/>
                  </a:ext>
                </a:extLst>
              </p14:cNvPr>
              <p14:cNvContentPartPr/>
              <p14:nvPr/>
            </p14:nvContentPartPr>
            <p14:xfrm>
              <a:off x="7948564" y="1375268"/>
              <a:ext cx="286200" cy="213120"/>
            </p14:xfrm>
          </p:contentPart>
        </mc:Choice>
        <mc:Fallback>
          <p:pic>
            <p:nvPicPr>
              <p:cNvPr id="272" name="Tinta 271">
                <a:extLst>
                  <a:ext uri="{FF2B5EF4-FFF2-40B4-BE49-F238E27FC236}">
                    <a16:creationId xmlns:a16="http://schemas.microsoft.com/office/drawing/2014/main" id="{640D56E0-641D-F6DB-E04B-3EC252684C85}"/>
                  </a:ext>
                </a:extLst>
              </p:cNvPr>
              <p:cNvPicPr/>
              <p:nvPr/>
            </p:nvPicPr>
            <p:blipFill>
              <a:blip r:embed="rId362"/>
              <a:stretch>
                <a:fillRect/>
              </a:stretch>
            </p:blipFill>
            <p:spPr>
              <a:xfrm>
                <a:off x="7942444" y="1369148"/>
                <a:ext cx="298440" cy="22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78" name="Agrupar 277">
            <a:extLst>
              <a:ext uri="{FF2B5EF4-FFF2-40B4-BE49-F238E27FC236}">
                <a16:creationId xmlns:a16="http://schemas.microsoft.com/office/drawing/2014/main" id="{110686F2-F909-0151-E507-0E40A1D6413A}"/>
              </a:ext>
            </a:extLst>
          </p:cNvPr>
          <p:cNvGrpSpPr/>
          <p:nvPr/>
        </p:nvGrpSpPr>
        <p:grpSpPr>
          <a:xfrm>
            <a:off x="8617444" y="1502348"/>
            <a:ext cx="866880" cy="251640"/>
            <a:chOff x="8617444" y="1502348"/>
            <a:chExt cx="866880" cy="25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3">
              <p14:nvContentPartPr>
                <p14:cNvPr id="273" name="Tinta 272">
                  <a:extLst>
                    <a:ext uri="{FF2B5EF4-FFF2-40B4-BE49-F238E27FC236}">
                      <a16:creationId xmlns:a16="http://schemas.microsoft.com/office/drawing/2014/main" id="{74C11380-4AC0-4998-D098-BB4FB4B756B0}"/>
                    </a:ext>
                  </a:extLst>
                </p14:cNvPr>
                <p14:cNvContentPartPr/>
                <p14:nvPr/>
              </p14:nvContentPartPr>
              <p14:xfrm>
                <a:off x="8617444" y="1502348"/>
                <a:ext cx="375840" cy="153360"/>
              </p14:xfrm>
            </p:contentPart>
          </mc:Choice>
          <mc:Fallback>
            <p:pic>
              <p:nvPicPr>
                <p:cNvPr id="273" name="Tinta 272">
                  <a:extLst>
                    <a:ext uri="{FF2B5EF4-FFF2-40B4-BE49-F238E27FC236}">
                      <a16:creationId xmlns:a16="http://schemas.microsoft.com/office/drawing/2014/main" id="{74C11380-4AC0-4998-D098-BB4FB4B756B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11324" y="1496228"/>
                  <a:ext cx="3880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5">
              <p14:nvContentPartPr>
                <p14:cNvPr id="274" name="Tinta 273">
                  <a:extLst>
                    <a:ext uri="{FF2B5EF4-FFF2-40B4-BE49-F238E27FC236}">
                      <a16:creationId xmlns:a16="http://schemas.microsoft.com/office/drawing/2014/main" id="{C9DE3240-2F15-8609-2E93-59982BAD6D99}"/>
                    </a:ext>
                  </a:extLst>
                </p14:cNvPr>
                <p14:cNvContentPartPr/>
                <p14:nvPr/>
              </p14:nvContentPartPr>
              <p14:xfrm>
                <a:off x="8817964" y="1623668"/>
                <a:ext cx="246960" cy="84240"/>
              </p14:xfrm>
            </p:contentPart>
          </mc:Choice>
          <mc:Fallback>
            <p:pic>
              <p:nvPicPr>
                <p:cNvPr id="274" name="Tinta 273">
                  <a:extLst>
                    <a:ext uri="{FF2B5EF4-FFF2-40B4-BE49-F238E27FC236}">
                      <a16:creationId xmlns:a16="http://schemas.microsoft.com/office/drawing/2014/main" id="{C9DE3240-2F15-8609-2E93-59982BAD6D99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11844" y="1617548"/>
                  <a:ext cx="2592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7">
              <p14:nvContentPartPr>
                <p14:cNvPr id="276" name="Tinta 275">
                  <a:extLst>
                    <a:ext uri="{FF2B5EF4-FFF2-40B4-BE49-F238E27FC236}">
                      <a16:creationId xmlns:a16="http://schemas.microsoft.com/office/drawing/2014/main" id="{CC40ADB0-F27E-DBD2-388D-F44331E233C5}"/>
                    </a:ext>
                  </a:extLst>
                </p14:cNvPr>
                <p14:cNvContentPartPr/>
                <p14:nvPr/>
              </p14:nvContentPartPr>
              <p14:xfrm>
                <a:off x="9287764" y="1641308"/>
                <a:ext cx="196560" cy="2520"/>
              </p14:xfrm>
            </p:contentPart>
          </mc:Choice>
          <mc:Fallback>
            <p:pic>
              <p:nvPicPr>
                <p:cNvPr id="276" name="Tinta 275">
                  <a:extLst>
                    <a:ext uri="{FF2B5EF4-FFF2-40B4-BE49-F238E27FC236}">
                      <a16:creationId xmlns:a16="http://schemas.microsoft.com/office/drawing/2014/main" id="{CC40ADB0-F27E-DBD2-388D-F44331E233C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9281644" y="1635188"/>
                  <a:ext cx="20880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9">
              <p14:nvContentPartPr>
                <p14:cNvPr id="277" name="Tinta 276">
                  <a:extLst>
                    <a:ext uri="{FF2B5EF4-FFF2-40B4-BE49-F238E27FC236}">
                      <a16:creationId xmlns:a16="http://schemas.microsoft.com/office/drawing/2014/main" id="{4BBE6A90-F61C-4690-BF00-B1BA4D41B4A7}"/>
                    </a:ext>
                  </a:extLst>
                </p14:cNvPr>
                <p14:cNvContentPartPr/>
                <p14:nvPr/>
              </p14:nvContentPartPr>
              <p14:xfrm>
                <a:off x="9181564" y="1726628"/>
                <a:ext cx="214560" cy="27360"/>
              </p14:xfrm>
            </p:contentPart>
          </mc:Choice>
          <mc:Fallback>
            <p:pic>
              <p:nvPicPr>
                <p:cNvPr id="277" name="Tinta 276">
                  <a:extLst>
                    <a:ext uri="{FF2B5EF4-FFF2-40B4-BE49-F238E27FC236}">
                      <a16:creationId xmlns:a16="http://schemas.microsoft.com/office/drawing/2014/main" id="{4BBE6A90-F61C-4690-BF00-B1BA4D41B4A7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9175444" y="1720508"/>
                  <a:ext cx="2268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Agrupar 292">
            <a:extLst>
              <a:ext uri="{FF2B5EF4-FFF2-40B4-BE49-F238E27FC236}">
                <a16:creationId xmlns:a16="http://schemas.microsoft.com/office/drawing/2014/main" id="{8C673CAA-E8E7-039E-4A6E-CC96B5459C1B}"/>
              </a:ext>
            </a:extLst>
          </p:cNvPr>
          <p:cNvGrpSpPr/>
          <p:nvPr/>
        </p:nvGrpSpPr>
        <p:grpSpPr>
          <a:xfrm>
            <a:off x="9842164" y="1370228"/>
            <a:ext cx="2003760" cy="551880"/>
            <a:chOff x="9842164" y="1370228"/>
            <a:chExt cx="2003760" cy="551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1">
              <p14:nvContentPartPr>
                <p14:cNvPr id="279" name="Tinta 278">
                  <a:extLst>
                    <a:ext uri="{FF2B5EF4-FFF2-40B4-BE49-F238E27FC236}">
                      <a16:creationId xmlns:a16="http://schemas.microsoft.com/office/drawing/2014/main" id="{D56BBEF5-0143-67E6-F5BB-A254FBBB64D3}"/>
                    </a:ext>
                  </a:extLst>
                </p14:cNvPr>
                <p14:cNvContentPartPr/>
                <p14:nvPr/>
              </p14:nvContentPartPr>
              <p14:xfrm>
                <a:off x="10134844" y="1529708"/>
                <a:ext cx="250560" cy="135360"/>
              </p14:xfrm>
            </p:contentPart>
          </mc:Choice>
          <mc:Fallback>
            <p:pic>
              <p:nvPicPr>
                <p:cNvPr id="279" name="Tinta 278">
                  <a:extLst>
                    <a:ext uri="{FF2B5EF4-FFF2-40B4-BE49-F238E27FC236}">
                      <a16:creationId xmlns:a16="http://schemas.microsoft.com/office/drawing/2014/main" id="{D56BBEF5-0143-67E6-F5BB-A254FBBB64D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0128724" y="1523588"/>
                  <a:ext cx="262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3">
              <p14:nvContentPartPr>
                <p14:cNvPr id="280" name="Tinta 279">
                  <a:extLst>
                    <a:ext uri="{FF2B5EF4-FFF2-40B4-BE49-F238E27FC236}">
                      <a16:creationId xmlns:a16="http://schemas.microsoft.com/office/drawing/2014/main" id="{66A10C7F-7652-EA60-CFCF-65CC7F572CCE}"/>
                    </a:ext>
                  </a:extLst>
                </p14:cNvPr>
                <p14:cNvContentPartPr/>
                <p14:nvPr/>
              </p14:nvContentPartPr>
              <p14:xfrm>
                <a:off x="10020364" y="1703588"/>
                <a:ext cx="187560" cy="29160"/>
              </p14:xfrm>
            </p:contentPart>
          </mc:Choice>
          <mc:Fallback>
            <p:pic>
              <p:nvPicPr>
                <p:cNvPr id="280" name="Tinta 279">
                  <a:extLst>
                    <a:ext uri="{FF2B5EF4-FFF2-40B4-BE49-F238E27FC236}">
                      <a16:creationId xmlns:a16="http://schemas.microsoft.com/office/drawing/2014/main" id="{66A10C7F-7652-EA60-CFCF-65CC7F572CCE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0014244" y="1697468"/>
                  <a:ext cx="19980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5">
              <p14:nvContentPartPr>
                <p14:cNvPr id="281" name="Tinta 280">
                  <a:extLst>
                    <a:ext uri="{FF2B5EF4-FFF2-40B4-BE49-F238E27FC236}">
                      <a16:creationId xmlns:a16="http://schemas.microsoft.com/office/drawing/2014/main" id="{14684615-CCC7-2EF4-92AC-2D1DFE3E42F2}"/>
                    </a:ext>
                  </a:extLst>
                </p14:cNvPr>
                <p14:cNvContentPartPr/>
                <p14:nvPr/>
              </p14:nvContentPartPr>
              <p14:xfrm>
                <a:off x="9842164" y="1780268"/>
                <a:ext cx="177120" cy="96120"/>
              </p14:xfrm>
            </p:contentPart>
          </mc:Choice>
          <mc:Fallback>
            <p:pic>
              <p:nvPicPr>
                <p:cNvPr id="281" name="Tinta 280">
                  <a:extLst>
                    <a:ext uri="{FF2B5EF4-FFF2-40B4-BE49-F238E27FC236}">
                      <a16:creationId xmlns:a16="http://schemas.microsoft.com/office/drawing/2014/main" id="{14684615-CCC7-2EF4-92AC-2D1DFE3E42F2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9836044" y="1774148"/>
                  <a:ext cx="189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7">
              <p14:nvContentPartPr>
                <p14:cNvPr id="282" name="Tinta 281">
                  <a:extLst>
                    <a:ext uri="{FF2B5EF4-FFF2-40B4-BE49-F238E27FC236}">
                      <a16:creationId xmlns:a16="http://schemas.microsoft.com/office/drawing/2014/main" id="{B00E9322-9BBB-4354-51AB-FAD7C55F4279}"/>
                    </a:ext>
                  </a:extLst>
                </p14:cNvPr>
                <p14:cNvContentPartPr/>
                <p14:nvPr/>
              </p14:nvContentPartPr>
              <p14:xfrm>
                <a:off x="9966004" y="1833548"/>
                <a:ext cx="214560" cy="42840"/>
              </p14:xfrm>
            </p:contentPart>
          </mc:Choice>
          <mc:Fallback>
            <p:pic>
              <p:nvPicPr>
                <p:cNvPr id="282" name="Tinta 281">
                  <a:extLst>
                    <a:ext uri="{FF2B5EF4-FFF2-40B4-BE49-F238E27FC236}">
                      <a16:creationId xmlns:a16="http://schemas.microsoft.com/office/drawing/2014/main" id="{B00E9322-9BBB-4354-51AB-FAD7C55F4279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9959884" y="1827428"/>
                  <a:ext cx="2268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9">
              <p14:nvContentPartPr>
                <p14:cNvPr id="284" name="Tinta 283">
                  <a:extLst>
                    <a:ext uri="{FF2B5EF4-FFF2-40B4-BE49-F238E27FC236}">
                      <a16:creationId xmlns:a16="http://schemas.microsoft.com/office/drawing/2014/main" id="{60C4EE2A-C843-C2F7-69FB-7BD79DF966F6}"/>
                    </a:ext>
                  </a:extLst>
                </p14:cNvPr>
                <p14:cNvContentPartPr/>
                <p14:nvPr/>
              </p14:nvContentPartPr>
              <p14:xfrm>
                <a:off x="11404564" y="1370228"/>
                <a:ext cx="34920" cy="36360"/>
              </p14:xfrm>
            </p:contentPart>
          </mc:Choice>
          <mc:Fallback>
            <p:pic>
              <p:nvPicPr>
                <p:cNvPr id="284" name="Tinta 283">
                  <a:extLst>
                    <a:ext uri="{FF2B5EF4-FFF2-40B4-BE49-F238E27FC236}">
                      <a16:creationId xmlns:a16="http://schemas.microsoft.com/office/drawing/2014/main" id="{60C4EE2A-C843-C2F7-69FB-7BD79DF966F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1398444" y="1364108"/>
                  <a:ext cx="4716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1">
              <p14:nvContentPartPr>
                <p14:cNvPr id="285" name="Tinta 284">
                  <a:extLst>
                    <a:ext uri="{FF2B5EF4-FFF2-40B4-BE49-F238E27FC236}">
                      <a16:creationId xmlns:a16="http://schemas.microsoft.com/office/drawing/2014/main" id="{CF74B390-0532-2E85-A00A-5DE35C2A330B}"/>
                    </a:ext>
                  </a:extLst>
                </p14:cNvPr>
                <p14:cNvContentPartPr/>
                <p14:nvPr/>
              </p14:nvContentPartPr>
              <p14:xfrm>
                <a:off x="10608964" y="1531148"/>
                <a:ext cx="268560" cy="163800"/>
              </p14:xfrm>
            </p:contentPart>
          </mc:Choice>
          <mc:Fallback>
            <p:pic>
              <p:nvPicPr>
                <p:cNvPr id="285" name="Tinta 284">
                  <a:extLst>
                    <a:ext uri="{FF2B5EF4-FFF2-40B4-BE49-F238E27FC236}">
                      <a16:creationId xmlns:a16="http://schemas.microsoft.com/office/drawing/2014/main" id="{CF74B390-0532-2E85-A00A-5DE35C2A330B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0602844" y="1525028"/>
                  <a:ext cx="28080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3">
              <p14:nvContentPartPr>
                <p14:cNvPr id="286" name="Tinta 285">
                  <a:extLst>
                    <a:ext uri="{FF2B5EF4-FFF2-40B4-BE49-F238E27FC236}">
                      <a16:creationId xmlns:a16="http://schemas.microsoft.com/office/drawing/2014/main" id="{CB0745C0-25BB-A621-D7D6-3BCB5F37467F}"/>
                    </a:ext>
                  </a:extLst>
                </p14:cNvPr>
                <p14:cNvContentPartPr/>
                <p14:nvPr/>
              </p14:nvContentPartPr>
              <p14:xfrm>
                <a:off x="10475764" y="1723388"/>
                <a:ext cx="392760" cy="24840"/>
              </p14:xfrm>
            </p:contentPart>
          </mc:Choice>
          <mc:Fallback>
            <p:pic>
              <p:nvPicPr>
                <p:cNvPr id="286" name="Tinta 285">
                  <a:extLst>
                    <a:ext uri="{FF2B5EF4-FFF2-40B4-BE49-F238E27FC236}">
                      <a16:creationId xmlns:a16="http://schemas.microsoft.com/office/drawing/2014/main" id="{CB0745C0-25BB-A621-D7D6-3BCB5F37467F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0469644" y="1717268"/>
                  <a:ext cx="405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5">
              <p14:nvContentPartPr>
                <p14:cNvPr id="287" name="Tinta 286">
                  <a:extLst>
                    <a:ext uri="{FF2B5EF4-FFF2-40B4-BE49-F238E27FC236}">
                      <a16:creationId xmlns:a16="http://schemas.microsoft.com/office/drawing/2014/main" id="{CB312BAE-8CB1-A074-8B53-D4EDA012D91B}"/>
                    </a:ext>
                  </a:extLst>
                </p14:cNvPr>
                <p14:cNvContentPartPr/>
                <p14:nvPr/>
              </p14:nvContentPartPr>
              <p14:xfrm>
                <a:off x="10304764" y="1838948"/>
                <a:ext cx="216360" cy="83160"/>
              </p14:xfrm>
            </p:contentPart>
          </mc:Choice>
          <mc:Fallback>
            <p:pic>
              <p:nvPicPr>
                <p:cNvPr id="287" name="Tinta 286">
                  <a:extLst>
                    <a:ext uri="{FF2B5EF4-FFF2-40B4-BE49-F238E27FC236}">
                      <a16:creationId xmlns:a16="http://schemas.microsoft.com/office/drawing/2014/main" id="{CB312BAE-8CB1-A074-8B53-D4EDA012D91B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10298644" y="1832828"/>
                  <a:ext cx="228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7">
              <p14:nvContentPartPr>
                <p14:cNvPr id="288" name="Tinta 287">
                  <a:extLst>
                    <a:ext uri="{FF2B5EF4-FFF2-40B4-BE49-F238E27FC236}">
                      <a16:creationId xmlns:a16="http://schemas.microsoft.com/office/drawing/2014/main" id="{9F0096CB-6575-DF68-887F-AE54153C1764}"/>
                    </a:ext>
                  </a:extLst>
                </p14:cNvPr>
                <p14:cNvContentPartPr/>
                <p14:nvPr/>
              </p14:nvContentPartPr>
              <p14:xfrm>
                <a:off x="11019364" y="1658588"/>
                <a:ext cx="241560" cy="135000"/>
              </p14:xfrm>
            </p:contentPart>
          </mc:Choice>
          <mc:Fallback>
            <p:pic>
              <p:nvPicPr>
                <p:cNvPr id="288" name="Tinta 287">
                  <a:extLst>
                    <a:ext uri="{FF2B5EF4-FFF2-40B4-BE49-F238E27FC236}">
                      <a16:creationId xmlns:a16="http://schemas.microsoft.com/office/drawing/2014/main" id="{9F0096CB-6575-DF68-887F-AE54153C1764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11013244" y="1652468"/>
                  <a:ext cx="253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9">
              <p14:nvContentPartPr>
                <p14:cNvPr id="289" name="Tinta 288">
                  <a:extLst>
                    <a:ext uri="{FF2B5EF4-FFF2-40B4-BE49-F238E27FC236}">
                      <a16:creationId xmlns:a16="http://schemas.microsoft.com/office/drawing/2014/main" id="{D1A65D77-AC37-435D-8B8F-57E28BB5F14B}"/>
                    </a:ext>
                  </a:extLst>
                </p14:cNvPr>
                <p14:cNvContentPartPr/>
                <p14:nvPr/>
              </p14:nvContentPartPr>
              <p14:xfrm>
                <a:off x="11269564" y="1627988"/>
                <a:ext cx="99360" cy="47880"/>
              </p14:xfrm>
            </p:contentPart>
          </mc:Choice>
          <mc:Fallback>
            <p:pic>
              <p:nvPicPr>
                <p:cNvPr id="289" name="Tinta 288">
                  <a:extLst>
                    <a:ext uri="{FF2B5EF4-FFF2-40B4-BE49-F238E27FC236}">
                      <a16:creationId xmlns:a16="http://schemas.microsoft.com/office/drawing/2014/main" id="{D1A65D77-AC37-435D-8B8F-57E28BB5F14B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11263444" y="1621868"/>
                  <a:ext cx="11160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1">
              <p14:nvContentPartPr>
                <p14:cNvPr id="290" name="Tinta 289">
                  <a:extLst>
                    <a:ext uri="{FF2B5EF4-FFF2-40B4-BE49-F238E27FC236}">
                      <a16:creationId xmlns:a16="http://schemas.microsoft.com/office/drawing/2014/main" id="{A2E5CC8F-D6F7-2251-7AB4-ECA3FFC82A59}"/>
                    </a:ext>
                  </a:extLst>
                </p14:cNvPr>
                <p14:cNvContentPartPr/>
                <p14:nvPr/>
              </p14:nvContentPartPr>
              <p14:xfrm>
                <a:off x="11064364" y="1675508"/>
                <a:ext cx="295560" cy="161280"/>
              </p14:xfrm>
            </p:contentPart>
          </mc:Choice>
          <mc:Fallback>
            <p:pic>
              <p:nvPicPr>
                <p:cNvPr id="290" name="Tinta 289">
                  <a:extLst>
                    <a:ext uri="{FF2B5EF4-FFF2-40B4-BE49-F238E27FC236}">
                      <a16:creationId xmlns:a16="http://schemas.microsoft.com/office/drawing/2014/main" id="{A2E5CC8F-D6F7-2251-7AB4-ECA3FFC82A59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11058244" y="1669388"/>
                  <a:ext cx="3078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3">
              <p14:nvContentPartPr>
                <p14:cNvPr id="291" name="Tinta 290">
                  <a:extLst>
                    <a:ext uri="{FF2B5EF4-FFF2-40B4-BE49-F238E27FC236}">
                      <a16:creationId xmlns:a16="http://schemas.microsoft.com/office/drawing/2014/main" id="{A8EF2A6B-1BA7-3EF1-95BA-981943D69006}"/>
                    </a:ext>
                  </a:extLst>
                </p14:cNvPr>
                <p14:cNvContentPartPr/>
                <p14:nvPr/>
              </p14:nvContentPartPr>
              <p14:xfrm>
                <a:off x="11172004" y="1653188"/>
                <a:ext cx="382320" cy="122760"/>
              </p14:xfrm>
            </p:contentPart>
          </mc:Choice>
          <mc:Fallback>
            <p:pic>
              <p:nvPicPr>
                <p:cNvPr id="291" name="Tinta 290">
                  <a:extLst>
                    <a:ext uri="{FF2B5EF4-FFF2-40B4-BE49-F238E27FC236}">
                      <a16:creationId xmlns:a16="http://schemas.microsoft.com/office/drawing/2014/main" id="{A8EF2A6B-1BA7-3EF1-95BA-981943D6900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11165884" y="1647068"/>
                  <a:ext cx="394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5">
              <p14:nvContentPartPr>
                <p14:cNvPr id="292" name="Tinta 291">
                  <a:extLst>
                    <a:ext uri="{FF2B5EF4-FFF2-40B4-BE49-F238E27FC236}">
                      <a16:creationId xmlns:a16="http://schemas.microsoft.com/office/drawing/2014/main" id="{DFCAB5E2-3EFE-75D2-1E5A-C727B36FFF7D}"/>
                    </a:ext>
                  </a:extLst>
                </p14:cNvPr>
                <p14:cNvContentPartPr/>
                <p14:nvPr/>
              </p14:nvContentPartPr>
              <p14:xfrm>
                <a:off x="11386564" y="1466708"/>
                <a:ext cx="459360" cy="146160"/>
              </p14:xfrm>
            </p:contentPart>
          </mc:Choice>
          <mc:Fallback>
            <p:pic>
              <p:nvPicPr>
                <p:cNvPr id="292" name="Tinta 291">
                  <a:extLst>
                    <a:ext uri="{FF2B5EF4-FFF2-40B4-BE49-F238E27FC236}">
                      <a16:creationId xmlns:a16="http://schemas.microsoft.com/office/drawing/2014/main" id="{DFCAB5E2-3EFE-75D2-1E5A-C727B36FFF7D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11380444" y="1460588"/>
                  <a:ext cx="471600" cy="158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03867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2A48EA-6FFA-95E6-22F2-BABBC746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3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EB96148-4AB4-3C4D-7C8C-D967FE83C2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9463" y="1894319"/>
            <a:ext cx="9906000" cy="2042249"/>
          </a:xfr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9A1544B-EFB1-E054-3DCA-2CC8D472AA0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20F86E9D-C5BE-E57E-9F9B-2C71F4738A21}"/>
                  </a:ext>
                </a:extLst>
              </p14:cNvPr>
              <p14:cNvContentPartPr/>
              <p14:nvPr/>
            </p14:nvContentPartPr>
            <p14:xfrm>
              <a:off x="7136764" y="2828948"/>
              <a:ext cx="366840" cy="1969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20F86E9D-C5BE-E57E-9F9B-2C71F4738A2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30644" y="2822828"/>
                <a:ext cx="3790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C01FF6E4-C3F1-C2B8-73F9-57C8115CB52C}"/>
                  </a:ext>
                </a:extLst>
              </p14:cNvPr>
              <p14:cNvContentPartPr/>
              <p14:nvPr/>
            </p14:nvContentPartPr>
            <p14:xfrm>
              <a:off x="7550764" y="2521868"/>
              <a:ext cx="300240" cy="151560"/>
            </p14:xfrm>
          </p:contentPart>
        </mc:Choice>
        <mc:Fallback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C01FF6E4-C3F1-C2B8-73F9-57C8115CB52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44644" y="2515748"/>
                <a:ext cx="312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B1BBCD00-AEB7-20B0-071C-5FAC4D8B65E6}"/>
                  </a:ext>
                </a:extLst>
              </p14:cNvPr>
              <p14:cNvContentPartPr/>
              <p14:nvPr/>
            </p14:nvContentPartPr>
            <p14:xfrm>
              <a:off x="7546804" y="2917868"/>
              <a:ext cx="384480" cy="135000"/>
            </p14:xfrm>
          </p:contentPart>
        </mc:Choice>
        <mc:Fallback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B1BBCD00-AEB7-20B0-071C-5FAC4D8B65E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540684" y="2911748"/>
                <a:ext cx="396720" cy="14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Agrupar 53">
            <a:extLst>
              <a:ext uri="{FF2B5EF4-FFF2-40B4-BE49-F238E27FC236}">
                <a16:creationId xmlns:a16="http://schemas.microsoft.com/office/drawing/2014/main" id="{6DAE761F-9028-3990-F01F-109391AF08DA}"/>
              </a:ext>
            </a:extLst>
          </p:cNvPr>
          <p:cNvGrpSpPr/>
          <p:nvPr/>
        </p:nvGrpSpPr>
        <p:grpSpPr>
          <a:xfrm>
            <a:off x="5091964" y="1108148"/>
            <a:ext cx="428760" cy="165600"/>
            <a:chOff x="5091964" y="1108148"/>
            <a:chExt cx="428760" cy="165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2" name="Tinta 51">
                  <a:extLst>
                    <a:ext uri="{FF2B5EF4-FFF2-40B4-BE49-F238E27FC236}">
                      <a16:creationId xmlns:a16="http://schemas.microsoft.com/office/drawing/2014/main" id="{82BFBF70-DB50-C24A-73D9-57098394DAD9}"/>
                    </a:ext>
                  </a:extLst>
                </p14:cNvPr>
                <p14:cNvContentPartPr/>
                <p14:nvPr/>
              </p14:nvContentPartPr>
              <p14:xfrm>
                <a:off x="5091964" y="1108148"/>
                <a:ext cx="231120" cy="165600"/>
              </p14:xfrm>
            </p:contentPart>
          </mc:Choice>
          <mc:Fallback>
            <p:pic>
              <p:nvPicPr>
                <p:cNvPr id="52" name="Tinta 51">
                  <a:extLst>
                    <a:ext uri="{FF2B5EF4-FFF2-40B4-BE49-F238E27FC236}">
                      <a16:creationId xmlns:a16="http://schemas.microsoft.com/office/drawing/2014/main" id="{82BFBF70-DB50-C24A-73D9-57098394DAD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085844" y="1102028"/>
                  <a:ext cx="243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53" name="Tinta 52">
                  <a:extLst>
                    <a:ext uri="{FF2B5EF4-FFF2-40B4-BE49-F238E27FC236}">
                      <a16:creationId xmlns:a16="http://schemas.microsoft.com/office/drawing/2014/main" id="{B4404D1A-292B-7FC0-1E30-CAE7D44312FA}"/>
                    </a:ext>
                  </a:extLst>
                </p14:cNvPr>
                <p14:cNvContentPartPr/>
                <p14:nvPr/>
              </p14:nvContentPartPr>
              <p14:xfrm>
                <a:off x="5296804" y="1140548"/>
                <a:ext cx="223920" cy="120240"/>
              </p14:xfrm>
            </p:contentPart>
          </mc:Choice>
          <mc:Fallback>
            <p:pic>
              <p:nvPicPr>
                <p:cNvPr id="53" name="Tinta 52">
                  <a:extLst>
                    <a:ext uri="{FF2B5EF4-FFF2-40B4-BE49-F238E27FC236}">
                      <a16:creationId xmlns:a16="http://schemas.microsoft.com/office/drawing/2014/main" id="{B4404D1A-292B-7FC0-1E30-CAE7D44312F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290684" y="1134428"/>
                  <a:ext cx="2361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Agrupar 61">
            <a:extLst>
              <a:ext uri="{FF2B5EF4-FFF2-40B4-BE49-F238E27FC236}">
                <a16:creationId xmlns:a16="http://schemas.microsoft.com/office/drawing/2014/main" id="{D31DE35D-6D19-AFAF-D610-1EDAE365C430}"/>
              </a:ext>
            </a:extLst>
          </p:cNvPr>
          <p:cNvGrpSpPr/>
          <p:nvPr/>
        </p:nvGrpSpPr>
        <p:grpSpPr>
          <a:xfrm>
            <a:off x="6431164" y="1101308"/>
            <a:ext cx="1246680" cy="312840"/>
            <a:chOff x="6431164" y="1101308"/>
            <a:chExt cx="1246680" cy="31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55" name="Tinta 54">
                  <a:extLst>
                    <a:ext uri="{FF2B5EF4-FFF2-40B4-BE49-F238E27FC236}">
                      <a16:creationId xmlns:a16="http://schemas.microsoft.com/office/drawing/2014/main" id="{43BE6ED6-A8DD-7594-A6D9-CD8CD3C81445}"/>
                    </a:ext>
                  </a:extLst>
                </p14:cNvPr>
                <p14:cNvContentPartPr/>
                <p14:nvPr/>
              </p14:nvContentPartPr>
              <p14:xfrm>
                <a:off x="6708364" y="1224068"/>
                <a:ext cx="178920" cy="160920"/>
              </p14:xfrm>
            </p:contentPart>
          </mc:Choice>
          <mc:Fallback>
            <p:pic>
              <p:nvPicPr>
                <p:cNvPr id="55" name="Tinta 54">
                  <a:extLst>
                    <a:ext uri="{FF2B5EF4-FFF2-40B4-BE49-F238E27FC236}">
                      <a16:creationId xmlns:a16="http://schemas.microsoft.com/office/drawing/2014/main" id="{43BE6ED6-A8DD-7594-A6D9-CD8CD3C8144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02244" y="1217948"/>
                  <a:ext cx="1911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56" name="Tinta 55">
                  <a:extLst>
                    <a:ext uri="{FF2B5EF4-FFF2-40B4-BE49-F238E27FC236}">
                      <a16:creationId xmlns:a16="http://schemas.microsoft.com/office/drawing/2014/main" id="{4CF2A970-87F5-2568-435B-C5EEBD84E260}"/>
                    </a:ext>
                  </a:extLst>
                </p14:cNvPr>
                <p14:cNvContentPartPr/>
                <p14:nvPr/>
              </p14:nvContentPartPr>
              <p14:xfrm>
                <a:off x="6708364" y="1250348"/>
                <a:ext cx="257760" cy="122400"/>
              </p14:xfrm>
            </p:contentPart>
          </mc:Choice>
          <mc:Fallback>
            <p:pic>
              <p:nvPicPr>
                <p:cNvPr id="56" name="Tinta 55">
                  <a:extLst>
                    <a:ext uri="{FF2B5EF4-FFF2-40B4-BE49-F238E27FC236}">
                      <a16:creationId xmlns:a16="http://schemas.microsoft.com/office/drawing/2014/main" id="{4CF2A970-87F5-2568-435B-C5EEBD84E260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702244" y="1244228"/>
                  <a:ext cx="27000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57" name="Tinta 56">
                  <a:extLst>
                    <a:ext uri="{FF2B5EF4-FFF2-40B4-BE49-F238E27FC236}">
                      <a16:creationId xmlns:a16="http://schemas.microsoft.com/office/drawing/2014/main" id="{3F3783BA-C168-DE85-6070-90B171D894BC}"/>
                    </a:ext>
                  </a:extLst>
                </p14:cNvPr>
                <p14:cNvContentPartPr/>
                <p14:nvPr/>
              </p14:nvContentPartPr>
              <p14:xfrm>
                <a:off x="6431164" y="1101308"/>
                <a:ext cx="792720" cy="247680"/>
              </p14:xfrm>
            </p:contentPart>
          </mc:Choice>
          <mc:Fallback>
            <p:pic>
              <p:nvPicPr>
                <p:cNvPr id="57" name="Tinta 56">
                  <a:extLst>
                    <a:ext uri="{FF2B5EF4-FFF2-40B4-BE49-F238E27FC236}">
                      <a16:creationId xmlns:a16="http://schemas.microsoft.com/office/drawing/2014/main" id="{3F3783BA-C168-DE85-6070-90B171D894BC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25044" y="1095188"/>
                  <a:ext cx="80496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59" name="Tinta 58">
                  <a:extLst>
                    <a:ext uri="{FF2B5EF4-FFF2-40B4-BE49-F238E27FC236}">
                      <a16:creationId xmlns:a16="http://schemas.microsoft.com/office/drawing/2014/main" id="{8285025A-D14B-9E45-0624-FECB82C4B84E}"/>
                    </a:ext>
                  </a:extLst>
                </p14:cNvPr>
                <p14:cNvContentPartPr/>
                <p14:nvPr/>
              </p14:nvContentPartPr>
              <p14:xfrm>
                <a:off x="7493164" y="1312988"/>
                <a:ext cx="184680" cy="20160"/>
              </p14:xfrm>
            </p:contentPart>
          </mc:Choice>
          <mc:Fallback>
            <p:pic>
              <p:nvPicPr>
                <p:cNvPr id="59" name="Tinta 58">
                  <a:extLst>
                    <a:ext uri="{FF2B5EF4-FFF2-40B4-BE49-F238E27FC236}">
                      <a16:creationId xmlns:a16="http://schemas.microsoft.com/office/drawing/2014/main" id="{8285025A-D14B-9E45-0624-FECB82C4B84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487044" y="1306868"/>
                  <a:ext cx="196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60" name="Tinta 59">
                  <a:extLst>
                    <a:ext uri="{FF2B5EF4-FFF2-40B4-BE49-F238E27FC236}">
                      <a16:creationId xmlns:a16="http://schemas.microsoft.com/office/drawing/2014/main" id="{F1A2C88B-07AF-1562-DB8D-83A78785CAC6}"/>
                    </a:ext>
                  </a:extLst>
                </p14:cNvPr>
                <p14:cNvContentPartPr/>
                <p14:nvPr/>
              </p14:nvContentPartPr>
              <p14:xfrm>
                <a:off x="7448164" y="1400468"/>
                <a:ext cx="178560" cy="13680"/>
              </p14:xfrm>
            </p:contentPart>
          </mc:Choice>
          <mc:Fallback>
            <p:pic>
              <p:nvPicPr>
                <p:cNvPr id="60" name="Tinta 59">
                  <a:extLst>
                    <a:ext uri="{FF2B5EF4-FFF2-40B4-BE49-F238E27FC236}">
                      <a16:creationId xmlns:a16="http://schemas.microsoft.com/office/drawing/2014/main" id="{F1A2C88B-07AF-1562-DB8D-83A78785CAC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442044" y="1394348"/>
                  <a:ext cx="190800" cy="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61" name="Tinta 60">
                <a:extLst>
                  <a:ext uri="{FF2B5EF4-FFF2-40B4-BE49-F238E27FC236}">
                    <a16:creationId xmlns:a16="http://schemas.microsoft.com/office/drawing/2014/main" id="{CBC7C714-81DB-D60B-A7CD-E307C6CF9295}"/>
                  </a:ext>
                </a:extLst>
              </p14:cNvPr>
              <p14:cNvContentPartPr/>
              <p14:nvPr/>
            </p14:nvContentPartPr>
            <p14:xfrm>
              <a:off x="8172844" y="1195988"/>
              <a:ext cx="231480" cy="238680"/>
            </p14:xfrm>
          </p:contentPart>
        </mc:Choice>
        <mc:Fallback>
          <p:pic>
            <p:nvPicPr>
              <p:cNvPr id="61" name="Tinta 60">
                <a:extLst>
                  <a:ext uri="{FF2B5EF4-FFF2-40B4-BE49-F238E27FC236}">
                    <a16:creationId xmlns:a16="http://schemas.microsoft.com/office/drawing/2014/main" id="{CBC7C714-81DB-D60B-A7CD-E307C6CF9295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166724" y="1189868"/>
                <a:ext cx="243720" cy="25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1" name="Agrupar 70">
            <a:extLst>
              <a:ext uri="{FF2B5EF4-FFF2-40B4-BE49-F238E27FC236}">
                <a16:creationId xmlns:a16="http://schemas.microsoft.com/office/drawing/2014/main" id="{DB9EA6E1-649E-67C3-84C6-C587A9909774}"/>
              </a:ext>
            </a:extLst>
          </p:cNvPr>
          <p:cNvGrpSpPr/>
          <p:nvPr/>
        </p:nvGrpSpPr>
        <p:grpSpPr>
          <a:xfrm>
            <a:off x="6270964" y="1499828"/>
            <a:ext cx="1400760" cy="317880"/>
            <a:chOff x="6270964" y="1499828"/>
            <a:chExt cx="1400760" cy="31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63" name="Tinta 62">
                  <a:extLst>
                    <a:ext uri="{FF2B5EF4-FFF2-40B4-BE49-F238E27FC236}">
                      <a16:creationId xmlns:a16="http://schemas.microsoft.com/office/drawing/2014/main" id="{840CECB0-75BA-F444-8A82-46B6793015C4}"/>
                    </a:ext>
                  </a:extLst>
                </p14:cNvPr>
                <p14:cNvContentPartPr/>
                <p14:nvPr/>
              </p14:nvContentPartPr>
              <p14:xfrm>
                <a:off x="6450604" y="1659308"/>
                <a:ext cx="168840" cy="150840"/>
              </p14:xfrm>
            </p:contentPart>
          </mc:Choice>
          <mc:Fallback>
            <p:pic>
              <p:nvPicPr>
                <p:cNvPr id="63" name="Tinta 62">
                  <a:extLst>
                    <a:ext uri="{FF2B5EF4-FFF2-40B4-BE49-F238E27FC236}">
                      <a16:creationId xmlns:a16="http://schemas.microsoft.com/office/drawing/2014/main" id="{840CECB0-75BA-F444-8A82-46B6793015C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444484" y="1653188"/>
                  <a:ext cx="181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64" name="Tinta 63">
                  <a:extLst>
                    <a:ext uri="{FF2B5EF4-FFF2-40B4-BE49-F238E27FC236}">
                      <a16:creationId xmlns:a16="http://schemas.microsoft.com/office/drawing/2014/main" id="{8E39FBF4-8794-79C8-796A-3C4618A9BD4F}"/>
                    </a:ext>
                  </a:extLst>
                </p14:cNvPr>
                <p14:cNvContentPartPr/>
                <p14:nvPr/>
              </p14:nvContentPartPr>
              <p14:xfrm>
                <a:off x="6709804" y="1615028"/>
                <a:ext cx="230400" cy="133200"/>
              </p14:xfrm>
            </p:contentPart>
          </mc:Choice>
          <mc:Fallback>
            <p:pic>
              <p:nvPicPr>
                <p:cNvPr id="64" name="Tinta 63">
                  <a:extLst>
                    <a:ext uri="{FF2B5EF4-FFF2-40B4-BE49-F238E27FC236}">
                      <a16:creationId xmlns:a16="http://schemas.microsoft.com/office/drawing/2014/main" id="{8E39FBF4-8794-79C8-796A-3C4618A9BD4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703684" y="1608908"/>
                  <a:ext cx="24264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65" name="Tinta 64">
                  <a:extLst>
                    <a:ext uri="{FF2B5EF4-FFF2-40B4-BE49-F238E27FC236}">
                      <a16:creationId xmlns:a16="http://schemas.microsoft.com/office/drawing/2014/main" id="{6B365D42-4F04-3A8C-565B-6E99E66A3EF1}"/>
                    </a:ext>
                  </a:extLst>
                </p14:cNvPr>
                <p14:cNvContentPartPr/>
                <p14:nvPr/>
              </p14:nvContentPartPr>
              <p14:xfrm>
                <a:off x="6270964" y="1499828"/>
                <a:ext cx="936720" cy="221400"/>
              </p14:xfrm>
            </p:contentPart>
          </mc:Choice>
          <mc:Fallback>
            <p:pic>
              <p:nvPicPr>
                <p:cNvPr id="65" name="Tinta 64">
                  <a:extLst>
                    <a:ext uri="{FF2B5EF4-FFF2-40B4-BE49-F238E27FC236}">
                      <a16:creationId xmlns:a16="http://schemas.microsoft.com/office/drawing/2014/main" id="{6B365D42-4F04-3A8C-565B-6E99E66A3EF1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64844" y="1493708"/>
                  <a:ext cx="94896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67" name="Tinta 66">
                  <a:extLst>
                    <a:ext uri="{FF2B5EF4-FFF2-40B4-BE49-F238E27FC236}">
                      <a16:creationId xmlns:a16="http://schemas.microsoft.com/office/drawing/2014/main" id="{89AB3D06-4D6C-3AF4-74E4-E1AA27F8CA8A}"/>
                    </a:ext>
                  </a:extLst>
                </p14:cNvPr>
                <p14:cNvContentPartPr/>
                <p14:nvPr/>
              </p14:nvContentPartPr>
              <p14:xfrm>
                <a:off x="7520164" y="1671548"/>
                <a:ext cx="151560" cy="21600"/>
              </p14:xfrm>
            </p:contentPart>
          </mc:Choice>
          <mc:Fallback>
            <p:pic>
              <p:nvPicPr>
                <p:cNvPr id="67" name="Tinta 66">
                  <a:extLst>
                    <a:ext uri="{FF2B5EF4-FFF2-40B4-BE49-F238E27FC236}">
                      <a16:creationId xmlns:a16="http://schemas.microsoft.com/office/drawing/2014/main" id="{89AB3D06-4D6C-3AF4-74E4-E1AA27F8CA8A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514044" y="1665428"/>
                  <a:ext cx="1638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68" name="Tinta 67">
                  <a:extLst>
                    <a:ext uri="{FF2B5EF4-FFF2-40B4-BE49-F238E27FC236}">
                      <a16:creationId xmlns:a16="http://schemas.microsoft.com/office/drawing/2014/main" id="{0A3912B4-84B4-5898-68B1-5D313912A1A1}"/>
                    </a:ext>
                  </a:extLst>
                </p14:cNvPr>
                <p14:cNvContentPartPr/>
                <p14:nvPr/>
              </p14:nvContentPartPr>
              <p14:xfrm>
                <a:off x="7377964" y="1745708"/>
                <a:ext cx="241560" cy="34920"/>
              </p14:xfrm>
            </p:contentPart>
          </mc:Choice>
          <mc:Fallback>
            <p:pic>
              <p:nvPicPr>
                <p:cNvPr id="68" name="Tinta 67">
                  <a:extLst>
                    <a:ext uri="{FF2B5EF4-FFF2-40B4-BE49-F238E27FC236}">
                      <a16:creationId xmlns:a16="http://schemas.microsoft.com/office/drawing/2014/main" id="{0A3912B4-84B4-5898-68B1-5D313912A1A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7371844" y="1739588"/>
                  <a:ext cx="2538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70" name="Tinta 69">
                  <a:extLst>
                    <a:ext uri="{FF2B5EF4-FFF2-40B4-BE49-F238E27FC236}">
                      <a16:creationId xmlns:a16="http://schemas.microsoft.com/office/drawing/2014/main" id="{ABE9EDFD-449A-C0C2-B96A-214C4C590CD3}"/>
                    </a:ext>
                  </a:extLst>
                </p14:cNvPr>
                <p14:cNvContentPartPr/>
                <p14:nvPr/>
              </p14:nvContentPartPr>
              <p14:xfrm>
                <a:off x="6430084" y="1641308"/>
                <a:ext cx="216360" cy="176400"/>
              </p14:xfrm>
            </p:contentPart>
          </mc:Choice>
          <mc:Fallback>
            <p:pic>
              <p:nvPicPr>
                <p:cNvPr id="70" name="Tinta 69">
                  <a:extLst>
                    <a:ext uri="{FF2B5EF4-FFF2-40B4-BE49-F238E27FC236}">
                      <a16:creationId xmlns:a16="http://schemas.microsoft.com/office/drawing/2014/main" id="{ABE9EDFD-449A-C0C2-B96A-214C4C590C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423964" y="1635188"/>
                  <a:ext cx="228600" cy="18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Agrupar 81">
            <a:extLst>
              <a:ext uri="{FF2B5EF4-FFF2-40B4-BE49-F238E27FC236}">
                <a16:creationId xmlns:a16="http://schemas.microsoft.com/office/drawing/2014/main" id="{22C5B542-E3D7-871A-32A3-6B96F6E39D33}"/>
              </a:ext>
            </a:extLst>
          </p:cNvPr>
          <p:cNvGrpSpPr/>
          <p:nvPr/>
        </p:nvGrpSpPr>
        <p:grpSpPr>
          <a:xfrm>
            <a:off x="9278764" y="1062788"/>
            <a:ext cx="2417760" cy="240840"/>
            <a:chOff x="9278764" y="1062788"/>
            <a:chExt cx="2417760" cy="240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72" name="Tinta 71">
                  <a:extLst>
                    <a:ext uri="{FF2B5EF4-FFF2-40B4-BE49-F238E27FC236}">
                      <a16:creationId xmlns:a16="http://schemas.microsoft.com/office/drawing/2014/main" id="{BC199383-A09A-600D-52B0-C81BB6AB496F}"/>
                    </a:ext>
                  </a:extLst>
                </p14:cNvPr>
                <p14:cNvContentPartPr/>
                <p14:nvPr/>
              </p14:nvContentPartPr>
              <p14:xfrm>
                <a:off x="9278764" y="1073948"/>
                <a:ext cx="774360" cy="229680"/>
              </p14:xfrm>
            </p:contentPart>
          </mc:Choice>
          <mc:Fallback>
            <p:pic>
              <p:nvPicPr>
                <p:cNvPr id="72" name="Tinta 71">
                  <a:extLst>
                    <a:ext uri="{FF2B5EF4-FFF2-40B4-BE49-F238E27FC236}">
                      <a16:creationId xmlns:a16="http://schemas.microsoft.com/office/drawing/2014/main" id="{BC199383-A09A-600D-52B0-C81BB6AB496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72644" y="1067828"/>
                  <a:ext cx="786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73" name="Tinta 72">
                  <a:extLst>
                    <a:ext uri="{FF2B5EF4-FFF2-40B4-BE49-F238E27FC236}">
                      <a16:creationId xmlns:a16="http://schemas.microsoft.com/office/drawing/2014/main" id="{569BDAE4-C99D-4BFD-52D0-4864A5D697F2}"/>
                    </a:ext>
                  </a:extLst>
                </p14:cNvPr>
                <p14:cNvContentPartPr/>
                <p14:nvPr/>
              </p14:nvContentPartPr>
              <p14:xfrm>
                <a:off x="9716164" y="1184108"/>
                <a:ext cx="117360" cy="99360"/>
              </p14:xfrm>
            </p:contentPart>
          </mc:Choice>
          <mc:Fallback>
            <p:pic>
              <p:nvPicPr>
                <p:cNvPr id="73" name="Tinta 72">
                  <a:extLst>
                    <a:ext uri="{FF2B5EF4-FFF2-40B4-BE49-F238E27FC236}">
                      <a16:creationId xmlns:a16="http://schemas.microsoft.com/office/drawing/2014/main" id="{569BDAE4-C99D-4BFD-52D0-4864A5D697F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710044" y="1177988"/>
                  <a:ext cx="129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74" name="Tinta 73">
                  <a:extLst>
                    <a:ext uri="{FF2B5EF4-FFF2-40B4-BE49-F238E27FC236}">
                      <a16:creationId xmlns:a16="http://schemas.microsoft.com/office/drawing/2014/main" id="{F3F3716A-931E-BB2C-00F3-A1B5CC3FE5B1}"/>
                    </a:ext>
                  </a:extLst>
                </p14:cNvPr>
                <p14:cNvContentPartPr/>
                <p14:nvPr/>
              </p14:nvContentPartPr>
              <p14:xfrm>
                <a:off x="9880684" y="1177988"/>
                <a:ext cx="263520" cy="102960"/>
              </p14:xfrm>
            </p:contentPart>
          </mc:Choice>
          <mc:Fallback>
            <p:pic>
              <p:nvPicPr>
                <p:cNvPr id="74" name="Tinta 73">
                  <a:extLst>
                    <a:ext uri="{FF2B5EF4-FFF2-40B4-BE49-F238E27FC236}">
                      <a16:creationId xmlns:a16="http://schemas.microsoft.com/office/drawing/2014/main" id="{F3F3716A-931E-BB2C-00F3-A1B5CC3FE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874564" y="1171868"/>
                  <a:ext cx="2757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75" name="Tinta 74">
                  <a:extLst>
                    <a:ext uri="{FF2B5EF4-FFF2-40B4-BE49-F238E27FC236}">
                      <a16:creationId xmlns:a16="http://schemas.microsoft.com/office/drawing/2014/main" id="{FCE62F6F-FF86-385C-4DF4-60EC4C9C3C42}"/>
                    </a:ext>
                  </a:extLst>
                </p14:cNvPr>
                <p14:cNvContentPartPr/>
                <p14:nvPr/>
              </p14:nvContentPartPr>
              <p14:xfrm>
                <a:off x="10153204" y="1188068"/>
                <a:ext cx="184680" cy="101520"/>
              </p14:xfrm>
            </p:contentPart>
          </mc:Choice>
          <mc:Fallback>
            <p:pic>
              <p:nvPicPr>
                <p:cNvPr id="75" name="Tinta 74">
                  <a:extLst>
                    <a:ext uri="{FF2B5EF4-FFF2-40B4-BE49-F238E27FC236}">
                      <a16:creationId xmlns:a16="http://schemas.microsoft.com/office/drawing/2014/main" id="{FCE62F6F-FF86-385C-4DF4-60EC4C9C3C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0147084" y="1181948"/>
                  <a:ext cx="19692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76" name="Tinta 75">
                  <a:extLst>
                    <a:ext uri="{FF2B5EF4-FFF2-40B4-BE49-F238E27FC236}">
                      <a16:creationId xmlns:a16="http://schemas.microsoft.com/office/drawing/2014/main" id="{A3681C41-D40F-83B8-F40A-8A99D5156719}"/>
                    </a:ext>
                  </a:extLst>
                </p14:cNvPr>
                <p14:cNvContentPartPr/>
                <p14:nvPr/>
              </p14:nvContentPartPr>
              <p14:xfrm>
                <a:off x="10038004" y="1062788"/>
                <a:ext cx="474120" cy="104760"/>
              </p14:xfrm>
            </p:contentPart>
          </mc:Choice>
          <mc:Fallback>
            <p:pic>
              <p:nvPicPr>
                <p:cNvPr id="76" name="Tinta 75">
                  <a:extLst>
                    <a:ext uri="{FF2B5EF4-FFF2-40B4-BE49-F238E27FC236}">
                      <a16:creationId xmlns:a16="http://schemas.microsoft.com/office/drawing/2014/main" id="{A3681C41-D40F-83B8-F40A-8A99D5156719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0031884" y="1056668"/>
                  <a:ext cx="486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77" name="Tinta 76">
                  <a:extLst>
                    <a:ext uri="{FF2B5EF4-FFF2-40B4-BE49-F238E27FC236}">
                      <a16:creationId xmlns:a16="http://schemas.microsoft.com/office/drawing/2014/main" id="{8D20D677-0FDC-1B11-999B-35957C271E48}"/>
                    </a:ext>
                  </a:extLst>
                </p14:cNvPr>
                <p14:cNvContentPartPr/>
                <p14:nvPr/>
              </p14:nvContentPartPr>
              <p14:xfrm>
                <a:off x="10796164" y="1174748"/>
                <a:ext cx="171360" cy="12600"/>
              </p14:xfrm>
            </p:contentPart>
          </mc:Choice>
          <mc:Fallback>
            <p:pic>
              <p:nvPicPr>
                <p:cNvPr id="77" name="Tinta 76">
                  <a:extLst>
                    <a:ext uri="{FF2B5EF4-FFF2-40B4-BE49-F238E27FC236}">
                      <a16:creationId xmlns:a16="http://schemas.microsoft.com/office/drawing/2014/main" id="{8D20D677-0FDC-1B11-999B-35957C271E4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790044" y="1168628"/>
                  <a:ext cx="183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78" name="Tinta 77">
                  <a:extLst>
                    <a:ext uri="{FF2B5EF4-FFF2-40B4-BE49-F238E27FC236}">
                      <a16:creationId xmlns:a16="http://schemas.microsoft.com/office/drawing/2014/main" id="{665764A8-3398-3570-1E84-06AA34A82507}"/>
                    </a:ext>
                  </a:extLst>
                </p14:cNvPr>
                <p14:cNvContentPartPr/>
                <p14:nvPr/>
              </p14:nvContentPartPr>
              <p14:xfrm>
                <a:off x="10680964" y="1241348"/>
                <a:ext cx="97560" cy="24840"/>
              </p14:xfrm>
            </p:contentPart>
          </mc:Choice>
          <mc:Fallback>
            <p:pic>
              <p:nvPicPr>
                <p:cNvPr id="78" name="Tinta 77">
                  <a:extLst>
                    <a:ext uri="{FF2B5EF4-FFF2-40B4-BE49-F238E27FC236}">
                      <a16:creationId xmlns:a16="http://schemas.microsoft.com/office/drawing/2014/main" id="{665764A8-3398-3570-1E84-06AA34A8250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674844" y="1235228"/>
                  <a:ext cx="1098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0" name="Tinta 79">
                  <a:extLst>
                    <a:ext uri="{FF2B5EF4-FFF2-40B4-BE49-F238E27FC236}">
                      <a16:creationId xmlns:a16="http://schemas.microsoft.com/office/drawing/2014/main" id="{B0DFDDFD-06C0-08B7-D55E-F94B3B2E1410}"/>
                    </a:ext>
                  </a:extLst>
                </p14:cNvPr>
                <p14:cNvContentPartPr/>
                <p14:nvPr/>
              </p14:nvContentPartPr>
              <p14:xfrm>
                <a:off x="11129884" y="1074308"/>
                <a:ext cx="282240" cy="150120"/>
              </p14:xfrm>
            </p:contentPart>
          </mc:Choice>
          <mc:Fallback>
            <p:pic>
              <p:nvPicPr>
                <p:cNvPr id="80" name="Tinta 79">
                  <a:extLst>
                    <a:ext uri="{FF2B5EF4-FFF2-40B4-BE49-F238E27FC236}">
                      <a16:creationId xmlns:a16="http://schemas.microsoft.com/office/drawing/2014/main" id="{B0DFDDFD-06C0-08B7-D55E-F94B3B2E1410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1123764" y="1068188"/>
                  <a:ext cx="29448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1" name="Tinta 80">
                  <a:extLst>
                    <a:ext uri="{FF2B5EF4-FFF2-40B4-BE49-F238E27FC236}">
                      <a16:creationId xmlns:a16="http://schemas.microsoft.com/office/drawing/2014/main" id="{520C89F4-3284-AD6C-49E5-A3A567FFEBB6}"/>
                    </a:ext>
                  </a:extLst>
                </p14:cNvPr>
                <p14:cNvContentPartPr/>
                <p14:nvPr/>
              </p14:nvContentPartPr>
              <p14:xfrm>
                <a:off x="11367124" y="1090148"/>
                <a:ext cx="329400" cy="112320"/>
              </p14:xfrm>
            </p:contentPart>
          </mc:Choice>
          <mc:Fallback>
            <p:pic>
              <p:nvPicPr>
                <p:cNvPr id="81" name="Tinta 80">
                  <a:extLst>
                    <a:ext uri="{FF2B5EF4-FFF2-40B4-BE49-F238E27FC236}">
                      <a16:creationId xmlns:a16="http://schemas.microsoft.com/office/drawing/2014/main" id="{520C89F4-3284-AD6C-49E5-A3A567FFEBB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1361004" y="1084028"/>
                  <a:ext cx="341640" cy="12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Agrupar 123">
            <a:extLst>
              <a:ext uri="{FF2B5EF4-FFF2-40B4-BE49-F238E27FC236}">
                <a16:creationId xmlns:a16="http://schemas.microsoft.com/office/drawing/2014/main" id="{F492C109-BEB3-2535-1E0F-28A623378BA9}"/>
              </a:ext>
            </a:extLst>
          </p:cNvPr>
          <p:cNvGrpSpPr/>
          <p:nvPr/>
        </p:nvGrpSpPr>
        <p:grpSpPr>
          <a:xfrm>
            <a:off x="8958364" y="1459868"/>
            <a:ext cx="2865960" cy="593640"/>
            <a:chOff x="8958364" y="1459868"/>
            <a:chExt cx="2865960" cy="59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3" name="Tinta 102">
                  <a:extLst>
                    <a:ext uri="{FF2B5EF4-FFF2-40B4-BE49-F238E27FC236}">
                      <a16:creationId xmlns:a16="http://schemas.microsoft.com/office/drawing/2014/main" id="{ED42A002-1145-B08A-3BD7-25BC6D8D4CE0}"/>
                    </a:ext>
                  </a:extLst>
                </p14:cNvPr>
                <p14:cNvContentPartPr/>
                <p14:nvPr/>
              </p14:nvContentPartPr>
              <p14:xfrm>
                <a:off x="8958364" y="1459868"/>
                <a:ext cx="713160" cy="224640"/>
              </p14:xfrm>
            </p:contentPart>
          </mc:Choice>
          <mc:Fallback>
            <p:pic>
              <p:nvPicPr>
                <p:cNvPr id="103" name="Tinta 102">
                  <a:extLst>
                    <a:ext uri="{FF2B5EF4-FFF2-40B4-BE49-F238E27FC236}">
                      <a16:creationId xmlns:a16="http://schemas.microsoft.com/office/drawing/2014/main" id="{ED42A002-1145-B08A-3BD7-25BC6D8D4CE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952244" y="1453748"/>
                  <a:ext cx="72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4" name="Tinta 103">
                  <a:extLst>
                    <a:ext uri="{FF2B5EF4-FFF2-40B4-BE49-F238E27FC236}">
                      <a16:creationId xmlns:a16="http://schemas.microsoft.com/office/drawing/2014/main" id="{A3B4F92D-B18C-98E8-2D1A-071BB50598A4}"/>
                    </a:ext>
                  </a:extLst>
                </p14:cNvPr>
                <p14:cNvContentPartPr/>
                <p14:nvPr/>
              </p14:nvContentPartPr>
              <p14:xfrm>
                <a:off x="9314404" y="1613228"/>
                <a:ext cx="161280" cy="99000"/>
              </p14:xfrm>
            </p:contentPart>
          </mc:Choice>
          <mc:Fallback>
            <p:pic>
              <p:nvPicPr>
                <p:cNvPr id="104" name="Tinta 103">
                  <a:extLst>
                    <a:ext uri="{FF2B5EF4-FFF2-40B4-BE49-F238E27FC236}">
                      <a16:creationId xmlns:a16="http://schemas.microsoft.com/office/drawing/2014/main" id="{A3B4F92D-B18C-98E8-2D1A-071BB50598A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9308284" y="1607108"/>
                  <a:ext cx="173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105" name="Tinta 104">
                  <a:extLst>
                    <a:ext uri="{FF2B5EF4-FFF2-40B4-BE49-F238E27FC236}">
                      <a16:creationId xmlns:a16="http://schemas.microsoft.com/office/drawing/2014/main" id="{54409F7E-D7AA-973E-8A1B-3B0D816333A9}"/>
                    </a:ext>
                  </a:extLst>
                </p14:cNvPr>
                <p14:cNvContentPartPr/>
                <p14:nvPr/>
              </p14:nvContentPartPr>
              <p14:xfrm>
                <a:off x="9296764" y="1645268"/>
                <a:ext cx="54360" cy="32400"/>
              </p14:xfrm>
            </p:contentPart>
          </mc:Choice>
          <mc:Fallback>
            <p:pic>
              <p:nvPicPr>
                <p:cNvPr id="105" name="Tinta 104">
                  <a:extLst>
                    <a:ext uri="{FF2B5EF4-FFF2-40B4-BE49-F238E27FC236}">
                      <a16:creationId xmlns:a16="http://schemas.microsoft.com/office/drawing/2014/main" id="{54409F7E-D7AA-973E-8A1B-3B0D816333A9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290644" y="1639148"/>
                  <a:ext cx="66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106" name="Tinta 105">
                  <a:extLst>
                    <a:ext uri="{FF2B5EF4-FFF2-40B4-BE49-F238E27FC236}">
                      <a16:creationId xmlns:a16="http://schemas.microsoft.com/office/drawing/2014/main" id="{298AA641-0BD4-0076-2C78-4F5487AA8FF9}"/>
                    </a:ext>
                  </a:extLst>
                </p14:cNvPr>
                <p14:cNvContentPartPr/>
                <p14:nvPr/>
              </p14:nvContentPartPr>
              <p14:xfrm>
                <a:off x="9332764" y="1617188"/>
                <a:ext cx="223560" cy="115560"/>
              </p14:xfrm>
            </p:contentPart>
          </mc:Choice>
          <mc:Fallback>
            <p:pic>
              <p:nvPicPr>
                <p:cNvPr id="106" name="Tinta 105">
                  <a:extLst>
                    <a:ext uri="{FF2B5EF4-FFF2-40B4-BE49-F238E27FC236}">
                      <a16:creationId xmlns:a16="http://schemas.microsoft.com/office/drawing/2014/main" id="{298AA641-0BD4-0076-2C78-4F5487AA8FF9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326644" y="1611068"/>
                  <a:ext cx="2358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107" name="Tinta 106">
                  <a:extLst>
                    <a:ext uri="{FF2B5EF4-FFF2-40B4-BE49-F238E27FC236}">
                      <a16:creationId xmlns:a16="http://schemas.microsoft.com/office/drawing/2014/main" id="{C66E5021-4DCE-3DDB-1C32-67BB95EBDEAB}"/>
                    </a:ext>
                  </a:extLst>
                </p14:cNvPr>
                <p14:cNvContentPartPr/>
                <p14:nvPr/>
              </p14:nvContentPartPr>
              <p14:xfrm>
                <a:off x="9546964" y="1746068"/>
                <a:ext cx="97560" cy="28080"/>
              </p14:xfrm>
            </p:contentPart>
          </mc:Choice>
          <mc:Fallback>
            <p:pic>
              <p:nvPicPr>
                <p:cNvPr id="107" name="Tinta 106">
                  <a:extLst>
                    <a:ext uri="{FF2B5EF4-FFF2-40B4-BE49-F238E27FC236}">
                      <a16:creationId xmlns:a16="http://schemas.microsoft.com/office/drawing/2014/main" id="{C66E5021-4DCE-3DDB-1C32-67BB95EBDEA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540844" y="1739948"/>
                  <a:ext cx="1098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108" name="Tinta 107">
                  <a:extLst>
                    <a:ext uri="{FF2B5EF4-FFF2-40B4-BE49-F238E27FC236}">
                      <a16:creationId xmlns:a16="http://schemas.microsoft.com/office/drawing/2014/main" id="{117459E6-BCA5-98A7-6E2C-4A9190B5E985}"/>
                    </a:ext>
                  </a:extLst>
                </p14:cNvPr>
                <p14:cNvContentPartPr/>
                <p14:nvPr/>
              </p14:nvContentPartPr>
              <p14:xfrm>
                <a:off x="9711484" y="1661828"/>
                <a:ext cx="262800" cy="156240"/>
              </p14:xfrm>
            </p:contentPart>
          </mc:Choice>
          <mc:Fallback>
            <p:pic>
              <p:nvPicPr>
                <p:cNvPr id="108" name="Tinta 107">
                  <a:extLst>
                    <a:ext uri="{FF2B5EF4-FFF2-40B4-BE49-F238E27FC236}">
                      <a16:creationId xmlns:a16="http://schemas.microsoft.com/office/drawing/2014/main" id="{117459E6-BCA5-98A7-6E2C-4A9190B5E9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705364" y="1655708"/>
                  <a:ext cx="2750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09" name="Tinta 108">
                  <a:extLst>
                    <a:ext uri="{FF2B5EF4-FFF2-40B4-BE49-F238E27FC236}">
                      <a16:creationId xmlns:a16="http://schemas.microsoft.com/office/drawing/2014/main" id="{5804167A-8696-0B7E-7B70-DD1245426301}"/>
                    </a:ext>
                  </a:extLst>
                </p14:cNvPr>
                <p14:cNvContentPartPr/>
                <p14:nvPr/>
              </p14:nvContentPartPr>
              <p14:xfrm>
                <a:off x="9629044" y="1492988"/>
                <a:ext cx="641160" cy="124920"/>
              </p14:xfrm>
            </p:contentPart>
          </mc:Choice>
          <mc:Fallback>
            <p:pic>
              <p:nvPicPr>
                <p:cNvPr id="109" name="Tinta 108">
                  <a:extLst>
                    <a:ext uri="{FF2B5EF4-FFF2-40B4-BE49-F238E27FC236}">
                      <a16:creationId xmlns:a16="http://schemas.microsoft.com/office/drawing/2014/main" id="{5804167A-8696-0B7E-7B70-DD124542630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622924" y="1486868"/>
                  <a:ext cx="6534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10" name="Tinta 109">
                  <a:extLst>
                    <a:ext uri="{FF2B5EF4-FFF2-40B4-BE49-F238E27FC236}">
                      <a16:creationId xmlns:a16="http://schemas.microsoft.com/office/drawing/2014/main" id="{D6C5CD7F-04E1-D087-5746-E4E49504ADB6}"/>
                    </a:ext>
                  </a:extLst>
                </p14:cNvPr>
                <p14:cNvContentPartPr/>
                <p14:nvPr/>
              </p14:nvContentPartPr>
              <p14:xfrm>
                <a:off x="10394764" y="1696388"/>
                <a:ext cx="196560" cy="23400"/>
              </p14:xfrm>
            </p:contentPart>
          </mc:Choice>
          <mc:Fallback>
            <p:pic>
              <p:nvPicPr>
                <p:cNvPr id="110" name="Tinta 109">
                  <a:extLst>
                    <a:ext uri="{FF2B5EF4-FFF2-40B4-BE49-F238E27FC236}">
                      <a16:creationId xmlns:a16="http://schemas.microsoft.com/office/drawing/2014/main" id="{D6C5CD7F-04E1-D087-5746-E4E49504ADB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388644" y="1690268"/>
                  <a:ext cx="208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11" name="Tinta 110">
                  <a:extLst>
                    <a:ext uri="{FF2B5EF4-FFF2-40B4-BE49-F238E27FC236}">
                      <a16:creationId xmlns:a16="http://schemas.microsoft.com/office/drawing/2014/main" id="{E7E797B9-89DB-24A9-7ED6-5A75E22076F5}"/>
                    </a:ext>
                  </a:extLst>
                </p14:cNvPr>
                <p14:cNvContentPartPr/>
                <p14:nvPr/>
              </p14:nvContentPartPr>
              <p14:xfrm>
                <a:off x="10279564" y="1783868"/>
                <a:ext cx="115560" cy="19440"/>
              </p14:xfrm>
            </p:contentPart>
          </mc:Choice>
          <mc:Fallback>
            <p:pic>
              <p:nvPicPr>
                <p:cNvPr id="111" name="Tinta 110">
                  <a:extLst>
                    <a:ext uri="{FF2B5EF4-FFF2-40B4-BE49-F238E27FC236}">
                      <a16:creationId xmlns:a16="http://schemas.microsoft.com/office/drawing/2014/main" id="{E7E797B9-89DB-24A9-7ED6-5A75E22076F5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273444" y="1777748"/>
                  <a:ext cx="127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13" name="Tinta 112">
                  <a:extLst>
                    <a:ext uri="{FF2B5EF4-FFF2-40B4-BE49-F238E27FC236}">
                      <a16:creationId xmlns:a16="http://schemas.microsoft.com/office/drawing/2014/main" id="{31D41B95-3FC8-A9C2-A548-15433A4033E3}"/>
                    </a:ext>
                  </a:extLst>
                </p14:cNvPr>
                <p14:cNvContentPartPr/>
                <p14:nvPr/>
              </p14:nvContentPartPr>
              <p14:xfrm>
                <a:off x="10832164" y="1588388"/>
                <a:ext cx="331200" cy="255960"/>
              </p14:xfrm>
            </p:contentPart>
          </mc:Choice>
          <mc:Fallback>
            <p:pic>
              <p:nvPicPr>
                <p:cNvPr id="113" name="Tinta 112">
                  <a:extLst>
                    <a:ext uri="{FF2B5EF4-FFF2-40B4-BE49-F238E27FC236}">
                      <a16:creationId xmlns:a16="http://schemas.microsoft.com/office/drawing/2014/main" id="{31D41B95-3FC8-A9C2-A548-15433A4033E3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0826044" y="1582268"/>
                  <a:ext cx="34344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14" name="Tinta 113">
                  <a:extLst>
                    <a:ext uri="{FF2B5EF4-FFF2-40B4-BE49-F238E27FC236}">
                      <a16:creationId xmlns:a16="http://schemas.microsoft.com/office/drawing/2014/main" id="{801F31EF-1918-FB43-85C1-1095BF184BBA}"/>
                    </a:ext>
                  </a:extLst>
                </p14:cNvPr>
                <p14:cNvContentPartPr/>
                <p14:nvPr/>
              </p14:nvContentPartPr>
              <p14:xfrm>
                <a:off x="10786444" y="1710428"/>
                <a:ext cx="136080" cy="155520"/>
              </p14:xfrm>
            </p:contentPart>
          </mc:Choice>
          <mc:Fallback>
            <p:pic>
              <p:nvPicPr>
                <p:cNvPr id="114" name="Tinta 113">
                  <a:extLst>
                    <a:ext uri="{FF2B5EF4-FFF2-40B4-BE49-F238E27FC236}">
                      <a16:creationId xmlns:a16="http://schemas.microsoft.com/office/drawing/2014/main" id="{801F31EF-1918-FB43-85C1-1095BF184BB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0780324" y="1704308"/>
                  <a:ext cx="14832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15" name="Tinta 114">
                  <a:extLst>
                    <a:ext uri="{FF2B5EF4-FFF2-40B4-BE49-F238E27FC236}">
                      <a16:creationId xmlns:a16="http://schemas.microsoft.com/office/drawing/2014/main" id="{9AF1B535-3620-2953-FDBB-3D3057144A67}"/>
                    </a:ext>
                  </a:extLst>
                </p14:cNvPr>
                <p14:cNvContentPartPr/>
                <p14:nvPr/>
              </p14:nvContentPartPr>
              <p14:xfrm>
                <a:off x="10967524" y="1775948"/>
                <a:ext cx="169200" cy="96480"/>
              </p14:xfrm>
            </p:contentPart>
          </mc:Choice>
          <mc:Fallback>
            <p:pic>
              <p:nvPicPr>
                <p:cNvPr id="115" name="Tinta 114">
                  <a:extLst>
                    <a:ext uri="{FF2B5EF4-FFF2-40B4-BE49-F238E27FC236}">
                      <a16:creationId xmlns:a16="http://schemas.microsoft.com/office/drawing/2014/main" id="{9AF1B535-3620-2953-FDBB-3D3057144A6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0961404" y="1769828"/>
                  <a:ext cx="181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17" name="Tinta 116">
                  <a:extLst>
                    <a:ext uri="{FF2B5EF4-FFF2-40B4-BE49-F238E27FC236}">
                      <a16:creationId xmlns:a16="http://schemas.microsoft.com/office/drawing/2014/main" id="{C7BE85E9-CC25-428C-66C6-EE106ECB56DF}"/>
                    </a:ext>
                  </a:extLst>
                </p14:cNvPr>
                <p14:cNvContentPartPr/>
                <p14:nvPr/>
              </p14:nvContentPartPr>
              <p14:xfrm>
                <a:off x="11277484" y="1827788"/>
                <a:ext cx="46440" cy="69480"/>
              </p14:xfrm>
            </p:contentPart>
          </mc:Choice>
          <mc:Fallback>
            <p:pic>
              <p:nvPicPr>
                <p:cNvPr id="117" name="Tinta 116">
                  <a:extLst>
                    <a:ext uri="{FF2B5EF4-FFF2-40B4-BE49-F238E27FC236}">
                      <a16:creationId xmlns:a16="http://schemas.microsoft.com/office/drawing/2014/main" id="{C7BE85E9-CC25-428C-66C6-EE106ECB56D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1271364" y="1821668"/>
                  <a:ext cx="586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18" name="Tinta 117">
                  <a:extLst>
                    <a:ext uri="{FF2B5EF4-FFF2-40B4-BE49-F238E27FC236}">
                      <a16:creationId xmlns:a16="http://schemas.microsoft.com/office/drawing/2014/main" id="{3C1301A0-AEFE-F644-8820-6536A7224504}"/>
                    </a:ext>
                  </a:extLst>
                </p14:cNvPr>
                <p14:cNvContentPartPr/>
                <p14:nvPr/>
              </p14:nvContentPartPr>
              <p14:xfrm>
                <a:off x="11287564" y="1800428"/>
                <a:ext cx="108360" cy="91440"/>
              </p14:xfrm>
            </p:contentPart>
          </mc:Choice>
          <mc:Fallback>
            <p:pic>
              <p:nvPicPr>
                <p:cNvPr id="118" name="Tinta 117">
                  <a:extLst>
                    <a:ext uri="{FF2B5EF4-FFF2-40B4-BE49-F238E27FC236}">
                      <a16:creationId xmlns:a16="http://schemas.microsoft.com/office/drawing/2014/main" id="{3C1301A0-AEFE-F644-8820-6536A722450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1281444" y="1794308"/>
                  <a:ext cx="1206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19" name="Tinta 118">
                  <a:extLst>
                    <a:ext uri="{FF2B5EF4-FFF2-40B4-BE49-F238E27FC236}">
                      <a16:creationId xmlns:a16="http://schemas.microsoft.com/office/drawing/2014/main" id="{9B518479-69B3-66B7-5CA8-E75FBAD6923E}"/>
                    </a:ext>
                  </a:extLst>
                </p14:cNvPr>
                <p14:cNvContentPartPr/>
                <p14:nvPr/>
              </p14:nvContentPartPr>
              <p14:xfrm>
                <a:off x="11428684" y="1796828"/>
                <a:ext cx="395640" cy="155520"/>
              </p14:xfrm>
            </p:contentPart>
          </mc:Choice>
          <mc:Fallback>
            <p:pic>
              <p:nvPicPr>
                <p:cNvPr id="119" name="Tinta 118">
                  <a:extLst>
                    <a:ext uri="{FF2B5EF4-FFF2-40B4-BE49-F238E27FC236}">
                      <a16:creationId xmlns:a16="http://schemas.microsoft.com/office/drawing/2014/main" id="{9B518479-69B3-66B7-5CA8-E75FBAD6923E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1422564" y="1790708"/>
                  <a:ext cx="407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20" name="Tinta 119">
                  <a:extLst>
                    <a:ext uri="{FF2B5EF4-FFF2-40B4-BE49-F238E27FC236}">
                      <a16:creationId xmlns:a16="http://schemas.microsoft.com/office/drawing/2014/main" id="{71742BA9-F84D-41CC-0983-B1F931F6ED6C}"/>
                    </a:ext>
                  </a:extLst>
                </p14:cNvPr>
                <p14:cNvContentPartPr/>
                <p14:nvPr/>
              </p14:nvContentPartPr>
              <p14:xfrm>
                <a:off x="11341564" y="1902308"/>
                <a:ext cx="286560" cy="88200"/>
              </p14:xfrm>
            </p:contentPart>
          </mc:Choice>
          <mc:Fallback>
            <p:pic>
              <p:nvPicPr>
                <p:cNvPr id="120" name="Tinta 119">
                  <a:extLst>
                    <a:ext uri="{FF2B5EF4-FFF2-40B4-BE49-F238E27FC236}">
                      <a16:creationId xmlns:a16="http://schemas.microsoft.com/office/drawing/2014/main" id="{71742BA9-F84D-41CC-0983-B1F931F6ED6C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11335444" y="1896188"/>
                  <a:ext cx="298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22" name="Tinta 121">
                  <a:extLst>
                    <a:ext uri="{FF2B5EF4-FFF2-40B4-BE49-F238E27FC236}">
                      <a16:creationId xmlns:a16="http://schemas.microsoft.com/office/drawing/2014/main" id="{09CE3B03-8693-B0EA-45D4-2A3860947353}"/>
                    </a:ext>
                  </a:extLst>
                </p14:cNvPr>
                <p14:cNvContentPartPr/>
                <p14:nvPr/>
              </p14:nvContentPartPr>
              <p14:xfrm>
                <a:off x="11335444" y="1932188"/>
                <a:ext cx="327960" cy="121320"/>
              </p14:xfrm>
            </p:contentPart>
          </mc:Choice>
          <mc:Fallback>
            <p:pic>
              <p:nvPicPr>
                <p:cNvPr id="122" name="Tinta 121">
                  <a:extLst>
                    <a:ext uri="{FF2B5EF4-FFF2-40B4-BE49-F238E27FC236}">
                      <a16:creationId xmlns:a16="http://schemas.microsoft.com/office/drawing/2014/main" id="{09CE3B03-8693-B0EA-45D4-2A3860947353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329324" y="1926068"/>
                  <a:ext cx="34020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23" name="Tinta 122">
                  <a:extLst>
                    <a:ext uri="{FF2B5EF4-FFF2-40B4-BE49-F238E27FC236}">
                      <a16:creationId xmlns:a16="http://schemas.microsoft.com/office/drawing/2014/main" id="{01E1518F-9358-9E6B-207A-6AA58BBFDD86}"/>
                    </a:ext>
                  </a:extLst>
                </p14:cNvPr>
                <p14:cNvContentPartPr/>
                <p14:nvPr/>
              </p14:nvContentPartPr>
              <p14:xfrm>
                <a:off x="11564404" y="1903028"/>
                <a:ext cx="142920" cy="77760"/>
              </p14:xfrm>
            </p:contentPart>
          </mc:Choice>
          <mc:Fallback>
            <p:pic>
              <p:nvPicPr>
                <p:cNvPr id="123" name="Tinta 122">
                  <a:extLst>
                    <a:ext uri="{FF2B5EF4-FFF2-40B4-BE49-F238E27FC236}">
                      <a16:creationId xmlns:a16="http://schemas.microsoft.com/office/drawing/2014/main" id="{01E1518F-9358-9E6B-207A-6AA58BBFDD86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1558284" y="1896908"/>
                  <a:ext cx="155160" cy="9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1">
            <p14:nvContentPartPr>
              <p14:cNvPr id="43" name="Tinta 42">
                <a:extLst>
                  <a:ext uri="{FF2B5EF4-FFF2-40B4-BE49-F238E27FC236}">
                    <a16:creationId xmlns:a16="http://schemas.microsoft.com/office/drawing/2014/main" id="{DC6B7E3E-DB41-E680-C0D5-6C425A4E3A31}"/>
                  </a:ext>
                </a:extLst>
              </p14:cNvPr>
              <p14:cNvContentPartPr/>
              <p14:nvPr/>
            </p14:nvContentPartPr>
            <p14:xfrm>
              <a:off x="8198764" y="4492508"/>
              <a:ext cx="187560" cy="10080"/>
            </p14:xfrm>
          </p:contentPart>
        </mc:Choice>
        <mc:Fallback>
          <p:pic>
            <p:nvPicPr>
              <p:cNvPr id="43" name="Tinta 42">
                <a:extLst>
                  <a:ext uri="{FF2B5EF4-FFF2-40B4-BE49-F238E27FC236}">
                    <a16:creationId xmlns:a16="http://schemas.microsoft.com/office/drawing/2014/main" id="{DC6B7E3E-DB41-E680-C0D5-6C425A4E3A31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8192644" y="4486388"/>
                <a:ext cx="1998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3">
            <p14:nvContentPartPr>
              <p14:cNvPr id="44" name="Tinta 43">
                <a:extLst>
                  <a:ext uri="{FF2B5EF4-FFF2-40B4-BE49-F238E27FC236}">
                    <a16:creationId xmlns:a16="http://schemas.microsoft.com/office/drawing/2014/main" id="{3A222162-D690-6A28-110A-65141A3C8936}"/>
                  </a:ext>
                </a:extLst>
              </p14:cNvPr>
              <p14:cNvContentPartPr/>
              <p14:nvPr/>
            </p14:nvContentPartPr>
            <p14:xfrm>
              <a:off x="8099764" y="4538588"/>
              <a:ext cx="367560" cy="13680"/>
            </p14:xfrm>
          </p:contentPart>
        </mc:Choice>
        <mc:Fallback>
          <p:pic>
            <p:nvPicPr>
              <p:cNvPr id="44" name="Tinta 43">
                <a:extLst>
                  <a:ext uri="{FF2B5EF4-FFF2-40B4-BE49-F238E27FC236}">
                    <a16:creationId xmlns:a16="http://schemas.microsoft.com/office/drawing/2014/main" id="{3A222162-D690-6A28-110A-65141A3C8936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8093644" y="4532468"/>
                <a:ext cx="37980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5">
            <p14:nvContentPartPr>
              <p14:cNvPr id="46" name="Tinta 45">
                <a:extLst>
                  <a:ext uri="{FF2B5EF4-FFF2-40B4-BE49-F238E27FC236}">
                    <a16:creationId xmlns:a16="http://schemas.microsoft.com/office/drawing/2014/main" id="{DB2CE6DF-F3AF-2625-B600-E44136CC53F6}"/>
                  </a:ext>
                </a:extLst>
              </p14:cNvPr>
              <p14:cNvContentPartPr/>
              <p14:nvPr/>
            </p14:nvContentPartPr>
            <p14:xfrm>
              <a:off x="8742364" y="4284428"/>
              <a:ext cx="1184400" cy="433440"/>
            </p14:xfrm>
          </p:contentPart>
        </mc:Choice>
        <mc:Fallback>
          <p:pic>
            <p:nvPicPr>
              <p:cNvPr id="46" name="Tinta 45">
                <a:extLst>
                  <a:ext uri="{FF2B5EF4-FFF2-40B4-BE49-F238E27FC236}">
                    <a16:creationId xmlns:a16="http://schemas.microsoft.com/office/drawing/2014/main" id="{DB2CE6DF-F3AF-2625-B600-E44136CC53F6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8736244" y="4278308"/>
                <a:ext cx="1196640" cy="44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7">
            <p14:nvContentPartPr>
              <p14:cNvPr id="48" name="Tinta 47">
                <a:extLst>
                  <a:ext uri="{FF2B5EF4-FFF2-40B4-BE49-F238E27FC236}">
                    <a16:creationId xmlns:a16="http://schemas.microsoft.com/office/drawing/2014/main" id="{0758A59F-F59B-895A-4ED4-9A61DE7609BA}"/>
                  </a:ext>
                </a:extLst>
              </p14:cNvPr>
              <p14:cNvContentPartPr/>
              <p14:nvPr/>
            </p14:nvContentPartPr>
            <p14:xfrm>
              <a:off x="9359764" y="4547588"/>
              <a:ext cx="97560" cy="106920"/>
            </p14:xfrm>
          </p:contentPart>
        </mc:Choice>
        <mc:Fallback>
          <p:pic>
            <p:nvPicPr>
              <p:cNvPr id="48" name="Tinta 47">
                <a:extLst>
                  <a:ext uri="{FF2B5EF4-FFF2-40B4-BE49-F238E27FC236}">
                    <a16:creationId xmlns:a16="http://schemas.microsoft.com/office/drawing/2014/main" id="{0758A59F-F59B-895A-4ED4-9A61DE7609BA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9353644" y="4541468"/>
                <a:ext cx="1098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9">
            <p14:nvContentPartPr>
              <p14:cNvPr id="49" name="Tinta 48">
                <a:extLst>
                  <a:ext uri="{FF2B5EF4-FFF2-40B4-BE49-F238E27FC236}">
                    <a16:creationId xmlns:a16="http://schemas.microsoft.com/office/drawing/2014/main" id="{111877FA-6A16-ABCC-CB36-FF2A078AC0F5}"/>
                  </a:ext>
                </a:extLst>
              </p14:cNvPr>
              <p14:cNvContentPartPr/>
              <p14:nvPr/>
            </p14:nvContentPartPr>
            <p14:xfrm>
              <a:off x="9332764" y="4577828"/>
              <a:ext cx="151560" cy="83880"/>
            </p14:xfrm>
          </p:contentPart>
        </mc:Choice>
        <mc:Fallback>
          <p:pic>
            <p:nvPicPr>
              <p:cNvPr id="49" name="Tinta 48">
                <a:extLst>
                  <a:ext uri="{FF2B5EF4-FFF2-40B4-BE49-F238E27FC236}">
                    <a16:creationId xmlns:a16="http://schemas.microsoft.com/office/drawing/2014/main" id="{111877FA-6A16-ABCC-CB36-FF2A078AC0F5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9326644" y="4571708"/>
                <a:ext cx="16380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1">
            <p14:nvContentPartPr>
              <p14:cNvPr id="50" name="Tinta 49">
                <a:extLst>
                  <a:ext uri="{FF2B5EF4-FFF2-40B4-BE49-F238E27FC236}">
                    <a16:creationId xmlns:a16="http://schemas.microsoft.com/office/drawing/2014/main" id="{B2ACF86B-3C10-8580-8B24-A2F412B1ECFA}"/>
                  </a:ext>
                </a:extLst>
              </p14:cNvPr>
              <p14:cNvContentPartPr/>
              <p14:nvPr/>
            </p14:nvContentPartPr>
            <p14:xfrm>
              <a:off x="9537244" y="4467668"/>
              <a:ext cx="314280" cy="109080"/>
            </p14:xfrm>
          </p:contentPart>
        </mc:Choice>
        <mc:Fallback>
          <p:pic>
            <p:nvPicPr>
              <p:cNvPr id="50" name="Tinta 49">
                <a:extLst>
                  <a:ext uri="{FF2B5EF4-FFF2-40B4-BE49-F238E27FC236}">
                    <a16:creationId xmlns:a16="http://schemas.microsoft.com/office/drawing/2014/main" id="{B2ACF86B-3C10-8580-8B24-A2F412B1ECFA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9531124" y="4461548"/>
                <a:ext cx="3265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3">
            <p14:nvContentPartPr>
              <p14:cNvPr id="83" name="Tinta 82">
                <a:extLst>
                  <a:ext uri="{FF2B5EF4-FFF2-40B4-BE49-F238E27FC236}">
                    <a16:creationId xmlns:a16="http://schemas.microsoft.com/office/drawing/2014/main" id="{9D234F3E-257B-D284-9654-F3EECA3CA59B}"/>
                  </a:ext>
                </a:extLst>
              </p14:cNvPr>
              <p14:cNvContentPartPr/>
              <p14:nvPr/>
            </p14:nvContentPartPr>
            <p14:xfrm>
              <a:off x="7233604" y="4434188"/>
              <a:ext cx="564840" cy="144000"/>
            </p14:xfrm>
          </p:contentPart>
        </mc:Choice>
        <mc:Fallback>
          <p:pic>
            <p:nvPicPr>
              <p:cNvPr id="83" name="Tinta 82">
                <a:extLst>
                  <a:ext uri="{FF2B5EF4-FFF2-40B4-BE49-F238E27FC236}">
                    <a16:creationId xmlns:a16="http://schemas.microsoft.com/office/drawing/2014/main" id="{9D234F3E-257B-D284-9654-F3EECA3CA59B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227484" y="4428068"/>
                <a:ext cx="57708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5">
            <p14:nvContentPartPr>
              <p14:cNvPr id="85" name="Tinta 84">
                <a:extLst>
                  <a:ext uri="{FF2B5EF4-FFF2-40B4-BE49-F238E27FC236}">
                    <a16:creationId xmlns:a16="http://schemas.microsoft.com/office/drawing/2014/main" id="{1A6DE214-A36C-06CB-001C-5576F6A1E69E}"/>
                  </a:ext>
                </a:extLst>
              </p14:cNvPr>
              <p14:cNvContentPartPr/>
              <p14:nvPr/>
            </p14:nvContentPartPr>
            <p14:xfrm>
              <a:off x="9429604" y="4354628"/>
              <a:ext cx="661320" cy="331200"/>
            </p14:xfrm>
          </p:contentPart>
        </mc:Choice>
        <mc:Fallback>
          <p:pic>
            <p:nvPicPr>
              <p:cNvPr id="85" name="Tinta 84">
                <a:extLst>
                  <a:ext uri="{FF2B5EF4-FFF2-40B4-BE49-F238E27FC236}">
                    <a16:creationId xmlns:a16="http://schemas.microsoft.com/office/drawing/2014/main" id="{1A6DE214-A36C-06CB-001C-5576F6A1E69E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423484" y="4348508"/>
                <a:ext cx="673560" cy="34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7">
            <p14:nvContentPartPr>
              <p14:cNvPr id="89" name="Tinta 88">
                <a:extLst>
                  <a:ext uri="{FF2B5EF4-FFF2-40B4-BE49-F238E27FC236}">
                    <a16:creationId xmlns:a16="http://schemas.microsoft.com/office/drawing/2014/main" id="{445F8183-91F1-CF4B-091C-390F25E109B5}"/>
                  </a:ext>
                </a:extLst>
              </p14:cNvPr>
              <p14:cNvContentPartPr/>
              <p14:nvPr/>
            </p14:nvContentPartPr>
            <p14:xfrm>
              <a:off x="8823364" y="4287308"/>
              <a:ext cx="160560" cy="133200"/>
            </p14:xfrm>
          </p:contentPart>
        </mc:Choice>
        <mc:Fallback>
          <p:pic>
            <p:nvPicPr>
              <p:cNvPr id="89" name="Tinta 88">
                <a:extLst>
                  <a:ext uri="{FF2B5EF4-FFF2-40B4-BE49-F238E27FC236}">
                    <a16:creationId xmlns:a16="http://schemas.microsoft.com/office/drawing/2014/main" id="{445F8183-91F1-CF4B-091C-390F25E109B5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8817244" y="4281188"/>
                <a:ext cx="17280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9">
            <p14:nvContentPartPr>
              <p14:cNvPr id="90" name="Tinta 89">
                <a:extLst>
                  <a:ext uri="{FF2B5EF4-FFF2-40B4-BE49-F238E27FC236}">
                    <a16:creationId xmlns:a16="http://schemas.microsoft.com/office/drawing/2014/main" id="{ECA381F5-FFEC-A576-A265-C47F6990B8EC}"/>
                  </a:ext>
                </a:extLst>
              </p14:cNvPr>
              <p14:cNvContentPartPr/>
              <p14:nvPr/>
            </p14:nvContentPartPr>
            <p14:xfrm>
              <a:off x="8814364" y="4403228"/>
              <a:ext cx="223560" cy="23040"/>
            </p14:xfrm>
          </p:contentPart>
        </mc:Choice>
        <mc:Fallback>
          <p:pic>
            <p:nvPicPr>
              <p:cNvPr id="90" name="Tinta 89">
                <a:extLst>
                  <a:ext uri="{FF2B5EF4-FFF2-40B4-BE49-F238E27FC236}">
                    <a16:creationId xmlns:a16="http://schemas.microsoft.com/office/drawing/2014/main" id="{ECA381F5-FFEC-A576-A265-C47F6990B8EC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8808244" y="4397108"/>
                <a:ext cx="235800" cy="3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1">
            <p14:nvContentPartPr>
              <p14:cNvPr id="91" name="Tinta 90">
                <a:extLst>
                  <a:ext uri="{FF2B5EF4-FFF2-40B4-BE49-F238E27FC236}">
                    <a16:creationId xmlns:a16="http://schemas.microsoft.com/office/drawing/2014/main" id="{30714776-8FFD-AD01-9E36-300D657B9D6C}"/>
                  </a:ext>
                </a:extLst>
              </p14:cNvPr>
              <p14:cNvContentPartPr/>
              <p14:nvPr/>
            </p14:nvContentPartPr>
            <p14:xfrm>
              <a:off x="8729404" y="4480988"/>
              <a:ext cx="112680" cy="54000"/>
            </p14:xfrm>
          </p:contentPart>
        </mc:Choice>
        <mc:Fallback>
          <p:pic>
            <p:nvPicPr>
              <p:cNvPr id="91" name="Tinta 90">
                <a:extLst>
                  <a:ext uri="{FF2B5EF4-FFF2-40B4-BE49-F238E27FC236}">
                    <a16:creationId xmlns:a16="http://schemas.microsoft.com/office/drawing/2014/main" id="{30714776-8FFD-AD01-9E36-300D657B9D6C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8723284" y="4474868"/>
                <a:ext cx="124920" cy="6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3">
            <p14:nvContentPartPr>
              <p14:cNvPr id="92" name="Tinta 91">
                <a:extLst>
                  <a:ext uri="{FF2B5EF4-FFF2-40B4-BE49-F238E27FC236}">
                    <a16:creationId xmlns:a16="http://schemas.microsoft.com/office/drawing/2014/main" id="{5E4D931A-FF44-DE2E-0F5E-92E339C34752}"/>
                  </a:ext>
                </a:extLst>
              </p14:cNvPr>
              <p14:cNvContentPartPr/>
              <p14:nvPr/>
            </p14:nvContentPartPr>
            <p14:xfrm>
              <a:off x="8778004" y="4467308"/>
              <a:ext cx="214920" cy="149760"/>
            </p14:xfrm>
          </p:contentPart>
        </mc:Choice>
        <mc:Fallback>
          <p:pic>
            <p:nvPicPr>
              <p:cNvPr id="92" name="Tinta 91">
                <a:extLst>
                  <a:ext uri="{FF2B5EF4-FFF2-40B4-BE49-F238E27FC236}">
                    <a16:creationId xmlns:a16="http://schemas.microsoft.com/office/drawing/2014/main" id="{5E4D931A-FF44-DE2E-0F5E-92E339C34752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8771884" y="4461188"/>
                <a:ext cx="227160" cy="16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5">
            <p14:nvContentPartPr>
              <p14:cNvPr id="94" name="Tinta 93">
                <a:extLst>
                  <a:ext uri="{FF2B5EF4-FFF2-40B4-BE49-F238E27FC236}">
                    <a16:creationId xmlns:a16="http://schemas.microsoft.com/office/drawing/2014/main" id="{2118230B-BE82-2366-CB3A-8A578D87131D}"/>
                  </a:ext>
                </a:extLst>
              </p14:cNvPr>
              <p14:cNvContentPartPr/>
              <p14:nvPr/>
            </p14:nvContentPartPr>
            <p14:xfrm>
              <a:off x="9734164" y="4513748"/>
              <a:ext cx="18360" cy="34200"/>
            </p14:xfrm>
          </p:contentPart>
        </mc:Choice>
        <mc:Fallback>
          <p:pic>
            <p:nvPicPr>
              <p:cNvPr id="94" name="Tinta 93">
                <a:extLst>
                  <a:ext uri="{FF2B5EF4-FFF2-40B4-BE49-F238E27FC236}">
                    <a16:creationId xmlns:a16="http://schemas.microsoft.com/office/drawing/2014/main" id="{2118230B-BE82-2366-CB3A-8A578D87131D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9728044" y="4507628"/>
                <a:ext cx="3060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7">
            <p14:nvContentPartPr>
              <p14:cNvPr id="96" name="Tinta 95">
                <a:extLst>
                  <a:ext uri="{FF2B5EF4-FFF2-40B4-BE49-F238E27FC236}">
                    <a16:creationId xmlns:a16="http://schemas.microsoft.com/office/drawing/2014/main" id="{1410D3F4-4A30-93A4-80F9-B6758FE534A9}"/>
                  </a:ext>
                </a:extLst>
              </p14:cNvPr>
              <p14:cNvContentPartPr/>
              <p14:nvPr/>
            </p14:nvContentPartPr>
            <p14:xfrm>
              <a:off x="9698524" y="4375508"/>
              <a:ext cx="247680" cy="82440"/>
            </p14:xfrm>
          </p:contentPart>
        </mc:Choice>
        <mc:Fallback>
          <p:pic>
            <p:nvPicPr>
              <p:cNvPr id="96" name="Tinta 95">
                <a:extLst>
                  <a:ext uri="{FF2B5EF4-FFF2-40B4-BE49-F238E27FC236}">
                    <a16:creationId xmlns:a16="http://schemas.microsoft.com/office/drawing/2014/main" id="{1410D3F4-4A30-93A4-80F9-B6758FE534A9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9692404" y="4369388"/>
                <a:ext cx="25992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9">
            <p14:nvContentPartPr>
              <p14:cNvPr id="98" name="Tinta 97">
                <a:extLst>
                  <a:ext uri="{FF2B5EF4-FFF2-40B4-BE49-F238E27FC236}">
                    <a16:creationId xmlns:a16="http://schemas.microsoft.com/office/drawing/2014/main" id="{EB8397B1-3C4E-E68F-7954-255817E63D61}"/>
                  </a:ext>
                </a:extLst>
              </p14:cNvPr>
              <p14:cNvContentPartPr/>
              <p14:nvPr/>
            </p14:nvContentPartPr>
            <p14:xfrm>
              <a:off x="8636524" y="4464788"/>
              <a:ext cx="347400" cy="138240"/>
            </p14:xfrm>
          </p:contentPart>
        </mc:Choice>
        <mc:Fallback>
          <p:pic>
            <p:nvPicPr>
              <p:cNvPr id="98" name="Tinta 97">
                <a:extLst>
                  <a:ext uri="{FF2B5EF4-FFF2-40B4-BE49-F238E27FC236}">
                    <a16:creationId xmlns:a16="http://schemas.microsoft.com/office/drawing/2014/main" id="{EB8397B1-3C4E-E68F-7954-255817E63D61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8630404" y="4458668"/>
                <a:ext cx="35964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1">
            <p14:nvContentPartPr>
              <p14:cNvPr id="125" name="Tinta 124">
                <a:extLst>
                  <a:ext uri="{FF2B5EF4-FFF2-40B4-BE49-F238E27FC236}">
                    <a16:creationId xmlns:a16="http://schemas.microsoft.com/office/drawing/2014/main" id="{9D92387D-AFCF-D146-4E1C-BB6AECA53D95}"/>
                  </a:ext>
                </a:extLst>
              </p14:cNvPr>
              <p14:cNvContentPartPr/>
              <p14:nvPr/>
            </p14:nvContentPartPr>
            <p14:xfrm>
              <a:off x="6011044" y="4101548"/>
              <a:ext cx="1831680" cy="621000"/>
            </p14:xfrm>
          </p:contentPart>
        </mc:Choice>
        <mc:Fallback>
          <p:pic>
            <p:nvPicPr>
              <p:cNvPr id="125" name="Tinta 124">
                <a:extLst>
                  <a:ext uri="{FF2B5EF4-FFF2-40B4-BE49-F238E27FC236}">
                    <a16:creationId xmlns:a16="http://schemas.microsoft.com/office/drawing/2014/main" id="{9D92387D-AFCF-D146-4E1C-BB6AECA53D95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6004924" y="4095428"/>
                <a:ext cx="1843920" cy="63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3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0F6E5E07-B6AA-BC47-4BC2-81242EAE5175}"/>
                  </a:ext>
                </a:extLst>
              </p14:cNvPr>
              <p14:cNvContentPartPr/>
              <p14:nvPr/>
            </p14:nvContentPartPr>
            <p14:xfrm>
              <a:off x="7380484" y="5353988"/>
              <a:ext cx="203040" cy="5760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0F6E5E07-B6AA-BC47-4BC2-81242EAE5175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7374364" y="5347868"/>
                <a:ext cx="2152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5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D88F9CAC-5492-1CAB-D26C-8A44FA4342B1}"/>
                  </a:ext>
                </a:extLst>
              </p14:cNvPr>
              <p14:cNvContentPartPr/>
              <p14:nvPr/>
            </p14:nvContentPartPr>
            <p14:xfrm>
              <a:off x="7036684" y="4828748"/>
              <a:ext cx="1046520" cy="82728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D88F9CAC-5492-1CAB-D26C-8A44FA4342B1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7030564" y="4822628"/>
                <a:ext cx="1058760" cy="83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7">
            <p14:nvContentPartPr>
              <p14:cNvPr id="153" name="Tinta 152">
                <a:extLst>
                  <a:ext uri="{FF2B5EF4-FFF2-40B4-BE49-F238E27FC236}">
                    <a16:creationId xmlns:a16="http://schemas.microsoft.com/office/drawing/2014/main" id="{D22AA8D1-AD62-E0D6-CB43-97C1E1BA978E}"/>
                  </a:ext>
                </a:extLst>
              </p14:cNvPr>
              <p14:cNvContentPartPr/>
              <p14:nvPr/>
            </p14:nvContentPartPr>
            <p14:xfrm>
              <a:off x="4485724" y="5579708"/>
              <a:ext cx="187560" cy="79920"/>
            </p14:xfrm>
          </p:contentPart>
        </mc:Choice>
        <mc:Fallback>
          <p:pic>
            <p:nvPicPr>
              <p:cNvPr id="153" name="Tinta 152">
                <a:extLst>
                  <a:ext uri="{FF2B5EF4-FFF2-40B4-BE49-F238E27FC236}">
                    <a16:creationId xmlns:a16="http://schemas.microsoft.com/office/drawing/2014/main" id="{D22AA8D1-AD62-E0D6-CB43-97C1E1BA978E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479604" y="5573588"/>
                <a:ext cx="199800" cy="9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8" name="Agrupar 157">
            <a:extLst>
              <a:ext uri="{FF2B5EF4-FFF2-40B4-BE49-F238E27FC236}">
                <a16:creationId xmlns:a16="http://schemas.microsoft.com/office/drawing/2014/main" id="{5EAA17D8-0622-5979-3964-14E40068CBF9}"/>
              </a:ext>
            </a:extLst>
          </p:cNvPr>
          <p:cNvGrpSpPr/>
          <p:nvPr/>
        </p:nvGrpSpPr>
        <p:grpSpPr>
          <a:xfrm>
            <a:off x="1789324" y="4272548"/>
            <a:ext cx="3442320" cy="1074240"/>
            <a:chOff x="1789324" y="4272548"/>
            <a:chExt cx="3442320" cy="1074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8" name="Tinta 7">
                  <a:extLst>
                    <a:ext uri="{FF2B5EF4-FFF2-40B4-BE49-F238E27FC236}">
                      <a16:creationId xmlns:a16="http://schemas.microsoft.com/office/drawing/2014/main" id="{7104CB14-AB3B-E0DA-0A9A-5D2C081A591E}"/>
                    </a:ext>
                  </a:extLst>
                </p14:cNvPr>
                <p14:cNvContentPartPr/>
                <p14:nvPr/>
              </p14:nvContentPartPr>
              <p14:xfrm>
                <a:off x="1789324" y="4610228"/>
                <a:ext cx="61920" cy="51840"/>
              </p14:xfrm>
            </p:contentPart>
          </mc:Choice>
          <mc:Fallback>
            <p:pic>
              <p:nvPicPr>
                <p:cNvPr id="8" name="Tinta 7">
                  <a:extLst>
                    <a:ext uri="{FF2B5EF4-FFF2-40B4-BE49-F238E27FC236}">
                      <a16:creationId xmlns:a16="http://schemas.microsoft.com/office/drawing/2014/main" id="{7104CB14-AB3B-E0DA-0A9A-5D2C081A591E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783204" y="4604108"/>
                  <a:ext cx="741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9" name="Tinta 8">
                  <a:extLst>
                    <a:ext uri="{FF2B5EF4-FFF2-40B4-BE49-F238E27FC236}">
                      <a16:creationId xmlns:a16="http://schemas.microsoft.com/office/drawing/2014/main" id="{1A22B104-195F-D7E8-9C90-712EFFFE1EB4}"/>
                    </a:ext>
                  </a:extLst>
                </p14:cNvPr>
                <p14:cNvContentPartPr/>
                <p14:nvPr/>
              </p14:nvContentPartPr>
              <p14:xfrm>
                <a:off x="1798324" y="4411148"/>
                <a:ext cx="312840" cy="246600"/>
              </p14:xfrm>
            </p:contentPart>
          </mc:Choice>
          <mc:Fallback>
            <p:pic>
              <p:nvPicPr>
                <p:cNvPr id="9" name="Tinta 8">
                  <a:extLst>
                    <a:ext uri="{FF2B5EF4-FFF2-40B4-BE49-F238E27FC236}">
                      <a16:creationId xmlns:a16="http://schemas.microsoft.com/office/drawing/2014/main" id="{1A22B104-195F-D7E8-9C90-712EFFFE1EB4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92204" y="4405028"/>
                  <a:ext cx="32508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0" name="Tinta 9">
                  <a:extLst>
                    <a:ext uri="{FF2B5EF4-FFF2-40B4-BE49-F238E27FC236}">
                      <a16:creationId xmlns:a16="http://schemas.microsoft.com/office/drawing/2014/main" id="{F636C136-9EFB-23D0-DA03-4CF42BD24BAB}"/>
                    </a:ext>
                  </a:extLst>
                </p14:cNvPr>
                <p14:cNvContentPartPr/>
                <p14:nvPr/>
              </p14:nvContentPartPr>
              <p14:xfrm>
                <a:off x="2156164" y="4272548"/>
                <a:ext cx="240120" cy="104760"/>
              </p14:xfrm>
            </p:contentPart>
          </mc:Choice>
          <mc:Fallback>
            <p:pic>
              <p:nvPicPr>
                <p:cNvPr id="10" name="Tinta 9">
                  <a:extLst>
                    <a:ext uri="{FF2B5EF4-FFF2-40B4-BE49-F238E27FC236}">
                      <a16:creationId xmlns:a16="http://schemas.microsoft.com/office/drawing/2014/main" id="{F636C136-9EFB-23D0-DA03-4CF42BD24BAB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150044" y="4266428"/>
                  <a:ext cx="2523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1" name="Tinta 10">
                  <a:extLst>
                    <a:ext uri="{FF2B5EF4-FFF2-40B4-BE49-F238E27FC236}">
                      <a16:creationId xmlns:a16="http://schemas.microsoft.com/office/drawing/2014/main" id="{E7596F67-997C-9000-F700-D070F83ABA98}"/>
                    </a:ext>
                  </a:extLst>
                </p14:cNvPr>
                <p14:cNvContentPartPr/>
                <p14:nvPr/>
              </p14:nvContentPartPr>
              <p14:xfrm>
                <a:off x="2610124" y="4585388"/>
                <a:ext cx="277560" cy="23400"/>
              </p14:xfrm>
            </p:contentPart>
          </mc:Choice>
          <mc:Fallback>
            <p:pic>
              <p:nvPicPr>
                <p:cNvPr id="11" name="Tinta 10">
                  <a:extLst>
                    <a:ext uri="{FF2B5EF4-FFF2-40B4-BE49-F238E27FC236}">
                      <a16:creationId xmlns:a16="http://schemas.microsoft.com/office/drawing/2014/main" id="{E7596F67-997C-9000-F700-D070F83ABA98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604004" y="4579268"/>
                  <a:ext cx="289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2" name="Tinta 11">
                  <a:extLst>
                    <a:ext uri="{FF2B5EF4-FFF2-40B4-BE49-F238E27FC236}">
                      <a16:creationId xmlns:a16="http://schemas.microsoft.com/office/drawing/2014/main" id="{39340473-075C-4DF0-0448-8CAF5978BA9E}"/>
                    </a:ext>
                  </a:extLst>
                </p14:cNvPr>
                <p14:cNvContentPartPr/>
                <p14:nvPr/>
              </p14:nvContentPartPr>
              <p14:xfrm>
                <a:off x="2709124" y="4564868"/>
                <a:ext cx="79560" cy="116280"/>
              </p14:xfrm>
            </p:contentPart>
          </mc:Choice>
          <mc:Fallback>
            <p:pic>
              <p:nvPicPr>
                <p:cNvPr id="12" name="Tinta 11">
                  <a:extLst>
                    <a:ext uri="{FF2B5EF4-FFF2-40B4-BE49-F238E27FC236}">
                      <a16:creationId xmlns:a16="http://schemas.microsoft.com/office/drawing/2014/main" id="{39340473-075C-4DF0-0448-8CAF5978BA9E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703004" y="4558748"/>
                  <a:ext cx="918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" name="Tinta 14">
                  <a:extLst>
                    <a:ext uri="{FF2B5EF4-FFF2-40B4-BE49-F238E27FC236}">
                      <a16:creationId xmlns:a16="http://schemas.microsoft.com/office/drawing/2014/main" id="{CE4D41AF-EFF1-F015-3847-C11D2D57724C}"/>
                    </a:ext>
                  </a:extLst>
                </p14:cNvPr>
                <p14:cNvContentPartPr/>
                <p14:nvPr/>
              </p14:nvContentPartPr>
              <p14:xfrm>
                <a:off x="3146524" y="4502588"/>
                <a:ext cx="202680" cy="231840"/>
              </p14:xfrm>
            </p:contentPart>
          </mc:Choice>
          <mc:Fallback>
            <p:pic>
              <p:nvPicPr>
                <p:cNvPr id="15" name="Tinta 14">
                  <a:extLst>
                    <a:ext uri="{FF2B5EF4-FFF2-40B4-BE49-F238E27FC236}">
                      <a16:creationId xmlns:a16="http://schemas.microsoft.com/office/drawing/2014/main" id="{CE4D41AF-EFF1-F015-3847-C11D2D57724C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3140404" y="4496468"/>
                  <a:ext cx="214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6" name="Tinta 15">
                  <a:extLst>
                    <a:ext uri="{FF2B5EF4-FFF2-40B4-BE49-F238E27FC236}">
                      <a16:creationId xmlns:a16="http://schemas.microsoft.com/office/drawing/2014/main" id="{1D30FA4B-B982-B71D-606C-6615A4D2D814}"/>
                    </a:ext>
                  </a:extLst>
                </p14:cNvPr>
                <p14:cNvContentPartPr/>
                <p14:nvPr/>
              </p14:nvContentPartPr>
              <p14:xfrm>
                <a:off x="3474844" y="4329788"/>
                <a:ext cx="287280" cy="154080"/>
              </p14:xfrm>
            </p:contentPart>
          </mc:Choice>
          <mc:Fallback>
            <p:pic>
              <p:nvPicPr>
                <p:cNvPr id="16" name="Tinta 15">
                  <a:extLst>
                    <a:ext uri="{FF2B5EF4-FFF2-40B4-BE49-F238E27FC236}">
                      <a16:creationId xmlns:a16="http://schemas.microsoft.com/office/drawing/2014/main" id="{1D30FA4B-B982-B71D-606C-6615A4D2D814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468724" y="4323668"/>
                  <a:ext cx="29952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7" name="Tinta 16">
                  <a:extLst>
                    <a:ext uri="{FF2B5EF4-FFF2-40B4-BE49-F238E27FC236}">
                      <a16:creationId xmlns:a16="http://schemas.microsoft.com/office/drawing/2014/main" id="{5E3D6E86-A1B1-63F5-2E03-B2436D73FBBB}"/>
                    </a:ext>
                  </a:extLst>
                </p14:cNvPr>
                <p14:cNvContentPartPr/>
                <p14:nvPr/>
              </p14:nvContentPartPr>
              <p14:xfrm>
                <a:off x="4191964" y="4483508"/>
                <a:ext cx="213120" cy="19080"/>
              </p14:xfrm>
            </p:contentPart>
          </mc:Choice>
          <mc:Fallback>
            <p:pic>
              <p:nvPicPr>
                <p:cNvPr id="17" name="Tinta 16">
                  <a:extLst>
                    <a:ext uri="{FF2B5EF4-FFF2-40B4-BE49-F238E27FC236}">
                      <a16:creationId xmlns:a16="http://schemas.microsoft.com/office/drawing/2014/main" id="{5E3D6E86-A1B1-63F5-2E03-B2436D73FBB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4185844" y="4477388"/>
                  <a:ext cx="22536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8" name="Tinta 17">
                  <a:extLst>
                    <a:ext uri="{FF2B5EF4-FFF2-40B4-BE49-F238E27FC236}">
                      <a16:creationId xmlns:a16="http://schemas.microsoft.com/office/drawing/2014/main" id="{D853685C-0DDA-8F02-475C-F7517DC8E2B6}"/>
                    </a:ext>
                  </a:extLst>
                </p14:cNvPr>
                <p14:cNvContentPartPr/>
                <p14:nvPr/>
              </p14:nvContentPartPr>
              <p14:xfrm>
                <a:off x="4100524" y="4566668"/>
                <a:ext cx="223560" cy="38880"/>
              </p14:xfrm>
            </p:contentPart>
          </mc:Choice>
          <mc:Fallback>
            <p:pic>
              <p:nvPicPr>
                <p:cNvPr id="18" name="Tinta 17">
                  <a:extLst>
                    <a:ext uri="{FF2B5EF4-FFF2-40B4-BE49-F238E27FC236}">
                      <a16:creationId xmlns:a16="http://schemas.microsoft.com/office/drawing/2014/main" id="{D853685C-0DDA-8F02-475C-F7517DC8E2B6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094404" y="4560548"/>
                  <a:ext cx="2358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9" name="Tinta 18">
                  <a:extLst>
                    <a:ext uri="{FF2B5EF4-FFF2-40B4-BE49-F238E27FC236}">
                      <a16:creationId xmlns:a16="http://schemas.microsoft.com/office/drawing/2014/main" id="{133CBF45-9CCE-9C79-8467-332ADFF60E3B}"/>
                    </a:ext>
                  </a:extLst>
                </p14:cNvPr>
                <p14:cNvContentPartPr/>
                <p14:nvPr/>
              </p14:nvContentPartPr>
              <p14:xfrm>
                <a:off x="4600924" y="4477748"/>
                <a:ext cx="223560" cy="113760"/>
              </p14:xfrm>
            </p:contentPart>
          </mc:Choice>
          <mc:Fallback>
            <p:pic>
              <p:nvPicPr>
                <p:cNvPr id="19" name="Tinta 18">
                  <a:extLst>
                    <a:ext uri="{FF2B5EF4-FFF2-40B4-BE49-F238E27FC236}">
                      <a16:creationId xmlns:a16="http://schemas.microsoft.com/office/drawing/2014/main" id="{133CBF45-9CCE-9C79-8467-332ADFF60E3B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594804" y="4471628"/>
                  <a:ext cx="2358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20" name="Tinta 19">
                  <a:extLst>
                    <a:ext uri="{FF2B5EF4-FFF2-40B4-BE49-F238E27FC236}">
                      <a16:creationId xmlns:a16="http://schemas.microsoft.com/office/drawing/2014/main" id="{C60ECC3D-123B-5B10-4000-17859F4181E0}"/>
                    </a:ext>
                  </a:extLst>
                </p14:cNvPr>
                <p14:cNvContentPartPr/>
                <p14:nvPr/>
              </p14:nvContentPartPr>
              <p14:xfrm>
                <a:off x="4600924" y="4505828"/>
                <a:ext cx="322560" cy="108720"/>
              </p14:xfrm>
            </p:contentPart>
          </mc:Choice>
          <mc:Fallback>
            <p:pic>
              <p:nvPicPr>
                <p:cNvPr id="20" name="Tinta 19">
                  <a:extLst>
                    <a:ext uri="{FF2B5EF4-FFF2-40B4-BE49-F238E27FC236}">
                      <a16:creationId xmlns:a16="http://schemas.microsoft.com/office/drawing/2014/main" id="{C60ECC3D-123B-5B10-4000-17859F4181E0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4594804" y="4499708"/>
                  <a:ext cx="334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1" name="Tinta 20">
                  <a:extLst>
                    <a:ext uri="{FF2B5EF4-FFF2-40B4-BE49-F238E27FC236}">
                      <a16:creationId xmlns:a16="http://schemas.microsoft.com/office/drawing/2014/main" id="{35902B08-68EC-AA59-1889-1CC155C12349}"/>
                    </a:ext>
                  </a:extLst>
                </p14:cNvPr>
                <p14:cNvContentPartPr/>
                <p14:nvPr/>
              </p14:nvContentPartPr>
              <p14:xfrm>
                <a:off x="4965964" y="4329428"/>
                <a:ext cx="265680" cy="104760"/>
              </p14:xfrm>
            </p:contentPart>
          </mc:Choice>
          <mc:Fallback>
            <p:pic>
              <p:nvPicPr>
                <p:cNvPr id="21" name="Tinta 20">
                  <a:extLst>
                    <a:ext uri="{FF2B5EF4-FFF2-40B4-BE49-F238E27FC236}">
                      <a16:creationId xmlns:a16="http://schemas.microsoft.com/office/drawing/2014/main" id="{35902B08-68EC-AA59-1889-1CC155C12349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4959844" y="4323308"/>
                  <a:ext cx="2779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4" name="Tinta 23">
                  <a:extLst>
                    <a:ext uri="{FF2B5EF4-FFF2-40B4-BE49-F238E27FC236}">
                      <a16:creationId xmlns:a16="http://schemas.microsoft.com/office/drawing/2014/main" id="{EC08AB80-9BE8-2B7F-0822-A691BF07072D}"/>
                    </a:ext>
                  </a:extLst>
                </p14:cNvPr>
                <p14:cNvContentPartPr/>
                <p14:nvPr/>
              </p14:nvContentPartPr>
              <p14:xfrm>
                <a:off x="2271724" y="5103068"/>
                <a:ext cx="320760" cy="204480"/>
              </p14:xfrm>
            </p:contentPart>
          </mc:Choice>
          <mc:Fallback>
            <p:pic>
              <p:nvPicPr>
                <p:cNvPr id="24" name="Tinta 23">
                  <a:extLst>
                    <a:ext uri="{FF2B5EF4-FFF2-40B4-BE49-F238E27FC236}">
                      <a16:creationId xmlns:a16="http://schemas.microsoft.com/office/drawing/2014/main" id="{EC08AB80-9BE8-2B7F-0822-A691BF07072D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2265604" y="5096948"/>
                  <a:ext cx="33300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5" name="Tinta 24">
                  <a:extLst>
                    <a:ext uri="{FF2B5EF4-FFF2-40B4-BE49-F238E27FC236}">
                      <a16:creationId xmlns:a16="http://schemas.microsoft.com/office/drawing/2014/main" id="{9D51F6CC-C3A6-61C8-9601-AA98B202255B}"/>
                    </a:ext>
                  </a:extLst>
                </p14:cNvPr>
                <p14:cNvContentPartPr/>
                <p14:nvPr/>
              </p14:nvContentPartPr>
              <p14:xfrm>
                <a:off x="2750884" y="5137628"/>
                <a:ext cx="234000" cy="155160"/>
              </p14:xfrm>
            </p:contentPart>
          </mc:Choice>
          <mc:Fallback>
            <p:pic>
              <p:nvPicPr>
                <p:cNvPr id="25" name="Tinta 24">
                  <a:extLst>
                    <a:ext uri="{FF2B5EF4-FFF2-40B4-BE49-F238E27FC236}">
                      <a16:creationId xmlns:a16="http://schemas.microsoft.com/office/drawing/2014/main" id="{9D51F6CC-C3A6-61C8-9601-AA98B202255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2744764" y="5131508"/>
                  <a:ext cx="246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26" name="Tinta 25">
                  <a:extLst>
                    <a:ext uri="{FF2B5EF4-FFF2-40B4-BE49-F238E27FC236}">
                      <a16:creationId xmlns:a16="http://schemas.microsoft.com/office/drawing/2014/main" id="{342D9494-96D7-E17C-8401-CA545085210E}"/>
                    </a:ext>
                  </a:extLst>
                </p14:cNvPr>
                <p14:cNvContentPartPr/>
                <p14:nvPr/>
              </p14:nvContentPartPr>
              <p14:xfrm>
                <a:off x="2993164" y="4966628"/>
                <a:ext cx="259920" cy="114480"/>
              </p14:xfrm>
            </p:contentPart>
          </mc:Choice>
          <mc:Fallback>
            <p:pic>
              <p:nvPicPr>
                <p:cNvPr id="26" name="Tinta 25">
                  <a:extLst>
                    <a:ext uri="{FF2B5EF4-FFF2-40B4-BE49-F238E27FC236}">
                      <a16:creationId xmlns:a16="http://schemas.microsoft.com/office/drawing/2014/main" id="{342D9494-96D7-E17C-8401-CA545085210E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2987044" y="4960508"/>
                  <a:ext cx="2721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28" name="Tinta 27">
                  <a:extLst>
                    <a:ext uri="{FF2B5EF4-FFF2-40B4-BE49-F238E27FC236}">
                      <a16:creationId xmlns:a16="http://schemas.microsoft.com/office/drawing/2014/main" id="{C1A8DCBB-D964-B6DB-819F-3974A96AA690}"/>
                    </a:ext>
                  </a:extLst>
                </p14:cNvPr>
                <p14:cNvContentPartPr/>
                <p14:nvPr/>
              </p14:nvContentPartPr>
              <p14:xfrm>
                <a:off x="4191964" y="5101628"/>
                <a:ext cx="132120" cy="11520"/>
              </p14:xfrm>
            </p:contentPart>
          </mc:Choice>
          <mc:Fallback>
            <p:pic>
              <p:nvPicPr>
                <p:cNvPr id="28" name="Tinta 27">
                  <a:extLst>
                    <a:ext uri="{FF2B5EF4-FFF2-40B4-BE49-F238E27FC236}">
                      <a16:creationId xmlns:a16="http://schemas.microsoft.com/office/drawing/2014/main" id="{C1A8DCBB-D964-B6DB-819F-3974A96AA69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185844" y="5095508"/>
                  <a:ext cx="1443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29" name="Tinta 28">
                  <a:extLst>
                    <a:ext uri="{FF2B5EF4-FFF2-40B4-BE49-F238E27FC236}">
                      <a16:creationId xmlns:a16="http://schemas.microsoft.com/office/drawing/2014/main" id="{81843B6D-C644-FEE9-34CD-583D7F4D1309}"/>
                    </a:ext>
                  </a:extLst>
                </p14:cNvPr>
                <p14:cNvContentPartPr/>
                <p14:nvPr/>
              </p14:nvContentPartPr>
              <p14:xfrm>
                <a:off x="4136524" y="5146988"/>
                <a:ext cx="142560" cy="10080"/>
              </p14:xfrm>
            </p:contentPart>
          </mc:Choice>
          <mc:Fallback>
            <p:pic>
              <p:nvPicPr>
                <p:cNvPr id="29" name="Tinta 28">
                  <a:extLst>
                    <a:ext uri="{FF2B5EF4-FFF2-40B4-BE49-F238E27FC236}">
                      <a16:creationId xmlns:a16="http://schemas.microsoft.com/office/drawing/2014/main" id="{81843B6D-C644-FEE9-34CD-583D7F4D1309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130404" y="5140868"/>
                  <a:ext cx="154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30" name="Tinta 29">
                  <a:extLst>
                    <a:ext uri="{FF2B5EF4-FFF2-40B4-BE49-F238E27FC236}">
                      <a16:creationId xmlns:a16="http://schemas.microsoft.com/office/drawing/2014/main" id="{3C8863DC-7DE6-8E88-A8EA-4B3548D4B9CB}"/>
                    </a:ext>
                  </a:extLst>
                </p14:cNvPr>
                <p14:cNvContentPartPr/>
                <p14:nvPr/>
              </p14:nvContentPartPr>
              <p14:xfrm>
                <a:off x="4510924" y="5050868"/>
                <a:ext cx="207360" cy="116280"/>
              </p14:xfrm>
            </p:contentPart>
          </mc:Choice>
          <mc:Fallback>
            <p:pic>
              <p:nvPicPr>
                <p:cNvPr id="30" name="Tinta 29">
                  <a:extLst>
                    <a:ext uri="{FF2B5EF4-FFF2-40B4-BE49-F238E27FC236}">
                      <a16:creationId xmlns:a16="http://schemas.microsoft.com/office/drawing/2014/main" id="{3C8863DC-7DE6-8E88-A8EA-4B3548D4B9CB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504804" y="5044748"/>
                  <a:ext cx="2196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31" name="Tinta 30">
                  <a:extLst>
                    <a:ext uri="{FF2B5EF4-FFF2-40B4-BE49-F238E27FC236}">
                      <a16:creationId xmlns:a16="http://schemas.microsoft.com/office/drawing/2014/main" id="{DDB5D568-CDCE-DC1A-3969-F6AAFB4D2845}"/>
                    </a:ext>
                  </a:extLst>
                </p14:cNvPr>
                <p14:cNvContentPartPr/>
                <p14:nvPr/>
              </p14:nvContentPartPr>
              <p14:xfrm>
                <a:off x="4476724" y="5086148"/>
                <a:ext cx="232560" cy="108720"/>
              </p14:xfrm>
            </p:contentPart>
          </mc:Choice>
          <mc:Fallback>
            <p:pic>
              <p:nvPicPr>
                <p:cNvPr id="31" name="Tinta 30">
                  <a:extLst>
                    <a:ext uri="{FF2B5EF4-FFF2-40B4-BE49-F238E27FC236}">
                      <a16:creationId xmlns:a16="http://schemas.microsoft.com/office/drawing/2014/main" id="{DDB5D568-CDCE-DC1A-3969-F6AAFB4D2845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470604" y="5080028"/>
                  <a:ext cx="2448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33" name="Tinta 32">
                  <a:extLst>
                    <a:ext uri="{FF2B5EF4-FFF2-40B4-BE49-F238E27FC236}">
                      <a16:creationId xmlns:a16="http://schemas.microsoft.com/office/drawing/2014/main" id="{A8658023-54BB-F650-9976-6FF04D87AC1F}"/>
                    </a:ext>
                  </a:extLst>
                </p14:cNvPr>
                <p14:cNvContentPartPr/>
                <p14:nvPr/>
              </p14:nvContentPartPr>
              <p14:xfrm>
                <a:off x="4837084" y="4875908"/>
                <a:ext cx="208800" cy="80280"/>
              </p14:xfrm>
            </p:contentPart>
          </mc:Choice>
          <mc:Fallback>
            <p:pic>
              <p:nvPicPr>
                <p:cNvPr id="33" name="Tinta 32">
                  <a:extLst>
                    <a:ext uri="{FF2B5EF4-FFF2-40B4-BE49-F238E27FC236}">
                      <a16:creationId xmlns:a16="http://schemas.microsoft.com/office/drawing/2014/main" id="{A8658023-54BB-F650-9976-6FF04D87AC1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830964" y="4869788"/>
                  <a:ext cx="22104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57" name="Tinta 156">
                  <a:extLst>
                    <a:ext uri="{FF2B5EF4-FFF2-40B4-BE49-F238E27FC236}">
                      <a16:creationId xmlns:a16="http://schemas.microsoft.com/office/drawing/2014/main" id="{0EEEEB44-7913-6C15-5D6B-15FCC6440F26}"/>
                    </a:ext>
                  </a:extLst>
                </p14:cNvPr>
                <p14:cNvContentPartPr/>
                <p14:nvPr/>
              </p14:nvContentPartPr>
              <p14:xfrm>
                <a:off x="2109364" y="4698068"/>
                <a:ext cx="2984040" cy="648720"/>
              </p14:xfrm>
            </p:contentPart>
          </mc:Choice>
          <mc:Fallback>
            <p:pic>
              <p:nvPicPr>
                <p:cNvPr id="157" name="Tinta 156">
                  <a:extLst>
                    <a:ext uri="{FF2B5EF4-FFF2-40B4-BE49-F238E27FC236}">
                      <a16:creationId xmlns:a16="http://schemas.microsoft.com/office/drawing/2014/main" id="{0EEEEB44-7913-6C15-5D6B-15FCC6440F2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103244" y="4691948"/>
                  <a:ext cx="2996280" cy="66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Agrupar 159">
            <a:extLst>
              <a:ext uri="{FF2B5EF4-FFF2-40B4-BE49-F238E27FC236}">
                <a16:creationId xmlns:a16="http://schemas.microsoft.com/office/drawing/2014/main" id="{D6E5FB88-363D-F7A1-3DCE-5A9671C07D8B}"/>
              </a:ext>
            </a:extLst>
          </p:cNvPr>
          <p:cNvGrpSpPr/>
          <p:nvPr/>
        </p:nvGrpSpPr>
        <p:grpSpPr>
          <a:xfrm>
            <a:off x="6153964" y="4264988"/>
            <a:ext cx="1438560" cy="438840"/>
            <a:chOff x="6153964" y="4264988"/>
            <a:chExt cx="143856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34" name="Tinta 33">
                  <a:extLst>
                    <a:ext uri="{FF2B5EF4-FFF2-40B4-BE49-F238E27FC236}">
                      <a16:creationId xmlns:a16="http://schemas.microsoft.com/office/drawing/2014/main" id="{D628999A-9089-8C6F-FE4E-7A0E375868EA}"/>
                    </a:ext>
                  </a:extLst>
                </p14:cNvPr>
                <p14:cNvContentPartPr/>
                <p14:nvPr/>
              </p14:nvContentPartPr>
              <p14:xfrm>
                <a:off x="6153964" y="4310348"/>
                <a:ext cx="641520" cy="324720"/>
              </p14:xfrm>
            </p:contentPart>
          </mc:Choice>
          <mc:Fallback>
            <p:pic>
              <p:nvPicPr>
                <p:cNvPr id="34" name="Tinta 33">
                  <a:extLst>
                    <a:ext uri="{FF2B5EF4-FFF2-40B4-BE49-F238E27FC236}">
                      <a16:creationId xmlns:a16="http://schemas.microsoft.com/office/drawing/2014/main" id="{D628999A-9089-8C6F-FE4E-7A0E375868E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147844" y="4304228"/>
                  <a:ext cx="6537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35" name="Tinta 34">
                  <a:extLst>
                    <a:ext uri="{FF2B5EF4-FFF2-40B4-BE49-F238E27FC236}">
                      <a16:creationId xmlns:a16="http://schemas.microsoft.com/office/drawing/2014/main" id="{831B9CB6-95D2-4124-1999-E166A8D6FFA2}"/>
                    </a:ext>
                  </a:extLst>
                </p14:cNvPr>
                <p14:cNvContentPartPr/>
                <p14:nvPr/>
              </p14:nvContentPartPr>
              <p14:xfrm>
                <a:off x="6470764" y="4440308"/>
                <a:ext cx="326160" cy="148320"/>
              </p14:xfrm>
            </p:contentPart>
          </mc:Choice>
          <mc:Fallback>
            <p:pic>
              <p:nvPicPr>
                <p:cNvPr id="35" name="Tinta 34">
                  <a:extLst>
                    <a:ext uri="{FF2B5EF4-FFF2-40B4-BE49-F238E27FC236}">
                      <a16:creationId xmlns:a16="http://schemas.microsoft.com/office/drawing/2014/main" id="{831B9CB6-95D2-4124-1999-E166A8D6FFA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464644" y="4434188"/>
                  <a:ext cx="3384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37" name="Tinta 36">
                  <a:extLst>
                    <a:ext uri="{FF2B5EF4-FFF2-40B4-BE49-F238E27FC236}">
                      <a16:creationId xmlns:a16="http://schemas.microsoft.com/office/drawing/2014/main" id="{F86265F4-C10A-1D07-BC37-4D379C34209A}"/>
                    </a:ext>
                  </a:extLst>
                </p14:cNvPr>
                <p14:cNvContentPartPr/>
                <p14:nvPr/>
              </p14:nvContentPartPr>
              <p14:xfrm>
                <a:off x="6760564" y="4264988"/>
                <a:ext cx="10080" cy="24840"/>
              </p14:xfrm>
            </p:contentPart>
          </mc:Choice>
          <mc:Fallback>
            <p:pic>
              <p:nvPicPr>
                <p:cNvPr id="37" name="Tinta 36">
                  <a:extLst>
                    <a:ext uri="{FF2B5EF4-FFF2-40B4-BE49-F238E27FC236}">
                      <a16:creationId xmlns:a16="http://schemas.microsoft.com/office/drawing/2014/main" id="{F86265F4-C10A-1D07-BC37-4D379C34209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754444" y="4258868"/>
                  <a:ext cx="22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38" name="Tinta 37">
                  <a:extLst>
                    <a:ext uri="{FF2B5EF4-FFF2-40B4-BE49-F238E27FC236}">
                      <a16:creationId xmlns:a16="http://schemas.microsoft.com/office/drawing/2014/main" id="{C6197AF9-1857-DD96-96CB-EA78EDF18DE4}"/>
                    </a:ext>
                  </a:extLst>
                </p14:cNvPr>
                <p14:cNvContentPartPr/>
                <p14:nvPr/>
              </p14:nvContentPartPr>
              <p14:xfrm>
                <a:off x="6760564" y="4301348"/>
                <a:ext cx="777960" cy="117720"/>
              </p14:xfrm>
            </p:contentPart>
          </mc:Choice>
          <mc:Fallback>
            <p:pic>
              <p:nvPicPr>
                <p:cNvPr id="38" name="Tinta 37">
                  <a:extLst>
                    <a:ext uri="{FF2B5EF4-FFF2-40B4-BE49-F238E27FC236}">
                      <a16:creationId xmlns:a16="http://schemas.microsoft.com/office/drawing/2014/main" id="{C6197AF9-1857-DD96-96CB-EA78EDF18DE4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754444" y="4295228"/>
                  <a:ext cx="7902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40" name="Tinta 39">
                  <a:extLst>
                    <a:ext uri="{FF2B5EF4-FFF2-40B4-BE49-F238E27FC236}">
                      <a16:creationId xmlns:a16="http://schemas.microsoft.com/office/drawing/2014/main" id="{72C268CD-4C17-5407-0C95-6756EE0B8BBC}"/>
                    </a:ext>
                  </a:extLst>
                </p14:cNvPr>
                <p14:cNvContentPartPr/>
                <p14:nvPr/>
              </p14:nvContentPartPr>
              <p14:xfrm>
                <a:off x="6895564" y="4521668"/>
                <a:ext cx="311760" cy="182160"/>
              </p14:xfrm>
            </p:contentPart>
          </mc:Choice>
          <mc:Fallback>
            <p:pic>
              <p:nvPicPr>
                <p:cNvPr id="40" name="Tinta 39">
                  <a:extLst>
                    <a:ext uri="{FF2B5EF4-FFF2-40B4-BE49-F238E27FC236}">
                      <a16:creationId xmlns:a16="http://schemas.microsoft.com/office/drawing/2014/main" id="{72C268CD-4C17-5407-0C95-6756EE0B8BBC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889444" y="4515548"/>
                  <a:ext cx="324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41" name="Tinta 40">
                  <a:extLst>
                    <a:ext uri="{FF2B5EF4-FFF2-40B4-BE49-F238E27FC236}">
                      <a16:creationId xmlns:a16="http://schemas.microsoft.com/office/drawing/2014/main" id="{9A935819-A1C1-4122-504D-1A562643C8D4}"/>
                    </a:ext>
                  </a:extLst>
                </p14:cNvPr>
                <p14:cNvContentPartPr/>
                <p14:nvPr/>
              </p14:nvContentPartPr>
              <p14:xfrm>
                <a:off x="7332964" y="4477748"/>
                <a:ext cx="259560" cy="72000"/>
              </p14:xfrm>
            </p:contentPart>
          </mc:Choice>
          <mc:Fallback>
            <p:pic>
              <p:nvPicPr>
                <p:cNvPr id="41" name="Tinta 40">
                  <a:extLst>
                    <a:ext uri="{FF2B5EF4-FFF2-40B4-BE49-F238E27FC236}">
                      <a16:creationId xmlns:a16="http://schemas.microsoft.com/office/drawing/2014/main" id="{9A935819-A1C1-4122-504D-1A562643C8D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326844" y="4471628"/>
                  <a:ext cx="271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59" name="Tinta 158">
                  <a:extLst>
                    <a:ext uri="{FF2B5EF4-FFF2-40B4-BE49-F238E27FC236}">
                      <a16:creationId xmlns:a16="http://schemas.microsoft.com/office/drawing/2014/main" id="{72B08130-82E9-4228-4A0A-D16C8F7062A0}"/>
                    </a:ext>
                  </a:extLst>
                </p14:cNvPr>
                <p14:cNvContentPartPr/>
                <p14:nvPr/>
              </p14:nvContentPartPr>
              <p14:xfrm>
                <a:off x="6823204" y="4583588"/>
                <a:ext cx="80280" cy="34920"/>
              </p14:xfrm>
            </p:contentPart>
          </mc:Choice>
          <mc:Fallback>
            <p:pic>
              <p:nvPicPr>
                <p:cNvPr id="159" name="Tinta 158">
                  <a:extLst>
                    <a:ext uri="{FF2B5EF4-FFF2-40B4-BE49-F238E27FC236}">
                      <a16:creationId xmlns:a16="http://schemas.microsoft.com/office/drawing/2014/main" id="{72B08130-82E9-4228-4A0A-D16C8F7062A0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817084" y="4577468"/>
                  <a:ext cx="92520" cy="47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85">
            <p14:nvContentPartPr>
              <p14:cNvPr id="161" name="Tinta 160">
                <a:extLst>
                  <a:ext uri="{FF2B5EF4-FFF2-40B4-BE49-F238E27FC236}">
                    <a16:creationId xmlns:a16="http://schemas.microsoft.com/office/drawing/2014/main" id="{B0814931-FD52-11A4-DB05-2F52B921EDBB}"/>
                  </a:ext>
                </a:extLst>
              </p14:cNvPr>
              <p14:cNvContentPartPr/>
              <p14:nvPr/>
            </p14:nvContentPartPr>
            <p14:xfrm>
              <a:off x="7377964" y="5987588"/>
              <a:ext cx="25560" cy="24840"/>
            </p14:xfrm>
          </p:contentPart>
        </mc:Choice>
        <mc:Fallback>
          <p:pic>
            <p:nvPicPr>
              <p:cNvPr id="161" name="Tinta 160">
                <a:extLst>
                  <a:ext uri="{FF2B5EF4-FFF2-40B4-BE49-F238E27FC236}">
                    <a16:creationId xmlns:a16="http://schemas.microsoft.com/office/drawing/2014/main" id="{B0814931-FD52-11A4-DB05-2F52B921EDBB}"/>
                  </a:ext>
                </a:extLst>
              </p:cNvPr>
              <p:cNvPicPr/>
              <p:nvPr/>
            </p:nvPicPr>
            <p:blipFill>
              <a:blip r:embed="rId186"/>
              <a:stretch>
                <a:fillRect/>
              </a:stretch>
            </p:blipFill>
            <p:spPr>
              <a:xfrm>
                <a:off x="7371844" y="5981468"/>
                <a:ext cx="37800" cy="3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Agrupar 163">
            <a:extLst>
              <a:ext uri="{FF2B5EF4-FFF2-40B4-BE49-F238E27FC236}">
                <a16:creationId xmlns:a16="http://schemas.microsoft.com/office/drawing/2014/main" id="{CF140C23-FB25-0009-FB85-4DE778B60B68}"/>
              </a:ext>
            </a:extLst>
          </p:cNvPr>
          <p:cNvGrpSpPr/>
          <p:nvPr/>
        </p:nvGrpSpPr>
        <p:grpSpPr>
          <a:xfrm>
            <a:off x="5779564" y="5149148"/>
            <a:ext cx="3580920" cy="950760"/>
            <a:chOff x="5779564" y="5149148"/>
            <a:chExt cx="3580920" cy="95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00" name="Tinta 99">
                  <a:extLst>
                    <a:ext uri="{FF2B5EF4-FFF2-40B4-BE49-F238E27FC236}">
                      <a16:creationId xmlns:a16="http://schemas.microsoft.com/office/drawing/2014/main" id="{C6F7E11E-6E5E-188D-B522-95FC089019DF}"/>
                    </a:ext>
                  </a:extLst>
                </p14:cNvPr>
                <p14:cNvContentPartPr/>
                <p14:nvPr/>
              </p14:nvContentPartPr>
              <p14:xfrm>
                <a:off x="8940364" y="5188748"/>
                <a:ext cx="275760" cy="146520"/>
              </p14:xfrm>
            </p:contentPart>
          </mc:Choice>
          <mc:Fallback>
            <p:pic>
              <p:nvPicPr>
                <p:cNvPr id="100" name="Tinta 99">
                  <a:extLst>
                    <a:ext uri="{FF2B5EF4-FFF2-40B4-BE49-F238E27FC236}">
                      <a16:creationId xmlns:a16="http://schemas.microsoft.com/office/drawing/2014/main" id="{C6F7E11E-6E5E-188D-B522-95FC089019D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934244" y="5182628"/>
                  <a:ext cx="2880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01" name="Tinta 100">
                  <a:extLst>
                    <a:ext uri="{FF2B5EF4-FFF2-40B4-BE49-F238E27FC236}">
                      <a16:creationId xmlns:a16="http://schemas.microsoft.com/office/drawing/2014/main" id="{215F77BF-BAE9-0A52-088C-68538794C798}"/>
                    </a:ext>
                  </a:extLst>
                </p14:cNvPr>
                <p14:cNvContentPartPr/>
                <p14:nvPr/>
              </p14:nvContentPartPr>
              <p14:xfrm>
                <a:off x="8877364" y="5232308"/>
                <a:ext cx="383760" cy="144720"/>
              </p14:xfrm>
            </p:contentPart>
          </mc:Choice>
          <mc:Fallback>
            <p:pic>
              <p:nvPicPr>
                <p:cNvPr id="101" name="Tinta 100">
                  <a:extLst>
                    <a:ext uri="{FF2B5EF4-FFF2-40B4-BE49-F238E27FC236}">
                      <a16:creationId xmlns:a16="http://schemas.microsoft.com/office/drawing/2014/main" id="{215F77BF-BAE9-0A52-088C-68538794C79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871244" y="5226188"/>
                  <a:ext cx="3960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87" name="Tinta 86">
                  <a:extLst>
                    <a:ext uri="{FF2B5EF4-FFF2-40B4-BE49-F238E27FC236}">
                      <a16:creationId xmlns:a16="http://schemas.microsoft.com/office/drawing/2014/main" id="{23635596-3A95-CFD4-780C-7700B3C1EBB4}"/>
                    </a:ext>
                  </a:extLst>
                </p14:cNvPr>
                <p14:cNvContentPartPr/>
                <p14:nvPr/>
              </p14:nvContentPartPr>
              <p14:xfrm>
                <a:off x="8198764" y="5287388"/>
                <a:ext cx="160560" cy="23400"/>
              </p14:xfrm>
            </p:contentPart>
          </mc:Choice>
          <mc:Fallback>
            <p:pic>
              <p:nvPicPr>
                <p:cNvPr id="87" name="Tinta 86">
                  <a:extLst>
                    <a:ext uri="{FF2B5EF4-FFF2-40B4-BE49-F238E27FC236}">
                      <a16:creationId xmlns:a16="http://schemas.microsoft.com/office/drawing/2014/main" id="{23635596-3A95-CFD4-780C-7700B3C1EBB4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192644" y="5281268"/>
                  <a:ext cx="17280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88" name="Tinta 87">
                  <a:extLst>
                    <a:ext uri="{FF2B5EF4-FFF2-40B4-BE49-F238E27FC236}">
                      <a16:creationId xmlns:a16="http://schemas.microsoft.com/office/drawing/2014/main" id="{4C49D6F3-A482-82AD-41A3-3869DF6AEBF0}"/>
                    </a:ext>
                  </a:extLst>
                </p14:cNvPr>
                <p14:cNvContentPartPr/>
                <p14:nvPr/>
              </p14:nvContentPartPr>
              <p14:xfrm>
                <a:off x="8216764" y="5411228"/>
                <a:ext cx="151560" cy="16920"/>
              </p14:xfrm>
            </p:contentPart>
          </mc:Choice>
          <mc:Fallback>
            <p:pic>
              <p:nvPicPr>
                <p:cNvPr id="88" name="Tinta 87">
                  <a:extLst>
                    <a:ext uri="{FF2B5EF4-FFF2-40B4-BE49-F238E27FC236}">
                      <a16:creationId xmlns:a16="http://schemas.microsoft.com/office/drawing/2014/main" id="{4C49D6F3-A482-82AD-41A3-3869DF6AEBF0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210644" y="5405108"/>
                  <a:ext cx="163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27" name="Tinta 126">
                  <a:extLst>
                    <a:ext uri="{FF2B5EF4-FFF2-40B4-BE49-F238E27FC236}">
                      <a16:creationId xmlns:a16="http://schemas.microsoft.com/office/drawing/2014/main" id="{A45631F5-4BD2-04CB-6B5B-F1AE7EE9E970}"/>
                    </a:ext>
                  </a:extLst>
                </p14:cNvPr>
                <p14:cNvContentPartPr/>
                <p14:nvPr/>
              </p14:nvContentPartPr>
              <p14:xfrm>
                <a:off x="5948764" y="5198468"/>
                <a:ext cx="461880" cy="320760"/>
              </p14:xfrm>
            </p:contentPart>
          </mc:Choice>
          <mc:Fallback>
            <p:pic>
              <p:nvPicPr>
                <p:cNvPr id="127" name="Tinta 126">
                  <a:extLst>
                    <a:ext uri="{FF2B5EF4-FFF2-40B4-BE49-F238E27FC236}">
                      <a16:creationId xmlns:a16="http://schemas.microsoft.com/office/drawing/2014/main" id="{A45631F5-4BD2-04CB-6B5B-F1AE7EE9E970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942644" y="5192348"/>
                  <a:ext cx="47412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8" name="Tinta 127">
                  <a:extLst>
                    <a:ext uri="{FF2B5EF4-FFF2-40B4-BE49-F238E27FC236}">
                      <a16:creationId xmlns:a16="http://schemas.microsoft.com/office/drawing/2014/main" id="{2337FC30-D839-FEAE-42FC-7A04BAFAAA2D}"/>
                    </a:ext>
                  </a:extLst>
                </p14:cNvPr>
                <p14:cNvContentPartPr/>
                <p14:nvPr/>
              </p14:nvContentPartPr>
              <p14:xfrm>
                <a:off x="6341164" y="5328788"/>
                <a:ext cx="205560" cy="150840"/>
              </p14:xfrm>
            </p:contentPart>
          </mc:Choice>
          <mc:Fallback>
            <p:pic>
              <p:nvPicPr>
                <p:cNvPr id="128" name="Tinta 127">
                  <a:extLst>
                    <a:ext uri="{FF2B5EF4-FFF2-40B4-BE49-F238E27FC236}">
                      <a16:creationId xmlns:a16="http://schemas.microsoft.com/office/drawing/2014/main" id="{2337FC30-D839-FEAE-42FC-7A04BAFAAA2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6335044" y="5322668"/>
                  <a:ext cx="2178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9" name="Tinta 128">
                  <a:extLst>
                    <a:ext uri="{FF2B5EF4-FFF2-40B4-BE49-F238E27FC236}">
                      <a16:creationId xmlns:a16="http://schemas.microsoft.com/office/drawing/2014/main" id="{A46493A0-CC74-E952-CF2B-8D4DEF114B64}"/>
                    </a:ext>
                  </a:extLst>
                </p14:cNvPr>
                <p14:cNvContentPartPr/>
                <p14:nvPr/>
              </p14:nvContentPartPr>
              <p14:xfrm>
                <a:off x="6760564" y="5333108"/>
                <a:ext cx="135360" cy="121680"/>
              </p14:xfrm>
            </p:contentPart>
          </mc:Choice>
          <mc:Fallback>
            <p:pic>
              <p:nvPicPr>
                <p:cNvPr id="129" name="Tinta 128">
                  <a:extLst>
                    <a:ext uri="{FF2B5EF4-FFF2-40B4-BE49-F238E27FC236}">
                      <a16:creationId xmlns:a16="http://schemas.microsoft.com/office/drawing/2014/main" id="{A46493A0-CC74-E952-CF2B-8D4DEF114B64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754444" y="5326988"/>
                  <a:ext cx="14760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30" name="Tinta 129">
                  <a:extLst>
                    <a:ext uri="{FF2B5EF4-FFF2-40B4-BE49-F238E27FC236}">
                      <a16:creationId xmlns:a16="http://schemas.microsoft.com/office/drawing/2014/main" id="{36313882-DBDB-448F-1535-71EF2C4493E0}"/>
                    </a:ext>
                  </a:extLst>
                </p14:cNvPr>
                <p14:cNvContentPartPr/>
                <p14:nvPr/>
              </p14:nvContentPartPr>
              <p14:xfrm>
                <a:off x="6778564" y="5365148"/>
                <a:ext cx="171360" cy="72720"/>
              </p14:xfrm>
            </p:contentPart>
          </mc:Choice>
          <mc:Fallback>
            <p:pic>
              <p:nvPicPr>
                <p:cNvPr id="130" name="Tinta 129">
                  <a:extLst>
                    <a:ext uri="{FF2B5EF4-FFF2-40B4-BE49-F238E27FC236}">
                      <a16:creationId xmlns:a16="http://schemas.microsoft.com/office/drawing/2014/main" id="{36313882-DBDB-448F-1535-71EF2C4493E0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772444" y="5359028"/>
                  <a:ext cx="183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32" name="Tinta 131">
                  <a:extLst>
                    <a:ext uri="{FF2B5EF4-FFF2-40B4-BE49-F238E27FC236}">
                      <a16:creationId xmlns:a16="http://schemas.microsoft.com/office/drawing/2014/main" id="{3857BEC4-A536-4116-42C4-F97EED88F009}"/>
                    </a:ext>
                  </a:extLst>
                </p14:cNvPr>
                <p14:cNvContentPartPr/>
                <p14:nvPr/>
              </p14:nvContentPartPr>
              <p14:xfrm>
                <a:off x="7179964" y="5149148"/>
                <a:ext cx="375120" cy="288000"/>
              </p14:xfrm>
            </p:contentPart>
          </mc:Choice>
          <mc:Fallback>
            <p:pic>
              <p:nvPicPr>
                <p:cNvPr id="132" name="Tinta 131">
                  <a:extLst>
                    <a:ext uri="{FF2B5EF4-FFF2-40B4-BE49-F238E27FC236}">
                      <a16:creationId xmlns:a16="http://schemas.microsoft.com/office/drawing/2014/main" id="{3857BEC4-A536-4116-42C4-F97EED88F00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173844" y="5143028"/>
                  <a:ext cx="3873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33" name="Tinta 132">
                  <a:extLst>
                    <a:ext uri="{FF2B5EF4-FFF2-40B4-BE49-F238E27FC236}">
                      <a16:creationId xmlns:a16="http://schemas.microsoft.com/office/drawing/2014/main" id="{FB5FA682-0274-AC67-FED7-44D654F1922E}"/>
                    </a:ext>
                  </a:extLst>
                </p14:cNvPr>
                <p14:cNvContentPartPr/>
                <p14:nvPr/>
              </p14:nvContentPartPr>
              <p14:xfrm>
                <a:off x="7397044" y="5298908"/>
                <a:ext cx="150480" cy="186120"/>
              </p14:xfrm>
            </p:contentPart>
          </mc:Choice>
          <mc:Fallback>
            <p:pic>
              <p:nvPicPr>
                <p:cNvPr id="133" name="Tinta 132">
                  <a:extLst>
                    <a:ext uri="{FF2B5EF4-FFF2-40B4-BE49-F238E27FC236}">
                      <a16:creationId xmlns:a16="http://schemas.microsoft.com/office/drawing/2014/main" id="{FB5FA682-0274-AC67-FED7-44D654F1922E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390924" y="5292788"/>
                  <a:ext cx="16272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34" name="Tinta 133">
                  <a:extLst>
                    <a:ext uri="{FF2B5EF4-FFF2-40B4-BE49-F238E27FC236}">
                      <a16:creationId xmlns:a16="http://schemas.microsoft.com/office/drawing/2014/main" id="{ECA0B8B9-18BB-C31C-0DD1-0963299989E2}"/>
                    </a:ext>
                  </a:extLst>
                </p14:cNvPr>
                <p14:cNvContentPartPr/>
                <p14:nvPr/>
              </p14:nvContentPartPr>
              <p14:xfrm>
                <a:off x="7538164" y="5207108"/>
                <a:ext cx="356760" cy="124560"/>
              </p14:xfrm>
            </p:contentPart>
          </mc:Choice>
          <mc:Fallback>
            <p:pic>
              <p:nvPicPr>
                <p:cNvPr id="134" name="Tinta 133">
                  <a:extLst>
                    <a:ext uri="{FF2B5EF4-FFF2-40B4-BE49-F238E27FC236}">
                      <a16:creationId xmlns:a16="http://schemas.microsoft.com/office/drawing/2014/main" id="{ECA0B8B9-18BB-C31C-0DD1-0963299989E2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7532044" y="5200988"/>
                  <a:ext cx="36900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40" name="Tinta 139">
                  <a:extLst>
                    <a:ext uri="{FF2B5EF4-FFF2-40B4-BE49-F238E27FC236}">
                      <a16:creationId xmlns:a16="http://schemas.microsoft.com/office/drawing/2014/main" id="{F555D22D-421D-1AC2-772F-E5BE1D966328}"/>
                    </a:ext>
                  </a:extLst>
                </p14:cNvPr>
                <p14:cNvContentPartPr/>
                <p14:nvPr/>
              </p14:nvContentPartPr>
              <p14:xfrm>
                <a:off x="7206964" y="5879228"/>
                <a:ext cx="27360" cy="14040"/>
              </p14:xfrm>
            </p:contentPart>
          </mc:Choice>
          <mc:Fallback>
            <p:pic>
              <p:nvPicPr>
                <p:cNvPr id="140" name="Tinta 139">
                  <a:extLst>
                    <a:ext uri="{FF2B5EF4-FFF2-40B4-BE49-F238E27FC236}">
                      <a16:creationId xmlns:a16="http://schemas.microsoft.com/office/drawing/2014/main" id="{F555D22D-421D-1AC2-772F-E5BE1D966328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7200844" y="5873108"/>
                  <a:ext cx="39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41" name="Tinta 140">
                  <a:extLst>
                    <a:ext uri="{FF2B5EF4-FFF2-40B4-BE49-F238E27FC236}">
                      <a16:creationId xmlns:a16="http://schemas.microsoft.com/office/drawing/2014/main" id="{50A5F751-84F5-B2D9-D232-22238602535A}"/>
                    </a:ext>
                  </a:extLst>
                </p14:cNvPr>
                <p14:cNvContentPartPr/>
                <p14:nvPr/>
              </p14:nvContentPartPr>
              <p14:xfrm>
                <a:off x="7215964" y="5773028"/>
                <a:ext cx="367560" cy="262440"/>
              </p14:xfrm>
            </p:contentPart>
          </mc:Choice>
          <mc:Fallback>
            <p:pic>
              <p:nvPicPr>
                <p:cNvPr id="141" name="Tinta 140">
                  <a:extLst>
                    <a:ext uri="{FF2B5EF4-FFF2-40B4-BE49-F238E27FC236}">
                      <a16:creationId xmlns:a16="http://schemas.microsoft.com/office/drawing/2014/main" id="{50A5F751-84F5-B2D9-D232-22238602535A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7209844" y="5766908"/>
                  <a:ext cx="3798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43" name="Tinta 142">
                  <a:extLst>
                    <a:ext uri="{FF2B5EF4-FFF2-40B4-BE49-F238E27FC236}">
                      <a16:creationId xmlns:a16="http://schemas.microsoft.com/office/drawing/2014/main" id="{3FD97264-74F1-A40F-CCF6-AE9A7E943FB2}"/>
                    </a:ext>
                  </a:extLst>
                </p14:cNvPr>
                <p14:cNvContentPartPr/>
                <p14:nvPr/>
              </p14:nvContentPartPr>
              <p14:xfrm>
                <a:off x="5975764" y="5766548"/>
                <a:ext cx="552960" cy="283320"/>
              </p14:xfrm>
            </p:contentPart>
          </mc:Choice>
          <mc:Fallback>
            <p:pic>
              <p:nvPicPr>
                <p:cNvPr id="143" name="Tinta 142">
                  <a:extLst>
                    <a:ext uri="{FF2B5EF4-FFF2-40B4-BE49-F238E27FC236}">
                      <a16:creationId xmlns:a16="http://schemas.microsoft.com/office/drawing/2014/main" id="{3FD97264-74F1-A40F-CCF6-AE9A7E943FB2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5969644" y="5760428"/>
                  <a:ext cx="56520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44" name="Tinta 143">
                  <a:extLst>
                    <a:ext uri="{FF2B5EF4-FFF2-40B4-BE49-F238E27FC236}">
                      <a16:creationId xmlns:a16="http://schemas.microsoft.com/office/drawing/2014/main" id="{260FDB1C-2FB4-3D7E-D05A-B34ACBB76527}"/>
                    </a:ext>
                  </a:extLst>
                </p14:cNvPr>
                <p14:cNvContentPartPr/>
                <p14:nvPr/>
              </p14:nvContentPartPr>
              <p14:xfrm>
                <a:off x="6339724" y="5902628"/>
                <a:ext cx="288000" cy="158400"/>
              </p14:xfrm>
            </p:contentPart>
          </mc:Choice>
          <mc:Fallback>
            <p:pic>
              <p:nvPicPr>
                <p:cNvPr id="144" name="Tinta 143">
                  <a:extLst>
                    <a:ext uri="{FF2B5EF4-FFF2-40B4-BE49-F238E27FC236}">
                      <a16:creationId xmlns:a16="http://schemas.microsoft.com/office/drawing/2014/main" id="{260FDB1C-2FB4-3D7E-D05A-B34ACBB7652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333604" y="5896508"/>
                  <a:ext cx="30024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45" name="Tinta 144">
                  <a:extLst>
                    <a:ext uri="{FF2B5EF4-FFF2-40B4-BE49-F238E27FC236}">
                      <a16:creationId xmlns:a16="http://schemas.microsoft.com/office/drawing/2014/main" id="{F5215928-518C-11EE-BCCE-4DAA1DEC72CF}"/>
                    </a:ext>
                  </a:extLst>
                </p14:cNvPr>
                <p14:cNvContentPartPr/>
                <p14:nvPr/>
              </p14:nvContentPartPr>
              <p14:xfrm>
                <a:off x="6778564" y="5841428"/>
                <a:ext cx="286560" cy="133200"/>
              </p14:xfrm>
            </p:contentPart>
          </mc:Choice>
          <mc:Fallback>
            <p:pic>
              <p:nvPicPr>
                <p:cNvPr id="145" name="Tinta 144">
                  <a:extLst>
                    <a:ext uri="{FF2B5EF4-FFF2-40B4-BE49-F238E27FC236}">
                      <a16:creationId xmlns:a16="http://schemas.microsoft.com/office/drawing/2014/main" id="{F5215928-518C-11EE-BCCE-4DAA1DEC72C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772444" y="5835308"/>
                  <a:ext cx="2988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46" name="Tinta 145">
                  <a:extLst>
                    <a:ext uri="{FF2B5EF4-FFF2-40B4-BE49-F238E27FC236}">
                      <a16:creationId xmlns:a16="http://schemas.microsoft.com/office/drawing/2014/main" id="{7DA6FFCB-1D06-25F8-EDB4-C556FCA4BCB7}"/>
                    </a:ext>
                  </a:extLst>
                </p14:cNvPr>
                <p14:cNvContentPartPr/>
                <p14:nvPr/>
              </p14:nvContentPartPr>
              <p14:xfrm>
                <a:off x="6922564" y="5913788"/>
                <a:ext cx="232560" cy="85680"/>
              </p14:xfrm>
            </p:contentPart>
          </mc:Choice>
          <mc:Fallback>
            <p:pic>
              <p:nvPicPr>
                <p:cNvPr id="146" name="Tinta 145">
                  <a:extLst>
                    <a:ext uri="{FF2B5EF4-FFF2-40B4-BE49-F238E27FC236}">
                      <a16:creationId xmlns:a16="http://schemas.microsoft.com/office/drawing/2014/main" id="{7DA6FFCB-1D06-25F8-EDB4-C556FCA4BCB7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16444" y="5907668"/>
                  <a:ext cx="24480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8" name="Tinta 147">
                  <a:extLst>
                    <a:ext uri="{FF2B5EF4-FFF2-40B4-BE49-F238E27FC236}">
                      <a16:creationId xmlns:a16="http://schemas.microsoft.com/office/drawing/2014/main" id="{F56A5A57-0847-C597-8CE4-D56B120470EC}"/>
                    </a:ext>
                  </a:extLst>
                </p14:cNvPr>
                <p14:cNvContentPartPr/>
                <p14:nvPr/>
              </p14:nvContentPartPr>
              <p14:xfrm>
                <a:off x="7930564" y="5953388"/>
                <a:ext cx="187560" cy="10080"/>
              </p14:xfrm>
            </p:contentPart>
          </mc:Choice>
          <mc:Fallback>
            <p:pic>
              <p:nvPicPr>
                <p:cNvPr id="148" name="Tinta 147">
                  <a:extLst>
                    <a:ext uri="{FF2B5EF4-FFF2-40B4-BE49-F238E27FC236}">
                      <a16:creationId xmlns:a16="http://schemas.microsoft.com/office/drawing/2014/main" id="{F56A5A57-0847-C597-8CE4-D56B120470EC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7924444" y="5947268"/>
                  <a:ext cx="1998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9" name="Tinta 148">
                  <a:extLst>
                    <a:ext uri="{FF2B5EF4-FFF2-40B4-BE49-F238E27FC236}">
                      <a16:creationId xmlns:a16="http://schemas.microsoft.com/office/drawing/2014/main" id="{22441109-8A7B-E558-1C84-A0A06EAE42A9}"/>
                    </a:ext>
                  </a:extLst>
                </p14:cNvPr>
                <p14:cNvContentPartPr/>
                <p14:nvPr/>
              </p14:nvContentPartPr>
              <p14:xfrm>
                <a:off x="7966564" y="6019628"/>
                <a:ext cx="241560" cy="14040"/>
              </p14:xfrm>
            </p:contentPart>
          </mc:Choice>
          <mc:Fallback>
            <p:pic>
              <p:nvPicPr>
                <p:cNvPr id="149" name="Tinta 148">
                  <a:extLst>
                    <a:ext uri="{FF2B5EF4-FFF2-40B4-BE49-F238E27FC236}">
                      <a16:creationId xmlns:a16="http://schemas.microsoft.com/office/drawing/2014/main" id="{22441109-8A7B-E558-1C84-A0A06EAE42A9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7960444" y="6013508"/>
                  <a:ext cx="2538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50" name="Tinta 149">
                  <a:extLst>
                    <a:ext uri="{FF2B5EF4-FFF2-40B4-BE49-F238E27FC236}">
                      <a16:creationId xmlns:a16="http://schemas.microsoft.com/office/drawing/2014/main" id="{D54C8195-FAD1-98CB-0EF1-7F89D9418C37}"/>
                    </a:ext>
                  </a:extLst>
                </p14:cNvPr>
                <p14:cNvContentPartPr/>
                <p14:nvPr/>
              </p14:nvContentPartPr>
              <p14:xfrm>
                <a:off x="8555164" y="5818388"/>
                <a:ext cx="259560" cy="171000"/>
              </p14:xfrm>
            </p:contentPart>
          </mc:Choice>
          <mc:Fallback>
            <p:pic>
              <p:nvPicPr>
                <p:cNvPr id="150" name="Tinta 149">
                  <a:extLst>
                    <a:ext uri="{FF2B5EF4-FFF2-40B4-BE49-F238E27FC236}">
                      <a16:creationId xmlns:a16="http://schemas.microsoft.com/office/drawing/2014/main" id="{D54C8195-FAD1-98CB-0EF1-7F89D9418C3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8549044" y="5812268"/>
                  <a:ext cx="2718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51" name="Tinta 150">
                  <a:extLst>
                    <a:ext uri="{FF2B5EF4-FFF2-40B4-BE49-F238E27FC236}">
                      <a16:creationId xmlns:a16="http://schemas.microsoft.com/office/drawing/2014/main" id="{087A1A43-0413-5A79-1839-31812D4D6914}"/>
                    </a:ext>
                  </a:extLst>
                </p14:cNvPr>
                <p14:cNvContentPartPr/>
                <p14:nvPr/>
              </p14:nvContentPartPr>
              <p14:xfrm>
                <a:off x="8555164" y="5779148"/>
                <a:ext cx="446760" cy="188280"/>
              </p14:xfrm>
            </p:contentPart>
          </mc:Choice>
          <mc:Fallback>
            <p:pic>
              <p:nvPicPr>
                <p:cNvPr id="151" name="Tinta 150">
                  <a:extLst>
                    <a:ext uri="{FF2B5EF4-FFF2-40B4-BE49-F238E27FC236}">
                      <a16:creationId xmlns:a16="http://schemas.microsoft.com/office/drawing/2014/main" id="{087A1A43-0413-5A79-1839-31812D4D6914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8549044" y="5773028"/>
                  <a:ext cx="4590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54" name="Tinta 153">
                  <a:extLst>
                    <a:ext uri="{FF2B5EF4-FFF2-40B4-BE49-F238E27FC236}">
                      <a16:creationId xmlns:a16="http://schemas.microsoft.com/office/drawing/2014/main" id="{B7FDF319-0D09-B0A9-FE51-554755B39246}"/>
                    </a:ext>
                  </a:extLst>
                </p14:cNvPr>
                <p14:cNvContentPartPr/>
                <p14:nvPr/>
              </p14:nvContentPartPr>
              <p14:xfrm>
                <a:off x="5885404" y="5575748"/>
                <a:ext cx="27720" cy="471240"/>
              </p14:xfrm>
            </p:contentPart>
          </mc:Choice>
          <mc:Fallback>
            <p:pic>
              <p:nvPicPr>
                <p:cNvPr id="154" name="Tinta 153">
                  <a:extLst>
                    <a:ext uri="{FF2B5EF4-FFF2-40B4-BE49-F238E27FC236}">
                      <a16:creationId xmlns:a16="http://schemas.microsoft.com/office/drawing/2014/main" id="{B7FDF319-0D09-B0A9-FE51-554755B39246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79284" y="5569628"/>
                  <a:ext cx="3996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155" name="Tinta 154">
                  <a:extLst>
                    <a:ext uri="{FF2B5EF4-FFF2-40B4-BE49-F238E27FC236}">
                      <a16:creationId xmlns:a16="http://schemas.microsoft.com/office/drawing/2014/main" id="{6D797F3F-202D-C65F-377E-5F2C40773E5B}"/>
                    </a:ext>
                  </a:extLst>
                </p14:cNvPr>
                <p14:cNvContentPartPr/>
                <p14:nvPr/>
              </p14:nvContentPartPr>
              <p14:xfrm>
                <a:off x="5779564" y="5487188"/>
                <a:ext cx="3580920" cy="612720"/>
              </p14:xfrm>
            </p:contentPart>
          </mc:Choice>
          <mc:Fallback>
            <p:pic>
              <p:nvPicPr>
                <p:cNvPr id="155" name="Tinta 154">
                  <a:extLst>
                    <a:ext uri="{FF2B5EF4-FFF2-40B4-BE49-F238E27FC236}">
                      <a16:creationId xmlns:a16="http://schemas.microsoft.com/office/drawing/2014/main" id="{6D797F3F-202D-C65F-377E-5F2C40773E5B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5773444" y="5481068"/>
                  <a:ext cx="359316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163" name="Tinta 162">
                  <a:extLst>
                    <a:ext uri="{FF2B5EF4-FFF2-40B4-BE49-F238E27FC236}">
                      <a16:creationId xmlns:a16="http://schemas.microsoft.com/office/drawing/2014/main" id="{B3BFE7D8-0E9E-FF1F-B38C-5DAE8DE3881D}"/>
                    </a:ext>
                  </a:extLst>
                </p14:cNvPr>
                <p14:cNvContentPartPr/>
                <p14:nvPr/>
              </p14:nvContentPartPr>
              <p14:xfrm>
                <a:off x="7127764" y="5741348"/>
                <a:ext cx="45360" cy="47520"/>
              </p14:xfrm>
            </p:contentPart>
          </mc:Choice>
          <mc:Fallback>
            <p:pic>
              <p:nvPicPr>
                <p:cNvPr id="163" name="Tinta 162">
                  <a:extLst>
                    <a:ext uri="{FF2B5EF4-FFF2-40B4-BE49-F238E27FC236}">
                      <a16:creationId xmlns:a16="http://schemas.microsoft.com/office/drawing/2014/main" id="{B3BFE7D8-0E9E-FF1F-B38C-5DAE8DE3881D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7121644" y="5735228"/>
                  <a:ext cx="57600" cy="59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75004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4</a:t>
            </a:r>
            <a:br>
              <a:rPr lang="pt-BR" dirty="0"/>
            </a:br>
            <a:endParaRPr lang="pt-BR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711DB84-DA04-DCFD-5196-32EABA6C4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568" y="1458733"/>
            <a:ext cx="8870449" cy="2674852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330619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5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88DD745-2864-AFDF-441C-3F3BC49491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720415"/>
            <a:ext cx="7955969" cy="2926334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1959120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FAD8B47-E6BE-D6EF-7174-BD864B26D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887701"/>
            <a:ext cx="7856901" cy="2781541"/>
          </a:xfr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</p:spTree>
    <p:extLst>
      <p:ext uri="{BB962C8B-B14F-4D97-AF65-F5344CB8AC3E}">
        <p14:creationId xmlns:p14="http://schemas.microsoft.com/office/powerpoint/2010/main" val="25285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6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D5766969-17DA-64D2-D456-BB72EF2ACA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2859703"/>
            <a:ext cx="9906000" cy="2321281"/>
          </a:xfrm>
        </p:spPr>
      </p:pic>
    </p:spTree>
    <p:extLst>
      <p:ext uri="{BB962C8B-B14F-4D97-AF65-F5344CB8AC3E}">
        <p14:creationId xmlns:p14="http://schemas.microsoft.com/office/powerpoint/2010/main" val="3184373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7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58AF34F8-2150-A79A-6EE0-7CE7DA90EF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3045" y="2026673"/>
            <a:ext cx="7704488" cy="2469094"/>
          </a:xfrm>
        </p:spPr>
      </p:pic>
    </p:spTree>
    <p:extLst>
      <p:ext uri="{BB962C8B-B14F-4D97-AF65-F5344CB8AC3E}">
        <p14:creationId xmlns:p14="http://schemas.microsoft.com/office/powerpoint/2010/main" val="421727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4F5B0E0E-FAFF-6B8B-269E-7F3E12F41A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1413" y="1956069"/>
            <a:ext cx="7696867" cy="2392887"/>
          </a:xfrm>
        </p:spPr>
      </p:pic>
    </p:spTree>
    <p:extLst>
      <p:ext uri="{BB962C8B-B14F-4D97-AF65-F5344CB8AC3E}">
        <p14:creationId xmlns:p14="http://schemas.microsoft.com/office/powerpoint/2010/main" val="1370126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pic>
        <p:nvPicPr>
          <p:cNvPr id="7" name="Espaço Reservado para Conteúdo 5">
            <a:extLst>
              <a:ext uri="{FF2B5EF4-FFF2-40B4-BE49-F238E27FC236}">
                <a16:creationId xmlns:a16="http://schemas.microsoft.com/office/drawing/2014/main" id="{147CF3B3-53BC-5843-0AD0-7787C466E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545" y="1971310"/>
            <a:ext cx="7955969" cy="2377646"/>
          </a:xfrm>
        </p:spPr>
      </p:pic>
    </p:spTree>
    <p:extLst>
      <p:ext uri="{BB962C8B-B14F-4D97-AF65-F5344CB8AC3E}">
        <p14:creationId xmlns:p14="http://schemas.microsoft.com/office/powerpoint/2010/main" val="3164838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968D7-3191-2DC3-8DFA-167705DDC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10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9EA5B9F-4210-8E98-B9D2-519224C4F5FD}"/>
              </a:ext>
            </a:extLst>
          </p:cNvPr>
          <p:cNvSpPr/>
          <p:nvPr/>
        </p:nvSpPr>
        <p:spPr>
          <a:xfrm>
            <a:off x="559837" y="6600825"/>
            <a:ext cx="11403563" cy="17050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/>
              <a:t>Luiz Fernando de Andrade Gadêlha – luizfernandodag@gmail.com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B07612AE-168D-06CD-1478-8CE1A0C5E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82954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97</TotalTime>
  <Words>319</Words>
  <Application>Microsoft Office PowerPoint</Application>
  <PresentationFormat>Widescreen</PresentationFormat>
  <Paragraphs>40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Arial</vt:lpstr>
      <vt:lpstr>Roboto</vt:lpstr>
      <vt:lpstr>Tw Cen MT</vt:lpstr>
      <vt:lpstr>Circuito</vt:lpstr>
      <vt:lpstr>Geometria - Esferas</vt:lpstr>
      <vt:lpstr>Geometria – Esfera - Conceito</vt:lpstr>
      <vt:lpstr>conceitos</vt:lpstr>
      <vt:lpstr>conceitos</vt:lpstr>
      <vt:lpstr>conceitos</vt:lpstr>
      <vt:lpstr>Geometria – esfera conceito</vt:lpstr>
      <vt:lpstr>Geometria – esfera - fórmulas</vt:lpstr>
      <vt:lpstr>Exercício 1</vt:lpstr>
      <vt:lpstr>Exercício 2</vt:lpstr>
      <vt:lpstr>Exercício 3</vt:lpstr>
      <vt:lpstr>Exercício 4 </vt:lpstr>
      <vt:lpstr>Exercício 5</vt:lpstr>
      <vt:lpstr>Exercício 6</vt:lpstr>
      <vt:lpstr>Exercício 6</vt:lpstr>
      <vt:lpstr>Exercício 7</vt:lpstr>
      <vt:lpstr>Exercício 8</vt:lpstr>
      <vt:lpstr>Exercício 9</vt:lpstr>
      <vt:lpstr>Exercício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luizfernandodag@outlook.com</dc:creator>
  <cp:lastModifiedBy>Luiz Gadêlha</cp:lastModifiedBy>
  <cp:revision>3</cp:revision>
  <dcterms:created xsi:type="dcterms:W3CDTF">2023-07-31T19:06:40Z</dcterms:created>
  <dcterms:modified xsi:type="dcterms:W3CDTF">2023-08-21T20:12:35Z</dcterms:modified>
</cp:coreProperties>
</file>