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Geometria - Triângulos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EE8D36-0A99-0C66-365C-673556134360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pPr marL="0" indent="0" algn="l">
              <a:buNone/>
            </a:pPr>
            <a:r>
              <a:rPr lang="pt-BR" b="1" i="0" dirty="0">
                <a:solidFill>
                  <a:srgbClr val="505050"/>
                </a:solidFill>
                <a:effectLst/>
                <a:latin typeface="system-ui"/>
              </a:rPr>
              <a:t>Triângulo</a:t>
            </a:r>
          </a:p>
          <a:p>
            <a:pPr marL="0" indent="0" algn="l">
              <a:buNone/>
            </a:pPr>
            <a:r>
              <a:rPr lang="pt-BR" b="0" i="0" dirty="0">
                <a:effectLst/>
                <a:latin typeface="system-ui"/>
              </a:rPr>
              <a:t>Conhecemos como triângulo o polígono que possui três lados e a soma dos ângulos interno é 180 graus. Trata-se da figura mais simples estudada na geometria plana.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74E796-0866-C878-771E-47AAB0C76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80" y="3531083"/>
            <a:ext cx="4424016" cy="256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>
            <a:normAutofit/>
          </a:bodyPr>
          <a:lstStyle/>
          <a:p>
            <a:r>
              <a:rPr lang="pt-BR" dirty="0"/>
              <a:t>Resumo sobre triângulo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Um triângulo pode ser classificado com relação aos seus lados em:</a:t>
            </a:r>
          </a:p>
          <a:p>
            <a:pPr marL="0" indent="0">
              <a:buNone/>
            </a:pPr>
            <a:r>
              <a:rPr lang="pt-BR" dirty="0"/>
              <a:t>-equilátero: todos os lados congruentes(iguais)</a:t>
            </a:r>
          </a:p>
          <a:p>
            <a:pPr marL="0" indent="0">
              <a:buNone/>
            </a:pPr>
            <a:r>
              <a:rPr lang="pt-BR" dirty="0"/>
              <a:t>-isósceles: dois lados congruentes</a:t>
            </a:r>
          </a:p>
          <a:p>
            <a:pPr marL="0" indent="0">
              <a:buNone/>
            </a:pPr>
            <a:r>
              <a:rPr lang="pt-BR" dirty="0"/>
              <a:t>-escaleno: todos os lados com medidas distintas.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Um triângulo pode ser classificado quanto aos ângulos em:</a:t>
            </a:r>
          </a:p>
          <a:p>
            <a:pPr marL="0" indent="0">
              <a:buNone/>
            </a:pPr>
            <a:r>
              <a:rPr lang="pt-BR" dirty="0"/>
              <a:t>-retângulo: possui um ângulo reto(90 graus)</a:t>
            </a:r>
          </a:p>
          <a:p>
            <a:pPr marL="0" indent="0">
              <a:buNone/>
            </a:pPr>
            <a:r>
              <a:rPr lang="pt-BR" dirty="0"/>
              <a:t>-acutângulo: possui todos os ângulos agudos (menor que 90 graus)</a:t>
            </a:r>
          </a:p>
          <a:p>
            <a:pPr marL="0" indent="0">
              <a:buNone/>
            </a:pPr>
            <a:r>
              <a:rPr lang="pt-BR" dirty="0"/>
              <a:t>-obtusângulo: possui um ângulo obtuso (ângulo maior que 90 graus e menor que 180 graus)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375019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ÁREA DO </a:t>
            </a:r>
            <a:r>
              <a:rPr lang="pt-BR" dirty="0" err="1"/>
              <a:t>TRiângulo</a:t>
            </a: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A896B8E-5531-F2ED-CC9A-434D45CE7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078" y="1691146"/>
            <a:ext cx="8550381" cy="4069433"/>
          </a:xfr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933966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Exercício 1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29CE2F5-72EE-6B0A-5A43-1DD4D2C3F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2609" y="3501053"/>
            <a:ext cx="6683319" cy="449619"/>
          </a:xfr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361121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Perímetro do triângulo - exercício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320BC2D7-76B6-36C7-649B-EE7CEC609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5245" y="2033828"/>
            <a:ext cx="6704706" cy="3541712"/>
          </a:xfrm>
        </p:spPr>
      </p:pic>
    </p:spTree>
    <p:extLst>
      <p:ext uri="{BB962C8B-B14F-4D97-AF65-F5344CB8AC3E}">
        <p14:creationId xmlns:p14="http://schemas.microsoft.com/office/powerpoint/2010/main" val="124229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Perímetro do triângulo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B886FD5-1028-DECB-2CE5-BC1E8A163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079" y="1660525"/>
            <a:ext cx="7904379" cy="4130675"/>
          </a:xfr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36404309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14</TotalTime>
  <Words>219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system-ui</vt:lpstr>
      <vt:lpstr>Tw Cen MT</vt:lpstr>
      <vt:lpstr>Circuito</vt:lpstr>
      <vt:lpstr>Geometria - Triângulos</vt:lpstr>
      <vt:lpstr>Conceitos</vt:lpstr>
      <vt:lpstr>Resumo sobre triângulo</vt:lpstr>
      <vt:lpstr>ÁREA DO TRiângulo</vt:lpstr>
      <vt:lpstr>Exercício 1</vt:lpstr>
      <vt:lpstr>Perímetro do triângulo - exercício</vt:lpstr>
      <vt:lpstr>Perímetro do triângulo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2</cp:revision>
  <dcterms:created xsi:type="dcterms:W3CDTF">2023-07-31T19:06:40Z</dcterms:created>
  <dcterms:modified xsi:type="dcterms:W3CDTF">2023-08-16T22:52:41Z</dcterms:modified>
</cp:coreProperties>
</file>