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4" r:id="rId5"/>
    <p:sldId id="258" r:id="rId6"/>
    <p:sldId id="267" r:id="rId7"/>
    <p:sldId id="268" r:id="rId8"/>
    <p:sldId id="266" r:id="rId9"/>
    <p:sldId id="259" r:id="rId10"/>
    <p:sldId id="260" r:id="rId11"/>
    <p:sldId id="269" r:id="rId12"/>
    <p:sldId id="270" r:id="rId13"/>
    <p:sldId id="272" r:id="rId14"/>
    <p:sldId id="271" r:id="rId15"/>
    <p:sldId id="261" r:id="rId16"/>
    <p:sldId id="262" r:id="rId17"/>
    <p:sldId id="263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1:45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89 320 0 0,'2'-1'237'0'0,"14"-2"187"0"0,-7-3 5642 0 0,-8 4-4827 0 0,0 0 1 0 0,0 0-1 0 0,0 0 0 0 0,-1 0 1 0 0,1 0-1 0 0,-1 0 0 0 0,1 0 1 0 0,-1 0-1 0 0,0 0 0 0 0,0 0 1 0 0,0 0-1 0 0,0 0 0 0 0,0-3 1 0 0,0 4-1167 0 0,1 0 0 0 0,-1 1 0 0 0,1-1 1 0 0,-1 0-1 0 0,1 1 0 0 0,0-1 0 0 0,-1 0 0 0 0,1 1 0 0 0,0-1 1 0 0,-1 1-1 0 0,1-1 0 0 0,0 1 0 0 0,-1-1 0 0 0,1 1 0 0 0,0 0 1 0 0,0-1-1 0 0,0 1 0 0 0,0 0 0 0 0,-1 0 0 0 0,1 0 0 0 0,1-1 1 0 0,28-5 548 0 0,-16 3-80 0 0,5-7 256 0 0,1 2-220 0 0,44-1-166 0 0,-49 8-388 0 0,0 1 0 0 0,1 1 0 0 0,-1 1 0 0 0,17 4 0 0 0,-32-6 1 0 0,1 1 1 0 0,0-1-1 0 0,-1 1 1 0 0,1 0-1 0 0,-1 0 1 0 0,1-1-1 0 0,-1 1 1 0 0,1 0-1 0 0,-1 0 1 0 0,0 0-1 0 0,1-1 0 0 0,-1 1 1 0 0,0 0-1 0 0,1 0 1 0 0,-1 0-1 0 0,0 0 1 0 0,0 0-1 0 0,0 0 1 0 0,0 0-1 0 0,0-1 1 0 0,0 1-1 0 0,0 0 0 0 0,0 0 1 0 0,0 0-1 0 0,-1 0 1 0 0,1 1-1 0 0,-1 4 248 0 0,1-1-186 0 0,-1 0-1 0 0,1 0 0 0 0,-1 0 0 0 0,0 0 0 0 0,-1-1 0 0 0,1 1 1 0 0,-1 0-1 0 0,0-1 0 0 0,0 1 0 0 0,0-1 0 0 0,-1 1 0 0 0,1-1 1 0 0,-1 0-1 0 0,-6 6 0 0 0,-3 2 325 0 0,0 0 0 0 0,-26 18 0 0 0,11-9-210 0 0,15-7-201 0 0,14-23 0 0 0,3 1 0 0 0,-1 5 0 0 0,-2 3 0 0 0,-1-1 0 0 0,1 0 0 0 0,-1 0 0 0 0,0 0 0 0 0,1 0 0 0 0,-1 0 0 0 0,0 0 0 0 0,0 0 0 0 0,0 0 0 0 0,1 0 0 0 0,-1-1 0 0 0,0 1 0 0 0,-1 0 0 0 0,1-1 0 0 0,0 1 0 0 0,0-1 0 0 0,-1 1 0 0 0,1-1 0 0 0,0 1 0 0 0,-1-1 0 0 0,0 1 0 0 0,1-1 0 0 0,-1 0 0 0 0,0 1 0 0 0,0-1 0 0 0,0-2 0 0 0,0 1 0 0 0,0 0 0 0 0,1 1 0 0 0,-1-1 0 0 0,1 0 0 0 0,-1 1 0 0 0,1-1 0 0 0,0 1 0 0 0,0-1 0 0 0,0 1 0 0 0,0-1 0 0 0,1 1 0 0 0,-1 0 0 0 0,1-1 0 0 0,-1 1 0 0 0,4-3 0 0 0,32-25 0 0 0,-31 26 0 0 0,0 0 0 0 0,0-1 0 0 0,0 0 0 0 0,8-8 0 0 0,-8 4 0 0 0,-5 8 0 0 0,0 0 0 0 0,0-1 0 0 0,0 1 0 0 0,0 0 0 0 0,0 0 0 0 0,0 0 0 0 0,0-1 0 0 0,0 1 0 0 0,1 1 0 0 0,-1-1 0 0 0,0 0 0 0 0,1 0 0 0 0,-1 0 0 0 0,0 1 0 0 0,1-1 0 0 0,-1 1 0 0 0,1-1 0 0 0,-1 1 0 0 0,1-1 0 0 0,0 1 0 0 0,-1 0 0 0 0,3 0 0 0 0,3-1 0 0 0,0 0 0 0 0,-1 0 0 0 0,1 1 0 0 0,0 0 0 0 0,0 0 0 0 0,0 1 0 0 0,0 0 0 0 0,0 0 0 0 0,0 0 0 0 0,9 4 0 0 0,-14-4 0 0 0,1 0 0 0 0,0 0 0 0 0,-1 1 0 0 0,1-1 0 0 0,-1 1 0 0 0,1-1 0 0 0,-1 1 0 0 0,0 0 0 0 0,0 0 0 0 0,0 0 0 0 0,0 0 0 0 0,0 0 0 0 0,0 0 0 0 0,0 0 0 0 0,-1 1 0 0 0,1-1 0 0 0,-1 1 0 0 0,0-1 0 0 0,1 1 0 0 0,-1 0 0 0 0,-1-1 0 0 0,1 1 0 0 0,0 0 0 0 0,-1 0 0 0 0,1 0 0 0 0,-1-1 0 0 0,0 5 0 0 0,1 8 0 0 0,0-10 0 0 0,-1-1 0 0 0,0 1 0 0 0,0 0 0 0 0,0 0 0 0 0,0-1 0 0 0,-1 1 0 0 0,0 0 0 0 0,0 0 0 0 0,0-1 0 0 0,-2 5 0 0 0,-15 5 0 0 0,14-12 0 0 0,-7 3 0 0 0,-10-9 0 0 0,-12-9 0 0 0,32 12 0 0 0,0 0 0 0 0,1 0 0 0 0,-1 0 0 0 0,1 0 0 0 0,-1 0 0 0 0,1 0 0 0 0,-1 0 0 0 0,1 0 0 0 0,-1 0 0 0 0,1 0 0 0 0,0 0 0 0 0,0 0 0 0 0,-1-1 0 0 0,1 1 0 0 0,0 0 0 0 0,0 0 0 0 0,0 0 0 0 0,0 0 0 0 0,1 0 0 0 0,-1-1 0 0 0,0 1 0 0 0,0 0 0 0 0,1 0 0 0 0,-1 0 0 0 0,0 0 0 0 0,1 0 0 0 0,-1 0 0 0 0,1 0 0 0 0,0 0 0 0 0,-1 0 0 0 0,2-1 0 0 0,4-4 0 0 0,1 1 0 0 0,-1 0 0 0 0,1 0 0 0 0,0 1 0 0 0,1 0 0 0 0,-1 0 0 0 0,1 1 0 0 0,-1 0 0 0 0,1 0 0 0 0,13-3 0 0 0,10 0 0 0 0,57-4 0 0 0,-81 10 0 0 0,0 0 0 0 0,0 0 0 0 0,-1 1 0 0 0,1-1 0 0 0,0 1 0 0 0,0 1 0 0 0,-1-1 0 0 0,1 1 0 0 0,-1 0 0 0 0,1 1 0 0 0,-1 0 0 0 0,0 0 0 0 0,0 0 0 0 0,6 5 0 0 0,-11-7 0 0 0,0 1 0 0 0,0-1 0 0 0,0 0 0 0 0,-1 1 0 0 0,1-1 0 0 0,0 1 0 0 0,-1-1 0 0 0,0 1 0 0 0,1-1 0 0 0,-1 1 0 0 0,0-1 0 0 0,0 1 0 0 0,0-1 0 0 0,0 1 0 0 0,0 0 0 0 0,0-1 0 0 0,0 1 0 0 0,0-1 0 0 0,-1 1 0 0 0,1-1 0 0 0,0 1 0 0 0,-1-1 0 0 0,0 1 0 0 0,1-1 0 0 0,-1 1 0 0 0,0-1 0 0 0,-1 2 0 0 0,-3 1 0 0 0,-1 0 0 0 0,0 1 0 0 0,0-2 0 0 0,0 1 0 0 0,0-1 0 0 0,-1 0 0 0 0,0 0 0 0 0,1-1 0 0 0,-1 0 0 0 0,-8 2 0 0 0,-74 10 0 0 0,70-12 0 0 0,-140 10 770 0 0,-13 3-4653 0 0,106-7-11685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2:05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524 27 1040 0 0,'0'0'4469'0'0,"0"0"-4417"0"0,0 0-1 0 0,0 0 1 0 0,0 0 0 0 0,0 0-1 0 0,0 0 1 0 0,0-1 0 0 0,1 1-1 0 0,-1 0 1 0 0,0 0 0 0 0,0 0-1 0 0,0 0 1 0 0,0-1 0 0 0,0 1-1 0 0,0 0 1 0 0,0 0-1 0 0,0 0 1 0 0,0-1 0 0 0,0 1-1 0 0,0 0 1 0 0,0 0 0 0 0,0 0-1 0 0,0 0 1 0 0,0-1 0 0 0,0 1-1 0 0,0 0 1 0 0,0 0 0 0 0,0 0-1 0 0,0 0 1 0 0,0-1-1 0 0,0 1 1 0 0,-1 0 0 0 0,1 0-1 0 0,0 0 1 0 0,0 0 0 0 0,0-1-1 0 0,0 1 1 0 0,0 0 0 0 0,0 0-1 0 0,-1 0 1 0 0,1 0 0 0 0,0 0-1 0 0,0 0 1 0 0,0 0-1 0 0,0 0 1 0 0,0-1 0 0 0,-1 1-1 0 0,1 0 1 0 0,0 0 0 0 0,0 0-1 0 0,0 0 1 0 0,-1 0 0 0 0,1 0-1 0 0,0 0 1 0 0,0 0 0 0 0,0 0-1 0 0,0 0 1 0 0,-1 0-1 0 0,1 0 1 0 0,0 0 0 0 0,0 0-1 0 0,0 0 1 0 0,0 0 0 0 0,-1 0-1 0 0,1 0 1 0 0,0 1 0 0 0,0-1-1 0 0,0 0 1 0 0,0 0 0 0 0,-1 0-1 0 0,1 0 77 0 0,-15 0 141 0 0,15 0-216 0 0,-1 0 0 0 0,1 0 0 0 0,-1 0 0 0 0,1 0 0 0 0,-1 0 0 0 0,1 0 0 0 0,-1 0 0 0 0,1 0 0 0 0,-1 0 0 0 0,1 0 0 0 0,0 0 0 0 0,-1 0 0 0 0,1 1 0 0 0,-1-1 0 0 0,1 0 0 0 0,-1 0 0 0 0,1 0 0 0 0,0 1 1 0 0,-1-1-1 0 0,1 0 0 0 0,0 1 0 0 0,-1-1 0 0 0,1 0 0 0 0,-2 3 3560 0 0,2-3-3599 0 0,0 1 0 0 0,0-1 1 0 0,1 0-1 0 0,-1 0 1 0 0,0 0-1 0 0,0 1 1 0 0,0-1-1 0 0,0 0 1 0 0,0 0-1 0 0,0 0 1 0 0,0 1-1 0 0,0-1 0 0 0,0 0 1 0 0,0 0-1 0 0,0 1 1 0 0,0-1-1 0 0,0 0 1 0 0,0 0-1 0 0,0 0 1 0 0,0 1-1 0 0,0-1 1 0 0,0 0-1 0 0,0 0 0 0 0,0 1 1 0 0,0-1-1 0 0,0 0 1 0 0,0 0-1 0 0,0 0 1 0 0,0 1-1 0 0,0-1 1 0 0,-1 0-1 0 0,1 0 0 0 0,0 0 1 0 0,0 0-1 0 0,0 1 1 0 0,0-1-1 0 0,0 0 1 0 0,-1 0-1 0 0,1 0 1 0 0,0 0-1 0 0,0 0 1 0 0,0 0-1 0 0,-1 1 0 0 0,1-1 1 0 0,0 0-1 0 0,0 0 1 0 0,0 0-1 0 0,-1 0 1 0 0,1 0-1 0 0,0 0 1 0 0,0 0-1 0 0,-1 0 0 0 0,1 0 1 0 0,0 0-1 0 0,0 0 1 0 0,0 0-1 0 0,-1 0 1 0 0,1 0-1 0 0,0 0 1 0 0,-22 0 251 0 0,16 0 348 0 0,6 0-593 0 0,0 1 0 0 0,0-1 0 0 0,0 0-1 0 0,-1 1 1 0 0,1-1 0 0 0,0 0 0 0 0,-1 1 0 0 0,1-1-1 0 0,0 0 1 0 0,-1 1 0 0 0,1-1 0 0 0,0 0 0 0 0,-1 1-1 0 0,1-1 1 0 0,-1 0 0 0 0,1 0 0 0 0,0 1 0 0 0,-1-1 0 0 0,1 0-1 0 0,-1 0 1 0 0,1 0 0 0 0,-1 0 0 0 0,1 0 0 0 0,-1 0-1 0 0,1 0 1 0 0,-1 0 0 0 0,1 0 0 0 0,-1 0 0 0 0,0 0-1 0 0,-13 0 44 0 0,13 0-18 0 0,-6 3 297 0 0,3 0-286 0 0,-24 7 126 0 0,20-8-109 0 0,1 1 0 0 0,-1-1 0 0 0,0 1 0 0 0,1 1 0 0 0,-14 7 0 0 0,8-1 20 0 0,0-1 0 0 0,-18 9 1 0 0,-10 7-58 0 0,28-13-77 0 0,-12 4 107 0 0,-67 38 573 0 0,87-47-645 0 0,5-6 8 0 0,0-1-1 0 0,0 0 1 0 0,0 0-1 0 0,0 1 1 0 0,0-1-1 0 0,-1 0 1 0 0,1 1-1 0 0,0-1 1 0 0,0 0-1 0 0,0 0 1 0 0,0 1-1 0 0,0-1 1 0 0,0 0-1 0 0,0 0 1 0 0,-1 1-1 0 0,1-1 1 0 0,0 0-1 0 0,0 0 1 0 0,0 1-1 0 0,-1-1 1 0 0,1 0-1 0 0,0 0 1 0 0,0 0-1 0 0,0 0 1 0 0,-1 1-1 0 0,1-1 1 0 0,0 0-1 0 0,0 0 1 0 0,-1 0-1 0 0,1 0 1 0 0,0 0-1 0 0,-1 0 1 0 0,1 0-1 0 0,-22 6 131 0 0,17-5-39 0 0,5 35-28 0 0,0-35-68 0 0,0 0 0 0 0,-1 0 0 0 0,1 0 0 0 0,0 0-1 0 0,0-1 1 0 0,0 1 0 0 0,0 0 0 0 0,-1 0 0 0 0,1-1-1 0 0,0 1 1 0 0,-1 0 0 0 0,1 0 0 0 0,0-1 0 0 0,-1 1-1 0 0,1 0 1 0 0,-1-1 0 0 0,0 1 0 0 0,1-1 0 0 0,-1 1-1 0 0,1 0 1 0 0,-1-1 0 0 0,0 1 0 0 0,1-1-1 0 0,-1 0 1 0 0,0 1 0 0 0,0-1 0 0 0,1 0 0 0 0,-1 1-1 0 0,0-1 1 0 0,0 0 0 0 0,0 1 0 0 0,0-1 7 0 0,0 0-1 0 0,0 0 1 0 0,0 0 0 0 0,0 1-1 0 0,1-1 1 0 0,-1 0 0 0 0,0 1 0 0 0,0-1-1 0 0,1 1 1 0 0,-1-1 0 0 0,0 1-1 0 0,1-1 1 0 0,-1 1 0 0 0,0 0-1 0 0,1-1 1 0 0,-1 1 0 0 0,1 0 0 0 0,-1-1-1 0 0,1 1 1 0 0,-1 0 0 0 0,1 0-1 0 0,0-1 1 0 0,-1 1 0 0 0,1 0 0 0 0,0 0-1 0 0,-1 0 1 0 0,1 0 0 0 0,0-1-1 0 0,0 1 1 0 0,0 0 0 0 0,0 1 0 0 0,1 9 87 0 0,-1-8-88 0 0,1-1-1 0 0,-1 1 0 0 0,0-1 0 0 0,1 1 0 0 0,-1-1 0 0 0,0 1 1 0 0,-1-1-1 0 0,1 0 0 0 0,0 1 0 0 0,-1-1 0 0 0,1 1 0 0 0,-1-1 1 0 0,0 0-1 0 0,0 1 0 0 0,0-1 0 0 0,-2 3 0 0 0,-5 1-25 0 0,7-5 23 0 0,0 0 1 0 0,-1 0-1 0 0,1 0 0 0 0,-1 0 1 0 0,1 0-1 0 0,0 1 0 0 0,0-1 1 0 0,0 0-1 0 0,0 1 0 0 0,0-1 1 0 0,0 1-1 0 0,0-1 0 0 0,0 1 1 0 0,0 0-1 0 0,1-1 0 0 0,-1 1 0 0 0,1 0 1 0 0,-1-1-1 0 0,1 1 0 0 0,0 0 1 0 0,0 0-1 0 0,0-1 0 0 0,-1 1 1 0 0,2 0-1 0 0,-1 0 0 0 0,0 2 1 0 0,0 194-2 0 0,0-197 1 0 0,0 0 1 0 0,0 0-1 0 0,0 0 1 0 0,0 0 0 0 0,1 0-1 0 0,-1 0 1 0 0,0-1-1 0 0,0 1 1 0 0,1 0 0 0 0,-1 0-1 0 0,0 0 1 0 0,1-1-1 0 0,-1 1 1 0 0,1 0 0 0 0,-1 0-1 0 0,1-1 1 0 0,-1 1 0 0 0,1 0-1 0 0,0-1 1 0 0,-1 1-1 0 0,1-1 1 0 0,0 1 0 0 0,-1-1-1 0 0,1 1 1 0 0,0-1-1 0 0,0 1 1 0 0,-1-1 0 0 0,1 0-1 0 0,0 1 1 0 0,0-1-1 0 0,1 0 1 0 0,-1 1 1 0 0,-1-1 1 0 0,1 0-1 0 0,0 0 1 0 0,0 1-1 0 0,0-1 0 0 0,-1 0 1 0 0,1 1-1 0 0,0-1 1 0 0,0 1-1 0 0,-1-1 0 0 0,1 1 1 0 0,0-1-1 0 0,-1 1 1 0 0,1 0-1 0 0,-1-1 0 0 0,1 1 1 0 0,-1 0-1 0 0,1-1 1 0 0,-1 1-1 0 0,1 0 0 0 0,-1 0 1 0 0,0-1-1 0 0,1 1 1 0 0,-1 0-1 0 0,0 0 0 0 0,1 0 1 0 0,-1 0-1 0 0,0-1 0 0 0,0 1 1 0 0,0 0-1 0 0,0 1 1 0 0,0 53 156 0 0,0-54-160 0 0,0-1 0 0 0,1 1-1 0 0,-1-1 1 0 0,0 1 0 0 0,0-1 0 0 0,1 1 0 0 0,-1-1 0 0 0,1 0 0 0 0,-1 1 0 0 0,0-1 0 0 0,1 0 0 0 0,-1 1 0 0 0,1-1-1 0 0,-1 0 1 0 0,0 1 0 0 0,1-1 0 0 0,-1 0 0 0 0,1 0 0 0 0,-1 0 0 0 0,1 1 0 0 0,-1-1 0 0 0,1 0 0 0 0,0 0-1 0 0,-1 0 1 0 0,1 0 0 0 0,-1 0 0 0 0,1 0 0 0 0,-1 0 0 0 0,1 0 0 0 0,-1 0 0 0 0,1 0 0 0 0,-1 0 0 0 0,1 0-1 0 0,0-1 1 0 0,0 1 1 0 0,-1 0-1 0 0,1-1 1 0 0,-1 1-1 0 0,1 0 1 0 0,-1 0-1 0 0,1 0 1 0 0,-1 0-1 0 0,1 0 1 0 0,-1 0-1 0 0,1 0 1 0 0,-1 0-1 0 0,1 0 1 0 0,0 0-1 0 0,-1 0 1 0 0,1 0-1 0 0,-1 1 1 0 0,1-1-1 0 0,-1 0 0 0 0,1 0 1 0 0,-1 0-1 0 0,0 1 1 0 0,1-1-1 0 0,-1 0 1 0 0,1 1-1 0 0,-1-1 1 0 0,1 0-1 0 0,-1 1 1 0 0,0-1-1 0 0,1 0 1 0 0,-1 1-1 0 0,0-1 1 0 0,1 1-1 0 0,-1-1 1 0 0,1 2-1 0 0,-1-1 1 0 0,0 1 1 0 0,1 0-1 0 0,-1-1 0 0 0,1 1 1 0 0,-1 0-1 0 0,1-1 1 0 0,0 1-1 0 0,0-1 0 0 0,0 1 1 0 0,0-1-1 0 0,0 1 0 0 0,0-1 1 0 0,0 1-1 0 0,0-1 0 0 0,1 0 1 0 0,-1 0-1 0 0,0 0 0 0 0,1 0 1 0 0,-1 0-1 0 0,1 0 0 0 0,-1 0 1 0 0,1 0-1 0 0,-1-1 1 0 0,1 1-1 0 0,0 0 0 0 0,-1-1 1 0 0,1 1-1 0 0,0-1 0 0 0,0 0 1 0 0,2 0-1 0 0,16 8 10 0 0,-15 1-51 0 0,-6-8 37 0 0,1-1 0 0 0,0 0 0 0 0,0 1 0 0 0,0-1 0 0 0,1 1 0 0 0,-1-1 0 0 0,0 1 0 0 0,0-1-1 0 0,0 0 1 0 0,0 1 0 0 0,0-1 0 0 0,0 1 0 0 0,1-1 0 0 0,-1 0 0 0 0,0 1 0 0 0,0-1 0 0 0,0 1-1 0 0,1-1 1 0 0,-1 0 0 0 0,0 1 0 0 0,1-1 0 0 0,-1 0 0 0 0,0 0 0 0 0,1 1 0 0 0,-1-1 0 0 0,0 0-1 0 0,1 0 1 0 0,-1 1 0 0 0,1-1 0 0 0,37 16-133 0 0,-17-8 208 0 0,0 1 0 0 0,19 12 0 0 0,-27-12-74 0 0,0-1 0 0 0,0-1-1 0 0,1 0 1 0 0,0-1 0 0 0,22 7 0 0 0,95 28 95 0 0,-121-39-93 0 0,1 0 0 0 0,1 1 0 0 0,-1 1 0 0 0,16 6 0 0 0,-20-8-9 0 0,0-1-1 0 0,0 1 1 0 0,1-1 0 0 0,11 0-1 0 0,24 5-23 0 0,-20-2 73 0 0,-1-1-1 0 0,38 2 0 0 0,-7-2 3 0 0,-20 3-42 0 0,-1 0 0 0 0,-4-4 14 0 0,-23-2 52 0 0,0 0 1 0 0,17 0-40 0 0,-16-2 26 0 0,-6 2-53 0 0,0 0 1 0 0,0 0-1 0 0,0-1 0 0 0,0 1 0 0 0,0 0 1 0 0,0 0-1 0 0,0 0 0 0 0,0 0 1 0 0,0-1-1 0 0,0 1 0 0 0,0 0 1 0 0,0 0-1 0 0,0 0 0 0 0,0 0 0 0 0,0-1 1 0 0,0 1-1 0 0,1 0 0 0 0,-1 0 1 0 0,0 0-1 0 0,0 0 0 0 0,0 0 1 0 0,0 0-1 0 0,0-1 0 0 0,1 1 0 0 0,-1 0 1 0 0,0 0-1 0 0,0 0 0 0 0,0 0 1 0 0,0 0-1 0 0,1 0 0 0 0,-1 0 1 0 0,0 0-1 0 0,0 0 0 0 0,0 0 1 0 0,0 0-1 0 0,1 0 0 0 0,-1 0 0 0 0,0 0 1 0 0,0 0-1 0 0,0 0 0 0 0,0 0 1 0 0,1 0-1 0 0,-1 0 0 0 0,22 4 14 0 0,-17-2 533 0 0,1-2-481 0 0,15 0-39 0 0,130-11 233 0 0,-100 6-213 0 0,136-25-26 0 0,-91 13-29 0 0,-81 14-3 0 0,-1-1 1 0 0,1 0-1 0 0,15-7 0 0 0,31-8 27 0 0,-37 11-43 0 0,-10 1 14 0 0,13 2 40 0 0,-14 3-44 0 0,0 0-1 0 0,0 2 1 0 0,0-1 0 0 0,0 1 0 0 0,0 1-1 0 0,22 4 1 0 0,-23-2 18 0 0,92 14 212 0 0,-39 1-106 0 0,24-6-47 0 0,0-4 0 0 0,1-4 0 0 0,158-13 0 0 0,-222 8-81 0 0,-21 1 12 0 0,0 0 0 0 0,0 0 0 0 0,0-1 0 0 0,0 1 0 0 0,0-1 0 0 0,-1 0 0 0 0,7-2 0 0 0,16-3 9 0 0,11-2 67 0 0,-11 7-54 0 0,31-6-13 0 0,-18 1 0 0 0,-26 2 15 0 0,0 0 1 0 0,-1 0 0 0 0,1-1-1 0 0,14-8 1 0 0,-18 9-1 0 0,-5-3 51 0 0,-5 7-64 0 0,0-1 0 0 0,0 1 0 0 0,0 0 0 0 0,0 0 0 0 0,0 0 0 0 0,0-1 0 0 0,0 1 0 0 0,0 0 0 0 0,0 0 0 0 0,0 0 0 0 0,0-1 0 0 0,1 1 0 0 0,-1 0 0 0 0,0 0 0 0 0,0 0 0 0 0,0-1 0 0 0,0 1 0 0 0,0 0 0 0 0,0 0 0 0 0,1 0 0 0 0,-1 0 0 0 0,0 0 1 0 0,0 0-1 0 0,0-1 0 0 0,0 1 0 0 0,1 0 0 0 0,-1 0 0 0 0,0 0 0 0 0,0 0 0 0 0,0 0 0 0 0,1 0 0 0 0,-1 0 0 0 0,0 0 0 0 0,0 0 0 0 0,0 0 0 0 0,1 0 0 0 0,-1 0 0 0 0,0 0 0 0 0,0 0 0 0 0,7-1 23 0 0,-6 2-21 0 0,0-1-1 0 0,-1 0 1 0 0,1 0 0 0 0,0 0-1 0 0,-1 0 1 0 0,1 0-1 0 0,0 0 1 0 0,-1 0 0 0 0,1 0-1 0 0,0 0 1 0 0,-1 0-1 0 0,1 0 1 0 0,0 0 0 0 0,-1-1-1 0 0,1 1 1 0 0,-1 0 0 0 0,1 0-1 0 0,0-1 1 0 0,-1 1-1 0 0,1 0 1 0 0,-1-1 0 0 0,1 1-1 0 0,-1-1 1 0 0,1 1 0 0 0,-1-1-1 0 0,1 1 1 0 0,-1-1-1 0 0,1 1 1 0 0,-1-1 0 0 0,0 1-1 0 0,1-1 1 0 0,-1 1-1 0 0,0-1 1 0 0,1 0 0 0 0,-1 1-1 0 0,0-1 1 0 0,0 0 0 0 0,0 1-1 0 0,0-1 1 0 0,1-1-1 0 0,4 0 51 0 0,-3 2-48 0 0,-1 0-5 0 0,0 0 0 0 0,0 0-1 0 0,0 0 1 0 0,0 0 0 0 0,0 0 0 0 0,1 0 0 0 0,-1 0-1 0 0,0-1 1 0 0,0 1 0 0 0,0 0 0 0 0,0-1-1 0 0,0 1 1 0 0,0-1 0 0 0,0 1 0 0 0,0-1 0 0 0,0 1-1 0 0,0-1 1 0 0,-1 0 0 0 0,1 1 0 0 0,0-1 0 0 0,0 0-1 0 0,-1 0 1 0 0,1 0 0 0 0,0 0 0 0 0,0-1-1 0 0,0 1 4 0 0,0 0-1 0 0,0 0 0 0 0,0 0 0 0 0,-1 0 0 0 0,1 0 0 0 0,0 0 1 0 0,0 1-1 0 0,0-1 0 0 0,1 0 0 0 0,-1 1 0 0 0,0-1 0 0 0,0 0 1 0 0,0 1-1 0 0,0-1 0 0 0,1 1 0 0 0,-1 0 0 0 0,0-1 0 0 0,0 1 0 0 0,3 0 1 0 0,0-1-1 0 0,-4 1-3 0 0,0-1 0 0 0,0 1 0 0 0,1 0 0 0 0,-1 0 0 0 0,0 0 0 0 0,0-1 0 0 0,1 1 0 0 0,-1 0 0 0 0,0 0 0 0 0,0-1 0 0 0,1 1 0 0 0,-1 0 0 0 0,0-1 0 0 0,0 1 0 0 0,0 0 0 0 0,0 0 0 0 0,0-1 0 0 0,1 1 0 0 0,-1 0 0 0 0,0-1 0 0 0,0 1 0 0 0,0-1 0 0 0,0 1 0 0 0,0 0 0 0 0,0-1 0 0 0,0 1 0 0 0,0 0 0 0 0,0-1 0 0 0,0 1 0 0 0,0-1 0 0 0,0 1 0 0 0,0-1 0 0 0,0 1 0 0 0,0-1 0 0 0,0 1 0 0 0,0-1 0 0 0,0 1 0 0 0,0-1 0 0 0,0 1 0 0 0,0-1 0 0 0,0 1 0 0 0,1-1 0 0 0,-1 1 0 0 0,0 0 0 0 0,0-1 0 0 0,1 1 0 0 0,-1-1 0 0 0,0 1 0 0 0,1 0 0 0 0,-1-1 0 0 0,0 1 0 0 0,1 0 0 0 0,-1-1 0 0 0,0 1 0 0 0,1 0 0 0 0,-1 0 0 0 0,1-1 0 0 0,6-3-6 0 0,-6 4 4 0 0,1-1 0 0 0,-1 0 0 0 0,0 1 0 0 0,0-1 0 0 0,1 0 0 0 0,-1 0 0 0 0,0 0 0 0 0,0 0 0 0 0,0 0 0 0 0,0 0 0 0 0,0-1 0 0 0,0 1 0 0 0,0 0 0 0 0,0 0 0 0 0,-1-1 0 0 0,1 1 0 0 0,0 0 0 0 0,-1-1 0 0 0,1 1 0 0 0,-1-1 0 0 0,0 1 0 0 0,1 0 0 0 0,-1-1 0 0 0,0 1 0 0 0,0-1 0 0 0,0 1 0 0 0,0-1 0 0 0,0 1-1 0 0,0-3 1 0 0,0 3 2 0 0,0 0-1 0 0,0 0 1 0 0,0 0-1 0 0,0 0 1 0 0,0 1-1 0 0,0-1 1 0 0,1 0-1 0 0,-1 0 1 0 0,0 0-1 0 0,1 0 1 0 0,-1 0-1 0 0,1 0 1 0 0,-1 0-1 0 0,1 0 1 0 0,-1 1-1 0 0,1-1 1 0 0,0 0-1 0 0,-1 0 1 0 0,1 1-1 0 0,0-1 1 0 0,0 0-1 0 0,-1 1 0 0 0,1-1 1 0 0,0 1-1 0 0,0-1 1 0 0,0 1-1 0 0,1-1 1 0 0,-1 1 0 0 0,0-1 0 0 0,0 1 0 0 0,0-1 0 0 0,0 1 0 0 0,0-1 0 0 0,0 0 0 0 0,0 1 0 0 0,0-1 0 0 0,0 0 0 0 0,-1 1 0 0 0,1-1 0 0 0,0 0 0 0 0,-1 0 0 0 0,1 0 1 0 0,0 0-1 0 0,-1 0 0 0 0,1 0 0 0 0,-1 0 0 0 0,1 0 0 0 0,-1 0 0 0 0,0 0 0 0 0,1 0 0 0 0,-1 0 0 0 0,0 0 0 0 0,0 0 0 0 0,0 0 0 0 0,0-2 0 0 0,0 1 0 0 0,0 1 0 0 0,0 0 0 0 0,1 0 0 0 0,-1-1 0 0 0,0 1 0 0 0,0 0 0 0 0,1 0 0 0 0,-1 0 0 0 0,1-1 0 0 0,-1 1 0 0 0,1 0 0 0 0,-1 0 0 0 0,1 0 0 0 0,0 0 0 0 0,0 0 0 0 0,-1 0 0 0 0,1 0 0 0 0,0 0 0 0 0,0 0 0 0 0,0 0 0 0 0,0 1 0 0 0,0-1 0 0 0,0 0 0 0 0,2 0 0 0 0,-2 0 0 0 0,0 1 0 0 0,0-1 0 0 0,0 0 0 0 0,0 1 0 0 0,0-1 0 0 0,0 0 0 0 0,0 0 0 0 0,0 0 0 0 0,-1 0 0 0 0,1 0 0 0 0,0 0 0 0 0,0 0 0 0 0,-1 0 0 0 0,1 0 0 0 0,-1 0 0 0 0,1 0 0 0 0,-1 0 0 0 0,1-1 0 0 0,-1 1 0 0 0,0 0 0 0 0,1 0 0 0 0,-1-1 0 0 0,0 1 0 0 0,0-2 0 0 0,-1-8-8 0 0,1 10 3 0 0,0-1 1 0 0,-1 0-1 0 0,1 0 1 0 0,0 0 0 0 0,0 0-1 0 0,0 1 1 0 0,0-1-1 0 0,1 0 1 0 0,-1 0-1 0 0,0 0 1 0 0,1 0-1 0 0,0 1 1 0 0,-1-1-1 0 0,1 0 1 0 0,1-2-1 0 0,4-2 6 0 0,-5 5-4 0 0,1 0 0 0 0,-1-1 0 0 0,0 1 0 0 0,1-1 0 0 0,-1 1 0 0 0,0-1 1 0 0,0 0-1 0 0,0 1 0 0 0,0-1 0 0 0,0 0 0 0 0,0 0 0 0 0,-1 0 0 0 0,1 0 0 0 0,-1 0 0 0 0,1 0 0 0 0,-1 0 0 0 0,0 1 0 0 0,1-1 0 0 0,-1 0 0 0 0,0 0 0 0 0,0 0 0 0 0,-1-3 0 0 0,2-11-11 0 0,-1 11 21 0 0,1-1 1 0 0,-1 1-1 0 0,0 0 1 0 0,-1 0-1 0 0,1 0 1 0 0,-1 0 0 0 0,0 0-1 0 0,-2-7 1 0 0,-4-2 3 0 0,5 9-10 0 0,-1 1 1 0 0,2 0-1 0 0,-1-1 1 0 0,0 1 0 0 0,1-1-1 0 0,0 1 1 0 0,0-1-1 0 0,0 0 1 0 0,0-7-1 0 0,1-3 23 0 0,1 12-20 0 0,-1-1 0 0 0,1 0 0 0 0,-1 0 0 0 0,-1 0 0 0 0,1 1 0 0 0,0-1 0 0 0,-1 0-1 0 0,0 0 1 0 0,0 1 0 0 0,-3-8 0 0 0,-1 2 4 0 0,0-1 1 0 0,-2 1-1 0 0,1 0 0 0 0,-1 0 1 0 0,0 1-1 0 0,-1 0 0 0 0,-12-11 1 0 0,10 15 10 0 0,0 1 1 0 0,0-1 0 0 0,0 1-1 0 0,-1 1 1 0 0,1 0 0 0 0,-1 0 0 0 0,-16 1-1 0 0,-32-7 77 0 0,-8-9 70 0 0,-29-6-12 0 0,72 19-124 0 0,12 3-17 0 0,1-1 0 0 0,0 0-1 0 0,0-1 1 0 0,-18-6 0 0 0,-101-33 147 0 0,118 38-131 0 0,0 0-1 0 0,0 0 1 0 0,-24-3 0 0 0,-23-7 83 0 0,-89-20 72 0 0,47 12-48 0 0,41 7-36 0 0,-87-11 0 0 0,-5 12 513 0 0,125 13-238 0 0,-45 4 1 0 0,-3 1 141 0 0,-142 9 510 0 0,21 1-534 0 0,102-9-231 0 0,19-3-123 0 0,-77 5-113 0 0,-10-7 201 0 0,96 0-307 0 0,-32 0 147 0 0,69 2-120 0 0,0 2 1 0 0,0 1-1 0 0,-35 10 1 0 0,58-13 102 0 0,-3 0-5 0 0,1 0 1 0 0,0-1 0 0 0,-1 1 0 0 0,1-2 0 0 0,-15 0-1 0 0,11 0 1 0 0,-9 0 34 0 0,10 0-13 0 0,11 0-83 0 0,0 0 0 0 0,0 0 1 0 0,0 0-1 0 0,0 0 0 0 0,0 0 1 0 0,0 0-1 0 0,0 0 1 0 0,0 0-1 0 0,0 0 0 0 0,0-1 1 0 0,0 1-1 0 0,0 0 1 0 0,0 0-1 0 0,0 0 0 0 0,0 0 1 0 0,0 0-1 0 0,0 0 1 0 0,0 0-1 0 0,-1 0 0 0 0,1 0 1 0 0,0 0-1 0 0,0 0 0 0 0,0-1 1 0 0,0 1-1 0 0,0 0 1 0 0,0 0-1 0 0,0 0 0 0 0,0 0 1 0 0,0 0-1 0 0,0 0 1 0 0,0 0-1 0 0,0 0 0 0 0,-1 0 1 0 0,1 0-1 0 0,0 0 1 0 0,0 0-1 0 0,19-6-1496 0 0,40-6-3162 0 0,61-1-5477 0 0,-82 11 4749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2:10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588 123 480 0 0,'0'0'73'0'0,"0"-1"-1"0"0,0 1 1 0 0,1 0 0 0 0,-1-1-1 0 0,0 1 1 0 0,0-1-1 0 0,0 1 1 0 0,0 0 0 0 0,0-1-1 0 0,0 1 1 0 0,0 0-1 0 0,0-1 1 0 0,0 1-1 0 0,0-1 1 0 0,0 1 0 0 0,0 0-1 0 0,0-1 1 0 0,0 1-1 0 0,0 0 1 0 0,0-1 0 0 0,0 1-1 0 0,-1 0 1 0 0,1-1-1 0 0,0 1 1 0 0,0 0 0 0 0,0-1-1 0 0,0 1 1 0 0,-1 0-1 0 0,1-1 1 0 0,0 1 0 0 0,0 0-1 0 0,-1 0 1 0 0,1-1-1 0 0,0 1 1 0 0,-1 0 0 0 0,1 0-1 0 0,0 0 1 0 0,-1-1-1 0 0,1 1 1 0 0,0 0-1 0 0,-1 0 1 0 0,0 0 0 0 0,-7-2 21 0 0,-6-3 1357 0 0,14 4-1201 0 0,-1 0 0 0 0,0 0 0 0 0,1-1 0 0 0,-1 1 0 0 0,1 0 0 0 0,-1-1 0 0 0,1 1 0 0 0,0 0 0 0 0,-1-1 0 0 0,1 1 0 0 0,0 0 0 0 0,0-1 0 0 0,0 1 0 0 0,0-3 0 0 0,-5 3 204 0 0,-17-3-14 0 0,15 0 487 0 0,3 0-667 0 0,-7 3 180 0 0,1 0-1 0 0,-1 1 1 0 0,0 0-1 0 0,0 1 1 0 0,0 0-1 0 0,1 1 0 0 0,-17 5 1 0 0,4-3-127 0 0,19-3-204 0 0,1 0 0 0 0,-1 0 0 0 0,1 1 0 0 0,-1-1 0 0 0,1 1 0 0 0,0-1 0 0 0,-1 1 0 0 0,1 0 0 0 0,-3 4 0 0 0,-22 10 682 0 0,7-7-373 0 0,1 0 1 0 0,0 1 0 0 0,0 1 0 0 0,-25 19 0 0 0,45-30-418 0 0,-1 1 1 0 0,1 0-1 0 0,-1-1 0 0 0,1 1 1 0 0,-1 0-1 0 0,1 0 0 0 0,-1-1 1 0 0,1 1-1 0 0,-1 0 0 0 0,1 0 1 0 0,0-1-1 0 0,-1 1 1 0 0,1 0-1 0 0,0 0 0 0 0,0 0 1 0 0,0 0-1 0 0,0 0 0 0 0,0-1 1 0 0,0 1-1 0 0,0 2 0 0 0,-4 11 11 0 0,-7-5 15 0 0,10-9-19 0 0,0 1 1 0 0,0 0-1 0 0,0-1 0 0 0,0 1 1 0 0,0 0-1 0 0,0 0 0 0 0,0 0 1 0 0,0 0-1 0 0,0 0 0 0 0,0 0 0 0 0,1 0 1 0 0,-1 0-1 0 0,0 0 0 0 0,1 0 1 0 0,-1 0-1 0 0,1 0 0 0 0,-1 1 1 0 0,1-1-1 0 0,-1 0 0 0 0,1 0 1 0 0,0 1-1 0 0,0-1 0 0 0,-1 2 1 0 0,1-1-1 0 0,1-1-1 0 0,-2 0 1 0 0,1 0 0 0 0,0 1 0 0 0,0-1 0 0 0,0 0 0 0 0,0 0 0 0 0,-1 1-1 0 0,1-1 1 0 0,-1 0 0 0 0,1 0 0 0 0,-1 0 0 0 0,1 0 0 0 0,-1 0-1 0 0,0 0 1 0 0,1 0 0 0 0,-1 0 0 0 0,0 0 0 0 0,0 0 0 0 0,0 0 0 0 0,0 0-1 0 0,0 0 1 0 0,0-1 0 0 0,0 1 0 0 0,-2 1 0 0 0,2-2-4 0 0,0 1 0 0 0,0 0 0 0 0,0-1 0 0 0,0 1 0 0 0,0 0 0 0 0,0 0 0 0 0,0 0-1 0 0,0 0 1 0 0,0-1 0 0 0,0 1 0 0 0,1 0 0 0 0,-1 1 0 0 0,0-1 0 0 0,1 0 0 0 0,-1 0 0 0 0,1 0 0 0 0,-1 0 0 0 0,1 0 0 0 0,0 1 0 0 0,-1-1 0 0 0,1 0 0 0 0,0 0 0 0 0,0 0 0 0 0,0 1 0 0 0,0 1 0 0 0,0 37 22 0 0,0-39-26 0 0,-1 0-1 0 0,1-1 1 0 0,0 1-1 0 0,0 0 1 0 0,0-1-1 0 0,-1 1 1 0 0,1 0 0 0 0,0-1-1 0 0,-1 1 1 0 0,1-1-1 0 0,-1 1 1 0 0,1-1-1 0 0,0 1 1 0 0,-1-1-1 0 0,1 1 1 0 0,-1-1 0 0 0,1 1-1 0 0,-1-1 1 0 0,0 1-1 0 0,1-1 1 0 0,-1 0-1 0 0,1 1 1 0 0,-1-1-1 0 0,0 0 1 0 0,1 0-1 0 0,-1 0 1 0 0,0 1 0 0 0,1-1-1 0 0,-1 0 1 0 0,0 0-1 0 0,0 0 1 0 0,0 0 0 0 0,0 0 0 0 0,0 0 0 0 0,1 0 0 0 0,-1 0 0 0 0,0 0 0 0 0,1 0 0 0 0,-1 1 0 0 0,0-1 0 0 0,1 0 0 0 0,-1 0 0 0 0,0 1 0 0 0,1-1 0 0 0,-1 1 0 0 0,1-1 0 0 0,-1 0 0 0 0,1 1 0 0 0,-1-1 0 0 0,1 1 0 0 0,-1-1 0 0 0,1 1 0 0 0,-1-1 1 0 0,1 1-1 0 0,-1 0 0 0 0,1-1 0 0 0,0 1 0 0 0,-1-1 0 0 0,1 1 0 0 0,0 0 0 0 0,0-1 0 0 0,-1 1 0 0 0,1 1 0 0 0,0 2-6 0 0,1-3 12 0 0,-1 0 1 0 0,0 0 0 0 0,0 0-1 0 0,0 0 1 0 0,1-1 0 0 0,-1 1-1 0 0,0 0 1 0 0,0 0 0 0 0,0 0-1 0 0,-1 0 1 0 0,1 0-1 0 0,0 0 1 0 0,0 0 0 0 0,0 0-1 0 0,-1 0 1 0 0,1 0 0 0 0,-1 0-1 0 0,1 0 1 0 0,0-1 0 0 0,-1 1-1 0 0,1 0 1 0 0,-1 0 0 0 0,0-1-1 0 0,0 2 1 0 0,-21 0-20 0 0,22-2 13 0 0,-1 0 0 0 0,1 0 0 0 0,0 0 1 0 0,-1 0-1 0 0,1 0 0 0 0,0 0 0 0 0,-1 0 1 0 0,1 1-1 0 0,0-1 0 0 0,0 0 0 0 0,-1 0 1 0 0,1 0-1 0 0,0 1 0 0 0,0-1 0 0 0,-1 0 1 0 0,1 0-1 0 0,0 1 0 0 0,0-1 0 0 0,0 0 1 0 0,-1 1-1 0 0,1-1 0 0 0,0 0 0 0 0,0 0 1 0 0,0 1-1 0 0,0-1 0 0 0,0 0 0 0 0,0 1 1 0 0,0-1-1 0 0,0 0 0 0 0,0 1 0 0 0,0-1 1 0 0,0 0-1 0 0,0 1 0 0 0,0-1 0 0 0,0 0 1 0 0,0 1-1 0 0,-5 11-9 0 0,-2-8-7 0 0,5-3 14 0 0,1-1 0 0 0,0 1 1 0 0,0 0-1 0 0,0-1 0 0 0,-1 1 1 0 0,1 0-1 0 0,0 0 0 0 0,0 0 1 0 0,0 0-1 0 0,0 0 0 0 0,0 0 0 0 0,1 0 1 0 0,-1 0-1 0 0,0 0 0 0 0,0 0 1 0 0,1 1-1 0 0,-1-1 0 0 0,1 0 1 0 0,-1 0-1 0 0,1 1 0 0 0,-1-1 0 0 0,1 0 1 0 0,0 1-1 0 0,0-1 0 0 0,-1 0 1 0 0,1 1-1 0 0,0-1 0 0 0,0 1 1 0 0,1 1-1 0 0,-1 8 1 0 0,1-8 0 0 0,-1-1 0 0 0,0 1 0 0 0,0 0 1 0 0,0-1-1 0 0,0 1 0 0 0,0 0 0 0 0,-1 0 0 0 0,1-1 0 0 0,-1 1 0 0 0,1 0 0 0 0,-1-1 0 0 0,0 1 0 0 0,-2 2 1 0 0,-6 6-36 0 0,8-10 29 0 0,-1 1 1 0 0,0 0 0 0 0,1 0 0 0 0,-1 0 0 0 0,1 0 0 0 0,0 0 0 0 0,0 0-1 0 0,-1 0 1 0 0,1 1 0 0 0,1-1 0 0 0,-1 0 0 0 0,0 0 0 0 0,0 1-1 0 0,1-1 1 0 0,0 1 0 0 0,-1-1 0 0 0,1 4 0 0 0,0 172 326 0 0,0-177-319 0 0,0 0 0 0 0,1 1 0 0 0,-1-1 0 0 0,0 1-1 0 0,0-1 1 0 0,1 1 0 0 0,-1-1 0 0 0,1 0 0 0 0,0 1 0 0 0,-1-1 0 0 0,1 0 0 0 0,0 0 0 0 0,0 1-1 0 0,0-1 1 0 0,-1 0 0 0 0,1 0 0 0 0,1 0 0 0 0,-1 0 0 0 0,0 0 0 0 0,0 0 0 0 0,0-1 0 0 0,0 1-1 0 0,3 1 1 0 0,3 4-35 0 0,-5-5 20 0 0,-1 1 1 0 0,0 0 0 0 0,1-1 0 0 0,-1 0 0 0 0,1 1 0 0 0,-1-1 0 0 0,1 0 0 0 0,-1 1-1 0 0,1-1 1 0 0,0 0 0 0 0,0 0 0 0 0,0 0 0 0 0,0-1 0 0 0,0 1 0 0 0,2 0-1 0 0,0 0-2 0 0,-4-1 13 0 0,1 1 1 0 0,-1-1-1 0 0,1 0 0 0 0,-1 0 1 0 0,0 0-1 0 0,1 0 1 0 0,-1 0-1 0 0,0 1 0 0 0,1-1 1 0 0,-1 0-1 0 0,0 0 0 0 0,1 0 1 0 0,-1 1-1 0 0,0-1 1 0 0,0 0-1 0 0,1 1 0 0 0,-1-1 1 0 0,0 0-1 0 0,0 0 0 0 0,1 1 1 0 0,-1-1-1 0 0,0 1 1 0 0,0-1-1 0 0,0 0 0 0 0,0 1 1 0 0,1-1-1 0 0,-1 0 0 0 0,0 1 1 0 0,3 5 25 0 0,51 10 163 0 0,-42-7-222 0 0,-10-8 36 0 0,0 0 0 0 0,-1 0-1 0 0,1 0 1 0 0,0 0 0 0 0,0 0-1 0 0,0 0 1 0 0,0 0 0 0 0,0 0-1 0 0,0-1 1 0 0,0 1 0 0 0,3 0-1 0 0,6 2 40 0 0,0 1-1 0 0,0 0 0 0 0,0 1 1 0 0,-1 1-1 0 0,0-1 0 0 0,0 1 1 0 0,9 8-1 0 0,46 35-265 0 0,-60-45 222 0 0,-3-2 10 0 0,0-1 0 0 0,1 1 0 0 0,-1 0 0 0 0,0 0-1 0 0,1-1 1 0 0,0 0 0 0 0,-1 1 0 0 0,1-1 0 0 0,0 0 0 0 0,-1 0 0 0 0,4 0 0 0 0,19 10 8 0 0,-21-9-13 0 0,1 1 0 0 0,-1-1 0 0 0,1-1 0 0 0,0 1 0 0 0,-1-1 0 0 0,10 2 0 0 0,95 2 36 0 0,43 6 21 0 0,75 9 90 0 0,-162-11-125 0 0,-1 3 1 0 0,63 21-1 0 0,-72-19-18 0 0,0-2 1 0 0,64 5-1 0 0,-23-4 383 0 0,-74-12-342 0 0,0 0-1 0 0,-1-1 1 0 0,40-5-1 0 0,-23 1-35 0 0,152-8 458 0 0,-32-3-67 0 0,-118 9-276 0 0,127-23 85 0 0,77-31 271 0 0,-226 56-408 0 0,1 2-1 0 0,0 0 0 0 0,0 2 0 0 0,0 0 0 0 0,0 1 0 0 0,0 1 0 0 0,27 5 1 0 0,75 9 146 0 0,-83-12-122 0 0,1-2 1 0 0,-1-2 0 0 0,75-10-1 0 0,-89 9-82 0 0,-19 1-6 0 0,-1 0-1 0 0,1 0 0 0 0,0 0 1 0 0,-1-1-1 0 0,1 0 0 0 0,0 0 1 0 0,-1 0-1 0 0,6-3 0 0 0,2-1 8 0 0,35-19 50 0 0,18-7-131 0 0,-63 30 62 0 0,0 0-2 0 0,1-1 0 0 0,0 1-1 0 0,-1 0 1 0 0,1 0 0 0 0,0 0-1 0 0,0 1 1 0 0,-1-1 0 0 0,1 1-1 0 0,4-1 1 0 0,51-7-47 0 0,9-3 13 0 0,-27 2 40 0 0,-25 8 0 0 0,-1-2 0 0 0,1 0 0 0 0,-1-1 0 0 0,1-1 0 0 0,-1 0 0 0 0,-1 0 0 0 0,1-2 0 0 0,23-14 0 0 0,-37 20 2 0 0,1 0 0 0 0,0 0 0 0 0,0 0 1 0 0,-1 0-1 0 0,1 0 0 0 0,-1 0 0 0 0,1-1 1 0 0,-1 1-1 0 0,1 0 0 0 0,-1 0 1 0 0,0-1-1 0 0,0 1 0 0 0,1 0 0 0 0,-1-1 1 0 0,0 1-1 0 0,0 0 0 0 0,0-1 0 0 0,-1 1 1 0 0,1 0-1 0 0,0-2 0 0 0,-1-4 17 0 0,1 2-20 0 0,1 1-1 0 0,-1-1 0 0 0,1 0 0 0 0,0 1 0 0 0,0-1 0 0 0,0 1 0 0 0,1 0 1 0 0,-1-1-1 0 0,4-4 0 0 0,9-32-33 0 0,-12 26 29 0 0,-1 1 0 0 0,-1 0-1 0 0,0-1 1 0 0,-1 1 0 0 0,-1-1 0 0 0,0 1-1 0 0,-7-21 1 0 0,4 13-5 0 0,1-1 0 0 0,1 1 1 0 0,-1-25-1 0 0,4 45 14 0 0,0 0 0 0 0,0-1 0 0 0,0 1 0 0 0,0-1 0 0 0,0 1 0 0 0,-1 0 0 0 0,1-1 0 0 0,-1 1 0 0 0,1-1 0 0 0,-1 1 0 0 0,0 0 0 0 0,0 0 0 0 0,0 0 0 0 0,0-1 0 0 0,-1 1 0 0 0,1 0 0 0 0,-1 0 0 0 0,1 1 0 0 0,-1-1 0 0 0,-3-3 0 0 0,-2-2 40 0 0,6 6-38 0 0,1 1 0 0 0,0 0-1 0 0,-1 0 1 0 0,1 0 0 0 0,-1-1 0 0 0,1 1-1 0 0,0 0 1 0 0,-1-1 0 0 0,1 1-1 0 0,0 0 1 0 0,-1-1 0 0 0,1 1-1 0 0,0 0 1 0 0,0-1 0 0 0,-1 1-1 0 0,1 0 1 0 0,0-1 0 0 0,0 1 0 0 0,0-1-1 0 0,0 1 1 0 0,0-1 0 0 0,-1 1-1 0 0,1-1 1 0 0,0 1 0 0 0,0 0-1 0 0,0-1 1 0 0,0 1 0 0 0,0-1-1 0 0,0 1 1 0 0,0-1 0 0 0,0 1 0 0 0,1-1-1 0 0,-1 1 1 0 0,0 0 0 0 0,0-1-1 0 0,15-1-20 0 0,-14 2 13 0 0,-1 0 0 0 0,1 0-1 0 0,-1 0 1 0 0,1 1 0 0 0,0-1-1 0 0,-1 0 1 0 0,1 0 0 0 0,0 0-1 0 0,-1 0 1 0 0,1 0 0 0 0,0 0-1 0 0,-1-1 1 0 0,1 1 0 0 0,0 0 0 0 0,-1 0-1 0 0,1 0 1 0 0,-1-1 0 0 0,1 1-1 0 0,0 0 1 0 0,-1-1 0 0 0,1 1-1 0 0,-1 0 1 0 0,1-1 0 0 0,-1 1-1 0 0,1-1 1 0 0,-1 1 0 0 0,1 0-1 0 0,-1-1 1 0 0,1 0 0 0 0,0-11-68 0 0,-1 9 65 0 0,1 1 0 0 0,-1-1 0 0 0,0 0 0 0 0,0 0 0 0 0,0 1 0 0 0,0-1 0 0 0,-1 0 0 0 0,1 0 0 0 0,-1 1 0 0 0,1-1 0 0 0,-1 0 0 0 0,0 1 1 0 0,0-1-1 0 0,-1-2 0 0 0,-9-2 5 0 0,10 6-1 0 0,0 1-1 0 0,0-1 1 0 0,0 0-1 0 0,0 1 1 0 0,0-1-1 0 0,0 0 1 0 0,0 0-1 0 0,0 0 1 0 0,1 1 0 0 0,-1-1-1 0 0,0 0 1 0 0,0 0-1 0 0,1 0 1 0 0,-1 0-1 0 0,0 0 1 0 0,1 0-1 0 0,-1-1 1 0 0,1 1-1 0 0,0 0 1 0 0,-1 0 0 0 0,1 0-1 0 0,0 0 1 0 0,0-1-1 0 0,-1 1 1 0 0,1 0-1 0 0,0-2 1 0 0,0 1 4 0 0,0 0 0 0 0,-1 0 0 0 0,1 0 1 0 0,-1 0-1 0 0,0 0 0 0 0,0 0 0 0 0,0 0 0 0 0,0 0 0 0 0,0 0 1 0 0,0 1-1 0 0,0-1 0 0 0,-1 0 0 0 0,1 1 0 0 0,-1-1 0 0 0,1 1 1 0 0,-4-3-1 0 0,-29-20 80 0 0,29 20-68 0 0,-5 0-6 0 0,1 0 0 0 0,-1 0 0 0 0,0 0-1 0 0,0 1 1 0 0,0 1 0 0 0,0 0 0 0 0,0 0-1 0 0,-1 1 1 0 0,-10 0 0 0 0,-37-7 74 0 0,-191-46 479 0 0,113 38 12 0 0,-28-17-493 0 0,99 12 14 0 0,-93-5 599 0 0,22-10 108 0 0,89 25-592 0 0,20 3-67 0 0,-56-6 0 0 0,59 11-58 0 0,16 2-64 0 0,0 0-1 0 0,-1 0 1 0 0,1 1-1 0 0,0 0 1 0 0,0 0-1 0 0,-1 1 1 0 0,-12 2-1 0 0,-44 4 208 0 0,19-3-165 0 0,37-4-43 0 0,-1 0-1 0 0,1 1 1 0 0,0 0 0 0 0,-1 1-1 0 0,-17 5 1 0 0,-17 6 127 0 0,33-9-134 0 0,0-1-1 0 0,-1 0 0 0 0,-13 1 1 0 0,13-3 3 0 0,0 1 0 0 0,1 1 1 0 0,-14 4-1 0 0,20 0 91 0 0,5-6-105 0 0,0-1 0 0 0,0 0 0 0 0,0 0 0 0 0,0 0 0 0 0,0 1 0 0 0,0-1 0 0 0,0 0 0 0 0,-1 0 0 0 0,1 1 0 0 0,0-1 0 0 0,0 0 1 0 0,0 0-1 0 0,0 0 0 0 0,0 1 0 0 0,0-1 0 0 0,0 0 0 0 0,-1 0 0 0 0,1 0 0 0 0,0 1 0 0 0,0-1 0 0 0,0 0 0 0 0,0 0 0 0 0,-1 0 1 0 0,1 0-1 0 0,0 1 0 0 0,0-1 0 0 0,0 0 0 0 0,-1 0 0 0 0,1 0 0 0 0,0 0 0 0 0,0 0 0 0 0,-1 0 0 0 0,1 0 0 0 0,0 0 0 0 0,0 0 1 0 0,-1 0-1 0 0,1 0 0 0 0,-1 0 5 0 0,-1 0-2 0 0,1 0 0 0 0,0 0 0 0 0,0 0 0 0 0,0 0 1 0 0,-1 0-1 0 0,1 0 0 0 0,0 0 0 0 0,0 0 0 0 0,-1 0 0 0 0,1 1 0 0 0,0-1 1 0 0,0 0-1 0 0,0 1 0 0 0,0-1 0 0 0,0 1 0 0 0,-1-1 0 0 0,1 1 1 0 0,0 0-1 0 0,0-1 0 0 0,-1 3 0 0 0,1-2 6 0 0,0 0 0 0 0,0-1 0 0 0,0 1 0 0 0,0 0-1 0 0,0-1 1 0 0,0 1 0 0 0,0 0 0 0 0,0-1 0 0 0,0 1 0 0 0,0-1 0 0 0,-1 0-1 0 0,1 1 1 0 0,0-1 0 0 0,0 0 0 0 0,0 0 0 0 0,-1 1 0 0 0,1-1 0 0 0,0 0-1 0 0,0 0 1 0 0,0 0 0 0 0,-1-1 0 0 0,-1 1 0 0 0,-7 5 150 0 0,-52 3-13 0 0,1-3-1 0 0,-66-2 1 0 0,58 0-212 0 0,47-1 74 0 0,0-1 1 0 0,0-1 0 0 0,-44-5-1 0 0,47 2 69 0 0,-1 2 0 0 0,1 0 0 0 0,-26 3 0 0 0,-10 0-16 0 0,-10 3-262 0 0,54-8 229 0 0,-44 1 49 0 0,39 1-94 0 0,0 1 1 0 0,-1 1 0 0 0,1 0-1 0 0,-24 6 1 0 0,15-2-20 0 0,-40 3 0 0 0,42-6-5 0 0,14-2 38 0 0,0 1-1 0 0,0 0 1 0 0,0 0 0 0 0,0 1 0 0 0,-10 3-1 0 0,-4 1 119 0 0,14-4-85 0 0,4 3 23 0 0,5-9-28 0 0,0 3-12 0 0,0-1 52 0 0,0 2-54 0 0,1 5 54 0 0,-30-8-37 0 0,24 1-2 0 0,6-10-553 0 0,-1 10 525 0 0,1 0 0 0 0,-1-1-1 0 0,0 1 1 0 0,0-1 0 0 0,0 1 0 0 0,0 0-1 0 0,0-1 1 0 0,0 1 0 0 0,-1 0 0 0 0,1-1-1 0 0,-1 1 1 0 0,1 0 0 0 0,-1-1 0 0 0,0 1-1 0 0,0 0 1 0 0,-2-3 0 0 0,-18-8 14 0 0,18 12-11 0 0,1-1-1 0 0,-1 1 1 0 0,1 0-1 0 0,-1 0 1 0 0,1 0 0 0 0,-1 1-1 0 0,0-1 1 0 0,1 1-1 0 0,-1-1 1 0 0,0 1-1 0 0,0 0 1 0 0,1 0 0 0 0,-1 0-1 0 0,-4 1 1 0 0,-46 13-368 0 0,30-7-26 0 0,-6 2-289 0 0,1 2-1 0 0,0 0 1 0 0,-32 18-1 0 0,41-17-494 0 0,1 0 0 0 0,0 1 0 0 0,-27 25 0 0 0,-53 62-7948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2:17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228 170 480 0 0,'0'0'56'0'0,"1"-1"-1"0"0,-1 0 1 0 0,1 1-1 0 0,-1-1 1 0 0,1 1-1 0 0,0-1 1 0 0,-1 1-1 0 0,1-1 1 0 0,0 1-1 0 0,-1 0 1 0 0,1-1 0 0 0,0 1-1 0 0,-1 0 1 0 0,1-1-1 0 0,0 1 1 0 0,0 0-1 0 0,-1 0 1 0 0,1 0-1 0 0,0 0 1 0 0,0 0-1 0 0,0 0 1 0 0,-1 0-1 0 0,1 0 1 0 0,0 0-1 0 0,0 0 1 0 0,-1 0-1 0 0,1 0 1 0 0,0 0-1 0 0,1 1 1 0 0,8-1 8443 0 0,-9 0-8465 0 0,-1-1 0 0 0,0 1-1 0 0,0-1 1 0 0,1 1 0 0 0,-1 0 0 0 0,0-1 0 0 0,0 1 0 0 0,1 0 0 0 0,-1-1-1 0 0,0 1 1 0 0,1 0 0 0 0,-1-1 0 0 0,1 1 0 0 0,-1 0 0 0 0,0 0 0 0 0,1-1-1 0 0,-1 1 1 0 0,1 0 0 0 0,-1 0 0 0 0,1 0 0 0 0,-1 0 0 0 0,1 0 0 0 0,-1-1-1 0 0,1 1 1 0 0,-1 0 0 0 0,0 0 0 0 0,1 0 0 0 0,-1 0 0 0 0,2 1 0 0 0,12-1 65 0 0,-13 0-27 0 0,-1 0 2 0 0,0 0 0 0 0,1-1-1 0 0,-1 1 1 0 0,0 0 0 0 0,1 0-1 0 0,-1-1 1 0 0,0 1 0 0 0,1 0 0 0 0,-1 0-1 0 0,0-1 1 0 0,1 1 0 0 0,-1 0-1 0 0,0-1 1 0 0,0 1 0 0 0,1 0 0 0 0,-1-1-1 0 0,0 1 1 0 0,0 0 0 0 0,0-1 0 0 0,0 1-1 0 0,1-1 1 0 0,-1 1 0 0 0,0 0-1 0 0,0-1 1 0 0,0 1 0 0 0,0-1 0 0 0,0 1-1 0 0,0 0 1 0 0,0-2 0 0 0,0-1 1902 0 0,-1 10-1522 0 0,1-7-449 0 0,0 1-1 0 0,0-1 1 0 0,0 1 0 0 0,0-1-1 0 0,0 1 1 0 0,-1-1 0 0 0,1 1-1 0 0,0-1 1 0 0,0 1 0 0 0,0-1-1 0 0,-1 0 1 0 0,1 1-1 0 0,0-1 1 0 0,-1 1 0 0 0,1-1-1 0 0,0 0 1 0 0,-1 1 0 0 0,1-1-1 0 0,0 0 1 0 0,-1 1 0 0 0,1-1-1 0 0,0 0 1 0 0,-1 0-1 0 0,1 1 1 0 0,-1-1 0 0 0,1 0-1 0 0,-1 0 1 0 0,1 0 0 0 0,-1 0-1 0 0,1 0 1 0 0,-1 1 0 0 0,1-1-1 0 0,-1 0 1 0 0,1 0-1 0 0,-1 0 1 0 0,1 0 0 0 0,-1 0-1 0 0,1-1 1 0 0,-1 1 0 0 0,0 0-5 0 0,1 0 0 0 0,-1 0 0 0 0,0 0 0 0 0,1 0 0 0 0,-1 0 0 0 0,0 0 0 0 0,1 0 0 0 0,-1 0 0 0 0,0 0 0 0 0,1 1 0 0 0,-1-1 0 0 0,0 0 0 0 0,1 0 0 0 0,-1 1 0 0 0,0-1 0 0 0,1 0 0 0 0,-1 1 0 0 0,1-1 0 0 0,-1 0 0 0 0,1 1 0 0 0,-1-1 0 0 0,1 1 0 0 0,-1-1 0 0 0,1 1 0 0 0,-1-1 0 0 0,1 1 0 0 0,0-1 1 0 0,-1 1-1 0 0,1 0 0 0 0,0-1 0 0 0,-1 1 0 0 0,1-1 0 0 0,0 1 0 0 0,0 0 0 0 0,0-1 0 0 0,0 1 0 0 0,-1 0 0 0 0,1-1 0 0 0,0 1 0 0 0,0 0 0 0 0,0 0 0 0 0,0 0 2 0 0,0-1 0 0 0,0 1 0 0 0,0-1 0 0 0,0 1 0 0 0,-1-1-1 0 0,1 1 1 0 0,0-1 0 0 0,0 1 0 0 0,-1-1 0 0 0,1 1 0 0 0,0-1 0 0 0,-1 0 0 0 0,1 1 0 0 0,-1-1 0 0 0,1 1 0 0 0,0-1 0 0 0,-1 0 0 0 0,1 1-1 0 0,-1-1 1 0 0,1 0 0 0 0,-1 0 0 0 0,1 1 0 0 0,-1-1 0 0 0,1 0 0 0 0,-1 0 0 0 0,1 0 0 0 0,-1 0 0 0 0,1 0 0 0 0,-1 0 0 0 0,0 0 0 0 0,1 0-1 0 0,-1 0 1 0 0,1 0 0 0 0,-1 0 0 0 0,0 0 0 0 0,0 0-2 0 0,1 0 0 0 0,-1 0 0 0 0,1 0 0 0 0,-1 0 0 0 0,0 0 0 0 0,1 0 0 0 0,-1 0 0 0 0,1 0 0 0 0,-1 0-1 0 0,0 0 1 0 0,1 0 0 0 0,-1 0 0 0 0,1 1 0 0 0,-1-1 0 0 0,0 0 0 0 0,1 0 0 0 0,-1 1 0 0 0,1-1 0 0 0,-1 0 0 0 0,1 1 0 0 0,-1-1 0 0 0,1 1 0 0 0,0-1 0 0 0,-1 1-1 0 0,1-1 1 0 0,-1 1 0 0 0,1-1 0 0 0,0 1 0 0 0,-1-1 0 0 0,1 1 0 0 0,0-1 0 0 0,0 1 0 0 0,-1-1 0 0 0,1 1 0 0 0,0 0 0 0 0,0 0 0 0 0,0 0 1 0 0,0 0 1 0 0,0 0 0 0 0,0 0 0 0 0,-1 0 0 0 0,1-1-1 0 0,0 1 1 0 0,0 0 0 0 0,-1 0 0 0 0,1 0 0 0 0,0 0-1 0 0,-1-1 1 0 0,1 1 0 0 0,-1 0 0 0 0,1 0 0 0 0,-1-1-1 0 0,1 1 1 0 0,-1 0 0 0 0,0-1 0 0 0,1 1 0 0 0,-1 0-1 0 0,0-1 1 0 0,0 1 0 0 0,1-1 0 0 0,-1 1-1 0 0,0-1 1 0 0,0 0 0 0 0,-1 1 0 0 0,1 0-4 0 0,0-1 0 0 0,0 1 1 0 0,0-1-1 0 0,0 1 0 0 0,0-1 0 0 0,0 1 1 0 0,0 0-1 0 0,0 0 0 0 0,0-1 1 0 0,0 1-1 0 0,1 0 0 0 0,-1 0 0 0 0,0 0 1 0 0,0 0-1 0 0,1 0 0 0 0,-1 0 0 0 0,1 0 1 0 0,-1 0-1 0 0,1 0 0 0 0,-1 0 0 0 0,1 0 1 0 0,0 1-1 0 0,0-1 0 0 0,-1 0 1 0 0,1 0-1 0 0,0 0 0 0 0,0 0 0 0 0,0 2 1 0 0,0-1-1 0 0,-1-1 0 0 0,1 1 0 0 0,-1-1 1 0 0,0 1-1 0 0,0-1 0 0 0,0 0 0 0 0,1 1 0 0 0,-1-1 1 0 0,0 0-1 0 0,-1 1 0 0 0,1-1 0 0 0,0 0 1 0 0,0 0-1 0 0,0 0 0 0 0,-1 0 0 0 0,1 0 0 0 0,-1 0 1 0 0,1 0-1 0 0,0-1 0 0 0,-1 1 0 0 0,0 0 1 0 0,1-1-1 0 0,-1 1 0 0 0,-1 0 0 0 0,1-1 3 0 0,0 0 1 0 0,0 1-1 0 0,0-1 0 0 0,1 1 0 0 0,-1 0 0 0 0,0 0 1 0 0,1 0-1 0 0,-1 0 0 0 0,0 0 0 0 0,1 0 0 0 0,-1 0 1 0 0,1 0-1 0 0,0 0 0 0 0,-1 1 0 0 0,1-1 0 0 0,0 1 1 0 0,0-1-1 0 0,0 1 0 0 0,0-1 0 0 0,0 1 0 0 0,0 0 1 0 0,0-1-1 0 0,1 1 0 0 0,-1 0 0 0 0,0 2 0 0 0,1-3-2 0 0,0 0 0 0 0,0-1 1 0 0,0 1-1 0 0,0 0 0 0 0,0-1 0 0 0,-1 1 0 0 0,1 0 0 0 0,0-1 0 0 0,0 1 0 0 0,0 0 0 0 0,-1-1 0 0 0,1 1 0 0 0,0 0 1 0 0,-1-1-1 0 0,1 1 0 0 0,-1-1 0 0 0,1 1 0 0 0,-1-1 0 0 0,1 1 0 0 0,-1-1 0 0 0,1 1 0 0 0,-1-1 0 0 0,1 1 0 0 0,-1-1 0 0 0,1 0 1 0 0,-1 1-1 0 0,0-1 0 0 0,1 0 0 0 0,-1 0 0 0 0,0 1 0 0 0,1-1 0 0 0,-1 0 0 0 0,-1 0 0 0 0,1 0 1 0 0,0 0-1 0 0,0 1 0 0 0,1-1 1 0 0,-1 0-1 0 0,0 0 0 0 0,0 1 1 0 0,0-1-1 0 0,0 1 0 0 0,1-1 1 0 0,-1 1-1 0 0,0-1 1 0 0,0 1-1 0 0,1-1 0 0 0,-1 1 1 0 0,1-1-1 0 0,-1 1 0 0 0,0 0 1 0 0,1 0-1 0 0,-1-1 0 0 0,1 1 1 0 0,-1 0-1 0 0,1 0 1 0 0,0-1-1 0 0,-1 1 0 0 0,1 0 1 0 0,0 0-1 0 0,0 0 0 0 0,-1 0 1 0 0,1 0-1 0 0,0-1 0 0 0,0 1 1 0 0,0 0-1 0 0,0 0 1 0 0,0 1-1 0 0,0 12-12 0 0,0-13-67 0 0,0-2-80 0 0,0-4 119 0 0,0 4 962 0 0,0 63-521 0 0,0-61-396 0 0,0 0 0 0 0,-1 1 0 0 0,1-1-1 0 0,0 0 1 0 0,-1 0 0 0 0,1 0 0 0 0,-1 0 0 0 0,1 0 0 0 0,-1 0-1 0 0,0 0 1 0 0,1 0 0 0 0,-1 0 0 0 0,0 0 0 0 0,0 0 0 0 0,1 0 0 0 0,-1 0-1 0 0,0-1 1 0 0,0 1 0 0 0,0 0 0 0 0,0-1 0 0 0,0 1 0 0 0,0-1-1 0 0,-1 1 1 0 0,0 0 0 0 0,-6 3 34 0 0,8-3-38 0 0,-1-1 0 0 0,1 0 0 0 0,0 0 1 0 0,0 0-1 0 0,-1 1 0 0 0,1-1 0 0 0,0 0 1 0 0,0 0-1 0 0,-1 0 0 0 0,1 1 0 0 0,0-1 1 0 0,0 0-1 0 0,0 1 0 0 0,0-1 1 0 0,0 0-1 0 0,-1 0 0 0 0,1 1 0 0 0,0-1 1 0 0,0 0-1 0 0,0 1 0 0 0,0-1 0 0 0,0 0 1 0 0,0 1-1 0 0,0-1 0 0 0,0 0 1 0 0,0 1-1 0 0,0-1 0 0 0,0 0 0 0 0,0 0 1 0 0,0 1-1 0 0,0-1 0 0 0,0 0 0 0 0,0 1 1 0 0,1-1-1 0 0,-1 0 0 0 0,0 1 1 0 0,0-1-1 0 0,0 0 0 0 0,0 0 0 0 0,1 1 1 0 0,-1-1-1 0 0,0 0 0 0 0,0 0 0 0 0,0 1 1 0 0,1-1-1 0 0,-1 0 0 0 0,0 0 1 0 0,1 1-1 0 0,21 10-80 0 0,-22-10 77 0 0,1-1 0 0 0,-1 1 0 0 0,1-1 0 0 0,-1 0 0 0 0,0 1 0 0 0,1-1 0 0 0,-1 1 0 0 0,1-1 0 0 0,-1 1-1 0 0,0-1 1 0 0,1 1 0 0 0,-1-1 0 0 0,0 1 0 0 0,0 0 0 0 0,0-1 0 0 0,1 1 0 0 0,-1-1 0 0 0,0 1 0 0 0,0-1 0 0 0,0 1 0 0 0,0 0 0 0 0,0-1 0 0 0,0 1 0 0 0,0 0 0 0 0,0-1 0 0 0,0 1 0 0 0,0-1 0 0 0,-1 1 0 0 0,1-1 0 0 0,0 1 0 0 0,0 0 0 0 0,0-1 0 0 0,-1 1 0 0 0,1-1 0 0 0,0 1 0 0 0,-1-1 0 0 0,1 1 0 0 0,-1-1 0 0 0,1 1 0 0 0,0-1 0 0 0,-1 1-1 0 0,1-1 1 0 0,-1 1 0 0 0,-8 5 56 0 0,8-5-49 0 0,-1 0 0 0 0,1 0 0 0 0,0 1 0 0 0,-1-1 0 0 0,1 0 0 0 0,0 0 1 0 0,0 1-1 0 0,0-1 0 0 0,0 1 0 0 0,0-1 0 0 0,0 1 0 0 0,0-1 1 0 0,0 1-1 0 0,1-1 0 0 0,-1 1 0 0 0,1 0 0 0 0,-1-1 0 0 0,1 1 0 0 0,-1 0 1 0 0,1 0-1 0 0,0-1 0 0 0,0 1 0 0 0,0 0 0 0 0,0 0 0 0 0,1 1 0 0 0,-1 122-70 0 0,-1-124 71 0 0,1 0 1 0 0,0 0-1 0 0,-1 0 1 0 0,1 1-1 0 0,0-1 0 0 0,-1 0 1 0 0,0 0-1 0 0,1 0 1 0 0,-1 0-1 0 0,1 0 1 0 0,-1 0-1 0 0,0 0 1 0 0,0 0-1 0 0,0-1 1 0 0,1 1-1 0 0,-1 0 0 0 0,0 0 1 0 0,0-1-1 0 0,0 1 1 0 0,0 0-1 0 0,-2 0 1 0 0,-26 12 210 0 0,15-7-125 0 0,13-6-91 0 0,1 0 0 0 0,0 0 0 0 0,0 0 0 0 0,0 1 1 0 0,0-1-1 0 0,-1 0 0 0 0,1 0 0 0 0,0 0 0 0 0,0 0 1 0 0,0 0-1 0 0,0 0 0 0 0,-1 0 0 0 0,1 0 0 0 0,0 0 1 0 0,0 1-1 0 0,0-1 0 0 0,0 0 0 0 0,0 0 0 0 0,-1 0 1 0 0,1 0-1 0 0,0 0 0 0 0,0 1 0 0 0,0-1 0 0 0,0 0 1 0 0,0 0-1 0 0,0 0 0 0 0,0 0 0 0 0,0 1 0 0 0,0-1 0 0 0,0 0 1 0 0,0 0-1 0 0,0 0 0 0 0,0 1 0 0 0,0-1 0 0 0,0 0 1 0 0,0 0-1 0 0,0 0 0 0 0,0 1 0 0 0,0-1 0 0 0,0 0 1 0 0,0 0-1 0 0,0 0 0 0 0,0 0 0 0 0,0 1 0 0 0,0-1 1 0 0,0 0-1 0 0,0 0 0 0 0,0 0 0 0 0,1 0 0 0 0,-1 1 1 0 0,0-1-1 0 0,0 0 0 0 0,0 0 0 0 0,0 0 0 0 0,0 0 1 0 0,0 0-1 0 0,1 0 0 0 0,-1 0 0 0 0,0 1 0 0 0,0-1 1 0 0,0 0-1 0 0,1 0 0 0 0,-1 0 0 0 0,0 0 0 0 0,0 0 1 0 0,0 0-1 0 0,1 0 0 0 0,4 3-10 0 0,-4-3 9 0 0,1 1-1 0 0,-1 0 1 0 0,0-1-1 0 0,0 1 1 0 0,1 0-1 0 0,-1 0 1 0 0,0 0 0 0 0,0 0-1 0 0,0 0 1 0 0,0 0-1 0 0,0 0 1 0 0,0 0-1 0 0,0 0 1 0 0,0 1-1 0 0,0-1 1 0 0,-1 0-1 0 0,1 1 1 0 0,0-1 0 0 0,-1 0-1 0 0,1 1 1 0 0,-1-1-1 0 0,1 1 1 0 0,-1-1-1 0 0,0 1 1 0 0,0-1-1 0 0,0 1 1 0 0,0-1 0 0 0,0 1-1 0 0,0 2 1 0 0,0 62 187 0 0,0-66-192 0 0,0 1-1 0 0,0-1 1 0 0,0 0 0 0 0,0 1-1 0 0,0-1 1 0 0,0 1-1 0 0,0-1 1 0 0,0 0-1 0 0,0 1 1 0 0,0-1 0 0 0,0 0-1 0 0,0 1 1 0 0,1-1-1 0 0,-1 1 1 0 0,0-1-1 0 0,0 0 1 0 0,0 1-1 0 0,1-1 1 0 0,-1 0 0 0 0,0 1-1 0 0,0-1 1 0 0,1 0-1 0 0,-1 0 1 0 0,0 1-1 0 0,1-1 1 0 0,-1 0 0 0 0,0 0-1 0 0,1 1 1 0 0,1 0-2 0 0,0 0 0 0 0,0 0 0 0 0,0 0 0 0 0,-1 0 0 0 0,1 1 0 0 0,0-1 0 0 0,-1 0 0 0 0,1 1 0 0 0,-1 0 0 0 0,0-1 0 0 0,1 1 0 0 0,-1 0 0 0 0,0 0 0 0 0,0-1 0 0 0,0 1 0 0 0,0 0 0 0 0,0 0 0 0 0,-1 0 0 0 0,1 0 0 0 0,-1 0 0 0 0,1 0 0 0 0,-1 1 0 0 0,0-1 0 0 0,1 0 0 0 0,-1 0 0 0 0,0 0 0 0 0,-1 0 0 0 0,1 0 0 0 0,0 3 0 0 0,-1-3 17 0 0,1-1 0 0 0,0 1 0 0 0,0 0 1 0 0,0 0-1 0 0,1 0 0 0 0,-1 0 0 0 0,0 0 1 0 0,1 0-1 0 0,-1 0 0 0 0,1 0 0 0 0,0 0 1 0 0,0 0-1 0 0,1 2 0 0 0,-1-3-13 0 0,0 0-1 0 0,1 0 1 0 0,-1 0-1 0 0,0-1 1 0 0,0 1-1 0 0,1 0 1 0 0,-1-1-1 0 0,0 1 1 0 0,1-1-1 0 0,-1 1 1 0 0,0-1-1 0 0,1 0 1 0 0,2 1-1 0 0,1 0-75 0 0,-5-1 80 0 0,0 0 0 0 0,0 0 0 0 0,0 1 0 0 0,0-1 0 0 0,-1 0 0 0 0,1 0 0 0 0,0 0 0 0 0,0 0 0 0 0,0 1 0 0 0,0-1 0 0 0,0 0 0 0 0,0 0 0 0 0,0 0 0 0 0,0 1 0 0 0,0-1 0 0 0,0 0 0 0 0,0 0 0 0 0,0 0 0 0 0,0 0 0 0 0,0 1 0 0 0,0-1 0 0 0,0 0 0 0 0,0 0 0 0 0,0 0 0 0 0,0 1 0 0 0,0-1 0 0 0,0 0 0 0 0,0 0 0 0 0,0 0 0 0 0,0 1 0 0 0,0-1 0 0 0,1 0 0 0 0,-1 0 0 0 0,0 0 0 0 0,0 0 0 0 0,0 0 0 0 0,0 1 0 0 0,0-1 0 0 0,0 0 0 0 0,1 0 0 0 0,-1 0 0 0 0,0 0 0 0 0,0 0 0 0 0,0 0 0 0 0,0 0 0 0 0,1 0 0 0 0,-1 1 0 0 0,0-1 0 0 0,0 0 0 0 0,0 0 0 0 0,1 0 0 0 0,-1 0 0 0 0,0 0 0 0 0,0 0 0 0 0,0 0 0 0 0,1 0 0 0 0,-1 0 0 0 0,0 0 0 0 0,0 0 0 0 0,0 0 0 0 0,0 0 0 0 0,1-1 0 0 0,-1 1 0 0 0,0 0 0 0 0,0 0 0 0 0,1 0 0 0 0,20 2 67 0 0,-15 3-67 0 0,-6-4-67 0 0,5-1-106 0 0,7 0 148 0 0,-1 0 1 0 0,0 2-1 0 0,0-1 1 0 0,0 1-1 0 0,20 7 1 0 0,-24-7 33 0 0,0 0-1 0 0,0 0 1 0 0,0 0 0 0 0,0-1-1 0 0,0 0 1 0 0,7 0 0 0 0,-7-1-6 0 0,0 0 0 0 0,0 1 0 0 0,-1 0 1 0 0,1 1-1 0 0,12 4 0 0 0,36 13 77 0 0,-47-14-48 0 0,1-1 0 0 0,-1-1-1 0 0,1 1 1 0 0,0-1 0 0 0,0-1 0 0 0,14 2-1 0 0,-16-3-14 0 0,0 1-1 0 0,0 0 0 0 0,1 0 1 0 0,-1 0-1 0 0,12 7 0 0 0,-15-1 34 0 0,-4-7-47 0 0,0-1 1 0 0,0 1 0 0 0,0-1-1 0 0,0 0 1 0 0,0 1-1 0 0,0-1 1 0 0,1 1-1 0 0,-1-1 1 0 0,0 0-1 0 0,0 1 1 0 0,0-1 0 0 0,0 0-1 0 0,0 1 1 0 0,1-1-1 0 0,-1 0 1 0 0,0 1-1 0 0,0-1 1 0 0,1 0 0 0 0,-1 1-1 0 0,0-1 1 0 0,0 0-1 0 0,1 0 1 0 0,-1 1-1 0 0,0-1 1 0 0,1 0 0 0 0,-1 0-1 0 0,0 0 1 0 0,1 1-1 0 0,-1-1 1 0 0,1 0-1 0 0,31 8 77 0 0,-9-7-66 0 0,14-3 217 0 0,1-2 0 0 0,43-10 0 0 0,121-20 23 0 0,-194 32-247 0 0,1 2 0 0 0,-1-1 0 0 0,1 1 1 0 0,-1 0-1 0 0,1 1 0 0 0,-1 0 0 0 0,14 3 0 0 0,33 6 16 0 0,97 10-103 0 0,-130-16 80 0 0,-4-1 0 0 0,-1-1 0 0 0,0 0 0 0 0,1-1 0 0 0,-1-1 0 0 0,1-1 0 0 0,24-3 0 0 0,-24 2 0 0 0,-11 2 0 0 0,0 0 0 0 0,0-1 0 0 0,0 0 0 0 0,0 0 0 0 0,0-1 0 0 0,0 0 0 0 0,12-4 0 0 0,79-40 80 0 0,-87 40-60 0 0,1 0-1 0 0,0 1 1 0 0,0 1 0 0 0,1 0 0 0 0,-1 0-1 0 0,1 1 1 0 0,0 1 0 0 0,0 0 0 0 0,23 0-1 0 0,4 3 43 0 0,67 7-1 0 0,-94-5-58 0 0,1 0-1 0 0,0 1 1 0 0,-1 0-1 0 0,0 1 1 0 0,0 1 0 0 0,0 0-1 0 0,0 0 1 0 0,-1 1-1 0 0,14 11 1 0 0,-7-5 51 0 0,6-1 23 0 0,-18-9-74 0 0,-1 2 10 0 0,-1-5 41 0 0,36-5 25 0 0,-1 2 1 0 0,1 2-1 0 0,62 6 1 0 0,25 0 109 0 0,-124-5-172 0 0,9 1 39 0 0,0-1-1 0 0,1 0 1 0 0,-1-1 0 0 0,0-1-1 0 0,0 0 1 0 0,0-1-1 0 0,0 0 1 0 0,0-1 0 0 0,23-10-1 0 0,2-6 157 0 0,-22 12-79 0 0,-1 0 1 0 0,1-2 0 0 0,-2 1 0 0 0,23-20 0 0 0,7-7 779 0 0,64-40 1 0 0,-99 71-663 0 0,0 0 1 0 0,0-1-1 0 0,-1 0 0 0 0,0 0 0 0 0,14-14 1 0 0,6-10 1081 0 0,-22 24-1002 0 0,-5 4-295 0 0,0 1 1 0 0,-1 0-1 0 0,1 0 0 0 0,0 0 0 0 0,0 0 1 0 0,0 0-1 0 0,1 1 0 0 0,-1-1 0 0 0,0 0 1 0 0,0 0-1 0 0,0 1 0 0 0,1-1 0 0 0,-1 1 1 0 0,0-1-1 0 0,0 1 0 0 0,1-1 0 0 0,-1 1 1 0 0,1 0-1 0 0,-1 0 0 0 0,0 0 0 0 0,1-1 1 0 0,-1 1-1 0 0,3 1 0 0 0,-4-3 210 0 0,0 2-242 0 0,0 0-1 0 0,0-1 1 0 0,-1 1-1 0 0,1 0 1 0 0,0 0-1 0 0,0 0 0 0 0,0-1 1 0 0,0 1-1 0 0,0 0 1 0 0,0 0-1 0 0,0 0 1 0 0,0-1-1 0 0,0 1 1 0 0,0 0-1 0 0,0 0 1 0 0,0-1-1 0 0,0 1 1 0 0,0 0-1 0 0,0 0 1 0 0,0 0-1 0 0,0-1 1 0 0,1 1-1 0 0,-1 0 1 0 0,0 0-1 0 0,0 0 0 0 0,0-1 1 0 0,0 1-1 0 0,0 0 1 0 0,0 0-1 0 0,1 0 1 0 0,-1 0-1 0 0,0-1 1 0 0,0 1-1 0 0,0 0 1 0 0,0 0-1 0 0,1 0 1 0 0,-1 0-1 0 0,0 0 1 0 0,0 0-1 0 0,0 0 1 0 0,1 0-1 0 0,-1-1 1 0 0,0 1-1 0 0,0 0 0 0 0,0 0 1 0 0,1 0-1 0 0,-1 0 1 0 0,0 0-1 0 0,0 0 1 0 0,1 0-1 0 0,-1 0 1 0 0,1 0-6 0 0,0 0 8 0 0,0 0 0 0 0,0 0 0 0 0,0 0 1 0 0,0 0-1 0 0,1 0 0 0 0,-1-1 0 0 0,0 1 1 0 0,0 0-1 0 0,0-1 0 0 0,0 1 0 0 0,0-1 1 0 0,0 1-1 0 0,0-1 0 0 0,0 1 0 0 0,0-1 0 0 0,0 0 1 0 0,0 0-1 0 0,-1 1 0 0 0,1-1 0 0 0,0 0 1 0 0,0 0-1 0 0,-1 0 0 0 0,1 0 0 0 0,0 0 1 0 0,-1 0-1 0 0,1 0 0 0 0,-1 0 0 0 0,0 0 1 0 0,1 0-1 0 0,-1 0 0 0 0,0 0 0 0 0,1 0 0 0 0,-1 0 1 0 0,0-1-1 0 0,0 1 0 0 0,0 0 0 0 0,0 0 1 0 0,0 0-1 0 0,0 0 0 0 0,-1-2 0 0 0,3-22 29 0 0,-1 19-24 0 0,-1-1 1 0 0,1 0-1 0 0,-1 0 0 0 0,0 0 0 0 0,-1 1 0 0 0,1-1 1 0 0,-1 0-1 0 0,-1 1 0 0 0,-3-13 0 0 0,-4 6-18 0 0,7 10 3 0 0,0 1 0 0 0,0-1 0 0 0,0 0 0 0 0,1 1 0 0 0,-1-1 0 0 0,1 0 0 0 0,0 0 0 0 0,0 0 0 0 0,0 0 0 0 0,0 0 0 0 0,0 0 0 0 0,1 0 0 0 0,-1 0 0 0 0,1-5 0 0 0,0 7 4 0 0,0-1 0 0 0,0 0-1 0 0,0 0 1 0 0,0 1 0 0 0,0-1-1 0 0,-1 0 1 0 0,1 0-1 0 0,-1 1 1 0 0,1-1 0 0 0,-1 0-1 0 0,1 1 1 0 0,-1-1 0 0 0,0 1-1 0 0,0-1 1 0 0,0 1-1 0 0,0-1 1 0 0,0 1 0 0 0,0-1-1 0 0,0 1 1 0 0,-3-2 0 0 0,3 1-1 0 0,-1 0 0 0 0,0 0 0 0 0,0 0 0 0 0,1 0 0 0 0,-1 0 0 0 0,1-1 0 0 0,0 1 0 0 0,0 0 1 0 0,0-1-1 0 0,0 1 0 0 0,0-1 0 0 0,0 1 0 0 0,1-1 0 0 0,-1 1 0 0 0,1-1 0 0 0,-1 1 0 0 0,1-1 0 0 0,0 0 1 0 0,0 1-1 0 0,1-5 0 0 0,-1 6 2 0 0,0 0 0 0 0,0 0 0 0 0,0 0 1 0 0,0 0-1 0 0,-1 0 0 0 0,1 0 1 0 0,0 0-1 0 0,-1 0 0 0 0,1 0 0 0 0,0 0 1 0 0,-1 0-1 0 0,1 0 0 0 0,-1 0 0 0 0,0 0 1 0 0,1 0-1 0 0,-1 0 0 0 0,0 0 0 0 0,1 1 1 0 0,-1-1-1 0 0,0 0 0 0 0,0 1 0 0 0,0-1 1 0 0,1 0-1 0 0,-1 1 0 0 0,0-1 0 0 0,-2 0 1 0 0,-3-2-10 0 0,6 3 11 0 0,0-1-1 0 0,-1 1 0 0 0,1 0 1 0 0,-1-1-1 0 0,1 1 0 0 0,0 0 1 0 0,0-1-1 0 0,-1 1 1 0 0,1-1-1 0 0,0 1 0 0 0,0 0 1 0 0,-1-1-1 0 0,1 1 0 0 0,0-1 1 0 0,0 1-1 0 0,0-1 0 0 0,0 1 1 0 0,0-1-1 0 0,0 1 0 0 0,0 0 1 0 0,0-1-1 0 0,0 1 1 0 0,0-1-1 0 0,0 1 0 0 0,0-1 1 0 0,0 0-1 0 0,0 1-2 0 0,0-1 1 0 0,0 1-1 0 0,0 0 1 0 0,0-1-1 0 0,0 1 1 0 0,0 0-1 0 0,0-1 1 0 0,0 1-1 0 0,0 0 0 0 0,0-1 1 0 0,0 1-1 0 0,0 0 1 0 0,0-1-1 0 0,0 1 1 0 0,0 0-1 0 0,0-1 1 0 0,0 1-1 0 0,-1 0 0 0 0,1 0 1 0 0,0-1-1 0 0,0 1 1 0 0,0 0-1 0 0,-1-1 1 0 0,1 1-1 0 0,0 0 0 0 0,0 0 1 0 0,-1 0-1 0 0,1-1 1 0 0,0 1-1 0 0,0 0 1 0 0,-1 0-1 0 0,1 0 1 0 0,0-1-1 0 0,-1 1 0 0 0,1 0 1 0 0,-1 0-1 0 0,-5-2 18 0 0,5 2-14 0 0,0 0 0 0 0,0 0 0 0 0,0 0 0 0 0,0 0 0 0 0,0-1 0 0 0,1 1 0 0 0,-1 0 0 0 0,0 0 0 0 0,0-1-1 0 0,0 1 1 0 0,1-1 0 0 0,-1 1 0 0 0,0-1 0 0 0,0 1 0 0 0,1-1 0 0 0,-1 1 0 0 0,0-1 0 0 0,1 1 0 0 0,-1-1-1 0 0,1 0 1 0 0,-1 1 0 0 0,1-1 0 0 0,-1 0 0 0 0,1 0 0 0 0,-1 0 0 0 0,1 1 0 0 0,0-1 0 0 0,-1 0 0 0 0,1 0-1 0 0,0 0 1 0 0,0 0 0 0 0,-1-1 0 0 0,1 1-1 0 0,0 0 0 0 0,0 0 0 0 0,-1 0 0 0 0,1 0 0 0 0,0 0 0 0 0,-1 0 0 0 0,1-1 0 0 0,-1 1 0 0 0,1 0 0 0 0,-1 0 0 0 0,1 1 0 0 0,-1-1 0 0 0,0 0 0 0 0,1 0 0 0 0,-1 0 0 0 0,0 0 0 0 0,0 1 0 0 0,0-1 0 0 0,0 0 0 0 0,0 0 0 0 0,0 1 0 0 0,0-1 0 0 0,0 1 0 0 0,0-1 0 0 0,0 1 0 0 0,-1-1 0 0 0,-6-3 9 0 0,-35-44 109 0 0,21 32-161 0 0,11-2 26 0 0,-11 3 28 0 0,10 2 31 0 0,10 10-44 0 0,0 1 0 0 0,0-1-1 0 0,0 1 1 0 0,-1 0 0 0 0,1 0 0 0 0,-1 0 0 0 0,1 0 0 0 0,-6-2 0 0 0,-1-1-12 0 0,0 0 0 0 0,0 0 0 0 0,1-1-1 0 0,-1 0 1 0 0,-7-8 0 0 0,11 9 16 0 0,-1 1 0 0 0,0-1 0 0 0,1 1 1 0 0,-2 0-1 0 0,1 0 0 0 0,0 1 0 0 0,-1 0 0 0 0,0 0 0 0 0,0 1 0 0 0,1-1 0 0 0,-13-1 0 0 0,-30-12 14 0 0,38 11 5 0 0,-1 1 0 0 0,0 0 0 0 0,-24-3 0 0 0,-29-8 40 0 0,11 2-121 0 0,-61-6 0 0 0,57 10 25 0 0,-55-5 105 0 0,-150 0 0 0 0,146 11-57 0 0,-38 1 222 0 0,-289 47-254 0 0,154-11-75 0 0,-2 3 171 0 0,287-36-66 0 0,-1-1 0 0 0,1 1 0 0 0,0 0 1 0 0,0 0-1 0 0,1 1 0 0 0,-11 3 0 0 0,14-4-184 0 0,-1 0 0 0 0,1 0 0 0 0,0 0 0 0 0,-1 0 0 0 0,1 0 1 0 0,0 0-1 0 0,0 0 0 0 0,0 1 0 0 0,0-1 0 0 0,0 0 0 0 0,0 1 0 0 0,0-1 0 0 0,0 0 0 0 0,0 1 0 0 0,0-1 1 0 0,1 1-1 0 0,-1-1 0 0 0,1 1 0 0 0,-1 0 0 0 0,1-1 0 0 0,0 1 0 0 0,0 0 0 0 0,-1-1 0 0 0,1 3 0 0 0,1-2-59 0 0,-1-1-1 0 0,0 1 1 0 0,0-1-1 0 0,1 1 0 0 0,-1-1 1 0 0,1 0-1 0 0,-1 1 0 0 0,1-1 1 0 0,0 1-1 0 0,0-1 0 0 0,-1 0 1 0 0,1 0-1 0 0,0 1 1 0 0,0-1-1 0 0,0 0 0 0 0,0 0 1 0 0,1 0-1 0 0,-1 0 0 0 0,0 0 1 0 0,0 0-1 0 0,1 0 0 0 0,-1-1 1 0 0,0 1-1 0 0,2 0 0 0 0,7 5-1365 0 0,23 20-4835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2:21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1075 71 320 0 0,'0'-10'6067'0'0,"-6"13"-4770"0"0,-54 19 1851 0 0,-70 38 427 0 0,115-54-3488 0 0,0 0 0 0 0,0-2 0 0 0,0 0 1 0 0,0 0-1 0 0,-20 1 0 0 0,-7 2 203 0 0,37-1 59 0 0,0 1-217 0 0,3-7-119 0 0,0 0-8 0 0,1 0 0 0 0,0 1 0 0 0,0-1 0 0 0,0 0 0 0 0,-1 0 0 0 0,1 0 0 0 0,0 1 0 0 0,0-1 0 0 0,0 0 0 0 0,0 1 0 0 0,0-1 0 0 0,0 1 0 0 0,0 0 0 0 0,0-1 0 0 0,0 1 0 0 0,0 0 0 0 0,0 0 0 0 0,0-1 0 0 0,0 1 0 0 0,0 0 0 0 0,1 0 0 0 0,-1 0 0 0 0,0 1 0 0 0,0 0-4 0 0,1-1 0 0 0,0 1 0 0 0,-1-1-1 0 0,1 0 1 0 0,-1 1 0 0 0,1-1 0 0 0,-1 1 0 0 0,0-1 0 0 0,1 0 0 0 0,-1 0 0 0 0,0 1 0 0 0,0-1 0 0 0,0 0-1 0 0,0 0 1 0 0,0 0 0 0 0,0 0 0 0 0,0 0 0 0 0,0 0 0 0 0,-1 0 0 0 0,1-1 0 0 0,-2 2 0 0 0,-5 4 19 0 0,-6 9 111 0 0,12-13-123 0 0,0 0-1 0 0,0 0 1 0 0,0 0 0 0 0,0 0-1 0 0,0 0 1 0 0,0-1 0 0 0,-1 1-1 0 0,-4 1 1 0 0,-53 34-8 0 0,59-36-6 0 0,1 0-1 0 0,-1 0 1 0 0,0 0-1 0 0,1 1 1 0 0,-1-1-1 0 0,0 0 1 0 0,1 0-1 0 0,0 1 1 0 0,-1-1-1 0 0,1 0 1 0 0,0 1-1 0 0,-1-1 1 0 0,1 0-1 0 0,0 1 1 0 0,0-1-1 0 0,0 0 1 0 0,1 3-1 0 0,0 28 121 0 0,-1-27-84 0 0,0-4-30 0 0,0 0 1 0 0,0 0-1 0 0,-1 0 1 0 0,1 0-1 0 0,0 0 1 0 0,-1 0-1 0 0,1 0 1 0 0,0 0-1 0 0,-1 0 1 0 0,0 0-1 0 0,1 0 1 0 0,-1 0-1 0 0,1 0 1 0 0,-1 0-1 0 0,0 0 1 0 0,0-1-1 0 0,1 1 1 0 0,-1 0-1 0 0,0 0 1 0 0,0-1-1 0 0,0 1 1 0 0,0-1-1 0 0,0 1 1 0 0,0-1-1 0 0,0 1 1 0 0,0-1-1 0 0,0 0 1 0 0,0 1-1 0 0,-1-1 0 0 0,-4 3-1 0 0,5-2 1 0 0,0 0 0 0 0,0-1 0 0 0,1 1 0 0 0,-1 0 0 0 0,0 0 0 0 0,1 0 0 0 0,-1 0 0 0 0,1 0 0 0 0,-1 1 1 0 0,1-1-1 0 0,0 0 0 0 0,-1 0 0 0 0,1 0 0 0 0,0 0 0 0 0,0 0 0 0 0,0 1 0 0 0,-1-1 0 0 0,1 0 0 0 0,1 0 0 0 0,-1 0 0 0 0,0 0 0 0 0,0 2 0 0 0,1-1-2 0 0,-1-1 1 0 0,0 0-1 0 0,0 0 0 0 0,0 1 0 0 0,0-1 1 0 0,0 0-1 0 0,0 1 0 0 0,0-1 1 0 0,-1 0-1 0 0,1 1 0 0 0,0-1 0 0 0,-1 0 1 0 0,1 0-1 0 0,-1 0 0 0 0,0 2 0 0 0,-21 14 42 0 0,10-3 102 0 0,9-11-145 0 0,0 1 1 0 0,0-1-1 0 0,0 0 0 0 0,0 0 1 0 0,-1-1-1 0 0,1 1 0 0 0,-6 3 0 0 0,4-4-10 0 0,4-2 17 0 0,0 0 0 0 0,-1 1 0 0 0,1-1 0 0 0,0 0 0 0 0,-1 1 0 0 0,1 0 0 0 0,0-1 0 0 0,0 1 0 0 0,0 0 0 0 0,0-1 0 0 0,0 1 0 0 0,-1 0 0 0 0,1 0 0 0 0,1 0 0 0 0,-1 0 0 0 0,0 0 0 0 0,0 0 0 0 0,0 0 0 0 0,-1 3 0 0 0,-3-2 63 0 0,4-2-64 0 0,0 0-2 0 0,-1 0 0 0 0,1 0 1 0 0,-1 0-1 0 0,1 0 0 0 0,-1 1 1 0 0,1-1-1 0 0,-1 1 0 0 0,1-1 1 0 0,-1 1-1 0 0,1-1 0 0 0,0 1 1 0 0,-1-1-1 0 0,1 1 0 0 0,0 0 1 0 0,0 0-1 0 0,-1 0 0 0 0,0 1 1 0 0,-4-1 64 0 0,-16-1-39 0 0,22 0-19 0 0,-1-1 0 0 0,1 1 0 0 0,-1-1 0 0 0,1 1-1 0 0,-1-1 1 0 0,1 1 0 0 0,-1-1 0 0 0,1 0 0 0 0,0 1 0 0 0,-1-1 0 0 0,1 0 0 0 0,0 0 0 0 0,0 1 0 0 0,-1-1-1 0 0,1 0 1 0 0,0 0 0 0 0,0 1 0 0 0,0-1 0 0 0,0 0 0 0 0,0 0 0 0 0,0 1 0 0 0,0-1 0 0 0,0 0 0 0 0,0 0-1 0 0,0 1 1 0 0,1-2 0 0 0,-1 1-5 0 0,0 0-1 0 0,0 0 0 0 0,0 0 0 0 0,0 0 1 0 0,0 0-1 0 0,0 0 0 0 0,0 0 1 0 0,0 1-1 0 0,0-1 0 0 0,0 0 0 0 0,-1 0 1 0 0,1 0-1 0 0,0 0 0 0 0,-1 0 0 0 0,1 0 1 0 0,-1 0-1 0 0,1 1 0 0 0,-1-1 1 0 0,1 0-1 0 0,-1 0 0 0 0,1 1 0 0 0,-1-1 1 0 0,0 0-1 0 0,1 1 0 0 0,-1-1 0 0 0,0 1 1 0 0,0-1-1 0 0,0 1 0 0 0,1-1 1 0 0,-1 1-1 0 0,0-1 0 0 0,0 1 0 0 0,0 0 1 0 0,0-1-1 0 0,0 1 0 0 0,0 0 0 0 0,-1 0 1 0 0,-5-2 4 0 0,6 0 1 0 0,0 0 1 0 0,0 0-1 0 0,0-1 1 0 0,0 1 0 0 0,0 0-1 0 0,1 0 1 0 0,-1 0-1 0 0,1 0 1 0 0,-1-1-1 0 0,1 1 1 0 0,0 0 0 0 0,0-1-1 0 0,0 1 1 0 0,0 0-1 0 0,1 0 1 0 0,0-5-1 0 0,-1 1 7 0 0,0-7 65 0 0,0 11 0 0 0,0 6-32 0 0,0-3-47 0 0,0-1 0 0 0,0 0 0 0 0,0 1 0 0 0,0-1 0 0 0,0 1 0 0 0,0-1-1 0 0,0 0 1 0 0,0 1 0 0 0,0-1 0 0 0,0 1 0 0 0,0-1 0 0 0,0 0 0 0 0,0 1 0 0 0,0-1 0 0 0,0 0 0 0 0,0 1 0 0 0,0-1 0 0 0,-1 1 0 0 0,1-1 0 0 0,0 0 0 0 0,0 1 0 0 0,0-1 0 0 0,-1 0-1 0 0,1 0 1 0 0,0 1 0 0 0,0-1 0 0 0,-1 0 0 0 0,1 1 0 0 0,0-1 0 0 0,-1 0 0 0 0,1 0 0 0 0,0 0 0 0 0,-1 1 0 0 0,-29 22 51 0 0,21-16-17 0 0,0 0 0 0 0,0 0 0 0 0,-1 0 0 0 0,-16 7 0 0 0,16-11 6 0 0,9-3-35 0 0,0 0 0 0 0,0 0 0 0 0,0 0 0 0 0,0 0 0 0 0,0 0 0 0 0,0 1 0 0 0,0-1 1 0 0,0 0-1 0 0,0 1 0 0 0,0-1 0 0 0,0 0 0 0 0,0 1 0 0 0,1 0 0 0 0,-1-1 0 0 0,0 1 1 0 0,0-1-1 0 0,0 1 0 0 0,1 0 0 0 0,-1 0 0 0 0,0-1 0 0 0,0 1 0 0 0,1 0 0 0 0,-1 0 1 0 0,1 0-1 0 0,-1 1 0 0 0,0-1 9 0 0,0 0 0 0 0,0 0 0 0 0,1 1 0 0 0,-1-1-1 0 0,0 0 1 0 0,0 0 0 0 0,0 0 0 0 0,-1 0 0 0 0,1 0 0 0 0,0 0 0 0 0,0 0 0 0 0,0 0 0 0 0,-1-1 0 0 0,1 1 0 0 0,0 0 0 0 0,-1-1 0 0 0,1 1 0 0 0,-1-1 0 0 0,1 0 0 0 0,-2 1 0 0 0,2-1 4 0 0,-5 3-59 0 0,1-2-40 0 0,-17 3 40 0 0,22-4 44 0 0,-1 0 1 0 0,1 0-1 0 0,0 0 0 0 0,0 0 1 0 0,-1 0-1 0 0,1 0 0 0 0,0 0 0 0 0,0 0 1 0 0,0 0-1 0 0,-1 0 0 0 0,1 0 0 0 0,0 0 1 0 0,0 0-1 0 0,-1 1 0 0 0,1-1 1 0 0,0 0-1 0 0,0 0 0 0 0,0 0 0 0 0,0 0 1 0 0,-1 0-1 0 0,1 1 0 0 0,0-1 1 0 0,0 0-1 0 0,0 0 0 0 0,0 0 0 0 0,-1 1 1 0 0,1-1-1 0 0,0 0 0 0 0,0 0 0 0 0,0 0 1 0 0,0 1-1 0 0,0-1 0 0 0,0 0 1 0 0,0 0-1 0 0,0 1 0 0 0,0-1 0 0 0,0 0 1 0 0,0 0-1 0 0,0 1 0 0 0,0-1 1 0 0,0 0-1 0 0,0 1-6 0 0,0-1 1 0 0,0 0-1 0 0,0 0 1 0 0,0 1 0 0 0,0-1-1 0 0,0 0 1 0 0,0 1-1 0 0,0-1 1 0 0,0 0-1 0 0,0 0 1 0 0,-1 1-1 0 0,1-1 1 0 0,0 0 0 0 0,0 1-1 0 0,0-1 1 0 0,0 0-1 0 0,0 0 1 0 0,0 0-1 0 0,-1 1 1 0 0,1-1-1 0 0,0 0 1 0 0,0 0 0 0 0,0 1-1 0 0,-1-1 1 0 0,1 0-1 0 0,0 0 1 0 0,0 0-1 0 0,-1 0 1 0 0,1 0-1 0 0,0 1 1 0 0,-1-1 0 0 0,-5 2-15 0 0,5-1 19 0 0,-1-1 0 0 0,1 0-1 0 0,0 1 1 0 0,0-1 0 0 0,0 1 0 0 0,0-1-1 0 0,0 1 1 0 0,0 0 0 0 0,0-1-1 0 0,0 1 1 0 0,0 0 0 0 0,0 0 0 0 0,0-1-1 0 0,1 1 1 0 0,-1 0 0 0 0,0 0 0 0 0,1 0-1 0 0,-1 0 1 0 0,0 0 0 0 0,1 0-1 0 0,-1 0 1 0 0,1 1 0 0 0,-1-1 0 0 0,1 0-1 0 0,0 0 1 0 0,0 0 0 0 0,-1 0 0 0 0,1 0-1 0 0,0 1 1 0 0,0-1 0 0 0,0 0-1 0 0,0 0 1 0 0,0 0 0 0 0,1 2 0 0 0,-1-2-1 0 0,0 1 1 0 0,0-1-1 0 0,0 1 1 0 0,0-1-1 0 0,0 1 1 0 0,-1-1-1 0 0,1 1 1 0 0,0-1-1 0 0,-1 1 0 0 0,1-1 1 0 0,-1 0-1 0 0,1 1 1 0 0,-1-1-1 0 0,0 1 1 0 0,1-1-1 0 0,-1 0 1 0 0,0 0-1 0 0,0 0 1 0 0,0 1-1 0 0,0-1 1 0 0,0 0-1 0 0,0 0 1 0 0,-1 0-1 0 0,1-1 1 0 0,-2 3-1 0 0,-6 3 0 0 0,-24 22 12 0 0,32-28-12 0 0,1 1 0 0 0,0-1 0 0 0,-1 0 0 0 0,1 1 0 0 0,-1-1 1 0 0,1 1-1 0 0,0-1 0 0 0,-1 1 0 0 0,1 0 0 0 0,0-1 0 0 0,0 1 1 0 0,-1-1-1 0 0,1 1 0 0 0,0-1 0 0 0,0 1 0 0 0,0 0 0 0 0,0-1 1 0 0,0 1-1 0 0,0 0 0 0 0,0-1 0 0 0,0 2 0 0 0,0-2 0 0 0,0 1-1 0 0,0 0 1 0 0,0-1-1 0 0,0 1 1 0 0,0 0-1 0 0,0-1 1 0 0,0 1-1 0 0,-1 0 1 0 0,1-1-1 0 0,0 1 0 0 0,0 0 1 0 0,-1-1-1 0 0,1 1 1 0 0,0-1-1 0 0,-1 1 1 0 0,1 0-1 0 0,0-1 1 0 0,-1 1-1 0 0,1-1 1 0 0,-1 1-1 0 0,0 0 1 0 0,0-1-11 0 0,-22 19 122 0 0,23-18-112 0 0,-1-1 0 0 0,1 1 0 0 0,-1-1 0 0 0,1 1 0 0 0,-1-1 0 0 0,1 1 0 0 0,-1 0 0 0 0,1-1 0 0 0,0 1 0 0 0,-1 0 0 0 0,1-1-1 0 0,0 1 1 0 0,-1 0 0 0 0,1-1 0 0 0,0 1 0 0 0,0 0 0 0 0,0-1 0 0 0,0 1 0 0 0,-1 0 0 0 0,1 0 0 0 0,0-1 0 0 0,0 1 0 0 0,1 0 0 0 0,-1 0 0 0 0,0-1 0 0 0,0 1 0 0 0,0 0-1 0 0,0-1 1 0 0,1 1 0 0 0,-1 0 0 0 0,0 0 0 0 0,1-1 0 0 0,-1 1 0 0 0,0-1 0 0 0,1 1 0 0 0,-1 0 0 0 0,1-1 0 0 0,-1 1 0 0 0,1-1 0 0 0,-1 1 0 0 0,1-1 0 0 0,-1 1 0 0 0,1-1-1 0 0,0 1 1 0 0,4 0-27 0 0,-4-1 18 0 0,1 1-1 0 0,-1-1 1 0 0,1 0 0 0 0,-1 1-1 0 0,0-1 1 0 0,1 1 0 0 0,-1-1-1 0 0,1 1 1 0 0,-1 0 0 0 0,0 0-1 0 0,1-1 1 0 0,-1 1-1 0 0,0 0 1 0 0,0 0 0 0 0,1 2-1 0 0,4-1-44 0 0,54 4 120 0 0,228 21-81 0 0,-125-21-52 0 0,-101-4 130 0 0,-46-2-59 0 0,0 0 0 0 0,31 6 1 0 0,100 15 154 0 0,-6 0 67 0 0,12-8-147 0 0,-63-12 70 0 0,118-15 1 0 0,-105 6-39 0 0,-14-4-11 0 0,35-2 105 0 0,-79 12-134 0 0,13 3-77 0 0,-12 1-55 0 0,-36-2 71 0 0,0 1-1 0 0,0-1 0 0 0,0 2 1 0 0,-1-1-1 0 0,1 1 1 0 0,10 4-1 0 0,-8-2 9 0 0,0 0 1 0 0,0-1 0 0 0,0-1-1 0 0,1 1 1 0 0,-1-2-1 0 0,13 1 1 0 0,40 6-64 0 0,-54-6 85 0 0,-1-1 1 0 0,1 0-1 0 0,-1 0 0 0 0,1-1 0 0 0,12-2 1 0 0,5 1 17 0 0,12 2 0 0 0,-32 0-25 0 0,-1 0 0 0 0,1-1 0 0 0,0 0 1 0 0,-1 0-1 0 0,1-1 0 0 0,0 0 0 0 0,-1 0 0 0 0,1-1 0 0 0,12-4 0 0 0,-1-1 115 0 0,1 2-1 0 0,0 0 1 0 0,23-2-1 0 0,13-3 139 0 0,-22 3-119 0 0,51-2 1 0 0,-41 5-26 0 0,87-4 404 0 0,-94 5-184 0 0,61 4 1 0 0,-37 0-197 0 0,-51-3-141 0 0,0 2-4 0 0,35 10 76 0 0,112 11 76 0 0,-143-18-173 0 0,-7-2-1 0 0,0 1 1 0 0,1-2 0 0 0,-1 1-1 0 0,1-1 1 0 0,10-1 0 0 0,11 1 7 0 0,27-2 129 0 0,-38-3-44 0 0,11-3 64 0 0,-17 5-97 0 0,1 0 0 0 0,-2 0 0 0 0,19-8 0 0 0,-20 8-25 0 0,1 1 0 0 0,0 0-1 0 0,0 0 1 0 0,0 1 0 0 0,15 0 0 0 0,19-2 76 0 0,21-3-29 0 0,36-6-17 0 0,-80 11-65 0 0,-11-5-134 0 0,11 5 108 0 0,-22 1 16 0 0,1 0 0 0 0,-1 0 0 0 0,0 0 1 0 0,1-1-1 0 0,-1 1 0 0 0,0 0 0 0 0,1-1 1 0 0,-1 1-1 0 0,0 0 0 0 0,1 0 0 0 0,-1-1 0 0 0,0 1 1 0 0,0-1-1 0 0,1 1 0 0 0,-1 0 0 0 0,0-1 0 0 0,0 1 1 0 0,0 0-1 0 0,1-1 0 0 0,-1 1 0 0 0,0-1 1 0 0,0 1-1 0 0,0-1 0 0 0,0 1 0 0 0,0 0 0 0 0,0-1 1 0 0,0 1-1 0 0,0-1 0 0 0,0 0 0 0 0,-1-16-115 0 0,1 15 157 0 0,0-5-32 0 0,0 4 6 0 0,-1 1-1 0 0,1 0 1 0 0,0 0 0 0 0,0-1-1 0 0,0 1 1 0 0,1 0 0 0 0,-1 0 0 0 0,0-1-1 0 0,1 1 1 0 0,0 0 0 0 0,-1 0 0 0 0,1 0-1 0 0,2-3 1 0 0,5-6 24 0 0,-6 9-17 0 0,0-1 0 0 0,0 1 0 0 0,-1-1 1 0 0,1 1-1 0 0,-1-1 0 0 0,1 1 0 0 0,-1-1 0 0 0,0 0 0 0 0,0 0 0 0 0,0 0 0 0 0,0 1 1 0 0,0-1-1 0 0,-1 0 0 0 0,0 0 0 0 0,1-6 0 0 0,-2-11 83 0 0,0 15-64 0 0,0-1 1 0 0,1 1-1 0 0,0 0 1 0 0,0-1-1 0 0,0 1 1 0 0,1-1-1 0 0,0 1 1 0 0,0-1 0 0 0,0 1-1 0 0,3-9 1 0 0,7 1 9 0 0,-9 11-39 0 0,-1 1 1 0 0,1-1-1 0 0,-1 0 0 0 0,0 0 1 0 0,1 0-1 0 0,-1 0 1 0 0,0 0-1 0 0,0 0 0 0 0,0 0 1 0 0,0 0-1 0 0,-1-1 1 0 0,1 1-1 0 0,0 0 0 0 0,-1 0 1 0 0,0-1-1 0 0,1 1 1 0 0,-1 0-1 0 0,0-4 0 0 0,-1 5-2 0 0,0 0-1 0 0,1 0 0 0 0,-1 0 0 0 0,0 0 0 0 0,0 0 0 0 0,0 0 1 0 0,1 0-1 0 0,-1 1 0 0 0,0-1 0 0 0,0 0 0 0 0,0 0 0 0 0,0 1 1 0 0,-1-1-1 0 0,1 1 0 0 0,0-1 0 0 0,0 1 0 0 0,0-1 1 0 0,0 1-1 0 0,-1 0 0 0 0,1-1 0 0 0,0 1 0 0 0,0 0 0 0 0,-2 0 1 0 0,1 0 8 0 0,2-1-7 0 0,0 1 1 0 0,-1 0-1 0 0,1 0 1 0 0,-1 0 0 0 0,1-1-1 0 0,0 1 1 0 0,-1 0-1 0 0,1 0 1 0 0,0-1 0 0 0,-1 1-1 0 0,1 0 1 0 0,0-1-1 0 0,-1 1 1 0 0,1 0-1 0 0,0-1 1 0 0,0 1 0 0 0,0 0-1 0 0,-1-1 1 0 0,1 1-1 0 0,0-1 1 0 0,0 1-1 0 0,0-1 1 0 0,0 1 0 0 0,0 0-1 0 0,0-1 1 0 0,-1 0-1 0 0,3-2-5 0 0,-2 2 9 0 0,0 1-4 0 0,0 0-1 0 0,0 0 1 0 0,0-1 0 0 0,1 1-1 0 0,-1 0 1 0 0,0 0-1 0 0,0-1 1 0 0,0 1-1 0 0,0 0 1 0 0,0 0 0 0 0,0-1-1 0 0,0 1 1 0 0,0 0-1 0 0,0 0 1 0 0,0-1 0 0 0,-1 1-1 0 0,1 0 1 0 0,0 0-1 0 0,0-1 1 0 0,0 1-1 0 0,0 0 1 0 0,0 0 0 0 0,0 0-1 0 0,0-1 1 0 0,-1 1-1 0 0,1 0 1 0 0,0 0-1 0 0,0 0 1 0 0,0-1 0 0 0,0 1-1 0 0,-1 0 1 0 0,1 0-1 0 0,0 0 1 0 0,0 0 0 0 0,-1 0-1 0 0,1 0 1 0 0,0-1-1 0 0,0 1 1 0 0,0 0-1 0 0,-1 0 1 0 0,1 0 0 0 0,0 0-1 0 0,0 0 1 0 0,-1 0-1 0 0,1 0 1 0 0,-1 0-1 0 0,-2-1 17 0 0,2 0-13 0 0,-1 1 1 0 0,1 0-1 0 0,0-1 0 0 0,0 1 0 0 0,0-1 0 0 0,0 1 0 0 0,-1-1 0 0 0,1 1 0 0 0,0-1 0 0 0,0 0 0 0 0,0 0 0 0 0,0 1 0 0 0,0-1 0 0 0,1 0 1 0 0,-1 0-1 0 0,0 0 0 0 0,0 0 0 0 0,1 0 0 0 0,-1 0 0 0 0,0 0 0 0 0,1 0 0 0 0,-1-1 0 0 0,1 1 0 0 0,-1 0 0 0 0,1 0 0 0 0,0 0 0 0 0,-1-2 0 0 0,1 2-2 0 0,0 0 0 0 0,0 0 0 0 0,0-1 0 0 0,-1 1-1 0 0,1 0 1 0 0,0 0 0 0 0,-1 0 0 0 0,1 0 0 0 0,-1 0-1 0 0,1 0 1 0 0,-1 0 0 0 0,0 0 0 0 0,1 1 0 0 0,-1-1-1 0 0,0 0 1 0 0,0 0 0 0 0,1 0 0 0 0,-1 1-1 0 0,0-1 1 0 0,0 0 0 0 0,0 1 0 0 0,0-1 0 0 0,0 1-1 0 0,0-1 1 0 0,-2 0 0 0 0,-6-5 5 0 0,-24-34 5 0 0,10 3 54 0 0,3 4 13 0 0,11 20 34 0 0,-1 0 0 0 0,-1 0 0 0 0,0 1 0 0 0,0 1 0 0 0,-1 0 0 0 0,-1 0 0 0 0,0 1 1 0 0,-17-10-1 0 0,17 14 5 0 0,0 0 0 0 0,0 1 0 0 0,0 1 0 0 0,-25-5 0 0 0,-8-2 193 0 0,-155-53 1115 0 0,140 50-1137 0 0,-1 2 0 0 0,-117-8 0 0 0,-127 17 475 0 0,175 4-519 0 0,-92 5-59 0 0,173-5 22 0 0,1 2 0 0 0,-80 14 0 0 0,101-12-193 0 0,0-2 1 0 0,-54 0 0 0 0,-8 0-14 0 0,88-3-3 0 0,-31 1 53 0 0,-30-1-39 0 0,30-1-28 0 0,-27-5 1 0 0,60 7 13 0 0,0-1-1 0 0,0 0 0 0 0,0 0 1 0 0,-1 0-1 0 0,1 0 1 0 0,0 0-1 0 0,0 0 1 0 0,0 0-1 0 0,0 0 0 0 0,0 0 1 0 0,-1 0-1 0 0,1 0 1 0 0,0 0-1 0 0,0 0 1 0 0,0 0-1 0 0,0 0 0 0 0,0 0 1 0 0,-1 0-1 0 0,1 0 1 0 0,0 0-1 0 0,0 0 1 0 0,0 0-1 0 0,0 0 1 0 0,-1 0-1 0 0,1 0 0 0 0,0 0 1 0 0,0 0-1 0 0,0 0 1 0 0,0 0-1 0 0,0-1 1 0 0,0 1-1 0 0,-1 0 0 0 0,1 0 1 0 0,0 0-1 0 0,0 0 1 0 0,0 0-1 0 0,0 0 1 0 0,0 0-1 0 0,0-1 1 0 0,0 1-1 0 0,0 0 0 0 0,0 0 1 0 0,0 0-1 0 0,-1 0 1 0 0,1 0-1 0 0,0-1 1 0 0,0 1-1 0 0,0 0 0 0 0,0 0 1 0 0,0 0-1 0 0,0 0 1 0 0,0-1-1 0 0,0 1 1 0 0,0 0-1 0 0,0 0 0 0 0,0 0 1 0 0,0 0-1 0 0,1 0 1 0 0,-1-1-1 0 0,0 1 3 0 0,0 0 0 0 0,0 0 1 0 0,0 0-1 0 0,0 0 0 0 0,0-1 0 0 0,0 1 0 0 0,0 0 0 0 0,0 0 0 0 0,0 0 0 0 0,0 0 1 0 0,0-1-1 0 0,0 1 0 0 0,0 0 0 0 0,0 0 0 0 0,0 0 0 0 0,0 0 0 0 0,0 0 0 0 0,0-1 1 0 0,0 1-1 0 0,0 0 0 0 0,-1 0 0 0 0,1 0 0 0 0,0 0 0 0 0,0 0 0 0 0,0 0 0 0 0,0-1 0 0 0,0 1 1 0 0,0 0-1 0 0,0 0 0 0 0,0 0 0 0 0,-1 0 0 0 0,1 0 0 0 0,0 0 0 0 0,0 0 0 0 0,0 0 1 0 0,0 0-1 0 0,0-1 0 0 0,-1 1 0 0 0,1 0 0 0 0,0 0 0 0 0,0 0 0 0 0,0 0 0 0 0,0 0 1 0 0,0 0-1 0 0,-1 0 0 0 0,1 0 0 0 0,0 0 0 0 0,0 0 0 0 0,0 0 0 0 0,0 0 0 0 0,-1 0 1 0 0,1 0-1 0 0,0 1 0 0 0,0-1 0 0 0,0 0 0 0 0,0 0 0 0 0,0 0 0 0 0,-1 0 0 0 0,1 0 0 0 0,-60-5 159 0 0,-24-2-74 0 0,-123 6 0 0 0,165 4-103 0 0,1 1-1 0 0,-1 2 1 0 0,1 2 0 0 0,-77 26 0 0 0,117-34 16 0 0,1 0-1 0 0,0 0 1 0 0,0 0 0 0 0,0 0 0 0 0,-1 0-1 0 0,1 0 1 0 0,0 0 0 0 0,0 0 0 0 0,0 0-1 0 0,-1 0 1 0 0,1 0 0 0 0,0 0 0 0 0,0 1-1 0 0,0-1 1 0 0,0 0 0 0 0,-1 0 0 0 0,1 0-1 0 0,0 0 1 0 0,0 0 0 0 0,0 0 0 0 0,0 1-1 0 0,0-1 1 0 0,-1 0 0 0 0,1 0 0 0 0,0 0 0 0 0,0 1-1 0 0,0-1 1 0 0,0 0 0 0 0,0 0 0 0 0,0 0-1 0 0,0 1 1 0 0,0-1 0 0 0,0 0 0 0 0,0 0-1 0 0,0 0 1 0 0,0 1 0 0 0,0-1 0 0 0,0 0-1 0 0,0 0 1 0 0,0 0 0 0 0,0 1 0 0 0,0-1-1 0 0,0 0 1 0 0,0 0 0 0 0,0 0 0 0 0,0 1-1 0 0,1-1 1 0 0,-1 0 0 0 0,0 0 0 0 0,0 0 0 0 0,0 0 0 0 0,0 1 0 0 0,0-1 0 0 0,0 0 0 0 0,0 0 0 0 0,0 0 0 0 0,0 0 0 0 0,0 0 0 0 0,0 0 1 0 0,0 1-1 0 0,0-1 0 0 0,0 0 0 0 0,0 0 0 0 0,0 0 0 0 0,0 0 0 0 0,0 0 0 0 0,0 1 0 0 0,0-1 0 0 0,0 0 0 0 0,0 0 0 0 0,0 0 0 0 0,0 0 0 0 0,0 0 0 0 0,0 0 0 0 0,0 1 0 0 0,0-1 0 0 0,0 0 0 0 0,0 0 0 0 0,0 0 0 0 0,0 0 0 0 0,-1 0 0 0 0,1 0 0 0 0,0 0 0 0 0,0 0 0 0 0,0 1 0 0 0,0-1 0 0 0,0 0 0 0 0,0 0 0 0 0,0 0 0 0 0,-1 0 0 0 0,1 0 1 0 0,0 0-1 0 0,0 0 0 0 0,0 0 0 0 0,-27 2-97 0 0,21-2-583 0 0,9 5-4709 0 0,16 1 2037 0 0,-14-5-2130 0 0,-32-7-7454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2:41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64 800 0 0,'0'-21'4591'0'0,"0"6"4184"0"0,-6 14-8601 0 0,-15-3 39 0 0,15 3 428 0 0,7 1-549 0 0,0-4-56 0 0,-25 2 169 0 0,19 1-124 0 0,6-1-47 0 0,-2-1-21 0 0,-25 1 33 0 0,20 2 20 0 0,8-3 20 0 0,-4 3-88 0 0,0-1 1 0 0,1 0-1 0 0,-1 0 1 0 0,0 1-1 0 0,0 0 1 0 0,0-1 0 0 0,-1 1-1 0 0,1 0 1 0 0,0 0-1 0 0,0 0 1 0 0,0 0-1 0 0,-3 0 1 0 0,0 0-66 0 0,5 1-160 0 0,-6 4 214 0 0,-15-3 13 0 0,15 4 13 0 0,1-4 41 0 0,-23 5-38 0 0,28-7-15 0 0,0 0-1 0 0,0 0 1 0 0,0 0-1 0 0,0 0 0 0 0,0 0 1 0 0,-1 0-1 0 0,1 0 1 0 0,0 0-1 0 0,0 0 0 0 0,0 0 1 0 0,0 0-1 0 0,0 1 1 0 0,0-1-1 0 0,0 0 0 0 0,0 0 1 0 0,0 0-1 0 0,-1 0 1 0 0,1 0-1 0 0,0 0 0 0 0,0 0 1 0 0,0 0-1 0 0,0 0 1 0 0,0 0-1 0 0,0 0 0 0 0,0 1 1 0 0,0-1-1 0 0,0 0 1 0 0,0 0-1 0 0,0 0 0 0 0,0 0 1 0 0,0 0-1 0 0,0 0 1 0 0,0 0-1 0 0,0 0 0 0 0,0 1 1 0 0,0-1-1 0 0,0 0 1 0 0,0 0-1 0 0,0 0 0 0 0,0 0 1 0 0,0 0-1 0 0,0 0 1 0 0,0 0-1 0 0,0 0 0 0 0,0 1 1 0 0,0-1-1 0 0,0 0 1 0 0,0 0-1 0 0,0 0 0 0 0,0 0 1 0 0,1 0-1 0 0,-1 0 1 0 0,0 0-1 0 0,0 0 0 0 0,0 0 1 0 0,0 1 0 0 0,0-1 0 0 0,0 0 0 0 0,0 0-1 0 0,0 0 1 0 0,1 0 0 0 0,-1 0 0 0 0,0 1 0 0 0,0-1 0 0 0,0 0 0 0 0,0 0 0 0 0,0 0 0 0 0,0 0 0 0 0,0 1 0 0 0,0-1 0 0 0,0 0 0 0 0,0 0 0 0 0,0 0 0 0 0,0 0 0 0 0,0 1-1 0 0,0-1 1 0 0,0 0 0 0 0,0 0 0 0 0,0 0 0 0 0,0 0 0 0 0,0 1 0 0 0,0-1 0 0 0,0 0 0 0 0,0 0 0 0 0,-1 0 0 0 0,1 0 0 0 0,0 1 0 0 0,0-1 0 0 0,0 0 0 0 0,0 0 0 0 0,0 0 0 0 0,0 0-1 0 0,0 0 1 0 0,-1 0 0 0 0,1 1 0 0 0,0-1 0 0 0,0 0 0 0 0,0 0 0 0 0,0 0 0 0 0,-1 0 0 0 0,1 0 0 0 0,0 0 0 0 0,0 0 0 0 0,0 0 0 0 0,0 0 0 0 0,-1 0 0 0 0,1 0 0 0 0,0 0-1 0 0,0 0 1 0 0,0 0 0 0 0,0 0 0 0 0,-1 0 0 0 0,1 0 0 0 0,-87 54 79 0 0,82-47-133 0 0,5-6 106 0 0,0 0 27 0 0,0 5-26 0 0,0-5 26 0 0,0 1-182 0 0,0-1 106 0 0,-1 0 1 0 0,1 0 0 0 0,0 0 0 0 0,0 1-1 0 0,0-1 1 0 0,-1 0 0 0 0,1 0 0 0 0,0 0-1 0 0,-1 0 1 0 0,1 0 0 0 0,-1 0 0 0 0,0 1-1 0 0,1-1 1 0 0,-1-1 0 0 0,0 1-1 0 0,1 0 1 0 0,-1 0 0 0 0,0 0 0 0 0,0 0-1 0 0,0 0 1 0 0,0-1 0 0 0,0 1 0 0 0,0 0-1 0 0,0-1 1 0 0,0 1 0 0 0,0-1 0 0 0,-2 1-1 0 0,-16 11 72 0 0,15-10-54 0 0,3-1-18 0 0,-1-1 0 0 0,1 1-1 0 0,0-1 1 0 0,-1 1 0 0 0,1-1 0 0 0,0 1-1 0 0,-1 0 1 0 0,1 0 0 0 0,0 0 0 0 0,0 0 0 0 0,0 0-1 0 0,0 0 1 0 0,0 0 0 0 0,0 0 0 0 0,0 0-1 0 0,0 0 1 0 0,0 0 0 0 0,-1 3 0 0 0,2-2 28 0 0,0 0 0 0 0,0 0 0 0 0,0 0 0 0 0,0 0 0 0 0,0 0 0 0 0,0-1 0 0 0,-1 1 0 0 0,1 0 0 0 0,-1 0 0 0 0,1 0 0 0 0,-1 0 0 0 0,-2 2 0 0 0,-10 2 13 0 0,5-4-53 0 0,7-1 11 0 0,0 1-1 0 0,0-1 0 0 0,1 0 1 0 0,-1 1-1 0 0,0-1 0 0 0,1 1 1 0 0,-1-1-1 0 0,1 1 0 0 0,-1-1 1 0 0,1 1-1 0 0,0-1 0 0 0,0 1 1 0 0,0-1-1 0 0,0 1 0 0 0,0-1 1 0 0,0 4-1 0 0,1 27 119 0 0,0-30-175 0 0,-1-1 52 0 0,0 0-1 0 0,-1 0 1 0 0,1 0 0 0 0,0 0 0 0 0,0 0-1 0 0,0 0 1 0 0,-1 0 0 0 0,1 0-1 0 0,0-1 1 0 0,-1 1 0 0 0,1 0 0 0 0,-1 0-1 0 0,1 0 1 0 0,-1 0 0 0 0,1-1-1 0 0,-1 1 1 0 0,1 0 0 0 0,-1 0 0 0 0,0-1-1 0 0,0 1 1 0 0,1-1 0 0 0,-1 1-1 0 0,0-1 1 0 0,0 1 0 0 0,0-1 0 0 0,1 1-1 0 0,-3 0 1 0 0,2-1 7 0 0,0 1-1 0 0,0-1 1 0 0,0 1 0 0 0,0-1-1 0 0,0 1 1 0 0,0-1 0 0 0,0 1-1 0 0,0 0 1 0 0,1 0 0 0 0,-1-1-1 0 0,0 1 1 0 0,0 0 0 0 0,1 0-1 0 0,-1 0 1 0 0,0 0 0 0 0,1 0-1 0 0,-1 0 1 0 0,1 0 0 0 0,-1 0-1 0 0,1 0 1 0 0,0 0 0 0 0,0 0-1 0 0,-1 0 1 0 0,1 1 0 0 0,0-1-1 0 0,0 0 1 0 0,0 2 0 0 0,0-2-4 0 0,0 0 1 0 0,0 0-1 0 0,0 1 1 0 0,0-1-1 0 0,0 0 1 0 0,0 0-1 0 0,0 0 1 0 0,-1 0-1 0 0,1 0 1 0 0,0 0 0 0 0,-1 0-1 0 0,1 0 1 0 0,-1 0-1 0 0,1 0 1 0 0,-1 0-1 0 0,1 0 1 0 0,-1 0-1 0 0,0 0 1 0 0,1-1-1 0 0,-1 1 1 0 0,0 0-1 0 0,0 0 1 0 0,1-1-1 0 0,-1 1 1 0 0,0 0 0 0 0,0-1-1 0 0,0 1 1 0 0,0-1-1 0 0,-1 1 1 0 0,1 0-6 0 0,0-1 0 0 0,0 0 0 0 0,0 1 1 0 0,0 0-1 0 0,0-1 0 0 0,0 1 0 0 0,0 0 1 0 0,0-1-1 0 0,0 1 0 0 0,1 0 0 0 0,-1 0 1 0 0,0 0-1 0 0,1-1 0 0 0,-1 1 0 0 0,0 0 1 0 0,1 0-1 0 0,-1 0 0 0 0,1 0 0 0 0,0 0 1 0 0,-1 0-1 0 0,1 0 0 0 0,0 1 0 0 0,-1-1 1 0 0,1 0-1 0 0,0 0 0 0 0,0 0 0 0 0,0 0 0 0 0,0 0 1 0 0,0 2-1 0 0,0 94-23 0 0,6-97-93 0 0,1 1 129 0 0,0 0 0 0 0,-1 0 0 0 0,1 1 0 0 0,0 0 0 0 0,-1 0 0 0 0,1 1 0 0 0,8 4 0 0 0,-12-6-14 0 0,38 17 50 0 0,-35-15-78 0 0,1 2 21 0 0,-6-4 12 0 0,-1-1 0 0 0,1 0 0 0 0,-1 1 0 0 0,1-1 0 0 0,-1 0 0 0 0,0 1 0 0 0,1-1 0 0 0,-1 0 0 0 0,1 1 0 0 0,-1-1 0 0 0,0 1-1 0 0,0-1 1 0 0,1 1 0 0 0,-1-1 0 0 0,0 1 0 0 0,0-1 0 0 0,1 1 0 0 0,-1-1 0 0 0,0 1 0 0 0,0-1 0 0 0,0 1 0 0 0,0 0 0 0 0,0-1 0 0 0,0 1 0 0 0,0-1 0 0 0,0 1 0 0 0,0-1 0 0 0,0 1 0 0 0,0-1 0 0 0,0 1 0 0 0,-1 0 1 0 0,1-1 1 0 0,0 1 0 0 0,0-1 0 0 0,0 1-1 0 0,0-1 1 0 0,0 0 0 0 0,0 1-1 0 0,0-1 1 0 0,0 1 0 0 0,0-1-1 0 0,0 1 1 0 0,0-1 0 0 0,0 0 0 0 0,0 1-1 0 0,0-1 1 0 0,1 1 0 0 0,-1-1-1 0 0,0 0 1 0 0,0 1 0 0 0,0-1 0 0 0,1 1-1 0 0,-1-1 1 0 0,0 0 0 0 0,0 1-1 0 0,1-1 1 0 0,-1 0 0 0 0,0 0 0 0 0,1 1-1 0 0,-1-1 1 0 0,0 0 0 0 0,1 1-1 0 0,8 2 10 0 0,-8-3-11 0 0,-1 0 0 0 0,1 0 0 0 0,0 0 0 0 0,0 0 0 0 0,0 0 0 0 0,-1 0 0 0 0,1 1 0 0 0,0-1 0 0 0,0 0 0 0 0,-1 1 1 0 0,1-1-1 0 0,0 0 0 0 0,-1 1 0 0 0,1-1 0 0 0,0 1 0 0 0,-1-1 0 0 0,1 1 0 0 0,0-1 0 0 0,-1 1 0 0 0,1 0 0 0 0,-1-1 1 0 0,1 1-1 0 0,-1 0 0 0 0,0-1 0 0 0,1 1 0 0 0,-1 0 0 0 0,0 0 0 0 0,1-1 0 0 0,-1 1 0 0 0,0 0 0 0 0,0 0 0 0 0,0-1 0 0 0,0 1 1 0 0,1 2-1 0 0,-1-2-8 0 0,1 0 1 0 0,0 0 0 0 0,0 0 0 0 0,0 0-1 0 0,0 0 1 0 0,0-1 0 0 0,0 1-1 0 0,0 0 1 0 0,1 0 0 0 0,-1-1 0 0 0,0 1-1 0 0,0-1 1 0 0,1 1 0 0 0,-1-1-1 0 0,0 1 1 0 0,1-1 0 0 0,-1 0 0 0 0,0 0-1 0 0,1 1 1 0 0,1-1 0 0 0,-2 0-14 0 0,5 1-104 0 0,1 0 0 0 0,0 0 0 0 0,0-1 0 0 0,0 1 0 0 0,-1-2 0 0 0,12 0 0 0 0,-11 0 53 0 0,0-2-268 0 0,-3-1 293 0 0,50-4-113 0 0,-53 8 160 0 0,-1 0 0 0 0,0 0-1 0 0,0 0 1 0 0,0 0 0 0 0,1 0-1 0 0,-1 0 1 0 0,0-1 0 0 0,0 1-1 0 0,0 0 1 0 0,1 0 0 0 0,-1 0-1 0 0,0 0 1 0 0,0 0 0 0 0,0 0-1 0 0,1 0 1 0 0,-1 0 0 0 0,0 0-1 0 0,0-1 1 0 0,0 1 0 0 0,0 0-1 0 0,1 0 1 0 0,-1 0 0 0 0,0 0-1 0 0,0 0 1 0 0,0-1 0 0 0,0 1-1 0 0,0 0 1 0 0,0 0 0 0 0,0 0-1 0 0,1-1 1 0 0,-1 1 0 0 0,0 0-1 0 0,0 0 1 0 0,0 0 0 0 0,0-1 0 0 0,0 1-1 0 0,0 0 1 0 0,0 0 0 0 0,0 0-1 0 0,0-1 1 0 0,1 0 0 0 0,0 0 0 0 0,0 0 0 0 0,0 0 0 0 0,0 0 0 0 0,1 0 0 0 0,-1 0 0 0 0,0 0 0 0 0,1 1 0 0 0,-1-1 0 0 0,0 0 0 0 0,1 1 0 0 0,-1 0 0 0 0,1-1 0 0 0,-1 1 0 0 0,1 0 0 0 0,-1-1 0 0 0,1 1 0 0 0,-1 0 0 0 0,3 0 0 0 0,5-1 0 0 0,-6 0 7 0 0,53-5-161 0 0,-29 6 154 0 0,0 0 67 0 0,-22 0-14 0 0,-6-2-110 0 0,8-2 48 0 0,0 3-10 0 0,1-1 1 0 0,-1-1-1 0 0,0 1 1 0 0,0-1 0 0 0,0-1-1 0 0,-1 1 1 0 0,10-7 0 0 0,71-32 178 0 0,-11 2-67 0 0,-72 39-100 0 0,-3 1 6 0 0,1-1 1 0 0,-1 1 0 0 0,1 0-1 0 0,-1-1 1 0 0,0 1 0 0 0,0-1 0 0 0,1 1-1 0 0,-1-1 1 0 0,0 1 0 0 0,0-1-1 0 0,0 0 1 0 0,1 0 0 0 0,-1 0-1 0 0,0 0 1 0 0,0 1 0 0 0,0-1 0 0 0,0-1-1 0 0,1 0 1 0 0,-2 1 1 0 0,0 1 0 0 0,0-1 0 0 0,1 1 1 0 0,-1-1-1 0 0,0 1 0 0 0,1-1 0 0 0,-1 1 0 0 0,0 0 1 0 0,1-1-1 0 0,-1 1 0 0 0,1 0 0 0 0,-1-1 0 0 0,1 1 1 0 0,-1 0-1 0 0,1 0 0 0 0,-1-1 0 0 0,1 1 0 0 0,-1 0 0 0 0,1 0 1 0 0,-1 0-1 0 0,1 0 0 0 0,-1-1 0 0 0,1 1 0 0 0,-1 0 1 0 0,1 0-1 0 0,-1 0 0 0 0,1 0 0 0 0,-1 0 0 0 0,1 0 1 0 0,-1 1-1 0 0,1-1 0 0 0,0 0 0 0 0,0 0 0 0 0,-1 0 1 0 0,1 1-1 0 0,-1-1 1 0 0,1 0 0 0 0,-1 0-1 0 0,1 0 1 0 0,0 0-1 0 0,-1 0 1 0 0,1 0-1 0 0,-1 0 1 0 0,1 0-1 0 0,-1 0 1 0 0,1 0 0 0 0,-1 0-1 0 0,1 0 1 0 0,-1 0-1 0 0,1-1 1 0 0,-1 1-1 0 0,1 0 1 0 0,-1 0-1 0 0,1 0 1 0 0,-1-1 0 0 0,1 1-1 0 0,-1 0 1 0 0,1-1-1 0 0,-1 1 1 0 0,1 0-1 0 0,-1-1 1 0 0,0 1-1 0 0,1-1 1 0 0,-1 1 0 0 0,0-1-1 0 0,1 1 1 0 0,-1-2-1 0 0,0 1 146 0 0,-5 1-67 0 0,-17-1-13 0 0,22 1-69 0 0,-1 0-1 0 0,1 0 1 0 0,0 0 0 0 0,0 0 0 0 0,-1-1 0 0 0,1 1 0 0 0,0 0-1 0 0,-1 0 1 0 0,1 0 0 0 0,0 0 0 0 0,0-1 0 0 0,-1 1-1 0 0,1 0 1 0 0,0 0 0 0 0,0-1 0 0 0,-1 1 0 0 0,1 0 0 0 0,0 0-1 0 0,0-1 1 0 0,0 1 0 0 0,-1 0 0 0 0,1 0 0 0 0,0-1 0 0 0,0 1-1 0 0,0 0 1 0 0,0-1 0 0 0,0 1 0 0 0,0 0 0 0 0,0-1 0 0 0,0 1-1 0 0,0-1 1 0 0,1-3-62 0 0,-3-17-23 0 0,1 16 92 0 0,1 0 0 0 0,-1-1 0 0 0,1 1 0 0 0,0 0 0 0 0,0 0 0 0 0,1 0 0 0 0,-1-1 0 0 0,1 1 0 0 0,0 0 1 0 0,1 0-1 0 0,2-7 0 0 0,10-8 75 0 0,27-27 0 0 0,-40 44-72 0 0,1-1-1 0 0,-1 1 1 0 0,0-1 0 0 0,0 0 0 0 0,0 1-1 0 0,-1-1 1 0 0,1 0 0 0 0,-1 0 0 0 0,0 1 0 0 0,0-1-1 0 0,0 0 1 0 0,0 0 0 0 0,-2-6 0 0 0,1-3 43 0 0,1 0-38 0 0,-5 7 0 0 0,-17-2 41 0 0,16 2-41 0 0,6 5-13 0 0,0 0 0 0 0,0 1 0 0 0,0-1 0 0 0,-1 1 0 0 0,1-1 0 0 0,0 1-1 0 0,-1-1 1 0 0,1 1 0 0 0,0-1 0 0 0,-1 1 0 0 0,1-1 0 0 0,-1 1 0 0 0,1-1 0 0 0,-1 1 0 0 0,1 0 0 0 0,-1-1-1 0 0,1 1 1 0 0,-1 0 0 0 0,1-1 0 0 0,-1 1 0 0 0,1 0 0 0 0,-1 0 0 0 0,1 0 0 0 0,-1-1 0 0 0,0 1 0 0 0,1 0-1 0 0,-1 0 1 0 0,1 0 0 0 0,-1 0 0 0 0,0 0 0 0 0,1 0 0 0 0,-2 0 0 0 0,1 0 0 0 0,1 0 1 0 0,-1 0-1 0 0,1 0 1 0 0,-1 0-1 0 0,0 0 1 0 0,1 0-1 0 0,-1 0 1 0 0,1 0-1 0 0,-1 0 1 0 0,0 0-1 0 0,1 0 1 0 0,-1-1-1 0 0,1 1 1 0 0,-1 0-1 0 0,1 0 1 0 0,-1-1-1 0 0,0 1 1 0 0,1 0-1 0 0,-1-1 1 0 0,1 1-1 0 0,0 0 1 0 0,-1-1-1 0 0,1 1 1 0 0,-1-1-1 0 0,1 1 1 0 0,0-1-1 0 0,-1 1 1 0 0,1-1-1 0 0,0 1 1 0 0,-1-1-1 0 0,1 0 1 0 0,0 0 0 0 0,-1 0 2 0 0,0 0 1 0 0,0 0-1 0 0,0 0 1 0 0,0 0-1 0 0,0 0 1 0 0,0 0-1 0 0,0 0 1 0 0,0 0-1 0 0,0 0 1 0 0,-1 1-1 0 0,1-1 1 0 0,0 1-1 0 0,-1-1 1 0 0,1 1-1 0 0,0-1 1 0 0,-1 1-1 0 0,1 0 1 0 0,0-1-1 0 0,-3 1 1 0 0,2 0 6 0 0,-74-34 56 0 0,49 26-66 0 0,-24-5-53 0 0,51 13 41 0 0,-9 0 11 0 0,4 0 107 0 0,5 4-904 0 0,0-4 614 0 0,0 1 0 0 0,0-1 1 0 0,0 0-1 0 0,0 1 0 0 0,0-1 0 0 0,0 0 0 0 0,0 1 1 0 0,0-1-1 0 0,0 0 0 0 0,0 1 0 0 0,-1-1 0 0 0,1 0 1 0 0,0 0-1 0 0,0 1 0 0 0,0-1 0 0 0,0 0 0 0 0,-1 0 0 0 0,1 1 1 0 0,0-1-1 0 0,0 0 0 0 0,-1 0 0 0 0,1 1 0 0 0,0-1 1 0 0,0 0-1 0 0,-1 0 0 0 0,1 0 0 0 0,0 0 0 0 0,-1 0 1 0 0,1 0-1 0 0,-1 1 0 0 0,-20 0-4218 0 0,15-1 293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26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3 247 880 0 0,'-1'-10'2463'0'0,"1"8"-2198"0"0,-1 0-1 0 0,1 0 1 0 0,0 0 0 0 0,0 0 0 0 0,0-1-1 0 0,0 1 1 0 0,0 0 0 0 0,0 0 0 0 0,1 0-1 0 0,-1 0 1 0 0,1-1 0 0 0,-1 1 0 0 0,1 0-1 0 0,0 0 1 0 0,0 0 0 0 0,1-3 0 0 0,85-96 6591 0 0,-86 99-6765 0 0,0 1 0 0 0,0 0 0 0 0,-1-1 0 0 0,1 1 0 0 0,-1-1 0 0 0,1 1 0 0 0,-1-1 1 0 0,0 1-1 0 0,1-1 0 0 0,-1 1 0 0 0,0-1 0 0 0,0-2 0 0 0,0 3-32 0 0,-1 0-1 0 0,1 0 1 0 0,0 0 0 0 0,1 0 0 0 0,-1-1-1 0 0,0 1 1 0 0,0 0 0 0 0,0 0-1 0 0,1 0 1 0 0,-1 0 0 0 0,0 0 0 0 0,1 0-1 0 0,-1 0 1 0 0,1 0 0 0 0,-1 0 0 0 0,1 0-1 0 0,0 0 1 0 0,10-7 379 0 0,-10 7-394 0 0,0 1-1 0 0,0-1 0 0 0,0 0 0 0 0,0 1 1 0 0,0-1-1 0 0,0 0 0 0 0,0 1 1 0 0,0-1-1 0 0,-1 0 0 0 0,1 0 1 0 0,0 0-1 0 0,0 0 0 0 0,-1 0 0 0 0,1 0 1 0 0,-1 0-1 0 0,1 0 0 0 0,-1 0 1 0 0,1 0-1 0 0,-1 0 0 0 0,1 0 1 0 0,-1-1-1 0 0,0 1 0 0 0,0 0 0 0 0,1-2 1 0 0,-1 2-26 0 0,0 1 0 0 0,0-1 0 0 0,0 0 0 0 0,0 1 0 0 0,0-1 0 0 0,1 0 0 0 0,-1 1 0 0 0,0-1 0 0 0,0 1 0 0 0,1-1 0 0 0,-1 0 0 0 0,1 1 0 0 0,-1-1 0 0 0,0 1 0 0 0,1-1 0 0 0,-1 1 0 0 0,1-1 0 0 0,-1 1 0 0 0,1 0 0 0 0,-1-1 0 0 0,1 1 0 0 0,0 0 0 0 0,-1-1 0 0 0,1 1 0 0 0,-1 0 0 0 0,1-1 0 0 0,0 1 0 0 0,-1 0 0 0 0,1 0 0 0 0,0 0 0 0 0,-1 0 0 0 0,1 0 0 0 0,0 0 0 0 0,-1 0 0 0 0,1 0 0 0 0,0 0 0 0 0,0 0 0 0 0,0 0-10 0 0,-1 0 1 0 0,1 0 0 0 0,-1 0-1 0 0,1 0 1 0 0,-1 0 0 0 0,1 0-1 0 0,-1 0 1 0 0,1 0 0 0 0,-1 0-1 0 0,1 0 1 0 0,-1 0 0 0 0,1 0-1 0 0,-1 0 1 0 0,1 0 0 0 0,-1-1-1 0 0,0 1 1 0 0,1 0 0 0 0,-1 0-1 0 0,1 0 1 0 0,-1-1 0 0 0,0 1-1 0 0,1 0 1 0 0,-1-1 0 0 0,1 1-1 0 0,-1 0 1 0 0,0-1 0 0 0,0 1-1 0 0,1-1 1 0 0,-1 1 0 0 0,0 0-1 0 0,0-1 1 0 0,1 1 0 0 0,-1-1-1 0 0,0 0 1 0 0,0 0 311 0 0,6 2-253 0 0,15 3-41 0 0,-15-3 121 0 0,21 5-67 0 0,-35-6-83 0 0,8 0 1 0 0,-1 0 0 0 0,0 0 0 0 0,0 0 1 0 0,1 0-1 0 0,-1 0 0 0 0,0 0 1 0 0,0 0-1 0 0,1 0 0 0 0,-1 1 1 0 0,0-1-1 0 0,1 0 0 0 0,-1 0 0 0 0,0 1 1 0 0,0-1-1 0 0,1 0 0 0 0,-1 1 1 0 0,1-1-1 0 0,-1 1 0 0 0,0-1 1 0 0,1 0-1 0 0,-1 1 0 0 0,1 0 1 0 0,-1-1-1 0 0,1 1 0 0 0,-1-1 0 0 0,1 1 1 0 0,0 0-1 0 0,-1-1 0 0 0,1 1 1 0 0,0 0-1 0 0,-1-1 0 0 0,1 1 1 0 0,0 0-1 0 0,0-1 0 0 0,-1 1 0 0 0,1 0 1 0 0,0 0-1 0 0,0-1 0 0 0,0 1 1 0 0,0 0-1 0 0,0 0 0 0 0,0-1 1 0 0,0 1-1 0 0,1 1 0 0 0,-1 0 1 0 0,-1 1-1 0 0,1-1 1 0 0,0 1-1 0 0,-1-1 1 0 0,0 1 0 0 0,1-1-1 0 0,-1 1 1 0 0,0-1-1 0 0,0 0 1 0 0,0 1 0 0 0,-1-1-1 0 0,1 0 1 0 0,-1 0-1 0 0,1 0 1 0 0,-4 3-1 0 0,-10 16 79 0 0,-15 38 225 0 0,15-28 67 0 0,-38 57 0 0 0,50-83-349 0 0,-1-1-1 0 0,1 0 1 0 0,0 1-1 0 0,0 0 1 0 0,1-1-1 0 0,-1 1 1 0 0,1 0 0 0 0,0 0-1 0 0,0 1 1 0 0,1-1-1 0 0,-1 0 1 0 0,1 0-1 0 0,1 1 1 0 0,-1 10-1 0 0,0-11-74 0 0,1 1-1 0 0,-1-1 0 0 0,0 1 0 0 0,0-1 0 0 0,0 1 1 0 0,-1-1-1 0 0,0 0 0 0 0,0 1 0 0 0,-6 9 0 0 0,-1 2-853 0 0,9-15 705 0 0,-1-1 1 0 0,1 0-1 0 0,-1 1 0 0 0,1-1 0 0 0,-1 0 1 0 0,1 1-1 0 0,0-1 0 0 0,-1 0 1 0 0,1 1-1 0 0,0-1 0 0 0,0 1 0 0 0,0-1 1 0 0,0 0-1 0 0,1 1 0 0 0,-1-1 0 0 0,0 1 1 0 0,0-1-1 0 0,1 0 0 0 0,-1 1 1 0 0,1-1-1 0 0,0 2 0 0 0,1-1-652 0 0,0 0-1 0 0,0 0 1 0 0,1 0 0 0 0,-1-1-1 0 0,0 1 1 0 0,0-1-1 0 0,1 1 1 0 0,-1-1 0 0 0,6 2-1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27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978 14 640 0 0,'-66'16'3404'0'0,"2"3"0"0"0,-113 51 0 0 0,33-12 124 0 0,110-44-2774 0 0,16-6-45 0 0,1-1 0 0 0,-23 5 0 0 0,0-4-137 0 0,21-4-339 0 0,1-1-1 0 0,-20 8 1 0 0,31-9-187 0 0,0 1 1 0 0,1 0-1 0 0,0 0 1 0 0,-1 1-1 0 0,1 0 1 0 0,1 0-1 0 0,-1 0 0 0 0,1 0 1 0 0,-10 11-1 0 0,-4 3 77 0 0,0 1-1 0 0,-38 26 0 0 0,-17 14-93 0 0,67-52-21 0 0,-1 1 0 0 0,1 0 1 0 0,1 0-1 0 0,-1 0 0 0 0,1 1 1 0 0,-7 14-1 0 0,11-15 4 0 0,0 0 0 0 0,0 0 1 0 0,1 1-1 0 0,0-1 0 0 0,0 0 1 0 0,1 1-1 0 0,0-1 0 0 0,2 13 0 0 0,0 9 11 0 0,-2-27-23 0 0,0 0 0 0 0,0 0 0 0 0,1 1 0 0 0,0-1 0 0 0,0 0 0 0 0,0 0 0 0 0,0 0 0 0 0,0 0 0 0 0,0 0 0 0 0,1 0 0 0 0,-1-1 0 0 0,1 1-1 0 0,3 4 1 0 0,5 8 15 0 0,3 11 4 0 0,-10-19-4 0 0,0-1 0 0 0,0 1 0 0 0,0-1 0 0 0,1 0 0 0 0,0 0 0 0 0,1 0 0 0 0,-1-1 0 0 0,1 0-1 0 0,0 1 1 0 0,1-1 0 0 0,-1-1 0 0 0,8 6 0 0 0,15 8-43 0 0,0-1-1 0 0,1-1 1 0 0,1-1 0 0 0,1-2-1 0 0,0-1 1 0 0,0-2 0 0 0,49 11-1 0 0,17-5-26 0 0,0-5 0 0 0,149 0 0 0 0,-185-13 11 0 0,0-2 1 0 0,0-3-1 0 0,-1-3 0 0 0,0-2 1 0 0,72-26-1 0 0,-107 29 3 0 0,-1-2 0 0 0,-1 0 0 0 0,0-2 0 0 0,0 0 0 0 0,-2-2 0 0 0,0 0 0 0 0,0-1 0 0 0,-1-1-1 0 0,22-25 1 0 0,-31 29 78 0 0,1-1 1 0 0,-2 1-1 0 0,0-2 0 0 0,-1 1 0 0 0,0-1 0 0 0,-1-1 1 0 0,0 1-1 0 0,-2-2 0 0 0,0 1 0 0 0,-1 0 0 0 0,0-1 1 0 0,-1 0-1 0 0,-1 0 0 0 0,1-30 0 0 0,-4-140 657 0 0,0 178-646 0 0,0 1 1 0 0,-1-1-1 0 0,0 1 1 0 0,-1-1-1 0 0,0 1 1 0 0,0 0 0 0 0,0 0-1 0 0,-1-1 1 0 0,-1 2-1 0 0,1-1 1 0 0,-1 0-1 0 0,0 1 1 0 0,-6-8-1 0 0,3 7 15 0 0,-1-1 0 0 0,0 1 0 0 0,0 0 0 0 0,-1 1 0 0 0,0 0 0 0 0,0 0 1 0 0,-1 1-1 0 0,-18-9 0 0 0,-1 3 21 0 0,0 1 1 0 0,0 2 0 0 0,-1 1 0 0 0,0 1 0 0 0,-1 2 0 0 0,-42-2 0 0 0,63 6-85 0 0,-138-4-214 0 0,108 12-2024 0 0,15 6-4141 0 0,24-13 5882 0 0,1 1-1 0 0,-1-1 1 0 0,1 1-1 0 0,-1 0 1 0 0,1-1 0 0 0,-1 1-1 0 0,1-1 1 0 0,0 1 0 0 0,-1 0-1 0 0,1-1 1 0 0,0 1 0 0 0,0 0-1 0 0,0 0 1 0 0,-1-1-1 0 0,1 1 1 0 0,0 0 0 0 0,0-1-1 0 0,0 1 1 0 0,0 0 0 0 0,0 1-1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33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1166 393 800 0 0,'-28'6'1494'0'0,"-74"16"2892"0"0,91-20-3747 0 0,1 2 0 0 0,-1-1 0 0 0,1 2-1 0 0,0-1 1 0 0,0 1 0 0 0,-15 12 0 0 0,20-9 390 0 0,5-7-1012 0 0,0-1 0 0 0,0 0 1 0 0,0 0-1 0 0,0 1 0 0 0,0-1 1 0 0,0 0-1 0 0,0 0 0 0 0,0 1 1 0 0,0-1-1 0 0,0 0 0 0 0,0 1 1 0 0,-1-1-1 0 0,1 0 0 0 0,0 0 1 0 0,0 1-1 0 0,0-1 0 0 0,0 0 1 0 0,0 0-1 0 0,-1 0 0 0 0,1 1 1 0 0,0-1-1 0 0,0 0 0 0 0,0 0 1 0 0,-1 0-1 0 0,1 0 0 0 0,0 1 1 0 0,0-1-1 0 0,-1 0 0 0 0,1 0 1 0 0,0 0-1 0 0,0 0 0 0 0,-1 0 1 0 0,-21 6 355 0 0,22-6-367 0 0,0 0-1 0 0,0 0 1 0 0,0 0 0 0 0,0 0-1 0 0,0 0 1 0 0,0 0-1 0 0,0 1 1 0 0,-1-1 0 0 0,1 0-1 0 0,0 0 1 0 0,0 0 0 0 0,0 0-1 0 0,0 0 1 0 0,0 0 0 0 0,0 0-1 0 0,0 0 1 0 0,-1 0-1 0 0,1 0 1 0 0,0 0 0 0 0,0 0-1 0 0,0 0 1 0 0,0 0 0 0 0,0 0-1 0 0,0 0 1 0 0,-1 0 0 0 0,1 0-1 0 0,0 0 1 0 0,0 0-1 0 0,0 0 1 0 0,0 0 0 0 0,0 0-1 0 0,0 0 1 0 0,-1 0 0 0 0,1 0-1 0 0,0 0 1 0 0,0 0 0 0 0,0 0-1 0 0,0 0 1 0 0,0 0-1 0 0,0 0 1 0 0,0 0 0 0 0,-1 0-1 0 0,1 0 1 0 0,0-1 0 0 0,0 1-1 0 0,0 0 1 0 0,0 0 0 0 0,0 0-1 0 0,0 0 1 0 0,0 0-1 0 0,0 0 1 0 0,0 0 0 0 0,0-1-1 0 0,0 1 1 0 0,0 0 0 0 0,0 0-1 0 0,0 0 1 0 0,0 0 0 0 0,0 0-1 0 0,0 0 1 0 0,0-1-1 0 0,0 1 1 0 0,0 0 0 0 0,0 0-1 0 0,0 0 1 0 0,0 0 0 0 0,0 0 2 0 0,0-1 1 0 0,0 1 0 0 0,0 0-1 0 0,0 0 1 0 0,0 0 0 0 0,0 0 0 0 0,0 0-1 0 0,0 0 1 0 0,0-1 0 0 0,0 1-1 0 0,0 0 1 0 0,0 0 0 0 0,0 0-1 0 0,0 0 1 0 0,0 0 0 0 0,-1 0 0 0 0,1-1-1 0 0,0 1 1 0 0,0 0 0 0 0,0 0-1 0 0,0 0 1 0 0,0 0 0 0 0,0 0-1 0 0,0 0 1 0 0,0 0 0 0 0,0 0 0 0 0,0-1-1 0 0,-1 1 1 0 0,1 0 0 0 0,0 0-1 0 0,0 0 1 0 0,0 0 0 0 0,0 0-1 0 0,0 0 1 0 0,0 0 0 0 0,0 0-1 0 0,-1 0 1 0 0,1 0 0 0 0,0 0 0 0 0,0 0-1 0 0,0 0 1 0 0,0 0 0 0 0,0 0-1 0 0,0 0 1 0 0,-1 0 0 0 0,1 0-1 0 0,0 0 1 0 0,0 0 0 0 0,0 0 0 0 0,0 0-1 0 0,0 0 1 0 0,0 0 0 0 0,-1 0-1 0 0,1 0 1 0 0,0 0 0 0 0,0 0-1 0 0,0 1 1 0 0,0-1 0 0 0,0 0 0 0 0,0 0-1 0 0,0 0 1 0 0,0 0 0 0 0,-1 0-1 0 0,1 0 1 0 0,0 0 0 0 0,0 1-1 0 0,-10 2 44 0 0,0 1 0 0 0,0 0 0 0 0,0 1-1 0 0,0 0 1 0 0,1 0 0 0 0,0 1-1 0 0,-10 8 1 0 0,11-8 13 0 0,0 0 0 0 0,0 0-1 0 0,0-1 1 0 0,-1 0 0 0 0,0 0 0 0 0,-12 4 0 0 0,12-5-29 0 0,0 1 0 0 0,1 0 1 0 0,-1 1-1 0 0,1 0 1 0 0,0 0-1 0 0,0 1 1 0 0,-7 9-1 0 0,4-6 14 0 0,0 0-1 0 0,-23 17 1 0 0,-9-3 140 0 0,-1-1 1 0 0,0-2 0 0 0,-59 17 0 0 0,37-13-74 0 0,63-25-81 0 0,2 0-23 0 0,0 0 0 0 0,0 0 0 0 0,0 1 0 0 0,0-1 0 0 0,0 0 0 0 0,0 0 0 0 0,0 0 0 0 0,-1 1 0 0 0,1-1 0 0 0,0 1 0 0 0,0-1 0 0 0,0 1 0 0 0,1-1 0 0 0,-1 1 0 0 0,0-1-1 0 0,0 1 1 0 0,0 0 0 0 0,0-1 0 0 0,0 1 0 0 0,1 0 0 0 0,-1 0 0 0 0,0 0 0 0 0,1 0 0 0 0,-2 1 0 0 0,-3 6 134 0 0,-15 1-114 0 0,-15 9 27 0 0,21-1-18 0 0,12-14-25 0 0,0 0-1 0 0,0-1 1 0 0,0 1-1 0 0,-1-1 0 0 0,1 0 1 0 0,-1 1-1 0 0,-5 2 1 0 0,4-2 17 0 0,-31 22 139 0 0,33-24-167 0 0,1 0 1 0 0,-1 0 0 0 0,1 0-1 0 0,-1 1 1 0 0,1-1 0 0 0,0 0-1 0 0,0 1 1 0 0,-1 0 0 0 0,1-1-1 0 0,0 1 1 0 0,0-1 0 0 0,1 1-1 0 0,-1 0 1 0 0,0 0 0 0 0,1 0-1 0 0,-1 2 1 0 0,1-3-1 0 0,-1 0 1 0 0,1 0-1 0 0,0 0 1 0 0,0 0-1 0 0,0 0 0 0 0,-1 0 1 0 0,1 0-1 0 0,-1 0 0 0 0,1 0 1 0 0,0 0-1 0 0,-1 0 1 0 0,0 0-1 0 0,1 0 0 0 0,-1 0 1 0 0,0 0-1 0 0,1 0 1 0 0,-1-1-1 0 0,0 1 0 0 0,0 0 1 0 0,0-1-1 0 0,1 1 1 0 0,-1 0-1 0 0,0-1 0 0 0,0 1 1 0 0,-2 0-1 0 0,2-1-1 0 0,0 1 0 0 0,0-1 0 0 0,0 1 0 0 0,0-1 0 0 0,1 1-1 0 0,-1-1 1 0 0,0 1 0 0 0,0 0 0 0 0,0 0 0 0 0,0-1 0 0 0,1 1 0 0 0,-1 0 0 0 0,0 0 0 0 0,1 0 0 0 0,-1 0-1 0 0,1 0 1 0 0,-1 0 0 0 0,1 0 0 0 0,-1 0 0 0 0,1 0 0 0 0,0 0 0 0 0,-1 0 0 0 0,1 0 0 0 0,0 0 0 0 0,0 2-1 0 0,1 19 64 0 0,-1-17-4 0 0,1 0 0 0 0,-1-1 0 0 0,0 1 0 0 0,-1 0 0 0 0,1 0 0 0 0,-1 0 0 0 0,0-1 0 0 0,0 1-1 0 0,-3 7 1 0 0,-6 2 142 0 0,8-13-184 0 0,1 1 1 0 0,-1-1-1 0 0,1 1 0 0 0,0-1 1 0 0,0 1-1 0 0,0 0 1 0 0,-1-1-1 0 0,2 1 1 0 0,-1 0-1 0 0,0 0 1 0 0,0 0-1 0 0,0-1 1 0 0,1 1-1 0 0,-1 0 0 0 0,1 0 1 0 0,-1 4-1 0 0,1-6-20 0 0,0 1 1 0 0,0-1-1 0 0,0 0 0 0 0,0 1 0 0 0,0-1 0 0 0,0 0 0 0 0,0 1 0 0 0,0-1 0 0 0,0 0 0 0 0,0 1 0 0 0,0-1 0 0 0,0 0 0 0 0,0 1 1 0 0,0-1-1 0 0,-1 0 0 0 0,1 1 0 0 0,0-1 0 0 0,0 0 0 0 0,0 0 0 0 0,-1 1 0 0 0,1-1 0 0 0,0 0 0 0 0,0 0 0 0 0,-1 0 0 0 0,1 1 1 0 0,0-1-1 0 0,0 0 0 0 0,-1 0 0 0 0,1 0 0 0 0,0 0 0 0 0,-1 1 0 0 0,-7 1-25 0 0,7-1 19 0 0,0-1 0 0 0,0 0-1 0 0,0 0 1 0 0,0 0 0 0 0,0 1 0 0 0,1-1 0 0 0,-1 0 0 0 0,0 1-1 0 0,0-1 1 0 0,0 1 0 0 0,0-1 0 0 0,1 1 0 0 0,-1 0 0 0 0,0-1-1 0 0,0 1 1 0 0,1 0 0 0 0,-1-1 0 0 0,1 1 0 0 0,-1 0-1 0 0,1 0 1 0 0,-1-1 0 0 0,1 1 0 0 0,-1 0 0 0 0,1 0 0 0 0,-1 0-1 0 0,1 0 1 0 0,0 0 0 0 0,0 0 0 0 0,0 0 0 0 0,-1 0-1 0 0,1 0 1 0 0,0 0 0 0 0,0-1 0 0 0,0 1 0 0 0,1 2 0 0 0,-1 3 114 0 0,0 1 1 0 0,-1-1-1 0 0,1 0 1 0 0,-1 0-1 0 0,0 1 1 0 0,-1-1-1 0 0,1 0 1 0 0,-1 0-1 0 0,0-1 1 0 0,-1 1-1 0 0,0 0 1 0 0,1-1-1 0 0,-8 10 1 0 0,9-11-114 0 0,-1 1 1 0 0,0 0-1 0 0,1 0 0 0 0,0 0 0 0 0,0 0 0 0 0,1 0 1 0 0,-1 0-1 0 0,1 0 0 0 0,0 0 0 0 0,0 0 1 0 0,2 9-1 0 0,0 11-164 0 0,-2-18 158 0 0,0-3 5 0 0,0 0 0 0 0,0 0 0 0 0,0 0 0 0 0,0 0 0 0 0,1 1 1 0 0,2 7-1 0 0,-2-11-1 0 0,0 1 1 0 0,0 0 0 0 0,0-1 0 0 0,1 1 0 0 0,-1 0 0 0 0,0-1 0 0 0,1 1-1 0 0,-1-1 1 0 0,1 0 0 0 0,0 0 0 0 0,-1 1 0 0 0,1-1 0 0 0,0 0 0 0 0,0 0-1 0 0,0-1 1 0 0,3 2 0 0 0,9 5 19 0 0,0 1-1 0 0,-1 0 1 0 0,0 1-1 0 0,0 0 1 0 0,-1 1 0 0 0,14 13-1 0 0,25 20 31 0 0,-46-39-28 0 0,0 0-1 0 0,-1 0 1 0 0,1 1-1 0 0,-1 0 1 0 0,6 9 0 0 0,-6-9 8 0 0,-1 0 1 0 0,1 0 0 0 0,0-1-1 0 0,0 0 1 0 0,10 8-1 0 0,4 3 10 0 0,2-2 0 0 0,0 0 0 0 0,0 0 0 0 0,1-2 0 0 0,1-1 0 0 0,0-1 0 0 0,31 9 1 0 0,-43-16 17 0 0,0 1 0 0 0,0 0 1 0 0,0 0-1 0 0,9 5 0 0 0,-16-7-43 0 0,0 1-1 0 0,0-1 0 0 0,-1 0 0 0 0,1 0 0 0 0,0 0 1 0 0,0 0-1 0 0,0-1 0 0 0,0 1 0 0 0,0-1 0 0 0,0 1 1 0 0,6-1-1 0 0,-5 0 13 0 0,1 0 0 0 0,-1 0 1 0 0,0 1-1 0 0,0-1 0 0 0,0 1 1 0 0,7 2-1 0 0,38 5 290 0 0,-6-2 3 0 0,93 16 806 0 0,-132-21-1065 0 0,-1 1 1 0 0,0-1 0 0 0,0 0 0 0 0,1 1 0 0 0,-1 0-1 0 0,0 0 1 0 0,0-1 0 0 0,0 2 0 0 0,-1-1 0 0 0,1 0 0 0 0,0 1-1 0 0,-1-1 1 0 0,0 1 0 0 0,1 0 0 0 0,-1 0 0 0 0,0-1-1 0 0,-1 2 1 0 0,1-1 0 0 0,0 0 0 0 0,-1 0 0 0 0,0 0 0 0 0,1 1-1 0 0,-1-1 1 0 0,-1 1 0 0 0,1-1 0 0 0,0 5 0 0 0,-1-6-3 0 0,0 0 1 0 0,0 0-1 0 0,0 0 0 0 0,1 0 1 0 0,-1 0-1 0 0,0 0 1 0 0,1 0-1 0 0,0 0 1 0 0,-1 0-1 0 0,1-1 1 0 0,0 1-1 0 0,0 0 1 0 0,0 0-1 0 0,0-1 1 0 0,0 1-1 0 0,0-1 1 0 0,1 1-1 0 0,2 2 1 0 0,7 11 270 0 0,-2 4 68 0 0,-8-17-350 0 0,0 0 0 0 0,0 1-1 0 0,0-1 1 0 0,0 0 0 0 0,1 0 0 0 0,-1 0 0 0 0,0 0-1 0 0,1 0 1 0 0,0 0 0 0 0,-1 0 0 0 0,1-1 0 0 0,0 1 0 0 0,0-1-1 0 0,0 1 1 0 0,0-1 0 0 0,2 2 0 0 0,13 6 114 0 0,-11-6-87 0 0,0 0 0 0 0,0 1 0 0 0,0 0 0 0 0,8 6 0 0 0,-6-2 43 0 0,2-2 0 0 0,-1 1 0 0 0,1-2 1 0 0,0 1-1 0 0,0-1 0 0 0,0 0 1 0 0,1-1-1 0 0,0-1 0 0 0,15 4 0 0 0,-5-1 49 0 0,74 19 144 0 0,-59-17-92 0 0,61 23-1 0 0,-86-27-184 0 0,0 0 0 0 0,1 0-1 0 0,-1-2 1 0 0,15 3 0 0 0,34 9 67 0 0,-38-8-114 0 0,0 0 0 0 0,1-2-1 0 0,-1 0 1 0 0,1-2 0 0 0,0 0-1 0 0,0-2 1 0 0,42-4 0 0 0,-53 2 4 0 0,1-1 1 0 0,-1-1 0 0 0,0 0-1 0 0,-1 0 1 0 0,20-11 0 0 0,-22 9 2 0 0,-1 1 0 0 0,1 0 0 0 0,0 0 1 0 0,0 1-1 0 0,0 0 0 0 0,11-3 1 0 0,-8 3-8 0 0,-1 0 0 0 0,0-1 0 0 0,13-7 0 0 0,-15 7-28 0 0,1 1 0 0 0,0 1 0 0 0,0-1 0 0 0,0 1 0 0 0,0 1 0 0 0,1 0 0 0 0,-1 0 0 0 0,13 1 0 0 0,-23 4-34 0 0,0-2 54 0 0,8-2 6 0 0,0 0 0 0 0,0 0 0 0 0,0-1 0 0 0,-1 0 0 0 0,14-5 0 0 0,-15 0 20 0 0,-6 7 2 0 0,0-1-1 0 0,0 1 0 0 0,0 0 1 0 0,0 0-1 0 0,0 0 0 0 0,0-1 1 0 0,0 1-1 0 0,0 0 0 0 0,0 0 1 0 0,0 0-1 0 0,0-1 0 0 0,0 1 1 0 0,0 0-1 0 0,0 0 0 0 0,1 0 0 0 0,-1 0 1 0 0,0-1-1 0 0,0 1 0 0 0,0 0 1 0 0,0 0-1 0 0,0 0 0 0 0,1 0 1 0 0,-1 0-1 0 0,0-1 0 0 0,0 1 1 0 0,0 0-1 0 0,0 0 0 0 0,1 0 0 0 0,-1 0 1 0 0,0 0-1 0 0,0 0 0 0 0,0 0 1 0 0,1 0-1 0 0,-1 0 0 0 0,0 0 1 0 0,0 0-1 0 0,0 0 0 0 0,1 0 1 0 0,-1 0-1 0 0,15-4-34 0 0,0 0-1 0 0,0-1 1 0 0,27-13-1 0 0,-31 1 8 0 0,22-20-54 0 0,-11 19 38 0 0,-19 17 36 0 0,0 0 0 0 0,0-1 1 0 0,-1 1-1 0 0,1-1 0 0 0,-1 0 1 0 0,1 0-1 0 0,-1 0 0 0 0,0 0 0 0 0,0 0 1 0 0,0 0-1 0 0,0 0 0 0 0,0-1 1 0 0,0 1-1 0 0,-1-1 0 0 0,3-4 0 0 0,-6 4-5 0 0,4-2 11 0 0,25-8-69 0 0,-22 8 69 0 0,-5 9 67 0 0,0-2-14 0 0,27-2-666 0 0,-26 0 607 0 0,-1-1 0 0 0,1 1 1 0 0,-1 0-1 0 0,1 0 0 0 0,-1-1 1 0 0,0 1-1 0 0,1 0 0 0 0,-1 0 1 0 0,0-1-1 0 0,1 1 0 0 0,-1-1 0 0 0,0 1 1 0 0,1 0-1 0 0,-1-1 0 0 0,0 1 1 0 0,0-1-1 0 0,0 1 0 0 0,1 0 1 0 0,-1-1-1 0 0,0 1 0 0 0,0-1 1 0 0,0 1-1 0 0,0-1 0 0 0,0 1 1 0 0,0-1-1 0 0,0 1 0 0 0,0-1 0 0 0,4-9 6 0 0,3 6 0 0 0,-5 4 1 0 0,-1-1-1 0 0,0 1 1 0 0,0-1-1 0 0,0 1 1 0 0,0-1-1 0 0,0 1 1 0 0,0-1-1 0 0,0 1 1 0 0,0-1-1 0 0,0 0 0 0 0,-1 1 1 0 0,1-1-1 0 0,0 0 1 0 0,0 0-1 0 0,-1 0 1 0 0,1 0-1 0 0,0 0 1 0 0,-1 0-1 0 0,1 0 0 0 0,-1 0 1 0 0,1 0-1 0 0,-1 0 1 0 0,0 0-1 0 0,1 0 1 0 0,-1 0-1 0 0,0 0 1 0 0,1-2-1 0 0,-1 1 3 0 0,0 1-1 0 0,0 0 1 0 0,0 0 0 0 0,0-1-1 0 0,0 1 1 0 0,1 0-1 0 0,-1 0 1 0 0,0 0 0 0 0,1-1-1 0 0,-1 1 1 0 0,1 0-1 0 0,0 0 1 0 0,-1 0 0 0 0,1 0-1 0 0,0 0 1 0 0,0 0 0 0 0,-1 0-1 0 0,1 0 1 0 0,0 0-1 0 0,0 1 1 0 0,0-1 0 0 0,0 0-1 0 0,0 0 1 0 0,2 0 0 0 0,-2 0 0 0 0,0 1 0 0 0,0-1 0 0 0,0 0 1 0 0,0 1-1 0 0,0-1 0 0 0,0 0 0 0 0,0 0 1 0 0,0 0-1 0 0,0 0 0 0 0,-1 0 0 0 0,1 0 1 0 0,0 0-1 0 0,0 0 0 0 0,-1 0 0 0 0,1 0 1 0 0,-1 0-1 0 0,1-1 0 0 0,-1 1 0 0 0,0 0 1 0 0,1 0-1 0 0,-1 0 0 0 0,0-1 0 0 0,0 1 1 0 0,0-2-1 0 0,0 1-1 0 0,0 1 1 0 0,0-1 0 0 0,0 1 0 0 0,0-1-1 0 0,0 1 1 0 0,0-1 0 0 0,0 1-1 0 0,1-1 1 0 0,-1 1 0 0 0,1-1-1 0 0,-1 1 1 0 0,1 0 0 0 0,-1-1 0 0 0,1 1-1 0 0,0-1 1 0 0,0 1 0 0 0,-1 0-1 0 0,1 0 1 0 0,0 0 0 0 0,0-1-1 0 0,0 1 1 0 0,1 0 0 0 0,-1 0 0 0 0,0 0-1 0 0,0 1 1 0 0,1-1 0 0 0,-1 0-1 0 0,2-1 1 0 0,3-1-1 0 0,0-5-2 0 0,-1 1 0 0 0,3 5-3 0 0,-7 1 1 0 0,0 1 0 0 0,0 0 0 0 0,0-1 0 0 0,0 1 1 0 0,0-1-1 0 0,0 1 0 0 0,0-1 0 0 0,0 0 1 0 0,0 1-1 0 0,0-1 0 0 0,0 0 0 0 0,0 0 1 0 0,0 0-1 0 0,0 0 0 0 0,-1 1 0 0 0,1-1 1 0 0,0 0-1 0 0,-1 0 0 0 0,1 0 0 0 0,-1-1 1 0 0,1 1-1 0 0,-1 0 0 0 0,1 0 0 0 0,-1 0 0 0 0,0 0 1 0 0,0 0-1 0 0,1-1 0 0 0,-1 1 0 0 0,0 0 1 0 0,0 0-1 0 0,0 0 0 0 0,0 0 0 0 0,-1-1 1 0 0,1 1-1 0 0,0-2 0 0 0,-1-2-6 0 0,1 2 11 0 0,-1 1 1 0 0,1 0-1 0 0,0 0 1 0 0,-1-1 0 0 0,1 1-1 0 0,0 0 1 0 0,1-1 0 0 0,-1 1-1 0 0,0 0 1 0 0,1 0 0 0 0,-1-1-1 0 0,1 1 1 0 0,0 0 0 0 0,0 0-1 0 0,0 0 1 0 0,1-3-1 0 0,6-1 4 0 0,-6 5-9 0 0,-1 0 0 0 0,1 0 1 0 0,-1 0-1 0 0,0 0 0 0 0,0 0 0 0 0,1-1 1 0 0,-1 1-1 0 0,0 0 0 0 0,0-1 1 0 0,0 1-1 0 0,0-1 0 0 0,0 1 0 0 0,-1-1 1 0 0,1 1-1 0 0,0-1 0 0 0,-1 0 1 0 0,1 1-1 0 0,-1-1 0 0 0,0 0 0 0 0,1 0 1 0 0,-1 1-1 0 0,0-1 0 0 0,0 0 1 0 0,0 0-1 0 0,0 1 0 0 0,-1-4 0 0 0,1-2 9 0 0,-1 5-5 0 0,1-1 0 0 0,-1 1 0 0 0,1 0 1 0 0,0-1-1 0 0,0 1 0 0 0,0-1 0 0 0,0 1 0 0 0,1 0 0 0 0,-1-1 0 0 0,1 1 0 0 0,-1 0 0 0 0,1-1 0 0 0,0 1 0 0 0,0 0 0 0 0,2-4 0 0 0,3 1-12 0 0,-4 4 8 0 0,-1 0 0 0 0,1 0 0 0 0,0-1 0 0 0,-1 1 0 0 0,0-1 0 0 0,1 1 0 0 0,-1-1 0 0 0,0 1 0 0 0,0-1-1 0 0,0 0 1 0 0,0 0 0 0 0,0 1 0 0 0,0-1 0 0 0,0 0 0 0 0,0 0 0 0 0,-1 0 0 0 0,1 0 0 0 0,-1 0 0 0 0,0 0-1 0 0,1 0 1 0 0,-1 0 0 0 0,0 0 0 0 0,0 0 0 0 0,0 0 0 0 0,0 0 0 0 0,-1-2 0 0 0,1 2 0 0 0,0 0 0 0 0,-1 0 0 0 0,1 0 0 0 0,0 0 0 0 0,-1 0 0 0 0,0 0 0 0 0,1 0 0 0 0,-1 0 1 0 0,0 0-1 0 0,0 0 0 0 0,0 1 0 0 0,0-1 0 0 0,0 0 0 0 0,0 1 0 0 0,-1-1 0 0 0,1 1 0 0 0,-2-3 0 0 0,-8-10-43 0 0,8 6 34 0 0,1 1 1 0 0,1-1 0 0 0,-1 1 0 0 0,1-1-1 0 0,1 1 1 0 0,-1-1 0 0 0,1 0 0 0 0,1 1-1 0 0,1-10 1 0 0,-1-14-34 0 0,0 8 35 0 0,0 15-9 0 0,0 1-1 0 0,-1 0 1 0 0,0-1 0 0 0,0 1 0 0 0,-1 0-1 0 0,0-1 1 0 0,0 1 0 0 0,-4-13 0 0 0,-6 6-101 0 0,9 12 100 0 0,1 1-1 0 0,-1-1 1 0 0,1 1 0 0 0,0-1-1 0 0,0 0 1 0 0,-1 1-1 0 0,1-1 1 0 0,0 0 0 0 0,1 0-1 0 0,-1 0 1 0 0,0 1 0 0 0,0-1-1 0 0,1 0 1 0 0,-1 0 0 0 0,1 0-1 0 0,0 0 1 0 0,0-3 0 0 0,-1 3 10 0 0,1 0 0 0 0,0 0 0 0 0,0 0 0 0 0,-1 0 0 0 0,1-1 0 0 0,-1 1 0 0 0,0 1-1 0 0,0-1 1 0 0,1 0 0 0 0,-1 0 0 0 0,0 0 0 0 0,-1 0 0 0 0,1 1 0 0 0,0-1 0 0 0,0 0 0 0 0,-1 1 0 0 0,-3-3 0 0 0,-4-7-2 0 0,-7-15-4 0 0,-6-5-36 0 0,15 23 62 0 0,-62-71-104 0 0,61 69 111 0 0,1-1 0 0 0,0 0 0 0 0,0 0 0 0 0,1 0 0 0 0,-8-22 0 0 0,3-21 289 0 0,3 26-229 0 0,3 16-109 0 0,2-1 0 0 0,-1 0 1 0 0,2 0-1 0 0,-1 0 0 0 0,1-15 0 0 0,2 23 0 0 0,0-1-1 0 0,-1 0 0 0 0,0 1 0 0 0,0 0 1 0 0,0-1-1 0 0,0 1 0 0 0,-1-1 0 0 0,0 1 1 0 0,0 0-1 0 0,-1 0 0 0 0,-2-5 0 0 0,-3-5-27 0 0,4 6 40 0 0,3 6 21 0 0,-1 0 1 0 0,1 0-1 0 0,-1 0 0 0 0,0 0 1 0 0,0 0-1 0 0,0 0 0 0 0,0 0 1 0 0,0 0-1 0 0,0 1 0 0 0,-1-1 1 0 0,1 1-1 0 0,-1-1 0 0 0,-5-2 1 0 0,0-3 7 0 0,1 0 0 0 0,0 0 0 0 0,0-1 0 0 0,1 0 0 0 0,0 0 0 0 0,0 0 0 0 0,-7-19 0 0 0,2-7-77 0 0,2 16 7 0 0,6 15 51 0 0,1 0 0 0 0,-1 0 0 0 0,2-1 0 0 0,-1 1-1 0 0,0-1 1 0 0,1 1 0 0 0,0-1 0 0 0,0 0 0 0 0,0 1 0 0 0,0-8 0 0 0,1 11 8 0 0,0-1 0 0 0,0 0 0 0 0,0 0 0 0 0,-1 0-1 0 0,1 1 1 0 0,0-1 0 0 0,-1 0 0 0 0,1 0 0 0 0,-1 1 0 0 0,0-1 0 0 0,1 0 0 0 0,-1 1 0 0 0,0-1 0 0 0,0 1 0 0 0,0-1 0 0 0,0 1 0 0 0,0-1 0 0 0,-1 1 0 0 0,1 0 0 0 0,-3-3-1 0 0,3 3 4 0 0,-1 0 0 0 0,1 0 0 0 0,0 0-1 0 0,0-1 1 0 0,0 1 0 0 0,0 0-1 0 0,0-1 1 0 0,0 1 0 0 0,0 0-1 0 0,0-1 1 0 0,0 0 0 0 0,1 1 0 0 0,-1-1-1 0 0,1 1 1 0 0,-1-1 0 0 0,1 0-1 0 0,-1 1 1 0 0,1-1 0 0 0,0 0-1 0 0,0-3 1 0 0,0 5-5 0 0,0 0 1 0 0,-1-1-1 0 0,1 1 0 0 0,0-1 0 0 0,0 1 1 0 0,-1 0-1 0 0,1-1 0 0 0,0 1 0 0 0,-1 0 1 0 0,1-1-1 0 0,0 1 0 0 0,-1 0 0 0 0,1-1 0 0 0,-1 1 1 0 0,1 0-1 0 0,0 0 0 0 0,-1 0 0 0 0,1-1 1 0 0,-1 1-1 0 0,1 0 0 0 0,-1 0 0 0 0,1 0 1 0 0,-1 0-1 0 0,1 0 0 0 0,-1 0 0 0 0,1 0 1 0 0,0 0-1 0 0,-1 0 0 0 0,0 0 0 0 0,-14 0-1 0 0,15 0-2 0 0,-1 0 4 0 0,1 0 0 0 0,-1-1 0 0 0,1 1 0 0 0,-1-1 1 0 0,1 1-1 0 0,0 0 0 0 0,-1-1 0 0 0,1 1 0 0 0,0-1 1 0 0,-1 1-1 0 0,1-1 0 0 0,0 1 0 0 0,-1-1 0 0 0,1 1 0 0 0,0-1 1 0 0,0 1-1 0 0,0-1 0 0 0,-1 0 0 0 0,1 1 0 0 0,0-1 0 0 0,0 1 1 0 0,0-1-1 0 0,0 0 0 0 0,0 1 0 0 0,0-2 0 0 0,-4-11-17 0 0,-4 8 19 0 0,7 5 0 0 0,0 0 0 0 0,0-1 0 0 0,0 1 0 0 0,0-1 0 0 0,0 0 0 0 0,0 1 0 0 0,0-1 0 0 0,0 0 0 0 0,0 1 0 0 0,0-1 0 0 0,0 0 0 0 0,0 0 0 0 0,1 0 0 0 0,-1 0 0 0 0,0 0 0 0 0,1 0 0 0 0,-1 0 0 0 0,0 0 0 0 0,1 0 0 0 0,0 0 0 0 0,-1 0 0 0 0,1 0 0 0 0,-1 0 0 0 0,1 0 0 0 0,0-3 0 0 0,0 3 1 0 0,0 0-1 0 0,0 1 1 0 0,0-1 0 0 0,-1 0-1 0 0,1 0 1 0 0,0 0 0 0 0,0 0-1 0 0,-1 0 1 0 0,1 0 0 0 0,0 0-1 0 0,-1 0 1 0 0,1 0 0 0 0,-1 1-1 0 0,1-1 1 0 0,-1 0 0 0 0,0 0-1 0 0,1 1 1 0 0,-1-1 0 0 0,0 0-1 0 0,1 1 1 0 0,-1-1-1 0 0,0 0 1 0 0,0 1 0 0 0,0-1-1 0 0,1 1 1 0 0,-1 0 0 0 0,-2-1-1 0 0,2 0 3 0 0,0 1-1 0 0,0-1 0 0 0,0 1 0 0 0,0-1 0 0 0,0 1 1 0 0,0-1-1 0 0,1 0 0 0 0,-1 1 0 0 0,0-1 0 0 0,0 0 1 0 0,0 0-1 0 0,1 0 0 0 0,-1 0 0 0 0,0 0 0 0 0,1 0 1 0 0,-1 0-1 0 0,1 0 0 0 0,-1 0 0 0 0,1 0 0 0 0,-1 0 1 0 0,1 0-1 0 0,0 0 0 0 0,-1 0 0 0 0,1 0 0 0 0,0 0 1 0 0,0 0-1 0 0,0-3 0 0 0,0 3-1 0 0,0 0-1 0 0,0 1 1 0 0,0-1 0 0 0,-1 0-1 0 0,1 0 1 0 0,0 0 0 0 0,-1 0-1 0 0,1 1 1 0 0,0-1 0 0 0,-1 0-1 0 0,1 0 1 0 0,-1 1 0 0 0,1-1-1 0 0,-1 0 1 0 0,0 1 0 0 0,1-1-1 0 0,-1 0 1 0 0,0 1 0 0 0,1-1-1 0 0,-1 1 1 0 0,0-1 0 0 0,0 1-1 0 0,1-1 1 0 0,-1 1-1 0 0,0 0 1 0 0,0-1 0 0 0,0 1-1 0 0,1 0 1 0 0,-1 0 0 0 0,0 0-1 0 0,0 0 1 0 0,0-1 0 0 0,-1 1-1 0 0,-4-1-9 0 0,-5-12 76 0 0,-10 7-70 0 0,16 5 6 0 0,-1 0-1 0 0,1-1 0 0 0,0 1 1 0 0,0-1-1 0 0,0-1 0 0 0,-8-3 0 0 0,3 1 28 0 0,0 0-1 0 0,0 1 1 0 0,-1 0-1 0 0,1 0 1 0 0,-17-2-1 0 0,-69-11 80 0 0,80 15-88 0 0,-174-33 366 0 0,59 7-307 0 0,104 22-53 0 0,22 4 40 0 0,-1-3 13 0 0,-2 5-19 0 0,-1 0 0 0 0,1 0 0 0 0,-17 2 0 0 0,-23 2-52 0 0,21-3-22 0 0,-67 14-19 0 0,47 3-46 0 0,25-8 41 0 0,0 0 29 0 0,1 2 1 0 0,0 1-1 0 0,-33 27 1 0 0,-23 15-16 0 0,61-45 43 0 0,3-3 42 0 0,0 2 1 0 0,0 0 0 0 0,1 0-1 0 0,-14 14 1 0 0,11-7-4 0 0,6-8-68 0 0,2 0 0 0 0,-1 0 0 0 0,1 1 0 0 0,-6 10-1 0 0,8-10-32 0 0,3-5 38 0 0,0 0 0 0 0,0 0 1 0 0,0-1-1 0 0,0 1 0 0 0,-1 0 0 0 0,0-1 1 0 0,0 1-1 0 0,0-1 0 0 0,-3 3 0 0 0,0-3-633 0 0,5-6 257 0 0,8-10-657 0 0,20-20-3378 0 0,6-29-5830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34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34 240 0 0,'-1'-1'100'0'0,"0"0"0"0"0,0 0 0 0 0,0 1 0 0 0,0-1 0 0 0,0 0-1 0 0,0 0 1 0 0,0 0 0 0 0,0 1 0 0 0,0-1 0 0 0,0 0 0 0 0,-1 1 0 0 0,1 0 0 0 0,0-1-1 0 0,0 1 1 0 0,-1-1 0 0 0,1 1 0 0 0,0 0 0 0 0,-1 0 0 0 0,1 0 0 0 0,-3 0 0 0 0,4 0 56 0 0,0 0-108 0 0,-1 0-1 0 0,1 0 0 0 0,0 0 0 0 0,0 0 0 0 0,-1 0 1 0 0,1 0-1 0 0,0 0 0 0 0,0 0 0 0 0,-1 0 0 0 0,1 0 1 0 0,0 0-1 0 0,0-1 0 0 0,0 1 0 0 0,-1 0 0 0 0,1 0 0 0 0,0 0 1 0 0,0 0-1 0 0,0 0 0 0 0,-1 0 0 0 0,1-1 0 0 0,0 1 1 0 0,0 0-1 0 0,0 0 0 0 0,0 0 0 0 0,-1 0 0 0 0,1-1 1 0 0,0 1-1 0 0,0 0 0 0 0,0 0 0 0 0,0-1 0 0 0,0 1 1 0 0,0 0-1 0 0,0 0 0 0 0,0 0 0 0 0,0-1 0 0 0,0 1 0 0 0,0 0 1 0 0,0 0-1 0 0,0-1 0 0 0,0 1 0 0 0,0 0 0 0 0,0 0 1 0 0,0-1-1 0 0,0 1 0 0 0,0 0 0 0 0,0-1 0 0 0,0 1-23 0 0,0 0 0 0 0,0 0 0 0 0,0 0-1 0 0,0-1 1 0 0,0 1 0 0 0,0 0 0 0 0,0 0-1 0 0,0 0 1 0 0,0-1 0 0 0,0 1 0 0 0,0 0 0 0 0,0 0-1 0 0,0-1 1 0 0,0 1 0 0 0,0 0 0 0 0,0 0-1 0 0,0 0 1 0 0,0-1 0 0 0,0 1 0 0 0,0 0-1 0 0,0 0 1 0 0,0 0 0 0 0,0-1 0 0 0,-1 1-1 0 0,1 0 1 0 0,0 0 0 0 0,0 0 0 0 0,0 0 0 0 0,0-1-1 0 0,-1 1 1 0 0,1 0 0 0 0,0 0 0 0 0,0 0-1 0 0,0 0 1 0 0,0 0 0 0 0,-1 0 0 0 0,1 0-1 0 0,0 0 1 0 0,0-1 0 0 0,-1 1 0 0 0,1 0-1 0 0,0 0 1 0 0,0 0 0 0 0,0 0 0 0 0,-1 0 0 0 0,1 0-1 0 0,-1 0 196 0 0,-1 1-108 0 0,1-1 1 0 0,-1 0-1 0 0,0 0 0 0 0,1 0 1 0 0,-1 0-1 0 0,1-1 1 0 0,-1 1-1 0 0,1 0 0 0 0,-1-1 1 0 0,1 1-1 0 0,-1-1 1 0 0,1 1-1 0 0,0-1 0 0 0,-1 0 1 0 0,-1-1-1 0 0,8 1 796 0 0,-5 1-794 0 0,2 0-17 0 0,-1 0 0 0 0,1-1 0 0 0,-1 1 0 0 0,1 0 0 0 0,-1 0 0 0 0,1 0 0 0 0,-1 0 0 0 0,1 1 0 0 0,-1-1 0 0 0,0 0 0 0 0,1 1 0 0 0,-1-1 0 0 0,1 1 0 0 0,-1-1 0 0 0,0 1 0 0 0,0 0 0 0 0,2 1 1908 0 0,3 5-57 0 0,12 6-861 0 0,2 5 83 0 0,15 6-55 0 0,49 27 1 0 0,-56-35-770 0 0,226 116 1323 0 0,-223-116-1523 0 0,-1 1 0 0 0,30 23 1 0 0,-17-11-89 0 0,-33-22-60 0 0,1 0 1 0 0,-2 1-1 0 0,1 0 0 0 0,15 17 1 0 0,-1-2-1092 0 0,-15-16 80 0 0,-9-7 927 0 0,0 0 0 0 0,0 0 0 0 0,1 0 0 0 0,-1 0 0 0 0,0 1 0 0 0,0-1-1 0 0,1 0 1 0 0,-1 0 0 0 0,0 1 0 0 0,0-1 0 0 0,0 0 0 0 0,1 0 0 0 0,-1 1 0 0 0,0-1 0 0 0,0 0 0 0 0,0 0-1 0 0,0 1 1 0 0,0-1 0 0 0,1 0 0 0 0,-1 1 0 0 0,0-1 0 0 0,0 0 0 0 0,0 0 0 0 0,0 1 0 0 0,0-1 0 0 0,0 0-1 0 0,0 1 1 0 0,0-1 0 0 0,0 0 0 0 0,0 1 0 0 0,0-1 0 0 0,-1 0 0 0 0,1 0 0 0 0,0 1 0 0 0,0-1 0 0 0,0 0 0 0 0,0 1-1 0 0,0-1 1 0 0,-1 0 0 0 0,1 0 0 0 0,0 1 0 0 0,0-1 0 0 0,0 0 0 0 0,-1 0 0 0 0,1 0 0 0 0,0 1 0 0 0,0-1-1 0 0,-1 0 1 0 0,1 0 0 0 0,0 0 0 0 0,-28 8-7170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35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1 310 1521 0 0,'0'-8'1520'0'0,"32"1"-399"0"0,1 1 159 0 0,0-8 81 0 0,-1-1 320 0 0,66-12 400 0 0,124-35 1440 0 0,72-13-479 0 0,-163 33-2162 0 0,-66 15-1120 0 0,-32 7 0 0 0,-1 13-961 0 0,1 7-799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35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7 240 0 0,'0'0'7577'0'0,"5"0"-5123"0"0,118 0 5173 0 0,184-6-5863 0 0,58 7-1457 0 0,-315 2-703 0 0,59 12-1 0 0,-89-11-551 0 0,0 1 0 0 0,0 1-1 0 0,0 1 1 0 0,-1 1 0 0 0,21 11-1 0 0,-7 5-5214 0 0,-28-12-920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36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80 0 0,'0'0'2961'0'0,"-33"6"-1120"0"0,33 15 400 0 0,0 20 1281 0 0,0 15-241 0 0,0-2-1440 0 0,0 2-960 0 0,33 7-401 0 0,-66-9 0 0 0,33 2-400 0 0,0-16-1360 0 0,0-11-5283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37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49 1521 0 0,'1'-2'129'0'0,"-1"1"0"0"0,1 0 0 0 0,0 0 1 0 0,-1 0-1 0 0,1 0 0 0 0,0 0 1 0 0,0 0-1 0 0,0 0 0 0 0,0 0 0 0 0,0 0 1 0 0,0 0-1 0 0,0 1 0 0 0,0-1 0 0 0,0 0 1 0 0,0 1-1 0 0,0-1 0 0 0,0 0 0 0 0,1 1 1 0 0,-1 0-1 0 0,0-1 0 0 0,0 1 1 0 0,1 0-1 0 0,-1-1 0 0 0,0 1 0 0 0,2 0 1 0 0,2-1 310 0 0,25-7 1197 0 0,0 1-1 0 0,39-4 0 0 0,-55 9-1346 0 0,1 2 0 0 0,-1 0 1 0 0,1 0-1 0 0,-1 2 0 0 0,1-1 0 0 0,-1 2 0 0 0,17 5 0 0 0,-20-4-108 0 0,0 0 0 0 0,0 1 0 0 0,-1 0-1 0 0,1 1 1 0 0,-1 1 0 0 0,11 9 0 0 0,-17-14-99 0 0,0 1 1 0 0,-1 0-1 0 0,1 0 1 0 0,-1 1-1 0 0,0-1 0 0 0,0 1 1 0 0,0-1-1 0 0,-1 1 1 0 0,1 0-1 0 0,-1 0 1 0 0,0 0-1 0 0,0 0 1 0 0,0 1-1 0 0,-1-1 1 0 0,0 1-1 0 0,1-1 1 0 0,0 8-1 0 0,-1 6 236 0 0,0-14-251 0 0,-1-1-1 0 0,1 1 1 0 0,-1 0-1 0 0,0-1 1 0 0,0 1-1 0 0,0-1 1 0 0,0 1-1 0 0,-1-1 1 0 0,1 1-1 0 0,-1-1 1 0 0,0 1-1 0 0,0-1 1 0 0,0 1-1 0 0,0-1 1 0 0,-1 0-1 0 0,0 0 1 0 0,-2 5-1 0 0,-4-2 104 0 0,0-1 0 0 0,0 1 0 0 0,0-1 0 0 0,0-1 0 0 0,-16 7 0 0 0,12-7 94 0 0,0 2 0 0 0,1-1 0 0 0,0 1 0 0 0,1 1 0 0 0,-1 0 0 0 0,-11 10 0 0 0,7-3 51 0 0,-1-2 0 0 0,0 0 0 0 0,-1-1-1 0 0,0-1 1 0 0,-1 0 0 0 0,0-1-1 0 0,-1-1 1 0 0,-28 8 0 0 0,23-9-59 0 0,-1-1 0 0 0,0-1 1 0 0,0-1-1 0 0,-1-2 0 0 0,1 0 0 0 0,-28-3 0 0 0,45 1-238 0 0,0-1 0 0 0,-1 0 0 0 0,1-1 0 0 0,0 0 0 0 0,-15-6 1 0 0,21 7-34 0 0,0 0 0 0 0,1 1 1 0 0,-1-1-1 0 0,0 0 0 0 0,0 0 1 0 0,0 0-1 0 0,1-1 0 0 0,-1 1 1 0 0,1 0-1 0 0,-1 0 1 0 0,1-1-1 0 0,-1 1 0 0 0,1-1 1 0 0,0 0-1 0 0,0 1 0 0 0,-1-1 1 0 0,1 0-1 0 0,1 0 1 0 0,-1 0-1 0 0,0 1 0 0 0,0-1 1 0 0,1 0-1 0 0,-1 0 0 0 0,0-4 1 0 0,0-12-156 0 0,0 13 122 0 0,1 0 1 0 0,0 0-1 0 0,-1 0 1 0 0,1 0-1 0 0,1-1 1 0 0,-1 1-1 0 0,1 0 1 0 0,0 0-1 0 0,0 0 1 0 0,4-8-1 0 0,5 1-13 0 0,-9 10 53 0 0,1 1 0 0 0,-1 0 0 0 0,1-1 0 0 0,-1 0 0 0 0,0 1 0 0 0,0-1 0 0 0,0 0 0 0 0,0 0 0 0 0,0 1 0 0 0,0-1 0 0 0,0 0 0 0 0,0 0 0 0 0,-1 0 0 0 0,1 0 0 0 0,-1 0 0 0 0,0 0 0 0 0,1-2 0 0 0,-1 2 4 0 0,0 1 0 0 0,0 0 0 0 0,1 0 0 0 0,-1 0 0 0 0,0 0 0 0 0,1 0 0 0 0,-1 0 1 0 0,1 0-1 0 0,-1 0 0 0 0,1 0 0 0 0,-1 1 0 0 0,1-1 0 0 0,0 0 0 0 0,0 0 0 0 0,-1 0 0 0 0,1 0 1 0 0,0 1-1 0 0,0-1 0 0 0,0 0 0 0 0,0 1 0 0 0,0-1 0 0 0,0 1 0 0 0,0-1 0 0 0,0 1 0 0 0,0 0 1 0 0,0-1-1 0 0,0 1 0 0 0,0 0 0 0 0,1-1 0 0 0,35-1-44 0 0,-33 2 55 0 0,0 1 0 0 0,0 1 0 0 0,0-1 0 0 0,0 0 0 0 0,0 1 0 0 0,0 0 0 0 0,0 0 0 0 0,-1 0 0 0 0,5 4 0 0 0,49 33 359 0 0,-1 2 0 0 0,-3 3 0 0 0,64 68 0 0 0,-99-96-372 0 0,1 0 1 0 0,1-1-1 0 0,0 0 1 0 0,1-2-1 0 0,1-1 1 0 0,0 0 0 0 0,0-2-1 0 0,37 13 1 0 0,-43-18-19 0 0,0 0 1 0 0,-1-1-1 0 0,2-1 1 0 0,-1 0 0 0 0,23 0-1 0 0,-30-3-288 0 0,0-1-1 0 0,0 0 1 0 0,0 0-1 0 0,0-1 0 0 0,-1 0 1 0 0,1-1-1 0 0,0 0 1 0 0,-1 0-1 0 0,0-1 1 0 0,15-8-1 0 0,-7 1-2209 0 0,-1 0 0 0 0,18-15 0 0 0,32-39-8778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29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440 1 80 0 0,'9'0'301'0'0,"0"0"1"0"0,0 1-1 0 0,0 0 0 0 0,0 1 0 0 0,0-1 1 0 0,0 2-1 0 0,-1-1 0 0 0,1 2 0 0 0,-1-1 1 0 0,0 1-1 0 0,15 8 0 0 0,9 10 1513 0 0,-31-22-1787 0 0,-1 1-1 0 0,1-1 1 0 0,-1 0 0 0 0,1 0-1 0 0,-1 1 1 0 0,0-1-1 0 0,1 0 1 0 0,-1 0 0 0 0,1 1-1 0 0,-1-1 1 0 0,0 1-1 0 0,1-1 1 0 0,-1 0 0 0 0,0 1-1 0 0,1-1 1 0 0,-1 1-1 0 0,0-1 1 0 0,0 1 0 0 0,1-1-1 0 0,-1 1 1 0 0,0-1-1 0 0,0 1 1 0 0,0-1 0 0 0,0 1-1 0 0,0-1 1 0 0,0 1-1 0 0,0-1 1 0 0,0 1 0 0 0,0-1-1 0 0,0 1 1 0 0,0-1-1 0 0,0 1 1 0 0,0-1 0 0 0,0 1-1 0 0,0-1 1 0 0,0 1 0 0 0,-1-1-1 0 0,1 1 1 0 0,0-1-1 0 0,0 1 1 0 0,-1-1 0 0 0,1 0-1 0 0,0 1 1 0 0,-1-1-1 0 0,1 1 1 0 0,0-1 0 0 0,-1 0-1 0 0,1 1 1 0 0,0-1-1 0 0,-1 0 1 0 0,1 1 0 0 0,-1-1-1 0 0,1 0 1 0 0,-1 0-1 0 0,1 0 1 0 0,-1 1 0 0 0,-26 11 617 0 0,-14-1 560 0 0,0-1-1 0 0,-1-2 1 0 0,0-2-1 0 0,0-2 1 0 0,-1-2-1 0 0,1-1 1 0 0,-1-2-1 0 0,-72-12 1 0 0,87 10-696 0 0,22 3-406 0 0,-1-1-1 0 0,0 0 1 0 0,1 1-1 0 0,-1-2 1 0 0,1 1-1 0 0,-1-1 1 0 0,-11-5-1 0 0,13-3 47 0 0,5 10-144 0 0,0-1-1 0 0,0 1 0 0 0,0 0 0 0 0,0-1 0 0 0,0 1 1 0 0,0 0-1 0 0,0-1 0 0 0,0 1 0 0 0,0 0 0 0 0,0-1 1 0 0,0 1-1 0 0,0 0 0 0 0,-1-1 0 0 0,1 1 0 0 0,0 0 1 0 0,0-1-1 0 0,0 1 0 0 0,0 0 0 0 0,-1 0 0 0 0,1-1 0 0 0,0 1 1 0 0,0 0-1 0 0,-1 0 0 0 0,1-1 0 0 0,0 1 0 0 0,-1 0 1 0 0,1 0-1 0 0,0 0 0 0 0,-1 0 0 0 0,1 0 0 0 0,0-1 1 0 0,-1 1-1 0 0,-8-3-10 0 0,11 2-26 0 0,21 2-52 0 0,-1 1 63 0 0,41 0 102 0 0,103 18 0 0 0,-116-10-31 0 0,-1 2 0 0 0,74 28 0 0 0,-110-34-76 0 0,1 0 0 0 0,21 13 0 0 0,-32-17 16 0 0,-1-1 1 0 0,1 1-1 0 0,-1 0 0 0 0,0-1 0 0 0,1 1 1 0 0,-1 0-1 0 0,0 0 0 0 0,0 1 0 0 0,-1-1 1 0 0,1 0-1 0 0,0 1 0 0 0,-1-1 0 0 0,1 1 0 0 0,-1-1 1 0 0,0 1-1 0 0,0 0 0 0 0,0-1 0 0 0,0 1 1 0 0,0 0-1 0 0,0 3 0 0 0,-2-4 5 0 0,1 1 1 0 0,0-1-1 0 0,-1 0 0 0 0,1 1 0 0 0,-1-1 0 0 0,0 0 0 0 0,0 0 1 0 0,0 0-1 0 0,0 1 0 0 0,0-1 0 0 0,0 0 0 0 0,-1-1 1 0 0,1 1-1 0 0,-1 0 0 0 0,1 0 0 0 0,-1 0 0 0 0,0-1 0 0 0,0 1 1 0 0,1-1-1 0 0,-4 2 0 0 0,-47 23 107 0 0,38-20-27 0 0,-25 12 345 0 0,-2-1 0 0 0,1-3 0 0 0,-2-1 0 0 0,-56 9 0 0 0,27-6-30 0 0,-16 1-125 0 0,22-16-264 0 0,59-1-573 0 0,6 0 222 0 0,0 0 1 0 0,0-1-1 0 0,0 1 1 0 0,0-1-1 0 0,-1 1 1 0 0,1-1-1 0 0,0 1 1 0 0,0-1-1 0 0,0 1 1 0 0,0-1-1 0 0,0 1 0 0 0,0-1 1 0 0,0 1-1 0 0,0-1 1 0 0,0 1-1 0 0,0-1 1 0 0,1 1-1 0 0,-1-1 1 0 0,0 1-1 0 0,0-1 1 0 0,0 1-1 0 0,1-1 1 0 0,-1 1-1 0 0,0 0 1 0 0,0-1-1 0 0,1 1 0 0 0,-1-1 1 0 0,0 1-1 0 0,1 0 1 0 0,-1-1-1 0 0,1 1 1 0 0,-1 0-1 0 0,0-1 1 0 0,1 1-1 0 0,0 0 1 0 0,21-13-4826 0 0,-22 12 4981 0 0,1 1 1 0 0,-1-1-1 0 0,1 1 0 0 0,-1 0 1 0 0,0-1-1 0 0,1 1 1 0 0,-1-1-1 0 0,0 1 0 0 0,1-1 1 0 0,-1 1-1 0 0,0-1 0 0 0,0 0 1 0 0,1 1-1 0 0,-1-1 0 0 0,0 1 1 0 0,0-1-1 0 0,0 0 1 0 0,0 1-1 0 0,0-1 0 0 0,0 1 1 0 0,0-2-1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30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581 3 560 0 0,'-20'-2'50'0'0,"13"3"6943"0"0,10-1-6814 0 0,-3-1-138 0 0,1 1 0 0 0,0 0 0 0 0,0 0 0 0 0,0 0-1 0 0,0 0 1 0 0,0 0 0 0 0,0 0 0 0 0,0 0 0 0 0,0 0-1 0 0,0 0 1 0 0,0 1 0 0 0,0-1 0 0 0,0 0 0 0 0,0 0-1 0 0,0 1 1 0 0,-1-1 0 0 0,1 1 0 0 0,0-1 0 0 0,0 1-1 0 0,0-1 1 0 0,0 1 0 0 0,-1-1 0 0 0,1 1 0 0 0,0 0-1 0 0,-1 0 1 0 0,2 1 0 0 0,-1-2 8 0 0,0 1-1 0 0,0 0 1 0 0,0 0 0 0 0,0-1-1 0 0,0 1 1 0 0,0 0-1 0 0,0-1 1 0 0,0 1 0 0 0,0-1-1 0 0,0 0 1 0 0,0 1 0 0 0,1-1-1 0 0,-1 0 1 0 0,0 1-1 0 0,0-1 1 0 0,0 0 0 0 0,1 0-1 0 0,-1 0 1 0 0,0 0 0 0 0,3-1-1 0 0,-3 1 65 0 0,29 10 820 0 0,-27-8-861 0 0,1-1 1 0 0,0 1 0 0 0,0-1 0 0 0,-1 0-1 0 0,1 0 1 0 0,0 0 0 0 0,0-1 0 0 0,7 1-1 0 0,37-1 248 0 0,1 3 1 0 0,81 15-1 0 0,-109-15-147 0 0,0 2 1 0 0,0 0-1 0 0,0 2 0 0 0,-1 0 1 0 0,29 15-1 0 0,-49-21-93 0 0,1 1-1 0 0,0-1 1 0 0,0 1-1 0 0,-1 0 1 0 0,1-1-1 0 0,0 1 1 0 0,-1 0-1 0 0,0-1 1 0 0,1 1-1 0 0,-1 0 1 0 0,0-1-1 0 0,0 1 1 0 0,0 0-1 0 0,0 0 1 0 0,0-1-1 0 0,0 1 1 0 0,-1 0-1 0 0,1-1 1 0 0,-1 1-1 0 0,1 0 1 0 0,-1-1-1 0 0,1 1 1 0 0,-1 0-1 0 0,-1 2 1 0 0,-2 1 70 0 0,1 0 1 0 0,-1 0-1 0 0,0 0 1 0 0,0 0-1 0 0,-1-1 1 0 0,1 1-1 0 0,-1-1 1 0 0,0 0-1 0 0,0 0 1 0 0,-8 4-1 0 0,-6 2 430 0 0,-36 15-1 0 0,-13-3 365 0 0,-1-3 0 0 0,0-2 0 0 0,-106 10-1 0 0,126-22-694 0 0,0-1-1 0 0,0-3 1 0 0,0-2-1 0 0,0-2 1 0 0,0-2-1 0 0,1-3 1 0 0,-94-26-1 0 0,137 33-261 0 0,-3-2-94 0 0,-1 0 1 0 0,0 0-1 0 0,-14-9 0 0 0,23 12 54 0 0,-1-1 0 0 0,0 0 1 0 0,0 1-1 0 0,1-1 0 0 0,-1 0 1 0 0,0 0-1 0 0,1 0 0 0 0,-1 0 0 0 0,1 0 1 0 0,-1 1-1 0 0,1-1 0 0 0,-1 0 1 0 0,1 0-1 0 0,0 0 0 0 0,0 0 1 0 0,-1-1-1 0 0,1 1 0 0 0,0 0 0 0 0,0 0 1 0 0,0 0-1 0 0,0 0 0 0 0,0 0 1 0 0,0 0-1 0 0,0 0 0 0 0,1 0 0 0 0,-1 0 1 0 0,0 0-1 0 0,0 0 0 0 0,1 0 1 0 0,-1 0-1 0 0,1 0 0 0 0,-1 0 1 0 0,1 0-1 0 0,-1 0 0 0 0,1 1 0 0 0,0-1 1 0 0,0-1-1 0 0,29-29-3173 0 0,-15 19 802 0 0,0 2 1 0 0,19-11 0 0 0,53-25-6408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31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90 1761 0 0,'-6'0'2948'0'0,"-36"4"6216"0"0,30-3-8684 0 0,-15 2 1886 0 0,16-5 324 0 0,11 5-2074 0 0,0-3-598 0 0,0 1 0 0 0,0-1 0 0 0,-1 0 0 0 0,1 1 0 0 0,0-1 0 0 0,0 0 0 0 0,0 1 0 0 0,0-1 0 0 0,0 0 0 0 0,0 1 1 0 0,0-1-1 0 0,0 0 0 0 0,0 1 0 0 0,0-1 0 0 0,1 0 0 0 0,-1 1 0 0 0,0-1 0 0 0,0 0 0 0 0,0 1 0 0 0,0-1 0 0 0,0 0 0 0 0,1 0 0 0 0,-1 1 0 0 0,0-1 1 0 0,0 0-1 0 0,0 1 0 0 0,1-1 0 0 0,-1 0 0 0 0,0 0 0 0 0,0 0 0 0 0,1 1 0 0 0,-1-1 0 0 0,0 0 0 0 0,1 0 0 0 0,-1 0 0 0 0,0 1 0 0 0,1-1 0 0 0,-1 0 0 0 0,158 20 1263 0 0,-142-19-1187 0 0,0 0 1 0 0,0-1-1 0 0,0-1 1 0 0,28-5-1 0 0,5-1 154 0 0,-31 6-169 0 0,-6 0-135 0 0,0 0 0 0 0,-1-1 1 0 0,1 0-1 0 0,15-5 0 0 0,-26 6-266 0 0,0 0 0 0 0,-1 0-1 0 0,1 0 1 0 0,0 0 0 0 0,-1 0 0 0 0,1 0-1 0 0,-1 0 1 0 0,1 0 0 0 0,-1 0-1 0 0,0 0 1 0 0,1-1 0 0 0,-1 1-1 0 0,0 0 1 0 0,0 0 0 0 0,0 0 0 0 0,0-1-1 0 0,0 1 1 0 0,0 0 0 0 0,0 0-1 0 0,-1 0 1 0 0,1 0 0 0 0,0-1-1 0 0,-1 1 1 0 0,1 0 0 0 0,0 0 0 0 0,-1 0-1 0 0,0 0 1 0 0,1 0 0 0 0,-1 0-1 0 0,-1-2 1 0 0,-36-21-5454 0 0,-49-19-907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32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7 320 0 0,'1'-5'6324'0'0,"4"3"-3633"0"0,8 6-2770 0 0,1-1 1388 0 0,-14-2-139 0 0,-1 0-1128 0 0,1-1 0 0 0,0 0 1 0 0,0 1-1 0 0,0-1 0 0 0,0 0 0 0 0,0 1 1 0 0,0-1-1 0 0,0 0 0 0 0,0 1 1 0 0,0-1-1 0 0,0 0 0 0 0,0 1 0 0 0,0-1 1 0 0,0 0-1 0 0,1 1 0 0 0,-1-1 1 0 0,0 0-1 0 0,0 1 0 0 0,0-1 0 0 0,0 0 1 0 0,1 0-1 0 0,-1 1 0 0 0,0-1 1 0 0,0 0-1 0 0,0 1 0 0 0,1-1 1 0 0,-1 0-1 0 0,0 0 0 0 0,0 0 0 0 0,1 1 1 0 0,-1-1-1 0 0,0 0 0 0 0,1 0 1 0 0,-1 0-1 0 0,0 0 0 0 0,1 1 0 0 0,6 0 176 0 0,8 4 846 0 0,-14-4-933 0 0,-1 0-1 0 0,1 1 1 0 0,0-1 0 0 0,-1 0-1 0 0,1 1 1 0 0,-1-1 0 0 0,0 1-1 0 0,1-1 1 0 0,-1 1 0 0 0,0-1-1 0 0,0 0 1 0 0,0 1 0 0 0,0-1-1 0 0,0 3 1 0 0,0-3-92 0 0,0 0-1 0 0,0-1 1 0 0,0 1-1 0 0,0 0 1 0 0,1-1-1 0 0,-1 1 1 0 0,0 0 0 0 0,0-1-1 0 0,0 1 1 0 0,1 0-1 0 0,-1-1 1 0 0,0 1 0 0 0,1 0-1 0 0,-1-1 1 0 0,1 1-1 0 0,-1-1 1 0 0,1 1 0 0 0,-1-1-1 0 0,1 1 1 0 0,-1-1-1 0 0,1 1 1 0 0,-1-1-1 0 0,1 0 1 0 0,-1 1 0 0 0,1-1-1 0 0,0 0 1 0 0,0 1-1 0 0,97 68 2310 0 0,-61-47-1967 0 0,0 0 0 0 0,2-3 0 0 0,49 19 0 0 0,-49-23-293 0 0,-1 1-1 0 0,0 3 0 0 0,-1 1 1 0 0,56 41-1 0 0,-86-56-118 0 0,1 1-1 0 0,-1-1 1 0 0,1 0 0 0 0,0 0 0 0 0,0-1-1 0 0,10 4 1 0 0,15 0-3965 0 0,-17-8-3234 0 0,-37-5-854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32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1 373 4722 0 0,'0'6'10165'0'0,"0"0"-8164"0"0,32-6-721 0 0,1-6-319 0 0,32-8-321 0 0,33-26-80 0 0,196-70-79 0 0,-65 12-1202 0 0,-138 36-3921 0 0,-26 8-5122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33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577 263 560 0 0,'23'5'2130'0'0,"-33"-5"4029"0"0,-23-6 375 0 0,14 0-6337 0 0,8 2 166 0 0,0 1 0 0 0,0 0 0 0 0,0 0-1 0 0,-19-1 1 0 0,21 4-272 0 0,0-1 0 0 0,0-1 1 0 0,-1 0-1 0 0,2 0 0 0 0,-1 0 0 0 0,0-1 0 0 0,0-1 1 0 0,1 1-1 0 0,-1-2 0 0 0,1 1 0 0 0,-11-9 0 0 0,-133-100 1417 0 0,144 108-1393 0 0,0 0-1 0 0,0 1 1 0 0,0 0 0 0 0,0 1 0 0 0,-1-1 0 0 0,0 1 0 0 0,-12-2-1 0 0,-30-11 555 0 0,49 15-620 0 0,0 0 0 0 0,1 0 0 0 0,-1 0 0 0 0,0 0 0 0 0,0 0 0 0 0,0 1 0 0 0,0-1 0 0 0,0 1 0 0 0,0-1 0 0 0,-1 1 0 0 0,-2 0 0 0 0,-1 0 17 0 0,6 0-63 0 0,0 0-1 0 0,0 0 1 0 0,0 0 0 0 0,0 0 0 0 0,0 1-1 0 0,0-1 1 0 0,0 0 0 0 0,0 0 0 0 0,-1 0 0 0 0,1 0-1 0 0,0 0 1 0 0,0 0 0 0 0,0 0 0 0 0,0 0-1 0 0,0 0 1 0 0,-1 0 0 0 0,1 0 0 0 0,0 0-1 0 0,0 0 1 0 0,0 0 0 0 0,0 0 0 0 0,0 0 0 0 0,-1 0-1 0 0,1 0 1 0 0,0 0 0 0 0,0 0 0 0 0,0 0-1 0 0,0 0 1 0 0,0 0 0 0 0,0 0 0 0 0,-1 0-1 0 0,1 0 1 0 0,0 0 0 0 0,0-1 0 0 0,0 1-1 0 0,0 0 1 0 0,0 0 0 0 0,0 0 0 0 0,0 0 0 0 0,0 0-1 0 0,-1 0 1 0 0,1 0 0 0 0,0-1 0 0 0,0 1-1 0 0,0 0 1 0 0,0 0 0 0 0,0 0 0 0 0,0 0-1 0 0,0 0 1 0 0,0 0 0 0 0,0-1 0 0 0,0 1 0 0 0,0 0-1 0 0,0 0 1 0 0,0 0 0 0 0,0 0 0 0 0,0 0-1 0 0,0-1 1 0 0,0 1 0 0 0,0 0 0 0 0,0 0-1 0 0,0 0 2 0 0,0 0 0 0 0,0-1 0 0 0,0 1-1 0 0,0 0 1 0 0,0 0 0 0 0,0 0-1 0 0,0 0 1 0 0,0 0 0 0 0,0-1-1 0 0,0 1 1 0 0,0 0 0 0 0,0 0-1 0 0,0 0 1 0 0,0 0 0 0 0,0 0-1 0 0,0 0 1 0 0,0-1 0 0 0,0 1-1 0 0,0 0 1 0 0,0 0 0 0 0,0 0 0 0 0,0 0-1 0 0,-1 0 1 0 0,1 0 0 0 0,0-1-1 0 0,0 1 1 0 0,0 0 0 0 0,0 0-1 0 0,0 0 1 0 0,0 0 0 0 0,0 0-1 0 0,-1 0 1 0 0,1 0 0 0 0,0 0-1 0 0,0 0 1 0 0,0 0 0 0 0,0 0 0 0 0,0 0-1 0 0,0 0 1 0 0,-1 0 0 0 0,1 0-1 0 0,0 0 1 0 0,0 0 0 0 0,0 0-1 0 0,0 0 1 0 0,0 0 0 0 0,-1 0-1 0 0,1 0 1 0 0,0 0 0 0 0,0 0-1 0 0,0 0 1 0 0,0 0 0 0 0,0 0 0 0 0,0 0-1 0 0,-1 0 1 0 0,1 0 0 0 0,0 0-1 0 0,0 0 1 0 0,0 0 0 0 0,0 0-1 0 0,0 1 1 0 0,-22-1 89 0 0,147-13-26 0 0,186 23 379 0 0,-14-1-198 0 0,-276-9-680 0 0,0-1 0 0 0,25-4 0 0 0,-3-8-5902 0 0,-43 13 6250 0 0,0 0 0 0 0,0 0 0 0 0,-1 0 0 0 0,1 0 1 0 0,0 0-1 0 0,0 0 0 0 0,0-1 0 0 0,0 1 0 0 0,0 0 0 0 0,0 0 1 0 0,-1 0-1 0 0,1 0 0 0 0,0 0 0 0 0,0 0 0 0 0,0 0 1 0 0,0 0-1 0 0,0-1 0 0 0,0 1 0 0 0,0 0 0 0 0,0 0 0 0 0,0 0 1 0 0,0 0-1 0 0,0 0 0 0 0,-1-1 0 0 0,1 1 0 0 0,0 0 1 0 0,0 0-1 0 0,0 0 0 0 0,0 0 0 0 0,0 0 0 0 0,0-1 0 0 0,0 1 1 0 0,0 0-1 0 0,0 0 0 0 0,0 0 0 0 0,0 0 0 0 0,1 0 1 0 0,-1-1-1 0 0,0 1 0 0 0,0 0 0 0 0,0 0 0 0 0,0 0 1 0 0,0 0-1 0 0,0 0 0 0 0,0 0 0 0 0,0-1 0 0 0,0 1 0 0 0,0 0 1 0 0,0 0-1 0 0,1 0 0 0 0,-1 0 0 0 0,0 0 0 0 0,0 0 1 0 0,0 0-1 0 0,0 0 0 0 0,0 0 0 0 0,0-1 0 0 0,1 1 0 0 0,-1 0 1 0 0,-22-1-4853 0 0,17 1 561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49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1261 128 1121 0 0,'-1'-1'154'0'0,"0"0"1"0"0,0 0 0 0 0,0 0-1 0 0,0 0 1 0 0,0 0 0 0 0,0 1-1 0 0,0-1 1 0 0,0 0 0 0 0,-1 1-1 0 0,1-1 1 0 0,0 0 0 0 0,0 1-1 0 0,-1 0 1 0 0,1-1 0 0 0,0 1 0 0 0,0 0-1 0 0,-1-1 1 0 0,1 1 0 0 0,0 0-1 0 0,-3 0 1 0 0,3 0 78 0 0,-7-1 260 0 0,-1 0-1 0 0,0 1 1 0 0,1 0 0 0 0,-1 0-1 0 0,0 1 1 0 0,-10 1-1 0 0,-7 2-192 0 0,-56 7 1800 0 0,52-6-887 0 0,0-1-1 0 0,-1-2 1 0 0,-57-2-1 0 0,-70-20 1403 0 0,152 18-2456 0 0,-1 1 0 0 0,0 1 0 0 0,0-1 0 0 0,0 1 0 0 0,-10 1 0 0 0,-8 1 21 0 0,-2-2-127 0 0,20-1-65 0 0,-1 0-1 0 0,1 1 0 0 0,-1 0 1 0 0,1 1-1 0 0,-1 0 1 0 0,1 0-1 0 0,0 0 1 0 0,-9 4-1 0 0,-7 1 59 0 0,16-6-38 0 0,6 0-7 0 0,0 0-1 0 0,0-1 0 0 0,-1 1 0 0 0,1 0 1 0 0,0 0-1 0 0,0 0 0 0 0,0 0 0 0 0,0 1 1 0 0,0-1-1 0 0,-1 0 0 0 0,1 0 0 0 0,0 1 1 0 0,0-1-1 0 0,0 0 0 0 0,0 1 0 0 0,0-1 1 0 0,0 1-1 0 0,0 0 0 0 0,0-1 0 0 0,0 1 0 0 0,-2 1 1 0 0,2-1-4 0 0,0 0 0 0 0,0 0 0 0 0,0 0 0 0 0,0-1 0 0 0,0 1 0 0 0,0-1 0 0 0,0 1 0 0 0,0-1 0 0 0,-1 1 0 0 0,1-1 0 0 0,0 1 0 0 0,0-1 1 0 0,-1 0-1 0 0,1 0 0 0 0,0 0 0 0 0,-1 0 0 0 0,1 0 0 0 0,0 0 0 0 0,-2 0 0 0 0,1 0-5 0 0,0 1 6 0 0,-27 6-4 0 0,-31 12 1 0 0,49-5-75 0 0,-43 1 13 0 0,53-15 68 0 0,1 0 1 0 0,0 0-1 0 0,0 0 0 0 0,-1 0 0 0 0,1 0 1 0 0,0 0-1 0 0,0 0 0 0 0,0 0 0 0 0,-1 0 1 0 0,1 0-1 0 0,0 0 0 0 0,0 0 1 0 0,0 0-1 0 0,0 0 0 0 0,-1 0 0 0 0,1 0 1 0 0,0 1-1 0 0,0-1 0 0 0,0 0 1 0 0,-1 0-1 0 0,1 0 0 0 0,0 0 0 0 0,0 0 1 0 0,0 1-1 0 0,0-1 0 0 0,0 0 1 0 0,0 0-1 0 0,0 0 0 0 0,-1 0 0 0 0,1 1 1 0 0,0-1-1 0 0,0 0 0 0 0,0 0 1 0 0,0 0-1 0 0,0 1 0 0 0,0-1 0 0 0,0 0 1 0 0,0 0-1 0 0,0 1 0 0 0,-5 6 28 0 0,-17 0 38 0 0,16-1 13 0 0,1-4-40 0 0,3-2-50 0 0,1 0 6 0 0,0 0 0 0 0,0 0-1 0 0,0 0 1 0 0,0 0 0 0 0,0 0 0 0 0,0 0-1 0 0,-1 0 1 0 0,1 1 0 0 0,0-1 0 0 0,0 0-1 0 0,0 1 1 0 0,0-1 0 0 0,0 1 0 0 0,0-1-1 0 0,0 1 1 0 0,0-1 0 0 0,1 1 0 0 0,-1 0-1 0 0,0-1 1 0 0,0 1 0 0 0,0 0 0 0 0,1 0-1 0 0,-1 0 1 0 0,0 0 0 0 0,0 1 0 0 0,1-1 5 0 0,0-1 0 0 0,-1 1 0 0 0,1 0 0 0 0,0-1 0 0 0,0 1 0 0 0,0-1 1 0 0,-1 1-1 0 0,1 0 0 0 0,0-1 0 0 0,-1 1 0 0 0,1-1 0 0 0,0 1 0 0 0,-1-1 0 0 0,1 1 0 0 0,-1-1 1 0 0,1 1-1 0 0,-1-1 0 0 0,1 1 0 0 0,-1-1 0 0 0,1 0 0 0 0,-1 1 0 0 0,0-1 0 0 0,1 0 1 0 0,-1 1-1 0 0,1-1 0 0 0,-1 0 0 0 0,0 0 0 0 0,1 0 0 0 0,-1 0 0 0 0,0 1 0 0 0,1-1 1 0 0,-2 0-1 0 0,1 0 2 0 0,0 0 0 0 0,1 0 0 0 0,-1 0 1 0 0,0 0-1 0 0,1 0 0 0 0,-1 0 0 0 0,0 0 1 0 0,1 1-1 0 0,-1-1 0 0 0,0 0 0 0 0,1 1 0 0 0,-1-1 1 0 0,0 0-1 0 0,1 1 0 0 0,-1-1 0 0 0,1 1 1 0 0,-1-1-1 0 0,1 1 0 0 0,-1-1 0 0 0,1 1 0 0 0,-1-1 1 0 0,1 1-1 0 0,0-1 0 0 0,-1 1 0 0 0,1 0 1 0 0,0-1-1 0 0,-1 1 0 0 0,1 0 0 0 0,0-1 0 0 0,0 1 1 0 0,-1 0-1 0 0,1-1 0 0 0,0 2 0 0 0,0-1-2 0 0,0-1-1 0 0,0 1 1 0 0,-1 0 0 0 0,1 0-1 0 0,0 0 1 0 0,-1 0-1 0 0,1 0 1 0 0,-1-1-1 0 0,1 1 1 0 0,-1 0-1 0 0,1 0 1 0 0,-1-1-1 0 0,1 1 1 0 0,-1 0-1 0 0,0-1 1 0 0,1 1-1 0 0,-1-1 1 0 0,0 1 0 0 0,0-1-1 0 0,0 1 1 0 0,1-1-1 0 0,-1 1 1 0 0,0-1-1 0 0,0 0 1 0 0,0 1-1 0 0,0-1 1 0 0,1 0-1 0 0,-1 0 1 0 0,0 0-1 0 0,0 0 1 0 0,-1 0-1 0 0,-4 2 10 0 0,5-1-5 0 0,1-1 0 0 0,-1 1 0 0 0,0-1 0 0 0,1 1 0 0 0,-1-1-1 0 0,1 1 1 0 0,-1 0 0 0 0,1-1 0 0 0,0 1 0 0 0,-1 0 0 0 0,1-1 0 0 0,0 1 0 0 0,-1 0 0 0 0,1-1-1 0 0,0 1 1 0 0,0 0 0 0 0,-1 0 0 0 0,1 0 0 0 0,0-1 0 0 0,0 1 0 0 0,0 0 0 0 0,0 0 0 0 0,0-1-1 0 0,0 1 1 0 0,0 0 0 0 0,1 0 0 0 0,-1 0 0 0 0,0-1 0 0 0,0 1 0 0 0,1 1 0 0 0,0-1-2 0 0,-1 0-1 0 0,0 0 1 0 0,0 0 0 0 0,1 0 0 0 0,-1 0 0 0 0,0 0 0 0 0,0 0 0 0 0,0 0 0 0 0,0 0 0 0 0,0 0-1 0 0,0 0 1 0 0,0 0 0 0 0,0 0 0 0 0,-1 0 0 0 0,1 0 0 0 0,0 0 0 0 0,-1 0 0 0 0,1 0 0 0 0,-1 0 0 0 0,1 0-1 0 0,-1 0 1 0 0,1 0 0 0 0,-1 0 0 0 0,1 0 0 0 0,-2 0 0 0 0,0 0 1 0 0,0 0-11 0 0,1 0 1 0 0,-1 0 0 0 0,1 0-1 0 0,-1 0 1 0 0,1 0 0 0 0,-1 0-1 0 0,1 1 1 0 0,0-1 0 0 0,-1 0-1 0 0,1 1 1 0 0,0-1 0 0 0,0 1-1 0 0,0-1 1 0 0,0 1 0 0 0,0-1-1 0 0,0 1 1 0 0,1 0 0 0 0,-1-1-1 0 0,0 1 1 0 0,1 0 0 0 0,-1 0-1 0 0,1-1 1 0 0,0 1 0 0 0,0 0-1 0 0,0 0 1 0 0,0 0 0 0 0,0 2-1 0 0,0-4 2 0 0,0 1-1 0 0,0 0 0 0 0,0 0 0 0 0,0-1 0 0 0,-1 1 0 0 0,1 0 1 0 0,0 0-1 0 0,0-1 0 0 0,0 1 0 0 0,-1 0 0 0 0,1-1 1 0 0,0 1-1 0 0,-1 0 0 0 0,1-1 0 0 0,-1 1 0 0 0,1-1 0 0 0,-1 1 1 0 0,1 0-1 0 0,-1-1 0 0 0,1 1 0 0 0,-1-1 0 0 0,0 0 0 0 0,1 1 1 0 0,-1-1-1 0 0,1 1 0 0 0,-1-1 0 0 0,0 0 0 0 0,1 1 0 0 0,-1-1 1 0 0,0 0-1 0 0,0 0 0 0 0,1 0 0 0 0,-2 0 0 0 0,1 1 7 0 0,0-1 1 0 0,0 0-1 0 0,1 0 0 0 0,-1 0 0 0 0,0 0 0 0 0,0 1 0 0 0,1-1 0 0 0,-1 0 0 0 0,0 1 1 0 0,1-1-1 0 0,-1 1 0 0 0,0-1 0 0 0,1 1 0 0 0,-1-1 0 0 0,1 1 0 0 0,-1-1 0 0 0,0 1 0 0 0,1-1 1 0 0,-1 1-1 0 0,1 0 0 0 0,0-1 0 0 0,-1 1 0 0 0,1 0 0 0 0,0 0 0 0 0,-1-1 0 0 0,1 1 1 0 0,0 0-1 0 0,0 0 0 0 0,-1-1 0 0 0,1 1 0 0 0,0 0 0 0 0,0 0 0 0 0,0 1 0 0 0,0 0 3 0 0,0 0 0 0 0,0 1-1 0 0,0-1 1 0 0,0 0 0 0 0,0 1-1 0 0,-1-1 1 0 0,1 0 0 0 0,-1 1-1 0 0,-2 3 1 0 0,-10 4-28 0 0,4-5 38 0 0,8-4-11 0 0,0 0 1 0 0,1 0-1 0 0,-1 0 0 0 0,0 0 0 0 0,1 0 1 0 0,-1 0-1 0 0,0 0 0 0 0,1 0 1 0 0,-1 0-1 0 0,1 0 0 0 0,0 0 0 0 0,-1 1 1 0 0,1-1-1 0 0,0 0 0 0 0,0 0 1 0 0,0 0-1 0 0,0 0 0 0 0,0 1 0 0 0,0 1 1 0 0,-3 13 10 0 0,-8-5 12 0 0,10-10-26 0 0,-1 0-1 0 0,1 0 0 0 0,0 0 1 0 0,0 0-1 0 0,0 0 1 0 0,0 0-1 0 0,0 0 0 0 0,0 0 1 0 0,0 1-1 0 0,0-1 1 0 0,1 0-1 0 0,-1 1 0 0 0,0-1 1 0 0,1 0-1 0 0,-1 1 1 0 0,1-1-1 0 0,0 1 0 0 0,-1-1 1 0 0,1 1-1 0 0,0 2 0 0 0,0-3 3 0 0,0 0 1 0 0,0 0-1 0 0,0 0 0 0 0,-1 0 0 0 0,1 1 0 0 0,0-1 0 0 0,0 0 0 0 0,-1 0 0 0 0,1 0 0 0 0,-1 0 0 0 0,1 0 0 0 0,-1 0 0 0 0,1 0 0 0 0,-1 0 0 0 0,0 0 0 0 0,0 0 0 0 0,1 0 0 0 0,-1-1 0 0 0,0 1 0 0 0,0 0 0 0 0,0 0 0 0 0,0-1 0 0 0,0 1 0 0 0,0-1 0 0 0,0 1 0 0 0,-1 0 0 0 0,1-1-6 0 0,0 1 0 0 0,0-1 0 0 0,0 1 0 0 0,0-1 0 0 0,0 1-1 0 0,1 0 1 0 0,-1-1 0 0 0,0 1 0 0 0,0 0 0 0 0,0 0 0 0 0,1-1-1 0 0,-1 1 1 0 0,0 0 0 0 0,1 0 0 0 0,-1 0 0 0 0,1 0 0 0 0,-1 0-1 0 0,1 0 1 0 0,0 0 0 0 0,-1 0 0 0 0,1 0 0 0 0,0 0 0 0 0,0 0-1 0 0,-1 0 1 0 0,1 2 0 0 0,0 54-9 0 0,0-57 8 0 0,1 1 0 0 0,-1-1 0 0 0,0 0 0 0 0,0 1 0 0 0,1-1 0 0 0,-1 1 1 0 0,0-1-1 0 0,1 0 0 0 0,-1 1 0 0 0,0-1 0 0 0,1 0 0 0 0,-1 0 0 0 0,0 1 0 0 0,1-1 1 0 0,-1 0-1 0 0,1 0 0 0 0,-1 1 0 0 0,1-1 0 0 0,-1 0 0 0 0,0 0 0 0 0,1 0 0 0 0,-1 0 0 0 0,1 0 1 0 0,-1 0-1 0 0,1 0 0 0 0,-1 0 0 0 0,1 0 0 0 0,-1 0 0 0 0,1 0 0 0 0,14 0-100 0 0,-15 0 103 0 0,1 0 3 0 0,-1 0 0 0 0,1 0-1 0 0,-1 0 1 0 0,0 1 0 0 0,1-1-1 0 0,-1 0 1 0 0,0 0 0 0 0,1 1 0 0 0,-1-1-1 0 0,0 0 1 0 0,0 0 0 0 0,1 1-1 0 0,-1-1 1 0 0,0 0 0 0 0,0 0-1 0 0,1 1 1 0 0,-1-1 0 0 0,0 0-1 0 0,0 1 1 0 0,0-1 0 0 0,0 1-1 0 0,1-1 1 0 0,-1 0 0 0 0,0 1 0 0 0,0-1-1 0 0,0 0 1 0 0,0 1 0 0 0,0-1-1 0 0,0 1 1 0 0,0-1 0 0 0,0 0-1 0 0,0 1 1 0 0,0-1 0 0 0,0 1-1 0 0,0-1 1 0 0,0 0 0 0 0,-1 1 0 0 0,1 0-1 0 0,0-1 1 0 0,0 1 0 0 0,0-1 0 0 0,0 1 0 0 0,-1 0 0 0 0,1-1 0 0 0,0 1 0 0 0,0 0 0 0 0,1-1 0 0 0,-1 1 0 0 0,0 0 0 0 0,0-1 0 0 0,0 1 0 0 0,0 0 0 0 0,1-1 0 0 0,-1 1 0 0 0,0 0 1 0 0,0-1-1 0 0,1 1 0 0 0,-1-1 0 0 0,0 1 0 0 0,1-1 0 0 0,-1 1 0 0 0,1-1 0 0 0,-1 1 0 0 0,1 0 0 0 0,1-1 1 0 0,0 0 1 0 0,-1 0 0 0 0,0 0 0 0 0,0 0 1 0 0,0 0-1 0 0,1 1 0 0 0,-1-1 0 0 0,0 0 1 0 0,0 1-1 0 0,0-1 0 0 0,0 1 0 0 0,0-1 1 0 0,0 1-1 0 0,0-1 0 0 0,0 1 0 0 0,0 0 1 0 0,0-1-1 0 0,0 1 0 0 0,0 0 0 0 0,0 0 1 0 0,0 0-1 0 0,-1 0 0 0 0,1 0 0 0 0,1 1 1 0 0,-3-1-3 0 0,1-1 0 0 0,1 1 1 0 0,-1 0-1 0 0,0 0 1 0 0,0 0-1 0 0,0-1 0 0 0,0 1 1 0 0,1 0-1 0 0,-1 0 0 0 0,0-1 1 0 0,0 1-1 0 0,1 0 0 0 0,-1-1 1 0 0,1 1-1 0 0,-1 0 1 0 0,1-1-1 0 0,-1 1 0 0 0,1 0 1 0 0,-1-1-1 0 0,1 1 0 0 0,-1-1 1 0 0,1 1-1 0 0,0-1 1 0 0,-1 0-1 0 0,1 1 0 0 0,0-1 1 0 0,0 1-1 0 0,-1-1 0 0 0,1 0 1 0 0,0 0-1 0 0,1 1 0 0 0,-1-1-2 0 0,0 0 0 0 0,0 0-1 0 0,0 1 1 0 0,-1-1 0 0 0,1 0-1 0 0,0 1 1 0 0,0-1 0 0 0,0 1-1 0 0,-1-1 1 0 0,1 1 0 0 0,0-1 0 0 0,-1 1-1 0 0,1-1 1 0 0,0 1 0 0 0,-1 0-1 0 0,1 0 1 0 0,-1-1 0 0 0,1 1-1 0 0,-1 0 1 0 0,1 0 0 0 0,-1-1-1 0 0,1 1 1 0 0,-1 0 0 0 0,0 0-1 0 0,1 0 1 0 0,-1 0 0 0 0,0 0-1 0 0,0-1 1 0 0,0 1 0 0 0,0 0-1 0 0,0 0 1 0 0,0 1 0 0 0,0 0 2 0 0,1 0 1 0 0,-1 0-1 0 0,0 0 1 0 0,1 0-1 0 0,0 0 1 0 0,-1 0-1 0 0,1-1 1 0 0,0 1-1 0 0,0 0 1 0 0,0 0-1 0 0,0-1 1 0 0,0 1-1 0 0,0-1 0 0 0,1 1 1 0 0,-1-1-1 0 0,0 1 1 0 0,1-1-1 0 0,2 2 1 0 0,36 22-97 0 0,-7-3-52 0 0,-26-16 134 0 0,0 0 0 0 0,0-1 0 0 0,1 1-1 0 0,0-2 1 0 0,0 1 0 0 0,12 5 0 0 0,24 12-148 0 0,-2-6 109 0 0,-36-15 44 0 0,1 1 0 0 0,0 0 1 0 0,-1 1-1 0 0,1 0 0 0 0,-1 0 0 0 0,9 5 0 0 0,-11-6 0 0 0,-1 0 0 0 0,0 0 0 0 0,1-1 0 0 0,-1 1-1 0 0,1-1 1 0 0,6 2 0 0 0,19 6-68 0 0,-6-1 38 0 0,1-1 1 0 0,-1-1 0 0 0,32 3-1 0 0,11 3 14 0 0,-20-4 53 0 0,54 3-1 0 0,-18-3-5 0 0,76 5-9 0 0,-18-7 132 0 0,-74 0-39 0 0,86 4-120 0 0,-108-9-34 0 0,-25 0 35 0 0,1-1 0 0 0,0-1 0 0 0,-1-1 0 0 0,22-4 0 0 0,-19 2-32 0 0,-1 1 0 0 0,32 0-1 0 0,-28 2-70 0 0,0-1-1 0 0,31-7 0 0 0,258-44-1538 0 0,-254 47 1574 0 0,-54 4 146 0 0,-1 2 14 0 0,17 0 0 0 0,-17 0 174 0 0,1-1-107 0 0,11-1-18 0 0,-9 1-45 0 0,0 0-1 0 0,0-1 1 0 0,-1 0-1 0 0,10-3 1 0 0,5-1 7 0 0,-16 5-57 0 0,-1 0 1 0 0,0-1 0 0 0,0 1-1 0 0,0-1 1 0 0,0 0-1 0 0,7-5 1 0 0,4-1 26 0 0,0 0-1 0 0,0 1 1 0 0,32-8-1 0 0,-26 8-29 0 0,0-1-1 0 0,29-14 1 0 0,153-70-22 0 0,-180 82-32 0 0,-20 8 23 0 0,0 0 0 0 0,0 0 0 0 0,0-1 0 0 0,-1 1 0 0 0,1-1-1 0 0,-1 0 1 0 0,6-5 0 0 0,22-17 15 0 0,-29 25-15 0 0,-1-1 0 0 0,1 0 0 0 0,0 1 0 0 0,0-1 0 0 0,0 0 0 0 0,-1 0 0 0 0,1-1 0 0 0,-1 1 0 0 0,1 0 0 0 0,-1 0 0 0 0,1-1 0 0 0,-1 1 0 0 0,0-1 0 0 0,1 1 0 0 0,-1-1 0 0 0,0 0 0 0 0,0 1 0 0 0,0-1 0 0 0,0 0 0 0 0,-1 0 0 0 0,1 0 0 0 0,0 0 0 0 0,-1 0 0 0 0,1 0 0 0 0,-1-2 0 0 0,0 3-3 0 0,0 0 1 0 0,0 0 0 0 0,0 0 0 0 0,0 0-1 0 0,0 0 1 0 0,1 0 0 0 0,-1-1 0 0 0,0 1 0 0 0,1 0-1 0 0,-1 0 1 0 0,0 0 0 0 0,1 0 0 0 0,-1 0-1 0 0,1 0 1 0 0,0 0 0 0 0,-1 0 0 0 0,1 1-1 0 0,0-1 1 0 0,-1 0 0 0 0,1 0 0 0 0,0 0 0 0 0,0 1-1 0 0,0-1 1 0 0,1-1 0 0 0,-1 2-2 0 0,0-1 0 0 0,0 1-1 0 0,0-1 1 0 0,0 0 0 0 0,0 0 0 0 0,-1 1 0 0 0,1-1-1 0 0,0 0 1 0 0,0 0 0 0 0,-1 0 0 0 0,1 0 0 0 0,-1 0 0 0 0,1 0-1 0 0,-1 0 1 0 0,1 0 0 0 0,-1 0 0 0 0,1 0 0 0 0,-1 0 0 0 0,0 0-1 0 0,0-1 1 0 0,0 1 0 0 0,1 0 0 0 0,-1 0 0 0 0,-1-2-1 0 0,1-49-248 0 0,0 51 246 0 0,0 0-1 0 0,0 0 1 0 0,1 0 0 0 0,-1 0 0 0 0,0 0-1 0 0,0 0 1 0 0,0 0 0 0 0,1 0-1 0 0,-1 0 1 0 0,0 0 0 0 0,1 1 0 0 0,-1-1-1 0 0,1 0 1 0 0,-1 0 0 0 0,1 0-1 0 0,0 0 1 0 0,-1 1 0 0 0,1-1 0 0 0,0 0-1 0 0,-1 1 1 0 0,1-1 0 0 0,0 0-1 0 0,0 1 1 0 0,0-1 0 0 0,-1 1 0 0 0,3-1-1 0 0,4-7-35 0 0,-13 1-4 0 0,5 6 46 0 0,0 1-1 0 0,0-1 1 0 0,0 0 0 0 0,0 0-1 0 0,0 0 1 0 0,0 0-1 0 0,0 1 1 0 0,0-1 0 0 0,0-1-1 0 0,0 1 1 0 0,1 0-1 0 0,-1 0 1 0 0,0 0 0 0 0,1 0-1 0 0,-1 0 1 0 0,1-1 0 0 0,0 1-1 0 0,-1 0 1 0 0,1 0-1 0 0,0-1 1 0 0,0 1 0 0 0,-1 0-1 0 0,1-3 1 0 0,0 3 5 0 0,-1 0 1 0 0,0-1-1 0 0,1 1 1 0 0,-1 0-1 0 0,0 0 1 0 0,0 0-1 0 0,0 0 0 0 0,0 0 1 0 0,0 0-1 0 0,0 0 1 0 0,0 0-1 0 0,0 0 1 0 0,0 0-1 0 0,-1 0 1 0 0,1 1-1 0 0,0-1 0 0 0,0 1 1 0 0,-1-1-1 0 0,1 1 1 0 0,-1-1-1 0 0,-1 1 1 0 0,-44-14 157 0 0,28 8-115 0 0,-23-6-1 0 0,18 5 30 0 0,-35-14 0 0 0,52 17-78 0 0,0 1-1 0 0,1-1 1 0 0,0 0-1 0 0,-1 0 1 0 0,1-1-1 0 0,1 1 1 0 0,-1-1-1 0 0,1-1 1 0 0,-5-5-1 0 0,-23-29-50 0 0,32 39 55 0 0,1 0 0 0 0,-1 1 0 0 0,1-1 0 0 0,-1 0 0 0 0,1 1 0 0 0,-1-1 0 0 0,1 0 0 0 0,0 1 0 0 0,-1-1 0 0 0,1 0 0 0 0,0 0 0 0 0,0 1 0 0 0,-1-1 0 0 0,1 0 0 0 0,0 0 0 0 0,0 1 0 0 0,0-1 0 0 0,0 0 0 0 0,0-1 0 0 0,0 2-1 0 0,0-1-1 0 0,0 0 1 0 0,0 1 0 0 0,0-1-1 0 0,0 0 1 0 0,0 1-1 0 0,0-1 1 0 0,0 1 0 0 0,0-1-1 0 0,-1 0 1 0 0,1 1 0 0 0,0-1-1 0 0,0 1 1 0 0,-1-1-1 0 0,1 0 1 0 0,0 1 0 0 0,-1-1-1 0 0,1 1 1 0 0,-1-1-1 0 0,0 0 1 0 0,-8-5-1 0 0,8 5 0 0 0,0 1 0 0 0,0-1 0 0 0,0 0 0 0 0,-1 1 0 0 0,1-1 0 0 0,0 0 0 0 0,0 0 0 0 0,0 0 0 0 0,0 0 0 0 0,1 0 0 0 0,-1 0 0 0 0,0 0 0 0 0,0 0 0 0 0,1 0 0 0 0,-1-1 0 0 0,0 1 0 0 0,1 0 0 0 0,-1 0 0 0 0,1-1 0 0 0,0 1 0 0 0,-1 0 0 0 0,1-1 0 0 0,0 1 0 0 0,0-2 0 0 0,0 2 0 0 0,0 0 0 0 0,-1 0 0 0 0,1 0 1 0 0,0 1-1 0 0,0-1 0 0 0,0 0 0 0 0,-1 0 0 0 0,1 0 0 0 0,-1 0 0 0 0,1 0 0 0 0,-1 1 0 0 0,1-1 1 0 0,-1 0-1 0 0,1 0 0 0 0,-1 1 0 0 0,1-1 0 0 0,-1 0 0 0 0,0 1 0 0 0,0-1 0 0 0,1 1 1 0 0,-1-1-1 0 0,0 1 0 0 0,0-1 0 0 0,1 1 0 0 0,-1-1 0 0 0,0 1 0 0 0,0 0 0 0 0,0 0 0 0 0,0-1 1 0 0,0 1-1 0 0,-1 0 0 0 0,-5-3 9 0 0,-26-23 125 0 0,32 26-134 0 0,1-1-1 0 0,-1 1 1 0 0,1-1 0 0 0,0 1 0 0 0,-1-1 0 0 0,1 1-1 0 0,-1-1 1 0 0,1 1 0 0 0,0-1 0 0 0,-1 1 0 0 0,1-1-1 0 0,0 0 1 0 0,0 1 0 0 0,-1-1 0 0 0,1 0 0 0 0,0 1-1 0 0,0-1 1 0 0,0 0 0 0 0,0 1 0 0 0,0-1 0 0 0,0-1-1 0 0,0 2-1 0 0,0-1 0 0 0,0 0-1 0 0,0 1 1 0 0,0-1 0 0 0,0 0-1 0 0,0 1 1 0 0,0-1 0 0 0,0 0-1 0 0,-1 1 1 0 0,1-1 0 0 0,0 0-1 0 0,0 1 1 0 0,-1-1 0 0 0,1 1-1 0 0,0-1 1 0 0,-1 1 0 0 0,1-1-1 0 0,0 1 1 0 0,-1-1 0 0 0,0 0-1 0 0,-7-7 1 0 0,-1 1-1 0 0,0 0 0 0 0,-1 1 1 0 0,-14-8-1 0 0,-29-13 32 0 0,38 19-7 0 0,0 0 0 0 0,0 0 0 0 0,-1 2 0 0 0,0 0-1 0 0,-23-5 1 0 0,17 7 13 0 0,9 2 16 0 0,0 0 1 0 0,1-1-1 0 0,-20-8 0 0 0,5 2 69 0 0,1 2 0 0 0,-2 0 0 0 0,-42-5 1 0 0,-15 5 437 0 0,-1 3 1 0 0,-108 9 0 0 0,-7 1 793 0 0,182-5-1251 0 0,0 0 0 0 0,0 1 1 0 0,1 1-1 0 0,-32 10 0 0 0,23-8-12 0 0,25-5-208 0 0,0 0 0 0 0,0 0 0 0 0,0 0 0 0 0,0 0 1 0 0,0 0-1 0 0,0 1 0 0 0,0-1 0 0 0,0 1 0 0 0,0 0 0 0 0,0-1 1 0 0,0 1-1 0 0,0 0 0 0 0,1 0 0 0 0,-4 2 0 0 0,9 1-2428 0 0,10 1 482 0 0,-1 0 1 0 0,1-1-1 0 0,0 0 1 0 0,23 3 0 0 0,-36-7 1994 0 0,91 14-6279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51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1 312 560 0 0,'0'-1'557'0'0,"0"1"-493"0"0,0 0 0 0 0,0-1-1 0 0,0 1 1 0 0,-1 0 0 0 0,1 0-1 0 0,0 0 1 0 0,0-1 0 0 0,0 1-1 0 0,0 0 1 0 0,0 0 0 0 0,0-1-1 0 0,0 1 1 0 0,0 0-1 0 0,0 0 1 0 0,1-1 0 0 0,-1 1-1 0 0,0 0 1 0 0,0 0 0 0 0,0-1-1 0 0,0 1 1 0 0,0 0 0 0 0,0 0-1 0 0,0 0 1 0 0,0-1-1 0 0,1 1 1 0 0,-1 0 0 0 0,0 0-1 0 0,0 0 1 0 0,0-1 0 0 0,1 1-1 0 0,-1 0 1 0 0,0 0 0 0 0,0 0-1 0 0,0 0 1 0 0,1 0 0 0 0,-1 0-1 0 0,0-1 1 0 0,0 1-1 0 0,0 0 1 0 0,1 0 0 0 0,-1 0-1 0 0,0 0 1 0 0,0 0 0 0 0,1 0-1 0 0,-1 0 1 0 0,1 0 0 0 0,21-16 1837 0 0,-17 11-1562 0 0,0 1 0 0 0,0 0 0 0 0,1 0 0 0 0,0 0 0 0 0,10-4 0 0 0,17-6 157 0 0,119-55 662 0 0,-128 55-974 0 0,1 2 1 0 0,0 1-1 0 0,1 2 1 0 0,0 0-1 0 0,48-9 1 0 0,-62 16-105 0 0,0 1 0 0 0,-1 0 0 0 0,1 1 0 0 0,0 0 0 0 0,16 3 0 0 0,-28-3-73 0 0,1 0 0 0 0,-1 0-1 0 0,0 0 1 0 0,0 0 0 0 0,0 0 0 0 0,1 0 0 0 0,-1 0-1 0 0,0 0 1 0 0,0 0 0 0 0,1 0 0 0 0,-1 0-1 0 0,0 0 1 0 0,0 0 0 0 0,0 0 0 0 0,0 0-1 0 0,1 0 1 0 0,-1 1 0 0 0,0-1 0 0 0,0 0-1 0 0,0 0 1 0 0,0 0 0 0 0,1 0 0 0 0,-1 0 0 0 0,0 1-1 0 0,0-1 1 0 0,0 0 0 0 0,0 0 0 0 0,0 0-1 0 0,0 0 1 0 0,0 1 0 0 0,1-1 0 0 0,-1 0-1 0 0,0 0 1 0 0,0 0 0 0 0,0 1 0 0 0,0-1-1 0 0,0 0 1 0 0,0 0 0 0 0,0 1 0 0 0,5 5 362 0 0,17-1 18 0 0,-22-5-371 0 0,0 0-1 0 0,1 0 0 0 0,-1 0 0 0 0,0 0 0 0 0,0 0 1 0 0,1 0-1 0 0,-1 0 0 0 0,0 0 0 0 0,0 1 1 0 0,0-1-1 0 0,1 0 0 0 0,-1 0 0 0 0,0 0 0 0 0,0 0 1 0 0,1 0-1 0 0,-1 0 0 0 0,0 0 0 0 0,0 1 0 0 0,0-1 1 0 0,0 0-1 0 0,1 0 0 0 0,-1 0 0 0 0,0 0 1 0 0,0 1-1 0 0,0-1 0 0 0,0 0 0 0 0,0 0 0 0 0,1 0 1 0 0,-1 1-1 0 0,0-1 0 0 0,0 0 0 0 0,0 0 1 0 0,0 1-1 0 0,0-1 0 0 0,0 0 0 0 0,0 0 0 0 0,0 0 1 0 0,0 1-1 0 0,0-1 0 0 0,0 0 0 0 0,0 0 1 0 0,0 1-1 0 0,0-1 0 0 0,0 0 0 0 0,0 0 0 0 0,0 1 1 0 0,0-1-9 0 0,0 0 0 0 0,-1 0-1 0 0,1 1 1 0 0,0-1 0 0 0,0 0 0 0 0,0 0 0 0 0,0 1 0 0 0,0-1 0 0 0,0 0 0 0 0,0 0 0 0 0,0 0 0 0 0,0 1 0 0 0,0-1 0 0 0,0 0-1 0 0,0 0 1 0 0,0 1 0 0 0,1-1 0 0 0,-1 0 0 0 0,0 0 0 0 0,0 0 0 0 0,0 0 0 0 0,0 1 0 0 0,0-1 0 0 0,0 0 0 0 0,0 0 0 0 0,1 0-1 0 0,-1 1 1 0 0,0-1 0 0 0,0 0 0 0 0,0 0 0 0 0,0 0 0 0 0,1 0 0 0 0,-1 0 0 0 0,0 0 0 0 0,0 1 0 0 0,0-1 0 0 0,1 0 0 0 0,-1 0-1 0 0,0 0 1 0 0,0 0 0 0 0,0 0 0 0 0,1 0 0 0 0,-1 0 0 0 0,0 0 0 0 0,0 0 0 0 0,1 0 0 0 0,91 1 713 0 0,-79-1-682 0 0,20 1 56 0 0,0-2 0 0 0,0-1 0 0 0,46-9 0 0 0,-67 8-56 0 0,-4 2 88 0 0,43 3 3 0 0,-37-2-142 0 0,-9 0 2 0 0,0 0 1 0 0,0 0-1 0 0,0 0 0 0 0,1 0 1 0 0,-1 1-1 0 0,0 0 0 0 0,0 0 0 0 0,0 1 1 0 0,5 1-1 0 0,77 18 318 0 0,-74-17-219 0 0,0-1 0 0 0,-1-1 0 0 0,1 0 0 0 0,0-1 0 0 0,0 0 0 0 0,0-1 0 0 0,0 0 0 0 0,0-1 0 0 0,13-3 0 0 0,-16 2 1 0 0,0 1-1 0 0,0 1 1 0 0,0 0-1 0 0,0 0 1 0 0,0 1-1 0 0,0 0 1 0 0,0 0-1 0 0,0 1 1 0 0,0 1 0 0 0,14 5-1 0 0,-2-2 125 0 0,-22-7-204 0 0,0 1-1 0 0,0 0 0 0 0,1 1 0 0 0,-1-1 0 0 0,0 0 0 0 0,0 0 0 0 0,1 0 0 0 0,-1 0 0 0 0,0 0 0 0 0,0 0 0 0 0,1 0 0 0 0,-1 0 0 0 0,0 0 0 0 0,0 0 0 0 0,0 0 0 0 0,1 1 0 0 0,-1-1 0 0 0,0 0 0 0 0,0 0 0 0 0,0 0 0 0 0,1 0 0 0 0,-1 1 0 0 0,0-1 0 0 0,0 0 0 0 0,0 0 1 0 0,0 0-1 0 0,0 1 0 0 0,0-1 0 0 0,1 0 0 0 0,-1 0 0 0 0,0 1 0 0 0,0-1 0 0 0,0 0 0 0 0,0 0 0 0 0,0 1 0 0 0,0-1 0 0 0,0 0 0 0 0,0 0 0 0 0,0 1 0 0 0,0-1 0 0 0,0 0 0 0 0,0 0 0 0 0,0 1 0 0 0,0-1 0 0 0,0 0 0 0 0,-1 0 0 0 0,1 1 0 0 0,0-1-4 0 0,0 0 0 0 0,0 1-1 0 0,0-1 1 0 0,0 0 0 0 0,0 0-1 0 0,0 0 1 0 0,0 1-1 0 0,0-1 1 0 0,-1 0 0 0 0,1 0-1 0 0,0 1 1 0 0,0-1 0 0 0,0 0-1 0 0,1 0 1 0 0,-1 1-1 0 0,0-1 1 0 0,0 0 0 0 0,0 0-1 0 0,0 1 1 0 0,0-1 0 0 0,0 0-1 0 0,0 0 1 0 0,0 0 0 0 0,0 1-1 0 0,1-1 1 0 0,-1 0-1 0 0,0 0 1 0 0,0 0 0 0 0,0 1-1 0 0,0-1 1 0 0,1 0 0 0 0,-1 0-1 0 0,0 0 1 0 0,0 0-1 0 0,0 0 1 0 0,1 1 0 0 0,-1-1-1 0 0,0 0 1 0 0,0 0 0 0 0,0 0-1 0 0,1 0 1 0 0,-1 0 0 0 0,0 0-1 0 0,0 0 1 0 0,1 0-1 0 0,-1 0 1 0 0,1 0 0 0 0,53 5 76 0 0,-49-5-54 0 0,-4 0 70 0 0,-1 0-1 0 0,0-1 0 0 0,0 1 0 0 0,0-1 0 0 0,1 1 0 0 0,-1-1 0 0 0,0 1 0 0 0,0-1 1 0 0,0 1-1 0 0,0-1 0 0 0,0 1 0 0 0,0-1 0 0 0,0 1 0 0 0,0-1 0 0 0,0 1 1 0 0,0 0-1 0 0,0-1 0 0 0,-1 1 0 0 0,1-1 0 0 0,0 1 0 0 0,0-1 0 0 0,0 1 0 0 0,-1-1 1 0 0,1 1-1 0 0,0 0 0 0 0,0-1 0 0 0,-1 1 0 0 0,1 0 0 0 0,0-1 0 0 0,-1 1 1 0 0,1 0-1 0 0,0-1 0 0 0,-1 1 0 0 0,1 0 0 0 0,-1-1 0 0 0,1 1 0 0 0,-1 0 0 0 0,-14-5 821 0 0,0-1-1 0 0,0 0 0 0 0,1-1 0 0 0,-17-10 0 0 0,-4-2 45 0 0,31 17-824 0 0,0 0-1 0 0,0 0 0 0 0,0 0 1 0 0,1 0-1 0 0,-1-1 1 0 0,1 0-1 0 0,-1 1 0 0 0,1-1 1 0 0,0 0-1 0 0,0-1 1 0 0,0 1-1 0 0,-4-7 0 0 0,-1-19-454 0 0,6-11-4110 0 0,2 30-623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52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30 880 0 0,'0'0'2868'0'0,"-6"0"-2467"0"0,-21 0 266 0 0,27-5 189 0 0,0 4-665 0 0,0 1 0 0 0,1 0-1 0 0,-1-1 1 0 0,0 1-1 0 0,0-1 1 0 0,0 1 0 0 0,0-1-1 0 0,0 1 1 0 0,0-1 0 0 0,0 1-1 0 0,0-1 1 0 0,0 1 0 0 0,0-1-1 0 0,0 1 1 0 0,0-1-1 0 0,0 1 1 0 0,0-1 0 0 0,0 1-1 0 0,0-1 1 0 0,0 1 0 0 0,-1 0-1 0 0,1-1 1 0 0,0 1 0 0 0,0-1-1 0 0,-1 1 1 0 0,1 0-1 0 0,0-1 1 0 0,-1 1 0 0 0,1-1-1 0 0,0 1 1 0 0,-1 0 0 0 0,1-1-1 0 0,0 1 1 0 0,-1 0 0 0 0,1 0-1 0 0,-1-1 1 0 0,-210-6 3464 0 0,201 6-3444 0 0,1 1 0 0 0,-1 0 0 0 0,1 0 1 0 0,0 1-1 0 0,-14 2 0 0 0,22-2-275 0 0,-1-1 0 0 0,0 0 0 0 0,1 1-1 0 0,-1-1 1 0 0,1 1 0 0 0,-1-1 0 0 0,1 1 0 0 0,-1 0 0 0 0,1 0 0 0 0,-1 0 0 0 0,1-1 0 0 0,-1 1-1 0 0,1 1 1 0 0,0-1 0 0 0,0 0 0 0 0,0 0 0 0 0,0 0 0 0 0,0 1 0 0 0,0-1 0 0 0,0 0 0 0 0,0 1-1 0 0,0-1 1 0 0,0 1 0 0 0,1-1 0 0 0,-1 1 0 0 0,1-1 0 0 0,-1 1 0 0 0,1 0 0 0 0,0-1 0 0 0,-1 3 0 0 0,1-3-105 0 0,0 0 1 0 0,0-1 0 0 0,1 1 0 0 0,-1-1 0 0 0,0 1-1 0 0,0-1 1 0 0,0 1 0 0 0,1-1 0 0 0,-1 1 0 0 0,0-1-1 0 0,1 1 1 0 0,-1-1 0 0 0,0 1 0 0 0,1-1 0 0 0,-1 1-1 0 0,1-1 1 0 0,-1 1 0 0 0,1-1 0 0 0,-1 0 0 0 0,1 1-1 0 0,-1-1 1 0 0,1 0 0 0 0,-1 0 0 0 0,1 1 0 0 0,-1-1-1 0 0,1 0 1 0 0,-1 0 0 0 0,1 0 0 0 0,0 0 0 0 0,-1 1-1 0 0,1-1 1 0 0,-1 0 0 0 0,1 0 0 0 0,0 0 0 0 0,-1 0-1 0 0,2-1 1 0 0,31-2-2507 0 0,-18 1 662 0 0,18-4-1295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53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223 111 240 0 0,'0'-1'57'0'0,"-1"0"1"0"0,1 0-1 0 0,0 0 0 0 0,0 0 0 0 0,0 0 0 0 0,0 0 1 0 0,0 0-1 0 0,0 0 0 0 0,0 0 0 0 0,1 0 1 0 0,-1 0-1 0 0,0 0 0 0 0,0 0 0 0 0,1 0 1 0 0,-1 0-1 0 0,1 0 0 0 0,-1 0 0 0 0,1 0 0 0 0,-1 0 1 0 0,1 0-1 0 0,0 1 0 0 0,-1-1 0 0 0,1 0 1 0 0,0 0-1 0 0,0 1 0 0 0,-1-1 0 0 0,1 0 0 0 0,0 1 1 0 0,0-1-1 0 0,0 1 0 0 0,0-1 0 0 0,0 1 1 0 0,2-1-1 0 0,7-4 225 0 0,23-15 1038 0 0,-33 20-1295 0 0,0 0 0 0 0,1 0 0 0 0,-1 0 0 0 0,0 0 0 0 0,0-1-1 0 0,1 1 1 0 0,-1 0 0 0 0,0 0 0 0 0,0 0 0 0 0,1-1 0 0 0,-1 1-1 0 0,0 0 1 0 0,0 0 0 0 0,1-1 0 0 0,-1 1 0 0 0,0 0 0 0 0,0-1 0 0 0,0 1-1 0 0,0 0 1 0 0,0 0 0 0 0,1-1 0 0 0,-1 1 0 0 0,0 0 0 0 0,0-1-1 0 0,0 1 1 0 0,0 0 0 0 0,0-1 0 0 0,0 1 0 0 0,0 0 0 0 0,0-1-1 0 0,0 1 13 0 0,0-1-1 0 0,0 1 0 0 0,0 0 1 0 0,0 0-1 0 0,0 0 0 0 0,0-1 1 0 0,0 1-1 0 0,0 0 0 0 0,0 0 1 0 0,0 0-1 0 0,0-1 0 0 0,0 1 1 0 0,0 0-1 0 0,0 0 0 0 0,0 0 1 0 0,0-1-1 0 0,0 1 0 0 0,0 0 1 0 0,0 0-1 0 0,1 0 0 0 0,-1-1 1 0 0,0 1-1 0 0,0 0 0 0 0,0 0 1 0 0,0 0-1 0 0,0 0 0 0 0,1 0 1 0 0,-1-1-1 0 0,0 1 0 0 0,0 0 1 0 0,0 0-1 0 0,1 0 0 0 0,-1 0 1 0 0,0 0-1 0 0,0 0 0 0 0,0 0 1 0 0,1 0-1 0 0,-1 0 0 0 0,0 0 1 0 0,0 0-1 0 0,0 0 0 0 0,1 0 1 0 0,-1 0-1 0 0,0 0 0 0 0,1 0 1 0 0,16 0 1286 0 0,-34 0-499 0 0,16 0-813 0 0,1 0 0 0 0,0 0 1 0 0,0-1-1 0 0,0 1 0 0 0,0 0 0 0 0,0 0 0 0 0,0 0 0 0 0,-1 0 0 0 0,1 0 1 0 0,0 0-1 0 0,0 0 0 0 0,0 0 0 0 0,0 0 0 0 0,0 0 0 0 0,-1 0 0 0 0,1 0 0 0 0,0 0 1 0 0,0 0-1 0 0,0 0 0 0 0,0 0 0 0 0,0 0 0 0 0,-1 0 0 0 0,1 0 0 0 0,0 0 1 0 0,0 0-1 0 0,0 0 0 0 0,0 0 0 0 0,0 0 0 0 0,-1 0 0 0 0,1 0 0 0 0,0 0 1 0 0,0 1-1 0 0,0-1 0 0 0,0 0 0 0 0,0 0 0 0 0,0 0 0 0 0,0 0 0 0 0,-1 0 0 0 0,1 0 1 0 0,0 0-1 0 0,0 1 0 0 0,0-1 0 0 0,0 0 0 0 0,0 0 0 0 0,0 0 0 0 0,0 0 1 0 0,0 0-1 0 0,0 0 0 0 0,0 1 0 0 0,0-1 0 0 0,0 0 0 0 0,0 0 0 0 0,0 0 1 0 0,0 0-1 0 0,0 0 0 0 0,0 1 0 0 0,0-1 0 0 0,0 0 0 0 0,0 0 0 0 0,0 0 1 0 0,0 1-4 0 0,0-1 0 0 0,0 0 1 0 0,0 0-1 0 0,0 0 1 0 0,0 1-1 0 0,0-1 1 0 0,0 0-1 0 0,0 0 1 0 0,0 0-1 0 0,0 0 1 0 0,0 1-1 0 0,0-1 1 0 0,0 0-1 0 0,0 0 1 0 0,0 0-1 0 0,0 1 1 0 0,0-1-1 0 0,0 0 1 0 0,0 0-1 0 0,0 0 1 0 0,0 0-1 0 0,0 1 1 0 0,0-1-1 0 0,-1 0 1 0 0,1 0-1 0 0,0 0 1 0 0,0 0-1 0 0,0 0 1 0 0,0 1-1 0 0,0-1 1 0 0,-1 0-1 0 0,1 0 0 0 0,0 0 1 0 0,0 0-1 0 0,0 0 1 0 0,0 0-1 0 0,-1 0 1 0 0,1 0-1 0 0,0 0 1 0 0,0 0-1 0 0,0 0 1 0 0,-1 0-1 0 0,1 0 1 0 0,0 0-1 0 0,0 0 1 0 0,0 0-1 0 0,0 0 1 0 0,-1 0-1 0 0,1 0 1 0 0,0 0-1 0 0,0 0 1 0 0,-55 11 404 0 0,48-7-267 0 0,3 0-105 0 0,-23-3 426 0 0,27-2-276 0 0,0 0-182 0 0,0 1 1 0 0,0-1-1 0 0,0 1 1 0 0,0-1-1 0 0,0 1 1 0 0,0-1-1 0 0,0 1 1 0 0,0-1-1 0 0,0 1 1 0 0,0-1-1 0 0,0 1 1 0 0,0-1-1 0 0,0 1 1 0 0,0-1-1 0 0,1 1 1 0 0,-1-1-1 0 0,0 1 1 0 0,0-1 0 0 0,1 1-1 0 0,-1 0 1 0 0,0-1-1 0 0,0 1 1 0 0,1-1-1 0 0,-1 1 1 0 0,1 0-1 0 0,-1-1 1 0 0,0 1-1 0 0,2-1 1 0 0,3-1-5 0 0,12-8 138 0 0,-16 8-126 0 0,0 0 0 0 0,-1 0-1 0 0,1 0 1 0 0,0 0 0 0 0,-1 0 0 0 0,1-1 0 0 0,-1 1 0 0 0,0 0 0 0 0,0-1-1 0 0,0-3 1 0 0,-1 7-24 0 0,0 0 0 0 0,1 0 0 0 0,-1 0 0 0 0,0 0 0 0 0,0-1-1 0 0,0 1 1 0 0,0 0 0 0 0,0 0 0 0 0,0-1 0 0 0,0 1 0 0 0,0 0 0 0 0,0-1 0 0 0,-1 1-1 0 0,1-1 1 0 0,0 0 0 0 0,0 1 0 0 0,0-1 0 0 0,-1 0 0 0 0,1 0 0 0 0,-1 1 0 0 0,-8 1 9 0 0,-50 34 261 0 0,23-13 35 0 0,32-20-247 0 0,4-3-18 0 0,0 1-1 0 0,0-1 0 0 0,-1 1 0 0 0,1-1 0 0 0,0 1 0 0 0,0 0 0 0 0,0-1 0 0 0,0 1 0 0 0,0 0 0 0 0,0 0 0 0 0,0 0 0 0 0,0 0 0 0 0,0 0 0 0 0,0 0 0 0 0,0 0 1 0 0,1 0-1 0 0,-1 0 0 0 0,0 0 0 0 0,1 0 0 0 0,-1 0 0 0 0,1 1 0 0 0,-1-1 0 0 0,1 0 0 0 0,0 0 0 0 0,-1 1 0 0 0,1-1 0 0 0,0 0 0 0 0,0 1 0 0 0,0 1 1 0 0,1-4-33 0 0,-1 1 0 0 0,1-1 0 0 0,0 1 1 0 0,-1-1-1 0 0,1 0 0 0 0,0 1 1 0 0,0 0-1 0 0,0-1 0 0 0,-1 1 1 0 0,1 0-1 0 0,0-1 0 0 0,0 1 1 0 0,0 0-1 0 0,0 0 0 0 0,0-1 1 0 0,0 1-1 0 0,-1 0 0 0 0,1 0 1 0 0,0 0-1 0 0,2 1 0 0 0,0-2-6 0 0,1-4-61 0 0,-4-44 707 0 0,1 48-640 0 0,0 0 0 0 0,0 0 0 0 0,-1 0 0 0 0,1 0 0 0 0,0 0 0 0 0,0 0 1 0 0,0 1-1 0 0,0-1 0 0 0,0 0 0 0 0,0 0 0 0 0,1 1 0 0 0,-1-1 0 0 0,0 1 0 0 0,0-1 0 0 0,0 1 0 0 0,1 0 0 0 0,-1-1 0 0 0,0 1 0 0 0,2 0 0 0 0,1-1 12 0 0,-3-1-8 0 0,0 1 0 0 0,0-1-1 0 0,0 0 1 0 0,-1 1 0 0 0,1-1-1 0 0,-1 0 1 0 0,1 1-1 0 0,-1-1 1 0 0,1 0 0 0 0,-1 0-1 0 0,0-3 1 0 0,0 5-3 0 0,0-1 0 0 0,1 0 0 0 0,-1 0 0 0 0,0 0-1 0 0,0 0 1 0 0,0 0 0 0 0,0 0 0 0 0,0 0 0 0 0,0 0 0 0 0,-1 1 0 0 0,1-1 0 0 0,0 0 0 0 0,0 0 0 0 0,-1 0 0 0 0,1 0 0 0 0,0 0 0 0 0,-1 1 0 0 0,1-1 0 0 0,-1 0-1 0 0,1 0 1 0 0,-1 0 0 0 0,1 1 0 0 0,-1-1 0 0 0,-1-1 0 0 0,-1 2-10 0 0,1-1-16 0 0,0 1 0 0 0,1-1 1 0 0,-1 1-1 0 0,0-1 0 0 0,0 1 0 0 0,0 0 0 0 0,1 0 1 0 0,-1 0-1 0 0,0 0 0 0 0,0 0 0 0 0,-2 1 0 0 0,0 2-68 0 0,-1 0 113 0 0,0-1 0 0 0,0 1 0 0 0,0 0 0 0 0,0 1 0 0 0,1-1 0 0 0,0 1 0 0 0,-1 0 0 0 0,1 0 0 0 0,-3 4 0 0 0,-4 20 434 0 0,0-15-188 0 0,9-11-215 0 0,1-1 1 0 0,-1 1-1 0 0,1 0 0 0 0,0-1 0 0 0,0 1 1 0 0,-1 0-1 0 0,1 0 0 0 0,0 0 0 0 0,0 0 1 0 0,1 0-1 0 0,-1 0 0 0 0,0 0 1 0 0,1 1-1 0 0,-1-1 0 0 0,1 0 0 0 0,0 0 1 0 0,0 0-1 0 0,0 4 0 0 0,1-6-64 0 0,0 0 0 0 0,0 0 0 0 0,0 1 0 0 0,0-1 1 0 0,1 0-1 0 0,-1 0 0 0 0,0 0 0 0 0,0 0 0 0 0,0 0 0 0 0,0-1 0 0 0,1 1 0 0 0,-1 0 0 0 0,0-1 0 0 0,0 1 0 0 0,0 0 0 0 0,1-2 1 0 0,5 1-62 0 0,-7 1 57 0 0,1-1 0 0 0,-1 1-1 0 0,1 0 1 0 0,-1 0 0 0 0,0 0 0 0 0,1-1 0 0 0,-1 1 0 0 0,0 0 0 0 0,1 0 0 0 0,-1-1 0 0 0,0 1 0 0 0,1 0 0 0 0,-1-1 0 0 0,0 1 0 0 0,0 0 0 0 0,1-1-1 0 0,-1 1 1 0 0,0 0 0 0 0,0-1 0 0 0,0 1 0 0 0,0-1 0 0 0,0 1 0 0 0,1 0 0 0 0,-1-1 0 0 0,0 1 0 0 0,0-1 0 0 0,0 1 0 0 0,0-1 0 0 0,0 1 0 0 0,0-1-1 0 0,4-9-79 0 0,4 7 57 0 0,-7 3 36 0 0,-1 0 0 0 0,1 0 1 0 0,0 0-1 0 0,0 0 1 0 0,0-1-1 0 0,0 1 0 0 0,0 0 1 0 0,-1-1-1 0 0,1 1 0 0 0,0 0 1 0 0,0-1-1 0 0,-1 1 0 0 0,1-1 1 0 0,0 1-1 0 0,-1-1 1 0 0,1 1-1 0 0,0-1 0 0 0,-1 0 1 0 0,1 1-1 0 0,-1-1 0 0 0,1 0 1 0 0,-1 1-1 0 0,1-1 0 0 0,-1 0 1 0 0,0 0-1 0 0,1 0 1 0 0,-1 1-1 0 0,0-1 0 0 0,1 0 1 0 0,-1 0-1 0 0,0 0 0 0 0,0-1 1 0 0,0 1 2 0 0,0 0 0 0 0,0 0 1 0 0,0 0-1 0 0,1 0 1 0 0,-1 0-1 0 0,0 0 0 0 0,0 0 1 0 0,1 0-1 0 0,-1 0 1 0 0,1 0-1 0 0,-1 0 0 0 0,1 0 1 0 0,-1 1-1 0 0,1-1 0 0 0,0 0 1 0 0,-1 0-1 0 0,1 0 1 0 0,0 1-1 0 0,0-1 0 0 0,-1 0 1 0 0,1 1-1 0 0,0-1 1 0 0,0 1-1 0 0,1-2 0 0 0,6-3 3 0 0,23-23 65 0 0,-30 28-66 0 0,-1 0-1 0 0,1-1 1 0 0,-1 1-1 0 0,1-1 1 0 0,-1 1 0 0 0,1-1-1 0 0,-1 1 1 0 0,0-1 0 0 0,1 1-1 0 0,-1-1 1 0 0,0 1-1 0 0,1-1 1 0 0,-1 0 0 0 0,0 1-1 0 0,0-1 1 0 0,0 0-1 0 0,1 1 1 0 0,-1-1 0 0 0,0 1-1 0 0,0-1 1 0 0,0 0-1 0 0,0 1 1 0 0,0-1 0 0 0,0 0-1 0 0,0 1 1 0 0,-1-1 0 0 0,1-1-1 0 0,0 1 10 0 0,0 2 4 0 0,-1 1 0 0 0,1-1 0 0 0,0 0 0 0 0,-1 0 0 0 0,1 0 0 0 0,-1 0 0 0 0,1 0 0 0 0,-1 0 0 0 0,1 0 0 0 0,-1-1 0 0 0,0 1 0 0 0,1 0 0 0 0,-1 0 0 0 0,0 0 0 0 0,0-1 0 0 0,0 1 0 0 0,0 0 0 0 0,0-1 0 0 0,0 1 0 0 0,1-1 0 0 0,-1 1 0 0 0,-3 0 0 0 0,-10 9 157 0 0,12-7-134 0 0,-1-1-1 0 0,1 1 1 0 0,0 0 0 0 0,0 0-1 0 0,0 0 1 0 0,1 0-1 0 0,-1 1 1 0 0,1-1 0 0 0,0 1-1 0 0,-2 5 1 0 0,-8 22-240 0 0,0-18-279 0 0,-2 4-597 0 0,9-1-2562 0 0,4-7-1628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27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4199 640 0 0,'0'1'182'0'0,"-1"0"0"0"0,1-1 0 0 0,0 1 0 0 0,0 0 0 0 0,0 0 0 0 0,0 0-1 0 0,-1 0 1 0 0,1-1 0 0 0,0 1 0 0 0,-1 0 0 0 0,1 0 0 0 0,0-1 0 0 0,-1 1-1 0 0,1 0 1 0 0,-1-1 0 0 0,1 1 0 0 0,-1 0 0 0 0,0-1 0 0 0,1 1 0 0 0,-1-1 0 0 0,0 1-1 0 0,1-1 1 0 0,-1 1 0 0 0,0-1 0 0 0,0 0 0 0 0,1 1 0 0 0,-1-1 0 0 0,0 0 0 0 0,0 1-1 0 0,1-1 1 0 0,-1 0 0 0 0,0 0 0 0 0,0 0 0 0 0,0 0 0 0 0,0 0 0 0 0,0 0-1 0 0,-1 0 1 0 0,-3 1-49 0 0,-2 3 2621 0 0,3-1-2214 0 0,3-2-231 0 0,-1-1-195 0 0,0 0 1 0 0,1 0-1 0 0,-1 1 1 0 0,1-1-1 0 0,-1 1 1 0 0,1-1-1 0 0,-1 1 1 0 0,1 0-1 0 0,-1-1 0 0 0,1 1 1 0 0,0 0-1 0 0,-1 0 1 0 0,1 0-1 0 0,0 0 1 0 0,0 0-1 0 0,-2 1 1 0 0,9 1 645 0 0,86 36 1815 0 0,-46-26-1978 0 0,-1-2 0 0 0,2-2 1 0 0,73 6-1 0 0,-45-12 82 0 0,120-12 1 0 0,-85-1-13 0 0,0-4 0 0 0,213-59 0 0 0,-307 68-641 0 0,95-33 111 0 0,-95 32-111 0 0,0-1 0 0 0,-1 0 0 0 0,29-19 0 0 0,5-22 107 0 0,-34 34-102 0 0,-12 11-24 0 0,1 1 1 0 0,-1-2 0 0 0,1 1-1 0 0,-1 0 1 0 0,0 0 0 0 0,0-1 0 0 0,-1 0-1 0 0,1 1 1 0 0,-1-1 0 0 0,1 0-1 0 0,-1 0 1 0 0,0-1 0 0 0,-1 1-1 0 0,1 0 1 0 0,-1-1 0 0 0,0 1 0 0 0,0-1-1 0 0,0 1 1 0 0,-1-1 0 0 0,1 1-1 0 0,-1-6 1 0 0,-1-19 76 0 0,0 14-28 0 0,1 0-1 0 0,0 0 0 0 0,1 0 0 0 0,5-24 0 0 0,4 7-2 0 0,-6 21-19 0 0,-1 0-1 0 0,0 0 1 0 0,0 0-1 0 0,-2 0 0 0 0,2-21 1 0 0,-2 19 25 0 0,0-1 1 0 0,1 1-1 0 0,1 0 1 0 0,6-22-1 0 0,-3 14 31 0 0,-5 17-76 0 0,-1 1 0 0 0,1 0-1 0 0,-1-1 1 0 0,0 1 0 0 0,0 0 0 0 0,0 0 0 0 0,0-1 0 0 0,-1 1 0 0 0,1 0 0 0 0,-1-1 0 0 0,0 1 0 0 0,0 0 0 0 0,-2-5 0 0 0,-5-24 124 0 0,16 6-37 0 0,-3 12-55 0 0,5-27 34 0 0,12 4-53 0 0,-11-1 13 0 0,-1 18-48 0 0,-8 16 2 0 0,0 0 1 0 0,1-1 0 0 0,-2 1-1 0 0,1 0 1 0 0,0-1 0 0 0,-1 1-1 0 0,0-1 1 0 0,0 1 0 0 0,0-1-1 0 0,0-9 1 0 0,-1-159 125 0 0,-1 165-100 0 0,0 1 0 0 0,0 0-1 0 0,0 0 1 0 0,-1 0 0 0 0,0 0 0 0 0,-1 0 0 0 0,1 0 0 0 0,-1 1 0 0 0,-1-1-1 0 0,1 1 1 0 0,-1 0 0 0 0,0 0 0 0 0,0 0 0 0 0,-6-5 0 0 0,3 3-2 0 0,1-1 1 0 0,0 1-1 0 0,1-1 0 0 0,0-1 1 0 0,0 1-1 0 0,-3-11 1 0 0,-2-21-33 0 0,0 19 59 0 0,7 18-34 0 0,1-1 1 0 0,0 0 0 0 0,0 0 0 0 0,0 0-1 0 0,0 0 1 0 0,1 0 0 0 0,0 0 0 0 0,0 0-1 0 0,0 0 1 0 0,1-6 0 0 0,0-471 975 0 0,0 480-972 0 0,-1 0 1 0 0,1 0-1 0 0,0 0 0 0 0,-1 0 0 0 0,1 0 1 0 0,-1 1-1 0 0,0-1 0 0 0,1 0 1 0 0,-1 0-1 0 0,0 0 0 0 0,0 1 0 0 0,0-1 1 0 0,0 1-1 0 0,0-1 0 0 0,-1 1 1 0 0,1-1-1 0 0,-3-1 0 0 0,3 2-6 0 0,0-1 0 0 0,-1 1 1 0 0,1-1-1 0 0,0 1 0 0 0,-1-1 0 0 0,1 1 0 0 0,0-1 0 0 0,0 0 1 0 0,0 0-1 0 0,1 1 0 0 0,-1-1 0 0 0,0 0 0 0 0,1 0 1 0 0,-1 0-1 0 0,1 0 0 0 0,-1 0 0 0 0,1-3 0 0 0,0 3-17 0 0,0 0 1 0 0,1-1-1 0 0,-1 1 0 0 0,-1 0 0 0 0,1-1 0 0 0,0 1 0 0 0,-1 0 1 0 0,1-1-1 0 0,-1 1 0 0 0,0 0 0 0 0,1 0 0 0 0,-1 0 0 0 0,0-1 1 0 0,-1 1-1 0 0,1 0 0 0 0,0 0 0 0 0,0 0 0 0 0,-1 1 0 0 0,1-1 1 0 0,-4-2-1 0 0,-4-7 52 0 0,8 10-36 0 0,0-1 0 0 0,0 1-1 0 0,1-1 1 0 0,-1 1 0 0 0,0-1-1 0 0,1 1 1 0 0,-1-1 0 0 0,1 1-1 0 0,0-1 1 0 0,-1 1 0 0 0,1-1 0 0 0,0 0-1 0 0,0 1 1 0 0,0-3 0 0 0,-4-20 90 0 0,-1 18-109 0 0,0 0 1 0 0,0 0-1 0 0,0 0 1 0 0,-1 0-1 0 0,0 1 1 0 0,-11-8 0 0 0,-21-21-91 0 0,36 30 127 0 0,1-1 0 0 0,-1 0 1 0 0,1 1-1 0 0,0-1 0 0 0,0 0 0 0 0,1 0 0 0 0,0 0 0 0 0,0 0 0 0 0,0 0 1 0 0,0 0-1 0 0,2-6 0 0 0,-2-5 20 0 0,1 15-46 0 0,-1 0 0 0 0,1 0 0 0 0,-1 0 0 0 0,1 0-1 0 0,0 0 1 0 0,-1 1 0 0 0,1-1 0 0 0,0 0 0 0 0,-1 0 0 0 0,1 1-1 0 0,0-1 1 0 0,0 1 0 0 0,0-1 0 0 0,0 1 0 0 0,-1-1-1 0 0,1 1 1 0 0,0-1 0 0 0,0 1 0 0 0,0-1 0 0 0,0 1 0 0 0,0 0-1 0 0,0 0 1 0 0,0 0 0 0 0,0 0 0 0 0,0-1 0 0 0,0 1 0 0 0,0 1-1 0 0,2-1 1 0 0,-1 0-8 0 0,-3 0 6 0 0,1-1-1 0 0,0 1 1 0 0,0 0-1 0 0,0 0 1 0 0,-1 0 0 0 0,1 0-1 0 0,0 0 1 0 0,0 0 0 0 0,0-1-1 0 0,0 1 1 0 0,-1 0-1 0 0,1 0 1 0 0,0 0 0 0 0,0 0-1 0 0,0-1 1 0 0,0 1-1 0 0,0 0 1 0 0,0 0 0 0 0,-1 0-1 0 0,1-1 1 0 0,0 1 0 0 0,0 0-1 0 0,0 0 1 0 0,0 0-1 0 0,0-1 1 0 0,0 1 0 0 0,0 0-1 0 0,0 0 1 0 0,0 0-1 0 0,0-1 1 0 0,0 1 0 0 0,0 0-1 0 0,0 0 1 0 0,0-1 0 0 0,0 1-1 0 0,0 0 1 0 0,0 0-1 0 0,1 0 1 0 0,-1-1 0 0 0,0 1-1 0 0,0 0 1 0 0,0 0 0 0 0,0 0-1 0 0,0-1 1 0 0,0 1-1 0 0,1 0 1 0 0,-1 0 0 0 0,0 0-1 0 0,0 0 1 0 0,0 0-1 0 0,0-1 1 0 0,1 1 0 0 0,-1 0-1 0 0,0 0 1 0 0,1 0 0 0 0,-2 0 3 0 0,0-1 17 0 0,-1 1 0 0 0,1-1 1 0 0,-1 0-1 0 0,1 1 1 0 0,-1-1-1 0 0,1 0 0 0 0,-1 0 1 0 0,1 0-1 0 0,0 0 1 0 0,0 0-1 0 0,-1 0 1 0 0,1 0-1 0 0,0-1 0 0 0,0 1 1 0 0,0 0-1 0 0,0-1 1 0 0,0 1-1 0 0,1-1 0 0 0,-1 1 1 0 0,0-1-1 0 0,1 1 1 0 0,-1-1-1 0 0,1 1 0 0 0,-1-1 1 0 0,1 0-1 0 0,0 1 1 0 0,0-1-1 0 0,-1 0 1 0 0,1 1-1 0 0,0-1 0 0 0,1 0 1 0 0,-1 1-1 0 0,0-3 1 0 0,0-10 417 0 0,0 10-121 0 0,0 13-93 0 0,0-8 379 0 0,6-1-1135 0 0,31 2 464 0 0,-29 1 51 0 0,12 0 175 0 0,-8-2-122 0 0,10-1 58 0 0,0-1-1 0 0,-1 0 1 0 0,26-5-1 0 0,-43 4-103 0 0,0 0 1 0 0,0 0-1 0 0,-1 0 0 0 0,1 0 1 0 0,-1 0-1 0 0,0-1 0 0 0,1 1 1 0 0,-1-1-1 0 0,0 0 0 0 0,-1 0 1 0 0,1 0-1 0 0,3-5 0 0 0,3-3-50 0 0,-8 9 52 0 0,0-1-1 0 0,1 0 0 0 0,-1 0 1 0 0,0-1-1 0 0,0 1 0 0 0,-1 0 1 0 0,1 0-1 0 0,-1 0 1 0 0,0-1-1 0 0,1 1 0 0 0,-1 0 1 0 0,-1 0-1 0 0,1 0 0 0 0,0-1 1 0 0,-2-2-1 0 0,1-10 88 0 0,1-6 3 0 0,-1-31-87 0 0,0 18-13 0 0,2 0 0 0 0,6-42 0 0 0,4 35 10 0 0,-8 35 11 0 0,-1 0-1 0 0,1-1 1 0 0,-1 1 0 0 0,-1 0 0 0 0,1-1 0 0 0,-1 1 0 0 0,-1-1-1 0 0,1 0 1 0 0,-1 1 0 0 0,-1-1 0 0 0,1 0 0 0 0,-4-12-1 0 0,-12-3 56 0 0,11 16-18 0 0,3 4-9 0 0,-1 1 0 0 0,1-1 1 0 0,0 0-1 0 0,-1 1 0 0 0,1-1 1 0 0,-1 1-1 0 0,0-1 0 0 0,-5-2 0 0 0,3 2-12 0 0,4 2-17 0 0,1 1 1 0 0,0 0-1 0 0,-1 0 1 0 0,1-1-1 0 0,-1 1 1 0 0,1 0-1 0 0,0-1 0 0 0,-1 1 1 0 0,1-1-1 0 0,0 1 1 0 0,-1 0-1 0 0,1-1 1 0 0,0 1-1 0 0,0-1 0 0 0,-1 1 1 0 0,1-1-1 0 0,0 1 1 0 0,0-1-1 0 0,0 1 1 0 0,0-1-1 0 0,0 1 0 0 0,-1-1 1 0 0,1 1-1 0 0,0-1 1 0 0,0 1-1 0 0,0-1 1 0 0,0 1-1 0 0,1-1 0 0 0,-1 1 1 0 0,0-1-1 0 0,0 1 1 0 0,0-1-1 0 0,0 1 1 0 0,1-1-1 0 0,-1 0-2 0 0,0 1 1 0 0,0 0-1 0 0,0-1 0 0 0,0 1 0 0 0,1 0 0 0 0,-1-1 1 0 0,0 1-1 0 0,0 0 0 0 0,0-1 0 0 0,0 1 1 0 0,0 0-1 0 0,0-1 0 0 0,0 1 0 0 0,0-1 1 0 0,0 1-1 0 0,0 0 0 0 0,0-1 0 0 0,0 1 1 0 0,-1 0-1 0 0,1-1 0 0 0,0 1 0 0 0,0 0 1 0 0,0-1-1 0 0,0 1 0 0 0,-1 0 0 0 0,1-1 1 0 0,0 1-1 0 0,0 0 0 0 0,-1-1 0 0 0,1 1 1 0 0,0 0-1 0 0,0 0 0 0 0,-1-1 0 0 0,1 1 1 0 0,0 0-1 0 0,-1 0 0 0 0,1 0 0 0 0,-1-1 1 0 0,-2 1-7 0 0,2 0 8 0 0,1-1 0 0 0,-1 1 0 0 0,0 0-1 0 0,0 0 1 0 0,0 0 0 0 0,0 0 0 0 0,0-1-1 0 0,0 1 1 0 0,1 0 0 0 0,-1-1 0 0 0,0 1-1 0 0,0-1 1 0 0,0 1 0 0 0,1-1 0 0 0,-1 1-1 0 0,0-1 1 0 0,1 1 0 0 0,-1-1 0 0 0,0 0-1 0 0,1 1 1 0 0,-1-1 0 0 0,1 0 0 0 0,-1 0-1 0 0,0-1 1 0 0,1 1 2 0 0,-1 1 0 0 0,1-1 1 0 0,-1 0-1 0 0,1 0 0 0 0,-1 0 0 0 0,0 0 0 0 0,1 1 0 0 0,-1-1 0 0 0,0 0 0 0 0,0 1 0 0 0,0-1 1 0 0,0 0-1 0 0,1 1 0 0 0,-1-1 0 0 0,0 1 0 0 0,0-1 0 0 0,0 1 0 0 0,0 0 0 0 0,0-1 0 0 0,0 1 1 0 0,0 0-1 0 0,0 0 0 0 0,-2 0 0 0 0,-3-2 14 0 0,-5-13-3 0 0,-11-13-13 0 0,12-13-26 0 0,-15-13-59 0 0,20 48 74 0 0,1-1-1 0 0,1 1 1 0 0,-1-1 0 0 0,1 0-1 0 0,0 0 1 0 0,1-1-1 0 0,0 1 1 0 0,0-1 0 0 0,0 1-1 0 0,1-1 1 0 0,0 1-1 0 0,1-1 1 0 0,0 0 0 0 0,0 1-1 0 0,2-15 1 0 0,3 6 25 0 0,0 1 0 0 0,13-27 0 0 0,-13 32-1 0 0,0-1 0 0 0,-1 1 0 0 0,0-1 1 0 0,0 0-1 0 0,-1 0 0 0 0,-1 0 0 0 0,0 0 0 0 0,1-12 0 0 0,-3-463 1481 0 0,2 484-1446 0 0,-11 0 26 0 0,-11-2-63 0 0,19 4-14 0 0,1 0 0 0 0,-1-1 0 0 0,1 1-1 0 0,-1-1 1 0 0,1 1 0 0 0,0-1 0 0 0,-1 1-1 0 0,1-1 1 0 0,-1 1 0 0 0,1-1 0 0 0,0 1-1 0 0,0-1 1 0 0,-1 1 0 0 0,1-1 0 0 0,0 0-1 0 0,0 1 1 0 0,0-1 0 0 0,0 1 0 0 0,-1-1 0 0 0,1 0-1 0 0,0 1 1 0 0,0-1 0 0 0,0 0 0 0 0,1 0-1 0 0,-1-20-113 0 0,0 16 102 0 0,0-63 495 0 0,0 67-477 0 0,0 1 0 0 0,0-1 0 0 0,0 1 0 0 0,0-1 0 0 0,0 1 0 0 0,0 0 0 0 0,0-1 0 0 0,0 1 0 0 0,-1-1 0 0 0,1 1 0 0 0,0 0 0 0 0,0-1 0 0 0,-1 1 0 0 0,1 0 0 0 0,0-1 0 0 0,0 1 0 0 0,-1 0 0 0 0,1-1 1 0 0,0 1-1 0 0,-1 0 0 0 0,1-1 0 0 0,0 1 0 0 0,-1 0 0 0 0,1 0 0 0 0,-1 0 0 0 0,1 0 0 0 0,0-1 0 0 0,-1 1 0 0 0,1 0 0 0 0,-1 0 0 0 0,1 0 0 0 0,-1 0 0 0 0,1 0 0 0 0,0 0 0 0 0,-1 0 0 0 0,1 0 0 0 0,-1 0 0 0 0,1 0 0 0 0,-1 0 0 0 0,0 0 0 0 0,0 1-4 0 0,1-1 1 0 0,-1 0-1 0 0,0 0 0 0 0,1 0 1 0 0,-1 0-1 0 0,0 0 0 0 0,0 0 0 0 0,1-1 1 0 0,-1 1-1 0 0,0 0 0 0 0,1 0 1 0 0,-1 0-1 0 0,0-1 0 0 0,1 1 1 0 0,-1 0-1 0 0,0 0 0 0 0,1-1 1 0 0,-1 1-1 0 0,1-1 0 0 0,-1 1 0 0 0,1-1 1 0 0,-1 1-1 0 0,1-1 0 0 0,-1 1 1 0 0,1-1-1 0 0,-1 1 0 0 0,1-1 1 0 0,0 0-1 0 0,-1 1 0 0 0,1-1 1 0 0,0 1-1 0 0,-1-1 0 0 0,1 0 0 0 0,0 1 1 0 0,0-1-1 0 0,0 0 0 0 0,0 0 1 0 0,-1 1-1 0 0,1-1 0 0 0,0 0 1 0 0,0 1-1 0 0,0-1 0 0 0,1-1 0 0 0,-1-72 1941 0 0,-2 75-1940 0 0,2-1 0 0 0,0 0 0 0 0,0 0 0 0 0,0 0 0 0 0,0 0 0 0 0,1 0 0 0 0,-1 0 0 0 0,0 0 0 0 0,0 0 0 0 0,0 0 0 0 0,0 0 0 0 0,0 0 0 0 0,0 0 0 0 0,0 1 0 0 0,0-1 0 0 0,0 0 0 0 0,0 0 0 0 0,0 0 0 0 0,0 0 0 0 0,0 0 0 0 0,0 0 0 0 0,0 0 0 0 0,0 0 0 0 0,1 0 0 0 0,-1 0 0 0 0,0 0 0 0 0,0 0 0 0 0,0 0 0 0 0,0 0 0 0 0,0 0 0 0 0,0 1 0 0 0,0-1 0 0 0,0 0 0 0 0,0 0 0 0 0,0 0 0 0 0,0 0 0 0 0,0 0 0 0 0,0 0 0 0 0,0 0 0 0 0,0 0 0 0 0,0 0 0 0 0,0 0 0 0 0,0 0 0 0 0,0 0 0 0 0,0 1 0 0 0,0-1 0 0 0,-1 0 0 0 0,1 0 0 0 0,0 0 0 0 0,0 0 0 0 0,0 0 0 0 0,0 0 0 0 0,0 0 0 0 0,0 0 0 0 0,0 0 0 0 0,0 0 0 0 0,0 0 0 0 0,0 0 0 0 0,33 9 0 0 0,38 4 0 0 0,-45-12 0 0 0,132-1 0 0 0,-93-5 0 0 0,158 2 0 0 0,-114 5 0 0 0,114-2 0 0 0,-191 0 0 0 0,-9 1 0 0 0,-19 2 0 0 0,-8-7 0 0 0,-38-18 0 0 0,24 15 0 0 0,8 3 0 0 0,4 2 0 0 0,0 0 0 0 0,1-1 0 0 0,-1 0 0 0 0,0 0 0 0 0,-9-8 0 0 0,5-1 0 0 0,8 10 0 0 0,0 0 0 0 0,0-1 0 0 0,-1 1 0 0 0,1 0 0 0 0,0 0 0 0 0,-1 1 0 0 0,1-1 0 0 0,-1 0 0 0 0,-5-2 0 0 0,0 0 0 0 0,-1 0 0 0 0,1-1 0 0 0,0-1 0 0 0,0 1 0 0 0,-10-11 0 0 0,9 4 0 0 0,8 10 0 0 0,-1 0 0 0 0,1 1 0 0 0,0-1 0 0 0,-1 0 0 0 0,0 1 0 0 0,1-1 0 0 0,-1 1 0 0 0,0-1 0 0 0,0 1 0 0 0,1 0 0 0 0,-1-1 0 0 0,0 1 0 0 0,0 0 0 0 0,-4-1 0 0 0,-17-12 0 0 0,7 2 0 0 0,-11 6 0 0 0,14 4-732 0 0,-1 2 0 0 0,1 0 0 0 0,-16 2 1 0 0,25-2 291 0 0,1 0 1 0 0,0 1 0 0 0,-1 0-1 0 0,1-1 1 0 0,0 1-1 0 0,-1 0 1 0 0,1 1 0 0 0,0-1-1 0 0,0 1 1 0 0,0-1 0 0 0,0 1-1 0 0,0 0 1 0 0,0 0-1 0 0,1 0 1 0 0,-1 0 0 0 0,-3 5-1 0 0,6-7 54 0 0,-1 1 0 0 0,1 0-1 0 0,-1 0 1 0 0,1 0 0 0 0,-1 0-1 0 0,1 0 1 0 0,0 0 0 0 0,0 0-1 0 0,-1 0 1 0 0,1 0 0 0 0,0 0-1 0 0,0 0 1 0 0,0 0 0 0 0,0 0-1 0 0,0 0 1 0 0,0 0 0 0 0,0 0-1 0 0,1 0 1 0 0,-1-1 0 0 0,0 1-1 0 0,0 0 1 0 0,1 0 0 0 0,-1 0-1 0 0,1 0 1 0 0,0 2 0 0 0,26 24-9859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27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601 156 960 0 0,'0'-9'3177'0'0,"1"5"-1953"0"0,-1 0 0 0 0,0 0 0 0 0,-1 0 0 0 0,1 1 0 0 0,-1-1 0 0 0,1 0 0 0 0,-3-6 0 0 0,2 8-1087 0 0,0 0 0 0 0,-1 0 0 0 0,1 0 0 0 0,-1 1 0 0 0,0-1 0 0 0,0 0 0 0 0,1 1 0 0 0,-1-1 0 0 0,0 1 0 0 0,0-1 0 0 0,0 1 0 0 0,-1 0 0 0 0,-2-2 0 0 0,-3-1 339 0 0,1-1 0 0 0,0 0 0 0 0,0-1 0 0 0,1 0 0 0 0,-10-11 0 0 0,11 12-60 0 0,0-1 0 0 0,-1 1 0 0 0,1 0 0 0 0,-11-6 0 0 0,11 2 1405 0 0,6 7-806 0 0,-1 8-570 0 0,-1-6-451 0 0,0 1-1 0 0,-1 0 0 0 0,1-1 0 0 0,0 1 0 0 0,-1 0 0 0 0,1-1 0 0 0,0 1 1 0 0,-1-1-1 0 0,1 0 0 0 0,-1 0 0 0 0,1 1 0 0 0,-1-1 0 0 0,1 0 1 0 0,-1 0-1 0 0,1 0 0 0 0,0-1 0 0 0,-3 1 0 0 0,4 0-3 0 0,-8 6-76 0 0,0 2 79 0 0,-112 39-47 0 0,56-22 118 0 0,45-19-20 0 0,1 1 0 0 0,0 1 0 0 0,-26 16 0 0 0,37-20-241 0 0,-1 0-1 0 0,1 0 0 0 0,-1-1 0 0 0,1 0 0 0 0,-1 0 0 0 0,0-1 1 0 0,-15 3-1 0 0,-27 8-3449 0 0,25-5-4741 0 0,40-16 3944 0 0,-10 2 722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28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328 157 560 0 0,'0'-9'1061'0'0,"3"-30"6177"0"0,-3 38-7071 0 0,1 0 0 0 0,-1-1 0 0 0,1 1 0 0 0,0 0 0 0 0,-1 0 0 0 0,1 0 0 0 0,0 0 0 0 0,0 0 0 0 0,0 0 0 0 0,0 0 0 0 0,0 0 0 0 0,0 1 0 0 0,0-1-1 0 0,0 0 1 0 0,0 0 0 0 0,0 1 0 0 0,0-1 0 0 0,1 1 0 0 0,-1-1 0 0 0,0 1 0 0 0,0-1 0 0 0,3 1 0 0 0,-4 0-121 0 0,0 0-1 0 0,0 0 1 0 0,0 0 0 0 0,1 0-1 0 0,-1 0 1 0 0,0 0-1 0 0,0 0 1 0 0,0 0 0 0 0,1 0-1 0 0,-1 0 1 0 0,0 0 0 0 0,0 0-1 0 0,0 0 1 0 0,1 0-1 0 0,-1 0 1 0 0,0 0 0 0 0,0 0-1 0 0,0 0 1 0 0,0 0-1 0 0,1 0 1 0 0,-1-1 0 0 0,0 1-1 0 0,0 0 1 0 0,0 0-1 0 0,0 0 1 0 0,0 0 0 0 0,1 0-1 0 0,-1 0 1 0 0,0-1 0 0 0,0 1-1 0 0,0 0 1 0 0,0 0-1 0 0,0 0 1 0 0,0 0 0 0 0,0-1-1 0 0,1 1 1 0 0,-1 0-1 0 0,0 0 1 0 0,0 0 0 0 0,0 0-1 0 0,0-1 1 0 0,0 1 0 0 0,0 0-1 0 0,0 0 1 0 0,0 0-1 0 0,0-1 1 0 0,0 1 0 0 0,0 0-1 0 0,0 0 1 0 0,0 0-1 0 0,0 0 1 0 0,0-1 0 0 0,-1 1-1 0 0,1 0 1 0 0,0 0 0 0 0,0-1-1 0 0,-5 0 3678 0 0,0 1-3537 0 0,4 0-155 0 0,1-1 0 0 0,-1 1 0 0 0,0 0 0 0 0,1 0 0 0 0,-1 0 0 0 0,0-1 0 0 0,1 1 0 0 0,-1 0 0 0 0,0 0 0 0 0,1 0 0 0 0,-1 0 0 0 0,0 1 0 0 0,0-1 0 0 0,1 0 1 0 0,-1 0-1 0 0,0 0 0 0 0,1 0 0 0 0,-1 1 0 0 0,1-1 0 0 0,-1 0 0 0 0,0 1 0 0 0,1-1 0 0 0,-1 0 0 0 0,1 1 0 0 0,-1-1 0 0 0,1 1 0 0 0,-1-1 0 0 0,1 1 0 0 0,-1-1 0 0 0,1 1 0 0 0,-1-1 0 0 0,1 1 0 0 0,0-1 1 0 0,-1 1-1 0 0,1 0 0 0 0,0-1 0 0 0,-1 1 0 0 0,1 0 0 0 0,0-1 0 0 0,0 1 0 0 0,0 0 0 0 0,0-1 0 0 0,0 1 0 0 0,-1 0 0 0 0,2 0 0 0 0,-2 1-8 0 0,1-1 1 0 0,0 0-1 0 0,0 1 1 0 0,-1-1-1 0 0,1 0 0 0 0,-1 1 1 0 0,1-1-1 0 0,-1 0 0 0 0,0 0 1 0 0,1 0-1 0 0,-1 0 1 0 0,0 1-1 0 0,0-1 0 0 0,0 0 1 0 0,0 0-1 0 0,0 0 0 0 0,0-1 1 0 0,0 1-1 0 0,0 0 1 0 0,0 0-1 0 0,-3 1 0 0 0,-5 5 103 0 0,8-5-89 0 0,0 0-1 0 0,-1 1 1 0 0,0-1-1 0 0,1 0 1 0 0,-1-1-1 0 0,0 1 1 0 0,0 0 0 0 0,0 0-1 0 0,0-1 1 0 0,0 1-1 0 0,0-1 1 0 0,-1 0-1 0 0,1 1 1 0 0,-3 0-1 0 0,4-2-23 0 0,0 1 13 0 0,1-1-1 0 0,-1 0 1 0 0,1 0 0 0 0,-1 1 0 0 0,1-1 0 0 0,0 1 0 0 0,-1-1 0 0 0,1 0-1 0 0,0 1 1 0 0,-1-1 0 0 0,1 1 0 0 0,0-1 0 0 0,-1 0 0 0 0,1 1 0 0 0,0-1 0 0 0,0 1-1 0 0,0-1 1 0 0,-1 1 0 0 0,1-1 0 0 0,0 1 0 0 0,0 0 0 0 0,0 0 0 0 0,1-14 272 0 0,-2-4-245 0 0,1 11-26 0 0,-1 0 0 0 0,1 0-1 0 0,0 0 1 0 0,0 0 0 0 0,0 0 0 0 0,1 0-1 0 0,0 0 1 0 0,0 0 0 0 0,4-9 0 0 0,6 2 11 0 0,-10 12-28 0 0,0 0 0 0 0,1-1 0 0 0,-1 1 0 0 0,0 0 0 0 0,0-1 0 0 0,1 0 0 0 0,-1 1 1 0 0,0-1-1 0 0,-1 0 0 0 0,1 1 0 0 0,0-1 0 0 0,0 0 0 0 0,-1 0 0 0 0,1 0 0 0 0,-1 1 0 0 0,0-1 0 0 0,1 0 0 0 0,-1 0 1 0 0,0-3-1 0 0,0 2 16 0 0,0 2-24 0 0,1 1 0 0 0,-1-1 0 0 0,0 0 0 0 0,0 1 0 0 0,0-1 0 0 0,0 1 0 0 0,0-1 0 0 0,0 1 1 0 0,0-1-1 0 0,0 1 0 0 0,0-1 0 0 0,0 0 0 0 0,0 1 0 0 0,0-1 0 0 0,0 1 0 0 0,-1-1 0 0 0,1 1 0 0 0,0-1 1 0 0,0 1-1 0 0,-1-1 0 0 0,1 1 0 0 0,0-1 0 0 0,-1 1 0 0 0,1-1 0 0 0,0 1 0 0 0,-1 0 0 0 0,1-1 1 0 0,0 1-1 0 0,-1-1 0 0 0,1 1 0 0 0,-2-1 0 0 0,-19 1 25 0 0,20 0-30 0 0,1 0 1 0 0,0 0 0 0 0,0 0 0 0 0,0 0-1 0 0,-1 0 1 0 0,1 1 0 0 0,0-1 0 0 0,0 0-1 0 0,0 0 1 0 0,-1 0 0 0 0,1 0 0 0 0,0 0-1 0 0,0 0 1 0 0,0 0 0 0 0,-1 0 0 0 0,1 1-1 0 0,0-1 1 0 0,0 0 0 0 0,0 0-1 0 0,0 0 1 0 0,-1 0 0 0 0,1 1 0 0 0,0-1-1 0 0,0 0 1 0 0,0 0 0 0 0,0 0 0 0 0,0 0-1 0 0,0 1 1 0 0,0-1 0 0 0,0 0 0 0 0,0 0-1 0 0,0 1 1 0 0,-1-1 0 0 0,1 0 0 0 0,0 0-1 0 0,0 0 1 0 0,0 1 0 0 0,1-1 0 0 0,-1 0-2 0 0,0 1 0 0 0,0-1 0 0 0,0 0 1 0 0,0 1-1 0 0,-1-1 0 0 0,1 0 1 0 0,0 0-1 0 0,0 1 0 0 0,0-1 1 0 0,0 0-1 0 0,0 1 0 0 0,0-1 1 0 0,0 0-1 0 0,0 0 0 0 0,-1 1 1 0 0,1-1-1 0 0,0 0 0 0 0,0 0 1 0 0,0 1-1 0 0,0-1 0 0 0,-1 0 0 0 0,1 0 1 0 0,0 0-1 0 0,0 0 0 0 0,-1 1 1 0 0,1-1-1 0 0,0 0 0 0 0,0 0 1 0 0,-1 0-1 0 0,1 0 0 0 0,0 0 1 0 0,0 0-1 0 0,-1 1 0 0 0,-65 19-369 0 0,45-14 373 0 0,-23-5-80 0 0,15-4 64 0 0,31 0 5 0 0,-2 2-56 0 0,0 2-269 0 0,0-1 320 0 0,1 1 0 0 0,-1-1-1 0 0,0 1 1 0 0,0-1 0 0 0,0 1 0 0 0,0-1-1 0 0,1 1 1 0 0,-1-1 0 0 0,0 1 0 0 0,0-1 0 0 0,0 1-1 0 0,0 0 1 0 0,0-1 0 0 0,-1 1 0 0 0,1-1-1 0 0,0 1 1 0 0,0-1 0 0 0,0 1 0 0 0,0-1 0 0 0,-1 1-1 0 0,1-1 1 0 0,0 1 0 0 0,0-1 0 0 0,-1 1-1 0 0,1-1 1 0 0,0 0 0 0 0,-1 1 0 0 0,1-1 0 0 0,0 1-1 0 0,-1-1 1 0 0,1 0 0 0 0,-1 1 0 0 0,1-1-1 0 0,0 0 1 0 0,-1 1 0 0 0,-19 23-62 0 0,1-2 317 0 0,-30 48 0 0 0,49-69-231 0 0,-1 1-1 0 0,0-1 1 0 0,0 1 0 0 0,1-1-1 0 0,-1 1 1 0 0,1-1 0 0 0,0 1-1 0 0,-1 0 1 0 0,1-1-1 0 0,0 1 1 0 0,0-1 0 0 0,0 1-1 0 0,0 1 1 0 0,0 4-8 0 0,5-6-107 0 0,-4-1 84 0 0,14 0-101 0 0,-15 0 116 0 0,0 0-1 0 0,1 0 0 0 0,-1 0 0 0 0,1 0 0 0 0,-1 0 0 0 0,1 0 0 0 0,-1 0 0 0 0,1 0 0 0 0,-1 0 0 0 0,1 0 1 0 0,-1-1-1 0 0,1 1 0 0 0,-1 0 0 0 0,0 0 0 0 0,1 0 0 0 0,-1-1 0 0 0,1 1 0 0 0,-1 0 0 0 0,0 0 1 0 0,1-1-1 0 0,-1 1 0 0 0,0 0 0 0 0,1-1 0 0 0,-1 1 0 0 0,0 0 0 0 0,1-1 0 0 0,-1 1 0 0 0,0-1 1 0 0,1 0-1 0 0,-1 0 10 0 0,1 0 1 0 0,0 0-1 0 0,0 0 1 0 0,0 0 0 0 0,0 0-1 0 0,0 0 1 0 0,0 1-1 0 0,0-1 1 0 0,0 0 0 0 0,0 0-1 0 0,0 1 1 0 0,1-1-1 0 0,-1 1 1 0 0,0-1-1 0 0,0 1 1 0 0,1 0 0 0 0,-1-1-1 0 0,0 1 1 0 0,1 0-1 0 0,-1 0 1 0 0,2 0 0 0 0,3-2 16 0 0,4 0 25 0 0,-1-1 0 0 0,0-1 0 0 0,1 0 0 0 0,-1 0 0 0 0,-1 0 0 0 0,1-1 0 0 0,-1 0 0 0 0,13-11 0 0 0,-13 6 12 0 0,-7 8-47 0 0,0 0 0 0 0,1 0 0 0 0,-1 0-1 0 0,1 0 1 0 0,-1 1 0 0 0,1-1 0 0 0,0 1 0 0 0,0-1 0 0 0,0 1 0 0 0,0 0 0 0 0,0 0 0 0 0,0 0-1 0 0,0 0 1 0 0,4-2 0 0 0,25-15 100 0 0,-29 16-95 0 0,1 0 0 0 0,0 0 1 0 0,0 0-1 0 0,0 0 0 0 0,0 1 0 0 0,0 0 0 0 0,6-3 1 0 0,-9 4-15 0 0,0 0 0 0 0,0 0 1 0 0,0 0-1 0 0,1 0 0 0 0,-1 0 0 0 0,0 0 1 0 0,0 0-1 0 0,0 0 0 0 0,0 0 1 0 0,1 0-1 0 0,-1 0 0 0 0,0 0 0 0 0,0 0 1 0 0,0 0-1 0 0,1 0 0 0 0,-1 0 1 0 0,0 0-1 0 0,0 0 0 0 0,0 0 1 0 0,0 0-1 0 0,1 0 0 0 0,-1 0 0 0 0,0 0 1 0 0,0 0-1 0 0,0 0 0 0 0,0 0 1 0 0,1 1-1 0 0,-1-1 0 0 0,0 0 1 0 0,0 0-1 0 0,0 0 0 0 0,0 0 0 0 0,0 0 1 0 0,0 1-1 0 0,1-1 0 0 0,-1 0 1 0 0,0 0-1 0 0,0 0 0 0 0,0 0 0 0 0,0 0 1 0 0,0 1-1 0 0,0-1 0 0 0,0 0 1 0 0,0 0-1 0 0,0 0 0 0 0,0 1 1 0 0,0-1-1 0 0,0 0 0 0 0,0 0 0 0 0,0 0 1 0 0,0 0-1 0 0,0 1 0 0 0,0-1 1 0 0,0 0-1 0 0,0 0 0 0 0,0 0 0 0 0,0 0 1 0 0,0 1-1 0 0,0-1 0 0 0,0 0 1 0 0,-1 2 3 0 0,1 48-49 0 0,0 31 502 0 0,0-22-4788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01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190 164 1521 0 0,'0'-1'51'0'0,"0"1"0"0"0,-1 0 0 0 0,1-1 0 0 0,0 1 0 0 0,0 0 0 0 0,0 0 0 0 0,0-1 0 0 0,0 1 0 0 0,0 0 0 0 0,-1-1 0 0 0,1 1 0 0 0,0 0 0 0 0,0 0 0 0 0,0-1 0 0 0,-1 1 0 0 0,1 0 1 0 0,0 0-1 0 0,0-1 0 0 0,-1 1 0 0 0,1 0 0 0 0,0 0 0 0 0,0 0 0 0 0,-1 0 0 0 0,1-1 0 0 0,0 1 0 0 0,-1 0 0 0 0,1 0 0 0 0,0 0 0 0 0,0 0 0 0 0,-1 0 0 0 0,1 0 0 0 0,0 0 0 0 0,-1 0 0 0 0,1 0 0 0 0,0 0 0 0 0,-1 0 0 0 0,1 0 1 0 0,0 0-1 0 0,-1 0 0 0 0,0 0 0 0 0,1 1 25 0 0,-1-1 0 0 0,1 0 0 0 0,-1 0 1 0 0,1 0-1 0 0,-1 0 0 0 0,0 0 0 0 0,1 0 0 0 0,-1 0 1 0 0,1 0-1 0 0,-1-1 0 0 0,1 1 0 0 0,-1 0 0 0 0,1 0 1 0 0,-1 0-1 0 0,1-1 0 0 0,-1 1 0 0 0,1 0 0 0 0,-1 0 1 0 0,1-1-1 0 0,-1 1 0 0 0,1 0 0 0 0,-1-1 1 0 0,1 1-1 0 0,0-1 0 0 0,-1 1 0 0 0,1 0 0 0 0,-1-1 1 0 0,1 1-1 0 0,0-1 0 0 0,0 1 0 0 0,-1-1 0 0 0,1 1 1 0 0,0-1-1 0 0,0 0 0 0 0,0 1 0 0 0,0-1 1 0 0,-1 1-1 0 0,1-1 0 0 0,0 1 0 0 0,0-1 0 0 0,0 1 1 0 0,0-1-1 0 0,0 0 0 0 0,1 0 0 0 0,-1-1 118 0 0,2-31 2784 0 0,-1 31-2910 0 0,-1 1-1 0 0,1 0 1 0 0,0 0 0 0 0,0 0-1 0 0,-1 0 1 0 0,1-1-1 0 0,0 1 1 0 0,0 0 0 0 0,0 0-1 0 0,0 1 1 0 0,0-1-1 0 0,0 0 1 0 0,1 0 0 0 0,-1 0-1 0 0,0 1 1 0 0,0-1-1 0 0,2 0 1 0 0,-2 1-55 0 0,-1 0-1 0 0,0 0 1 0 0,0 0 0 0 0,0-1-1 0 0,1 1 1 0 0,-1 0 0 0 0,0 0 0 0 0,0 0-1 0 0,0 0 1 0 0,1 0 0 0 0,-1-1-1 0 0,0 1 1 0 0,0 0 0 0 0,0 0 0 0 0,0 0-1 0 0,1-1 1 0 0,-1 1 0 0 0,0 0-1 0 0,0 0 1 0 0,0 0 0 0 0,0-1 0 0 0,0 1-1 0 0,0 0 1 0 0,0 0 0 0 0,0-1-1 0 0,0 1 1 0 0,0 0 0 0 0,1 0-1 0 0,-1-1 1 0 0,0 1 0 0 0,-1 0 0 0 0,1 0-1 0 0,0-1 1 0 0,0 1 0 0 0,0 0-1 0 0,0 0 1 0 0,0-1 0 0 0,0 1 10 0 0,0 0 1 0 0,0-1-1 0 0,0 1 0 0 0,0 0 1 0 0,0 0-1 0 0,0-1 0 0 0,0 1 1 0 0,0 0-1 0 0,0-1 0 0 0,0 1 1 0 0,0 0-1 0 0,0-1 1 0 0,0 1-1 0 0,0 0 0 0 0,0 0 1 0 0,0-1-1 0 0,0 1 0 0 0,0 0 1 0 0,1 0-1 0 0,-1-1 0 0 0,0 1 1 0 0,0 0-1 0 0,0 0 0 0 0,0-1 1 0 0,1 1-1 0 0,-1 0 1 0 0,0 0-1 0 0,0 0 0 0 0,1-1 1 0 0,-1 1-1 0 0,0 0 0 0 0,0 0 1 0 0,1 0-1 0 0,-1 0 0 0 0,0 0 1 0 0,0 0-1 0 0,1-1 0 0 0,-1 1 1 0 0,0 0-1 0 0,1 0 1 0 0,53-26 1109 0 0,-44 22-1016 0 0,0 0 0 0 0,0 0 0 0 0,1 1 0 0 0,-1 0-1 0 0,1 1 1 0 0,15-2 0 0 0,23-4 279 0 0,-24 3-151 0 0,0 2 0 0 0,46-1 0 0 0,-29 3-46 0 0,116 7 535 0 0,-143-5-590 0 0,1 1 0 0 0,0 1 0 0 0,-1 1 0 0 0,21 6 0 0 0,-31-3 63 0 0,-5-7-198 0 0,0 1-1 0 0,0-1 1 0 0,0 0-1 0 0,0 0 0 0 0,0 1 1 0 0,0-1-1 0 0,0 0 1 0 0,0 1-1 0 0,0-1 1 0 0,0 0-1 0 0,0 0 0 0 0,0 1 1 0 0,0-1-1 0 0,1 0 1 0 0,-1 0-1 0 0,0 1 1 0 0,0-1-1 0 0,0 0 0 0 0,1 0 1 0 0,-1 0-1 0 0,0 1 1 0 0,0-1-1 0 0,0 0 0 0 0,1 0 1 0 0,-1 0-1 0 0,0 0 1 0 0,0 1-1 0 0,1-1 1 0 0,-1 0-1 0 0,0 0 0 0 0,1 0 1 0 0,-1 0-1 0 0,0 0 1 0 0,19 5 185 0 0,-19-5-172 0 0,0 0 1 0 0,1 0 0 0 0,-1 0 0 0 0,0 0 0 0 0,1 0 0 0 0,-1 0 0 0 0,0 0 0 0 0,1 1-1 0 0,-1-1 1 0 0,0 0 0 0 0,1 0 0 0 0,-1 0 0 0 0,0 0 0 0 0,1 0 0 0 0,-1 1 0 0 0,0-1-1 0 0,1 0 1 0 0,-1 0 0 0 0,0 1 0 0 0,1-1 0 0 0,-1 0 0 0 0,0 0 0 0 0,0 1 0 0 0,0-1-1 0 0,1 0 1 0 0,-1 1 0 0 0,0-1 0 0 0,0 0 0 0 0,0 1 0 0 0,0-1 0 0 0,0 0 0 0 0,1 1-1 0 0,-1-1 1 0 0,0 0 0 0 0,0 1 0 0 0,0-1 0 0 0,0 1 0 0 0,0-1 0 0 0,0 0 0 0 0,0 1-1 0 0,0-1 1 0 0,0 0 0 0 0,0 1 0 0 0,-1-1 0 0 0,1 0 0 0 0,0 1 0 0 0,0-1 0 0 0,0 0-1 0 0,0 1 1 0 0,0-1 0 0 0,-1 0 0 0 0,1 1 0 0 0,0-1 0 0 0,0 0 0 0 0,-1 1 0 0 0,1-1-1 0 0,0 0 1 0 0,0 0 0 0 0,-1 1 0 0 0,1-1 0 0 0,0 0 0 0 0,-1 0 0 0 0,1 0 0 0 0,-1 1-1 0 0,-9 4 320 0 0,0 0-1 0 0,-1-1 0 0 0,0 0 1 0 0,-16 3-1 0 0,-2 2 193 0 0,-141 35 2273 0 0,150-41-2419 0 0,-1 0 0 0 0,1 0 0 0 0,-1-2 0 0 0,0-1 0 0 0,1-1 0 0 0,-40-6 0 0 0,54 6-360 0 0,5 1 10 0 0,0 0-1 0 0,0 0 1 0 0,0 0 0 0 0,0 0 0 0 0,0 0 0 0 0,0 0 0 0 0,-1-1-1 0 0,1 1 1 0 0,0 0 0 0 0,0-1 0 0 0,0 1 0 0 0,0-1-1 0 0,0 1 1 0 0,0-1 0 0 0,0 1 0 0 0,0-1 0 0 0,0 0 0 0 0,1 1-1 0 0,-1-1 1 0 0,0 0 0 0 0,0 0 0 0 0,1 0 0 0 0,-1 0-1 0 0,0 0 1 0 0,1 0 0 0 0,-1 0 0 0 0,1 0 0 0 0,-1 0 0 0 0,1 0-1 0 0,-1 0 1 0 0,1 0 0 0 0,0 0 0 0 0,-1 0 0 0 0,1 0-1 0 0,0 0 1 0 0,0 0 0 0 0,0-1 0 0 0,0 1 0 0 0,0 0 0 0 0,0 0-1 0 0,0 0 1 0 0,1-1 0 0 0,0 1-31 0 0,0 0-1 0 0,-1 0 1 0 0,1 0-1 0 0,0 0 1 0 0,0 0-1 0 0,0 0 1 0 0,1 0-1 0 0,-1 0 1 0 0,0 1 0 0 0,0-1-1 0 0,0 0 1 0 0,0 1-1 0 0,1-1 1 0 0,-1 1-1 0 0,0-1 1 0 0,1 1-1 0 0,-1 0 1 0 0,0 0-1 0 0,1-1 1 0 0,-1 1 0 0 0,3 0-1 0 0,1 0 10 0 0,32-8-127 0 0,1 2 0 0 0,0 1 0 0 0,1 3-1 0 0,-1 0 1 0 0,1 3 0 0 0,-1 1 0 0 0,1 2 0 0 0,57 14 0 0 0,-32-3-563 0 0,79 28 0 0 0,-132-38 588 0 0,-5-3 29 0 0,1 0 0 0 0,-1 1 0 0 0,-1-1-1 0 0,1 1 1 0 0,6 5 0 0 0,-11-7 38 0 0,1 1 0 0 0,-1-1-1 0 0,1 0 1 0 0,-1 1 0 0 0,0 0 0 0 0,0-1-1 0 0,0 1 1 0 0,0 0 0 0 0,0-1 0 0 0,0 1 0 0 0,0 0-1 0 0,-1 0 1 0 0,1 0 0 0 0,0 0 0 0 0,-1 0 0 0 0,0 0-1 0 0,1 0 1 0 0,-1 0 0 0 0,0 4 0 0 0,0-4 21 0 0,0 1 0 0 0,-1 0 0 0 0,1 0 0 0 0,0 0 0 0 0,-1 0 0 0 0,0-1 0 0 0,0 1 1 0 0,0 0-1 0 0,0-1 0 0 0,0 1 0 0 0,0 0 0 0 0,0-1 0 0 0,-1 1 0 0 0,0-1 0 0 0,1 0 0 0 0,-1 0 0 0 0,0 0 1 0 0,0 1-1 0 0,0-2 0 0 0,0 1 0 0 0,-1 0 0 0 0,-3 2 0 0 0,-3 1 151 0 0,0-1-1 0 0,0 0 1 0 0,-1 0 0 0 0,-18 4-1 0 0,6-2 10 0 0,-7 2 71 0 0,-1-2-1 0 0,1-1 0 0 0,-1-2 0 0 0,0-1 0 0 0,-34-1 0 0 0,-22 1 283 0 0,-246 35-395 0 0,288-31-548 0 0,-78 14-1460 0 0,109-17 827 0 0,1 1 0 0 0,-1 0 0 0 0,1 1 0 0 0,0 0 0 0 0,0 1-1 0 0,0 0 1 0 0,-13 10 0 0 0,22-14 339 0 0,0 1-1 0 0,0 0 0 0 0,0-1 1 0 0,0 1-1 0 0,0 0 1 0 0,1 1-1 0 0,0-1 1 0 0,-1 0-1 0 0,1 1 1 0 0,0-1-1 0 0,-1 5 0 0 0,1-2-517 0 0,1 0-1 0 0,0-1 1 0 0,0 1-1 0 0,0 0 1 0 0,1 0-1 0 0,0 6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03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615 591 80 0 0,'0'1'1694'0'0,"-1"0"-1659"0"0,1-1 0 0 0,0 1-1 0 0,0-1 1 0 0,-1 1 0 0 0,1-1 0 0 0,0 1 0 0 0,-1-1-1 0 0,1 1 1 0 0,-1-1 0 0 0,1 1 0 0 0,0-1-1 0 0,-1 0 1 0 0,1 1 0 0 0,-1-1 0 0 0,1 0-1 0 0,-1 1 1 0 0,1-1 0 0 0,-1 0 0 0 0,0 1-1 0 0,1-1 1 0 0,-1 0 0 0 0,1 0 0 0 0,-1 0 0 0 0,1 0-1 0 0,-1 0 1 0 0,0 0 0 0 0,1 0 0 0 0,-1 0-1 0 0,1 0 1 0 0,-2 0 0 0 0,1 0 13 0 0,1 0 1 0 0,-1 0-1 0 0,0 0 1 0 0,1 0-1 0 0,-1 0 1 0 0,0 0-1 0 0,1 0 0 0 0,-1 0 1 0 0,0 1-1 0 0,1-1 1 0 0,-1 0-1 0 0,1 0 1 0 0,-1 0-1 0 0,0 1 1 0 0,1-1-1 0 0,-1 0 0 0 0,1 1 1 0 0,-1-1-1 0 0,1 0 1 0 0,-1 1-1 0 0,1-1 1 0 0,-1 1-1 0 0,1-1 1 0 0,-1 1-1 0 0,1-1 0 0 0,0 1 1 0 0,-1-1-1 0 0,1 1 1 0 0,0 0-1 0 0,-1-1 1 0 0,1 2-1 0 0,0-2 34 0 0,0 1-1 0 0,0 0 1 0 0,0-1-1 0 0,0 1 1 0 0,0 0-1 0 0,0-1 1 0 0,0 1 0 0 0,0-1-1 0 0,0 1 1 0 0,-1 0-1 0 0,1-1 1 0 0,0 1-1 0 0,0-1 1 0 0,-1 1 0 0 0,1-1-1 0 0,0 1 1 0 0,-1 0-1 0 0,1-1 1 0 0,0 1-1 0 0,-1-1 1 0 0,1 0-1 0 0,-1 1 1 0 0,1-1 0 0 0,-1 1-1 0 0,1-1 1 0 0,-1 0-1 0 0,1 1 1 0 0,-1-1-1 0 0,1 0 1 0 0,-1 1 0 0 0,1-1-1 0 0,-1 0 1 0 0,0 0-1 0 0,1 0 1 0 0,-1 0-1 0 0,1 0 1 0 0,-2 1 0 0 0,-10 3 1447 0 0,12-5-1371 0 0,0 0 0 0 0,0 0 0 0 0,1 0 0 0 0,-1 0-1 0 0,0 1 1 0 0,0-1 0 0 0,0 0 0 0 0,0 0 0 0 0,0 0 0 0 0,0 0 0 0 0,-1 1 0 0 0,1-1 0 0 0,0 0 0 0 0,0 0 0 0 0,-1 0 0 0 0,1 0 0 0 0,0 1 0 0 0,-1-1 0 0 0,1 0 0 0 0,-1 0 0 0 0,1 1-1 0 0,-1-1 1 0 0,1 0 0 0 0,-2 0 0 0 0,-25-15 1271 0 0,20 12-1141 0 0,0-1 1 0 0,-1 1-1 0 0,0 0 0 0 0,1 1 1 0 0,-1-1-1 0 0,0 2 0 0 0,-10-3 0 0 0,-4 1 21 0 0,9 2-70 0 0,0-1 1 0 0,1 0 0 0 0,-20-7 0 0 0,12 2 15 0 0,13 6-175 0 0,1 0-1 0 0,0-1 1 0 0,0 0 0 0 0,0 0 0 0 0,0-1 0 0 0,-8-6-1 0 0,-21-10 67 0 0,28 17-131 0 0,1 0 1 0 0,0 0-1 0 0,0-1 1 0 0,0 0-1 0 0,0 0 0 0 0,-9-9 1 0 0,4-2-16 0 0,9 12 1 0 0,0 0 0 0 0,0 0 1 0 0,0 1-1 0 0,0-1 0 0 0,-1 1 1 0 0,1 0-1 0 0,-1 0 0 0 0,0-1 1 0 0,-3-1-1 0 0,0 0 6 0 0,1 0 1 0 0,0 0-1 0 0,0-1 0 0 0,0 0 1 0 0,-5-7-1 0 0,6 7-3 0 0,0 0-1 0 0,-1 0 1 0 0,1 0 0 0 0,-1 1 0 0 0,-8-6 0 0 0,-41-19 249 0 0,53 29-242 0 0,1 0-1 0 0,0-1 1 0 0,-1 1-1 0 0,1 0 1 0 0,-1 0-1 0 0,1-1 1 0 0,0 1-1 0 0,-1 0 1 0 0,1-1-1 0 0,0 1 1 0 0,-1 0-1 0 0,1-1 1 0 0,0 1 0 0 0,0-1-1 0 0,-1 1 1 0 0,1 0-1 0 0,0-1 1 0 0,0 1-1 0 0,0-1 1 0 0,0 1-1 0 0,0-1 1 0 0,-1 1-1 0 0,1 0 1 0 0,0-1-1 0 0,0 1 1 0 0,0-1-1 0 0,0 1 1 0 0,0-1-1 0 0,0 1 1 0 0,0-1-1 0 0,1 1 1 0 0,-1-1-1 0 0,0 1 1 0 0,0 0-1 0 0,0-1 1 0 0,0 0-4 0 0,1 1 1 0 0,-1 0-1 0 0,0-1 0 0 0,0 1 1 0 0,0 0-1 0 0,0-1 0 0 0,0 1 1 0 0,0 0-1 0 0,0-1 0 0 0,0 1 1 0 0,0 0-1 0 0,0-1 0 0 0,0 1 0 0 0,0 0 1 0 0,0-1-1 0 0,0 1 0 0 0,0 0 1 0 0,0-1-1 0 0,0 1 0 0 0,0 0 1 0 0,0-1-1 0 0,0 1 0 0 0,-1 0 1 0 0,1-1-1 0 0,0 1 0 0 0,0 0 1 0 0,0 0-1 0 0,-1-1 0 0 0,1 1 1 0 0,0 0-1 0 0,0 0 0 0 0,-1-1 1 0 0,1 1-1 0 0,0 0 0 0 0,-1 0 1 0 0,1 0-1 0 0,0 0 0 0 0,0-1 1 0 0,-1 1-1 0 0,1 0 0 0 0,0 0 1 0 0,-1 0-1 0 0,-1 0 44 0 0,1 0-33 0 0,0 0 0 0 0,-1 0 0 0 0,1 0 1 0 0,0 0-1 0 0,0 0 0 0 0,-1 0 0 0 0,1 0 0 0 0,0 0 0 0 0,-1-1 0 0 0,1 1 0 0 0,0 0 0 0 0,0-1 1 0 0,0 1-1 0 0,-1-1 0 0 0,1 0 0 0 0,0 1 0 0 0,0-1 0 0 0,0 0 0 0 0,-1-1 0 0 0,7 1 49 0 0,17-3-40 0 0,198-32 268 0 0,33-7 656 0 0,-190 29-554 0 0,113-41 1 0 0,56-45-2516 0 0,-170 73-3861 0 0,-62 27 5900 0 0,0 0-1 0 0,0 0 1 0 0,0 0 0 0 0,0 1 0 0 0,0-1 0 0 0,0 0 0 0 0,0 0 0 0 0,0 0 0 0 0,0 0 0 0 0,0 0 0 0 0,0 0 0 0 0,0 0 0 0 0,0 1-1 0 0,0-1 1 0 0,0 0 0 0 0,0 0 0 0 0,0 0 0 0 0,0 0 0 0 0,1 0 0 0 0,-1 0 0 0 0,0 0 0 0 0,0 0 0 0 0,0 0 0 0 0,0 0 0 0 0,0 0-1 0 0,0 0 1 0 0,0 1 0 0 0,0-1 0 0 0,1 0 0 0 0,-1 0 0 0 0,0 0 0 0 0,0 0 0 0 0,0 0 0 0 0,0 0 0 0 0,0 0 0 0 0,0 0 0 0 0,1 0-1 0 0,-1 0 1 0 0,0 0 0 0 0,0 0 0 0 0,0 0 0 0 0,0 0 0 0 0,0 0 0 0 0,0-1 0 0 0,0 1 0 0 0,1 0 0 0 0,-1 0 0 0 0,0 0 0 0 0,0 0-1 0 0,0 0 1 0 0,0 0 0 0 0,0 0 0 0 0,0 0 0 0 0,0 0 0 0 0,0 0 0 0 0,0 0 0 0 0,1 0 0 0 0,-1-1 0 0 0,0 1 0 0 0,0 0 0 0 0,0 0-1 0 0,0 0 1 0 0,0 0 0 0 0,0 0 0 0 0,0 0 0 0 0,0 0 0 0 0,0-1 0 0 0,0 1 0 0 0,0 0 0 0 0,0 12-5150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07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4 400 0 0,'1'-4'1833'0'0,"-1"9"-499"0"0,0-4-1205 0 0,0-1 0 0 0,0 1 0 0 0,0 0 0 0 0,0 0 0 0 0,0 0 0 0 0,0 0 0 0 0,-1-1-1 0 0,1 1 1 0 0,0 0 0 0 0,-1 0 0 0 0,1-1 0 0 0,0 1 0 0 0,-1 0 0 0 0,1 0 0 0 0,-1-1-1 0 0,1 1 1 0 0,-1 0 0 0 0,0 0 0 0 0,-2 1 17 0 0,1-1-45 0 0,1-1-1 0 0,-1 1 0 0 0,1 0 1 0 0,-1 0-1 0 0,1 0 0 0 0,0 0 1 0 0,-1 0-1 0 0,1 0 0 0 0,0 1 1 0 0,0-1-1 0 0,0 0 0 0 0,0 1 1 0 0,0-1-1 0 0,0 0 0 0 0,0 1 1 0 0,0-1-1 0 0,1 1 0 0 0,-1 0 1 0 0,0-1-1 0 0,1 1 0 0 0,-1-1 1 0 0,1 1-1 0 0,0 0 0 0 0,-1 3 1 0 0,1-4-5 0 0,0 0 1 0 0,-1 1 0 0 0,1-1-1 0 0,-1 0 1 0 0,1 0 0 0 0,-1 1-1 0 0,0-1 1 0 0,1 0 0 0 0,-1 0 0 0 0,0 0-1 0 0,0 0 1 0 0,0 0 0 0 0,0 0-1 0 0,0 0 1 0 0,0 0 0 0 0,0-1-1 0 0,0 1 1 0 0,-2 1 0 0 0,2-2-13 0 0,-1 1 0 0 0,1-1-1 0 0,0 1 1 0 0,0-1 0 0 0,0 1 0 0 0,0-1 0 0 0,1 1 0 0 0,-1 0 0 0 0,0-1 0 0 0,0 1 0 0 0,0 0-1 0 0,0 0 1 0 0,1 0 0 0 0,-1 0 0 0 0,0 0 0 0 0,1 0 0 0 0,-1 0 0 0 0,1 0 0 0 0,-1 0 0 0 0,1 0-1 0 0,0 0 1 0 0,-1 0 0 0 0,1 0 0 0 0,0 0 0 0 0,0 0 0 0 0,-1 1 0 0 0,1-1 0 0 0,0 0 0 0 0,0 0-1 0 0,0 0 1 0 0,0 0 0 0 0,1 0 0 0 0,-1 0 0 0 0,0 1 0 0 0,0-1 0 0 0,1 0 0 0 0,-1 0-1 0 0,1 0 1 0 0,-1 0 0 0 0,1 0 0 0 0,-1 0 0 0 0,1 0 0 0 0,0 0 0 0 0,-1 0 0 0 0,2 1 0 0 0,58 42 2077 0 0,-13 11-823 0 0,-29-31-895 0 0,2-2 0 0 0,26 24 0 0 0,-28-30-346 0 0,39 26 0 0 0,-49-38-303 0 0,0 1-1 0 0,0-2 0 0 0,0 1 0 0 0,1-1 0 0 0,-1 0 0 0 0,1-1 1 0 0,0 0-1 0 0,12 1 0 0 0,9-1-817 0 0,-22-2 207 0 0,1 0 0 0 0,0 1 0 0 0,-1 0 0 0 0,15 4 0 0 0,-19-3-2958 0 0,-8-4-387 0 0,-18-5 560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08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1 221 960 0 0,'0'-7'1121'0'0,"32"-1"-1"0"0,1-4 161 0 0,32-3 80 0 0,33-12 79 0 0,65-21 321 0 0,1 7-400 0 0,-40 5-721 0 0,-59 24-960 0 0,0 4-1761 0 0,-65 1-640 0 0,33 7-401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08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27 1281 0 0,'-45'4'4193'0'0,"36"-5"-2244"0"0,25-3-1328 0 0,13-5 2014 0 0,-23 7-2483 0 0,1-1 0 0 0,0 1 1 0 0,-1 1-1 0 0,1-1 0 0 0,13 0 0 0 0,43-1 109 0 0,0 2 0 0 0,79 9 1 0 0,134 29-2313 0 0,-222-29 223 0 0,-53-8 1745 0 0,-1 0-1 0 0,0 0 1 0 0,1 0-1 0 0,-1 0 1 0 0,1 0-1 0 0,-1 0 1 0 0,0 0-1 0 0,1 0 1 0 0,-1 0-1 0 0,1 0 1 0 0,-1 0-1 0 0,0 1 1 0 0,1-1-1 0 0,-1 0 1 0 0,1 0-1 0 0,-1 0 0 0 0,0 0 1 0 0,1 1-1 0 0,-1-1 1 0 0,0 0-1 0 0,1 0 1 0 0,-1 1-1 0 0,0-1 1 0 0,0 0-1 0 0,1 1 1 0 0,-1-1-1 0 0,0 0 1 0 0,0 1-1 0 0,1-1 1 0 0,-1 0-1 0 0,0 1 1 0 0,0-1-1 0 0,0 0 1 0 0,0 1-1 0 0,0-1 1 0 0,1 1-1 0 0,-1-1 1 0 0,0 0-1 0 0,0 1 1 0 0,0-1-1 0 0,0 1 1 0 0,0-1-1 0 0,0 0 1 0 0,0 1-1 0 0,-1 0 1 0 0,1 0-1051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09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0 1761 0 0,'0'27'1921'0'0,"-33"7"320"0"0,0 7-961 0 0,33-14-799 0 0,-32 15-321 0 0,-1 0 0 0 0,33-15-240 0 0,0-13-80 0 0,0-8-961 0 0,33 3-2080 0 0</inkml:trace>
  <inkml:trace contextRef="#ctx0" brushRef="#br0" timeOffset="1">1038 7 80 0 0,'0'6'1601'0'0,"0"0"160"0"0,0 15-1 0 0,0 35 882 0 0,33 13-241 0 0,0-21-1601 0 0,-33-13-560 0 0,65-2-80 0 0,-32 2-80 0 0,-1-14 0 0 0,1 6 0 0 0,0-6-160 0 0,-33-6-320 0 0,32-9-1281 0 0,-32 0-880 0 0,-32 0-320 0 0,-1-6-321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09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65 254 400 0 0,'-65'0'4562'0'0,"98"0"-2401"0"0,-33-6-1280 0 0,32-1 79 0 0,1-7 1 0 0,32-1-81 0 0,1-12-80 0 0,32 0-159 0 0,32-27-241 0 0,34-2-1761 0 0,-106 8-4081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11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 80 0 0,'0'-6'1121'0'0,"33"6"79"0"0,-33-8 1 0 0,33 2 159 0 0,-1-1 1 0 0,33-7 80 0 0,1 8-161 0 0,-1-1-159 0 0,-6-1-241 0 0,39 8-320 0 0,0-6-320 0 0,0 6-480 0 0,-33 0-800 0 0,0 0-561 0 0,-32 0-240 0 0,0-6-160 0 0,-1 6-240 0 0,-32-9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11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1 880 0 0,'-32'20'1601'0'0,"32"9"480"0"0,-33 19-80 0 0,33 0-720 0 0,-33-6-641 0 0,1-15-240 0 0,32 14-80 0 0,-33 7-80 0 0,7-6-80 0 0,-7 5-80 0 0,33-11 0 0 0,0-9-480 0 0,0-15-1120 0 0,0 3-1682 0 0,33-21-1200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12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616 8 1040 0 0,'0'-1'92'0'0,"0"1"-1"0"0,0-1 0 0 0,0 1 0 0 0,1 0 0 0 0,-1-1 0 0 0,0 1 0 0 0,0 0 0 0 0,1-1 0 0 0,-1 1 0 0 0,0 0 0 0 0,1-1 0 0 0,-1 1 0 0 0,0 0 0 0 0,1-1 0 0 0,-1 1 0 0 0,0 0 0 0 0,1 0 0 0 0,-1-1 0 0 0,1 1 0 0 0,-1 0 0 0 0,0 0 0 0 0,1 0 0 0 0,-1 0 0 0 0,1 0 0 0 0,-1 0 0 0 0,1 0 0 0 0,-1 0 0 0 0,1 0 0 0 0,-1 0 0 0 0,0 0 0 0 0,2 0 0 0 0,12 0 41 0 0,-13 0 78 0 0,37 0 936 0 0,32 0-486 0 0,-65 0-626 0 0,0 0-1 0 0,1 1 1 0 0,-1 0-1 0 0,0 0 1 0 0,0 0-1 0 0,0 1 1 0 0,0 0-1 0 0,9 4 1 0 0,-13-5-25 0 0,-1-1 1 0 0,1 1-1 0 0,-1 0 1 0 0,1-1-1 0 0,-1 1 1 0 0,1-1-1 0 0,-1 1 1 0 0,0 0-1 0 0,1-1 0 0 0,-1 1 1 0 0,0 0-1 0 0,0-1 1 0 0,1 1-1 0 0,-1 0 1 0 0,0 0-1 0 0,0-1 1 0 0,0 1-1 0 0,0 0 0 0 0,0 0 1 0 0,0-1-1 0 0,0 1 1 0 0,0 0-1 0 0,0 1 1 0 0,-2 11 220 0 0,1-1-1 0 0,-2 1 1 0 0,1-1 0 0 0,-2 0 0 0 0,0 0 0 0 0,0 0 0 0 0,-1 0-1 0 0,-1-1 1 0 0,0 1 0 0 0,0-2 0 0 0,-1 1 0 0 0,-14 17 0 0 0,7-15 308 0 0,0 0 0 0 0,-30 21 0 0 0,-9 7 249 0 0,3 0-120 0 0,0-3 0 0 0,-3-3 0 0 0,-1-1 0 0 0,-93 42 0 0 0,128-68-408 0 0,-1-1 1 0 0,0-1-1 0 0,0-1 1 0 0,0 0-1 0 0,-1-2 1 0 0,1 0-1 0 0,-1-1 1 0 0,0-2-1 0 0,0 0 1 0 0,-26-3-1 0 0,46 3-244 0 0,0 0 0 0 0,1-1 0 0 0,-1 1 0 0 0,1 0 0 0 0,-1 0 0 0 0,1-1 0 0 0,-1 1 0 0 0,1 0 0 0 0,-1 0 0 0 0,1-1 0 0 0,-1 1-1 0 0,1-1 1 0 0,0 1 0 0 0,-1 0 0 0 0,1-1 0 0 0,-1 1 0 0 0,1-1 0 0 0,0 1 0 0 0,-1-1 0 0 0,1 1 0 0 0,0-1 0 0 0,0 1 0 0 0,0-1 0 0 0,-1 1 0 0 0,1-1-1 0 0,0 0 1 0 0,0 1 0 0 0,0-1 0 0 0,0 1 0 0 0,0-2 0 0 0,0-19 99 0 0,1 15-104 0 0,-1 5-13 0 0,0 0-1 0 0,0 1 0 0 0,0-1 1 0 0,0 1-1 0 0,0-1 0 0 0,1 1 1 0 0,-1-1-1 0 0,0 0 0 0 0,0 1 1 0 0,1-1-1 0 0,-1 1 1 0 0,0-1-1 0 0,1 1 0 0 0,-1-1 1 0 0,0 1-1 0 0,1 0 0 0 0,-1-1 1 0 0,1 1-1 0 0,-1-1 0 0 0,1 1 1 0 0,-1 0-1 0 0,1-1 1 0 0,-1 1-1 0 0,1 0 0 0 0,-1 0 1 0 0,2-1-1 0 0,25-5-111 0 0,-18 5 106 0 0,0-1-2 0 0,1 1 0 0 0,-1 1 0 0 0,1 0 0 0 0,-1 0 0 0 0,0 1 1 0 0,1 0-1 0 0,-1 1 0 0 0,10 2 0 0 0,313 99-763 0 0,33 42-1907 0 0,-306-123-1134 0 0,-21-9-2988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13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492 16 1841 0 0,'46'-6'980'0'0,"28"-3"218"0"0,-68 9-1057 0 0,1-1-1 0 0,-1 2 0 0 0,0-1 1 0 0,0 1-1 0 0,1 0 0 0 0,-1 0 1 0 0,0 0-1 0 0,8 4 0 0 0,-12-5-59 0 0,-1 1-1 0 0,1-1 0 0 0,0 1 0 0 0,0 0 0 0 0,0 0 0 0 0,0 0 0 0 0,-1 0 0 0 0,1 0 0 0 0,-1 1 1 0 0,1-1-1 0 0,-1 0 0 0 0,1 1 0 0 0,-1-1 0 0 0,0 1 0 0 0,1 0 0 0 0,-1-1 0 0 0,0 1 1 0 0,0 0-1 0 0,0 0 0 0 0,0-1 0 0 0,-1 1 0 0 0,1 0 0 0 0,0 0 0 0 0,-1 0 0 0 0,0 0 1 0 0,1 0-1 0 0,-1 0 0 0 0,0 0 0 0 0,0 0 0 0 0,0 4 0 0 0,-2-1 117 0 0,1 0-1 0 0,-1 0 1 0 0,-1 0-1 0 0,1 0 1 0 0,-1 0-1 0 0,1 0 1 0 0,-1-1-1 0 0,-1 1 1 0 0,1-1 0 0 0,-1 0-1 0 0,-6 6 1 0 0,0 1 88 0 0,-1-1 0 0 0,-1 0 0 0 0,1 0 0 0 0,-2-1 0 0 0,1-1 0 0 0,-1 0-1 0 0,0-1 1 0 0,-1-1 0 0 0,0 0 0 0 0,-15 5 0 0 0,9-7 56 0 0,1 0 0 0 0,-1-2 0 0 0,0 0 0 0 0,0-1 0 0 0,0-1 0 0 0,0-1 0 0 0,0-1 0 0 0,-22-5-1 0 0,15 5 18 0 0,18 1-231 0 0,1 1 0 0 0,-1-1 0 0 0,1-1 0 0 0,-1 0 0 0 0,1 0 0 0 0,0 0 0 0 0,0-1 0 0 0,0 0 0 0 0,-10-6 0 0 0,-9-12 264 0 0,26 21-388 0 0,0-1 1 0 0,1 1-1 0 0,-1-1 1 0 0,0 0-1 0 0,1 1 1 0 0,-1-1-1 0 0,1 0 1 0 0,-1 1-1 0 0,1-1 1 0 0,-1 0-1 0 0,1 0 1 0 0,0 0-1 0 0,-1 0 1 0 0,1 1-1 0 0,0-1 1 0 0,0 0-1 0 0,0 0 1 0 0,0 0-1 0 0,-1 0 1 0 0,1 0-1 0 0,0 0 0 0 0,0 1 1 0 0,1-1-1 0 0,-1 0 1 0 0,0 0-1 0 0,0 0 1 0 0,0 0-1 0 0,0 0 1 0 0,1 0-1 0 0,-1 1 1 0 0,1-1-1 0 0,-1 0 1 0 0,0 0-1 0 0,1 1 1 0 0,-1-1-1 0 0,1 0 1 0 0,-1 0-1 0 0,1 1 1 0 0,0-1-1 0 0,1 0 0 0 0,19-14-3 0 0,-15 11 1 0 0,0 0-1 0 0,0 1 0 0 0,0 0 0 0 0,0 0 0 0 0,0 0 0 0 0,1 0 0 0 0,-1 1 1 0 0,11-2-1 0 0,62-10-11 0 0,-55 10-6 0 0,26-2-164 0 0,1 2 0 0 0,-1 2 0 0 0,96 9 1 0 0,-104-2-63 0 0,0 2 1 0 0,-1 1 0 0 0,0 2 0 0 0,61 24 0 0 0,-101-34 231 0 0,0 1 1 0 0,0-1 0 0 0,0 0-1 0 0,0 1 1 0 0,0-1 0 0 0,0 1-1 0 0,-1-1 1 0 0,1 1 0 0 0,0-1-1 0 0,0 1 1 0 0,0-1 0 0 0,-1 1-1 0 0,1 0 1 0 0,0 0 0 0 0,-1-1-1 0 0,1 1 1 0 0,0 0 0 0 0,-1 0-1 0 0,1 0 1 0 0,-1 0 0 0 0,1 0-1 0 0,-1-1 1 0 0,1 3 0 0 0,-8 11 44 0 0,4-11 5 0 0,-1-1-1 0 0,1 1 1 0 0,-1-1-1 0 0,0 0 1 0 0,0 0-1 0 0,1 0 1 0 0,-1 0-1 0 0,-5 1 1 0 0,-42 16 495 0 0,2 3-1 0 0,-64 37 1 0 0,92-45-83 0 0,0-1 0 0 0,-2-1 1 0 0,1-1-1 0 0,-2-1 0 0 0,-27 7 1 0 0,15-2 203 0 0,24-9-245 0 0,0-1-1 0 0,-1-1 1 0 0,-23 6 0 0 0,7-6-214 0 0,0-2 1 0 0,-1 0-1 0 0,1-2 1 0 0,-1-1-1 0 0,1-2 1 0 0,0-1-1 0 0,-1-1 1 0 0,2-1-1 0 0,-1-2 1 0 0,-32-13-1 0 0,12 1-503 0 0,48 19 256 0 0,0 0 1 0 0,0 1-1 0 0,0-1 0 0 0,0 0 0 0 0,1 0 1 0 0,-1 0-1 0 0,0 0 0 0 0,0 0 0 0 0,1 1 1 0 0,-1-1-1 0 0,1 0 0 0 0,-1-1 0 0 0,1 1 1 0 0,-1 0-1 0 0,1 0 0 0 0,0 0 0 0 0,-1 0 1 0 0,1 0-1 0 0,0 0 0 0 0,0 0 0 0 0,0-1 1 0 0,0 1-1 0 0,0 0 0 0 0,0 0 0 0 0,0 0 1 0 0,1-2-1 0 0,-1-1-486 0 0,0 4 503 0 0,0-1 0 0 0,0 1 0 0 0,0 0 1 0 0,0 0-1 0 0,0 0 0 0 0,0 0 1 0 0,0 0-1 0 0,0 0 0 0 0,0-1 0 0 0,0 1 1 0 0,0 0-1 0 0,0 0 0 0 0,0 0 0 0 0,0 0 1 0 0,1 0-1 0 0,-1 0 0 0 0,0-1 1 0 0,0 1-1 0 0,0 0 0 0 0,0 0 0 0 0,0 0 1 0 0,0 0-1 0 0,0 0 0 0 0,0 0 0 0 0,1 0 1 0 0,-1 0-1 0 0,0 0 0 0 0,0 0 1 0 0,0 0-1 0 0,0 0 0 0 0,0 0 0 0 0,1-1 1 0 0,-1 1-1 0 0,0 0 0 0 0,0 0 1 0 0,0 0-1 0 0,0 0 0 0 0,0 0 0 0 0,0 0 1 0 0,1 0-1 0 0,-1 1 0 0 0,0-1 0 0 0,0 0 1 0 0,0 0-1 0 0,0 0 0 0 0,0 0 1 0 0,1 0-1 0 0,-1 0 0 0 0,0 0 0 0 0,0 0 1 0 0,0 0-1 0 0,0 0 0 0 0,15 3-3266 0 0,-1 0 0 0 0,0 1 0 0 0,0 1-1 0 0,22 9 1 0 0,-4-1-742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14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844 522 800 0 0,'0'1'64'0'0,"0"-1"0"0"0,0 1 0 0 0,0-1 0 0 0,0 0 0 0 0,0 1 0 0 0,1-1 0 0 0,-1 1-1 0 0,0-1 1 0 0,0 0 0 0 0,1 1 0 0 0,-1-1 0 0 0,0 0 0 0 0,0 1 0 0 0,1-1 0 0 0,-1 0 0 0 0,0 1 0 0 0,1-1-1 0 0,-1 0 1 0 0,0 0 0 0 0,1 1 0 0 0,-1-1 0 0 0,1 0 0 0 0,-1 0 0 0 0,0 0 0 0 0,1 0 0 0 0,-1 0-1 0 0,1 1 1 0 0,-1-1 0 0 0,0 0 0 0 0,1 0 0 0 0,-1 0 0 0 0,1 0 0 0 0,14 0 622 0 0,-13 0-386 0 0,3 0 1167 0 0,-10 0-26 0 0,1 0-943 0 0,-14-2 434 0 0,18 1-762 0 0,-1 1 0 0 0,1 0 1 0 0,-1-1-1 0 0,1 1 0 0 0,0-1 0 0 0,-1 1 1 0 0,1-1-1 0 0,0 1 0 0 0,-1-1 1 0 0,1 1-1 0 0,0-1 0 0 0,0 0 0 0 0,-1 1 1 0 0,1-1-1 0 0,0 1 0 0 0,0-1 0 0 0,0 1 1 0 0,0-1-1 0 0,0 0 0 0 0,0 1 1 0 0,0-2-1 0 0,-1 1-96 0 0,0 0 0 0 0,0 0 0 0 0,0 0-1 0 0,0 0 1 0 0,0 0 0 0 0,0 0 0 0 0,0 0 0 0 0,0 1 0 0 0,0-1 0 0 0,0 0 0 0 0,-1 1 0 0 0,1-1 0 0 0,0 1 0 0 0,0-1-1 0 0,-1 1 1 0 0,1-1 0 0 0,0 1 0 0 0,-1 0 0 0 0,1 0 0 0 0,0 0 0 0 0,-3 0 0 0 0,-1-1 167 0 0,-158-40 2947 0 0,-59-26-240 0 0,210 64-2850 0 0,1 1-5 0 0,0-1-1 0 0,0-1 1 0 0,0 1 0 0 0,0-2 0 0 0,1 1 0 0 0,-11-8-1 0 0,7 4 16 0 0,0 1-1 0 0,0 0 0 0 0,-24-7 0 0 0,25 10-42 0 0,8 2-1 0 0,0-1 0 0 0,0 1-1 0 0,0-1 1 0 0,0 0 0 0 0,1 0 0 0 0,-6-4 0 0 0,7 4-4 0 0,0 0 0 0 0,-1 1 0 0 0,1 0 0 0 0,-1 0 0 0 0,1 0 0 0 0,-8-3 0 0 0,-25-13 476 0 0,6 1-205 0 0,24 14-278 0 0,1 0 0 0 0,-1 0 0 0 0,0-1 0 0 0,1 1 0 0 0,0-1 0 0 0,0-1 0 0 0,-6-6 0 0 0,-10-8 163 0 0,11 12-182 0 0,9 7-23 0 0,0-1 0 0 0,0 0 0 0 0,-1 0 0 0 0,1 0 1 0 0,0 1-1 0 0,0-1 0 0 0,0 0 0 0 0,0-1 0 0 0,0 1 1 0 0,0 0-1 0 0,0 0 0 0 0,1 0 0 0 0,-1 0 0 0 0,0-1 1 0 0,1 1-1 0 0,-1 0 0 0 0,1-1 0 0 0,-1 1 0 0 0,1-1 1 0 0,0 1-1 0 0,-1 0 0 0 0,1-1 0 0 0,0 1 0 0 0,0-1 1 0 0,0 1-1 0 0,0-1 0 0 0,0-1 0 0 0,0 2 7 0 0,0 0-1 0 0,0-1 1 0 0,0 1-1 0 0,0-1 1 0 0,0 1-1 0 0,0-1 1 0 0,1 1 0 0 0,-1 0-1 0 0,0-1 1 0 0,1 1-1 0 0,-1 0 1 0 0,1-1-1 0 0,-1 1 1 0 0,1 0-1 0 0,0 0 1 0 0,-1-1-1 0 0,1 1 1 0 0,0 0-1 0 0,0 0 1 0 0,0 0-1 0 0,0 0 1 0 0,0 0-1 0 0,0 0 1 0 0,0 0 0 0 0,0 0-1 0 0,0 1 1 0 0,0-1-1 0 0,1 0 1 0 0,-1 1-1 0 0,0-1 1 0 0,1 1-1 0 0,-1-1 1 0 0,0 1-1 0 0,3-1 1 0 0,6-3 142 0 0,2 1-79 0 0,1 1 1 0 0,-1 0-1 0 0,0 1 1 0 0,0 0-1 0 0,0 1 1 0 0,15 2-1 0 0,-7-2 3 0 0,81 1 392 0 0,-25 1-549 0 0,1-3 1 0 0,-1-3 0 0 0,77-15-1 0 0,-142 16-866 0 0,-1 0-1 0 0,1-1 0 0 0,14-7 1 0 0,-19 8-296 0 0,0 0 1 0 0,0 0 0 0 0,-1-1-1 0 0,0 0 1 0 0,8-7-1 0 0,-12 11 1094 0 0,-1 0 0 0 0,0-1 0 0 0,1 1 1 0 0,-1 0-1 0 0,0-1 0 0 0,1 1 0 0 0,-1 0 0 0 0,0-1 0 0 0,0 1 0 0 0,1-1 0 0 0,-1 1 0 0 0,0-1 0 0 0,0 1 0 0 0,0-1 0 0 0,0 1 1 0 0,0-1-1 0 0,0 1 0 0 0,0-1 0 0 0,0 1 0 0 0,0-1 0 0 0,0 1 0 0 0,0-1 0 0 0,0 1 0 0 0,0 0 0 0 0,0-1 0 0 0,0 1 0 0 0,0-1 1 0 0,0 1-1 0 0,-1-1 0 0 0,1 1 0 0 0,0-1 0 0 0,0 1 0 0 0,-1-1 0 0 0,1 1 0 0 0,0 0 0 0 0,0-1 0 0 0,-1 1 0 0 0,0-1 0 0 0,-26-7-4994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18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1 126 880 0 0,'0'-28'10899'0'0,"0"27"-10828"0"0,1 0 1 0 0,0 0 0 0 0,-1 0 0 0 0,1 1 0 0 0,0-1-1 0 0,-1 0 1 0 0,1 0 0 0 0,0 1 0 0 0,0-1-1 0 0,-1 0 1 0 0,1 1 0 0 0,0-1 0 0 0,0 0 0 0 0,0 1-1 0 0,0-1 1 0 0,0 1 0 0 0,0 0 0 0 0,0-1-1 0 0,0 1 1 0 0,0 0 0 0 0,0 0 0 0 0,0-1-1 0 0,0 1 1 0 0,0 0 0 0 0,2 0 0 0 0,6-1 249 0 0,29-12 505 0 0,-8 2-225 0 0,38-7 0 0 0,89-8-121 0 0,-107 21-465 0 0,58-4-83 0 0,-92 8 53 0 0,-1 1-1 0 0,0 1 1 0 0,0 0 0 0 0,0 1 0 0 0,0 0-1 0 0,24 8 1 0 0,-36-9 19 0 0,-1 0-1 0 0,1 0 1 0 0,0 0-1 0 0,-1 0 1 0 0,1 0 0 0 0,-1 0-1 0 0,1 1 1 0 0,-1-1-1 0 0,0 1 1 0 0,0 0-1 0 0,1-1 1 0 0,-1 1-1 0 0,0 0 1 0 0,-1 0 0 0 0,1 1-1 0 0,0-1 1 0 0,0 0-1 0 0,-1 1 1 0 0,0-1-1 0 0,1 1 1 0 0,-1-1 0 0 0,0 1-1 0 0,0-1 1 0 0,0 1-1 0 0,-1 0 1 0 0,1 0-1 0 0,-1-1 1 0 0,1 4 0 0 0,-1 4 123 0 0,0 0 1 0 0,-1 1 0 0 0,0-1 0 0 0,-1 0 0 0 0,-5 17-1 0 0,5-18 4 0 0,-2 34 354 0 0,5-38-451 0 0,-1 0-1 0 0,0 1 1 0 0,-1-1-1 0 0,1 0 1 0 0,-1 0-1 0 0,0 0 1 0 0,-1 0-1 0 0,-1 6 1 0 0,-19 30 99 0 0,11 5 0 0 0,1-25 16 0 0,-2 1-1 0 0,0-2 0 0 0,-2 0 0 0 0,-22 26 0 0 0,34-43-142 0 0,-6 7 25 0 0,-1 0 0 0 0,-1-1 0 0 0,1 0 0 0 0,-2 0-1 0 0,1-1 1 0 0,-1-1 0 0 0,-18 10 0 0 0,-4 4 229 0 0,22-16-126 0 0,1-1-1 0 0,-1 0 0 0 0,-1 0 1 0 0,1-1-1 0 0,0 0 0 0 0,-1-1 1 0 0,1 0-1 0 0,-18 0 0 0 0,22-2-119 0 0,-4 1 116 0 0,1-1 0 0 0,0 0 0 0 0,-1-1 0 0 0,1 0 1 0 0,0 0-1 0 0,0-1 0 0 0,0-1 0 0 0,0 0 0 0 0,0 0 0 0 0,0-1 0 0 0,-9-5 0 0 0,18 8-127 0 0,1 1 0 0 0,-1-1-1 0 0,0 0 1 0 0,1 1 0 0 0,-1-1 0 0 0,1 0 0 0 0,-1 0-1 0 0,1 0 1 0 0,-1 0 0 0 0,1 0 0 0 0,0 1 0 0 0,-1-1 0 0 0,1 0-1 0 0,0 0 1 0 0,0 0 0 0 0,0 0 0 0 0,0 0 0 0 0,0 0-1 0 0,0 0 1 0 0,0 0 0 0 0,0 0 0 0 0,0 0 0 0 0,0 0 0 0 0,0 0-1 0 0,1-1 1 0 0,0-1 17 0 0,-1-51-33 0 0,0 53 10 0 0,-1 0-1 0 0,2 0 1 0 0,-1 0 0 0 0,0 0 0 0 0,0 0-1 0 0,0 0 1 0 0,0 0 0 0 0,0 0-1 0 0,1 0 1 0 0,-1 1 0 0 0,0-1 0 0 0,1 0-1 0 0,-1 0 1 0 0,1 0 0 0 0,-1 0-1 0 0,1 1 1 0 0,-1-1 0 0 0,1 0 0 0 0,0 1-1 0 0,-1-1 1 0 0,1 0 0 0 0,0 1 0 0 0,0-1-1 0 0,-1 1 1 0 0,1-1 0 0 0,0 1-1 0 0,0-1 1 0 0,0 1 0 0 0,0 0 0 0 0,-1-1-1 0 0,3 1 1 0 0,-2 0-1 0 0,-1-1 0 0 0,1 1 1 0 0,0 0-1 0 0,0 0 0 0 0,-1-1 0 0 0,1 1 0 0 0,0 0 1 0 0,0-1-1 0 0,-1 1 0 0 0,1-1 0 0 0,0 1 0 0 0,-1-1 1 0 0,1 1-1 0 0,-1-1 0 0 0,1 1 0 0 0,-1-1 0 0 0,1 0 1 0 0,-1 1-1 0 0,1-1 0 0 0,-1 0 0 0 0,0 0 0 0 0,1 1 0 0 0,-1-1 1 0 0,0 0-1 0 0,1 0 0 0 0,-1 1 0 0 0,0-1 0 0 0,0 0 1 0 0,0 0-1 0 0,0 1 0 0 0,0-2 0 0 0,1 1-4 0 0,-1 0 0 0 0,1 0-1 0 0,-1 0 1 0 0,1 0 0 0 0,-1 0-1 0 0,1 0 1 0 0,0 1-1 0 0,-1-1 1 0 0,1 0 0 0 0,0 1-1 0 0,0-1 1 0 0,0 0 0 0 0,-1 1-1 0 0,1-1 1 0 0,0 1 0 0 0,0-1-1 0 0,0 1 1 0 0,0-1 0 0 0,0 1-1 0 0,0 0 1 0 0,0-1 0 0 0,0 1-1 0 0,0 0 1 0 0,0 0 0 0 0,0 0-1 0 0,0 0 1 0 0,0 0 0 0 0,2 0-1 0 0,2 0-25 0 0,0 0 0 0 0,0 0 0 0 0,0 0 0 0 0,0 0 0 0 0,0 1 0 0 0,5 1 0 0 0,3 4 23 0 0,0 0 0 0 0,0 1 0 0 0,-1 1 0 0 0,0 0 0 0 0,0 0 0 0 0,-1 1 0 0 0,0 1 0 0 0,0 0 0 0 0,12 15 0 0 0,9 7 54 0 0,-13-15 24 0 0,2 0 0 0 0,31 19-1 0 0,-51-36-68 0 0,-1 0 0 0 0,0 1 0 0 0,1-1 0 0 0,-1 0 0 0 0,0 1 0 0 0,1-1-1 0 0,-1 0 1 0 0,1 0 0 0 0,-1 0 0 0 0,0 0 0 0 0,1 1 0 0 0,-1-1 0 0 0,1 0-1 0 0,-1 0 1 0 0,1 0 0 0 0,-1 0 0 0 0,0 0 0 0 0,1 0 0 0 0,-1 0 0 0 0,1 0 0 0 0,-1 0-1 0 0,1 0 1 0 0,-1 0 0 0 0,1-1 0 0 0,10-1-75 0 0,-1 0 0 0 0,0-1 1 0 0,0 0-1 0 0,0-1 0 0 0,0 0 0 0 0,11-6 1 0 0,-8 1-1308 0 0,-1 0 0 0 0,0 0 0 0 0,0-2 0 0 0,19-21 0 0 0,56-60-8687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18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 1281 0 0,'-6'0'1907'0'0,"-15"0"-53"0"0,13 4 1117 0 0,5 0-2353 0 0,-1-2-340 0 0,2-1-186 0 0,1-1-1 0 0,0 1 1 0 0,-1 0 0 0 0,1 0-1 0 0,0 0 1 0 0,-1 0 0 0 0,1 0-1 0 0,0 0 1 0 0,0 0 0 0 0,0 0-1 0 0,0 0 1 0 0,0 1 0 0 0,0-1-1 0 0,0 0 1 0 0,0 1 0 0 0,1-1-1 0 0,-1 0 1 0 0,0 1 0 0 0,1-1-1 0 0,0 1 1 0 0,-1-1 0 0 0,1 1-1 0 0,0 0 1 0 0,-1-1 0 0 0,1 1-1 0 0,0-1 1 0 0,0 1 0 0 0,0 0-1 0 0,0-1 1 0 0,1 1 0 0 0,-1-1-1 0 0,0 1 1 0 0,1-1 0 0 0,-1 1-1 0 0,1-1 1 0 0,-1 1 0 0 0,2 1-1 0 0,4 13 260 0 0,1 0-1 0 0,1 0 0 0 0,0 0 0 0 0,1-1 0 0 0,1 0 0 0 0,0-1 0 0 0,19 21 1 0 0,-23-28-318 0 0,-1 0 1 0 0,1 1 0 0 0,7 14 0 0 0,-10-15-27 0 0,1 0 0 0 0,0-1 1 0 0,0 0-1 0 0,1 0 1 0 0,-1 0-1 0 0,12 10 0 0 0,5-5-73 0 0,-21-11 50 0 0,0 0-1 0 0,0 0 1 0 0,0 0 0 0 0,-1 0 0 0 0,1 0 0 0 0,0 0-1 0 0,0 0 1 0 0,0 0 0 0 0,-1 1 0 0 0,1-1 0 0 0,0 0 0 0 0,0 0-1 0 0,0 0 1 0 0,-1 0 0 0 0,1 0 0 0 0,0 1 0 0 0,0-1 0 0 0,0 0-1 0 0,0 0 1 0 0,0 0 0 0 0,0 0 0 0 0,-1 1 0 0 0,1-1 0 0 0,0 0-1 0 0,0 0 1 0 0,0 0 0 0 0,0 1 0 0 0,0-1 0 0 0,0 0 0 0 0,0 0-1 0 0,0 1 1 0 0,0-1 0 0 0,0 0 0 0 0,0 0 0 0 0,0 0 0 0 0,0 1-1 0 0,0-1 1 0 0,0 0 0 0 0,0 0 0 0 0,0 0 0 0 0,0 1 0 0 0,0-1-1 0 0,0 0 1 0 0,0 0 0 0 0,1 0 0 0 0,-1 1 0 0 0,0-1 0 0 0,0 0-1 0 0,0 0 1 0 0,0 0 0 0 0,0 0 0 0 0,1 1 0 0 0,-1-1 0 0 0,0 0-1 0 0,0 0 1 0 0,0 0 0 0 0,0 0 0 0 0,1 0 0 0 0,-1 0 0 0 0,0 1-1 0 0,0-1 1 0 0,0 0 0 0 0,1 0 0 0 0,-1 0 0 0 0,0 0 0 0 0,-2 0-359 0 0,1 0 222 0 0,0 0 0 0 0,-1 1 0 0 0,1-1 0 0 0,0 0 0 0 0,-1 0 0 0 0,1 1 0 0 0,0-1 0 0 0,0 0 0 0 0,0 1 0 0 0,-1 0 0 0 0,1-1 0 0 0,0 1 0 0 0,0-1 0 0 0,0 1 0 0 0,0 0 0 0 0,0 0-1 0 0,0 0 1 0 0,0 0 0 0 0,0 0 0 0 0,-1 1 0 0 0,2-1-25 0 0,-1 0 0 0 0,1 1 0 0 0,-1-1 1 0 0,0 0-1 0 0,0 0 0 0 0,1 0 0 0 0,-1 0 0 0 0,0 0 0 0 0,0 0 0 0 0,0-1 0 0 0,0 1 0 0 0,0 0 0 0 0,0 0 0 0 0,0-1 0 0 0,0 1 0 0 0,-1 0 1 0 0,1-1-1 0 0,0 1 0 0 0,0-1 0 0 0,0 0 0 0 0,-1 1 0 0 0,1-1 0 0 0,-2 0 0 0 0,-4 3-687 0 0,-26 11-2177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19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66 412 1681 0 0,'-33'9'2161'0'0,"0"-9"480"0"0,33-9 2641 0 0,0 3-3601 0 0,0 0-480 0 0,0-9-161 0 0,33-5-79 0 0,0-14-161 0 0,97-55 240 0 0,66-9-319 0 0,-39 36-801 0 0,-27 22-1281 0 0,-32 11-3201 0 0,0 17-3922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2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1 165 1361 0 0,'0'-7'1680'0'0,"0"1"-79"0"0,33-2 0 0 0,-1 2-160 0 0,1-1-1 0 0,32-7-79 0 0,33 14-241 0 0,33 6 1 0 0,58 15-1 0 0,40 6-559 0 0,-131-6-962 0 0,-33-1-1279 0 0,0-5-1362 0 0,-32-1-1200 0 0,0-7 481 0 0</inkml:trace>
  <inkml:trace contextRef="#ctx0" brushRef="#br0" timeOffset="1">360 0 2081 0 0,'-33'54'4402'0'0,"1"-6"-1681"0"0,-1-6-1680 0 0,0 6-561 0 0,-32-7 0 0 0,32-12-160 0 0,33-2-240 0 0,-32-27-400 0 0,64-8-1120 0 0,-32-5-1922 0 0,0-7 80 0 0,33 5 801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20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613 117 560 0 0,'-2'-1'162'0'0,"0"-1"0"0"0,0 0-1 0 0,0 1 1 0 0,0-1-1 0 0,0 0 1 0 0,1 0 0 0 0,-1-1-1 0 0,1 1 1 0 0,-1 0 0 0 0,1 0-1 0 0,0-1 1 0 0,0 1 0 0 0,0-1-1 0 0,0 1 1 0 0,0-1-1 0 0,0-3 1 0 0,1 5-70 0 0,0-1 0 0 0,0 1 0 0 0,0-1 0 0 0,1 0 0 0 0,-1 1 0 0 0,0-1 0 0 0,1 1 0 0 0,-1-1 0 0 0,1 1 0 0 0,0-1 0 0 0,-1 1-1 0 0,1-1 1 0 0,0 1 0 0 0,0 0 0 0 0,0-1 0 0 0,0 1 0 0 0,0 0 0 0 0,0 0 0 0 0,1 0 0 0 0,-1 0 0 0 0,0 0 0 0 0,0 0 0 0 0,1 0 0 0 0,-1 0 0 0 0,1 0 0 0 0,-1 0 0 0 0,3 0 0 0 0,22-12 788 0 0,-21 10-802 0 0,-1 0 0 0 0,1 0 0 0 0,0 0 0 0 0,0 1 0 0 0,0 0 0 0 0,0 0 0 0 0,0 0 0 0 0,0 1 0 0 0,0 0 0 0 0,1 0 0 0 0,-1 0 0 0 0,0 0 0 0 0,8 1 0 0 0,13-3 137 0 0,-9 3-123 0 0,0 1 0 0 0,-1 1-1 0 0,1 0 1 0 0,0 1 0 0 0,-1 0 0 0 0,1 2-1 0 0,24 9 1 0 0,-39-12-49 0 0,1-1-1 0 0,0 1 1 0 0,-1-1-1 0 0,1 1 1 0 0,-1 0-1 0 0,0 0 1 0 0,1 0-1 0 0,-1 0 1 0 0,0 1-1 0 0,0-1 1 0 0,-1 1-1 0 0,1-1 1 0 0,0 1-1 0 0,-1 0 1 0 0,0-1-1 0 0,1 1 1 0 0,-1 0-1 0 0,0 0 1 0 0,-1 0-1 0 0,1 0 1 0 0,0 0-1 0 0,-1 0 1 0 0,1 6-1 0 0,-1 2 381 0 0,0 0 0 0 0,-1 0 0 0 0,0 0 0 0 0,-5 21 0 0 0,2-19-211 0 0,0 0 1 0 0,-1-1-1 0 0,0 1 1 0 0,-1-1-1 0 0,-1-1 1 0 0,0 1-1 0 0,0-1 1 0 0,-1 0-1 0 0,0-1 0 0 0,-1 0 1 0 0,0 0-1 0 0,-1-1 1 0 0,-21 16-1 0 0,-7 1 495 0 0,-1-1 0 0 0,-64 29 0 0 0,89-47-440 0 0,-34 16 816 0 0,0-1 1 0 0,-1-3-1 0 0,-1-2 0 0 0,-82 17 0 0 0,89-26-318 0 0,-1-2 0 0 0,-54 0-1 0 0,92-5-680 0 0,0-1-1 0 0,0-1 0 0 0,-1 1 0 0 0,1-1 0 0 0,0 0 1 0 0,0 0-1 0 0,0-1 0 0 0,0 0 0 0 0,1 0 0 0 0,-1 0 0 0 0,0-1 1 0 0,1 0-1 0 0,-1 0 0 0 0,1 0 0 0 0,0-1 0 0 0,-5-4 0 0 0,9 7-86 0 0,1 0-1 0 0,-1 0 1 0 0,1 0-1 0 0,-1 0 1 0 0,1-1-1 0 0,-1 1 0 0 0,1 0 1 0 0,0 0-1 0 0,0 0 1 0 0,0-1-1 0 0,-1 1 1 0 0,1 0-1 0 0,0 0 1 0 0,1-1-1 0 0,-1 1 0 0 0,0 0 1 0 0,0 0-1 0 0,0 0 1 0 0,1-1-1 0 0,-1 1 1 0 0,1 0-1 0 0,-1 0 0 0 0,1 0 1 0 0,-1 0-1 0 0,2-2 1 0 0,20-26-61 0 0,-18 25 60 0 0,4-6-23 0 0,1 1-1 0 0,0 0 0 0 0,0 1 0 0 0,1 0 1 0 0,0 0-1 0 0,1 1 0 0 0,0 0 0 0 0,0 1 1 0 0,18-8-1 0 0,-15 10-26 0 0,-1 1 1 0 0,0 0-1 0 0,1 0 0 0 0,0 1 1 0 0,0 1-1 0 0,0 0 1 0 0,0 1-1 0 0,-1 1 0 0 0,25 3 1 0 0,20 7-22 0 0,1 2 0 0 0,75 27 0 0 0,114 58 217 0 0,-90-34 154 0 0,-95-40-344 0 0,72 18-1 0 0,-112-37-339 0 0,1 0-1 0 0,0-1 1 0 0,0-2-1 0 0,0 0 1 0 0,45-4-1 0 0,-65 2-80 0 0,1-1 0 0 0,-1 1 0 0 0,0-1 0 0 0,0-1 0 0 0,0 1 0 0 0,0 0 0 0 0,0-1 0 0 0,-1 0 0 0 0,5-2 0 0 0,-6 2-212 0 0,0 1 0 0 0,0-1 0 0 0,0 0 1 0 0,0 1-1 0 0,0-1 0 0 0,-1 0 1 0 0,1 0-1 0 0,-1 0 0 0 0,1 0 0 0 0,-1-1 1 0 0,2-2-1 0 0,-2 2-443 0 0,0-1-1 0 0,-1 1 1 0 0,1 0-1 0 0,0-1 0 0 0,-1 1 1 0 0,0-1-1 0 0,0-4 1 0 0,0 8 1103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48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63 800 0 0,'1'-10'9550'0'0,"-1"2"-3537"0"0,4-1-1294 0 0,-2 8-4816 0 0,-1 0 0 0 0,1 0 0 0 0,0 0 1 0 0,0 0-1 0 0,0 0 0 0 0,-1 1 1 0 0,1-1-1 0 0,0 1 0 0 0,0-1 0 0 0,0 1 1 0 0,3 0-1 0 0,3-2 1052 0 0,66-9-639 0 0,0 3 0 0 0,100 1-1 0 0,-115 13-448 0 0,-53-6 53 0 0,-7 1-13 0 0,0 0 80 0 0,1 0 1 0 0,-1 0-1 0 0,0 0 0 0 0,0 0 1 0 0,0 0-1 0 0,0 0 0 0 0,0 0 1 0 0,0-1-1 0 0,0 1 0 0 0,0 0 1 0 0,0-1-1 0 0,0 1 0 0 0,0-1 1 0 0,0 1-1 0 0,-1-1 0 0 0,1 0 0 0 0,0 1 1 0 0,0-1-1 0 0,-1 0 0 0 0,-1 0 1 0 0,1 1-3 0 0,-64 24 869 0 0,65-25-821 0 0,0 1 1 0 0,0 0-1 0 0,0-1 0 0 0,-1 1 0 0 0,1-1 1 0 0,0 0-1 0 0,0 1 0 0 0,-1-1 0 0 0,1 0 0 0 0,0 0 1 0 0,-1 1-1 0 0,1-1 0 0 0,0 0 0 0 0,0 0 1 0 0,-1-1-1 0 0,1 1 0 0 0,-3-1 0 0 0,-9 0 956 0 0,37-1-1142 0 0,-1 1 0 0 0,0 1-1 0 0,0 2 1 0 0,1 0 0 0 0,41 9-1 0 0,-25-2-113 0 0,20 12-133 0 0,-59-21 395 0 0,-1 0 0 0 0,1 1-1 0 0,-1-1 1 0 0,1 1 0 0 0,-1-1 0 0 0,1 1 0 0 0,-1 0-1 0 0,0-1 1 0 0,1 1 0 0 0,-1-1 0 0 0,0 1 0 0 0,1 0-1 0 0,-1-1 1 0 0,0 1 0 0 0,0 0 0 0 0,0-1 0 0 0,1 1-1 0 0,-1 0 1 0 0,0 0 0 0 0,0-1 0 0 0,0 1 0 0 0,0 0-1 0 0,0-1 1 0 0,0 1 0 0 0,-1 0 0 0 0,1-1 0 0 0,0 1-1 0 0,0 0 1 0 0,0-1 0 0 0,-1 1 0 0 0,1 0 0 0 0,0-1-1 0 0,-1 1 1 0 0,1 0 0 0 0,0-1 0 0 0,-1 1 0 0 0,1-1-1 0 0,-1 1 1 0 0,1-1 0 0 0,-2 2 0 0 0,-49 5 716 0 0,0-1 1 0 0,-85-3-1 0 0,111-4-275 0 0,11 0-377 0 0,9-5-7 0 0,5 5-132 0 0,27 1-387 0 0,-21 0 307 0 0,-1 0 0 0 0,50-5-307 0 0,-45 4 393 0 0,1 0-1 0 0,0 1 1 0 0,-1 0 0 0 0,1 1-1 0 0,15 4 1 0 0,-8-3 26 0 0,-7-1 19 0 0,22 11-54 0 0,-18-5 35 0 0,-2-3-21 0 0,-2 0 59 0 0,-29 2 9 0 0,-101 11-33 0 0,19-3-1992 0 0,32 2-3504 0 0,35-8-779 0 0,0 0-601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49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88 720 0 0,'-12'0'496'0'0,"1"0"0"0"0,-1-1 0 0 0,0-1-1 0 0,0 0 1 0 0,-21-7 0 0 0,13 3 1302 0 0,19 6-1732 0 0,0 0 1 0 0,0 0 0 0 0,0 0 0 0 0,1 0 0 0 0,-1 0 0 0 0,0-1 0 0 0,0 1 0 0 0,0 0 0 0 0,1 0 0 0 0,-1-1-1 0 0,0 1 1 0 0,0-1 0 0 0,1 1 0 0 0,-1-1 0 0 0,0 1 0 0 0,1-1 0 0 0,-1 1 0 0 0,0-2 0 0 0,-2-13 3934 0 0,4 13-3879 0 0,0 1-1 0 0,0 0 1 0 0,0 0 0 0 0,1 0 0 0 0,-1 0 0 0 0,0 0-1 0 0,0 0 1 0 0,1 1 0 0 0,-1-1 0 0 0,1 0-1 0 0,-1 1 1 0 0,1-1 0 0 0,-1 1 0 0 0,1 0-1 0 0,-1-1 1 0 0,3 1 0 0 0,-2-1 156 0 0,13-5 360 0 0,1 0 0 0 0,0 1 0 0 0,0 1 0 0 0,1 1 0 0 0,-1 0 0 0 0,25-1 1 0 0,106 8-304 0 0,-126-3-162 0 0,126 19-106 0 0,-138-19-82 0 0,0 1 0 0 0,1 1 0 0 0,-1-1 0 0 0,16 8 0 0 0,20 7-57 0 0,-36-15 31 0 0,-1 0 0 0 0,1 1-1 0 0,-1 0 1 0 0,0 0-1 0 0,0 1 1 0 0,0 0 0 0 0,-1 0-1 0 0,0 1 1 0 0,8 6 0 0 0,-14-10 36 0 0,-1 0 0 0 0,1-1 0 0 0,-1 1 0 0 0,1 0 0 0 0,-1 0 1 0 0,0 0-1 0 0,1 0 0 0 0,-1-1 0 0 0,0 1 0 0 0,0 0 0 0 0,1 0 0 0 0,-1 0 1 0 0,0 0-1 0 0,0 0 0 0 0,0 0 0 0 0,0 0 0 0 0,-1 0 0 0 0,1 0 0 0 0,0 0 0 0 0,0 0 1 0 0,0-1-1 0 0,-1 1 0 0 0,1 0 0 0 0,0 0 0 0 0,-1 0 0 0 0,1 0 0 0 0,-1-1 1 0 0,1 1-1 0 0,-1 0 0 0 0,0 0 0 0 0,1-1 0 0 0,-1 1 0 0 0,-1 1 0 0 0,-26 23-16 0 0,28-24 21 0 0,-8 5 42 0 0,-1 0 1 0 0,1-1-1 0 0,-1 0 0 0 0,-1 0 1 0 0,1-1-1 0 0,0 0 0 0 0,-1 0 1 0 0,0-1-1 0 0,-16 3 0 0 0,-1-3 284 0 0,1-1-1 0 0,-37-2 0 0 0,-28 1 931 0 0,64 1-735 0 0,10 0-33 0 0,0 0 0 0 0,-1-1 1 0 0,1-2-1 0 0,0 1 1 0 0,0-2-1 0 0,0 0 1 0 0,-26-7-1 0 0,43 8-481 0 0,0 1 0 0 0,0 0 0 0 0,0 0-1 0 0,1 0 1 0 0,-1 0 0 0 0,0 0 0 0 0,0 0 0 0 0,0 0-1 0 0,0 0 1 0 0,0 0 0 0 0,1-1 0 0 0,-1 1 0 0 0,0 0-1 0 0,0 0 1 0 0,0 0 0 0 0,0 0 0 0 0,0-1-1 0 0,0 1 1 0 0,0 0 0 0 0,0 0 0 0 0,0 0 0 0 0,0 0-1 0 0,0-1 1 0 0,0 1 0 0 0,0 0 0 0 0,0 0 0 0 0,0 0-1 0 0,0 0 1 0 0,0-1 0 0 0,0 1 0 0 0,0 0 0 0 0,0 0-1 0 0,0 0 1 0 0,0 0 0 0 0,0-1 0 0 0,0 1-1 0 0,0 0 1 0 0,0 0 0 0 0,0 0 0 0 0,0 0 0 0 0,0-1-1 0 0,0 1 1 0 0,0 0 0 0 0,-1 0 0 0 0,1 0 0 0 0,0 0-1 0 0,0 0 1 0 0,0 0 0 0 0,0-1 0 0 0,0 1 0 0 0,-1 0-1 0 0,1 0 1 0 0,0 0 0 0 0,0 0 0 0 0,8-4-33 0 0,22-5-82 0 0,117-11-305 0 0,-113 18 86 0 0,1 0 0 0 0,0 3 0 0 0,-1 1 1 0 0,1 1-1 0 0,46 11 0 0 0,-74-11 279 0 0,-1 0 0 0 0,0 0-1 0 0,0 0 1 0 0,0 1 0 0 0,0 0 0 0 0,-1 0 0 0 0,1 1 0 0 0,-1 0-1 0 0,0-1 1 0 0,0 2 0 0 0,-1-1 0 0 0,0 0 0 0 0,0 1 0 0 0,0 0 0 0 0,4 9-1 0 0,9 11 20 0 0,-15-25 32 0 0,-1 1 1 0 0,1 0 0 0 0,-1 0 0 0 0,1 0-1 0 0,-1 0 1 0 0,0 1 0 0 0,0-1-1 0 0,0 0 1 0 0,0 0 0 0 0,0 1 0 0 0,0-1-1 0 0,0 1 1 0 0,-1-1 0 0 0,0 0 0 0 0,1 1-1 0 0,-1-1 1 0 0,0 1 0 0 0,0-1 0 0 0,0 1-1 0 0,-1 3 1 0 0,-1-3 4 0 0,0 0 0 0 0,0 0 0 0 0,-1 0 0 0 0,1 0 0 0 0,-1-1 0 0 0,1 1 0 0 0,-1-1 0 0 0,0 0 0 0 0,0 0-1 0 0,0 0 1 0 0,0 0 0 0 0,-1-1 0 0 0,1 1 0 0 0,0-1 0 0 0,-1 1 0 0 0,-5 0 0 0 0,-89 33 766 0 0,88-33-531 0 0,0 0 1 0 0,1 0-1 0 0,-17 0 0 0 0,21-2 544 0 0,5-2-520 0 0,0-2-67 0 0,0 8-186 0 0,0-2-148 0 0,5-1-853 0 0,82 31-814 0 0,-86-31 1595 0 0,0-1 0 0 0,-1 1 0 0 0,1-1 1 0 0,-1 1-1 0 0,0-1 0 0 0,1 1 0 0 0,-1-1 0 0 0,1 1 0 0 0,-1 0 0 0 0,0-1 0 0 0,1 1 0 0 0,-1 0 0 0 0,0-1 0 0 0,0 1 0 0 0,0 0 0 0 0,1-1 0 0 0,-1 1 0 0 0,0 0 0 0 0,0-1 0 0 0,0 2 0 0 0,-2 3-4034 0 0,-30-3-7617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50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15 320 0 0,'0'0'24'0'0,"0"-1"-1"0"0,1 1 1 0 0,-1 0-1 0 0,0 0 1 0 0,0 0-1 0 0,0 0 1 0 0,0-1-1 0 0,0 1 1 0 0,0 0-1 0 0,0 0 1 0 0,0 0-1 0 0,0 0 1 0 0,0-1-1 0 0,1 1 1 0 0,-1 0-1 0 0,0 0 1 0 0,0 0-1 0 0,0-1 1 0 0,0 1-1 0 0,0 0 1 0 0,0 0-1 0 0,0 0 0 0 0,-1-1 1 0 0,1 1-1 0 0,0 0 1 0 0,0 0-1 0 0,0 0 1 0 0,0 0-1 0 0,0-1 1 0 0,0 1-1 0 0,0 0 1 0 0,0 0-1 0 0,0 0 1 0 0,0 0-1 0 0,-1-1 1 0 0,1 1-1 0 0,0 0 1 0 0,0 0-1 0 0,0 0 1 0 0,0 0-1 0 0,0 0 1 0 0,-1 0-1 0 0,1 0 1 0 0,0-1-1 0 0,0 1 1 0 0,0 0-1 0 0,0 0 1 0 0,-1 0-1 0 0,1 0 1 0 0,0 0-1 0 0,0 0 1 0 0,0 0-1 0 0,-1 0 1 0 0,1 0-1 0 0,0 0 1 0 0,0 0-1 0 0,0 0 1 0 0,-1 0-1 0 0,1 0 1 0 0,0 0-1 0 0,0 0 1 0 0,0 0-1 0 0,-1 0 1 0 0,1 0-1 0 0,0 1 1 0 0,0-1-1 0 0,-55-7 2352 0 0,50 6-1748 0 0,-33 3 1639 0 0,5-1-1224 0 0,-3 6-41 0 0,0 2 0 0 0,-46 19-1 0 0,68-23-774 0 0,-62 22 842 0 0,-256 85 2066 0 0,323-109-3411 0 0,0 0 0 0 0,0-1 0 0 0,-1 0 1 0 0,1 0-1 0 0,-1-1 0 0 0,0-1 0 0 0,-16 0 0 0 0,25 0 116 0 0,1 0-1 0 0,0-1 0 0 0,-1 1 0 0 0,1 0 1 0 0,0 0-1 0 0,-1-1 0 0 0,1 1 0 0 0,0 0 0 0 0,0 0 1 0 0,-1-1-1 0 0,1 1 0 0 0,0 0 0 0 0,0-1 0 0 0,-1 1 1 0 0,1 0-1 0 0,0-1 0 0 0,0 1 0 0 0,0 0 0 0 0,0-1 1 0 0,-1 1-1 0 0,1 0 0 0 0,0-1 0 0 0,0 1 0 0 0,0-1 1 0 0,0 1-1 0 0,0 0 0 0 0,0-1 0 0 0,0 1 0 0 0,0-1 1 0 0,0 0-1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50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63 240 0 0,'0'0'4015'0'0,"6"1"-2507"0"0,16 3 26 0 0,-17-3 66 0 0,-5 0-1447 0 0,0-1-1 0 0,0 1 0 0 0,0-1 0 0 0,0 0 1 0 0,1 1-1 0 0,-1-1 0 0 0,0 1 0 0 0,0-1 0 0 0,0 0 1 0 0,0 1-1 0 0,1-1 0 0 0,-1 0 0 0 0,0 1 1 0 0,0-1-1 0 0,1 0 0 0 0,-1 1 0 0 0,0-1 1 0 0,1 0-1 0 0,-1 1 0 0 0,0-1 0 0 0,1 0 0 0 0,-1 0 1 0 0,0 0-1 0 0,1 1 0 0 0,-1-1 0 0 0,0 0 1 0 0,1 0-1 0 0,-1 0 0 0 0,1 0 0 0 0,-1 0 0 0 0,1 0 1 0 0,-1 0-1 0 0,0 1 0 0 0,1-2 0 0 0,14 1-230 0 0,-13 0 644 0 0,5-4 1300 0 0,-3 1-1504 0 0,87-10 2607 0 0,-67 11-3366 0 0,1-1 1 0 0,-1-1 0 0 0,0-1 0 0 0,32-11-1 0 0,-41 9-3850 0 0,-4-1 2105 0 0,-4 3 474 0 0,-8 5 1594 0 0,1 0-1 0 0,0 0 0 0 0,0 0 1 0 0,0 0-1 0 0,0 0 1 0 0,0 0-1 0 0,0 0 0 0 0,-1 0 1 0 0,1 0-1 0 0,0 0 0 0 0,0 0 1 0 0,0-1-1 0 0,0 1 1 0 0,0 0-1 0 0,0 0 0 0 0,0 0 1 0 0,-1 0-1 0 0,1 0 1 0 0,0 0-1 0 0,0-1 0 0 0,0 1 1 0 0,0 0-1 0 0,0 0 1 0 0,0 0-1 0 0,0 0 0 0 0,0 0 1 0 0,0-1-1 0 0,0 1 0 0 0,0 0 1 0 0,0 0-1 0 0,0 0 1 0 0,0 0-1 0 0,0 0 0 0 0,0-1 1 0 0,0 1-1 0 0,0 0 1 0 0,0 0-1 0 0,0 0 0 0 0,0 0 1 0 0,0 0-1 0 0,0-1 1 0 0,1 1-1 0 0,-1 0 0 0 0,0 0 1 0 0,0 0-1 0 0,0 0 1 0 0,0 0-1 0 0,0 0 0 0 0,0 0 1 0 0,0-1-1 0 0,0 1 0 0 0,1 0 1 0 0,-1 0-1 0 0,0 0 1 0 0,0 0-1 0 0,0 0 0 0 0,0 0 1 0 0,1 0-1 0 0,-29-1-3873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52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663 108 400 0 0,'0'-1'60'0'0,"0"1"-1"0"0,0-1 1 0 0,0 1 0 0 0,-1-1-1 0 0,1 0 1 0 0,0 1-1 0 0,0-1 1 0 0,-1 1 0 0 0,1-1-1 0 0,0 1 1 0 0,-1-1-1 0 0,1 1 1 0 0,-1-1 0 0 0,1 1-1 0 0,0-1 1 0 0,-1 1-1 0 0,1-1 1 0 0,-1 1 0 0 0,1 0-1 0 0,-1-1 1 0 0,0 1-1 0 0,1 0 1 0 0,-1 0 0 0 0,1-1-1 0 0,-1 1 1 0 0,0 0 0 0 0,1 0-1 0 0,-1 0 1 0 0,1 0-1 0 0,-1 0 1 0 0,0-1 0 0 0,0 2-1 0 0,0-1 3 0 0,0 0-1 0 0,1-1 0 0 0,-1 1 1 0 0,0 0-1 0 0,0 0 1 0 0,1 0-1 0 0,-1 0 0 0 0,0 0 1 0 0,1-1-1 0 0,-1 1 1 0 0,0 0-1 0 0,1-1 1 0 0,-1 1-1 0 0,1 0 0 0 0,-1-1 1 0 0,0 1-1 0 0,1-1 1 0 0,-1 1-1 0 0,1-1 1 0 0,-1 1-1 0 0,1-1 0 0 0,0 1 1 0 0,-1-1-1 0 0,1 0 1 0 0,-1 1-1 0 0,1-1 0 0 0,0 0 1 0 0,-1 1-1 0 0,1-1 1 0 0,0 0-1 0 0,0 1 1 0 0,0-1-1 0 0,0-1 0 0 0,-1-9 1294 0 0,0-21 1386 0 0,1 30-2648 0 0,0 1 0 0 0,0 0-1 0 0,0 0 1 0 0,0 0 0 0 0,0 0-1 0 0,0-1 1 0 0,1 1-1 0 0,-1 0 1 0 0,0 0 0 0 0,0 0-1 0 0,1 0 1 0 0,-1 0 0 0 0,1 0-1 0 0,-1 0 1 0 0,1 0-1 0 0,0 0 1 0 0,-1 0 0 0 0,2-1-1 0 0,1 1 84 0 0,-1 1-118 0 0,0 0 0 0 0,-1 0-1 0 0,1 0 1 0 0,-1 0-1 0 0,1 0 1 0 0,-1-1 0 0 0,1 1-1 0 0,-1-1 1 0 0,1 1 0 0 0,-1-1-1 0 0,0 1 1 0 0,1-1 0 0 0,-1 0-1 0 0,2-1 1 0 0,3 1 342 0 0,32-1 215 0 0,-17-1-415 0 0,0 2-1 0 0,24 2 1 0 0,-17 1-132 0 0,-13-1-33 0 0,1 0-1 0 0,-1 1 0 0 0,0 1 1 0 0,21 6-1 0 0,-35-8-29 0 0,-1-1-1 0 0,1 1 1 0 0,0 0-1 0 0,-1 0 1 0 0,1 0 0 0 0,-1 0-1 0 0,1-1 1 0 0,-1 1-1 0 0,1 0 1 0 0,-1 0-1 0 0,1 0 1 0 0,-1 0 0 0 0,0 0-1 0 0,0 0 1 0 0,0 0-1 0 0,1 0 1 0 0,-1 0 0 0 0,0 0-1 0 0,0 0 1 0 0,0 1-1 0 0,-1-1 1 0 0,1 0 0 0 0,0 2-1 0 0,-7 25 246 0 0,2-20-207 0 0,0 0-1 0 0,-1 0 1 0 0,0-1-1 0 0,0 0 1 0 0,-1 0-1 0 0,0 0 1 0 0,0-1-1 0 0,0 0 1 0 0,-1 0-1 0 0,0-1 1 0 0,-10 6-1 0 0,-12 9 35 0 0,-165 142 333 0 0,151-123-286 0 0,1-4 244 0 0,-2-3 0 0 0,-1-1 0 0 0,-1-2 0 0 0,-88 38 1 0 0,109-56-98 0 0,0-2 0 0 0,-1 0 0 0 0,0-2 1 0 0,0-1-1 0 0,-30 2 0 0 0,49-7-218 0 0,0 0 1 0 0,0-1-1 0 0,0 0 0 0 0,-14-2 1 0 0,50-48-334 0 0,-9 26-141 0 0,2 0 1 0 0,38-32-1 0 0,-12 12-252 0 0,0-2-747 0 0,1 2-1 0 0,3 3 0 0 0,58-38 1 0 0,-104 76 1127 0 0,0 0 0 0 0,0 1 0 0 0,0-1 0 0 0,0 1 0 0 0,0 0 1 0 0,0 0-1 0 0,1 0 0 0 0,7-1 0 0 0,-10 3 233 0 0,0 0 0 0 0,0 0 0 0 0,0 0 0 0 0,0 0 0 0 0,-1 1 0 0 0,1-1 0 0 0,0 1 0 0 0,0 0 1 0 0,0 0-1 0 0,-1 0 0 0 0,1 0 0 0 0,0 0 0 0 0,-1 0 0 0 0,3 2 0 0 0,-4-2 61 0 0,0 0 0 0 0,-1-1 1 0 0,1 1-1 0 0,-1 0 0 0 0,1 0 1 0 0,0 0-1 0 0,-1-1 0 0 0,1 1 0 0 0,-1 0 1 0 0,0 0-1 0 0,1 0 0 0 0,-1 0 1 0 0,0 0-1 0 0,0 0 0 0 0,1 0 0 0 0,-1 0 1 0 0,0 0-1 0 0,0 0 0 0 0,0 0 1 0 0,0 0-1 0 0,0 0 0 0 0,0 0 0 0 0,-1 0 1 0 0,1 0-1 0 0,-1 1 0 0 0,1 11 139 0 0,0 168 2435 0 0,0-160-2028 0 0,-1 0 0 0 0,-4 30 0 0 0,-7-9 225 0 0,9-36-615 0 0,1 0-1 0 0,0 0 0 0 0,1 0 1 0 0,0 0-1 0 0,0 1 0 0 0,-1 9 1 0 0,2-14-121 0 0,1 1 0 0 0,-1 0 0 0 0,1-1 0 0 0,0 1 0 0 0,0-1 0 0 0,-1 1 0 0 0,2-1 0 0 0,-1 1 0 0 0,0-1 0 0 0,0 0 0 0 0,1 0 0 0 0,-1 1 0 0 0,1-1 0 0 0,0 0 0 0 0,0 0 0 0 0,0-1 0 0 0,0 1 0 0 0,0 0 0 0 0,4 2 0 0 0,-2-1-71 0 0,1 0 0 0 0,0-1 0 0 0,0 1 0 0 0,0-1 0 0 0,1 0 0 0 0,-1 0 0 0 0,0-1 0 0 0,1 1-1 0 0,-1-1 1 0 0,1 0 0 0 0,-1-1 0 0 0,1 0 0 0 0,0 0 0 0 0,-1 0 0 0 0,1 0 0 0 0,7-2 0 0 0,-6 1-414 0 0,0-1 1 0 0,0 0 0 0 0,0 0-1 0 0,-1-1 1 0 0,1 0 0 0 0,11-7-1 0 0,-12 6-425 0 0,-1 0-1 0 0,0 0 0 0 0,0-1 1 0 0,0 0-1 0 0,-1 0 0 0 0,4-5 1 0 0,-8 9 847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54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550 420 320 0 0,'0'0'9'0'0,"0"-1"0"0"0,-1 1 1 0 0,1 0-1 0 0,0-1 0 0 0,0 1 0 0 0,0-1 0 0 0,0 1 0 0 0,-1 0 0 0 0,1-1 0 0 0,0 1 1 0 0,0 0-1 0 0,-1-1 0 0 0,1 1 0 0 0,0 0 0 0 0,0-1 0 0 0,-1 1 0 0 0,1 0 0 0 0,-1 0 1 0 0,1-1-1 0 0,0 1 0 0 0,-1 0 0 0 0,1 0 0 0 0,0 0 0 0 0,-1-1 0 0 0,1 1 1 0 0,-1 0-1 0 0,1 0 0 0 0,-1 0 0 0 0,1 0 0 0 0,0 0 0 0 0,-1 0 0 0 0,0 0 0 0 0,-14 0 62 0 0,14 0-29 0 0,-13 0 4885 0 0,1 0-3170 0 0,29 0-51 0 0,-30-2-1171 0 0,1 0-1 0 0,0-1 1 0 0,0 0 0 0 0,0-1-1 0 0,1 0 1 0 0,-1-1 0 0 0,-16-10-1 0 0,-47-17 1579 0 0,62 28-1860 0 0,1-1 62 0 0,0 0 0 0 0,0 0-1 0 0,0-1 1 0 0,-13-9 0 0 0,21 11-193 0 0,-1 1 0 0 0,0 0 0 0 0,-1 0 0 0 0,1 0 0 0 0,0 1 0 0 0,-1 0 0 0 0,1 0 0 0 0,-9 0 0 0 0,11 1-60 0 0,-1 0-1 0 0,0 0 1 0 0,1 0-1 0 0,-1-1 1 0 0,0 0-1 0 0,1 1 1 0 0,0-1-1 0 0,-1-1 1 0 0,1 1-1 0 0,-6-6 0 0 0,-56-34 660 0 0,66 42-721 0 0,0-1 1 0 0,-1 1 0 0 0,1 0-1 0 0,0 0 1 0 0,0 0-1 0 0,-1-1 1 0 0,1 1-1 0 0,0 0 1 0 0,0 0 0 0 0,-1-1-1 0 0,1 1 1 0 0,0 0-1 0 0,0-1 1 0 0,0 1 0 0 0,-1 0-1 0 0,1 0 1 0 0,0-1-1 0 0,0 1 1 0 0,0 0 0 0 0,0-1-1 0 0,0 1 1 0 0,0 0-1 0 0,0-1 1 0 0,0 1 0 0 0,0 0-1 0 0,0-1 1 0 0,0 0-1 0 0,0 1 0 0 0,0-1 0 0 0,0 1 0 0 0,0-1 0 0 0,0 1 0 0 0,0-1 0 0 0,0 1 0 0 0,0 0-1 0 0,0-1 1 0 0,-1 1 0 0 0,1-1 0 0 0,0 1 0 0 0,0-1 0 0 0,0 1 0 0 0,-1 0 0 0 0,1-1 0 0 0,0 1-1 0 0,0-1 1 0 0,-1 1 0 0 0,1 0 0 0 0,0-1 0 0 0,-1 1 0 0 0,1 0 0 0 0,0 0 0 0 0,-1-1-1 0 0,1 1 1 0 0,0 0 0 0 0,-2-1 0 0 0,-2-1 2 0 0,3 1 4 0 0,-1 0-1 0 0,0 0 1 0 0,1 0-1 0 0,0 0 1 0 0,-1 0-1 0 0,1 0 0 0 0,-1-1 1 0 0,1 1-1 0 0,0 0 1 0 0,0-1-1 0 0,0 1 1 0 0,0-1-1 0 0,0 1 1 0 0,0-1-1 0 0,0 0 0 0 0,0 1 1 0 0,1-1-1 0 0,-1 0 1 0 0,1 1-1 0 0,-1-1 1 0 0,1 0-1 0 0,0 0 0 0 0,-1 1 1 0 0,1-1-1 0 0,0 0 1 0 0,0 0-1 0 0,0 0 1 0 0,1-3-1 0 0,-1-12 112 0 0,0 11 66 0 0,0 8 237 0 0,0-1-366 0 0,0 4 89 0 0,0-9 47 0 0,2 3-155 0 0,0 0 0 0 0,-1 0 0 0 0,1 0 0 0 0,0 0 0 0 0,0 0 0 0 0,0 0 0 0 0,0 0 0 0 0,0 0 0 0 0,0 1 0 0 0,0-1 0 0 0,0 1 0 0 0,0 0 0 0 0,0-1 0 0 0,0 1 0 0 0,0 0 0 0 0,0 0 0 0 0,3 1-1 0 0,28-6 231 0 0,322-45 1029 0 0,-259 39-1094 0 0,312-36-467 0 0,-375 46-1040 0 0,-28 2 907 0 0,-5-1 240 0 0,-1 0 1 0 0,1 0-1 0 0,0 0 1 0 0,0 1-1 0 0,-1-1 1 0 0,1 0-1 0 0,0 0 1 0 0,0 0-1 0 0,-1 0 1 0 0,1 0-1 0 0,0 0 1 0 0,0 0-1 0 0,-1 0 1 0 0,1 1-1 0 0,0-1 1 0 0,0 0-1 0 0,0 0 1 0 0,-1 0-1 0 0,1 0 1 0 0,0 1-1 0 0,0-1 1 0 0,0 0-1 0 0,0 0 1 0 0,0 1-1 0 0,-1-1 1 0 0,1 0-1 0 0,0 0 1 0 0,0 1-1 0 0,0-1 1 0 0,0 0-1 0 0,0 0 1 0 0,0 1-1 0 0,0-1 1 0 0,0 0-1 0 0,0 0 1 0 0,0 1-1 0 0,0-1 1 0 0,0 0-1 0 0,0 0 1 0 0,0 1-1 0 0,0-1 1 0 0,0 0-1 0 0,0 0 1 0 0,0 1-1 0 0,0-1 1 0 0,1 0-1 0 0,-1 0 1 0 0,0 0-1 0 0,0 1 1 0 0,0-1-1 0 0,0 0 1 0 0,0 0-1 0 0,1 0 1 0 0,-1 1-1 0 0,0-1 1 0 0,0 0-1 0 0,0 0 1 0 0,1 0-1 0 0,-1 0 1 0 0,0 0-1 0 0,0 1 1 0 0,1-1-1 0 0,-1 0 1 0 0,0 0-1 0 0,0 0 1 0 0,1 0-1 0 0,-1 0 1 0 0,0 0-1 0 0,1 0 1 0 0,-7 2-677 0 0,1-1 0 0 0,-1 0 0 0 0,0 0 0 0 0,1 0 0 0 0,-11 0 0 0 0,-98 0-3953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56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347 171 320 0 0,'0'-1'85'0'0,"0"0"0"0"0,1-1 0 0 0,-1 1 0 0 0,0 0 0 0 0,1 0 0 0 0,-1 0 0 0 0,1 0 0 0 0,-1 0 0 0 0,1 0 0 0 0,-1 0 0 0 0,1 0 0 0 0,0 0 0 0 0,-1 0 0 0 0,1 0 0 0 0,0 1-1 0 0,0-1 1 0 0,0 0 0 0 0,0 0 0 0 0,0 1 0 0 0,0-1 0 0 0,0 1 0 0 0,0-1 0 0 0,0 1 0 0 0,0-1 0 0 0,0 1 0 0 0,1-1 0 0 0,5-3 436 0 0,31-29 2187 0 0,0 8-1243 0 0,-11 6 278 0 0,49-24 0 0 0,-67 39-1534 0 0,0 0-1 0 0,0 1 0 0 0,0 0 1 0 0,0 0-1 0 0,1 1 0 0 0,-1 1 1 0 0,1-1-1 0 0,-1 1 0 0 0,1 1 1 0 0,11 0-1 0 0,-16 1-188 0 0,15 0 75 0 0,-1 1-1 0 0,1 2 1 0 0,-1-1 0 0 0,29 11 0 0 0,-39-11-98 0 0,-8-3 1 0 0,1 0-1 0 0,-1 1 1 0 0,1-1 0 0 0,-1 1-1 0 0,1 0 1 0 0,-1-1 0 0 0,1 1-1 0 0,-1 0 1 0 0,0 0-1 0 0,0 0 1 0 0,1 0 0 0 0,-1 0-1 0 0,0 0 1 0 0,0 0-1 0 0,0 1 1 0 0,0-1 0 0 0,0 0-1 0 0,0 0 1 0 0,0 1 0 0 0,-1-1-1 0 0,1 1 1 0 0,0-1-1 0 0,-1 1 1 0 0,1-1 0 0 0,-1 1-1 0 0,1 1 1 0 0,1 1-2 0 0,2 3 1 0 0,-1 1 0 0 0,0 0 0 0 0,0-1 0 0 0,0 1 0 0 0,-1 1 0 0 0,1 7 0 0 0,-2-13 21 0 0,-1 0 1 0 0,0 0-1 0 0,-1 1 0 0 0,1-1 0 0 0,0 0 0 0 0,-1 0 0 0 0,0 0 0 0 0,0 0 0 0 0,0-1 0 0 0,0 1 0 0 0,0 0 0 0 0,0 0 1 0 0,-1 0-1 0 0,1-1 0 0 0,-1 1 0 0 0,0-1 0 0 0,0 1 0 0 0,0-1 0 0 0,0 0 0 0 0,0 0 0 0 0,-5 4 0 0 0,-18 13 396 0 0,-15 14 373 0 0,21-15-486 0 0,0-1 0 0 0,-2-1 0 0 0,-31 20 0 0 0,1-2 29 0 0,18-12 166 0 0,0-1 1 0 0,-45 20-1 0 0,-7 2 309 0 0,-170 98 1756 0 0,237-130-2262 0 0,10-5-90 0 0,-1-1 0 0 0,0 0 0 0 0,1-1 0 0 0,-1 0 0 0 0,-1 0-1 0 0,-17 4 1 0 0,7-5-99 0 0,24-9-235 0 0,6-4-20 0 0,1-17 39 0 0,-3 12 196 0 0,1 1 1 0 0,1-1 0 0 0,0 1-1 0 0,24-23 1 0 0,-5 5-41 0 0,154-152-180 0 0,-179 181 106 0 0,-1 0-7 0 0,0 0 0 0 0,0 0 0 0 0,1 0 0 0 0,-1 0 0 0 0,1 0 0 0 0,0 1 0 0 0,0 0 0 0 0,0 0 0 0 0,0 0 0 0 0,0 0 0 0 0,0 0 0 0 0,0 1 0 0 0,0 0 0 0 0,1 0 0 0 0,5-1 0 0 0,-10 3-16 0 0,0 0 0 0 0,0 0 1 0 0,0 0-1 0 0,0 0 0 0 0,0 0 1 0 0,0 0-1 0 0,0 0 0 0 0,0 0 1 0 0,1 0-1 0 0,-1 0 0 0 0,0-1 1 0 0,1 1-1 0 0,-1 0 0 0 0,0 0 0 0 0,1 0 1 0 0,-1 0-1 0 0,2 1 0 0 0,2 2 67 0 0,-1 1 0 0 0,0 0 0 0 0,0 0-1 0 0,-1 1 1 0 0,0-1 0 0 0,1 1 0 0 0,-2-1-1 0 0,1 1 1 0 0,-1 0 0 0 0,1 7 0 0 0,1 62 334 0 0,-4-57-253 0 0,1 0-1 0 0,1 0 1 0 0,3 18-1 0 0,18 32 220 0 0,-17-51-219 0 0,-5-14-99 0 0,0-1 1 0 0,1 0-1 0 0,-1 0 0 0 0,1 0 0 0 0,0 0 0 0 0,-1 0 1 0 0,1 0-1 0 0,0 0 0 0 0,0 0 0 0 0,1 0 0 0 0,-1 0 1 0 0,0 0-1 0 0,1-1 0 0 0,-1 1 0 0 0,1 0 0 0 0,-1-1 0 0 0,1 1 1 0 0,0-1-1 0 0,0 0 0 0 0,-1 1 0 0 0,1-1 0 0 0,0 0 1 0 0,0 0-1 0 0,0 0 0 0 0,0-1 0 0 0,3 2 0 0 0,7 2-89 0 0,-1 0 0 0 0,1 0-1 0 0,0-1 1 0 0,0-1 0 0 0,0 0 0 0 0,1 0-1 0 0,-1-1 1 0 0,0-1 0 0 0,1 0-1 0 0,18-3 1 0 0,10-3-1660 0 0,56-18 0 0 0,-70 15-1028 0 0,41-22 0 0 0,19-17-3695 0 0,-16-5-333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57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7 400 0 0,'0'-6'1681'0'0,"-32"6"1841"0"0,64 21-1602 0 0,-32 6 161 0 0,66 29 320 0 0,-7 4-1120 0 0,6-18-1041 0 0,-33-22-480 0 0,1-5-240 0 0,0-9-1121 0 0,-1-6-4162 0 0,-32-6 401 0 0</inkml:trace>
  <inkml:trace contextRef="#ctx0" brushRef="#br0" timeOffset="1">33 462 560 0 0,'-32'13'2641'0'0,"32"-26"-1360"0"0,32-1 240 0 0,1 1-561 0 0,0-16-239 0 0,97-52 239 0 0,60-44-240 0 0,5 30-1040 0 0,-64 39-1921 0 0,-33 8-2641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7:59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1 302 2161 0 0,'13'-1'2821'0'0,"11"-2"-1384"0"0,37-7 1 0 0,-30-2-181 0 0,53-28 1 0 0,-36 16-852 0 0,-8 2 86 0 0,58-44 0 0 0,-78 52-422 0 0,26-25 139 0 0,-37 30-138 0 0,0 1 0 0 0,0 0 0 0 0,16-9 1 0 0,-16 11-14 0 0,-5 3 2 0 0,0 0 1 0 0,0 1-1 0 0,0-1 0 0 0,0 1 0 0 0,1 0 0 0 0,-1 1 0 0 0,1-1 1 0 0,-1 1-1 0 0,1 0 0 0 0,7-1 0 0 0,-12 2-54 0 0,0 1 0 0 0,0-1 0 0 0,0 1-1 0 0,0 0 1 0 0,0-1 0 0 0,0 1 0 0 0,0-1 0 0 0,0 1 0 0 0,0-1 0 0 0,0 1 0 0 0,0 0-1 0 0,-1-1 1 0 0,1 1 0 0 0,0-1 0 0 0,0 1 0 0 0,-1-1 0 0 0,1 1 0 0 0,0-1-1 0 0,-1 1 1 0 0,1-1 0 0 0,0 1 0 0 0,-1-1 0 0 0,1 1 0 0 0,-1-1 0 0 0,-2 2-5 0 0,1-1 0 0 0,0 1 0 0 0,0-1 0 0 0,0 1 1 0 0,0 0-1 0 0,0 0 0 0 0,0-1 0 0 0,0 1 0 0 0,1 1 0 0 0,-1-1 1 0 0,1 0-1 0 0,-1 0 0 0 0,1 1 0 0 0,-2 4 0 0 0,-5 8 8 0 0,-6 5 10 0 0,-1-1-1 0 0,0 0 0 0 0,-22 21 1 0 0,13-16 143 0 0,1 1 0 0 0,-29 43 1 0 0,35-41 484 0 0,-26 56 0 0 0,41-75-634 0 0,-1 0 0 0 0,0-1 1 0 0,-1 0-1 0 0,1 1 0 0 0,-1-1 1 0 0,-10 12-1 0 0,8-5-718 0 0,14-9-1176 0 0,18-10-2283 0 0,6-13-2332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00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491 317 240 0 0,'1'1'17'0'0,"-1"-1"0"0"0,0 1-1 0 0,1-1 1 0 0,-1 1 0 0 0,0-1 0 0 0,1 1 0 0 0,-1-1-1 0 0,1 1 1 0 0,-1-1 0 0 0,1 0 0 0 0,-1 1-1 0 0,1-1 1 0 0,-1 1 0 0 0,1-1 0 0 0,-1 0 0 0 0,1 0-1 0 0,0 1 1 0 0,-1-1 0 0 0,1 0 0 0 0,-1 0-1 0 0,1 0 1 0 0,0 0 0 0 0,-1 1 0 0 0,1-1-1 0 0,0 0 1 0 0,-1 0 0 0 0,2-1 0 0 0,28 2 191 0 0,-16-1-152 0 0,31 8 37 0 0,-35-8-79 0 0,11-2 119 0 0,-13 2-144 0 0,22 1 1211 0 0,-8-2 2413 0 0,-27-5-1452 0 0,-148-37 3788 0 0,111 25-4871 0 0,8 3-381 0 0,-91-28 1063 0 0,56 23-1117 0 0,56 17-572 0 0,-1 0 0 0 0,1-1-1 0 0,0 0 1 0 0,0-1 0 0 0,-21-12 0 0 0,-53-21 409 0 0,55 15-307 0 0,29 21-131 0 0,1 0-1 0 0,0 0 0 0 0,-1 0 0 0 0,1 0 1 0 0,-1 0-1 0 0,1 1 0 0 0,-1-1 1 0 0,0 1-1 0 0,-4-2 0 0 0,4 2-14 0 0,2 0-12 0 0,1 1 0 0 0,0 0 0 0 0,-1 0 0 0 0,1-1 0 0 0,-1 1 0 0 0,1 0 0 0 0,0-1 0 0 0,-1 1 0 0 0,1 0 0 0 0,0-1 0 0 0,-1 1 0 0 0,1-1 0 0 0,0 1 0 0 0,0-1 0 0 0,0 1-1 0 0,-1 0 1 0 0,1-1 0 0 0,0 1 0 0 0,0-1 0 0 0,0 1 0 0 0,0-1 0 0 0,0 1 0 0 0,0-1 0 0 0,0 1 0 0 0,0-1 0 0 0,0 1 0 0 0,0-1 0 0 0,0 1 0 0 0,0-1 0 0 0,0 1 0 0 0,0-1 0 0 0,0 1-1 0 0,0-1 1 0 0,0 1 0 0 0,1-1 0 0 0,-1 1 0 0 0,0-1 0 0 0,0 1 0 0 0,1 0 0 0 0,-1-1 0 0 0,0 1 0 0 0,1 0 0 0 0,-1-1 0 0 0,0 1 0 0 0,1 0 0 0 0,-1-1 0 0 0,1 1 0 0 0,-1 0 0 0 0,1-1-1 0 0,19-5 86 0 0,0 1 0 0 0,1 0 0 0 0,0 2-1 0 0,0 0 1 0 0,30 0 0 0 0,-9 1-45 0 0,448-19-2309 0 0,-420 25-2 0 0,45 9-5528 0 0,-89-9 5405 0 0,12 2-2170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01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11 400 0 0,'23'-4'221'0'0,"0"1"0"0"0,1 0 0 0 0,-1 2 0 0 0,1 1 0 0 0,0 1 1 0 0,25 4-1 0 0,-48-5-208 0 0,-1 0 1 0 0,0 0 0 0 0,0 0 0 0 0,1 0 0 0 0,-1 0 0 0 0,0 0 0 0 0,0 0 0 0 0,1 0 0 0 0,-1 0 0 0 0,0 0 0 0 0,0 1-1 0 0,0-1 1 0 0,1 0 0 0 0,-1 0 0 0 0,0 0 0 0 0,0 0 0 0 0,0 0 0 0 0,1 1 0 0 0,-1-1 0 0 0,0 0 0 0 0,0 0 0 0 0,0 0-1 0 0,0 0 1 0 0,0 1 0 0 0,1-1 0 0 0,-1 0 0 0 0,0 0 0 0 0,0 1 0 0 0,0-1 0 0 0,0 0 0 0 0,0 0 0 0 0,0 0 0 0 0,0 1-1 0 0,0-1 1 0 0,0 0 0 0 0,0 0 0 0 0,0 1 0 0 0,0-1 0 0 0,0 0 0 0 0,4 6 457 0 0,4-4-272 0 0,-7-2-138 0 0,-1 0 0 0 0,1 0 0 0 0,0 0 0 0 0,-1 0 0 0 0,1 0 0 0 0,0 0-1 0 0,-1 1 1 0 0,1-1 0 0 0,-1 0 0 0 0,1 0 0 0 0,0 1 0 0 0,-1-1 0 0 0,1 0 0 0 0,-1 1 0 0 0,1-1 0 0 0,-1 1 0 0 0,1-1 0 0 0,-1 1 0 0 0,1-1 0 0 0,-1 1 0 0 0,1-1 0 0 0,-1 1 0 0 0,0-1 0 0 0,1 1 0 0 0,-1-1 0 0 0,0 1 0 0 0,0 0 0 0 0,1-1 0 0 0,-1 1 0 0 0,0 0 0 0 0,0-1-1 0 0,0 1 1 0 0,0 0 0 0 0,0-1 0 0 0,0 1 0 0 0,0 0 0 0 0,0-1 0 0 0,0 1 0 0 0,0 0 0 0 0,0-1 0 0 0,0 1 0 0 0,0-1 0 0 0,-1 2 0 0 0,1 0 25 0 0,0 1-1 0 0,-1-1 1 0 0,1 0 0 0 0,-1 0-1 0 0,0 1 1 0 0,1-1 0 0 0,-1 0-1 0 0,0 0 1 0 0,0 0 0 0 0,0 0-1 0 0,-1 0 1 0 0,1 0 0 0 0,0 0-1 0 0,-1-1 1 0 0,1 1 0 0 0,-1 0-1 0 0,0-1 1 0 0,1 1 0 0 0,-1-1-1 0 0,0 1 1 0 0,0-1 0 0 0,0 0-1 0 0,0 0 1 0 0,0 0 0 0 0,-2 1-1 0 0,-20 13 796 0 0,18-9-623 0 0,-118 103 3806 0 0,112-99-3957 0 0,0 0 1 0 0,-1 0-1 0 0,-14 8 0 0 0,17-12 131 0 0,1 0-1 0 0,-1 1 1 0 0,1 0-1 0 0,0 1 1 0 0,-11 12-1 0 0,11-11-67 0 0,0-2-1 0 0,0 1 1 0 0,-1-1 0 0 0,0-1-1 0 0,0 1 1 0 0,0-2-1 0 0,-1 0 1 0 0,0 0 0 0 0,0-1-1 0 0,0 0 1 0 0,-1 0-1 0 0,0-2 1 0 0,-16 3 0 0 0,-15-1 468 0 0,42-4-615 0 0,0 0 1 0 0,0 0-1 0 0,0 0 1 0 0,0 0-1 0 0,0-1 1 0 0,0 1-1 0 0,0 0 1 0 0,1-1-1 0 0,-1 1 1 0 0,0 0-1 0 0,0-1 1 0 0,0 1-1 0 0,0-1 1 0 0,0 1-1 0 0,1-1 1 0 0,-1 0-1 0 0,0 1 1 0 0,1-1-1 0 0,-1 0 1 0 0,0 1-1 0 0,1-1 1 0 0,-1 0-1 0 0,1 0 1 0 0,-1 0-1 0 0,1 1 1 0 0,-1-1-1 0 0,1 0 1 0 0,0 0-1 0 0,-1 0 1 0 0,1 0-1 0 0,0 0 1 0 0,0 0-1 0 0,0 0 1 0 0,-1 0-1 0 0,1 0 1 0 0,0-1-1 0 0,0 1 5 0 0,0 0 1 0 0,0-1-1 0 0,0 1 1 0 0,0 0-1 0 0,0-1 1 0 0,-1 1-1 0 0,1 0 0 0 0,0 0 1 0 0,-1-1-1 0 0,1 1 1 0 0,-1 0-1 0 0,0 0 1 0 0,1 0-1 0 0,-1 0 0 0 0,0 0 1 0 0,0 0-1 0 0,1 0 1 0 0,-1 0-1 0 0,0 0 1 0 0,0 0-1 0 0,0 0 0 0 0,0 0 1 0 0,0 0-1 0 0,-2 0 1 0 0,2 0-19 0 0,0 1 0 0 0,0-1 0 0 0,0 0 0 0 0,0 0 0 0 0,0 0 0 0 0,0 1 0 0 0,0-1 0 0 0,0-1 0 0 0,0 1 0 0 0,0 0 0 0 0,1 0 0 0 0,-1 0 0 0 0,0 0 0 0 0,1 0 0 0 0,-1-1 0 0 0,1 1 0 0 0,-1 0 0 0 0,1 0 0 0 0,-1-1 0 0 0,1 1 0 0 0,0 0 0 0 0,0-1 0 0 0,0 1 0 0 0,0-2-1 0 0,0-56-142 0 0,0 58 126 0 0,0 0-1 0 0,0 0 0 0 0,0 0 1 0 0,0 0-1 0 0,0 0 1 0 0,0 0-1 0 0,1 0 0 0 0,-1 0 1 0 0,0 0-1 0 0,1 0 1 0 0,-1 0-1 0 0,0 1 1 0 0,1-1-1 0 0,-1 0 0 0 0,1 0 1 0 0,0 0-1 0 0,-1 1 1 0 0,1-1-1 0 0,-1 0 0 0 0,1 1 1 0 0,0-1-1 0 0,0 0 1 0 0,-1 1-1 0 0,1-1 1 0 0,0 1-1 0 0,0-1 0 0 0,0 1 1 0 0,0 0-1 0 0,0-1 1 0 0,0 1-1 0 0,1-1 1 0 0,-2 1 1 0 0,1 0 1 0 0,0 0-1 0 0,0 0 0 0 0,-1-1 1 0 0,1 1-1 0 0,0 0 1 0 0,-1-1-1 0 0,1 1 1 0 0,0 0-1 0 0,-1-1 1 0 0,1 1-1 0 0,-1-1 1 0 0,1 1-1 0 0,0-1 1 0 0,-1 1-1 0 0,1-1 1 0 0,-1 0-1 0 0,1 1 1 0 0,-1-1-1 0 0,0 1 1 0 0,1-1-1 0 0,-1 0 1 0 0,0 0-1 0 0,1 1 1 0 0,-1-1-1 0 0,0 0 1 0 0,0 1-1 0 0,0-1 1 0 0,0 0-1 0 0,0-1 1 0 0,0 0-129 0 0,3 2 143 0 0,0 1 0 0 0,-1-1 0 0 0,1 0 0 0 0,-1 1 0 0 0,1 0 0 0 0,-1 0-1 0 0,1-1 1 0 0,-1 1 0 0 0,0 1 0 0 0,1-1 0 0 0,-1 0 0 0 0,0 1 0 0 0,0-1 0 0 0,3 3 0 0 0,25 20 554 0 0,-1 2 1 0 0,-1 1-1 0 0,31 40 1 0 0,-10 0 130 0 0,-42-60-734 0 0,-1-1 0 0 0,1 0 0 0 0,-1-1 0 0 0,2 1-1 0 0,-1-1 1 0 0,0-1 0 0 0,1 0 0 0 0,0 0 0 0 0,0 0 0 0 0,0-1 0 0 0,1 0 0 0 0,-1 0 0 0 0,1-1 0 0 0,0 0 0 0 0,-1-1 0 0 0,1 0 0 0 0,0-1 0 0 0,14 0 0 0 0,-19 0-16 0 0,71-13-3174 0 0,-69 12 2514 0 0,-1 0 1 0 0,0-1-1 0 0,1 1 1 0 0,-1-1-1 0 0,0 0 1 0 0,0-1-1 0 0,0 1 1 0 0,-1-1-1 0 0,1 0 1 0 0,-1 0 0 0 0,9-8-1 0 0,-13 10 431 0 0,1 0 0 0 0,0 0 0 0 0,-1 0 1 0 0,1-1-1 0 0,-1 1 0 0 0,0 0 0 0 0,1-1 0 0 0,-1 1 0 0 0,0 0 0 0 0,0-1 0 0 0,0 1 0 0 0,0 0 1 0 0,0-2-1 0 0,0-18-3397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02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7 640 0 0,'0'-6'5283'0'0,"0"12"-3763"0"0,0 0-159 0 0,32 21 0 0 0,1 2-1 0 0,65 25 81 0 0,-33 3-561 0 0,0-30-800 0 0,-32-7-240 0 0,0-13-240 0 0,-1 1-1121 0 0,1-2-1360 0 0,-33 0-641 0 0</inkml:trace>
  <inkml:trace contextRef="#ctx0" brushRef="#br0" timeOffset="1">132 296 3121 0 0,'-66'6'3522'0'0,"1"2"160"0"0,65-1-721 0 0,0-14-400 0 0,0-7-2161 0 0,65-1-320 0 0,1-12 1 0 0,129-47-1122 0 0,67-16-2961 0 0,-106 40-2881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05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902 241 720 0 0,'0'0'48'0'0,"0"-1"-1"0"0,0 1 1 0 0,0-1-1 0 0,0 1 1 0 0,0-1-1 0 0,0 1 1 0 0,0-1-1 0 0,0 1 1 0 0,0-1-1 0 0,0 1 1 0 0,0 0-1 0 0,-1-1 0 0 0,1 1 1 0 0,0-1-1 0 0,0 1 1 0 0,0-1-1 0 0,-1 1 1 0 0,1 0-1 0 0,0-1 1 0 0,-1 1-1 0 0,1-1 1 0 0,0 1-1 0 0,-1 0 1 0 0,1-1-1 0 0,0 1 1 0 0,-1 0-1 0 0,1 0 1 0 0,-1-1-1 0 0,1 1 0 0 0,-1 0 1 0 0,1 0-1 0 0,0 0 1 0 0,-1 0-1 0 0,1-1 1 0 0,-1 1-1 0 0,1 0 1 0 0,-1 0-1 0 0,1 0 1 0 0,-1 0-1 0 0,1 0 1 0 0,-1 0-1 0 0,1 0 1 0 0,-1 0-1 0 0,1 0 1 0 0,-1 1-1 0 0,0-1-4 0 0,1 0-1 0 0,0 0 0 0 0,-1 0 1 0 0,1 0-1 0 0,-1 0 1 0 0,1 0-1 0 0,0 0 1 0 0,-1 0-1 0 0,1 0 1 0 0,0 0-1 0 0,-1 0 1 0 0,1 0-1 0 0,0 0 1 0 0,-1 0-1 0 0,1 0 1 0 0,-1 0-1 0 0,1 0 1 0 0,0 0-1 0 0,-1-1 1 0 0,1 1-1 0 0,0 0 1 0 0,-1 0-1 0 0,1 0 1 0 0,0-1-1 0 0,0 1 0 0 0,-1 0 1 0 0,1 0-1 0 0,0-1 1 0 0,0 1-1 0 0,-1 0 1 0 0,1-1-1 0 0,0 1 1 0 0,0 0-1 0 0,0 0 1 0 0,0-1-1 0 0,-1 1 1 0 0,1-1-1 0 0,0 1 1 0 0,0 0-1 0 0,0-1 1 0 0,0 1-1 0 0,0 0 1 0 0,0-1-1 0 0,0 0 1 0 0,-6 1 423 0 0,-179 0 6084 0 0,180 0-5496 0 0,0-1-974 0 0,-17-3 0 0 0,16 3 13 0 0,1 1 54 0 0,-50-6 427 0 0,50 6-94 0 0,0 0-187 0 0,-17 0-39 0 0,16 0 239 0 0,6 1-465 0 0,0-1 0 0 0,0 1-1 0 0,0-1 1 0 0,0 1-1 0 0,0 0 1 0 0,0-1 0 0 0,0 1-1 0 0,-1-1 1 0 0,1 1 0 0 0,0-1-1 0 0,0 1 1 0 0,-1-1-1 0 0,1 1 1 0 0,0-1 0 0 0,-1 1-1 0 0,1-1 1 0 0,0 1 0 0 0,-1-1-1 0 0,1 0 1 0 0,-1 1-1 0 0,1-1 1 0 0,-1 1 0 0 0,1-1-1 0 0,-1 0 1 0 0,1 0 0 0 0,-1 1-1 0 0,1-1 1 0 0,-1 0-1 0 0,1 0 1 0 0,-1 0 0 0 0,1 1-1 0 0,-1-1 1 0 0,0 0 0 0 0,1 0-1 0 0,-1 0 1 0 0,1 0-1 0 0,-1 0 1 0 0,0 0 0 0 0,1 0-1 0 0,-1 0 1 0 0,1 0 0 0 0,-1-1-1 0 0,1 1 1 0 0,-2 0-1 0 0,2 0-22 0 0,0-1-1 0 0,-1 1 1 0 0,1 0-1 0 0,0 0 1 0 0,-1 0-1 0 0,1 0 1 0 0,-1 0-1 0 0,1 0 1 0 0,-1 0-1 0 0,1 0 1 0 0,0 0-1 0 0,-1 0 1 0 0,1 0-1 0 0,-1 0 1 0 0,1 0-1 0 0,0 0 1 0 0,-1 0-1 0 0,1 0 1 0 0,-1 0-1 0 0,1 1 1 0 0,0-1-1 0 0,-1 0 1 0 0,1 0-1 0 0,0 0 1 0 0,-1 1-1 0 0,1-1 1 0 0,0 0-1 0 0,-1 0 1 0 0,1 1-1 0 0,0-1 1 0 0,0 0-1 0 0,-1 1 1 0 0,1-1-1 0 0,0 0 1 0 0,0 1-1 0 0,-1-1 1 0 0,1 1-1 0 0,0-1 1 0 0,0 0-1 0 0,0 1 1 0 0,0 1 155 0 0,-6-1-13 0 0,-16 3-41 0 0,17-3 28 0 0,5 1-7 0 0,0-2-123 0 0,0 0 0 0 0,0 0 0 0 0,0 0 1 0 0,0 0-1 0 0,0 0 0 0 0,0 1 0 0 0,0-1 1 0 0,0 0-1 0 0,1 0 0 0 0,-1 0 1 0 0,0 0-1 0 0,0 0 0 0 0,0 1 0 0 0,0-1 1 0 0,0 0-1 0 0,0 0 0 0 0,-1 0 0 0 0,1 0 1 0 0,0 1-1 0 0,0-1 0 0 0,0 0 0 0 0,0 0 1 0 0,0 0-1 0 0,0 0 0 0 0,0 0 1 0 0,0 1-1 0 0,0-1 0 0 0,0 0 0 0 0,0 0 1 0 0,0 0-1 0 0,-1 0 0 0 0,1 0 0 0 0,0 0 1 0 0,0 0-1 0 0,0 1 0 0 0,0-1 1 0 0,0 0-1 0 0,0 0 0 0 0,-1 0 0 0 0,1 0 1 0 0,0 0-1 0 0,0 0 0 0 0,0 0 0 0 0,0 0 1 0 0,-1 0-1 0 0,1 0 0 0 0,0 0 0 0 0,0 0 1 0 0,0 0-1 0 0,0 0 0 0 0,0 0 1 0 0,-1 0-1 0 0,1 0 0 0 0,0 0 0 0 0,0 0 1 0 0,0 0-1 0 0,0 0 0 0 0,-1 0 0 0 0,1 0 1 0 0,0 0-1 0 0,0 0 0 0 0,0-1 1 0 0,0 1-1 0 0,-2 0 27 0 0,1 0-21 0 0,0 0-1 0 0,0-1 0 0 0,0 1 0 0 0,0 0 1 0 0,0 0-1 0 0,0 0 0 0 0,0 0 0 0 0,0 0 1 0 0,-1 0-1 0 0,1 0 0 0 0,0 1 0 0 0,0-1 1 0 0,0 0-1 0 0,0 1 0 0 0,0-1 0 0 0,0 0 1 0 0,0 1-1 0 0,0-1 0 0 0,0 1 0 0 0,0 0 1 0 0,1-1-1 0 0,-1 1 0 0 0,-2 1 0 0 0,3 0 45 0 0,-5-2-174 0 0,5 0 123 0 0,-15-1-22 0 0,14 1 24 0 0,1 0 0 0 0,-1 0 0 0 0,1 0 0 0 0,0 0 0 0 0,-1 0 0 0 0,1 0 0 0 0,-1 0 0 0 0,1 0 0 0 0,-1 0 0 0 0,1 1 0 0 0,-1-1 0 0 0,1 0 0 0 0,-1 0-1 0 0,1 0 1 0 0,0 0 0 0 0,-1 1 0 0 0,1-1 0 0 0,-1 0 0 0 0,1 1 0 0 0,0-1 0 0 0,-1 0 0 0 0,1 0 0 0 0,0 1 0 0 0,-1-1 0 0 0,1 1 0 0 0,0-1 0 0 0,-1 0 0 0 0,1 1 0 0 0,0 0 0 0 0,-1 0 5 0 0,0 0 1 0 0,0 0 0 0 0,0 0-1 0 0,0 0 1 0 0,0 0-1 0 0,0 0 1 0 0,0-1-1 0 0,0 1 1 0 0,0 0-1 0 0,-1 0 1 0 0,1-1 0 0 0,0 1-1 0 0,0-1 1 0 0,-1 1-1 0 0,1-1 1 0 0,0 0-1 0 0,-1 0 1 0 0,1 1-1 0 0,0-1 1 0 0,-3 0-1 0 0,4 0 9 0 0,-6 1 48 0 0,6 13-187 0 0,0-12 119 0 0,0-1 1 0 0,0 0-1 0 0,0 1 1 0 0,-1-1-1 0 0,1 0 1 0 0,-1 1-1 0 0,1-1 1 0 0,0 0-1 0 0,-1 0 1 0 0,0 0-1 0 0,1 1 1 0 0,-1-1-1 0 0,0 0 1 0 0,0 0-1 0 0,0 0 1 0 0,1 0-1 0 0,-1 0 1 0 0,0 0-1 0 0,0 0 1 0 0,-1 0-1 0 0,1-1 1 0 0,0 1-1 0 0,0 0 1 0 0,-2 0-1 0 0,-5 5 0 0 0,7-5-1 0 0,0 0 0 0 0,0 0 0 0 0,0 1 0 0 0,1-1 0 0 0,-1 0 0 0 0,0 1 0 0 0,1-1 0 0 0,-1 1 0 0 0,1-1 0 0 0,-1 1 0 0 0,1-1 0 0 0,0 1 1 0 0,0-1-1 0 0,0 1 0 0 0,0-1 0 0 0,0 1 0 0 0,0-1 0 0 0,0 1 0 0 0,0-1 0 0 0,0 1 0 0 0,1-1 0 0 0,0 2 0 0 0,-1-1 4 0 0,1 0-1 0 0,-1 0 1 0 0,0 0 0 0 0,0 0 0 0 0,0 0 0 0 0,0 0 0 0 0,0 0 0 0 0,0 0 0 0 0,0 0 0 0 0,0 0 0 0 0,-1 0-1 0 0,1 0 1 0 0,-1 0 0 0 0,0 0 0 0 0,1 0 0 0 0,-3 3 0 0 0,-2 0 0 0 0,-1 0-1 0 0,0 0 1 0 0,0-1-1 0 0,0 0 1 0 0,-1 0-1 0 0,1 0 1 0 0,-9 3-1 0 0,-10 6-13 0 0,25-13 9 0 0,-1 1 1 0 0,0-1-1 0 0,0 1 0 0 0,1-1 1 0 0,-1 1-1 0 0,0 0 0 0 0,1-1 1 0 0,-1 1-1 0 0,1 0 0 0 0,-1 0 1 0 0,1-1-1 0 0,-1 1 0 0 0,1 0 1 0 0,0 0-1 0 0,-1 0 0 0 0,1-1 1 0 0,0 1-1 0 0,-1 0 1 0 0,1 0-1 0 0,0 0 0 0 0,0 0 1 0 0,0 0-1 0 0,0 0 0 0 0,0 1 1 0 0,0-1 0 0 0,0 0 1 0 0,0 0-1 0 0,0 0 1 0 0,0 0-1 0 0,0 0 1 0 0,0 0 0 0 0,-1-1-1 0 0,1 1 1 0 0,0 0-1 0 0,0 0 1 0 0,-1 0 0 0 0,1 0-1 0 0,-1 0 1 0 0,1-1-1 0 0,-1 1 1 0 0,1 0-1 0 0,-1 0 1 0 0,0 0 0 0 0,-21 18 147 0 0,21-17-143 0 0,0-1-1 0 0,-1 1 1 0 0,1 0-1 0 0,-1-1 0 0 0,0 1 1 0 0,1-1-1 0 0,-1 1 0 0 0,0-1 1 0 0,0 0-1 0 0,0 0 1 0 0,0 0-1 0 0,-4 2 0 0 0,0-1-6 0 0,5-2 3 0 0,1 0 0 0 0,-1 0 0 0 0,1 1 0 0 0,-1-1 1 0 0,1 0-1 0 0,0 1 0 0 0,-1-1 0 0 0,1 0 0 0 0,0 1 0 0 0,-1-1 0 0 0,1 0 0 0 0,0 1 0 0 0,-1-1 0 0 0,1 1 0 0 0,0-1 1 0 0,0 1-1 0 0,-1-1 0 0 0,1 1 0 0 0,0-1 0 0 0,0 1 0 0 0,0-1 0 0 0,0 1 0 0 0,0-1 0 0 0,0 1 0 0 0,0-1 0 0 0,0 1 1 0 0,0-1-1 0 0,0 1 0 0 0,0-1 0 0 0,0 1 0 0 0,0 0 3 0 0,0-1 1 0 0,0 1-1 0 0,0-1 1 0 0,0 1-1 0 0,0 0 0 0 0,0-1 1 0 0,0 1-1 0 0,0-1 0 0 0,0 1 1 0 0,0-1-1 0 0,0 1 1 0 0,-1-1-1 0 0,1 1 0 0 0,0-1 1 0 0,0 1-1 0 0,0-1 0 0 0,-1 1 1 0 0,1-1-1 0 0,0 0 1 0 0,-1 1-1 0 0,1-1 0 0 0,-1 1 1 0 0,-54 28 157 0 0,55-29-160 0 0,0 1 1 0 0,-1-1-1 0 0,1 0 0 0 0,-1 0 1 0 0,1 0-1 0 0,0 1 0 0 0,-1-1 1 0 0,1 0-1 0 0,0 1 0 0 0,-1-1 1 0 0,1 0-1 0 0,0 1 0 0 0,0-1 1 0 0,-1 0-1 0 0,1 1 1 0 0,0-1-1 0 0,0 0 0 0 0,0 1 1 0 0,-1-1-1 0 0,1 1 0 0 0,0-1 1 0 0,0 1-1 0 0,0-1 0 0 0,0 0 1 0 0,0 1-1 0 0,0-1 1 0 0,0 1-1 0 0,-5 11 57 0 0,-27 17 136 0 0,-16 15 80 0 0,47-43-291 0 0,1-1 0 0 0,-1 1-1 0 0,1 0 1 0 0,-1 0 0 0 0,1 0-1 0 0,-1 0 1 0 0,1 0 0 0 0,-1 0 0 0 0,1 0-1 0 0,0 0 1 0 0,0 0 0 0 0,0 0-1 0 0,0 0 1 0 0,-1 0 0 0 0,1 2-1 0 0,1-3 11 0 0,-1 0 0 0 0,0 1 0 0 0,0-1-1 0 0,0 1 1 0 0,0-1 0 0 0,0 1 0 0 0,-1-1 0 0 0,1 1-1 0 0,0-1 1 0 0,0 1 0 0 0,0-1 0 0 0,0 1-1 0 0,0-1 1 0 0,-1 1 0 0 0,1-1 0 0 0,0 1 0 0 0,0-1-1 0 0,-1 0 1 0 0,1 1 0 0 0,0-1 0 0 0,-1 0-1 0 0,1 1 1 0 0,0-1 0 0 0,-1 0 0 0 0,0 1-1 0 0,-4 0-13 0 0,4-1 24 0 0,0 0-1 0 0,0 0 1 0 0,0 1-1 0 0,0-1 0 0 0,0 0 1 0 0,1 0-1 0 0,-1 0 1 0 0,0 1-1 0 0,0-1 0 0 0,0 0 1 0 0,0 1-1 0 0,0-1 1 0 0,1 1-1 0 0,-1-1 0 0 0,0 1 1 0 0,0-1-1 0 0,1 1 0 0 0,-1-1 1 0 0,0 1-1 0 0,1 0 1 0 0,-1-1-1 0 0,1 1 0 0 0,-1 0 1 0 0,1 0-1 0 0,-1 0 1 0 0,1-1-1 0 0,-1 1 0 0 0,1 0 1 0 0,0 0-1 0 0,0 0 1 0 0,-1 0-1 0 0,1 0 0 0 0,0-1 1 0 0,0 2-1 0 0,0-1-68 0 0,0-2 1 0 0,0-3 66 0 0,0 3 66 0 0,5 1-12 0 0,77 6 373 0 0,-51 2-267 0 0,-30-8-160 0 0,-1 0 0 0 0,0 0 1 0 0,0 0-1 0 0,1 0 0 0 0,-1 0 1 0 0,0 0-1 0 0,0 0 0 0 0,0 0 1 0 0,1 0-1 0 0,-1 0 0 0 0,0 0 1 0 0,0 0-1 0 0,0 0 0 0 0,1 0 1 0 0,-1 0-1 0 0,0 0 0 0 0,0 1 1 0 0,0-1-1 0 0,0 0 0 0 0,1 0 1 0 0,-1 0-1 0 0,0 0 0 0 0,0 0 1 0 0,0 1-1 0 0,0-1 0 0 0,0 0 1 0 0,0 0-1 0 0,0 0 0 0 0,1 1 1 0 0,-1-1-1 0 0,0 0 0 0 0,0 0 1 0 0,0 0-1 0 0,0 1 0 0 0,0-1 0 0 0,0 0 1 0 0,0 0-1 0 0,0 0 0 0 0,0 1 1 0 0,0-1-1 0 0,0 0 2 0 0,0 1 0 0 0,0-1 1 0 0,0 0-1 0 0,0 1 0 0 0,0-1 0 0 0,0 0 0 0 0,0 1 0 0 0,0-1 0 0 0,0 0 1 0 0,0 1-1 0 0,0-1 0 0 0,1 0 0 0 0,-1 0 0 0 0,0 1 0 0 0,0-1 1 0 0,0 0-1 0 0,0 0 0 0 0,1 1 0 0 0,-1-1 0 0 0,0 0 0 0 0,0 0 0 0 0,1 0 1 0 0,-1 1-1 0 0,0-1 0 0 0,0 0 0 0 0,1 0 0 0 0,-1 0 0 0 0,0 0 1 0 0,0 1-1 0 0,1-1 0 0 0,21 5 51 0 0,-21-5-55 0 0,-1 1 0 0 0,0-1 0 0 0,1 0 0 0 0,-1 0 0 0 0,1 1 0 0 0,-1-1 0 0 0,0 0 0 0 0,1 0 0 0 0,-1 1 0 0 0,0-1 0 0 0,1 0 0 0 0,-1 1 0 0 0,0-1 0 0 0,0 1 0 0 0,1-1 0 0 0,-1 0 0 0 0,0 1 0 0 0,0-1 0 0 0,0 1 0 0 0,1-1 0 0 0,-1 0 0 0 0,0 1-1 0 0,0-1 1 0 0,0 1 0 0 0,0-1 0 0 0,0 1 0 0 0,0-1 0 0 0,0 1 0 0 0,0-1 0 0 0,0 1 0 0 0,0-1 0 0 0,0 0 0 0 0,0 1 0 0 0,0-1 0 0 0,-1 1 0 0 0,1 0 0 0 0,0 3 37 0 0,0-1 11 0 0,0 0 1 0 0,1-1-1 0 0,0 1 1 0 0,-1 0-1 0 0,1-1 0 0 0,0 1 1 0 0,0-1-1 0 0,1 1 0 0 0,-1-1 1 0 0,0 1-1 0 0,1-1 0 0 0,0 0 1 0 0,-1 1-1 0 0,1-1 1 0 0,0 0-1 0 0,4 3 0 0 0,-3-2 7 0 0,-3-3-29 0 0,1 1 1 0 0,0 0 0 0 0,-1 0-1 0 0,1-1 1 0 0,-1 1 0 0 0,1 0 0 0 0,-1 0-1 0 0,0 0 1 0 0,1 0 0 0 0,-1 0 0 0 0,0 0-1 0 0,0 0 1 0 0,1 0 0 0 0,-1 0-1 0 0,0 0 1 0 0,0 0 0 0 0,0 0 0 0 0,0 0-1 0 0,0 0 1 0 0,-1 0 0 0 0,1 2 0 0 0,-1-3-22 0 0,1 1 1 0 0,0-1-1 0 0,0 1 1 0 0,0-1-1 0 0,0 1 1 0 0,0-1-1 0 0,0 1 1 0 0,0-1-1 0 0,0 1 1 0 0,0-1-1 0 0,0 1 1 0 0,0-1-1 0 0,0 1 1 0 0,0-1-1 0 0,0 1 1 0 0,0-1-1 0 0,0 1 1 0 0,0 0-1 0 0,1-1 1 0 0,-1 0-1 0 0,0 1 1 0 0,0-1-1 0 0,1 1 1 0 0,-1-1-1 0 0,0 1 1 0 0,1-1-1 0 0,-1 1 1 0 0,1-1-1 0 0,-1 0 1 0 0,0 1-1 0 0,1-1 1 0 0,-1 0-1 0 0,1 0 1 0 0,0 1-1 0 0,1-1 1 0 0,-1 0-1 0 0,0 0 0 0 0,1 1 0 0 0,-1-1 0 0 0,0 0 0 0 0,1 0 0 0 0,-1 1 0 0 0,0-1 0 0 0,0 1 0 0 0,1-1 0 0 0,-1 1 0 0 0,0-1 0 0 0,0 1 0 0 0,0 0 0 0 0,0-1 0 0 0,0 1 0 0 0,0 0 0 0 0,0 0 0 0 0,0 0 0 0 0,0 0 0 0 0,1 1 0 0 0,-2-1-2 0 0,1 0-1 0 0,0-1 1 0 0,-1 1-1 0 0,1 0 1 0 0,0-1-1 0 0,-1 1 1 0 0,1 0-1 0 0,0-1 1 0 0,0 1-1 0 0,0-1 1 0 0,-1 1 0 0 0,1-1-1 0 0,0 0 1 0 0,0 1-1 0 0,0-1 1 0 0,0 0-1 0 0,0 0 1 0 0,0 1-1 0 0,0-1 1 0 0,0 0-1 0 0,0 0 1 0 0,0 0-1 0 0,0 0 1 0 0,0 0-1 0 0,0 0 1 0 0,1-1-1 0 0,1 1 0 0 0,-3 0 0 0 0,1 0 0 0 0,-1 0 0 0 0,0 0 0 0 0,1 1 0 0 0,-1-1 0 0 0,0 0 0 0 0,1 0 0 0 0,-1 0 0 0 0,0 0 0 0 0,0 1 0 0 0,1-1 0 0 0,-1 0 0 0 0,0 0 0 0 0,0 0 0 0 0,1 1 0 0 0,-1-1 0 0 0,0 0 0 0 0,0 0 0 0 0,0 1 0 0 0,1-1 0 0 0,-1 0 0 0 0,0 1 0 0 0,0-1 0 0 0,0 0 0 0 0,0 1 0 0 0,0-1 0 0 0,0 0 0 0 0,0 1 0 0 0,0-1 0 0 0,0 0 0 0 0,1 1 0 0 0,-2 3 0 0 0,1-4-1 0 0,0 1 0 0 0,0-1 0 0 0,0 1 0 0 0,0-1 0 0 0,0 0 1 0 0,0 1-1 0 0,0-1 0 0 0,1 1 0 0 0,-1-1 0 0 0,0 0 0 0 0,0 1 1 0 0,0-1-1 0 0,1 0 0 0 0,-1 1 0 0 0,0-1 0 0 0,1 0 0 0 0,-1 0 1 0 0,0 1-1 0 0,0-1 0 0 0,1 0 0 0 0,-1 0 0 0 0,1 1 0 0 0,-1-1 1 0 0,0 0-1 0 0,1 0 0 0 0,-1 0 0 0 0,0 0 0 0 0,1 0 0 0 0,-1 1 1 0 0,1-1-1 0 0,-1 0 0 0 0,1 0 0 0 0,-1 0 0 0 0,1 0 0 0 0,14-1-51 0 0,-13 1 40 0 0,3 1-55 0 0,-5 0 65 0 0,0-1-1 0 0,0 1 0 0 0,-1 0 0 0 0,1-1 0 0 0,0 1 0 0 0,0 0 0 0 0,0 0 0 0 0,0-1 0 0 0,0 1 0 0 0,1 0 0 0 0,-1-1 1 0 0,0 1-1 0 0,0 0 0 0 0,0-1 0 0 0,0 1 0 0 0,1 0 0 0 0,-1-1 0 0 0,0 1 0 0 0,1 0 0 0 0,-1-1 0 0 0,1 1 0 0 0,-1-1 1 0 0,0 1-1 0 0,1 0 0 0 0,-1-1 0 0 0,1 0 0 0 0,-1 1 0 0 0,1-1 0 0 0,0 1 0 0 0,-1-1 0 0 0,1 1 0 0 0,0-1 0 0 0,-1 0 1 0 0,1 0-1 0 0,-1 1 0 0 0,1-1 0 0 0,0 0 0 0 0,0 0 0 0 0,-1 0 0 0 0,1 0 0 0 0,0 0 0 0 0,-1 1 0 0 0,1-1 0 0 0,0-1 0 0 0,0 1 1 0 0,-1 0-1 0 0,1 0 0 0 0,1 0 0 0 0,4 0-15 0 0,-5 0 18 0 0,-1 0 0 0 0,0 0 0 0 0,0 0 0 0 0,0 0 0 0 0,1 0 0 0 0,-1 0 0 0 0,0 0 0 0 0,0 0 0 0 0,1 0 0 0 0,-1 0 0 0 0,0 0 0 0 0,0 0 0 0 0,0 0 0 0 0,1 1 0 0 0,-1-1 0 0 0,0 0 0 0 0,0 0 0 0 0,0 0 0 0 0,0 0 0 0 0,1 0 0 0 0,-1 1 0 0 0,0-1 0 0 0,0 0 0 0 0,0 0 0 0 0,0 0 0 0 0,0 0 0 0 0,0 1 0 0 0,1-1 0 0 0,-1 0 0 0 0,0 0 0 0 0,0 0 0 0 0,0 1 0 0 0,0-1 0 0 0,0 0 0 0 0,0 0 0 0 0,0 1 0 0 0,0-1 0 0 0,0 0 0 0 0,0 0 0 0 0,0 0 0 0 0,0 1 0 0 0,0 0-1 0 0,0 0-1 0 0,0 1 0 0 0,0-1 1 0 0,0 0-1 0 0,0 0 1 0 0,1 0-1 0 0,-1 0 0 0 0,0 1 1 0 0,1-1-1 0 0,-1 0 0 0 0,1 0 1 0 0,-1 0-1 0 0,1 0 1 0 0,0 0-1 0 0,-1 0 0 0 0,1 0 1 0 0,0 0-1 0 0,0 0 0 0 0,0-1 1 0 0,0 1-1 0 0,-1 0 1 0 0,1 0-1 0 0,0-1 0 0 0,0 1 1 0 0,0-1-1 0 0,1 1 0 0 0,-1-1 1 0 0,2 2-1 0 0,4 1-4 0 0,-6-2 5 0 0,-1 0-1 0 0,1 0 1 0 0,0 0-1 0 0,-1-1 1 0 0,1 1-1 0 0,-1 0 1 0 0,1 0-1 0 0,-1 0 1 0 0,1 0-1 0 0,-1 0 1 0 0,1 0-1 0 0,-1 0 1 0 0,0 0-1 0 0,0 0 1 0 0,0 0-1 0 0,1 0 1 0 0,-1 0 0 0 0,0 0-1 0 0,0 0 1 0 0,0 0-1 0 0,-1 0 1 0 0,1 0-1 0 0,0 0 1 0 0,0 0-1 0 0,-1 1 1 0 0,1-1-1 0 0,-1 0-1 0 0,1 0 1 0 0,0 0 0 0 0,0 0 0 0 0,0 0-1 0 0,0 0 1 0 0,-1 0 0 0 0,1 0 0 0 0,1 0 0 0 0,-1-1-1 0 0,0 1 1 0 0,0 0 0 0 0,0 0 0 0 0,0 0 0 0 0,1 0-1 0 0,-1 0 1 0 0,0 0 0 0 0,1 0 0 0 0,-1 0 0 0 0,1-1-1 0 0,-1 1 1 0 0,1 0 0 0 0,-1 0 0 0 0,2 1 0 0 0,8 2-13 0 0,-9-4 13 0 0,0 0 0 0 0,0 1-1 0 0,-1-1 1 0 0,1 0 0 0 0,0 0 0 0 0,0 1-1 0 0,0-1 1 0 0,-1 1 0 0 0,1-1 0 0 0,0 1-1 0 0,0-1 1 0 0,-1 1 0 0 0,1-1 0 0 0,0 1-1 0 0,-1-1 1 0 0,1 1 0 0 0,-1 0 0 0 0,1 0-1 0 0,-1-1 1 0 0,1 1 0 0 0,-1 0 0 0 0,1 0-1 0 0,-1-1 1 0 0,0 1 0 0 0,0 0 0 0 0,1 0-1 0 0,-1 0 1 0 0,0 0 0 0 0,0 0 0 0 0,0-1-1 0 0,0 1 1 0 0,0 0 0 0 0,0 0 0 0 0,0 1-1 0 0,6-1-77 0 0,8 1 32 0 0,0 0 60 0 0,0 0 0 0 0,0-1 0 0 0,22-2 0 0 0,29 1 228 0 0,202 15-400 0 0,-229-16 50 0 0,-29-1 95 0 0,8-4-100 0 0,-14 5 98 0 0,-2 1 13 0 0,0 0-1 0 0,-1 0 1 0 0,1 0-1 0 0,0 0 1 0 0,0 0-1 0 0,0-1 1 0 0,-1 1-1 0 0,1 0 1 0 0,0 0 0 0 0,0-1-1 0 0,-1 1 1 0 0,1 0-1 0 0,0-1 1 0 0,-1 1-1 0 0,1-1 1 0 0,0 1-1 0 0,-1-1 1 0 0,1 1-1 0 0,-1-1 1 0 0,1 0-1 0 0,-1 1 1 0 0,1-1-1 0 0,-1 1 1 0 0,1-1-1 0 0,-1 0 1 0 0,0 0 0 0 0,1 1-1 0 0,-1-1 1 0 0,0 0-1 0 0,0 0 1 0 0,1 1-1 0 0,-1-1 1 0 0,0 0-1 0 0,0 0 1 0 0,1-2-7 0 0,-1 1-1 0 0,1-1 1 0 0,0 1 0 0 0,0-1 0 0 0,0 1 0 0 0,0 0-1 0 0,0 0 1 0 0,1-1 0 0 0,-1 1 0 0 0,1 0 0 0 0,-1 0-1 0 0,1 0 1 0 0,0 1 0 0 0,0-1 0 0 0,0 0 0 0 0,0 1-1 0 0,0-1 1 0 0,0 1 0 0 0,0 0 0 0 0,4-2 0 0 0,19-18-61 0 0,-14-5-8 0 0,43-36-374 0 0,-53 61 443 0 0,0-1-1 0 0,-1 1 0 0 0,1-1 1 0 0,-1 1-1 0 0,1-1 0 0 0,-1 1 0 0 0,0-1 1 0 0,1 0-1 0 0,-1 1 0 0 0,0-1 1 0 0,0 0-1 0 0,0 1 0 0 0,-1-3 1 0 0,1 3 6 0 0,0 0 0 0 0,0-1 1 0 0,0 1-1 0 0,0 0 0 0 0,0 0 0 0 0,0 0 1 0 0,0 0-1 0 0,0 0 0 0 0,0 0 1 0 0,0 0-1 0 0,1 0 0 0 0,-1 0 1 0 0,0-1-1 0 0,1 1 0 0 0,-1 0 1 0 0,1 0-1 0 0,-1 1 0 0 0,1-1 1 0 0,-1 0-1 0 0,1 0 0 0 0,1-1 1 0 0,7-1 56 0 0,-9 3-41 0 0,1 0-1 0 0,0 0 1 0 0,0 0-1 0 0,-1 0 1 0 0,1-1-1 0 0,0 1 1 0 0,0 0-1 0 0,0 0 1 0 0,-1-1-1 0 0,1 1 1 0 0,0 0-1 0 0,-1-1 1 0 0,1 1 0 0 0,0-1-1 0 0,-1 1 1 0 0,1 0-1 0 0,0-1 1 0 0,-1 0-1 0 0,1 1 1 0 0,-1-1-1 0 0,1 1 1 0 0,-1-1-1 0 0,1 0 1 0 0,-1 1-1 0 0,0-1 1 0 0,1 0 0 0 0,-1 1-1 0 0,0-1 1 0 0,1 0-1 0 0,-1 0 1 0 0,0 1-1 0 0,0-2 1 0 0,0 0 1123 0 0,0-26-441 0 0,0-26-666 0 0,0 53-22 0 0,0 0-1 0 0,0-1 1 0 0,0 1 0 0 0,0 0 0 0 0,-1-1-1 0 0,1 1 1 0 0,0 0 0 0 0,-1-1 0 0 0,1 1-1 0 0,-1 0 1 0 0,1 0 0 0 0,-1 0 0 0 0,0-1-1 0 0,0 1 1 0 0,1 0 0 0 0,-1 0 0 0 0,0 0-1 0 0,0 0 1 0 0,0 0 0 0 0,0 0 0 0 0,0 1-1 0 0,0-1 1 0 0,-2-1 0 0 0,2 1 0 0 0,-1 1 0 0 0,1-1 1 0 0,0 0-1 0 0,0 0 0 0 0,0 0 0 0 0,0 1 1 0 0,0-1-1 0 0,1 0 0 0 0,-1 0 0 0 0,0 0 1 0 0,0-1-1 0 0,1 1 0 0 0,-1 0 0 0 0,0 0 1 0 0,1 0-1 0 0,-1 0 0 0 0,1-1 0 0 0,0 1 1 0 0,-1 0-1 0 0,1 0 0 0 0,0-1 1 0 0,0 1-1 0 0,0-2 0 0 0,0-114 769 0 0,0 116-774 0 0,0-1 1 0 0,0 1-1 0 0,0 0 1 0 0,0 0 0 0 0,0 0-1 0 0,0-1 1 0 0,1 1-1 0 0,-1 0 1 0 0,0 0-1 0 0,1 0 1 0 0,-1 0-1 0 0,1 0 1 0 0,0 0 0 0 0,-1 0-1 0 0,1 0 1 0 0,0 0-1 0 0,-1 0 1 0 0,1 0-1 0 0,0 0 1 0 0,0 0 0 0 0,0 1-1 0 0,0-1 1 0 0,0 0-1 0 0,0 1 1 0 0,1-2-1 0 0,0 2 0 0 0,-1-1 0 0 0,0 0 0 0 0,0 1 0 0 0,0-1 0 0 0,0 0 0 0 0,0 0 0 0 0,0 0 0 0 0,0 0 0 0 0,0 0 0 0 0,-1 0 0 0 0,1 0 0 0 0,0 0 0 0 0,0 0 0 0 0,-1-1 0 0 0,1 1 0 0 0,-1 0-1 0 0,1 0 1 0 0,-1-1 0 0 0,0 1 0 0 0,1 0 0 0 0,-1 0 0 0 0,0-1 0 0 0,0 1 0 0 0,0 0 0 0 0,0-3 0 0 0,1-1-8 0 0,0-1-1 0 0,0 0 1 0 0,1 0 0 0 0,-1 1-1 0 0,1-1 1 0 0,0 1-1 0 0,1 0 1 0 0,-1-1 0 0 0,1 1-1 0 0,0 0 1 0 0,1 1 0 0 0,-1-1-1 0 0,7-6 1 0 0,18-29-182 0 0,37-78-1370 0 0,-27 40-882 0 0,-28 63 1872 0 0,-8 13 441 0 0,0 0 0 0 0,0-1-1 0 0,-1 1 1 0 0,1-1-1 0 0,-1 1 1 0 0,0-1-1 0 0,0 0 1 0 0,0 1-1 0 0,0-1 1 0 0,0 0-1 0 0,0 0 1 0 0,-1 0 0 0 0,1 0-1 0 0,-1 1 1 0 0,0-6-1 0 0,0-66-1137 0 0,0 73 1287 0 0,-1 0 0 0 0,0 1 0 0 0,1-1 0 0 0,-1 0 0 0 0,1 1 0 0 0,-1-1 0 0 0,0 0 0 0 0,0 1 0 0 0,1-1 0 0 0,-1 1 0 0 0,0-1 0 0 0,0 1 0 0 0,0 0 0 0 0,0-1 0 0 0,0 1 0 0 0,0 0 0 0 0,1 0 0 0 0,-1-1 0 0 0,0 1 0 0 0,0 0 0 0 0,0 0 0 0 0,0 0 0 0 0,0 0 0 0 0,0 0 0 0 0,0 0 0 0 0,0 1 0 0 0,0-1-1 0 0,0 0 1 0 0,-1 1 0 0 0,-4-1 208 0 0,-131 6 6655 0 0,116-6-6416 0 0,15 0-200 0 0,7-1-292 0 0,-1-1 0 0 0,0 1 1 0 0,1-1-1 0 0,-1 1 0 0 0,0-1 1 0 0,0 0-1 0 0,0 1 0 0 0,0-1 1 0 0,-1 1-1 0 0,1-1 0 0 0,0 0 1 0 0,-1 1-1 0 0,1-1 0 0 0,0 1 1 0 0,-1-1-1 0 0,0 1 0 0 0,1 0 1 0 0,-1-1-1 0 0,-1-1 0 0 0,-23 1-388 0 0,0 1-1 0 0,1 1 0 0 0,-1 1 0 0 0,0 2 1 0 0,-47 9-1 0 0,45-7 188 0 0,23-4 188 0 0,-45 7-2337 0 0,-55 18 0 0 0,39-5-3148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14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100 254 960 0 0,'0'2'360'0'0,"0"-1"-1"0"0,0 1 1 0 0,0 0-1 0 0,0-1 1 0 0,0 1-1 0 0,0-1 1 0 0,-1 1-1 0 0,1-1 0 0 0,0 1 1 0 0,-1-1-1 0 0,0 1 1 0 0,1-1-1 0 0,-2 3 1 0 0,-13 1 2386 0 0,8-4-2948 0 0,6-1 228 0 0,1 0 1 0 0,0 0-1 0 0,0 0 0 0 0,0 0 0 0 0,-1 0 0 0 0,1 0 0 0 0,0 0 1 0 0,0 0-1 0 0,0 1 0 0 0,-1-1 0 0 0,1 0 0 0 0,0 0 0 0 0,0 0 1 0 0,0 0-1 0 0,-1 0 0 0 0,1 0 0 0 0,0 0 0 0 0,0 0 1 0 0,0 0-1 0 0,0 1 0 0 0,-1-1 0 0 0,1 0 0 0 0,0 0 0 0 0,0 0 1 0 0,0 0-1 0 0,0 1 0 0 0,0-1 0 0 0,0 0 0 0 0,-1 0 0 0 0,1 0 1 0 0,0 1-1 0 0,0-1 0 0 0,0 0 0 0 0,0 0 0 0 0,0 0 0 0 0,0 1 1 0 0,0-1-1 0 0,0 0 0 0 0,-5 8 968 0 0,2-7-753 0 0,2 0-164 0 0,-1-1-1 0 0,1 0 1 0 0,-1 1-1 0 0,1-1 0 0 0,0 1 1 0 0,-1 0-1 0 0,1 0 1 0 0,-1-1-1 0 0,1 1 1 0 0,0 0-1 0 0,0 0 1 0 0,0 0-1 0 0,0 0 0 0 0,-1 1 1 0 0,1-1-1 0 0,0 0 1 0 0,1 0-1 0 0,-2 3 1 0 0,1-4-42 0 0,1 1 0 0 0,0-1 0 0 0,0 1 1 0 0,-1 0-1 0 0,1-1 0 0 0,0 1 1 0 0,-1-1-1 0 0,1 1 0 0 0,-1-1 0 0 0,1 1 1 0 0,0-1-1 0 0,-1 1 0 0 0,1-1 0 0 0,-1 1 1 0 0,1-1-1 0 0,-1 0 0 0 0,0 1 1 0 0,1-1-1 0 0,-1 0 0 0 0,1 0 0 0 0,-1 1 1 0 0,0-1-1 0 0,1 0 0 0 0,-1 0 1 0 0,1 0-1 0 0,-1 0 0 0 0,0 0 0 0 0,1 0 1 0 0,-1 0-1 0 0,0 0 0 0 0,0 0 0 0 0,0 0 3 0 0,0 0 0 0 0,1 0-1 0 0,-1 0 1 0 0,1 0-1 0 0,-1 0 1 0 0,0 0 0 0 0,1 0-1 0 0,-1 0 1 0 0,1 0-1 0 0,-1 1 1 0 0,0-1 0 0 0,1 0-1 0 0,-1 0 1 0 0,1 0-1 0 0,-1 1 1 0 0,1-1 0 0 0,-1 0-1 0 0,1 1 1 0 0,-1-1-1 0 0,1 1 1 0 0,-1-1 0 0 0,1 0-1 0 0,-1 1 1 0 0,1-1-1 0 0,0 1 1 0 0,-1-1 0 0 0,1 1-1 0 0,0-1 1 0 0,0 1-1 0 0,-1 1 1442 0 0,1-2-1467 0 0,0 0 1 0 0,-1-1 0 0 0,1 1-1 0 0,0-1 1 0 0,0 1-1 0 0,0 0 1 0 0,0-1 0 0 0,0 1-1 0 0,0-1 1 0 0,0 1-1 0 0,0-1 1 0 0,0 1 0 0 0,0 0-1 0 0,0-1 1 0 0,0 1 0 0 0,0-1-1 0 0,1 1 1 0 0,-1 0-1 0 0,0-1 1 0 0,0 1 0 0 0,0-1-1 0 0,0 1 1 0 0,1 0 0 0 0,-1-1-1 0 0,0 1 1 0 0,1 0-1 0 0,-1-1 1 0 0,0 1 0 0 0,0 0-1 0 0,1 0 1 0 0,-1-1-1 0 0,0 1 1 0 0,1 0 0 0 0,-1 0-1 0 0,1 0 1 0 0,-1-1 0 0 0,22 0 267 0 0,-22 1-258 0 0,1 0 1 0 0,-1 0-1 0 0,0 0 1 0 0,0 0 0 0 0,0 0-1 0 0,1 0 1 0 0,-1 0-1 0 0,0 0 1 0 0,0 0-1 0 0,1 0 1 0 0,-1 0 0 0 0,0 0-1 0 0,0 0 1 0 0,0-1-1 0 0,1 1 1 0 0,-1 0 0 0 0,0 0-1 0 0,0 0 1 0 0,0 0-1 0 0,0 0 1 0 0,1 0-1 0 0,-1-1 1 0 0,0 1 0 0 0,0 0-1 0 0,0 0 1 0 0,0 0-1 0 0,0-1 1 0 0,1 1 0 0 0,-1 0-1 0 0,0 0 1 0 0,0 0-1 0 0,0-1 1 0 0,0 1-1 0 0,0 0 1 0 0,0 0 0 0 0,0 0-1 0 0,0-1 1 0 0,0 1-1 0 0,0 0 1 0 0,0-1-1 0 0,5-7 413 0 0,50-31 942 0 0,-27 17-791 0 0,46-26-1 0 0,-53 37-482 0 0,-8 5-25 0 0,0-1-1 0 0,0-1 1 0 0,19-16 0 0 0,9-7 89 0 0,11-12-14 0 0,-48 38-120 0 0,1 1 0 0 0,0-1 1 0 0,0 1-1 0 0,1 0 1 0 0,-1 0-1 0 0,1 1 0 0 0,0 0 1 0 0,0 0-1 0 0,11-4 0 0 0,-17 7-26 0 0,1 0-1 0 0,-1-1 0 0 0,0 1 0 0 0,0 0 1 0 0,1 0-1 0 0,-1 0 0 0 0,0 0 0 0 0,1 0 1 0 0,-1 0-1 0 0,0-1 0 0 0,0 1 0 0 0,0 0 1 0 0,1 0-1 0 0,-1 0 0 0 0,0 0 0 0 0,0-1 1 0 0,0 1-1 0 0,1 0 0 0 0,-1 0 0 0 0,0-1 1 0 0,0 1-1 0 0,0 0 0 0 0,0 0 0 0 0,0-1 1 0 0,1 1-1 0 0,-1 0 0 0 0,0-1 0 0 0,0 1 1 0 0,0 0-1 0 0,0 0 0 0 0,0-1 0 0 0,0 1 1 0 0,0-1-1 0 0,0 1-4 0 0,0 0 1 0 0,0 0-1 0 0,0-1 0 0 0,0 1 1 0 0,0 0-1 0 0,0 0 1 0 0,0 0-1 0 0,0-1 0 0 0,0 1 1 0 0,0 0-1 0 0,0 0 1 0 0,0-1-1 0 0,0 1 1 0 0,0 0-1 0 0,0 0 0 0 0,1 0 1 0 0,-1 0-1 0 0,0-1 1 0 0,0 1-1 0 0,0 0 1 0 0,0 0-1 0 0,0 0 0 0 0,1 0 1 0 0,-1-1-1 0 0,0 1 1 0 0,0 0-1 0 0,0 0 0 0 0,1 0 1 0 0,-1 0-1 0 0,0 0 1 0 0,0 0-1 0 0,0 0 1 0 0,1 0-1 0 0,-1 0 0 0 0,0 0 1 0 0,0 0-1 0 0,0-1 1 0 0,1 1-1 0 0,21-2 78 0 0,-22 2-78 0 0,0 0-1 0 0,0 0 1 0 0,1 0 0 0 0,-1 0-1 0 0,0 0 1 0 0,0 0 0 0 0,0 0-1 0 0,1 0 1 0 0,-1 0 0 0 0,0 0-1 0 0,0 0 1 0 0,0 0 0 0 0,1 0-1 0 0,-1 0 1 0 0,0-1 0 0 0,0 1-1 0 0,0 0 1 0 0,0 0 0 0 0,1 0-1 0 0,-1 0 1 0 0,0 0 0 0 0,0-1-1 0 0,0 1 1 0 0,0 0 0 0 0,0 0-1 0 0,0 0 1 0 0,1 0 0 0 0,-1-1-1 0 0,0 1 1 0 0,0 0 0 0 0,0 0-1 0 0,0 0 1 0 0,0-1 0 0 0,0 1-1 0 0,0 0 1 0 0,0 0 0 0 0,0 0-1 0 0,0-1 1 0 0,0 1 0 0 0,0 0 0 0 0,-1-4 9 0 0,29 2-24 0 0,5 2-201 0 0,-28 0 108 0 0,-5 1-60 0 0,0-1 161 0 0,0 0-1 0 0,0 0 0 0 0,0 1 0 0 0,0-1 0 0 0,0 0 0 0 0,0 0 0 0 0,0 1 1 0 0,0-1-1 0 0,0 0 0 0 0,0 0 0 0 0,0 1 0 0 0,0-1 0 0 0,0 0 1 0 0,0 0-1 0 0,0 0 0 0 0,0 1 0 0 0,0-1 0 0 0,0 0 0 0 0,0 0 0 0 0,0 1 1 0 0,0-1-1 0 0,1 0 0 0 0,-1 0 0 0 0,0 0 0 0 0,0 1 0 0 0,0-1 1 0 0,0 0-1 0 0,1 0 0 0 0,-1 0 0 0 0,0 0 0 0 0,0 0 0 0 0,0 1 0 0 0,1-1 1 0 0,-1 0-1 0 0,0 0 0 0 0,0 0 0 0 0,0 0 0 0 0,1 0 0 0 0,-1 0 0 0 0,0 0 1 0 0,0 0-1 0 0,1 0 0 0 0,-1 0 0 0 0,0 0 0 0 0,0 0 0 0 0,1 0 0 0 0,1 1 4 0 0,-1 0 0 0 0,1-1 0 0 0,-1 1-1 0 0,1 0 1 0 0,-1 0 0 0 0,1 0 0 0 0,-1 0-1 0 0,1 0 1 0 0,-1 0 0 0 0,0 0-1 0 0,0 1 1 0 0,2 1 0 0 0,-2 0 6 0 0,1 0 0 0 0,-1 0 0 0 0,0 0-1 0 0,-1 0 1 0 0,1 0 0 0 0,0 0 0 0 0,-1 1 0 0 0,0-1 0 0 0,0 0 0 0 0,0 5 0 0 0,0 212 890 0 0,0-209-847 0 0,0 0 0 0 0,-1-1 0 0 0,-1 1 1 0 0,1 0-1 0 0,-2-1 0 0 0,1 1 1 0 0,-2-1-1 0 0,1 1 0 0 0,-1-1 0 0 0,-9 14 1 0 0,7-12 23 0 0,0 0 0 0 0,-9 25 0 0 0,4 17 103 0 0,-1-28-89 0 0,10-22-161 0 0,0 0 1 0 0,0 0-1 0 0,0 0 0 0 0,1 0 1 0 0,0 0-1 0 0,-1 0 0 0 0,1 0 1 0 0,1 0-1 0 0,-1 1 0 0 0,0 4 1 0 0,7-8-1153 0 0,-2-2 468 0 0,30-8-2455 0 0,-19 0-819 0 0,-14 8 3580 0 0,-1 0 0 0 0,1 1 0 0 0,-1-1 0 0 0,1 0 0 0 0,-1 1 0 0 0,1-1 0 0 0,-1 0 0 0 0,1 0 0 0 0,-1 0 0 0 0,0 1 0 0 0,1-1 0 0 0,-1 0 0 0 0,0 0 0 0 0,0 0 0 0 0,0 0 0 0 0,0-1 0 0 0,0-17-4975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15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11 160 0 0,'-1'1'195'0'0,"0"-1"0"0"0,1 1-1 0 0,-1 0 1 0 0,0-1 0 0 0,0 1 0 0 0,0-1-1 0 0,0 1 1 0 0,1-1 0 0 0,-1 0 0 0 0,0 1-1 0 0,0-1 1 0 0,0 0 0 0 0,0 0 0 0 0,0 1-1 0 0,0-1 1 0 0,0 0 0 0 0,0 0 0 0 0,0 0-1 0 0,0 0 1 0 0,0 0 0 0 0,0-1 0 0 0,0 1-1 0 0,0 0 1 0 0,0 0 0 0 0,0-1 0 0 0,0 1-1 0 0,0 0 1 0 0,0-1 0 0 0,1 1 0 0 0,-1-1 0 0 0,0 1-1 0 0,0-1 1 0 0,0 1 0 0 0,-1-2 0 0 0,3 1-93 0 0,-1 0 0 0 0,1 0 1 0 0,-1 1-1 0 0,1-1 0 0 0,0 0 1 0 0,-1 1-1 0 0,1-1 0 0 0,0 1 0 0 0,-1-1 1 0 0,1 1-1 0 0,0-1 0 0 0,0 1 1 0 0,0-1-1 0 0,-1 1 0 0 0,1 0 1 0 0,0 0-1 0 0,0-1 0 0 0,0 1 1 0 0,0 0-1 0 0,0 0 0 0 0,0 0 1 0 0,-1 0-1 0 0,1 0 0 0 0,0 0 1 0 0,0 0-1 0 0,0 0 0 0 0,0 0 1 0 0,0 0-1 0 0,0 1 0 0 0,1-1 1 0 0,5 1 3408 0 0,-3-1-3325 0 0,-2 0-148 0 0,-1-1-27 0 0,-1 1 0 0 0,1 0 1 0 0,0 0-1 0 0,0 0 0 0 0,-1 0 0 0 0,1 0 0 0 0,0 0 1 0 0,-1 0-1 0 0,1 0 0 0 0,0 0 0 0 0,0 0 0 0 0,-1 0 1 0 0,1 0-1 0 0,0 0 0 0 0,-1 1 0 0 0,1-1 0 0 0,0 0 1 0 0,-1 0-1 0 0,1 1 0 0 0,0-1 0 0 0,-1 1 0 0 0,1-1 0 0 0,-1 0 1 0 0,1 1-1 0 0,0-1 0 0 0,-1 1 0 0 0,1 0 0 0 0,-1-1 1 0 0,1 2-1 0 0,4 0 122 0 0,17 2 94 0 0,-16-3 93 0 0,-1-1 80 0 0,211 5 2901 0 0,123 18-2693 0 0,-200-14-567 0 0,44 5-26 0 0,-65 3-4913 0 0,-128-17-1961 0 0,-7 0 4807 0 0,-16-5-1963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17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39 640 0 0,'9'0'646'0'0,"0"-2"0"0"0,-1 1 0 0 0,1-1 0 0 0,-1 0 0 0 0,16-7-1 0 0,-14 5 64 0 0,0 1 0 0 0,-1 0-1 0 0,19-3 1 0 0,32 0 1145 0 0,-54 5-1593 0 0,-1 1 0 0 0,0 0 0 0 0,1 1-1 0 0,-1-1 1 0 0,1 1 0 0 0,-1 0 0 0 0,0 0 0 0 0,0 0 0 0 0,8 4-1 0 0,-8-4-173 0 0,-5 0-52 0 0,1 0 0 0 0,0 0 1 0 0,-1 0-1 0 0,1 0 0 0 0,0 0 1 0 0,-1 0-1 0 0,1 0 1 0 0,-1 0-1 0 0,0 0 0 0 0,1 0 1 0 0,-1 0-1 0 0,0 0 0 0 0,0 0 1 0 0,1 0-1 0 0,-1 1 0 0 0,0-1 1 0 0,0 0-1 0 0,0 0 0 0 0,-1 0 1 0 0,1 0-1 0 0,0 0 0 0 0,0 0 1 0 0,-1 2-1 0 0,1-1 24 0 0,0 75 755 0 0,0-75-796 0 0,0-1 0 0 0,0 0 0 0 0,0 0 0 0 0,-1 1 1 0 0,1-1-1 0 0,0 0 0 0 0,-1 0 0 0 0,1 0 0 0 0,0 0 1 0 0,-1 1-1 0 0,0-1 0 0 0,1 0 0 0 0,-1 0 0 0 0,0 0 1 0 0,1 0-1 0 0,-1 0 0 0 0,0 0 0 0 0,0 0 1 0 0,0-1-1 0 0,0 1 0 0 0,0 0 0 0 0,0 0 0 0 0,0-1 1 0 0,0 1-1 0 0,0-1 0 0 0,0 1 0 0 0,-2 0 0 0 0,-10 7 153 0 0,7-2 16 0 0,0-1-1 0 0,1 1 1 0 0,-1 0 0 0 0,1 0-1 0 0,-5 9 1 0 0,-22 24 1281 0 0,4-18-95 0 0,-56 34 0 0 0,44-30-798 0 0,18-13 94 0 0,0 0 0 0 0,-1-1 0 0 0,0-2 0 0 0,-1 0 0 0 0,0-1 0 0 0,-34 6-1 0 0,54-13-541 0 0,-1 0 1 0 0,1 0-1 0 0,0 1 0 0 0,-1 0 0 0 0,1 0 0 0 0,-5 4 0 0 0,-15 5 557 0 0,18-10-243 0 0,1-1 66 0 0,-17 0 173 0 0,22 0-663 0 0,0 0 1 0 0,0 0-1 0 0,0 0 1 0 0,-1 0-1 0 0,1 0 1 0 0,0 0-1 0 0,0 0 0 0 0,0 0 1 0 0,0 0-1 0 0,0 1 1 0 0,0-1-1 0 0,0 0 1 0 0,-1 0-1 0 0,1 0 1 0 0,0 0-1 0 0,0 0 0 0 0,0 0 1 0 0,0 0-1 0 0,0 0 1 0 0,-1 0-1 0 0,1 0 1 0 0,0 0-1 0 0,0 0 1 0 0,0 0-1 0 0,0 0 0 0 0,0 0 1 0 0,0 0-1 0 0,-1 0 1 0 0,1 0-1 0 0,0 0 1 0 0,0 0-1 0 0,0-1 1 0 0,0 1-1 0 0,0 0 0 0 0,0 0 1 0 0,-1 0-1 0 0,1 0 1 0 0,0 0-1 0 0,0 0 1 0 0,0 0-1 0 0,0 0 1 0 0,0 0-1 0 0,0 0 0 0 0,0-1 1 0 0,0 1-1 0 0,0 0 1 0 0,0 0-1 0 0,0 0 1 0 0,-1 0-1 0 0,1 0 1 0 0,0 0-1 0 0,0-1 0 0 0,0 1 1 0 0,0 0-1 0 0,0 0 1 0 0,0 0-1 0 0,0 0 1 0 0,0 0-1 0 0,0-1 1 0 0,0 1-1 0 0,0 0 0 0 0,0 0 0 0 0,1 0-1 0 0,-1-1 0 0 0,0 1 1 0 0,0 0-1 0 0,0 0 0 0 0,0 0 0 0 0,0 0 1 0 0,0-1-1 0 0,0 1 0 0 0,0 0 1 0 0,0 0-1 0 0,0 0 0 0 0,0 0 0 0 0,-1-1 1 0 0,1 1-1 0 0,0 0 0 0 0,0 0 1 0 0,0 0-1 0 0,0 0 0 0 0,0 0 0 0 0,0-1 1 0 0,0 1-1 0 0,0 0 0 0 0,0 0 1 0 0,0 0-1 0 0,-1 0 0 0 0,1 0 0 0 0,0 0 1 0 0,0 0-1 0 0,0-1 0 0 0,0 1 0 0 0,0 0 1 0 0,-1 0-1 0 0,1 0 0 0 0,0 0 1 0 0,0 0-1 0 0,0 0 0 0 0,0 0 0 0 0,-1 0 1 0 0,1 0-1 0 0,0 0 0 0 0,0 0 1 0 0,0 0-1 0 0,0 0 0 0 0,-1 0 0 0 0,1 0 1 0 0,0 0-1 0 0,0 0 0 0 0,0 0 1 0 0,0 0-1 0 0,0 0 0 0 0,-1 0 0 0 0,1 0 1 0 0,-11-3-27 0 0,1-2 0 0 0,0 1 0 0 0,-13-9 0 0 0,22 13 2 0 0,0-1 1 0 0,0 0-1 0 0,1 0 1 0 0,-1 1 0 0 0,0-1-1 0 0,1 0 1 0 0,-1 0-1 0 0,1 0 1 0 0,0 0-1 0 0,-1 0 1 0 0,1 0-1 0 0,-1 0 1 0 0,1 0-1 0 0,0 0 1 0 0,0 0 0 0 0,0 0-1 0 0,0 0 1 0 0,0 0-1 0 0,0 0 1 0 0,0 0-1 0 0,0 0 1 0 0,0-2-1 0 0,0 2 4 0 0,0 0-1 0 0,1 0 1 0 0,-1-1-1 0 0,-1 1 1 0 0,1 0-1 0 0,0 0 0 0 0,0 0 1 0 0,0 0-1 0 0,0-1 1 0 0,-1 1-1 0 0,1 0 0 0 0,-1 0 1 0 0,1 0-1 0 0,-1-1 1 0 0,-9-8-30 0 0,10 10 32 0 0,0 0 0 0 0,0 0 0 0 0,-1 0-1 0 0,1 0 1 0 0,0 0 0 0 0,0 0 0 0 0,-1 0 0 0 0,1-1-1 0 0,0 1 1 0 0,0 0 0 0 0,0 0 0 0 0,-1 0 0 0 0,1 0-1 0 0,0-1 1 0 0,0 1 0 0 0,0 0 0 0 0,0 0 0 0 0,-1 0-1 0 0,1-1 1 0 0,0 1 0 0 0,0 0 0 0 0,0 0 0 0 0,0-1-1 0 0,0 1 1 0 0,0 0 0 0 0,0 0 0 0 0,0-1 0 0 0,0 1-1 0 0,0 0 1 0 0,0 0 0 0 0,0-1 0 0 0,0 1 0 0 0,0 0-1 0 0,0 0 1 0 0,0-1 0 0 0,0 1 0 0 0,0 0 0 0 0,0 0-1 0 0,0 0 1 0 0,0-1 0 0 0,0 1 0 0 0,0 0 0 0 0,1 0-1 0 0,-1-1 1 0 0,0 1 0 0 0,0 0 0 0 0,0 0 0 0 0,0 0-1 0 0,1-1 1 0 0,-1 1 0 0 0,0 0 0 0 0,0 0 0 0 0,0 0-1 0 0,1 0 1 0 0,-1 0 0 0 0,0-1 0 0 0,0 1 0 0 0,0 0-1 0 0,1 0 1 0 0,-1 0 0 0 0,0 0 0 0 0,10-9-55 0 0,-10 9 52 0 0,1-1 1 0 0,-1 0-1 0 0,1 1 0 0 0,-1-1 1 0 0,0 0-1 0 0,1 1 1 0 0,-1-1-1 0 0,0 0 0 0 0,1 0 1 0 0,-1 0-1 0 0,0 1 1 0 0,0-1-1 0 0,0 0 0 0 0,0 0 1 0 0,1 0-1 0 0,-1 1 1 0 0,0-1-1 0 0,-1-1 0 0 0,1 1-3 0 0,0 0-1 0 0,0 0 1 0 0,0 0-1 0 0,0 0 1 0 0,0-1-1 0 0,1 1 1 0 0,-1 0 0 0 0,0 0-1 0 0,0 0 1 0 0,1 0-1 0 0,-1 0 1 0 0,0 0-1 0 0,1 0 1 0 0,-1 0-1 0 0,1 1 1 0 0,0-1-1 0 0,1-2 1 0 0,1 1-8 0 0,0-1 0 0 0,1 1 0 0 0,-1 0 0 0 0,1 0 1 0 0,0 0-1 0 0,0 0 0 0 0,3 0 0 0 0,15-8-111 0 0,-10 1-31 0 0,-11 8 142 0 0,1 0 0 0 0,-1 0 0 0 0,0 0 0 0 0,1 0 0 0 0,-1 1 0 0 0,1-1 0 0 0,-1 0 0 0 0,1 1 0 0 0,-1-1 1 0 0,1 1-1 0 0,0-1 0 0 0,-1 1 0 0 0,1 0 0 0 0,0 0 0 0 0,1 0 0 0 0,5-2-36 0 0,1 1 0 0 0,-1 0 0 0 0,0 1-1 0 0,1 0 1 0 0,-1 0 0 0 0,0 1 0 0 0,1 0 0 0 0,-1 1 0 0 0,0 0 0 0 0,0 0 0 0 0,0 0 0 0 0,0 1 0 0 0,0 0 0 0 0,-1 1-1 0 0,1 0 1 0 0,-1 0 0 0 0,0 1 0 0 0,0-1 0 0 0,0 2 0 0 0,9 9 0 0 0,164 142 92 0 0,-175-153-57 0 0,1 0-1 0 0,0 0 1 0 0,0 0 0 0 0,0-1 0 0 0,0 0-1 0 0,0-1 1 0 0,1 1 0 0 0,-1-1 0 0 0,10 2-1 0 0,61 4 8 0 0,-62-7 6 0 0,10-1-323 0 0,1-1 1 0 0,-1-1-1 0 0,0-1 0 0 0,0-1 0 0 0,45-15 0 0 0,-40 3-2209 0 0,18-26-11508 0 0,-34 27 10628 0 0,-13 15 3190 0 0,0-1-1 0 0,-1 0 0 0 0,1 1 0 0 0,-1-1 1 0 0,0 0-1 0 0,1 0 0 0 0,-1 1 0 0 0,1-1 1 0 0,-1 0-1 0 0,0 0 0 0 0,0 0 0 0 0,1 1 0 0 0,-1-1 1 0 0,0 0-1 0 0,0 0 0 0 0,0 0 0 0 0,0-1 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18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328 295 720 0 0,'6'0'61'0'0,"10"-1"4135"0"0,-20-1 1054 0 0,-9-3-5793 0 0,8-2 1663 0 0,-1 1-12 0 0,-54-22 1747 0 0,28 10-1953 0 0,28 15-793 0 0,0 0 1 0 0,0 1 0 0 0,0-1 0 0 0,-1 1 0 0 0,-7-3-1 0 0,-10-3 125 0 0,17 6-115 0 0,-1-1 0 0 0,0 1 0 0 0,0 1 0 0 0,0-1 0 0 0,-8 0 0 0 0,-46-10 694 0 0,53 9-197 0 0,3-1-431 0 0,-50-10 1335 0 0,53 14-1510 0 0,1 0 0 0 0,-1-1 1 0 0,1 1-1 0 0,-1 0 0 0 0,1-1 0 0 0,0 1 0 0 0,-1 0 0 0 0,1-1 0 0 0,0 1 0 0 0,-1 0 0 0 0,1-1 0 0 0,0 1 0 0 0,0-1 0 0 0,-1 1 0 0 0,1-1 0 0 0,0 1 1 0 0,0-1-1 0 0,0 1 0 0 0,-1-1 0 0 0,1 1 0 0 0,0-1 0 0 0,0 1 0 0 0,0-1 0 0 0,0 1 0 0 0,0-1 0 0 0,0 1 0 0 0,0-1 0 0 0,0 1 0 0 0,0-1 1 0 0,0 1-1 0 0,1-1 0 0 0,-1 1 0 0 0,0 0 0 0 0,0-1 0 0 0,0 1 0 0 0,1-1 0 0 0,-1 1 0 0 0,0-1 0 0 0,0 1 0 0 0,1-1 0 0 0,-1 1 0 0 0,0 0 0 0 0,1-1 1 0 0,-1 1-1 0 0,0 0 0 0 0,1-1 0 0 0,-1 1 0 0 0,2-1 0 0 0,31-12 163 0 0,0 2 1 0 0,55-11-1 0 0,74-7 143 0 0,-157 28-312 0 0,468-53-671 0 0,-376 48-253 0 0,-90 6 585 0 0,0 0 0 0 0,0 1 0 0 0,0 0 0 0 0,0 0 0 0 0,10 4 1 0 0,-15-5 49 0 0,-1 0 1 0 0,0 1 0 0 0,0-1 0 0 0,1 0 0 0 0,-1 1 0 0 0,0 0 0 0 0,0-1 0 0 0,0 1 0 0 0,0 0-1 0 0,0-1 1 0 0,0 1 0 0 0,0 0 0 0 0,0 0 0 0 0,0 0 0 0 0,0 0 0 0 0,-1 0 0 0 0,1 0 0 0 0,0 0-1 0 0,0 0 1 0 0,-1 0 0 0 0,1 0 0 0 0,-1 0 0 0 0,1 1 0 0 0,-1-1 0 0 0,0 0 0 0 0,1 0-1 0 0,-1 2 1 0 0,0-2 9 0 0,0-1 0 0 0,0 1 1 0 0,0 0-1 0 0,0 0 0 0 0,0 0 0 0 0,0 0 0 0 0,0 0 0 0 0,-1-1 0 0 0,1 1 0 0 0,0 0 0 0 0,-1 0 0 0 0,1 0 0 0 0,0-1 0 0 0,-1 1 0 0 0,1 0 0 0 0,-1-1 0 0 0,0 2 0 0 0,-27 18-3846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20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80 0 0,'0'0'720'0'0,"-6"1"1"0"0,2 0-1069 0 0,-10 2 2675 0 0,38-2 2017 0 0,-30 0-3411 0 0,-16 4-119 0 0,22-5-753 0 0,0 0 0 0 0,-1 0-1 0 0,1 0 1 0 0,0 0 0 0 0,-1 0 0 0 0,1 0 0 0 0,0 1-1 0 0,-1-1 1 0 0,1 0 0 0 0,0 0 0 0 0,0 0 0 0 0,-1 1-1 0 0,1-1 1 0 0,0 0 0 0 0,0 0 0 0 0,-1 1 0 0 0,1-1-1 0 0,0 0 1 0 0,0 1 0 0 0,0-1 0 0 0,0 0 0 0 0,-1 1-1 0 0,1-1 1 0 0,0 0 0 0 0,0 1 0 0 0,0-1-1 0 0,0 0 1 0 0,0 1 0 0 0,0-1 0 0 0,0 0 0 0 0,0 1-1 0 0,0-1 1 0 0,0 0 0 0 0,0 1 0 0 0,0-1 0 0 0,0 0-1 0 0,0 1 1 0 0,0-1 0 0 0,1 0 0 0 0,-1 1 0 0 0,0-1-1 0 0,0 0 1 0 0,0 1 0 0 0,0-1 0 0 0,1 0 0 0 0,-1 0-1 0 0,0 1 1 0 0,0-1 0 0 0,1 0 0 0 0,-1 0 0 0 0,0 1-1 0 0,0-1 1 0 0,1 0 0 0 0,-1 0 0 0 0,0 0-1 0 0,1 1 1 0 0,-1-1 0 0 0,0 0 0 0 0,0 0 0 0 0,1 0-1 0 0,65 18 794 0 0,-11 4-396 0 0,-1 3 0 0 0,-1 2 0 0 0,-1 3 0 0 0,-1 2 0 0 0,65 53 0 0 0,-88-63-315 0 0,32 18-1 0 0,8 8-400 0 0,-67-47 179 0 0,0 0 1 0 0,0 0 0 0 0,0 0-1 0 0,0-1 1 0 0,0 1-1 0 0,0 0 1 0 0,0-1 0 0 0,0 1-1 0 0,0 0 1 0 0,1-1-1 0 0,-1 0 1 0 0,0 1 0 0 0,0-1-1 0 0,1 0 1 0 0,-1 1-1 0 0,0-1 1 0 0,0 0 0 0 0,1 0-1 0 0,-1 0 1 0 0,0 0-1 0 0,3-1 1 0 0,1 1-585 0 0,0 0-2819 0 0,-10-6-3908 0 0,-22-1 4362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20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1 379 1201 0 0,'0'-6'1600'0'0,"32"-9"321"0"0,1 1 80 0 0,32-5 160 0 0,164-43 1441 0 0,58-21-961 0 0,-58 20-2081 0 0,-99 22-960 0 0,1 7-1521 0 0,-33 14-3521 0 0,-7-1-2402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22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683 42 240 0 0,'-93'-7'1267'0'0,"92"8"-1243"0"0,0-1-1 0 0,-1 0 0 0 0,1 0 0 0 0,-1 1 1 0 0,1-1-1 0 0,-1 0 0 0 0,1-1 1 0 0,0 1-1 0 0,-1 0 0 0 0,1 0 0 0 0,-1-1 1 0 0,1 1-1 0 0,-1 0 0 0 0,1-1 1 0 0,0 1-1 0 0,0-1 0 0 0,-2-1 0 0 0,19-2 52 0 0,-16 4-72 0 0,0 0-1 0 0,0 0 1 0 0,0 0 0 0 0,1 0 0 0 0,-1 0-1 0 0,0 0 1 0 0,0 0 0 0 0,0 0 0 0 0,1 0 0 0 0,-1 0-1 0 0,0 0 1 0 0,0 0 0 0 0,0 0 0 0 0,1 0-1 0 0,-1 0 1 0 0,0 0 0 0 0,0 0 0 0 0,0-1-1 0 0,1 1 1 0 0,-1 0 0 0 0,0 0 0 0 0,0 0-1 0 0,0 0 1 0 0,0 0 0 0 0,0-1 0 0 0,1 1-1 0 0,-1 0 1 0 0,0 0 0 0 0,0 0 0 0 0,0 0 0 0 0,0-1-1 0 0,0 1 1 0 0,0 0 0 0 0,0 0 0 0 0,0 0-1 0 0,0-1 1 0 0,0 1 0 0 0,1 0 0 0 0,-1 0-1 0 0,0 0 1 0 0,0-1 0 0 0,0 1 0 0 0,4-8 118 0 0,35-3 506 0 0,-18 8 2654 0 0,-21 12-1440 0 0,0-6-1759 0 0,-1 0 0 0 0,1 0 0 0 0,-1 0 0 0 0,0 0 0 0 0,0 0 0 0 0,0 0 0 0 0,-1 0 0 0 0,1-1 0 0 0,-1 1 0 0 0,0 0 0 0 0,1-1 0 0 0,-1 1 0 0 0,0-1 0 0 0,0 0 0 0 0,-1 1 1 0 0,1-1-1 0 0,-5 3 0 0 0,0 2 69 0 0,-13 13 100 0 0,1 1 0 0 0,0 1 0 0 0,2 1 1 0 0,1 0-1 0 0,-23 45 0 0 0,30-55-176 0 0,0 0 0 0 0,0 0-1 0 0,-22 21 1 0 0,-4 7 40 0 0,19-22-48 0 0,9-11 2 0 0,0 0 0 0 0,1 1 0 0 0,0-1-1 0 0,0 1 1 0 0,-6 14 0 0 0,1 23 278 0 0,0-22-224 0 0,9-20-100 0 0,0 0 1 0 0,0 0 0 0 0,0 0 0 0 0,0 1-1 0 0,1-1 1 0 0,-1 1 0 0 0,1-1-1 0 0,0 1 1 0 0,0 8 0 0 0,1 85 376 0 0,0-95-403 0 0,0 1 0 0 0,-1-1 0 0 0,1 0 0 0 0,-1 0 0 0 0,0 0 0 0 0,0 0 0 0 0,0 0 0 0 0,-1 0 0 0 0,1 0 0 0 0,0 0 0 0 0,-1 0 0 0 0,-4 4 0 0 0,-4 10-25 0 0,-1 17 28 0 0,-11 0 54 0 0,-21 51 493 0 0,18-54-355 0 0,20-27-162 0 0,1 1 1 0 0,-1 0-1 0 0,1 0 0 0 0,1 0 0 0 0,-6 9 0 0 0,-2 25-57 0 0,1-19-10 0 0,8-15 39 0 0,0-1 1 0 0,-1 0-1 0 0,1 0 0 0 0,1 1 0 0 0,-1-1 0 0 0,1 1 0 0 0,0-1 1 0 0,0 1-1 0 0,0 0 0 0 0,0 6 0 0 0,1 328 1012 0 0,0-335-1027 0 0,-1 1 0 0 0,1 0 0 0 0,-1-1 1 0 0,0 1-1 0 0,0-1 0 0 0,-1 1 0 0 0,0-1 0 0 0,-3 9 1 0 0,-4 5 167 0 0,0 16 125 0 0,2-25-234 0 0,1 1 1 0 0,-1-1-1 0 0,0-1 1 0 0,-10 9-1 0 0,6-6 15 0 0,10-7-38 0 0,-1 0-1 0 0,1-1 0 0 0,0 1 0 0 0,0 0 0 0 0,0 0 0 0 0,0-1 0 0 0,1 1 0 0 0,0 0 0 0 0,0 0 0 0 0,0 0 0 0 0,0 0 0 0 0,0 0 0 0 0,2 4 0 0 0,-1 8 110 0 0,-1 67-199 0 0,0-80 68 0 0,0-1 0 0 0,0 0-1 0 0,0 1 1 0 0,1-1 0 0 0,-1 0 0 0 0,1 0 0 0 0,0 1-1 0 0,-1-1 1 0 0,1 0 0 0 0,0 0 0 0 0,0 0 0 0 0,0 0 0 0 0,1 0-1 0 0,-1 0 1 0 0,0 0 0 0 0,3 2 0 0 0,-2-2 17 0 0,0 0 0 0 0,-1 0 0 0 0,1 0 0 0 0,-1 0 0 0 0,1 0 0 0 0,-1 1 0 0 0,0-1 0 0 0,0 0 0 0 0,0 1 0 0 0,0-1 0 0 0,0 1 0 0 0,-1-1 0 0 0,1 1 0 0 0,-1-1 0 0 0,0 1 0 0 0,0 4 0 0 0,0-6-12 0 0,0 0 0 0 0,0 0 0 0 0,0 0 0 0 0,0 0 0 0 0,0 0 0 0 0,0 0 0 0 0,0 0 1 0 0,0 0-1 0 0,0 0 0 0 0,0 0 0 0 0,1 0 0 0 0,-1 0 0 0 0,0 0 0 0 0,1 0 0 0 0,-1 0 0 0 0,0 0 0 0 0,1 0 0 0 0,0 0 0 0 0,-1 0 0 0 0,1 0 0 0 0,-1-1 0 0 0,1 1 0 0 0,0 0 0 0 0,1 1 0 0 0,0-2-3 0 0,0 0 0 0 0,0 0 0 0 0,1 0 0 0 0,-1 0 0 0 0,0 0 0 0 0,0 0 0 0 0,0 0 0 0 0,0-1 0 0 0,0 0 0 0 0,0 1 0 0 0,3-2 0 0 0,3 1-6 0 0,-7 0-21 0 0,0 1 0 0 0,0 0-1 0 0,0 0 1 0 0,0-1 0 0 0,0 1 0 0 0,0 0 0 0 0,0-1 0 0 0,-1 1 0 0 0,1-1 0 0 0,0 1 0 0 0,0-1 0 0 0,0 1 0 0 0,-1-1-1 0 0,1 0 1 0 0,0 1 0 0 0,0-1 0 0 0,-1 0 0 0 0,1 1 0 0 0,-1-1 0 0 0,1 0 0 0 0,-1 0 0 0 0,1 0 0 0 0,-1 0 0 0 0,1 0-1 0 0,-1 0 1 0 0,1-1 0 0 0,42-52-3577 0 0,71-74-5524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24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1071 427 800 0 0,'6'0'1201'0'0,"12"0"948"0"0,-27-1 3229 0 0,-20 2-647 0 0,11 0-6024 0 0,-40 6 1133 0 0,-1-2 0 0 0,0-3 0 0 0,-108-10 0 0 0,165 8 121 0 0,-1-1 0 0 0,1 1 0 0 0,-1 0 0 0 0,1-1 0 0 0,-1 0 0 0 0,1 1 0 0 0,0-1 0 0 0,-1 0 0 0 0,1 0 0 0 0,0 0 0 0 0,-2-2 0 0 0,-14-7-200 0 0,16 9 229 0 0,0 0-1 0 0,0 1-1 0 0,1-1 0 0 0,-1 1 0 0 0,1-1 0 0 0,-1 0 1 0 0,1 0-1 0 0,-1 0 0 0 0,1 0 0 0 0,0 0 0 0 0,0 0 1 0 0,-1 0-1 0 0,0-2 0 0 0,1 0 3 0 0,0 0 0 0 0,0 0 0 0 0,0 1 0 0 0,1-1 0 0 0,-1 0 0 0 0,1 0-1 0 0,0 0 1 0 0,0 0 0 0 0,0-5 0 0 0,0 8 9 0 0,0-1 0 0 0,0 1 0 0 0,-1-1 1 0 0,1 0-1 0 0,0 1 0 0 0,0-1 0 0 0,0 1 0 0 0,-1-1 0 0 0,1 1 0 0 0,0-1 0 0 0,0 1 0 0 0,-1 0 0 0 0,1-1 1 0 0,-1 1-1 0 0,1-1 0 0 0,0 1 0 0 0,-1 0 0 0 0,1-1 0 0 0,-1 1 0 0 0,1 0 0 0 0,-1-1 0 0 0,1 1 0 0 0,-1 0 0 0 0,1 0 1 0 0,-1-1-1 0 0,1 1 0 0 0,-1 0 0 0 0,1 0 0 0 0,-1 0 0 0 0,1 0 0 0 0,-1 0 0 0 0,0 0 0 0 0,1 0 0 0 0,-2 0 0 0 0,2 0 0 0 0,-1 0 0 0 0,0 0-1 0 0,0 0 1 0 0,1 0-1 0 0,-1-1 1 0 0,0 1-1 0 0,1 0 1 0 0,-1 0-1 0 0,0 0 1 0 0,0-1 0 0 0,1 1-1 0 0,-1 0 1 0 0,1-1-1 0 0,-1 1 1 0 0,0 0-1 0 0,1-1 1 0 0,-1 1-1 0 0,1-1 1 0 0,-1 1-1 0 0,1-1 1 0 0,-1 1 0 0 0,1-1-1 0 0,-1 1 1 0 0,1-1-1 0 0,-1 0 1 0 0,1 1-1 0 0,0-1 1 0 0,-1 0-1 0 0,1 1 1 0 0,0-1 0 0 0,0 0-1 0 0,0 1 1 0 0,-1-1-1 0 0,1 0 1 0 0,0 0-1 0 0,0 0 1 0 0,0 0-2 0 0,0 0 0 0 0,0-1-1 0 0,-1 1 1 0 0,1 0 0 0 0,0 0 0 0 0,-1 0 0 0 0,1 0-1 0 0,-1 0 1 0 0,1 0 0 0 0,-1 0 0 0 0,1 0 0 0 0,-1 0 0 0 0,0 0-1 0 0,1 0 1 0 0,-1 1 0 0 0,0-1 0 0 0,0 0 0 0 0,0 0-1 0 0,0 1 1 0 0,0-1 0 0 0,0 0 0 0 0,0 1 0 0 0,0-1 0 0 0,0 1-1 0 0,0 0 1 0 0,-1-1 0 0 0,-6-4-6 0 0,-9-11 8 0 0,14 12 0 0 0,0 1 0 0 0,0 0 0 0 0,0 0 0 0 0,-1 0 0 0 0,1 0 0 0 0,-1 1 0 0 0,1-1 0 0 0,-1 1 0 0 0,0 0 0 0 0,0 0 0 0 0,0 1 0 0 0,0-1 0 0 0,0 1 0 0 0,-5-2 0 0 0,6 3-1 0 0,2 1 2 0 0,0-1-1 0 0,0 0 1 0 0,0 0 0 0 0,-1 0-1 0 0,1 0 1 0 0,0 0-1 0 0,0 0 1 0 0,0 0 0 0 0,0-1-1 0 0,0 1 1 0 0,0 0-1 0 0,0 0 1 0 0,0-1 0 0 0,0 1-1 0 0,0-1 1 0 0,0 1-1 0 0,0-1 1 0 0,0 1 0 0 0,1-1-1 0 0,-1 0 1 0 0,0 1-1 0 0,0-1 1 0 0,0-1 0 0 0,1 1 65 0 0,-1 1-46 0 0,1 0 0 0 0,0 1 0 0 0,0-1 0 0 0,0 0 0 0 0,0 0 0 0 0,0 0 0 0 0,0 1 0 0 0,0-1 0 0 0,-1 0 0 0 0,1 0 0 0 0,0 0 0 0 0,0 1 0 0 0,0-1 0 0 0,0 0 0 0 0,0 0 0 0 0,0 1 0 0 0,0-1 0 0 0,0 0 0 0 0,0 0 0 0 0,0 0 0 0 0,0 1 0 0 0,0-1 0 0 0,0 0 0 0 0,1 0 0 0 0,-1 0 0 0 0,0 1 0 0 0,0-1 0 0 0,0 0 0 0 0,0 0 0 0 0,0 0 0 0 0,0 1 0 0 0,0-1 1 0 0,1 0-1 0 0,-1 0 0 0 0,0 0 0 0 0,0 0 0 0 0,0 1 0 0 0,0-1 0 0 0,1 0 0 0 0,-1 0 0 0 0,0 0 0 0 0,0 0 0 0 0,0 0 0 0 0,1 0 0 0 0,-1 0 0 0 0,0 1 0 0 0,0-1 0 0 0,0 0 0 0 0,1 0 0 0 0,-1 0 0 0 0,0 0 0 0 0,0 0 0 0 0,0 0 0 0 0,1 0 0 0 0,-1 0 0 0 0,0 0 0 0 0,0 0 0 0 0,1 0 0 0 0,-1-1 0 0 0,22 1 60 0 0,-11 6 80 0 0,32-1 60 0 0,47 1 0 0 0,-34-3-20 0 0,213 0 338 0 0,-152-5-516 0 0,183-9 216 0 0,-208 7-75 0 0,103-15 424 0 0,55 4 346 0 0,-141 9-575 0 0,22-3 218 0 0,259-69 1866 0 0,-210 37-1549 0 0,-88 25-657 0 0,0 5-1 0 0,148 1 1 0 0,-39 15 57 0 0,-191-4-299 0 0,5-1 52 0 0,0 1-1 0 0,1 1 1 0 0,-1 1-1 0 0,0 0 1 0 0,24 9-1 0 0,54 21 182 0 0,-74-25-186 0 0,0-2 0 0 0,1 0 0 0 0,0-1 0 0 0,34 4 0 0 0,79-3 133 0 0,-35-3 7 0 0,-61 0-65 0 0,71 17-1 0 0,-90-17-119 0 0,2 1-15 0 0,0-2 0 0 0,21 0-1 0 0,42 4-69 0 0,69 7-58 0 0,246-13 387 0 0,-182-6-173 0 0,51 6-67 0 0,-235 0-13 0 0,38 0-127 0 0,-55 1 154 0 0,1-1 1 0 0,-1-1 0 0 0,0 0 0 0 0,23-6-1 0 0,304-70 177 0 0,11-2 245 0 0,-286 66-325 0 0,132-15 352 0 0,-166 27-396 0 0,-6 1-41 0 0,-22 0 41 0 0,-10 0 13 0 0,-17 0 0 0 0,17 0-27 0 0,10 6-253 0 0,1-4 171 0 0,-6-2 27 0 0,1 0 1 0 0,0 0 0 0 0,0 0-1 0 0,0 0 1 0 0,0 0-1 0 0,0 1 1 0 0,0-1 0 0 0,0 0-1 0 0,0 1 1 0 0,0-1 0 0 0,-1 0-1 0 0,1 1 1 0 0,0-1 0 0 0,0 1-1 0 0,-1-1 1 0 0,1 1-1 0 0,0 0 1 0 0,0-1 0 0 0,-1 1-1 0 0,1 0 1 0 0,-1 0 0 0 0,1-1-1 0 0,-1 1 1 0 0,1 0 0 0 0,-1 0-1 0 0,1 0 1 0 0,-1 0-1 0 0,0-1 1 0 0,1 1 0 0 0,-1 0-1 0 0,0 0 1 0 0,0 0 0 0 0,0 0-1 0 0,0 0 1 0 0,0 0 0 0 0,0 2-1 0 0,1 6 22 0 0,0 0 0 0 0,0 0 1 0 0,1-1-1 0 0,0 1 0 0 0,1 0 0 0 0,4 10 0 0 0,-5-13-9 0 0,1 0 0 0 0,-1 0 0 0 0,0 0 0 0 0,0 0 0 0 0,-1 1-1 0 0,0-1 1 0 0,0 0 0 0 0,-1 1 0 0 0,1-1 0 0 0,-1 1 0 0 0,-1-1 0 0 0,1 1 0 0 0,-4 11 0 0 0,-7 13 7 0 0,8-25 10 0 0,1 1-1 0 0,-1 0 1 0 0,1 1 0 0 0,0-1 0 0 0,1 0-1 0 0,0 1 1 0 0,-1 10 0 0 0,1-7 21 0 0,1 0 0 0 0,0 0 1 0 0,1 0-1 0 0,0 0 0 0 0,1 0 0 0 0,0 0 1 0 0,0 0-1 0 0,1-1 0 0 0,1 1 0 0 0,0-1 1 0 0,0 0-1 0 0,7 12 0 0 0,-4-12 3 0 0,-4-6-36 0 0,0 0 0 0 0,-1 1 1 0 0,1-1-1 0 0,-1 1 0 0 0,1 0 1 0 0,-1 0-1 0 0,-1-1 0 0 0,1 1 1 0 0,-1 0-1 0 0,0 1 0 0 0,0-1 1 0 0,0 0-1 0 0,0 6 0 0 0,-1 244-109 0 0,-2-239 93 0 0,1 0 0 0 0,-2 0 0 0 0,0 0 0 0 0,-1 0 0 0 0,-1 0 0 0 0,0-1 0 0 0,-1 0 0 0 0,-11 20 0 0 0,-3 11-94 0 0,5-13 35 0 0,-32 49-1 0 0,18-32 113 0 0,-10 31 53 0 0,2-21-120 0 0,-18 31 28 0 0,47-78 75 0 0,0 1 0 0 0,-1-1 0 0 0,-19 21 0 0 0,-6 10 409 0 0,32-40-409 0 0,0 0-1 0 0,0 0 1 0 0,1 1-1 0 0,-1 0 1 0 0,1-1 0 0 0,-1 6-1 0 0,-2 8 226 0 0,0-10-248 0 0,0 0 0 0 0,-1-1 1 0 0,1 1-1 0 0,-1-1 0 0 0,-1 0 0 0 0,0-1 0 0 0,0 1 0 0 0,0-1 1 0 0,-11 8-1 0 0,-7 9-21 0 0,20-19-14 0 0,0-1 0 0 0,0 0 1 0 0,0-1-1 0 0,0 1 0 0 0,0-1 0 0 0,0 1 1 0 0,-1-1-1 0 0,1-1 0 0 0,-1 1 0 0 0,1-1 0 0 0,-1 1 1 0 0,0-1-1 0 0,0-1 0 0 0,0 1 0 0 0,1-1 1 0 0,-1 0-1 0 0,-9 0 0 0 0,-1 0-19 0 0,-86 2-239 0 0,-103-12 0 0 0,-103-24 64 0 0,110 10 113 0 0,-140-1 361 0 0,0-1-49 0 0,198 11-315 0 0,-156-20-81 0 0,201 22 207 0 0,-221-41-412 0 0,245 35 14 0 0,-1 4 0 0 0,-125-10 1 0 0,-407 17 391 0 0,494 11-33 0 0,-113 8 105 0 0,-126 36 48 0 0,304-39-106 0 0,-15-1-109 0 0,-78 0 201 0 0,83-3-146 0 0,35-3 104 0 0,0 0 0 0 0,0 1 1 0 0,0 1-1 0 0,0 1 0 0 0,-22 7 0 0 0,-94 22 971 0 0,119-30-1203 0 0,-94 26 211 0 0,72-17-32 0 0,-48 7 0 0 0,-72 16-38 0 0,98-15-152 0 0,44-14 131 0 0,1-1 1 0 0,-30 6 0 0 0,36-10-2 0 0,-67 14 0 0 0,-94 29-1 0 0,157-40-47 0 0,1 0-1 0 0,-1-1 0 0 0,-14 0 0 0 0,11-1 45 0 0,0 1 1 0 0,-23 7-1 0 0,-81 17 240 0 0,87-18-309 0 0,-2-3 0 0 0,-56 5 0 0 0,16-3 6 0 0,47-6-897 0 0,-42-2-1 0 0,43-1-14 0 0,24 2 492 0 0,-1-1 0 0 0,1 0-1 0 0,-1 1 1 0 0,1-1 0 0 0,-1-1 0 0 0,1 1 0 0 0,-1-1 0 0 0,1 1 0 0 0,-1-1 0 0 0,1 0 0 0 0,0 0 0 0 0,-1 0-1 0 0,1-1 1 0 0,0 1 0 0 0,0-1 0 0 0,0 0 0 0 0,-5-3 0 0 0,7 3-193 0 0,0 1-1 0 0,1-1 1 0 0,-1 1 0 0 0,0-1 0 0 0,1 0 0 0 0,-1 1-1 0 0,1-1 1 0 0,0 0 0 0 0,-1 1 0 0 0,1-1 0 0 0,0 0-1 0 0,0 1 1 0 0,1-3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28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28 133 1040 0 0,'7'-2'701'0'0,"-6"1"-575"0"0,0 1 1 0 0,0 0-1 0 0,0 0 0 0 0,1-1 1 0 0,-1 1-1 0 0,0 0 0 0 0,0-1 0 0 0,0 1 1 0 0,0-1-1 0 0,0 1 0 0 0,0-1 1 0 0,0 0-1 0 0,0 0 0 0 0,0 1 0 0 0,0-1 1 0 0,0 0-1 0 0,0 0 0 0 0,-1 0 0 0 0,1 0 1 0 0,0 0-1 0 0,-1 0 0 0 0,1 0 1 0 0,0 0-1 0 0,-1 0 0 0 0,1 0 0 0 0,-1 0 1 0 0,0 0-1 0 0,1 0 0 0 0,-1-1 1 0 0,0 0-1 0 0,1 1 16 0 0,-1 0 1 0 0,0 0 0 0 0,1 0-1 0 0,-1 0 1 0 0,0 0-1 0 0,1 0 1 0 0,-1 0-1 0 0,1 0 1 0 0,0 0-1 0 0,-1 0 1 0 0,1 0-1 0 0,0 1 1 0 0,0-1-1 0 0,-1 0 1 0 0,1 0-1 0 0,0 1 1 0 0,0-1-1 0 0,0 0 1 0 0,0 1-1 0 0,0-1 1 0 0,0 1 0 0 0,1-1-1 0 0,29-11 2112 0 0,-19 8-1477 0 0,13-3 393 0 0,-17 6-966 0 0,59-15 1286 0 0,40-8-805 0 0,116 3-338 0 0,-200 21-308 0 0,5-1-87 0 0,-1 1-1 0 0,0 2 0 0 0,1 0 0 0 0,-1 2 0 0 0,42 11 0 0 0,-68-14 42 0 0,1-1-1 0 0,0 1 1 0 0,-1-1-1 0 0,1 1 1 0 0,0 0-1 0 0,-1 0 1 0 0,1 0-1 0 0,-1 0 1 0 0,1 0-1 0 0,-1 0 1 0 0,0 0-1 0 0,1 0 1 0 0,-1 0-1 0 0,0 1 1 0 0,0-1-1 0 0,0 1 1 0 0,0-1-1 0 0,0 1 1 0 0,0-1-1 0 0,1 4 0 0 0,-1 0-19 0 0,0 0-1 0 0,0 1 0 0 0,0-1 0 0 0,-1 0 1 0 0,-1 11-1 0 0,1 0 59 0 0,0-11-14 0 0,0 0 1 0 0,0 1-1 0 0,-1-1 1 0 0,0 0 0 0 0,0 0-1 0 0,0 0 1 0 0,-1 0-1 0 0,0 0 1 0 0,0 0-1 0 0,0-1 1 0 0,0 1-1 0 0,-1-1 1 0 0,0 1 0 0 0,0-1-1 0 0,-5 6 1 0 0,-4 2 41 0 0,0-1 0 0 0,-1 0 0 0 0,-25 14 0 0 0,8-4-29 0 0,0-3 151 0 0,-32 15 0 0 0,31-17 205 0 0,-31 20-1 0 0,30-12-158 0 0,21-16-130 0 0,-1 0 0 0 0,0 0 1 0 0,0-1-1 0 0,-1 0 0 0 0,1-1 0 0 0,-25 8 1 0 0,-116 27 582 0 0,141-38-520 0 0,0 0 0 0 0,0-2 0 0 0,-1 1 0 0 0,1-2 0 0 0,-1 0 0 0 0,1 0 0 0 0,0-1 0 0 0,-1-1 0 0 0,1 0 1 0 0,0 0-1 0 0,-16-6 0 0 0,25 4-115 0 0,-21-4 297 0 0,19 7-289 0 0,5 1-57 0 0,0 0 1 0 0,0 0-1 0 0,0 1 0 0 0,0-1 1 0 0,0 0-1 0 0,0 0 0 0 0,0 0 1 0 0,0 0-1 0 0,0 0 0 0 0,0 1 1 0 0,-1-1-1 0 0,1 0 0 0 0,0 0 1 0 0,0 0-1 0 0,0 0 0 0 0,0 1 1 0 0,0-1-1 0 0,0 0 0 0 0,0 0 1 0 0,0 0-1 0 0,0 0 0 0 0,0 1 1 0 0,1-1-1 0 0,-1 0 0 0 0,0 0 1 0 0,0 0-1 0 0,0 0 0 0 0,0 1 1 0 0,0-1-1 0 0,0 0 1 0 0,0 0-1 0 0,0 0 0 0 0,0 0 1 0 0,0 0-1 0 0,1 1 0 0 0,-1-1 1 0 0,0 0-1 0 0,0 0 0 0 0,0 0 1 0 0,0 0-1 0 0,0 0 0 0 0,0 0 1 0 0,1 0-1 0 0,-1 0 0 0 0,0 0 1 0 0,0 0-1 0 0,0 1 0 0 0,0-1 1 0 0,1 0-1 0 0,-1 0 0 0 0,0 0 1 0 0,0 0-1 0 0,0 0 0 0 0,0 0 1 0 0,1 0-1 0 0,-1 0 0 0 0,0 0 1 0 0,0 0-1 0 0,0 0 0 0 0,0-1 1 0 0,1 1-1 0 0,2 0-24 0 0,0 1-1 0 0,0-1 1 0 0,0 1 0 0 0,-1-1-1 0 0,1 1 1 0 0,0 0-1 0 0,0 0 1 0 0,0 0 0 0 0,-1 0-1 0 0,1 1 1 0 0,-1-1-1 0 0,4 3 1 0 0,20 11-30 0 0,154 71 1486 0 0,-167-82-1476 0 0,0 1 0 0 0,0-2 1 0 0,0 0-1 0 0,0 0 0 0 0,1-2 1 0 0,0 1-1 0 0,-1-2 1 0 0,20-1-1 0 0,-21 1-666 0 0,-1-1 0 0 0,1-1-1 0 0,-1 0 1 0 0,1-1 0 0 0,-1 0 0 0 0,0-1 0 0 0,0 0-1 0 0,20-11 1 0 0,-26 11-105 0 0,1 0-1 0 0,-1-1 1 0 0,0 0-1 0 0,-1 1 1 0 0,1-1 0 0 0,3-6-1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29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82 1841 0 0,'-73'26'1352'0'0,"-175"51"3098"0"0,177-65-3626 0 0,44-8-570 0 0,1 0 1 0 0,1 2-1 0 0,-27 10 0 0 0,10 0-111 0 0,-40 22 1 0 0,69-31-105 0 0,1 0 0 0 0,0 1 0 0 0,0 1 1 0 0,1 0-1 0 0,0 0 0 0 0,0 1 0 0 0,-11 15 1 0 0,7-6 32 0 0,9-9-25 0 0,-2-1 0 0 0,1 0 0 0 0,-1 0-1 0 0,-14 11 1 0 0,-1-2-5 0 0,13-12 4 0 0,0 1 1 0 0,1 0-1 0 0,0 1 1 0 0,1 0 0 0 0,-1 0-1 0 0,1 0 1 0 0,1 1-1 0 0,0 1 1 0 0,-11 19-1 0 0,7 18 194 0 0,0-21-78 0 0,9-21-134 0 0,-1 0 1 0 0,1 0-1 0 0,0 0 0 0 0,0 0 0 0 0,0 0 0 0 0,1 0 0 0 0,0 1 0 0 0,0-1 0 0 0,0 1 0 0 0,1-1 0 0 0,0 1 0 0 0,0-1 0 0 0,0 1 0 0 0,1-1 0 0 0,-1 1 0 0 0,1-1 0 0 0,3 8 0 0 0,0-6 22 0 0,0 0 0 0 0,0 0-1 0 0,1 0 1 0 0,0-1 0 0 0,0 1-1 0 0,1-2 1 0 0,-1 1 0 0 0,1 0-1 0 0,1-1 1 0 0,-1 0 0 0 0,14 7-1 0 0,13 7 366 0 0,44 18-1 0 0,-46-23 56 0 0,4 1-290 0 0,0-2 0 0 0,1-2 0 0 0,1-1 0 0 0,0-2 0 0 0,43 4 0 0 0,391 27 52 0 0,-2-35 21 0 0,-311-4-311 0 0,-154 0 57 0 0,343-12-163 0 0,-298 7 149 0 0,0-2 0 0 0,-1-3 0 0 0,0-1 0 0 0,91-36 0 0 0,63-49-25 0 0,-199 95 29 0 0,31-16-257 0 0,42-26 0 0 0,-26 1-5 0 0,-23 18 212 0 0,4 1 86 0 0,-24 18-4 0 0,0 0 0 0 0,1 0 0 0 0,-1 0 0 0 0,-1-1 1 0 0,1 0-1 0 0,-1 0 0 0 0,0-1 0 0 0,-1 0 0 0 0,1 0 0 0 0,-1 0 0 0 0,-1-1 0 0 0,1 1 0 0 0,4-14 1 0 0,-7 15-27 0 0,-1-1 0 0 0,1 1 0 0 0,-1-1 0 0 0,0 0 0 0 0,-1 1 0 0 0,0-1 0 0 0,0 0 0 0 0,0 1 1 0 0,-1-1-1 0 0,0 0 0 0 0,0 1 0 0 0,-1-1 0 0 0,0 1 0 0 0,0-1 0 0 0,0 1 0 0 0,-6-11 0 0 0,-2 2 67 0 0,-1 0 0 0 0,0 1 0 0 0,-1 1 0 0 0,-22-21 0 0 0,0 0 245 0 0,20 19-160 0 0,-1 2 0 0 0,0 0 0 0 0,-1 1 0 0 0,-1 0 0 0 0,1 1 0 0 0,-31-13 0 0 0,2 5 207 0 0,-61-17 0 0 0,49 17-77 0 0,-33-11-63 0 0,-1 3-1 0 0,-1 4 1 0 0,-102-11-1 0 0,-144 13-533 0 0,317 20-178 0 0,-1 1 0 0 0,0 2 0 0 0,1 0 0 0 0,0 1 0 0 0,-40 11 0 0 0,58-14 323 0 0,0 1 0 0 0,1 0 0 0 0,-1 1 0 0 0,1-1 0 0 0,-1 0 0 0 0,1 1 0 0 0,0-1 0 0 0,0 1 0 0 0,-1 0 0 0 0,1 0 0 0 0,0 0 0 0 0,-2 2 0 0 0,4-3 3 0 0,-1 1 1 0 0,0-1-1 0 0,1 0 1 0 0,-1 0 0 0 0,1 1-1 0 0,0-1 1 0 0,-1 0-1 0 0,1 1 1 0 0,0-1-1 0 0,0 0 1 0 0,0 1 0 0 0,0-1-1 0 0,0 1 1 0 0,0-1-1 0 0,0 0 1 0 0,0 1-1 0 0,0-1 1 0 0,1 1 0 0 0,-1-1-1 0 0,0 0 1 0 0,1 0-1 0 0,0 1 1 0 0,0 0-1 0 0,2 3-728 0 0,0 0 0 0 0,1 0 0 0 0,-1-1 0 0 0,1 1 0 0 0,5 4 0 0 0,-8-8 631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38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1039 161 80 0 0,'1'-1'2101'0'0,"-8"-4"-1481"0"0,-11-5 654 0 0,10 5-476 0 0,0 1 0 0 0,1 0 0 0 0,-1 0 0 0 0,0 1 0 0 0,-1 0-1 0 0,1 1 1 0 0,-16-3 0 0 0,-13 3 120 0 0,0 3 1 0 0,-1 0-1 0 0,1 3 0 0 0,0 1 0 0 0,-65 18 0 0 0,60-12-701 0 0,-59 9 0 0 0,73-17-155 0 0,0 2-1 0 0,1 2 1 0 0,-46 16 0 0 0,40-9-142 0 0,6-9 26 0 0,-59-4 441 0 0,80-1-133 0 0,8 2-351 0 0,-9 4-60 0 0,-1-3 104 0 0,7-3 38 0 0,0 0 1 0 0,0 0-1 0 0,0 1 0 0 0,0-1 0 0 0,0 0 1 0 0,0 0-1 0 0,0 1 0 0 0,1-1 1 0 0,-1 1-1 0 0,0-1 0 0 0,0 1 0 0 0,0-1 1 0 0,1 1-1 0 0,-1-1 0 0 0,0 1 1 0 0,1 0-1 0 0,-1-1 0 0 0,0 1 0 0 0,1 0 1 0 0,-1 0-1 0 0,1-1 0 0 0,-1 1 1 0 0,1 0-1 0 0,0 0 0 0 0,-1 0 0 0 0,1 0 1 0 0,0 0-1 0 0,0-1 0 0 0,-1 1 1 0 0,1 0-1 0 0,0 0 0 0 0,0 0 0 0 0,0 0 1 0 0,0 0-1 0 0,0 0 0 0 0,0 0 1 0 0,0 0-1 0 0,1 1 0 0 0,-2-1 9 0 0,1 1 1 0 0,0-1-1 0 0,-1 0 1 0 0,1 1-1 0 0,-1-1 0 0 0,0 0 1 0 0,1 1-1 0 0,-1-1 1 0 0,0 0-1 0 0,0 0 0 0 0,0 0 1 0 0,0 1-1 0 0,0-1 0 0 0,0 0 1 0 0,0 0-1 0 0,0-1 1 0 0,0 1-1 0 0,-1 0 0 0 0,1 0 1 0 0,0 0-1 0 0,-2 0 0 0 0,-9 7 50 0 0,7-2 0 0 0,-1 0 0 0 0,1-1 0 0 0,0 2 0 0 0,-7 10-1 0 0,8-10-4 0 0,-1 0 0 0 0,1 0 1 0 0,-2-1-1 0 0,1 1 0 0 0,-9 6 0 0 0,7-9 14 0 0,6-3-52 0 0,-1-1-1 0 0,1 0 1 0 0,0 1-1 0 0,0-1 1 0 0,0 1-1 0 0,0 0 1 0 0,0-1-1 0 0,0 1 1 0 0,0 0-1 0 0,1 0 1 0 0,-1-1-1 0 0,0 1 1 0 0,0 0-1 0 0,0 0 1 0 0,1 0-1 0 0,-1 0 1 0 0,0 0-1 0 0,1 0 1 0 0,-1 0-1 0 0,1 0 1 0 0,0 1-1 0 0,-1-1 1 0 0,1 0-1 0 0,0 0 1 0 0,-1 2-1 0 0,1-2-1 0 0,0 0 0 0 0,0 0 0 0 0,0-1 0 0 0,0 1 0 0 0,0 0 0 0 0,0 0 0 0 0,-1 0 0 0 0,1-1 0 0 0,0 1 0 0 0,0 0-1 0 0,-1 0 1 0 0,1 0 0 0 0,-1-1 0 0 0,1 1 0 0 0,-1 0 0 0 0,1-1 0 0 0,-1 1 0 0 0,1 0 0 0 0,-1-1 0 0 0,1 1 0 0 0,-1-1 0 0 0,0 1 0 0 0,1-1-1 0 0,-1 1 1 0 0,0-1 0 0 0,0 0 0 0 0,1 1 0 0 0,-1-1 0 0 0,0 0 0 0 0,0 1 0 0 0,-1-1 0 0 0,1 0 9 0 0,0 0 1 0 0,0 1 0 0 0,1-1-1 0 0,-1 0 1 0 0,0 1-1 0 0,0-1 1 0 0,1 0 0 0 0,-1 1-1 0 0,0-1 1 0 0,0 1-1 0 0,1-1 1 0 0,-1 1-1 0 0,0-1 1 0 0,1 1 0 0 0,-1-1-1 0 0,1 1 1 0 0,-1 0-1 0 0,1-1 1 0 0,-1 1 0 0 0,1 0-1 0 0,0 0 1 0 0,-1-1-1 0 0,1 1 1 0 0,0 0-1 0 0,-1 0 1 0 0,1-1 0 0 0,0 1-1 0 0,0 0 1 0 0,0 0-1 0 0,0 0 1 0 0,0 1-1 0 0,0 38-154 0 0,5-36 12 0 0,49 22 54 0 0,-43-13 134 0 0,-5-9-54 0 0,21 6 0 0 0,20-5 2 0 0,-40-4-18 0 0,-1 0-50 0 0,-6 1-23 0 0,0 0 81 0 0,-1 0 0 0 0,1 0 0 0 0,0 0 0 0 0,-1 0-1 0 0,1 0 1 0 0,-1 0 0 0 0,0-1 0 0 0,0 1 0 0 0,1 0-1 0 0,-1 0 1 0 0,0 0 0 0 0,-1-1 0 0 0,1 1 0 0 0,0-1-1 0 0,0 1 1 0 0,-1-1 0 0 0,-1 2 0 0 0,-7 10 17 0 0,2 1 22 0 0,6-10-17 0 0,0 0 1 0 0,0-1-1 0 0,-1 1 1 0 0,1-1-1 0 0,-1 1 1 0 0,0-1-1 0 0,-5 5 1 0 0,7-7-9 0 0,1-1 1 0 0,-1 0-1 0 0,1 1 1 0 0,0-1-1 0 0,-1 1 1 0 0,1-1-1 0 0,-1 1 1 0 0,1 0-1 0 0,0-1 1 0 0,-1 1-1 0 0,1-1 1 0 0,0 1-1 0 0,0 0 1 0 0,-1-1-1 0 0,1 1 1 0 0,0-1-1 0 0,0 1 1 0 0,0 0-1 0 0,0-1 1 0 0,0 1-1 0 0,0 0 1 0 0,0-1-1 0 0,0 1 1 0 0,0 0-1 0 0,0-1 1 0 0,1 2-1 0 0,-1-2-4 0 0,0 1-1 0 0,0-1 1 0 0,0 0-1 0 0,0 1 0 0 0,0-1 1 0 0,0 1-1 0 0,0-1 1 0 0,0 0-1 0 0,0 1 0 0 0,0-1 1 0 0,0 1-1 0 0,0-1 1 0 0,0 0-1 0 0,0 1 1 0 0,0-1-1 0 0,0 0 0 0 0,0 1 1 0 0,0-1-1 0 0,-1 1 1 0 0,1-1-1 0 0,0 0 0 0 0,0 1 1 0 0,0-1-1 0 0,-1 0 1 0 0,1 1-1 0 0,0-1 1 0 0,-1 0-1 0 0,1 0 0 0 0,0 1 1 0 0,0-1-1 0 0,-1 0 1 0 0,1 0-1 0 0,0 1 1 0 0,-1-1-1 0 0,0 0 0 0 0,-7 2-13 0 0,8-2 12 0 0,-1 0 1 0 0,0 0-1 0 0,0 0 0 0 0,0 0 1 0 0,1 1-1 0 0,-1-1 0 0 0,0 0 1 0 0,0 0-1 0 0,0 1 0 0 0,1-1 1 0 0,-1 0-1 0 0,0 1 0 0 0,1-1 1 0 0,-1 0-1 0 0,0 1 0 0 0,1-1 1 0 0,-1 1-1 0 0,0-1 0 0 0,1 1 1 0 0,-1 0-1 0 0,1-1 0 0 0,-1 1 1 0 0,1 0-1 0 0,-1-1 0 0 0,1 1 1 0 0,0 0-1 0 0,-1-1 0 0 0,1 1 1 0 0,0 0-1 0 0,-1 0 0 0 0,1 0 1 0 0,0-1-1 0 0,0 1 0 0 0,0 0 1 0 0,0 0-1 0 0,0 1 0 0 0,0-1 2 0 0,0 0 0 0 0,0 0-1 0 0,0 0 1 0 0,-1 1-1 0 0,1-1 1 0 0,0 0 0 0 0,-1 0-1 0 0,1 0 1 0 0,0 0 0 0 0,-1 0-1 0 0,1 0 1 0 0,-1 0 0 0 0,0 0-1 0 0,1 0 1 0 0,-1-1-1 0 0,0 1 1 0 0,1 0 0 0 0,-1 0-1 0 0,0 0 1 0 0,0-1 0 0 0,0 1-1 0 0,0 0 1 0 0,1-1 0 0 0,-3 1-1 0 0,2 0 0 0 0,0 0 0 0 0,-1 0 0 0 0,1-1 0 0 0,0 1 0 0 0,0 0 0 0 0,0 0 0 0 0,0 0 0 0 0,0 0 0 0 0,0 0 0 0 0,0 0 0 0 0,0 1 0 0 0,1-1 0 0 0,-1 0 0 0 0,0 0 0 0 0,1 1 0 0 0,-1-1 0 0 0,1 0 0 0 0,-1 1 0 0 0,1-1 0 0 0,0 0 0 0 0,-1 1 0 0 0,1-1 0 0 0,0 0 0 0 0,0 1 0 0 0,0 1 0 0 0,0 44 26 0 0,0-47-25 0 0,0 1 0 0 0,0-1 0 0 0,0 1 1 0 0,0-1-1 0 0,0 1 0 0 0,0-1 1 0 0,-1 1-1 0 0,1-1 0 0 0,0 0 0 0 0,0 1 1 0 0,0-1-1 0 0,-1 1 0 0 0,1-1 0 0 0,0 1 1 0 0,-1-1-1 0 0,1 0 0 0 0,0 1 0 0 0,-1-1 1 0 0,1 0-1 0 0,0 1 0 0 0,-1-1 0 0 0,1 0 1 0 0,-1 0-1 0 0,1 1 0 0 0,-1-1 0 0 0,1 0 1 0 0,-1 0-1 0 0,1 0 0 0 0,-1 1 0 0 0,1-1 1 0 0,0 0-1 0 0,-1 0 0 0 0,1 0 1 0 0,-1 0-1 0 0,1 0 0 0 0,-1 0 0 0 0,1 0 1 0 0,-2 0-1 0 0,1-1-2 0 0,1 1 0 0 0,-1 0 0 0 0,0 0 0 0 0,1 0 0 0 0,-1 0 1 0 0,0 1-1 0 0,0-1 0 0 0,1 0 0 0 0,-1 0 0 0 0,0 0 0 0 0,1 1 0 0 0,-1-1 0 0 0,0 0 1 0 0,1 0-1 0 0,-1 1 0 0 0,1-1 0 0 0,-1 1 0 0 0,0-1 0 0 0,1 1 0 0 0,-1-1 1 0 0,1 1-1 0 0,-1-1 0 0 0,1 1 0 0 0,-1-1 0 0 0,1 1 0 0 0,0-1 0 0 0,-1 1 0 0 0,1 0 1 0 0,0-1-1 0 0,-1 1 0 0 0,1 0 0 0 0,0-1 0 0 0,0 1 0 0 0,0 0 0 0 0,0-1 0 0 0,-1 1 1 0 0,1 0-1 0 0,0 0 0 0 0,0-1 0 0 0,1 2 0 0 0,-1 67 214 0 0,0-68-210 0 0,0 0 1 0 0,0-1 0 0 0,1 1-1 0 0,-1 0 1 0 0,0 0 0 0 0,1 0 0 0 0,-1 0-1 0 0,1 0 1 0 0,-1 0 0 0 0,1-1-1 0 0,0 1 1 0 0,-1 0 0 0 0,1-1 0 0 0,0 1-1 0 0,-1 0 1 0 0,1-1 0 0 0,0 1-1 0 0,0-1 1 0 0,0 1 0 0 0,-1-1 0 0 0,1 1-1 0 0,0-1 1 0 0,0 1 0 0 0,0-1 0 0 0,0 0-1 0 0,0 0 1 0 0,0 0 0 0 0,0 1-1 0 0,1-1 1 0 0,4 1 14 0 0,-6 0-19 0 0,1-1 0 0 0,-1 0 1 0 0,0 0-1 0 0,1 0 1 0 0,-1 1-1 0 0,0-1 1 0 0,1 0-1 0 0,-1 0 1 0 0,0 1-1 0 0,1-1 0 0 0,-1 0 1 0 0,0 1-1 0 0,1-1 1 0 0,-1 0-1 0 0,0 1 1 0 0,0-1-1 0 0,1 0 1 0 0,-1 1-1 0 0,0-1 0 0 0,0 0 1 0 0,0 1-1 0 0,0-1 1 0 0,0 1-1 0 0,0-1 1 0 0,1 1-1 0 0,-1-1 0 0 0,0 0 1 0 0,0 1-1 0 0,0 0 1 0 0,4 8-28 0 0,6-4-16 0 0,-9-5 33 0 0,0 1 1 0 0,0-1 0 0 0,0 1-1 0 0,0-1 1 0 0,0 1 0 0 0,0-1 0 0 0,0 1-1 0 0,-1 0 1 0 0,1-1 0 0 0,0 1-1 0 0,0 0 1 0 0,0 0 0 0 0,-1-1-1 0 0,1 1 1 0 0,0 0 0 0 0,-1 0-1 0 0,1 0 1 0 0,-1 0 0 0 0,1 0-1 0 0,-1 0 1 0 0,0 0 0 0 0,1 0 0 0 0,-1 0-1 0 0,0 0 1 0 0,0 0 0 0 0,1 0-1 0 0,-1 0 1 0 0,0 0 0 0 0,0 1-1 0 0,0-1 1 0 0,0 0 0 0 0,-1 0-1 0 0,1 2 1 0 0,0-2 7 0 0,0 1-1 0 0,0-1 1 0 0,0 1-1 0 0,0-1 1 0 0,1 0-1 0 0,-1 1 1 0 0,0-1-1 0 0,1 1 1 0 0,-1-1-1 0 0,1 0 1 0 0,0 1-1 0 0,-1-1 1 0 0,1 0-1 0 0,0 0 1 0 0,0 1-1 0 0,0-1 1 0 0,0 0-1 0 0,0 0 1 0 0,0 0-1 0 0,0 0 1 0 0,0 0-1 0 0,2 1 1 0 0,-2-2 7 0 0,0 1 1 0 0,1 0-1 0 0,-1 0 0 0 0,0 0 1 0 0,0 0-1 0 0,0 1 1 0 0,0-1-1 0 0,0 0 0 0 0,0 0 1 0 0,0 0-1 0 0,-1 1 0 0 0,1-1 1 0 0,0 1-1 0 0,-1-1 1 0 0,1 0-1 0 0,-1 1 0 0 0,1-1 1 0 0,-1 1-1 0 0,0-1 1 0 0,0 1-1 0 0,0-1 0 0 0,0 3 1 0 0,0 57 234 0 0,1-60-240 0 0,-1 0 0 0 0,0-1 0 0 0,0 1 0 0 0,0 0 0 0 0,0-1 0 0 0,0 1 1 0 0,1-1-1 0 0,-1 1 0 0 0,0 0 0 0 0,1-1 0 0 0,-1 1 0 0 0,0-1 0 0 0,1 1 0 0 0,-1 0 0 0 0,1-1 0 0 0,-1 1 1 0 0,1-1-1 0 0,-1 0 0 0 0,1 1 0 0 0,-1-1 0 0 0,1 1 0 0 0,-1-1 0 0 0,1 0 0 0 0,0 1 0 0 0,-1-1 0 0 0,1 0 1 0 0,0 0-1 0 0,-1 1 0 0 0,1-1 0 0 0,0 0 0 0 0,-1 0 0 0 0,1 0 0 0 0,1 0 0 0 0,-2 0 0 0 0,1 0-1 0 0,0 0 1 0 0,0 0-1 0 0,-1 0 1 0 0,1 0-1 0 0,0 1 1 0 0,-1-1-1 0 0,1 0 1 0 0,0 0-1 0 0,-1 1 1 0 0,1-1-1 0 0,-1 0 1 0 0,1 1-1 0 0,0-1 1 0 0,-1 0-1 0 0,1 1 1 0 0,-1-1-1 0 0,1 1 1 0 0,-1-1-1 0 0,1 1 1 0 0,-1-1-1 0 0,0 1 1 0 0,1-1-1 0 0,-1 1 1 0 0,0 0-1 0 0,1-1 1 0 0,-1 1-1 0 0,0-1 1 0 0,0 1 0 0 0,1 0-1 0 0,-1-1 1 0 0,0 1-1 0 0,0 1 1 0 0,0-1-3 0 0,1 0 0 0 0,-1 0 1 0 0,0 0-1 0 0,0 0 0 0 0,1 0 1 0 0,-1 0-1 0 0,1 0 0 0 0,-1 0 1 0 0,1 0-1 0 0,-1 0 1 0 0,1 0-1 0 0,0 0 0 0 0,-1 0 1 0 0,1-1-1 0 0,0 1 0 0 0,0 0 1 0 0,0 0-1 0 0,0-1 1 0 0,-1 1-1 0 0,1-1 0 0 0,0 1 1 0 0,0 0-1 0 0,0-1 0 0 0,0 0 1 0 0,2 1-1 0 0,5 4-9 0 0,5 5 14 0 0,0-1 0 0 0,0 0 0 0 0,0-1-1 0 0,1 0 1 0 0,1-1 0 0 0,-1-1-1 0 0,21 7 1 0 0,-8-2 78 0 0,-24-9-72 0 0,-1-1 0 0 0,1 1 0 0 0,-1-1 0 0 0,1 0 0 0 0,-1 0 0 0 0,1 0 0 0 0,0-1 0 0 0,0 1 0 0 0,0-1-1 0 0,-1 1 1 0 0,1-1 0 0 0,0 0 0 0 0,0 0 0 0 0,0 0 0 0 0,0-1 0 0 0,4 0 0 0 0,2 0 17 0 0,31 1 59 0 0,-11 1-25 0 0,0-2 0 0 0,1 0 0 0 0,54-12 0 0 0,12-4 26 0 0,59-14 57 0 0,13-9 205 0 0,-156 37-270 0 0,-7 3 4 0 0,0-1-1 0 0,1-1 1 0 0,-1 1-1 0 0,0-1 0 0 0,0 0 1 0 0,7-3-1 0 0,-9 3 48 0 0,0-1 1 0 0,0 1-1 0 0,0-1 1 0 0,1 1-1 0 0,-1 0 0 0 0,1 0 1 0 0,4-1-1 0 0,-7 2-95 0 0,-1 1 0 0 0,1 0 0 0 0,-1-1 0 0 0,1 1-1 0 0,-1-1 1 0 0,1 1 0 0 0,-1-1 0 0 0,0 1 0 0 0,1-1 0 0 0,-1 1 0 0 0,1-1 0 0 0,-1 1-1 0 0,0-1 1 0 0,0 1 0 0 0,1-1 0 0 0,-1 0 0 0 0,0 1 0 0 0,0-1 0 0 0,0 1-1 0 0,0-1 1 0 0,0 0 0 0 0,0 1 0 0 0,0-1 0 0 0,0 0 0 0 0,0 1 0 0 0,0-1 0 0 0,0 0-1 0 0,0 1 1 0 0,0-2 0 0 0,-1 2-11 0 0,1-1 0 0 0,0 0 0 0 0,0 0 0 0 0,0 0 0 0 0,0 0 1 0 0,0 0-1 0 0,0 0 0 0 0,0 1 0 0 0,1-1 0 0 0,-1 0 0 0 0,0 0 0 0 0,0 0 0 0 0,1 0 0 0 0,-1 1 0 0 0,0-1 0 0 0,1 0 0 0 0,-1 0 0 0 0,1 0 0 0 0,0 0 0 0 0,7-4 113 0 0,-7 5-119 0 0,0 0-1 0 0,0-1 0 0 0,0 1 0 0 0,0-1 1 0 0,0 1-1 0 0,0-1 0 0 0,0 1 0 0 0,0-1 1 0 0,0 0-1 0 0,0 1 0 0 0,0-1 0 0 0,-1 0 1 0 0,1 0-1 0 0,0 1 0 0 0,0-1 0 0 0,-1 0 1 0 0,1 0-1 0 0,-1 0 0 0 0,1 0 0 0 0,-1 0 1 0 0,1 0-1 0 0,-1 0 0 0 0,0 0 1 0 0,1 0-1 0 0,-1 0 0 0 0,0-2 0 0 0,0 2-8 0 0,0 0 0 0 0,0 0-1 0 0,0 0 1 0 0,0 0 0 0 0,1 0-1 0 0,-1 0 1 0 0,0 0-1 0 0,0 0 1 0 0,1 0 0 0 0,-1 0-1 0 0,1 0 1 0 0,-1 0 0 0 0,1 0-1 0 0,-1 0 1 0 0,1 1-1 0 0,-1-1 1 0 0,1 0 0 0 0,0 0-1 0 0,-1 1 1 0 0,1-1 0 0 0,0 0-1 0 0,0 1 1 0 0,-1-1 0 0 0,1 1-1 0 0,0-1 1 0 0,0 1-1 0 0,0-1 1 0 0,1 0 0 0 0,-1 1-4 0 0,0 0 0 0 0,0-1 0 0 0,0 1 0 0 0,0-1 0 0 0,0 0 0 0 0,0 1 0 0 0,0-1 0 0 0,0 0 0 0 0,-1 1 0 0 0,1-1 0 0 0,0 0 0 0 0,0 0 0 0 0,-1 0 0 0 0,1 1 0 0 0,-1-1 0 0 0,1 0 0 0 0,-1 0 0 0 0,1 0 0 0 0,-1 0 0 0 0,1 0 0 0 0,-1 0 0 0 0,0 0 0 0 0,1 0 0 0 0,-1-1 0 0 0,0 1 0 0 0,0 0 0 0 0,0 0 0 0 0,0-1 0 0 0,-1-8 33 0 0,0 7-34 0 0,1 1 1 0 0,0-1 0 0 0,-1 1-1 0 0,1-1 1 0 0,0 1 0 0 0,0-1-1 0 0,0 1 1 0 0,1-1-1 0 0,-1 1 1 0 0,1-1 0 0 0,-1 1-1 0 0,1-1 1 0 0,0 1 0 0 0,0 0-1 0 0,0-1 1 0 0,1-2 0 0 0,3 1 9 0 0,-3 2-6 0 0,0 0 0 0 0,0 0 1 0 0,0 0-1 0 0,-1 0 0 0 0,1 0 0 0 0,0 0 0 0 0,-1-1 0 0 0,0 1 0 0 0,1-1 0 0 0,-1 1 0 0 0,0-1 0 0 0,0 1 0 0 0,0-1 1 0 0,-1 1-1 0 0,1-1 0 0 0,-1 0 0 0 0,1 0 0 0 0,-1 1 0 0 0,0-1 0 0 0,0 0 0 0 0,0-3 0 0 0,0-140 328 0 0,-1 142-325 0 0,1 0 0 0 0,0 1-1 0 0,-1-1 1 0 0,0 1 0 0 0,0-1 0 0 0,0 1 0 0 0,0 0 0 0 0,-1-1 0 0 0,1 1 0 0 0,-1 0 0 0 0,-4-6-1 0 0,4 6 1 0 0,0 0 0 0 0,0 0 0 0 0,1 0 0 0 0,-1-1 0 0 0,1 1 0 0 0,-1 0 0 0 0,1-1 0 0 0,0 1 0 0 0,1-1-1 0 0,-1 1 1 0 0,0-8 0 0 0,1 8-5 0 0,0-1 1 0 0,-1 1-1 0 0,1-1 0 0 0,-1 1 0 0 0,1 0 0 0 0,-1-1 1 0 0,0 1-1 0 0,-1 0 0 0 0,1 0 0 0 0,-1 0 0 0 0,1 0 1 0 0,-1 0-1 0 0,-3-4 0 0 0,3 4-1 0 0,1 0-1 0 0,-1 1 1 0 0,0-1-1 0 0,1 0 0 0 0,-1 0 1 0 0,1-1-1 0 0,0 1 1 0 0,0 0-1 0 0,0 0 1 0 0,1 0-1 0 0,-1-1 1 0 0,1 1-1 0 0,-1-5 1 0 0,1-186-83 0 0,1 185 92 0 0,-1 1 0 0 0,2 0 0 0 0,-1 0 0 0 0,1-1 0 0 0,0 1 0 0 0,1 0 0 0 0,0 1 1 0 0,0-1-1 0 0,5-9 0 0 0,-6 13 0 0 0,3-21 7 0 0,-5 24-23 0 0,-1-1-1 0 0,1 1 1 0 0,1-1 0 0 0,-1 1 0 0 0,0 0-1 0 0,0-1 1 0 0,0 1 0 0 0,1-1 0 0 0,-1 1-1 0 0,1 0 1 0 0,-1-1 0 0 0,1 1 0 0 0,-1 0-1 0 0,1-1 1 0 0,0 1 0 0 0,0-1 0 0 0,10-7-31 0 0,-10 8 42 0 0,1 0 0 0 0,-1 0 0 0 0,0 0 0 0 0,0-1 0 0 0,1 1 0 0 0,-1 0 0 0 0,0-1-1 0 0,0 1 1 0 0,0 0 0 0 0,0-1 0 0 0,-1 1 0 0 0,1-1 0 0 0,0 1 0 0 0,-1-1 0 0 0,1 0 0 0 0,-1 1 0 0 0,1-1 0 0 0,-1 0 0 0 0,0 1 0 0 0,0-1 0 0 0,0 0 0 0 0,0 1 0 0 0,0-1 0 0 0,0 0 0 0 0,0-1 0 0 0,-1 2-9 0 0,1 0 0 0 0,0-1-1 0 0,0 1 1 0 0,0 0-1 0 0,-1 0 1 0 0,1 0 0 0 0,-1 0-1 0 0,1 0 1 0 0,0 0-1 0 0,-1 0 1 0 0,0 0 0 0 0,1 1-1 0 0,-1-1 1 0 0,0 0 0 0 0,1 0-1 0 0,-1 0 1 0 0,0 1-1 0 0,0-1 1 0 0,0 0 0 0 0,0 1-1 0 0,1-1 1 0 0,-1 0-1 0 0,0 1 1 0 0,0-1 0 0 0,0 1-1 0 0,0 0 1 0 0,0-1 0 0 0,-3 1-1 0 0,-2-3-8 0 0,6 3 9 0 0,0 0 0 0 0,-1-1 0 0 0,1 1 0 0 0,0 0 0 0 0,-1 0 1 0 0,1-1-1 0 0,0 1 0 0 0,-1 0 0 0 0,1-1 0 0 0,0 1 0 0 0,-1 0 0 0 0,1-1 0 0 0,0 1 0 0 0,0 0 0 0 0,0-1 0 0 0,-1 1 0 0 0,1 0 0 0 0,0-1 0 0 0,0 1 0 0 0,0-1 0 0 0,0 1 0 0 0,0-1 0 0 0,0 1 0 0 0,0 0 0 0 0,0-1 1 0 0,0 1-1 0 0,0-1 0 0 0,0 1 0 0 0,0-1 0 0 0,0 1 0 0 0,0 0 0 0 0,0-1 0 0 0,0 0 2 0 0,0 1 0 0 0,0 0 0 0 0,0 0 0 0 0,1-1 0 0 0,-1 1 0 0 0,0 0-1 0 0,0-1 1 0 0,0 1 0 0 0,0 0 0 0 0,0-1 0 0 0,0 1 0 0 0,0 0 0 0 0,0-1 0 0 0,-1 1 0 0 0,1 0 0 0 0,0 0 0 0 0,0-1 0 0 0,0 1 0 0 0,0 0 0 0 0,0-1 0 0 0,0 1 0 0 0,-1 0 0 0 0,1 0-1 0 0,0-1 1 0 0,0 1 0 0 0,0 0 0 0 0,-1 0 0 0 0,1 0 0 0 0,0-1 0 0 0,0 1 0 0 0,-1 0 0 0 0,1 0 0 0 0,0 0 0 0 0,0 0 0 0 0,-1-1 0 0 0,1 1 0 0 0,0 0 0 0 0,-1 0 0 0 0,1 0 0 0 0,-1 0 0 0 0,-5-2 0 0 0,6 2 0 0 0,-1 0 0 0 0,0 0 0 0 0,0 0 0 0 0,0 0 0 0 0,0 0 0 0 0,0-1 0 0 0,0 1 0 0 0,0 0 0 0 0,1-1 0 0 0,-1 1 0 0 0,0 0 0 0 0,0-1 0 0 0,0 1 0 0 0,1-1 0 0 0,-1 1 0 0 0,0-1 0 0 0,1 0 0 0 0,-1 1 0 0 0,0-1 0 0 0,1 0 0 0 0,-1 1 0 0 0,1-1 0 0 0,-1 0 0 0 0,1 0 0 0 0,-1 1 0 0 0,1-1 0 0 0,-1 0 0 0 0,1 0 0 0 0,0 0 0 0 0,0 0 0 0 0,-1-1 0 0 0,1 2 0 0 0,0-1 0 0 0,0 0 0 0 0,0 1 0 0 0,0-1 0 0 0,0 0 0 0 0,-1 1 0 0 0,1-1 0 0 0,0 1 0 0 0,-1-1 0 0 0,1 0 0 0 0,0 1 0 0 0,-1-1 0 0 0,1 1 0 0 0,0-1 0 0 0,-1 1 0 0 0,1-1 0 0 0,-1 1 0 0 0,1-1 0 0 0,-1 1 0 0 0,0-1 0 0 0,1 1 0 0 0,-1 0 0 0 0,1-1 0 0 0,-1 1 0 0 0,0 0 0 0 0,1-1 0 0 0,-1 1 0 0 0,0 0 0 0 0,1 0 0 0 0,-1 0 0 0 0,0 0 0 0 0,1 0 0 0 0,-2 0 0 0 0,1 0 0 0 0,1 0 0 0 0,-1 0 0 0 0,0-1 0 0 0,1 1 0 0 0,-1 0 0 0 0,0 0 0 0 0,1 0 0 0 0,-1 0 0 0 0,0-1 0 0 0,1 1 0 0 0,-1 0 0 0 0,0-1 0 0 0,1 1 0 0 0,-1 0 0 0 0,1-1 0 0 0,-1 1 0 0 0,1-1 0 0 0,-1 1 0 0 0,1-1 0 0 0,-1 1 0 0 0,1-1 0 0 0,-1 1 0 0 0,1-1 0 0 0,0 1 0 0 0,-1-1 0 0 0,1 0 0 0 0,0 1 0 0 0,0-1 0 0 0,-1 1 0 0 0,1-1 0 0 0,0 0 0 0 0,0 1 0 0 0,0-2 0 0 0,0-39 93 0 0,-6 35-40 0 0,-9 1-93 0 0,0 0 0 0 0,0 1 0 0 0,-1 1 0 0 0,0 0 0 0 0,1 2 0 0 0,-1-1 0 0 0,0 2 0 0 0,0 0 0 0 0,-22 3 0 0 0,34-2-340 0 0,3 0 541 0 0,-5 10-3770 0 0,3-7 2702 0 0,0 0 0 0 0,0 0-1 0 0,0 0 1 0 0,1 0 0 0 0,0 1 0 0 0,0-1 0 0 0,-2 7 0 0 0,2 1-1981 0 0,0 0 0 0 0,1-1 0 0 0,1 23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32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9 2561 0 0,'-11'-3'737'0'0,"0"0"295"0"0,1 1 3469 0 0,9 3-4407 0 0,1 0 1 0 0,0 0 0 0 0,0 0-1 0 0,0 0 1 0 0,0 0 0 0 0,0 0-1 0 0,0 0 1 0 0,0 0 0 0 0,0 0-1 0 0,0 0 1 0 0,1 0-1 0 0,-1 0 1 0 0,0 0 0 0 0,1 0-1 0 0,-1 0 1 0 0,1 0 0 0 0,-1 0-1 0 0,1 0 1 0 0,-1 0 0 0 0,2 1-1 0 0,20 14 146 0 0,-6 18 121 0 0,-5-21-181 0 0,0-1 1 0 0,1 0 0 0 0,0-1 0 0 0,27 18-1 0 0,-20-15 229 0 0,33 31 0 0 0,-46-39-202 0 0,0 1 1 0 0,-1 0-1 0 0,1 0 1 0 0,-1 1-1 0 0,-1 0 1 0 0,1-1-1 0 0,-1 2 0 0 0,5 14 1 0 0,-7-14 151 0 0,0-1 0 0 0,-1 1-1 0 0,1 15 1 0 0,-2-20-321 0 0,0 0 0 0 0,0 0-1 0 0,0 0 1 0 0,1 0-1 0 0,-1 0 1 0 0,1 0 0 0 0,0 0-1 0 0,0 0 1 0 0,0 0-1 0 0,1 0 1 0 0,0 0 0 0 0,-1-1-1 0 0,1 1 1 0 0,0-1-1 0 0,1 1 1 0 0,-1-1 0 0 0,1 0-1 0 0,-1 0 1 0 0,5 4 0 0 0,2-1-231 0 0,1 0 0 0 0,0 0 0 0 0,0-1 0 0 0,0-1 0 0 0,0 1 0 0 0,1-2 0 0 0,0 1 0 0 0,0-1 0 0 0,0-1 0 0 0,11 1 1 0 0,22 6-3329 0 0,-23-7 1440 0 0,-15-4-1349 0 0,-12-5 1471 0 0,-21-5-922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33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34 379 2081 0 0,'0'0'2641'0'0,"-33"0"0"0"0,33-6-640 0 0,0-2-960 0 0,33 2-321 0 0,-33-7-160 0 0,65-16-79 0 0,0-4 159 0 0,66-30 480 0 0,124-26 81 0 0,-92 20-1441 0 0,-65 42-160 0 0,-33 6-161 0 0,0 7-639 0 0,33 14-1521 0 0,-65 0-2322 0 0,0 6 561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33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15 1601 0 0,'0'0'121'0'0,"0"-1"1"0"0,0 1-1 0 0,-1 0 1 0 0,1-1-1 0 0,0 1 1 0 0,0-1-1 0 0,-1 1 1 0 0,1 0-1 0 0,0-1 1 0 0,-1 1-1 0 0,1 0 1 0 0,-1 0-1 0 0,1-1 1 0 0,0 1-1 0 0,-1 0 1 0 0,1 0-1 0 0,-1-1 1 0 0,1 1-1 0 0,0 0 1 0 0,-1 0-1 0 0,1 0 1 0 0,-1 0-1 0 0,1 0 1 0 0,-1 0-1 0 0,1 0 1 0 0,-1 0-1 0 0,1 0 1 0 0,-1 0-1 0 0,0 0 1 0 0,-14 0 895 0 0,15 0-730 0 0,-27-3 3690 0 0,54 7-3232 0 0,-5 0-558 0 0,-11 4 386 0 0,26 3 74 0 0,0-1 0 0 0,1-2 0 0 0,40 4 0 0 0,3-4-589 0 0,-1-3 0 0 0,150-11-1 0 0,-78-14-3898 0 0,-146 19 3531 0 0,19-7-1919 0 0,-24 7 2066 0 0,-1 1-1 0 0,1-1 1 0 0,-1 0-1 0 0,1 1 1 0 0,0-1-1 0 0,-1 0 0 0 0,1 0 1 0 0,-1 1-1 0 0,1-1 1 0 0,-1 0-1 0 0,0 0 1 0 0,1 0-1 0 0,-1 0 1 0 0,0 1-1 0 0,0-1 1 0 0,0 0-1 0 0,1 0 1 0 0,-1 0-1 0 0,0 0 1 0 0,0 0-1 0 0,-1-1 1 0 0,1-19-3132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34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1201 0 0,'33'14'1600'0'0,"-33"7"81"0"0,0-9-400 0 0,0 30 479 0 0,0 27 241 0 0,0-13-1120 0 0,-33-23-721 0 0,33 9-80 0 0,0-7-80 0 0,0-2 80 0 0,33-12 0 0 0,-33-7-320 0 0,0-20-1121 0 0,0-2-2881 0 0,0-5-480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35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80 0 0,'0'-2'114'0'0,"0"1"-1"0"0,1-1 0 0 0,-1 0 1 0 0,0 1-1 0 0,1-1 1 0 0,-1 0-1 0 0,1 1 1 0 0,-1-1-1 0 0,1 1 1 0 0,0-1-1 0 0,-1 1 1 0 0,1-1-1 0 0,0 1 1 0 0,0-1-1 0 0,0 1 1 0 0,0 0-1 0 0,1 0 0 0 0,-1-1 1 0 0,0 1-1 0 0,3-1 1 0 0,5-8 531 0 0,3-5 524 0 0,-11 13-1051 0 0,0-1 1 0 0,1 1-1 0 0,-1 0 1 0 0,1 0-1 0 0,0 1 0 0 0,0-1 1 0 0,-1 0-1 0 0,1 0 0 0 0,0 1 1 0 0,0-1-1 0 0,1 1 1 0 0,2-2-1 0 0,12-6 264 0 0,0 0 0 0 0,1 1 0 0 0,0 1-1 0 0,0 1 1 0 0,0 1 0 0 0,1 0 0 0 0,19-2 0 0 0,-10 5-242 0 0,0 0 0 0 0,0 2 0 0 0,40 4 0 0 0,-56-2-139 0 0,0 1 0 0 0,0 0 0 0 0,-1 1 0 0 0,1 0-1 0 0,-1 0 1 0 0,0 2 0 0 0,20 11 0 0 0,-27-14 4 0 0,1 0 0 0 0,-2-1-1 0 0,1 2 1 0 0,0-1 0 0 0,0 0 0 0 0,-1 1-1 0 0,0-1 1 0 0,0 1 0 0 0,0 0 0 0 0,0 0-1 0 0,0 0 1 0 0,-1 0 0 0 0,0 1-1 0 0,0-1 1 0 0,0 1 0 0 0,0-1 0 0 0,-1 1-1 0 0,0 0 1 0 0,0 0 0 0 0,1 6 0 0 0,-2 68 1102 0 0,0-77-1073 0 0,0 0-1 0 0,0 0 1 0 0,0 0 0 0 0,-1 0 0 0 0,1 0 0 0 0,0 1-1 0 0,-1-1 1 0 0,0 0 0 0 0,1 0 0 0 0,-1 0-1 0 0,0 0 1 0 0,0-1 0 0 0,0 1 0 0 0,0 0 0 0 0,0 0-1 0 0,-1 0 1 0 0,1-1 0 0 0,0 1 0 0 0,-3 1 0 0 0,-6 10 24 0 0,7-10-34 0 0,1 0 1 0 0,0 0-1 0 0,-1 0 1 0 0,1 0 0 0 0,-1 0-1 0 0,0 0 1 0 0,0-1-1 0 0,0 1 1 0 0,0-1-1 0 0,0 0 1 0 0,-6 3 0 0 0,6-3 16 0 0,-1 0 0 0 0,0 0 0 0 0,0 1 0 0 0,1 0 1 0 0,-1 0-1 0 0,1 0 0 0 0,0 0 0 0 0,0 0 0 0 0,-4 5 1 0 0,1-2 69 0 0,0 0 1 0 0,0 0 0 0 0,-1-1-1 0 0,0 0 1 0 0,0 0 0 0 0,-10 4 0 0 0,-52 24 760 0 0,63-30-792 0 0,0 0 1 0 0,0 0 0 0 0,0-1-1 0 0,-1 0 1 0 0,1 0 0 0 0,-1-1 0 0 0,1 1-1 0 0,-1-2 1 0 0,0 1 0 0 0,1-1-1 0 0,-1 0 1 0 0,0 0 0 0 0,1 0-1 0 0,-1-1 1 0 0,0 0 0 0 0,1-1 0 0 0,-1 1-1 0 0,1-1 1 0 0,-7-3 0 0 0,5 3-88 0 0,8 2 10 0 0,-1 0 1 0 0,0 0-1 0 0,0 0 0 0 0,0-1 0 0 0,1 1 0 0 0,-1 0 0 0 0,0 0 0 0 0,0 0 1 0 0,1-1-1 0 0,-1 1 0 0 0,0 0 0 0 0,0-1 0 0 0,1 1 0 0 0,-1-1 0 0 0,0 1 1 0 0,1-1-1 0 0,-1 1 0 0 0,0-1 0 0 0,1 1 0 0 0,-1-1 0 0 0,1 1 0 0 0,-1-1 1 0 0,1 0-1 0 0,-1 1 0 0 0,1-1 0 0 0,0 0 0 0 0,-1 0 0 0 0,1 1 0 0 0,0-1 1 0 0,0 0-1 0 0,-1 0 0 0 0,1 1 0 0 0,0-1 0 0 0,0 0 0 0 0,0-1 0 0 0,0 1 9 0 0,0 1-1 0 0,0-1 0 0 0,-1 1 0 0 0,1-1 1 0 0,0 1-1 0 0,0-1 0 0 0,0 1 0 0 0,-1-1 0 0 0,1 1 1 0 0,0-1-1 0 0,-1 1 0 0 0,1-1 0 0 0,0 1 1 0 0,-1 0-1 0 0,1-1 0 0 0,-1 1 0 0 0,1-1 1 0 0,0 1-1 0 0,-1 0 0 0 0,1 0 0 0 0,-1-1 0 0 0,1 1 1 0 0,-1 0-1 0 0,1 0 0 0 0,-1-1 0 0 0,1 1 1 0 0,-1 0-1 0 0,1 0 0 0 0,-2 0 0 0 0,1 0-5 0 0,1 0 1 0 0,-1 0-1 0 0,0-1 0 0 0,1 1 0 0 0,-1 0 0 0 0,0 0 0 0 0,1-1 0 0 0,-1 1 1 0 0,1 0-1 0 0,-1-1 0 0 0,0 1 0 0 0,1 0 0 0 0,-1-1 0 0 0,1 1 1 0 0,-1-1-1 0 0,1 1 0 0 0,-1-1 0 0 0,1 1 0 0 0,0-1 0 0 0,-1 1 0 0 0,1-1 1 0 0,0 0-1 0 0,-1 1 0 0 0,1-1 0 0 0,0 1 0 0 0,-1-1 0 0 0,1 0 0 0 0,0 1 1 0 0,0-1-1 0 0,0 0 0 0 0,0 0 0 0 0,0 0-6 0 0,0 0 0 0 0,0 1 0 0 0,0-1 0 0 0,0 0 0 0 0,0 1 0 0 0,1-1 0 0 0,-1 0 0 0 0,0 0-1 0 0,1 1 1 0 0,-1-1 0 0 0,0 0 0 0 0,1 1 0 0 0,-1-1 0 0 0,1 1 0 0 0,-1-1 0 0 0,1 1 0 0 0,-1-1 0 0 0,1 1 0 0 0,-1-1 0 0 0,1 1 0 0 0,-1-1 0 0 0,1 1 0 0 0,0-1 0 0 0,-1 1-1 0 0,1 0 1 0 0,0-1 0 0 0,26-4-81 0 0,-21 5 57 0 0,1 1 0 0 0,-1-1 0 0 0,0 1 0 0 0,1 0 0 0 0,9 3 0 0 0,-12-2 56 0 0,0 0 1 0 0,0 0-1 0 0,0 1 0 0 0,-1-1 0 0 0,1 1 0 0 0,-1 0 0 0 0,1 0 1 0 0,3 5-1 0 0,-4-5 8 0 0,0 0 1 0 0,0 0-1 0 0,0 0 1 0 0,0 0-1 0 0,0-1 0 0 0,0 0 1 0 0,1 1-1 0 0,5 1 1 0 0,1 0 26 0 0,1 0 0 0 0,0-1 1 0 0,0 0-1 0 0,0-1 0 0 0,16 2 0 0 0,-16-3-30 0 0,25 3-144 0 0,0-2 1 0 0,0-1-1 0 0,1-2 1 0 0,42-7-1 0 0,-46 3-1663 0 0,-1-2 0 0 0,38-13 0 0 0,-26 6-2605 0 0,16 0 213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37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805 570 480 0 0,'0'1'169'0'0,"0"-1"0"0"0,0 0 0 0 0,0 0 0 0 0,0 1 0 0 0,0-1 0 0 0,0 0 0 0 0,0 0 0 0 0,0 1 0 0 0,0-1 0 0 0,0 0 0 0 0,0 0-1 0 0,0 1 1 0 0,0-1 0 0 0,0 0 0 0 0,0 0 0 0 0,0 0 0 0 0,0 1 0 0 0,1-1 0 0 0,-1 0 0 0 0,0 0 0 0 0,0 0 0 0 0,0 1 0 0 0,0-1 0 0 0,1 0 0 0 0,-1 0 0 0 0,0 0 0 0 0,0 0 0 0 0,0 0-1 0 0,1 1 1 0 0,-1-1 0 0 0,0 0 0 0 0,0 0 0 0 0,0 0 0 0 0,1 0 0 0 0,-1 0 0 0 0,0 0 0 0 0,0 0 0 0 0,1 0 0 0 0,-1 0 0 0 0,0 0 0 0 0,1 0 0 0 0,12-3-172 0 0,0-1 2901 0 0,-13 3-1713 0 0,0 1-1109 0 0,0-1 0 0 0,1 1 1 0 0,-1 0-1 0 0,0-1 0 0 0,0 1 0 0 0,0 0 1 0 0,0-1-1 0 0,0 1 0 0 0,0 0 0 0 0,0-1 1 0 0,0 1-1 0 0,0 0 0 0 0,0-1 0 0 0,-1 1 1 0 0,1 0-1 0 0,0 0 0 0 0,0-1 0 0 0,0 1 1 0 0,0 0-1 0 0,0-1 0 0 0,0 1 0 0 0,-1 0 1 0 0,1 0-1 0 0,0-1 0 0 0,0 1 0 0 0,-1 0 1 0 0,1 0-1 0 0,0 0 0 0 0,0-1 0 0 0,-1 1 1 0 0,1 0-1 0 0,0 0 0 0 0,0 0 0 0 0,-1 0 1 0 0,1-1-1 0 0,0 1 0 0 0,-1 0 0 0 0,-2 0 90 0 0,2 0-126 0 0,0 0 0 0 0,0 0-1 0 0,0 1 1 0 0,0-1 0 0 0,-1 0 0 0 0,1 0 0 0 0,0-1-1 0 0,0 1 1 0 0,0 0 0 0 0,0 0 0 0 0,0 0-1 0 0,0-1 1 0 0,0 1 0 0 0,0-1 0 0 0,0 1 0 0 0,0-1-1 0 0,0 1 1 0 0,0-1 0 0 0,1 1 0 0 0,-1-1-1 0 0,0 0 1 0 0,0 1 0 0 0,0-2 0 0 0,-5 0 427 0 0,-5-1-276 0 0,-1-1 1 0 0,1 0 0 0 0,0-1-1 0 0,-11-6 1 0 0,-36-14 544 0 0,3 3-136 0 0,-19-6 27 0 0,55 24-545 0 0,-1-1 95 0 0,0-1-1 0 0,0-1 0 0 0,-27-13 0 0 0,-23-14 36 0 0,42 21-165 0 0,-37-22 1 0 0,2-3-22 0 0,-37-25 135 0 0,40 27 145 0 0,59 35-291 0 0,0 0 0 0 0,0-1 0 0 0,0 1-1 0 0,0 0 1 0 0,0 0 0 0 0,0 0 0 0 0,0 0 0 0 0,-1 1-1 0 0,1-1 1 0 0,0 0 0 0 0,-1 0 0 0 0,1 1-1 0 0,0-1 1 0 0,-1 1 0 0 0,1-1 0 0 0,-1 1-1 0 0,1 0 1 0 0,0 0 0 0 0,-1-1 0 0 0,1 1-1 0 0,-1 0 1 0 0,-1 0 0 0 0,1 0 19 0 0,24 0-21 0 0,-16 0-79 0 0,-5 1 60 0 0,1-1 0 0 0,0 1 0 0 0,-1-1 1 0 0,1 0-1 0 0,0 0 0 0 0,0 1 0 0 0,-1-1 1 0 0,1 0-1 0 0,0-1 0 0 0,0 1 0 0 0,2-1 1 0 0,5 0 20 0 0,470-32 1386 0 0,-422 23-1656 0 0,0-2 1 0 0,86-30 0 0 0,-102 29-704 0 0,17-7-2673 0 0,-18 1-2289 0 0,-7 5 264 0 0,0 7 827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38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49 320 0 0,'-157'-20'13833'0'0,"129"19"-10765"0"0,29 1-3013 0 0,-1 0 0 0 0,0 0 0 0 0,0 0 0 0 0,0 0 0 0 0,0 0 0 0 0,0 0 0 0 0,0 0 0 0 0,0 0 0 0 0,1-1 0 0 0,-1 1 0 0 0,0 0 0 0 0,0 0 0 0 0,0 0 0 0 0,0 0 0 0 0,0 0 0 0 0,0 0 0 0 0,0-1 0 0 0,0 1 0 0 0,0 0 0 0 0,0 0 0 0 0,0 0 0 0 0,0 0 0 0 0,0 0 0 0 0,0-1 0 0 0,0 1 0 0 0,0 0 0 0 0,0 0 0 0 0,0 0 0 0 0,0 0 0 0 0,0-1 0 0 0,0 1 0 0 0,0 0 0 0 0,0 0 0 0 0,0 0 0 0 0,0 0 0 0 0,0 0 0 0 0,0-1 0 0 0,0 1 0 0 0,0 0 0 0 0,-1 0 0 0 0,1 0 0 0 0,0 0 0 0 0,0 0 0 0 0,0 0 0 0 0,0 0 0 0 0,0-1 0 0 0,0 1 0 0 0,-1 0 0 0 0,56-8 678 0 0,103-4-186 0 0,-98 10-413 0 0,76 7 1 0 0,-66-1-97 0 0,25 2-152 0 0,33 1-946 0 0,-102-7-749 0 0,30 2-687 0 0,-37 2-1062 0 0,6 2-3506 0 0,-21-5 2943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39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1 480 0 0,'0'0'4802'0'0,"-1"2"-2346"0"0,7 4-1870 0 0,31 15 2108 0 0,116 36-293 0 0,-145-54-2314 0 0,105 45 810 0 0,190 111 0 0 0,-243-131-840 0 0,-6-2-180 0 0,-52-25 20 0 0,-1 0 0 0 0,0 0 0 0 0,0 0 0 0 0,0 0 0 0 0,0 1 0 0 0,-1-1 1 0 0,1 0-1 0 0,0 0 0 0 0,0 1 0 0 0,-1-1 0 0 0,1 0 0 0 0,-1 1 0 0 0,1-1 0 0 0,-1 0 1 0 0,0 1-1 0 0,1-1 0 0 0,-1 1 0 0 0,0-1 0 0 0,0 1 0 0 0,0-1 0 0 0,0 1 0 0 0,0-1 1 0 0,0 1-1 0 0,-1 1 0 0 0,0 4-1394 0 0,1 8-3985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39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1 414 1601 0 0,'0'-8'2481'0'0,"65"-13"0"0"0,33-18 400 0 0,98-65 1201 0 0,0 14-2641 0 0,-98 28-1601 0 0,-66 20-881 0 0,34 15-2480 0 0,-34 7-2882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40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55 80 0 0,'0'-1'52'0'0,"0"1"-1"0"0,0-1 1 0 0,-1 1-1 0 0,1-1 1 0 0,0 1-1 0 0,0-1 1 0 0,-1 1-1 0 0,1-1 0 0 0,0 1 1 0 0,-1-1-1 0 0,1 1 1 0 0,-1-1-1 0 0,1 1 1 0 0,0 0-1 0 0,-1-1 1 0 0,1 1-1 0 0,-1 0 1 0 0,1-1-1 0 0,-1 1 1 0 0,1 0-1 0 0,-1 0 1 0 0,1 0-1 0 0,-1-1 1 0 0,0 1-1 0 0,1 0 1 0 0,-1 0-1 0 0,1 0 1 0 0,-1 0-1 0 0,1 0 1 0 0,-1 0-1 0 0,0 0 1 0 0,1 0-1 0 0,-2 0 1 0 0,2 0 18 0 0,-1 0 0 0 0,1 1 0 0 0,-1-1 0 0 0,0 0 0 0 0,1 0 0 0 0,-1 0 0 0 0,1-1 0 0 0,-1 1 0 0 0,0 0 0 0 0,1 0 0 0 0,-1 0 0 0 0,1 0 0 0 0,-1 0 0 0 0,0-1 0 0 0,1 1 0 0 0,-1 0 0 0 0,1-1 0 0 0,-1 1 0 0 0,1 0 0 0 0,-1-1 1 0 0,1 1-1 0 0,-1 0 0 0 0,1-1 0 0 0,0 1 0 0 0,-1-1 0 0 0,1 1 0 0 0,-1-1 0 0 0,1 1 0 0 0,0-1 0 0 0,0 0 0 0 0,-1 1 0 0 0,1-1 0 0 0,0 1 0 0 0,-1-2 0 0 0,1 1 184 0 0,-1 0 0 0 0,0-1 0 0 0,1 1 0 0 0,-1 0 1 0 0,0-1-1 0 0,0 1 0 0 0,0 0 0 0 0,0 0 0 0 0,0 0 0 0 0,0 0 0 0 0,-1 0 1 0 0,1 0-1 0 0,0 0 0 0 0,0 0 0 0 0,-1 1 0 0 0,1-1 0 0 0,-1 0 0 0 0,1 1 1 0 0,0-1-1 0 0,-1 1 0 0 0,1 0 0 0 0,-1-1 0 0 0,1 1 0 0 0,-1 0 0 0 0,-2 0 0 0 0,-51-6 3486 0 0,46 5-2815 0 0,-15-1 105 0 0,-8 0 1380 0 0,66 1-1248 0 0,281 13-284 0 0,-131-4-716 0 0,-89-5-348 0 0,164 10 41 0 0,-90 12-5086 0 0,-132-16-332 0 0,-10 4-1467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41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1361 0 0,'0'0'1921'0'0,"0"6"-1"0"0,0 15 241 0 0,0 21 721 0 0,0 20-481 0 0,0 7-1281 0 0,0 14-159 0 0,-33 12 399 0 0,0 15-639 0 0,1-20-401 0 0,64-22-640 0 0,1-26-561 0 0,0-27-399 0 0,-1-36-11526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41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712 117 1281 0 0,'0'0'132'0'0,"0"-1"1"0"0,0 1 0 0 0,0 0-1 0 0,0-1 1 0 0,1 1-1 0 0,-1 0 1 0 0,0-1 0 0 0,0 1-1 0 0,0 0 1 0 0,1 0 0 0 0,-1-1-1 0 0,0 1 1 0 0,0 0 0 0 0,0 0-1 0 0,1-1 1 0 0,-1 1 0 0 0,0 0-1 0 0,1 0 1 0 0,-1 0-1 0 0,0-1 1 0 0,0 1 0 0 0,1 0-1 0 0,-1 0 1 0 0,0 0 0 0 0,1 0-1 0 0,-1 0 1 0 0,0 0 0 0 0,1 0-1 0 0,0 0 1 0 0,17-1 345 0 0,-17 1-13 0 0,10-7 815 0 0,-5 3-946 0 0,0 0-1 0 0,1 1 1 0 0,-1 0-1 0 0,1 0 1 0 0,-1 0-1 0 0,1 1 1 0 0,8-2-1 0 0,104-4 3042 0 0,-119 8-3318 0 0,0 0-1 0 0,1 0 1 0 0,-1 0 0 0 0,0 0-1 0 0,0 1 1 0 0,1-1 0 0 0,-1 0-1 0 0,0 0 1 0 0,1 0 0 0 0,-1 0-1 0 0,0 1 1 0 0,0-1 0 0 0,1 0-1 0 0,-1 0 1 0 0,0 0-1 0 0,0 1 1 0 0,0-1 0 0 0,1 0-1 0 0,-1 0 1 0 0,0 1 0 0 0,0-1-1 0 0,0 0 1 0 0,0 1 0 0 0,1-1-1 0 0,-1 0 1 0 0,0 0-1 0 0,0 1 1 0 0,0-1 0 0 0,0 0-1 0 0,0 1 1 0 0,0-1 0 0 0,0 0-1 0 0,0 1 1 0 0,0-1 0 0 0,0 0-1 0 0,0 1 1 0 0,0-1 0 0 0,0 0-1 0 0,0 1 1 0 0,0-1-1 0 0,-1 0 1 0 0,1 0 0 0 0,0 1-1 0 0,0-1 1 0 0,0 0 0 0 0,0 1-1 0 0,-1-1 1 0 0,1 0 0 0 0,0 0-1 0 0,0 1 1 0 0,0-1 0 0 0,-1 0-1 0 0,1 0 1 0 0,0 0-1 0 0,0 1 1 0 0,-1-1 0 0 0,1 0-1 0 0,0 0 1 0 0,-1 0 0 0 0,1 0-1 0 0,0 0 1 0 0,0 0 0 0 0,-1 1-1 0 0,1-1 1 0 0,-10 0 199 0 0,5 0-128 0 0,1 1 1 0 0,-1-1-1 0 0,1-1 0 0 0,-1 1 1 0 0,0-1-1 0 0,1 1 0 0 0,-1-1 0 0 0,1 0 1 0 0,-1-1-1 0 0,-4-1 0 0 0,4 0-42 0 0,-1 1-1 0 0,0 1 1 0 0,1-1-1 0 0,-1 1 0 0 0,0 0 1 0 0,0 0-1 0 0,0 0 1 0 0,-8 1-1 0 0,-7-1 107 0 0,-110-28 635 0 0,-5 2-280 0 0,116 24-485 0 0,1 1 1 0 0,-38 0 0 0 0,50 3-25 0 0,-22 1-73 0 0,25 1 17 0 0,-18-1-9 0 0,22-2 24 0 0,0 0-1 0 0,-1 0 1 0 0,1 0-1 0 0,0 0 1 0 0,-1 1-1 0 0,1-1 1 0 0,0 0-1 0 0,-1 0 1 0 0,1 0-1 0 0,0 1 1 0 0,-1-1-1 0 0,1 0 1 0 0,0 0-1 0 0,0 1 1 0 0,-1-1-1 0 0,1 0 1 0 0,0 0-1 0 0,0 1 1 0 0,0-1-1 0 0,0 0 1 0 0,-1 1-1 0 0,1-1 1 0 0,0 0-1 0 0,0 1 1 0 0,0-1-1 0 0,0 0 0 0 0,0 1 1 0 0,0-1-1 0 0,0 0 1 0 0,0 1-1 0 0,0 0 1 0 0,1 3-31 0 0,-2 13-111 0 0,0-14 125 0 0,1 0 1 0 0,-1 1 0 0 0,1 0 0 0 0,0-1 0 0 0,0 1 0 0 0,0-1-1 0 0,1 1 1 0 0,-1-1 0 0 0,1 1 0 0 0,0-1 0 0 0,0 0 0 0 0,0 1-1 0 0,2 3 1 0 0,7 2-33 0 0,-9-8 62 0 0,1 0-1 0 0,-1 0 1 0 0,0 1 0 0 0,0-1 0 0 0,1 0 0 0 0,-1 0 0 0 0,0 1 0 0 0,0-1 0 0 0,0 0 0 0 0,-1 1 0 0 0,1-1 0 0 0,0 1 0 0 0,0-1 0 0 0,-1 1 0 0 0,1-1 0 0 0,-1 1 0 0 0,1 0 0 0 0,-1-1 0 0 0,0 4 0 0 0,1-4 16 0 0,-1 0 0 0 0,0 1 0 0 0,0-1 0 0 0,0 0 0 0 0,1 0 1 0 0,-1 0-1 0 0,1 0 0 0 0,-1 0 0 0 0,1 0 0 0 0,-1 0 0 0 0,1 0 0 0 0,-1 0 0 0 0,1 0 0 0 0,0 0 1 0 0,0 0-1 0 0,-1 0 0 0 0,1-1 0 0 0,0 1 0 0 0,0 0 0 0 0,0 0 0 0 0,0-1 0 0 0,0 1 0 0 0,0-1 1 0 0,0 1-1 0 0,0-1 0 0 0,0 1 0 0 0,0-1 0 0 0,2 1 0 0 0,3 1 84 0 0,-3 0-109 0 0,0-1-1 0 0,0 0 1 0 0,1 1 0 0 0,-1-1-1 0 0,1 0 1 0 0,-1-1 0 0 0,1 1-1 0 0,-1-1 1 0 0,1 0 0 0 0,5 0-1 0 0,44-4-341 0 0,-13 1 301 0 0,45-2-123 0 0,-63 2 52 0 0,1 1 0 0 0,0 2-1 0 0,-1 0 1 0 0,26 4-1 0 0,-46-3 69 0 0,0-1-1 0 0,0 1 1 0 0,1 0-1 0 0,-1-1 1 0 0,0 1-1 0 0,0 0 1 0 0,0 0-1 0 0,0 0 1 0 0,3 3-1 0 0,9 4-41 0 0,-7-5 73 0 0,-1 0-1 0 0,1 0 1 0 0,-1 1-1 0 0,1 0 1 0 0,-1 1 0 0 0,-1-1-1 0 0,1 1 1 0 0,-1 0-1 0 0,1 1 1 0 0,-2-1 0 0 0,1 1-1 0 0,0 0 1 0 0,6 12 0 0 0,-10-16 17 0 0,-1 0 1 0 0,1 0 0 0 0,0 0 0 0 0,-1 0 0 0 0,1 0 0 0 0,-1 0 0 0 0,0 0 0 0 0,0 0 0 0 0,0 0 0 0 0,0 0 0 0 0,0 0 0 0 0,0 0 0 0 0,0 0-1 0 0,-1 0 1 0 0,1 0 0 0 0,-1 0 0 0 0,0 0 0 0 0,1-1 0 0 0,-1 1 0 0 0,-2 3 0 0 0,0 1 27 0 0,-1-1-1 0 0,1 1 1 0 0,-2-1-1 0 0,1 0 1 0 0,-6 5 0 0 0,-5 4 250 0 0,-1-1 1 0 0,-1-1-1 0 0,0 0 1 0 0,0-1-1 0 0,-1-1 1 0 0,-1 0-1 0 0,0-2 1 0 0,-36 12-1 0 0,8-7 623 0 0,-1-2 0 0 0,-77 6 0 0 0,92-14-916 0 0,0-3 1 0 0,0 0 0 0 0,1-2-1 0 0,-1-2 1 0 0,0-1 0 0 0,1-1-1 0 0,0-2 1 0 0,1-1 0 0 0,-35-15-1 0 0,56 20-149 0 0,1 1-1 0 0,0-1 1 0 0,1-1 0 0 0,-1 0-1 0 0,-10-7 1 0 0,17 10-141 0 0,-1-1 1 0 0,1 1 0 0 0,-1-1-1 0 0,1 0 1 0 0,0 1-1 0 0,0-1 1 0 0,-3-5 0 0 0,4 4-432 0 0,-1 1 1 0 0,1 0 0 0 0,0-1-1 0 0,0 1 1 0 0,1-1 0 0 0,-1 1-1 0 0,1-1 1 0 0,-1-5 0 0 0,1-32-10622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48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1876 86 640 0 0,'-33'-6'2335'0'0,"33"2"-1228"0"0,0 4-1040 0 0,0 0 1 0 0,0-1-1 0 0,0 1 1 0 0,0 0 0 0 0,0 0-1 0 0,-1-1 1 0 0,1 1-1 0 0,0 0 1 0 0,0-1-1 0 0,0 1 1 0 0,0 0 0 0 0,0-1-1 0 0,0 1 1 0 0,0 0-1 0 0,0-1 1 0 0,0 1-1 0 0,0 0 1 0 0,0 0 0 0 0,0-1-1 0 0,1 1 1 0 0,-1 0-1 0 0,0-1 1 0 0,0 1-1 0 0,0 0 1 0 0,0 0 0 0 0,0-1-1 0 0,1 1 1 0 0,-1 0-1 0 0,0 0 1 0 0,0-1-1 0 0,0 1 1 0 0,1 0 0 0 0,-1 0-1 0 0,0-1 1 0 0,0 1-1 0 0,1 0 1 0 0,-1 0-1 0 0,0 0 1 0 0,1 0 0 0 0,-1 0-1 0 0,0-1 1 0 0,0 1-1 0 0,1 0 1 0 0,-1 0-1 0 0,1 0 1 0 0,20 0 746 0 0,-21 0-748 0 0,0 0 0 0 0,0 0 0 0 0,0 0 0 0 0,0 0 0 0 0,0-1 0 0 0,0 1 0 0 0,0 0 0 0 0,-1 0 0 0 0,1 0 0 0 0,0 0 0 0 0,0 0 0 0 0,0-1 0 0 0,0 1 0 0 0,0 0 0 0 0,0 0 0 0 0,0 0 0 0 0,0 0 0 0 0,0-1 0 0 0,0 1 0 0 0,0 0 0 0 0,0 0 0 0 0,0 0 0 0 0,0-1 0 0 0,0 1 0 0 0,0 0 0 0 0,0 0 0 0 0,0 0 1 0 0,0 0-1 0 0,0-1 0 0 0,0 1 0 0 0,0 0 0 0 0,1 0 0 0 0,-1 0 0 0 0,0 0 0 0 0,0 0 0 0 0,0-1 0 0 0,0 1 0 0 0,0 0 0 0 0,0 0 0 0 0,-9-1 578 0 0,0 0 0 0 0,-1-1 0 0 0,-14-5 0 0 0,8 3 125 0 0,0 0-1 0 0,-29-3 1 0 0,2 3 39 0 0,-66-1 705 0 0,83 3-953 0 0,0-1 1 0 0,-48-12-1 0 0,69 14-522 0 0,-1 0 0 0 0,0 0 0 0 0,0 1 1 0 0,1-1-1 0 0,-1 1 0 0 0,-10 2 0 0 0,-4-1 15 0 0,-51-1 94 0 0,11 0-134 0 0,-103 0 67 0 0,53 7-107 0 0,89-5-12 0 0,12-2 32 0 0,0 1 1 0 0,0 0 0 0 0,0 0 0 0 0,1 1 0 0 0,-18 6 0 0 0,4-2-38 0 0,-6-3 34 0 0,19-3 18 0 0,-1 1 0 0 0,1 1-1 0 0,-1-1 1 0 0,1 2 0 0 0,0-1-1 0 0,0 1 1 0 0,0 1 0 0 0,0-1-1 0 0,-15 11 1 0 0,-31 12-8 0 0,52-21 0 0 0,-26 10-53 0 0,24-12 58 0 0,7-2 2 0 0,-4-1 10 0 0,-26 5 34 0 0,-37 16-145 0 0,59-19 105 0 0,0-1-1 0 0,-1 1 0 0 0,2 0 0 0 0,-1 1 0 0 0,-10 5 0 0 0,-14 6 63 0 0,26-13-66 0 0,3-1-7 0 0,0 0 1 0 0,0 0-1 0 0,0 0 0 0 0,0 0 0 0 0,0 0 0 0 0,0 1 1 0 0,0-1-1 0 0,0 0 0 0 0,-1 1 0 0 0,1-1 1 0 0,0 1-1 0 0,1-1 0 0 0,-1 1 0 0 0,0-1 1 0 0,0 1-1 0 0,0-1 0 0 0,0 1 0 0 0,0 0 1 0 0,0 0-1 0 0,1 0 0 0 0,-1-1 0 0 0,0 1 1 0 0,1 0-1 0 0,-2 2 0 0 0,2-2 3 0 0,-1 0-1 0 0,0 0 0 0 0,0 0 1 0 0,0-1-1 0 0,0 1 0 0 0,0 0 1 0 0,0 0-1 0 0,0 0 1 0 0,0-1-1 0 0,0 1 0 0 0,-1-1 1 0 0,1 1-1 0 0,0-1 0 0 0,0 1 1 0 0,-1-1-1 0 0,1 1 1 0 0,0-1-1 0 0,0 0 0 0 0,-1 0 1 0 0,-1 0-1 0 0,1 1 2 0 0,-63 34-138 0 0,65-35 134 0 0,-1 0-1 0 0,1 0 1 0 0,0 0 0 0 0,0 0-1 0 0,-1 0 1 0 0,1 0-1 0 0,0 0 1 0 0,0 0 0 0 0,-1 1-1 0 0,1-1 1 0 0,0 0 0 0 0,0 0-1 0 0,-1 0 1 0 0,1 0-1 0 0,0 0 1 0 0,0 1 0 0 0,0-1-1 0 0,0 0 1 0 0,-1 0 0 0 0,1 0-1 0 0,0 1 1 0 0,0-1-1 0 0,0 0 1 0 0,0 0 0 0 0,0 1-1 0 0,0-1 1 0 0,0 0 0 0 0,-1 0-1 0 0,1 1 1 0 0,0-1-1 0 0,0 0 1 0 0,0 0 0 0 0,0 1-1 0 0,0-1 1 0 0,0 5-55 0 0,1-5 52 0 0,-1 0-1 0 0,0 0 1 0 0,0 1 0 0 0,0-1-1 0 0,0 0 1 0 0,0 0-1 0 0,0 1 1 0 0,0-1-1 0 0,0 0 1 0 0,0 1-1 0 0,0-1 1 0 0,0 0-1 0 0,0 1 1 0 0,0-1-1 0 0,0 0 1 0 0,0 0-1 0 0,0 1 1 0 0,0-1-1 0 0,0 0 1 0 0,0 1-1 0 0,0-1 1 0 0,0 0-1 0 0,-1 0 1 0 0,1 1-1 0 0,0-1 1 0 0,0 0-1 0 0,0 0 1 0 0,0 1-1 0 0,-1-1 1 0 0,1 0-1 0 0,0 0 1 0 0,0 1-1 0 0,-1-1 1 0 0,1 0-1 0 0,-3 2-19 0 0,-14 6 56 0 0,0 1 0 0 0,0-2 1 0 0,-1 0-1 0 0,0-1 0 0 0,-26 4 1 0 0,-10 10 73 0 0,54-20-106 0 0,-1 0 1 0 0,1 0 0 0 0,0 0-1 0 0,0 0 1 0 0,-1 1 0 0 0,1-1-1 0 0,0 0 1 0 0,-1 0-1 0 0,1 0 1 0 0,0 0 0 0 0,0 0-1 0 0,0 1 1 0 0,-1-1 0 0 0,1 0-1 0 0,0 0 1 0 0,0 0 0 0 0,0 1-1 0 0,-1-1 1 0 0,1 0 0 0 0,0 0-1 0 0,0 1 1 0 0,0-1 0 0 0,0 0-1 0 0,0 0 1 0 0,-1 1 0 0 0,1-1-1 0 0,0 0 1 0 0,0 0 0 0 0,0 1-1 0 0,0-1 1 0 0,0 0 0 0 0,0 1-1 0 0,0-1 1 0 0,0 1-2 0 0,0-1 0 0 0,0 0 0 0 0,0 0 0 0 0,0 1 0 0 0,0-1 0 0 0,0 0-1 0 0,0 0 1 0 0,0 0 0 0 0,0 1 0 0 0,0-1 0 0 0,0 0 0 0 0,0 0 0 0 0,0 0 0 0 0,0 1 0 0 0,0-1 0 0 0,-1 0 0 0 0,1 0 0 0 0,0 0 0 0 0,0 1-1 0 0,0-1 1 0 0,0 0 0 0 0,0 0 0 0 0,-1 0 0 0 0,1 0 0 0 0,0 0 0 0 0,0 1 0 0 0,0-1 0 0 0,-1 0 0 0 0,1 0 0 0 0,0 0 0 0 0,0 0-1 0 0,0 0 1 0 0,-1 0 0 0 0,1 0 0 0 0,0 0 0 0 0,0 0 0 0 0,0 0 0 0 0,-1 0 0 0 0,0 0-16 0 0,0 0 13 0 0,0 0-1 0 0,0-1 0 0 0,0 1 0 0 0,0 0 0 0 0,1 0 1 0 0,-1 0-1 0 0,0 0 0 0 0,0 0 0 0 0,0 0 0 0 0,0 0 1 0 0,1 0-1 0 0,-1 0 0 0 0,0 1 0 0 0,0-1 0 0 0,0 0 1 0 0,1 0-1 0 0,-1 1 0 0 0,0-1 0 0 0,0 0 0 0 0,1 1 0 0 0,-1-1 1 0 0,0 1-1 0 0,0-1 0 0 0,1 1 0 0 0,-1 0 0 0 0,1-1 1 0 0,-1 1-1 0 0,1-1 0 0 0,-1 1 0 0 0,1 0 0 0 0,-1-1 1 0 0,1 1-1 0 0,-1 0 0 0 0,1 0 0 0 0,0 0 0 0 0,-1-1 1 0 0,1 2-1 0 0,-1-1 0 0 0,1 0 1 0 0,-1 0-1 0 0,1 0 1 0 0,-1 0-1 0 0,1 0 0 0 0,-1-1 1 0 0,0 1-1 0 0,1 0 1 0 0,-1 0-1 0 0,0-1 1 0 0,0 1-1 0 0,1-1 0 0 0,-1 1 1 0 0,0-1-1 0 0,0 1 1 0 0,0-1-1 0 0,0 1 1 0 0,0-1-1 0 0,0 0 1 0 0,0 1-1 0 0,0-1 0 0 0,0 0 1 0 0,-1 0-1 0 0,-5 3 63 0 0,6-2-17 0 0,0 0 0 0 0,0 1-1 0 0,1-1 1 0 0,-1 0 0 0 0,1 0 0 0 0,-1 1-1 0 0,1-1 1 0 0,-1 0 0 0 0,1 0 0 0 0,0 1 0 0 0,-1-1-1 0 0,1 1 1 0 0,0-1 0 0 0,0 0 0 0 0,0 1-1 0 0,0-1 1 0 0,1 0 0 0 0,-1 1 0 0 0,0-1-1 0 0,1 2 1 0 0,-1-2-28 0 0,1 1 0 0 0,-1-1 1 0 0,0 0-1 0 0,0 1 0 0 0,1-1 0 0 0,-1 0 0 0 0,0 1 0 0 0,0-1 0 0 0,-1 1 1 0 0,1-1-1 0 0,0 0 0 0 0,0 1 0 0 0,-1-1 0 0 0,1 0 0 0 0,-1 1 0 0 0,1-1 0 0 0,-1 0 1 0 0,1 0-1 0 0,-1 0 0 0 0,-1 3 0 0 0,-7 1-26 0 0,8-4 12 0 0,0-1-1 0 0,0 1 1 0 0,1 0-1 0 0,-1-1 1 0 0,0 1-1 0 0,0 0 1 0 0,0-1-1 0 0,1 1 1 0 0,-1 0-1 0 0,0 0 1 0 0,1 0-1 0 0,-1 0 1 0 0,0 0-1 0 0,1-1 1 0 0,-1 1-1 0 0,1 0 1 0 0,0 0-1 0 0,-1 0 1 0 0,1 0-1 0 0,0 1 1 0 0,0-1-1 0 0,-1 0 1 0 0,1 0-1 0 0,0 0 1 0 0,0 0-1 0 0,0 0 1 0 0,0 0-1 0 0,1 0 1 0 0,-1 2-1 0 0,0-2-3 0 0,-1-1 0 0 0,1 1 0 0 0,-1 0 0 0 0,1 0 0 0 0,-1 0 0 0 0,1 0 0 0 0,-1 0 0 0 0,0-1 0 0 0,1 1 0 0 0,-1 0 0 0 0,0-1 0 0 0,0 1 0 0 0,1 0-1 0 0,-1-1 1 0 0,0 1 0 0 0,0-1 0 0 0,0 1 0 0 0,0-1 0 0 0,0 0 0 0 0,0 1 0 0 0,0-1 0 0 0,0 0 0 0 0,1 0 0 0 0,-1 0 0 0 0,0 1 0 0 0,0-1 0 0 0,-2 0 0 0 0,-7 2-16 0 0,8-1 22 0 0,1 0 0 0 0,-1 0 0 0 0,0 0 0 0 0,0 0 0 0 0,0 0 0 0 0,1 1 0 0 0,-1-1 1 0 0,0 0-1 0 0,1 1 0 0 0,-1-1 0 0 0,1 1 0 0 0,0 0 0 0 0,-1-1 0 0 0,1 1 0 0 0,0 0 0 0 0,0 0 0 0 0,0 0 0 0 0,0 0 0 0 0,1 0 0 0 0,-2 3 0 0 0,1 3 16 0 0,0 1 0 0 0,0-1-1 0 0,1 1 1 0 0,0 10-1 0 0,1 3-81 0 0,-1 61 264 0 0,0-82-204 0 0,0 1 0 0 0,0-1 1 0 0,0 1-1 0 0,0-1 1 0 0,1 0-1 0 0,-1 1 0 0 0,1-1 1 0 0,-1 0-1 0 0,1 1 0 0 0,-1-1 1 0 0,1 0-1 0 0,0 0 0 0 0,-1 0 1 0 0,1 1-1 0 0,0-1 1 0 0,0 0-1 0 0,0 0 0 0 0,0 0 1 0 0,0 0-1 0 0,0 0 0 0 0,0-1 1 0 0,2 2-1 0 0,-2-1 3 0 0,0 0 0 0 0,1-1 0 0 0,-1 1 0 0 0,0 0 0 0 0,0 0 0 0 0,0 0 0 0 0,0 0 0 0 0,0 0 0 0 0,-1 1 0 0 0,1-1 0 0 0,0 0 0 0 0,0 0 0 0 0,-1 0 0 0 0,1 1 0 0 0,-1-1 0 0 0,1 0 0 0 0,-1 1 0 0 0,1-1 0 0 0,-1 0 0 0 0,0 1 0 0 0,0-1 0 0 0,0 2 0 0 0,0-2 5 0 0,0 0 0 0 0,0-1 0 0 0,1 1 0 0 0,-1 0 0 0 0,0-1 0 0 0,0 1 0 0 0,0-1 0 0 0,0 1 0 0 0,1-1 0 0 0,-1 1 0 0 0,0 0 0 0 0,0-1 1 0 0,1 1-1 0 0,-1-1 0 0 0,0 1 0 0 0,1-1 0 0 0,-1 1 0 0 0,1-1 0 0 0,-1 0 0 0 0,1 1 0 0 0,-1-1 0 0 0,1 1 0 0 0,-1-1 0 0 0,1 0 0 0 0,-1 0 0 0 0,1 1 0 0 0,-1-1 0 0 0,1 0 0 0 0,0 0 0 0 0,-1 1 0 0 0,1-1 0 0 0,-1 0 0 0 0,1 0 0 0 0,0 0 0 0 0,-1 0 0 0 0,1 0 0 0 0,0 0 0 0 0,0 0-4 0 0,-1 0 0 0 0,1 0 0 0 0,0 0 0 0 0,0 0 0 0 0,-1 0-1 0 0,1 0 1 0 0,0 0 0 0 0,-1 0 0 0 0,1 1 0 0 0,-1-1 0 0 0,1 0-1 0 0,0 1 1 0 0,-1-1 0 0 0,1 0 0 0 0,-1 1 0 0 0,1-1-1 0 0,-1 0 1 0 0,1 1 0 0 0,-1-1 0 0 0,1 1 0 0 0,-1-1 0 0 0,1 1-1 0 0,-1-1 1 0 0,1 1 0 0 0,-1-1 0 0 0,0 1 0 0 0,1 0 0 0 0,-1-1-1 0 0,0 1 1 0 0,0 0 0 0 0,1-1 0 0 0,-1 1 0 0 0,0 0-1 0 0,0-1 1 0 0,0 1 0 0 0,0 0 0 0 0,0 0 0 0 0,0 1-2 0 0,0-1 0 0 0,0 1 0 0 0,0-1 0 0 0,0 1 0 0 0,0-1 0 0 0,0 1 0 0 0,0-1 0 0 0,0 0 0 0 0,1 1 0 0 0,-1-1 0 0 0,1 1 0 0 0,-1-1 0 0 0,1 0 0 0 0,-1 1 0 0 0,1-1 0 0 0,0 0 0 0 0,0 1 0 0 0,0-1 0 0 0,-1 0 0 0 0,1 0 0 0 0,0 0 0 0 0,1 0 0 0 0,-1 0 0 0 0,0 0 0 0 0,2 1 0 0 0,3 2-13 0 0,-2 4-7 0 0,-4-8 20 0 0,0 1 1 0 0,0-1-1 0 0,0 0 0 0 0,0 1 0 0 0,0-1 0 0 0,0 0 0 0 0,0 1 1 0 0,0-1-1 0 0,0 0 0 0 0,0 0 0 0 0,0 1 0 0 0,0-1 1 0 0,1 0-1 0 0,-1 1 0 0 0,0-1 0 0 0,0 0 0 0 0,0 0 0 0 0,1 1 1 0 0,-1-1-1 0 0,0 0 0 0 0,0 0 0 0 0,1 0 0 0 0,-1 1 1 0 0,0-1-1 0 0,0 0 0 0 0,1 0 0 0 0,-1 0 0 0 0,0 0 0 0 0,0 0 1 0 0,1 0-1 0 0,0 1 0 0 0,6 3 10 0 0,1 0-1 0 0,-1 1 1 0 0,1 0-1 0 0,-1 0 1 0 0,10 10-1 0 0,-12-9-22 0 0,1-1 0 0 0,0 0-1 0 0,0 0 1 0 0,1-1-1 0 0,-1 0 1 0 0,1 0-1 0 0,0 0 1 0 0,8 2 0 0 0,15 1 0 0 0,58 4 0 0 0,-4 0 31 0 0,53 24-78 0 0,-111-28 58 0 0,1 5 26 0 0,-23-10-14 0 0,0 0-1 0 0,0 0 0 0 0,0 0 0 0 0,0-1 0 0 0,0 1 0 0 0,1-1 0 0 0,4 0 1 0 0,154 22 152 0 0,-136-18-185 0 0,-1 0 0 0 0,50 18 0 0 0,-48-14 6 0 0,168 51 19 0 0,-171-54 21 0 0,1-1 0 0 0,0-1-1 0 0,39 0 1 0 0,-11 0 70 0 0,294 35 309 0 0,-142-36 178 0 0,-113-4-289 0 0,16-7 115 0 0,-88 6-301 0 0,10-3 65 0 0,-1-1 0 0 0,0-1 1 0 0,34-14-1 0 0,-23 7-67 0 0,-17 4-83 0 0,0-1 1 0 0,-1-1 0 0 0,0-1-1 0 0,40-31 1 0 0,-45 30-95 0 0,1 0 1 0 0,36-19-1 0 0,43-16-337 0 0,-93 45 386 0 0,-4 7-173 0 0,-1-1 493 0 0,-2-2-270 0 0,-1-1-1 0 0,1 1 0 0 0,0 0 0 0 0,0-1 1 0 0,0 1-1 0 0,0-1 0 0 0,0 1 0 0 0,0-1 1 0 0,-3-2-1 0 0,1 2 22 0 0,4 0-25 0 0,-1 0 1 0 0,0 0-1 0 0,0 0 0 0 0,1 0 0 0 0,-1 0 1 0 0,1 0-1 0 0,-1 0 0 0 0,1-1 0 0 0,-1 1 1 0 0,1 0-1 0 0,0 0 0 0 0,-1 0 0 0 0,1 0 1 0 0,0-1-1 0 0,0 1 0 0 0,0 0 0 0 0,0 0 1 0 0,0-1-1 0 0,0 1 0 0 0,0 0 0 0 0,1 0 1 0 0,0-3-1 0 0,-1-2 72 0 0,0-1-51 0 0,-1 5-28 0 0,1 0-1 0 0,0 0 1 0 0,0 0 0 0 0,0 0-1 0 0,0 0 1 0 0,0 0 0 0 0,0 0-1 0 0,1 0 1 0 0,-1 0 0 0 0,1 0-1 0 0,-1 0 1 0 0,1 1 0 0 0,0-1-1 0 0,0 0 1 0 0,0-2-1 0 0,10-5 16 0 0,-9 8-27 0 0,-1 0 0 0 0,0 0 0 0 0,1-1 0 0 0,-1 1 0 0 0,0 0 0 0 0,0-1 0 0 0,0 1 0 0 0,0 0 0 0 0,0-1 0 0 0,0 1 0 0 0,0-1 0 0 0,-1 0 0 0 0,1 1 0 0 0,0-1 0 0 0,-1 0 0 0 0,0 1 0 0 0,1-1 0 0 0,-1 0 0 0 0,0 0 0 0 0,0 1 0 0 0,0-1 0 0 0,0 0 0 0 0,0 0 0 0 0,0-2 0 0 0,-1-6 0 0 0,1 7 0 0 0,-1 0 0 0 0,1 0 0 0 0,0 0 0 0 0,0 0 0 0 0,0 0 0 0 0,0 0 0 0 0,1-1 0 0 0,-1 1 0 0 0,1 0 0 0 0,0 0 0 0 0,0 0 0 0 0,2-4 0 0 0,7-3 0 0 0,-9 9 0 0 0,0 0 0 0 0,1 0 0 0 0,-1 0 0 0 0,0 0 0 0 0,0 0 0 0 0,0 0 0 0 0,1-1 0 0 0,-1 1 0 0 0,-1-1 0 0 0,1 1 0 0 0,0-1 0 0 0,0 1 0 0 0,0-1 0 0 0,-1 1 0 0 0,1-1 0 0 0,-1 1 0 0 0,0-1 0 0 0,1 0 0 0 0,-1 1 0 0 0,0-1 0 0 0,0-2 0 0 0,0-84 254 0 0,0 86-244 0 0,0 0 0 0 0,0 0 0 0 0,0 0 0 0 0,-1 0 0 0 0,1 1 0 0 0,-1-1 0 0 0,1 0 0 0 0,-1 0 0 0 0,1 1 0 0 0,-1-1 0 0 0,0 0 0 0 0,0 1 0 0 0,0-1 0 0 0,0 1 0 0 0,0-1-1 0 0,-1 1 1 0 0,1 0 0 0 0,0-1 0 0 0,-2 0 0 0 0,2 1-4 0 0,-1 0-1 0 0,1-1 0 0 0,0 1 1 0 0,-1 0-1 0 0,1-1 1 0 0,0 1-1 0 0,0-1 0 0 0,0 1 1 0 0,0-1-1 0 0,1 0 0 0 0,-1 1 1 0 0,0-1-1 0 0,1 0 0 0 0,-1 0 1 0 0,1 1-1 0 0,-1-1 0 0 0,1 0 1 0 0,0 0-1 0 0,0-2 0 0 0,0 2 2 0 0,0 0 0 0 0,-1 0-1 0 0,1 0 1 0 0,0 0 0 0 0,-1 0-1 0 0,1 0 1 0 0,-1 0 0 0 0,0 0-1 0 0,0 0 1 0 0,0 0 0 0 0,0 0-1 0 0,0 0 1 0 0,0 1 0 0 0,0-1-1 0 0,0 0 1 0 0,-1 1 0 0 0,1-1-1 0 0,-3-2 1 0 0,-6-6 27 0 0,-22-32 112 0 0,28 26-133 0 0,4 15-13 0 0,0 0 0 0 0,0 0 0 0 0,0 0 1 0 0,0 1-1 0 0,0-1 0 0 0,0 0 0 0 0,-1 0 0 0 0,1 0 0 0 0,0 0 0 0 0,0 0 0 0 0,-1 0 0 0 0,1 1 0 0 0,0-1 0 0 0,-1 0 0 0 0,1 0 0 0 0,-1 0 0 0 0,1 1 0 0 0,-1-1 0 0 0,0 0 0 0 0,0 0 0 0 0,-90-62-307 0 0,86 60 278 0 0,1 0 1 0 0,0-1-1 0 0,0 1 1 0 0,0-1-1 0 0,-4-6 1 0 0,5 7 19 0 0,0-1 1 0 0,0 1-1 0 0,0 0 0 0 0,-1 0 1 0 0,1 0-1 0 0,-1 1 0 0 0,-4-4 1 0 0,-19-10 15 0 0,22 13 5 0 0,0-1 0 0 0,0 1 0 0 0,-1 0 0 0 0,1 1 1 0 0,-8-3-1 0 0,-52-21 121 0 0,-122-28 712 0 0,145 41-783 0 0,36 11-45 0 0,5 2-12 0 0,0 0 1 0 0,-1 0-1 0 0,1 0 0 0 0,0 0 0 0 0,0 0 0 0 0,0-1 1 0 0,0 1-1 0 0,-1 0 0 0 0,1-1 0 0 0,0 1 0 0 0,0-1 0 0 0,0 1 1 0 0,0-1-1 0 0,0 0 0 0 0,0 1 0 0 0,0-1 0 0 0,0 0 1 0 0,0 0-1 0 0,0 0 0 0 0,1 1 0 0 0,-1-1 0 0 0,0 0 1 0 0,0 0-1 0 0,0-2 0 0 0,1 2-1 0 0,0 1 0 0 0,0-1 0 0 0,0 1 0 0 0,0-1 0 0 0,0 1 0 0 0,-1-1 0 0 0,1 0 0 0 0,0 1 0 0 0,0-1 0 0 0,0 1 0 0 0,-1-1 0 0 0,1 1 0 0 0,0-1 0 0 0,0 1 0 0 0,-1-1 0 0 0,1 1 0 0 0,-1 0-1 0 0,1-1 1 0 0,0 1 0 0 0,-1-1 0 0 0,1 1 0 0 0,-1 0 0 0 0,1-1 0 0 0,-1 1 0 0 0,1 0 0 0 0,-1 0 0 0 0,1-1 0 0 0,-1 1 0 0 0,1 0 0 0 0,-1 0 0 0 0,1 0 0 0 0,-1-1 0 0 0,1 1 0 0 0,-1 0 0 0 0,0 0 0 0 0,1 0 0 0 0,-1 0 0 0 0,1 0 0 0 0,-2 0 0 0 0,-20-7 90 0 0,0-5-40 0 0,21 12-54 0 0,1 0 1 0 0,0 0 0 0 0,-1-1 0 0 0,1 1-1 0 0,-1 0 1 0 0,1-1 0 0 0,-1 1-1 0 0,1-1 1 0 0,0 1 0 0 0,-1 0-1 0 0,1-1 1 0 0,0 1 0 0 0,-1-1 0 0 0,1 1-1 0 0,0-1 1 0 0,0 1 0 0 0,0-1-1 0 0,-1 1 1 0 0,1-1 0 0 0,0 1-1 0 0,0-1 1 0 0,0 0 0 0 0,2-1 9 0 0,-2 0 30 0 0,-1 3-119 0 0,1-1 52 0 0,0 1 1 0 0,0-1 0 0 0,0 1-1 0 0,-1-1 1 0 0,1 0 0 0 0,0 1-1 0 0,0-1 1 0 0,-1 0 0 0 0,1 1-1 0 0,0-1 1 0 0,-1 0 0 0 0,1 1 0 0 0,0-1-1 0 0,-1 0 1 0 0,1 0 0 0 0,-1 1-1 0 0,1-1 1 0 0,0 0 0 0 0,-1 0-1 0 0,1 0 1 0 0,-1 0 0 0 0,1 0-1 0 0,-1 1 1 0 0,1-1 0 0 0,0 0-1 0 0,-1 0 1 0 0,1 0 0 0 0,-1 0-1 0 0,1 0 1 0 0,-1-1 0 0 0,-14 1 131 0 0,14 0-168 0 0,-8 0-649 0 0,0 0 0 0 0,0-1 0 0 0,1 0 1 0 0,-18-4-1 0 0,6 1-745 0 0,-100-27-8254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51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2012 1 1361 0 0,'0'0'2761'0'0,"1"2"-1023"0"0,-8 1-1275 0 0,-47 3 5059 0 0,48-5-4521 0 0,3-1-767 0 0,-1 1 0 0 0,0-1 1 0 0,0 1-1 0 0,0-1 0 0 0,0 1 0 0 0,1 0 0 0 0,-1 1 1 0 0,0-1-1 0 0,-4 3 0 0 0,-20 6 158 0 0,11-6-239 0 0,13-3-109 0 0,1-1 1 0 0,-1 1 0 0 0,0 0 0 0 0,0 1-1 0 0,1-1 1 0 0,-1 1 0 0 0,1-1-1 0 0,0 1 1 0 0,-1 0 0 0 0,1 0 0 0 0,0 1-1 0 0,-4 2 1 0 0,-14 8 209 0 0,20-13-245 0 0,1 1 0 0 0,-1-1 0 0 0,1 0 0 0 0,-1 0 0 0 0,1 1 1 0 0,0-1-1 0 0,-1 0 0 0 0,1 1 0 0 0,0-1 0 0 0,-1 0 0 0 0,1 1 0 0 0,0-1 1 0 0,-1 1-1 0 0,1-1 0 0 0,0 0 0 0 0,0 1 0 0 0,0-1 0 0 0,-1 1 1 0 0,1-1-1 0 0,0 1 0 0 0,0-1 0 0 0,0 1 0 0 0,0-1 0 0 0,0 1 0 0 0,0-1 1 0 0,0 1-1 0 0,0-1 0 0 0,0 1 0 0 0,0 0-6 0 0,0-1 0 0 0,0 0 0 0 0,0 1-1 0 0,0-1 1 0 0,0 0 0 0 0,0 1 0 0 0,0-1 0 0 0,0 0-1 0 0,0 1 1 0 0,0-1 0 0 0,0 0 0 0 0,0 1 0 0 0,-1-1-1 0 0,1 0 1 0 0,0 1 0 0 0,0-1 0 0 0,0 0 0 0 0,0 1-1 0 0,-1-1 1 0 0,1 0 0 0 0,0 0 0 0 0,0 1 0 0 0,-1-1-1 0 0,1 0 1 0 0,0 0 0 0 0,0 0 0 0 0,-1 1 0 0 0,1-1-1 0 0,-5 1 73 0 0,4-1-60 0 0,0 0-1 0 0,0 0 1 0 0,0 0 0 0 0,0 1-1 0 0,0-1 1 0 0,0 0-1 0 0,0 0 1 0 0,0 0 0 0 0,1 1-1 0 0,-1-1 1 0 0,0 1 0 0 0,0-1-1 0 0,0 0 1 0 0,1 1 0 0 0,-1-1-1 0 0,0 1 1 0 0,0 0-1 0 0,1-1 1 0 0,-1 1 0 0 0,1 0-1 0 0,-1-1 1 0 0,0 1 0 0 0,1 0-1 0 0,-1 0 1 0 0,1-1 0 0 0,0 1-1 0 0,-1 0 1 0 0,1 0 0 0 0,-1 0-1 0 0,1 0 1 0 0,0 0-1 0 0,0-1 1 0 0,0 1 0 0 0,-1 1-1 0 0,7 0 80 0 0,16 4-94 0 0,-22-6-2 0 0,0 0-1 0 0,1 0 1 0 0,-1 0 0 0 0,0 0 0 0 0,0 0 0 0 0,1 1 0 0 0,-1-1 0 0 0,0 0-1 0 0,0 0 1 0 0,1 0 0 0 0,-1 1 0 0 0,0-1 0 0 0,0 0 0 0 0,1 0-1 0 0,-1 0 1 0 0,0 1 0 0 0,0-1 0 0 0,0 0 0 0 0,0 1 0 0 0,1-1 0 0 0,-1 0-1 0 0,0 0 1 0 0,0 1 0 0 0,0-1 0 0 0,0 0 0 0 0,0 1 0 0 0,0-1 0 0 0,0 0-1 0 0,0 1 1 0 0,0-1 0 0 0,1 1-4 0 0,-1 0 0 0 0,1 0 0 0 0,0 0 0 0 0,0 0-1 0 0,0 0 1 0 0,-1 0 0 0 0,1-1 0 0 0,0 1 0 0 0,0 0 0 0 0,0-1 0 0 0,0 1-1 0 0,0 0 1 0 0,0-1 0 0 0,0 0 0 0 0,1 1 0 0 0,-1-1 0 0 0,0 1 0 0 0,0-1 0 0 0,0 0-1 0 0,0 0 1 0 0,0 0 0 0 0,3 0 0 0 0,-2 1 0 0 0,26 9 123 0 0,-22-8-112 0 0,-1-1 0 0 0,0 1 0 0 0,1 1 0 0 0,-1-1 0 0 0,6 5 0 0 0,3 5 10 0 0,10 5 37 0 0,-14-10-34 0 0,0 1 1 0 0,-1-1 0 0 0,0 1-1 0 0,13 14 1 0 0,-22-21-19 0 0,1 0 0 0 0,-1-1 0 0 0,1 1 0 0 0,-1 0 0 0 0,0-1 0 0 0,1 1 0 0 0,-1 0 0 0 0,0 0 0 0 0,1-1 0 0 0,-1 1 0 0 0,0 0 0 0 0,0 0 0 0 0,0-1 0 0 0,1 1 0 0 0,-1 0-1 0 0,0 0 1 0 0,0 1 0 0 0,0-2 1 0 0,-1 1 0 0 0,1 0-1 0 0,0-1 1 0 0,1 1 0 0 0,-1 0-1 0 0,0-1 1 0 0,0 1 0 0 0,0 0-1 0 0,0-1 1 0 0,0 1-1 0 0,1 0 1 0 0,-1-1 0 0 0,0 1-1 0 0,1 0 1 0 0,-1-1 0 0 0,0 1-1 0 0,1-1 1 0 0,-1 1 0 0 0,1-1-1 0 0,-1 1 1 0 0,1 0-1 0 0,21 12 54 0 0,-21-12-50 0 0,0 0 0 0 0,0 1 0 0 0,0-1 1 0 0,0 1-1 0 0,-1-1 0 0 0,1 1 0 0 0,-1 0 0 0 0,1-1 1 0 0,-1 1-1 0 0,1 0 0 0 0,-1-1 0 0 0,0 1 0 0 0,0 0 1 0 0,0-1-1 0 0,0 1 0 0 0,0 0 0 0 0,0-1 1 0 0,-1 1-1 0 0,0 2 0 0 0,1 6 5 0 0,0 57 231 0 0,0-66-239 0 0,0-1 0 0 0,0 1 1 0 0,1 0-1 0 0,-1-1 0 0 0,0 1 0 0 0,0-1 0 0 0,1 1 0 0 0,-1-1 0 0 0,0 1 0 0 0,1-1 0 0 0,-1 1 0 0 0,1-1 0 0 0,-1 0 0 0 0,1 1 0 0 0,-1-1 0 0 0,1 1 1 0 0,-1-1-1 0 0,1 0 0 0 0,-1 0 0 0 0,1 1 0 0 0,-1-1 0 0 0,1 0 0 0 0,0 0 0 0 0,-1 0 0 0 0,1 1 0 0 0,-1-1 0 0 0,1 0 0 0 0,0 0 0 0 0,-1 0 1 0 0,1 0-1 0 0,-1 0 0 0 0,2 0 0 0 0,-1-1 3 0 0,-1 1 0 0 0,1 0 0 0 0,-1 0 0 0 0,1 0 1 0 0,0 0-1 0 0,-1 0 0 0 0,1 1 0 0 0,0-1 0 0 0,-1 0 1 0 0,1 0-1 0 0,-1 0 0 0 0,1 0 0 0 0,-1 1 0 0 0,1-1 0 0 0,0 0 1 0 0,-1 0-1 0 0,1 1 0 0 0,-1-1 0 0 0,1 1 0 0 0,-1-1 1 0 0,0 0-1 0 0,1 1 0 0 0,-1-1 0 0 0,1 1 0 0 0,-1-1 0 0 0,0 1 1 0 0,1-1-1 0 0,-1 1 0 0 0,0-1 0 0 0,1 1 0 0 0,-1-1 1 0 0,0 2-1 0 0,0-1 25 0 0,1 0 1 0 0,-1 0 0 0 0,0 0-1 0 0,0 0 1 0 0,0 0-1 0 0,-1 0 1 0 0,1-1 0 0 0,0 1-1 0 0,0 0 1 0 0,0 0-1 0 0,-1 0 1 0 0,1 0 0 0 0,0 0-1 0 0,-1 0 1 0 0,1-1 0 0 0,-1 1-1 0 0,1 0 1 0 0,-1 0-1 0 0,0-1 1 0 0,1 1 0 0 0,-1 0-1 0 0,1-1 1 0 0,-1 1-1 0 0,0 0 1 0 0,0-1 0 0 0,1 1-1 0 0,-1-1 1 0 0,0 1 0 0 0,0-1-1 0 0,0 0 1 0 0,0 1-1 0 0,0-1 1 0 0,1 0 0 0 0,-1 0-1 0 0,0 1 1 0 0,-2-1 0 0 0,-4 2-86 0 0,7-2 62 0 0,0 0 0 0 0,-1 0 0 0 0,1 0 0 0 0,0 0-1 0 0,-1 1 1 0 0,1-1 0 0 0,0 0 0 0 0,-1 0 0 0 0,1 0 0 0 0,0 0 0 0 0,0 0-1 0 0,-1 1 1 0 0,1-1 0 0 0,0 0 0 0 0,0 0 0 0 0,0 1 0 0 0,-1-1 0 0 0,1 0-1 0 0,0 0 1 0 0,0 1 0 0 0,0-1 0 0 0,0 0 0 0 0,-1 0 0 0 0,1 1 0 0 0,0-1-1 0 0,0 0 1 0 0,0 1 0 0 0,0-1 0 0 0,0 0 0 0 0,0 1 0 0 0,0-1-1 0 0,0 0 1 0 0,0 1 0 0 0,0-1 0 0 0,0 0 0 0 0,0 1 0 0 0,0-1 0 0 0,0 0-1 0 0,0 0 1 0 0,0 1 0 0 0,0-1 0 0 0,1 0 0 0 0,-1 1 0 0 0,0-1 0 0 0,0 1 1 0 0,0-1-1 0 0,1 0 0 0 0,-1 1 1 0 0,0-1-1 0 0,0 0 1 0 0,0 1-1 0 0,0-1 0 0 0,0 0 1 0 0,0 1-1 0 0,0-1 1 0 0,0 1-1 0 0,0-1 0 0 0,0 0 1 0 0,0 1-1 0 0,0-1 1 0 0,0 0-1 0 0,0 1 0 0 0,-1-1 1 0 0,1 0-1 0 0,0 1 1 0 0,0-1-1 0 0,0 0 0 0 0,0 1 1 0 0,-1-1-1 0 0,1 0 1 0 0,0 1-1 0 0,0-1 1 0 0,-1 0-1 0 0,1 0 0 0 0,0 1 1 0 0,0-1-1 0 0,-1 0 1 0 0,1 0-1 0 0,0 0 0 0 0,-1 1 1 0 0,1-1-1 0 0,0 0 1 0 0,-1 0-1 0 0,0 0 0 0 0,-21 11 48 0 0,15-8 154 0 0,0-1 0 0 0,-1 0-1 0 0,1 0 1 0 0,-1-1 0 0 0,0 0 0 0 0,0 0 0 0 0,0-1 0 0 0,1 0 0 0 0,-1 0-1 0 0,-12-3 1 0 0,-20 2 1374 0 0,4-1-808 0 0,-50-9-1 0 0,13 2-292 0 0,-151-23 439 0 0,-139 11 788 0 0,113 21-921 0 0,-38-7-334 0 0,191 5-378 0 0,58 2-43 0 0,17 2 84 0 0,1 0 0 0 0,-32 8-1 0 0,24-4-35 0 0,-61 7 435 0 0,62-10-260 0 0,0 1-1 0 0,1 1 1 0 0,-39 13 0 0 0,44-12 132 0 0,44-6-467 0 0,-17 0 0 0 0,-5-1-227 0 0,0-3 320 0 0,0 3 601 0 0,0 2-374 0 0,0-2-187 0 0,0 2-426 0 0,0-2 893 0 0,0 13-8964 0 0,0-13 8001 0 0,0 0 0 0 0,1 1 0 0 0,-1-1 0 0 0,0 1 0 0 0,0-1-1 0 0,0 0 1 0 0,0 1 0 0 0,0-1 0 0 0,0 0 0 0 0,0 1 0 0 0,0-1 0 0 0,0 1 0 0 0,0-1-1 0 0,0 0 1 0 0,0 1 0 0 0,0-1 0 0 0,0 1 0 0 0,-1-1 0 0 0,1 0 0 0 0,0 1 0 0 0,-1-1-1 0 0,1 1 1 0 0,0-1 0 0 0,-1 1 0 0 0,1-1 0 0 0,0 1 0 0 0,-1-1 0 0 0,1 1 0 0 0,-1-1 0 0 0,1 1-1 0 0,-1-1 1 0 0,-27-13-6186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56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100 164 4002 0 0,'0'-1'172'0'0,"0"0"0"0"0,0 0 0 0 0,0 0 0 0 0,0 0 1 0 0,0 0-1 0 0,-1 0 0 0 0,1 1 0 0 0,0-1 0 0 0,-1 0 0 0 0,1 0 0 0 0,-1 0 0 0 0,1 0 1 0 0,-1 0-1 0 0,1 0 0 0 0,-1 1 0 0 0,1-1 0 0 0,-1 0 0 0 0,0 0 0 0 0,1 1 1 0 0,-1-1-1 0 0,0 1 0 0 0,0-1 0 0 0,1 0 0 0 0,-1 1 0 0 0,0-1 0 0 0,0 1 1 0 0,-2-1-1 0 0,2 1-94 0 0,0-1 0 0 0,0 1 0 0 0,0-1 0 0 0,0 1 0 0 0,1-1 0 0 0,-1 1 0 0 0,0-1 0 0 0,0 0 0 0 0,0 0 0 0 0,0 1 0 0 0,1-1 0 0 0,-1 0 0 0 0,0 0 0 0 0,1 0 0 0 0,-1 0 0 0 0,0 0 0 0 0,1 0 1 0 0,-1 0-1 0 0,1 0 0 0 0,0 0 0 0 0,-1 0 0 0 0,1 0 0 0 0,0 0 0 0 0,0 0 0 0 0,0 0 0 0 0,-1 0 0 0 0,1 0 0 0 0,0-2 0 0 0,0 2 3 0 0,0-1 0 0 0,0 1 0 0 0,0-1 0 0 0,0 1 0 0 0,0-1 0 0 0,-1 1 0 0 0,1-1 0 0 0,-1 1 0 0 0,1 0 0 0 0,-1-1 0 0 0,1 1 0 0 0,-1-1 0 0 0,0 1-1 0 0,0 0 1 0 0,0 0 0 0 0,0-1 0 0 0,0 1 0 0 0,0 0 0 0 0,0 0 0 0 0,0 0 0 0 0,0 0 0 0 0,-2-1 0 0 0,2 1-19 0 0,-1 0 1 0 0,1 0-1 0 0,0 1 0 0 0,0-1 1 0 0,0 0-1 0 0,0-1 0 0 0,0 1 0 0 0,0 0 1 0 0,0 0-1 0 0,1 0 0 0 0,-1 0 1 0 0,0-1-1 0 0,1 1 0 0 0,-1 0 1 0 0,1-1-1 0 0,-1 1 0 0 0,1-1 0 0 0,-1 1 1 0 0,1 0-1 0 0,0-1 0 0 0,0 1 1 0 0,0-3-1 0 0,0 3-22 0 0,0 0 0 0 0,0 0 0 0 0,0 0 0 0 0,0 0 0 0 0,0 0 1 0 0,-1 0-1 0 0,1 1 0 0 0,0-1 0 0 0,0 0 0 0 0,-1 0 0 0 0,1 0 0 0 0,-1 0 0 0 0,1 0 0 0 0,-1 0 1 0 0,1 1-1 0 0,-1-1 0 0 0,1 0 0 0 0,-1 0 0 0 0,0 1 0 0 0,1-1 0 0 0,-1 0 0 0 0,0 1 0 0 0,1-1 1 0 0,-1 1-1 0 0,0-1 0 0 0,0 1 0 0 0,0-1 0 0 0,0 1 0 0 0,-1-1 0 0 0,1 1-7 0 0,0-1-1 0 0,0 1 0 0 0,0-1 1 0 0,0 1-1 0 0,0-1 0 0 0,0 1 1 0 0,1-1-1 0 0,-1 1 0 0 0,0-1 1 0 0,0 0-1 0 0,0 0 1 0 0,1 1-1 0 0,-1-1 0 0 0,0 0 1 0 0,1 0-1 0 0,-1 0 0 0 0,1 0 1 0 0,-1 0-1 0 0,1 0 1 0 0,-1 0-1 0 0,1 0 0 0 0,0 0 1 0 0,0 0-1 0 0,-1 0 0 0 0,1 0 1 0 0,0 0-1 0 0,0 0 1 0 0,0 0-1 0 0,0-2 0 0 0,0-3 186 0 0,-1 8-45 0 0,1-1-176 0 0,0-1 0 0 0,0 1 0 0 0,0 0 0 0 0,0-1 0 0 0,1 1 1 0 0,-1-1-1 0 0,0 1 0 0 0,0 0 0 0 0,1-1 0 0 0,-1 1 0 0 0,0-1 0 0 0,1 1 1 0 0,-1-1-1 0 0,0 1 0 0 0,1-1 0 0 0,-1 1 0 0 0,1-1 0 0 0,-1 1 1 0 0,2 0-1 0 0,3 2-20 0 0,-3-2 19 0 0,-1 0 0 0 0,0-1 0 0 0,1 1-1 0 0,-1 0 1 0 0,0 0 0 0 0,0 0-1 0 0,1 0 1 0 0,-1 0 0 0 0,0 0 0 0 0,0 0-1 0 0,0 0 1 0 0,0 1 0 0 0,-1-1-1 0 0,1 0 1 0 0,0 0 0 0 0,0 1 0 0 0,-1-1-1 0 0,1 1 1 0 0,-1-1 0 0 0,1 0-1 0 0,-1 1 1 0 0,0-1 0 0 0,1 1-1 0 0,-1-1 1 0 0,0 1 0 0 0,0 0 0 0 0,0-1-1 0 0,0 2 1 0 0,0 2 26 0 0,-1 0-35 0 0,1-1-1 0 0,0 0 1 0 0,1 0 0 0 0,-1 1-1 0 0,1-1 1 0 0,-1 0-1 0 0,3 5 1 0 0,-2-6-7 0 0,1-1 1 0 0,0 0-1 0 0,0 1 1 0 0,0-1-1 0 0,0 0 0 0 0,0 0 1 0 0,0 0-1 0 0,0 0 1 0 0,1 0-1 0 0,-1-1 0 0 0,4 3 1 0 0,2 1 1 0 0,-1 1 0 0 0,0 0 1 0 0,0 0-1 0 0,7 9 0 0 0,14 14 27 0 0,17 9 138 0 0,63 39-1 0 0,-68-50-70 0 0,-1 1-1 0 0,50 48 1 0 0,-81-69-354 0 0,0-1-1 0 0,1-1 1 0 0,-1 1 0 0 0,1-1-1 0 0,0-1 1 0 0,0 1 0 0 0,1-1-1 0 0,-1-1 1 0 0,1 0 0 0 0,0 0-1 0 0,0-1 1 0 0,0-1 0 0 0,0 1-1 0 0,14-1 1 0 0,-4-2-5456 0 0,-11-4 4258 0 0,-6 3 309 0 0,2-5-2262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57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1 213 160 0 0,'0'-7'2481'0'0,"0"1"-160"0"0,0-2-320 0 0,0-5-240 0 0,32-1-240 0 0,1-1-241 0 0,0-4-239 0 0,-1-1-81 0 0,34-1-239 0 0,-34-8-161 0 0,66 8-240 0 0,-32 2-560 0 0,25 5-1201 0 0,7 7-2080 0 0,-33 7-1282 0 0,0 7 481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58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22 560 0 0,'-5'-1'1988'0'0,"-17"-3"-94"0"0,16 3-213 0 0,7 1-1453 0 0,-1-1 1 0 0,0 1 0 0 0,0 0 0 0 0,0-1-1 0 0,0 1 1 0 0,0-1 0 0 0,1 1-1 0 0,-1-1 1 0 0,0 1 0 0 0,0-1-1 0 0,0 1 1 0 0,0-1 0 0 0,0 1-1 0 0,0-1 1 0 0,-1 1 0 0 0,1 0-1 0 0,0-1 1 0 0,0 1 0 0 0,0-1-1 0 0,0 1 1 0 0,0-1 0 0 0,-1 1-1 0 0,1 0 1 0 0,0-1 0 0 0,0 1-1 0 0,-1-1 1 0 0,1 1 0 0 0,0 0-1 0 0,-1-1 1 0 0,1 1 0 0 0,0 0-1 0 0,-1-1 1 0 0,1 1 0 0 0,-1 0-1 0 0,0 0-145 0 0,0-1-53 0 0,0 1-1 0 0,0 0 1 0 0,0 0-1 0 0,1 0 1 0 0,-1 0-1 0 0,0 0 1 0 0,0 0-1 0 0,0 0 0 0 0,0 0 1 0 0,0 0-1 0 0,0 0 1 0 0,0 1-1 0 0,0-1 1 0 0,1 0-1 0 0,-1 1 1 0 0,0-1-1 0 0,0 0 1 0 0,0 1-1 0 0,0-1 0 0 0,1 1 1 0 0,-1-1-1 0 0,-1 2 1 0 0,2-1 463 0 0,30 4-292 0 0,-1-1-1 0 0,54-1 0 0 0,-35-2-254 0 0,38 2-596 0 0,29 1-3569 0 0,-61-3 284 0 0,-15-1-227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58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1121 0 0,'-33'21'1920'0'0,"66"6"-319"0"0,-33 14 400 0 0,0 1-480 0 0,0-7-721 0 0,0-1-80 0 0,0 1-399 0 0,0-8-81 0 0,0-13-400 0 0,0-7-1521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59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0 880 0 0,'0'6'3362'0'0,"0"3"-1681"0"0,33 3-81 0 0,-33 9-239 0 0,26 0-240 0 0,7 14-81 0 0,32 7-160 0 0,-32 5-79 0 0,-1-5-1 0 0,1-21-400 0 0,-33-2-480 0 0,33 1 0 0 0,-1 1-80 0 0,-32-6-560 0 0,0 5-1441 0 0,0-5-1841 0 0,0-3-1120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8:59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0 188 80 0 0,'0'0'5923'0'0,"33"-8"-3922"0"0,-33 1 0 0 0,26 1-1 0 0,7-2-319 0 0,-1-5-320 0 0,1-1-401 0 0,32-7-479 0 0,1 7-1042 0 0,-1-13-2000 0 0,0-7-2481 0 0,1-1-161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00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131 167 640 0 0,'-32'-14'3842'0'0,"-1"7"-240"0"0,0-7-561 0 0,1 7-640 0 0,32 1-640 0 0,32-2-480 0 0,-32 2-481 0 0,66 6-320 0 0,-34-7-240 0 0,33 7-160 0 0,1 0-160 0 0,32 7-480 0 0,0-7-721 0 0,-33 6-960 0 0,0 2-960 0 0,1 5-801 0 0,-34-5-240 0 0</inkml:trace>
  <inkml:trace contextRef="#ctx0" brushRef="#br0" timeOffset="1">425 1 2161 0 0,'0'50'4322'0'0,"0"-17"-1681"0"0,-33 2-1360 0 0,33 7-81 0 0,0-9-479 0 0,0 2-321 0 0,0-8-480 0 0,0-6-80 0 0,0-15-1441 0 0,33 1-4402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01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232 102 80 0 0,'-2'-1'2769'0'0,"9"-4"-2030"0"0,48-19 4009 0 0,-18 8-3167 0 0,60-19 1 0 0,-70 28-1392 0 0,41-4 1 0 0,-60 10-193 0 0,1 0-1 0 0,0 1 1 0 0,0 0 0 0 0,0 0-1 0 0,0 1 1 0 0,-1 0 0 0 0,1 0-1 0 0,11 4 1 0 0,-19-5 2 0 0,-1 0 0 0 0,1 1 1 0 0,-1-1-1 0 0,0 0 0 0 0,1 0 0 0 0,-1 1 1 0 0,0-1-1 0 0,1 0 0 0 0,-1 1 1 0 0,0-1-1 0 0,1 0 0 0 0,-1 1 0 0 0,0-1 1 0 0,0 0-1 0 0,1 1 0 0 0,-1-1 1 0 0,0 1-1 0 0,0-1 0 0 0,0 0 0 0 0,0 1 1 0 0,0-1-1 0 0,1 1 0 0 0,-1-1 1 0 0,0 1-1 0 0,0-1 0 0 0,0 1 0 0 0,-7 22 193 0 0,-52 109 767 0 0,50-116-795 0 0,0-1 0 0 0,-1-1 0 0 0,-1 1 0 0 0,0-2 0 0 0,-1 1 0 0 0,0-2 0 0 0,-1 1 0 0 0,-24 16-1 0 0,-3 5 393 0 0,8-6-111 0 0,-38 27 0 0 0,57-47-358 0 0,0 0 0 0 0,-1 0 0 0 0,1-1 0 0 0,-1-1 0 0 0,-1 0 0 0 0,-23 5 0 0 0,27-9-35 0 0,0-1 0 0 0,0 0 1 0 0,0 0-1 0 0,0-2 0 0 0,0 1 1 0 0,-15-4-1 0 0,21 3-47 0 0,0 0-1 0 0,1-1 1 0 0,-1 1 0 0 0,1-1-1 0 0,-1 0 1 0 0,1-1 0 0 0,0 1 0 0 0,0-1-1 0 0,0 0 1 0 0,0 0 0 0 0,-6-6-1 0 0,3 2 34 0 0,5 5-32 0 0,1 1 1 0 0,1-1-1 0 0,-1 0 1 0 0,0 1 0 0 0,0-1-1 0 0,1 0 1 0 0,-1 0-1 0 0,1 1 1 0 0,-1-1-1 0 0,1 0 1 0 0,0 0 0 0 0,0 0-1 0 0,0 0 1 0 0,0 0-1 0 0,0 1 1 0 0,0-1-1 0 0,0 0 1 0 0,1-3-1 0 0,0-6 10 0 0,0 9-20 0 0,-1 0-1 0 0,1 0 1 0 0,0 0 0 0 0,-1 0-1 0 0,1 0 1 0 0,0 0 0 0 0,1 0-1 0 0,-1 0 1 0 0,0 0 0 0 0,0 1-1 0 0,1-1 1 0 0,-1 0 0 0 0,1 1-1 0 0,-1-1 1 0 0,1 1 0 0 0,0 0-1 0 0,3-2 1 0 0,-1 0-11 0 0,1 0-1 0 0,-1 0 1 0 0,1 0 0 0 0,0 1-1 0 0,0 0 1 0 0,7-2 0 0 0,-1 2 0 0 0,1 1 0 0 0,-1 0 1 0 0,0 1-1 0 0,0 0 0 0 0,0 1 1 0 0,0 0-1 0 0,0 1 0 0 0,0 0 0 0 0,0 1 1 0 0,0 0-1 0 0,-1 1 0 0 0,1 0 1 0 0,18 10-1 0 0,2 4 99 0 0,-1 1 0 0 0,44 36 0 0 0,-72-52-82 0 0,4 1 3 0 0,-1 0 0 0 0,0 1 0 0 0,0-1-1 0 0,-1 1 1 0 0,0 0 0 0 0,6 8 0 0 0,-9-11-138 0 0,1-1 0 0 0,0 1 0 0 0,-1-1 1 0 0,1 0-1 0 0,0 0 0 0 0,0 1 0 0 0,0-1 1 0 0,0-1-1 0 0,0 1 0 0 0,1 0 0 0 0,-1 0 1 0 0,0-1-1 0 0,0 1 0 0 0,0-1 0 0 0,1 0 1 0 0,-1 0-1 0 0,0 0 0 0 0,0 0 1 0 0,1 0-1 0 0,-1 0 0 0 0,0-1 0 0 0,2 0 1 0 0,45-10-6431 0 0,-49 11 6440 0 0,0 0-1 0 0,1 0 0 0 0,-1-1 0 0 0,0 1 0 0 0,1 0 0 0 0,-1-1 0 0 0,0 1 0 0 0,1 0 0 0 0,-1-1 0 0 0,0 1 0 0 0,1 0 1 0 0,-1-1-1 0 0,0 1 0 0 0,0-1 0 0 0,0 1 0 0 0,1 0 0 0 0,-1-1 0 0 0,0 1 0 0 0,0-1 0 0 0,0 1 0 0 0,0-1 0 0 0,0 1 0 0 0,0-1 1 0 0,0 1-1 0 0,0-1 0 0 0,0 1 0 0 0,0-1 0 0 0,0-12-3199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02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714 444 1521 0 0,'-4'-9'7821'0'0,"-6"3"-4347"0"0,-18-2-3078 0 0,10 3 598 0 0,13 3-832 0 0,-1-2-1 0 0,1 1 0 0 0,-1 0 0 0 0,1-1 0 0 0,-6-5 1 0 0,-22-15 525 0 0,-260-139 6463 0 0,239 141-6281 0 0,38 16-716 0 0,1 0 0 0 0,-1-1-1 0 0,-13-9 1 0 0,-58-23 21 0 0,81 35-138 0 0,0 1 1 0 0,0 0-1 0 0,0 0 0 0 0,-1 1 1 0 0,1 0-1 0 0,-1 0 1 0 0,-10-1-1 0 0,13 2-21 0 0,3 0-3 0 0,0 0 0 0 0,0 0-1 0 0,1 0 1 0 0,-1-1-1 0 0,0 1 1 0 0,1 0 0 0 0,-1 0-1 0 0,1-1 1 0 0,-1 1-1 0 0,1 0 1 0 0,0-1 0 0 0,0 1-1 0 0,-1 0 1 0 0,1-1-1 0 0,0 1 1 0 0,0 0 0 0 0,0-1-1 0 0,1 1 1 0 0,-1 0-1 0 0,0-1 1 0 0,1-1 0 0 0,-1-2 133 0 0,6 1-65 0 0,59 2 240 0 0,277-12 147 0 0,-179 0-598 0 0,35-1-4374 0 0,-69 16-8107 0 0,-91 0 6262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03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621 1 320 0 0,'0'0'3909'0'0,"5"0"-2015"0"0,-4 0-1586 0 0,0 0-185 0 0,-1 0-1 0 0,1-1 0 0 0,0 1 1 0 0,0 0-1 0 0,0 0 0 0 0,0 0 0 0 0,0 0 1 0 0,0 0-1 0 0,0 0 0 0 0,0 1 1 0 0,0-1-1 0 0,-1 0 0 0 0,1 0 1 0 0,0 1-1 0 0,0-1 0 0 0,0 0 0 0 0,0 1 1 0 0,0-1-1 0 0,-1 1 0 0 0,1-1 1 0 0,0 1-1 0 0,0 0 0 0 0,-1 0 1065 0 0,-1 1 221 0 0,8 2-1121 0 0,151 19 2460 0 0,-93-9-2413 0 0,-5-1-14 0 0,-55-8 160 0 0,-5-5-458 0 0,0-1 0 0 0,-1 1 0 0 0,1-1 0 0 0,0 1 0 0 0,-1-1 0 0 0,1 1 0 0 0,-1 0-1 0 0,1-1 1 0 0,-1 1 0 0 0,1-1 0 0 0,-1 1 0 0 0,1 0 0 0 0,-1 0 0 0 0,1-1 0 0 0,-1 1 0 0 0,0 0-1 0 0,1 0 1 0 0,-1 0 0 0 0,1-1 0 0 0,-1 1 0 0 0,0 0 0 0 0,1 0 0 0 0,-1 0 0 0 0,1 0 0 0 0,-1 0-1 0 0,-1 0 1 0 0,-28 0 777 0 0,10-1-334 0 0,-78-15 1522 0 0,34 7-1118 0 0,31 3-383 0 0,-65-1 0 0 0,11-9-153 0 0,71 13-78 0 0,7 1-235 0 0,-4 2 146 0 0,13 9-380 0 0,-1 3 200 0 0,0 1-1 0 0,-1 0 1 0 0,0-1-1 0 0,-1 0 1 0 0,0 1 0 0 0,-6 11-1 0 0,3-5 23 0 0,5-16-4 0 0,0-1 1 0 0,1 1-1 0 0,-1 0 0 0 0,1 0 1 0 0,-1-1-1 0 0,1 1 0 0 0,0 0 1 0 0,0-1-1 0 0,1 1 0 0 0,-1 0 1 0 0,0 0-1 0 0,1-1 1 0 0,0 1-1 0 0,-1-1 0 0 0,1 1 1 0 0,0 0-1 0 0,0-1 0 0 0,1 1 1 0 0,-1-1-1 0 0,0 0 0 0 0,1 0 1 0 0,2 3-1 0 0,6 12 69 0 0,-2 3 20 0 0,-7-17-72 0 0,0 0 0 0 0,0 0 0 0 0,1 0 0 0 0,-1 0 0 0 0,1 0 0 0 0,-1 0 0 0 0,1-1 0 0 0,0 1 0 0 0,0-1 0 0 0,1 1 0 0 0,-1-1 0 0 0,0 0 0 0 0,6 4 0 0 0,2 0 40 0 0,-9-5-55 0 0,0-1 0 0 0,1 1 1 0 0,-1 0-1 0 0,0 0 1 0 0,1-1-1 0 0,-1 1 0 0 0,0 0 1 0 0,0 0-1 0 0,0 0 0 0 0,0 0 1 0 0,0 0-1 0 0,0 0 0 0 0,0 0 1 0 0,0 1-1 0 0,0-1 1 0 0,-1 0-1 0 0,1 1 0 0 0,0-1 1 0 0,-1 0-1 0 0,1 1 0 0 0,-1-1 1 0 0,1 0-1 0 0,-1 3 0 0 0,1-4-10 0 0,-1 1-1 0 0,0 0 0 0 0,0-1 0 0 0,1 1 0 0 0,-1-1 0 0 0,1 1 0 0 0,-1-1 0 0 0,0 1 1 0 0,1-1-1 0 0,-1 1 0 0 0,1-1 0 0 0,-1 1 0 0 0,1-1 0 0 0,-1 0 0 0 0,1 1 1 0 0,0-1-1 0 0,-1 0 0 0 0,1 1 0 0 0,-1-1 0 0 0,1 0 0 0 0,0 0 0 0 0,-1 1 0 0 0,1-1 1 0 0,0 0-1 0 0,-1 0 0 0 0,1 0 0 0 0,0 0 0 0 0,-1 0 0 0 0,1 0 0 0 0,0 0 0 0 0,-1 0 1 0 0,1 0-1 0 0,0-1 0 0 0,0 1 0 0 0,34-5 25 0 0,-24 3-3 0 0,27-1 58 0 0,-16 1 7 0 0,0 0-1 0 0,25-6 1 0 0,-29 4-120 0 0,1 1 0 0 0,-1 1 0 0 0,1 1 0 0 0,0 1-1 0 0,-1 0 1 0 0,1 1 0 0 0,22 5 0 0 0,-19-3 33 0 0,-1 2 0 0 0,-1 0 0 0 0,1 2 0 0 0,-1 0 0 0 0,0 1 0 0 0,-1 1 0 0 0,1 1 0 0 0,-2 0 0 0 0,0 2 0 0 0,26 20 0 0 0,-40-28 54 0 0,0 0 1 0 0,0 0-1 0 0,0 1 0 0 0,-1 0 0 0 0,0-1 0 0 0,0 1 1 0 0,0 1-1 0 0,2 5 0 0 0,-3-8-31 0 0,-1-1 0 0 0,0 1 0 0 0,-1 0 1 0 0,1 0-1 0 0,0 0 0 0 0,-1 0 0 0 0,0 1 0 0 0,0-1 0 0 0,0 0 0 0 0,0 0 0 0 0,0 0 0 0 0,0 0 0 0 0,-1 0 1 0 0,1 0-1 0 0,-1 0 0 0 0,0 0 0 0 0,0 0 0 0 0,-2 2 0 0 0,-1 3 76 0 0,-1-1-1 0 0,-1 0 1 0 0,1 0-1 0 0,-1-1 1 0 0,-1 1-1 0 0,-10 8 1 0 0,-47 31 1138 0 0,53-39-985 0 0,-8 7 192 0 0,0-2 0 0 0,-2 0 0 0 0,1-1-1 0 0,-1-2 1 0 0,-1 0 0 0 0,0-1-1 0 0,0-1 1 0 0,-35 7 0 0 0,19-11-462 0 0,-1-2 0 0 0,0-2 0 0 0,0-1 0 0 0,1-1 1 0 0,0-3-1 0 0,-46-12 0 0 0,-152-45-3305 0 0,135 33-1108 0 0,9 6-4368 0 0,21 4-3615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10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95 141 1681 0 0,'1'-2'6855'0'0,"-1"2"-6800"0"0,0-1 0 0 0,0 1 0 0 0,0-1 0 0 0,0 1 0 0 0,0 0 0 0 0,0-1 0 0 0,0 1 0 0 0,0-1 0 0 0,0 1 0 0 0,0-1 0 0 0,0 1 0 0 0,0 0 0 0 0,0-1 0 0 0,-1 1 0 0 0,1-1 0 0 0,0 1 0 0 0,0 0 0 0 0,0-1 0 0 0,-1 1 0 0 0,1 0 0 0 0,0-1 0 0 0,0 1 0 0 0,-1 0 0 0 0,1-1 0 0 0,0 1 0 0 0,-1 0 0 0 0,1 0 0 0 0,0-1 0 0 0,-1 1 0 0 0,1 0 0 0 0,0 0 0 0 0,-1-1 0 0 0,-10-4 957 0 0,10 5-858 0 0,0 0 0 0 0,0-1 0 0 0,0 1 0 0 0,0-1-1 0 0,0 1 1 0 0,1-1 0 0 0,-1 1 0 0 0,0-1 0 0 0,0 0 0 0 0,0 1 0 0 0,0-1-1 0 0,1 0 1 0 0,-1 0 0 0 0,0 1 0 0 0,1-1 0 0 0,-1 0 0 0 0,1 0 0 0 0,-1 0-1 0 0,1 0 1 0 0,-1 0 0 0 0,1 0 0 0 0,0 0 0 0 0,-1 0 0 0 0,1 0 0 0 0,0 0-1 0 0,0 0 1 0 0,0 0 0 0 0,-1 0 0 0 0,1 0 0 0 0,1 0 0 0 0,-1-1 0 0 0,0 1-1 0 0,0-2 1 0 0,0 3-94 0 0,0-1 0 0 0,0 0 0 0 0,0 0 0 0 0,1 0 0 0 0,-1 0 0 0 0,0 1 0 0 0,0-1-1 0 0,0 0 1 0 0,1 0 0 0 0,-1 0 0 0 0,0 1 0 0 0,1-1 0 0 0,-1 0 0 0 0,1 0 0 0 0,-1 1 0 0 0,1-1 0 0 0,-1 0-1 0 0,1 1 1 0 0,-1-1 0 0 0,1 1 0 0 0,-1-1 0 0 0,1 1 0 0 0,0-1 0 0 0,0 1 0 0 0,-1-1 0 0 0,1 1 0 0 0,0-1-1 0 0,0 1 1 0 0,-1 0 0 0 0,1 0 0 0 0,2-1 0 0 0,-3 1-27 0 0,1 0-1 0 0,0-1 0 0 0,0 1 1 0 0,0 0-1 0 0,-1 0 1 0 0,1-1-1 0 0,0 1 1 0 0,0-1-1 0 0,-1 1 1 0 0,1-1-1 0 0,0 1 1 0 0,-1-1-1 0 0,1 1 1 0 0,0-1-1 0 0,-1 0 0 0 0,1 1 1 0 0,-1-1-1 0 0,1 0 1 0 0,-1 1-1 0 0,1-1 1 0 0,-1 0-1 0 0,0 0 1 0 0,1 1-1 0 0,-1-1 1 0 0,0 0-1 0 0,1 0 1 0 0,-1 0-1 0 0,0 0 0 0 0,0 1 1 0 0,0-1-1 0 0,0 0 1 0 0,0-1-1 0 0,0 1-7 0 0,0 1 0 0 0,0-1-1 0 0,0 0 1 0 0,1 0 0 0 0,-1 0-1 0 0,0 1 1 0 0,1-1 0 0 0,-1 0-1 0 0,0 0 1 0 0,1 1 0 0 0,-1-1-1 0 0,1 0 1 0 0,-1 1 0 0 0,1-1-1 0 0,-1 0 1 0 0,1 1 0 0 0,-1-1-1 0 0,1 1 1 0 0,0-1 0 0 0,-1 1-1 0 0,1-1 1 0 0,0 1 0 0 0,-1-1-1 0 0,1 1 1 0 0,0 0-1 0 0,1-1 1 0 0,28-6 197 0 0,-9 3-69 0 0,2-2-129 0 0,0 0 0 0 0,1 2 0 0 0,-1 1 1 0 0,1 1-1 0 0,0 1 0 0 0,28 2 0 0 0,1 4-102 0 0,81 17 0 0 0,-9 8-375 0 0,-112-22 390 0 0,-9-3 46 0 0,20 5 15 0 0,-22-10 2 0 0,0 0-1 0 0,-1 0 1 0 0,1 1-1 0 0,-1-1 1 0 0,1 0 0 0 0,-1 1-1 0 0,1-1 1 0 0,-1 1-1 0 0,1 0 1 0 0,-1-1 0 0 0,0 1-1 0 0,1 0 1 0 0,-1 0 0 0 0,0 0-1 0 0,0 0 1 0 0,1 0-1 0 0,-1 0 1 0 0,0 0 0 0 0,0 0-1 0 0,0 0 1 0 0,0 1-1 0 0,0-1 1 0 0,-1 0 0 0 0,1 1-1 0 0,0-1 1 0 0,-1 1-1 0 0,1-1 1 0 0,-1 1 0 0 0,2 2-1 0 0,-1 15-68 0 0,0-16 52 0 0,-1 1 0 0 0,1-1 1 0 0,-1 0-1 0 0,0 1 0 0 0,0-1 0 0 0,0 1 1 0 0,-1-1-1 0 0,1 0 0 0 0,-1 1 1 0 0,1-1-1 0 0,-1 0 0 0 0,0 1 0 0 0,-1-1 1 0 0,-1 4-1 0 0,-19 24-36 0 0,13-9 77 0 0,7-17-19 0 0,0-1 1 0 0,0 0 0 0 0,0 1-1 0 0,0-1 1 0 0,0 0-1 0 0,-1 0 1 0 0,0-1 0 0 0,0 1-1 0 0,-5 4 1 0 0,-24 20 108 0 0,23-21-77 0 0,1-1 0 0 0,0 1 0 0 0,1 1 0 0 0,-1 0 0 0 0,1 0 0 0 0,-6 10 0 0 0,2 2 62 0 0,9-14-100 0 0,-1-1 0 0 0,1 0 1 0 0,-1 0-1 0 0,-1 0 0 0 0,1 0 0 0 0,-7 7 1 0 0,-10 7 102 0 0,0-1 0 0 0,-1-1 0 0 0,0-1 1 0 0,-1 0-1 0 0,-32 15 0 0 0,34-20 21 0 0,-32 24-1 0 0,39-26 21 0 0,1 0 0 0 0,-2-1 0 0 0,-15 8 0 0 0,22-13-55 0 0,0 0 1 0 0,-1-1-1 0 0,1 0 1 0 0,-1 0-1 0 0,-10 0 1 0 0,4 0 3 0 0,0-2 0 0 0,-1 1 0 0 0,1-2 0 0 0,0 0 0 0 0,0-1 0 0 0,0 0 0 0 0,0-1 0 0 0,0 0 0 0 0,-17-7 0 0 0,31 9-86 0 0,-1 1 1 0 0,1 0-1 0 0,-1 0 1 0 0,1-1-1 0 0,0 1 1 0 0,-1 0-1 0 0,1 0 1 0 0,-1-1-1 0 0,1 1 1 0 0,0-1-1 0 0,-1 1 1 0 0,1 0 0 0 0,0-1-1 0 0,0 1 1 0 0,-1-1-1 0 0,1 1 1 0 0,0-1-1 0 0,0 1 1 0 0,0-1-1 0 0,-1 1 1 0 0,1-1-1 0 0,0 1 1 0 0,0-1-1 0 0,0 1 1 0 0,0-1-1 0 0,0 0 1 0 0,-4-9 44 0 0,-1 5-27 0 0,4 5-21 0 0,0 0 1 0 0,0-1 0 0 0,0 1-1 0 0,0-1 1 0 0,0 1 0 0 0,0-1-1 0 0,0 0 1 0 0,0 1 0 0 0,0-1-1 0 0,0 0 1 0 0,0 0 0 0 0,0 0 0 0 0,1 0-1 0 0,-1 0 1 0 0,0 1 0 0 0,1-1-1 0 0,-1 0 1 0 0,1 0 0 0 0,-1-1-1 0 0,1 1 1 0 0,-1 0 0 0 0,1 0-1 0 0,0 0 1 0 0,0 0 0 0 0,-1 0-1 0 0,1 0 1 0 0,0-1 0 0 0,0 1-1 0 0,0 0 1 0 0,0 0 0 0 0,0 0-1 0 0,1 0 1 0 0,-1 0 0 0 0,0-1-1 0 0,0 1 1 0 0,1-2 0 0 0,54-66 62 0 0,-48 60-96 0 0,-6 8 25 0 0,-1 0 0 0 0,1 0 0 0 0,0-1 0 0 0,0 1 0 0 0,0 0 0 0 0,0 0 0 0 0,0 0 0 0 0,0 1 0 0 0,0-1 0 0 0,0 0 0 0 0,0 0 0 0 0,0 0 0 0 0,0 1 0 0 0,1-1 0 0 0,-1 1 0 0 0,0-1 0 0 0,0 1 0 0 0,1-1 0 0 0,-1 1 0 0 0,0 0 0 0 0,1-1 0 0 0,-1 1 0 0 0,0 0 0 0 0,1 0 0 0 0,1 0 0 0 0,4 0-30 0 0,-1 0 0 0 0,1 0-1 0 0,0 1 1 0 0,0 0-1 0 0,-1 0 1 0 0,1 0 0 0 0,-1 1-1 0 0,1 0 1 0 0,-1 0-1 0 0,0 1 1 0 0,12 5 0 0 0,-7-1-3 0 0,-1 0 0 0 0,1 1 0 0 0,-1 0 1 0 0,15 15-1 0 0,-12-9 42 0 0,-1 1-1 0 0,0 0 1 0 0,-1 1 0 0 0,0 0 0 0 0,-1 1 0 0 0,13 33-1 0 0,-12-14 37 0 0,1-23-38 0 0,-11-12 1 0 0,1 0 0 0 0,-1 0 0 0 0,0 1-1 0 0,0-1 1 0 0,0 0 0 0 0,0 0-1 0 0,0 1 1 0 0,0-1 0 0 0,0 0 0 0 0,-1 1-1 0 0,1-1 1 0 0,0 1 0 0 0,-1-1-1 0 0,1 1 1 0 0,-1-1 0 0 0,1 1-1 0 0,-1-1 1 0 0,0 4 0 0 0,0-4-17 0 0,1 0 0 0 0,-1-1 0 0 0,0 1 0 0 0,0 0 0 0 0,0 0 1 0 0,1-1-1 0 0,-1 1 0 0 0,0 0 0 0 0,1-1 0 0 0,-1 1 0 0 0,0 0 0 0 0,1-1 0 0 0,-1 1 0 0 0,1-1 1 0 0,-1 1-1 0 0,1-1 0 0 0,0 1 0 0 0,-1-1 0 0 0,1 1 0 0 0,-1-1 0 0 0,1 1 0 0 0,0-1 1 0 0,-1 0-1 0 0,1 1 0 0 0,0-1 0 0 0,-1 0 0 0 0,1 0 0 0 0,0 0 0 0 0,0 1 0 0 0,-1-1 0 0 0,1 0 1 0 0,0 0-1 0 0,0 0 0 0 0,-1 0 0 0 0,1 0 0 0 0,0 0 0 0 0,0-1 0 0 0,-1 1 0 0 0,1 0 1 0 0,0 0-1 0 0,0-1 0 0 0,3 1-123 0 0,-4 0 65 0 0,0 0 0 0 0,1 0 0 0 0,-1 0 0 0 0,1 0 0 0 0,-1-1 0 0 0,0 1 0 0 0,1 0 1 0 0,-1 0-1 0 0,0 0 0 0 0,1-1 0 0 0,-1 1 0 0 0,0 0 0 0 0,1-1 0 0 0,-1 1 1 0 0,0 0-1 0 0,1 0 0 0 0,-1-1 0 0 0,0 1 0 0 0,0-1 0 0 0,1 1 0 0 0,-1 0 1 0 0,0-1-1 0 0,0 1 0 0 0,0 0 0 0 0,0-1 0 0 0,0 1 0 0 0,1-1 0 0 0,1-5-730 0 0,8-4-1895 0 0,-1-2-1 0 0,-1 1 1 0 0,0-1 0 0 0,12-23 0 0 0,-19 31 2096 0 0,0 0 1 0 0,0 1 0 0 0,0-1 0 0 0,0 0-1 0 0,-1 0 1 0 0,0 1 0 0 0,0-8 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10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1121 0 0,'0'26'11231'0'0,"-5"-24"-10337"0"0,-17 2-240 0 0,22-4-643 0 0,0 0 1 0 0,0 0 0 0 0,0 0 0 0 0,0 0 0 0 0,0 1-1 0 0,0-1 1 0 0,0 0 0 0 0,1 0 0 0 0,-1 0 0 0 0,0 0-1 0 0,0 0 1 0 0,0 0 0 0 0,0 0 0 0 0,0 1 0 0 0,0-1-1 0 0,0 0 1 0 0,0 0 0 0 0,0 0 0 0 0,0 0-1 0 0,0 0 1 0 0,0 0 0 0 0,0 0 0 0 0,0 1 0 0 0,0-1-1 0 0,0 0 1 0 0,0 0 0 0 0,0 0 0 0 0,0 0 0 0 0,0 0-1 0 0,0 0 1 0 0,0 0 0 0 0,0 1 0 0 0,0-1 0 0 0,0 0-1 0 0,0 0 1 0 0,-1 0 0 0 0,1 0 0 0 0,0 0-1 0 0,0 0 1 0 0,0 0 0 0 0,0 0 0 0 0,0 1 0 0 0,60 53 1135 0 0,-49-43-975 0 0,11 8 356 0 0,36 43-1 0 0,-48-51-475 0 0,0 0 0 0 0,0 0 0 0 0,1-1 0 0 0,1-1 0 0 0,-1 0 0 0 0,2 0 0 0 0,-1-1 0 0 0,1-1 0 0 0,16 7 0 0 0,44 8-3281 0 0,-54-18 402 0 0,-13-2-1548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11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33 302 80 0 0,'-33'0'2961'0'0,"33"-7"-560"0"0,0 1-960 0 0,0-2-240 0 0,0 2 79 0 0,0-1 1 0 0,33-7-1 0 0,-33-1-79 0 0,26-12-161 0 0,7-6-79 0 0,32-2-401 0 0,33-19-800 0 0,33 4-2081 0 0,-33 23-2481 0 0,0 14-1681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12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8 640 0 0,'-5'1'2695'0'0,"-1"-1"-1784"0"0,1 0 0 0 0,-1 0 0 0 0,0 0 0 0 0,1-1 0 0 0,-1 0 0 0 0,-5-1 0 0 0,1 0-272 0 0,5 1 1136 0 0,3 0-1554 0 0,1 1 1 0 0,-1 0-1 0 0,0-1 1 0 0,0 1-1 0 0,0 0 1 0 0,1 0 0 0 0,-1 0-1 0 0,0 1 1 0 0,0-1-1 0 0,1 0 1 0 0,-1 1 0 0 0,0-1-1 0 0,1 1 1 0 0,-1-1-1 0 0,0 1 1 0 0,1 0-1 0 0,-3 1 1 0 0,4-1 685 0 0,202-1 1201 0 0,145 6-15328 0 0,-314-6 9232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12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0 1921 0 0,'-33'33'4802'0'0,"33"3"-880"0"0,-32-3-1761 0 0,-1 17-1121 0 0,33-2-479 0 0,-33-7-1 0 0,1-7-80 0 0,32-20-480 0 0,0-1-80 0 0,65-26-1121 0 0,-32-8-2800 0 0,32 7-321 0 0,-32-7 240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13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52 1361 0 0,'29'-16'1815'0'0,"-25"13"-1526"0"0,-1 1-1 0 0,0 0 0 0 0,1 0 0 0 0,-1 0 1 0 0,1 0-1 0 0,0 1 0 0 0,6-2 1 0 0,14-3 133 0 0,0 1 0 0 0,0 2 1 0 0,0 0-1 0 0,1 2 1 0 0,-1 0-1 0 0,1 2 0 0 0,-1 1 1 0 0,38 7-1 0 0,-55-7-423 0 0,-6-3 2 0 0,0 1-1 0 0,0 0 1 0 0,0 0-1 0 0,0 0 0 0 0,0 0 1 0 0,0 1-1 0 0,0-1 1 0 0,0 0-1 0 0,0 0 0 0 0,0 1 1 0 0,0-1-1 0 0,0 0 1 0 0,0 1-1 0 0,-1-1 0 0 0,1 1 1 0 0,0-1-1 0 0,0 1 1 0 0,0-1-1 0 0,-1 1 1 0 0,1 0-1 0 0,0-1 0 0 0,-1 1 1 0 0,1 0-1 0 0,0 0 1 0 0,-1-1-1 0 0,1 1 0 0 0,-1 0 1 0 0,1 0-1 0 0,-1 0 1 0 0,0 0-1 0 0,1 0 0 0 0,-1 0 1 0 0,0 0-1 0 0,1 1 1 0 0,-1-1 5 0 0,0 0 0 0 0,0 0 0 0 0,0 1 0 0 0,0-1 1 0 0,0 0-1 0 0,1 0 0 0 0,-1 0 0 0 0,0 0 0 0 0,1 0 1 0 0,-1 0-1 0 0,1 0 0 0 0,-1 0 0 0 0,1 0 0 0 0,0 0 1 0 0,-1 0-1 0 0,1 0 0 0 0,0 0 0 0 0,0 0 1 0 0,-1 0-1 0 0,1-1 0 0 0,0 1 0 0 0,0 0 0 0 0,0-1 1 0 0,2 2-1 0 0,-2-2 8 0 0,0 1 1 0 0,0 0 0 0 0,1 0-1 0 0,-1 0 1 0 0,0 0-1 0 0,0 0 1 0 0,0 0 0 0 0,0 0-1 0 0,0 0 1 0 0,-1 0-1 0 0,1 0 1 0 0,0 1 0 0 0,0-1-1 0 0,-1 0 1 0 0,1 0-1 0 0,-1 1 1 0 0,1-1 0 0 0,-1 1-1 0 0,1-1 1 0 0,-1 0-1 0 0,0 1 1 0 0,0-1 0 0 0,0 1-1 0 0,0 2 1 0 0,0 2 116 0 0,-1 0 1 0 0,0 0-1 0 0,0 0 0 0 0,-1 0 1 0 0,1 0-1 0 0,-1 0 0 0 0,-6 10 1 0 0,-3 13 524 0 0,6-13-241 0 0,4-8-193 0 0,-1 1-1 0 0,-1-1 0 0 0,1 0 1 0 0,-1 0-1 0 0,-1 0 0 0 0,0-1 1 0 0,0 1-1 0 0,0-1 0 0 0,-1 0 1 0 0,0 0-1 0 0,0 0 0 0 0,-1-1 1 0 0,0 0-1 0 0,-11 10 0 0 0,-17 6 243 0 0,22-15-217 0 0,1 1 1 0 0,-1 0 0 0 0,-12 12-1 0 0,19-15-118 0 0,-16 15 547 0 0,-41 31 0 0 0,52-44-571 0 0,-1 0 0 0 0,0-1 0 0 0,-1-1 0 0 0,1 0 0 0 0,-1 0 0 0 0,0-1 0 0 0,-15 3 0 0 0,-33 0 221 0 0,56-7-290 0 0,0 0 0 0 0,0 0 0 0 0,0 0-1 0 0,-1 0 1 0 0,1-1 0 0 0,0 0 0 0 0,0 0 0 0 0,0 0-1 0 0,0 0 1 0 0,0 0 0 0 0,0-1 0 0 0,0 0 0 0 0,-3-2-1 0 0,-26-27 566 0 0,32 29-596 0 0,0 0-1 0 0,0 0 1 0 0,0 1 0 0 0,1-1 0 0 0,-1 0 0 0 0,1 0-1 0 0,-1 0 1 0 0,1 0 0 0 0,-1 0 0 0 0,1 0 0 0 0,0 0-1 0 0,0 0 1 0 0,0 0 0 0 0,0 0 0 0 0,0 0 0 0 0,1 0-1 0 0,-1 0 1 0 0,0 1 0 0 0,1-1 0 0 0,0 0 0 0 0,-1 0-1 0 0,1 0 1 0 0,0 0 0 0 0,1-2 0 0 0,2 3-9 0 0,-3 1 7 0 0,1 0 0 0 0,-1 0 0 0 0,0-1 0 0 0,1 1 0 0 0,-1-1 0 0 0,0 1 0 0 0,0-1 0 0 0,1 1 0 0 0,-1-1 0 0 0,0 0 0 0 0,0 1 0 0 0,0-1 0 0 0,0 0 0 0 0,0 0 0 0 0,0 0 0 0 0,0 0 0 0 0,0 0 0 0 0,1-2 0 0 0,-2 3-3 0 0,0 0 0 0 0,0-1 0 0 0,0 1 0 0 0,0 0 0 0 0,0 0 0 0 0,0 0 0 0 0,1-1 0 0 0,-1 1 0 0 0,0 0 0 0 0,0 0 0 0 0,0 0 0 0 0,0-1 0 0 0,0 1 0 0 0,0 0 0 0 0,0 0 0 0 0,0 0 0 0 0,0 0 0 0 0,1-1 0 0 0,-1 1 0 0 0,0 0 0 0 0,0 0 0 0 0,0 0 0 0 0,0 0 0 0 0,0 0 0 0 0,1 0 0 0 0,-1-1 0 0 0,0 1 0 0 0,0 0 0 0 0,0 0 0 0 0,1 0 0 0 0,-1 0 0 0 0,0 0 0 0 0,0 0 0 0 0,0 0 0 0 0,1 0 0 0 0,-1 0 0 0 0,0 0 0 0 0,0 0 0 0 0,1 0 0 0 0,26 0-53 0 0,-2 5 66 0 0,0 0 0 0 0,0 2 0 0 0,-1 1 0 0 0,1 1 1 0 0,-2 1-1 0 0,23 13 0 0 0,-21-11 41 0 0,10 6-96 0 0,-10-6 268 0 0,45 17-1 0 0,-59-26-426 0 0,1 0 0 0 0,0-1-1 0 0,0 0 1 0 0,0-1 0 0 0,0 0 0 0 0,0-1 0 0 0,13-1 0 0 0,29-9-3249 0 0,7-9-4125 0 0,-51 16 6021 0 0,23-5-2995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14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713 468 2721 0 0,'0'0'177'0'0,"0"0"-1"0"0,0 1 0 0 0,0-1 1 0 0,0 0-1 0 0,0 1 1 0 0,0-1-1 0 0,-1 0 0 0 0,1 0 1 0 0,0 1-1 0 0,0-1 1 0 0,0 0-1 0 0,0 0 0 0 0,-1 1 1 0 0,1-1-1 0 0,0 0 0 0 0,0 0 1 0 0,-1 0-1 0 0,1 1 1 0 0,0-1-1 0 0,0 0 0 0 0,-1 0 1 0 0,1 0-1 0 0,0 0 1 0 0,-1 0-1 0 0,1 0 0 0 0,0 0 1 0 0,-1 1-1 0 0,1-1 1 0 0,-1 0-1 0 0,-20 0 1565 0 0,17 0-823 0 0,-56 5 5484 0 0,16-18-2907 0 0,-16-20-1814 0 0,10 12-999 0 0,-123-54 1024 0 0,26-12-669 0 0,105 61-887 0 0,39 24-138 0 0,-1-1-1 0 0,1 1 1 0 0,0 0 0 0 0,0-1-1 0 0,0 0 1 0 0,0 0 0 0 0,1 1-1 0 0,-4-5 1 0 0,-8-9 97 0 0,8 11 28 0 0,-1 0 1 0 0,0 1 0 0 0,-1 0 0 0 0,1 0 0 0 0,-12-4 0 0 0,19 8-123 0 0,-1 0 0 0 0,1 0 0 0 0,0 0 0 0 0,0 0 0 0 0,-1 0 0 0 0,1 0 0 0 0,0 0 0 0 0,0 0 0 0 0,-1-1 0 0 0,1 1 0 0 0,0 0 0 0 0,0 0 0 0 0,-1 0 0 0 0,1 0 0 0 0,0 0 1 0 0,0-1-1 0 0,-1 1 0 0 0,1 0 0 0 0,0 0 0 0 0,0 0 0 0 0,0-1 0 0 0,0 1 0 0 0,-1 0 0 0 0,1 0 0 0 0,0-1 0 0 0,0 1 0 0 0,0 0 0 0 0,0 0 0 0 0,0-1 0 0 0,0 1 0 0 0,0 0 0 0 0,0-1 0 0 0,0 1 0 0 0,0 0 1 0 0,0 0-1 0 0,0-1 0 0 0,0 1 0 0 0,0 0 0 0 0,0 0 0 0 0,0-1 0 0 0,0 1 0 0 0,0 0 0 0 0,0-1 0 0 0,0 1 0 0 0,0 0 0 0 0,0 0 0 0 0,1-1 0 0 0,-1 1 0 0 0,0 0 0 0 0,0 0 0 0 0,0 0 0 0 0,0-1 1 0 0,1 1-1 0 0,-1 0 0 0 0,0 0 0 0 0,0 0 0 0 0,1-1 0 0 0,-1 1 0 0 0,0 0 0 0 0,0 0 0 0 0,0 0 0 0 0,1 0 0 0 0,-1 0 0 0 0,0 0 0 0 0,1 0 0 0 0,-1-1 0 0 0,0 1 0 0 0,0 0 0 0 0,1 0 0 0 0,119-16 146 0 0,111-41 28 0 0,-119 27-2597 0 0,6 3-6432 0 0,-106 24 7201 0 0,12-1-547 0 0,5 3-5474 0 0,-1 1 2844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15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1 2401 0 0,'5'5'14220'0'0,"18"-8"-13522"0"0,-1 2 0 0 0,26 1 0 0 0,4 4-371 0 0,53-3 0 0 0,-99-1-167 0 0,-7 1-142 0 0,1-1 0 0 0,-1 1 0 0 0,1 0 1 0 0,-1-1-1 0 0,0 1 0 0 0,1 0 0 0 0,-1-1 0 0 0,0 1 1 0 0,1-1-1 0 0,-1 1 0 0 0,0-1 0 0 0,0 1 0 0 0,0-1 0 0 0,0 1 1 0 0,1-1-1 0 0,-1 0 0 0 0,0 1 0 0 0,0-1 0 0 0,0 0 1 0 0,0 0-1 0 0,0 0 0 0 0,0 0 0 0 0,0 0 0 0 0,0 0 0 0 0,0 0 1 0 0,0 0-1 0 0,1 0 0 0 0,-1 0 0 0 0,-1-1 0 0 0,-6 1 104 0 0,-497 20 5774 0 0,482-21-5669 0 0,-1 2-1 0 0,1 1 1 0 0,-1 0 0 0 0,-23 7 0 0 0,42-8-186 0 0,-13 3 63 0 0,18-4-102 0 0,-1 0-1 0 0,1 0 1 0 0,0 0 0 0 0,-1 0 0 0 0,1 0 0 0 0,0 0 0 0 0,0 0 0 0 0,-1 0-1 0 0,1 0 1 0 0,0 0 0 0 0,-1 0 0 0 0,1 0 0 0 0,0 0 0 0 0,-1 0-1 0 0,1 0 1 0 0,0 0 0 0 0,0 0 0 0 0,-1 0 0 0 0,1 0 0 0 0,0 0 0 0 0,-1 0-1 0 0,1-1 1 0 0,0 1 0 0 0,0 0 0 0 0,-1 0 0 0 0,1 0 0 0 0,0-1 0 0 0,0 1-1 0 0,-1 0 1 0 0,1 0 0 0 0,0 0 0 0 0,0-1 0 0 0,0 1 0 0 0,0 0 0 0 0,-1 0-1 0 0,1-1 1 0 0,0-1-68 0 0,0 3-85 0 0,0 1 102 0 0,6 2 8 0 0,23 0-46 0 0,-22-4 78 0 0,-1 1 1 0 0,1-1-1 0 0,0 1 1 0 0,-1 1-1 0 0,1-1 1 0 0,11 6 0 0 0,23 15 22 0 0,66 26 0 0 0,-65-30-42 0 0,18 11 28 0 0,-40-18 33 0 0,1-1 0 0 0,0-1 1 0 0,25 7-1 0 0,11-1-13 0 0,22 6-107 0 0,-17-9-9 0 0,-60-11 90 0 0,1-1 0 0 0,0 0 0 0 0,0 1 0 0 0,-1 0 0 0 0,1 0 0 0 0,-1 0 0 0 0,1 0 1 0 0,-1 0-1 0 0,1 0 0 0 0,-1 1 0 0 0,1-1 0 0 0,2 3 0 0 0,-4-3 2 0 0,17 9-36 0 0,-18-10 40 0 0,0 0 0 0 0,1 0-1 0 0,-1 0 1 0 0,0 1 0 0 0,1-1 0 0 0,-1 0 0 0 0,1 0-1 0 0,-1 1 1 0 0,0-1 0 0 0,0 0 0 0 0,1 1 0 0 0,-1-1-1 0 0,0 0 1 0 0,0 1 0 0 0,1-1 0 0 0,-1 0 0 0 0,0 1-1 0 0,0-1 1 0 0,0 1 0 0 0,1-1 0 0 0,-1 0 0 0 0,0 1-1 0 0,0-1 1 0 0,0 1 0 0 0,0-1 0 0 0,0 0 0 0 0,0 1-1 0 0,0-1 1 0 0,0 1 0 0 0,0-1 0 0 0,0 1 0 0 0,0-1-1 0 0,0 0 1 0 0,0 1 0 0 0,-1-1 0 0 0,1 1 0 0 0,0-1-1 0 0,0 0 1 0 0,0 1 0 0 0,0-1 0 0 0,-1 1 0 0 0,1-1-1 0 0,0 0 1 0 0,-1 1 0 0 0,1-1 0 0 0,-1 1 0 0 0,-20 15 66 0 0,16-5-34 0 0,-7 9 43 0 0,0-11-14 0 0,0-1 1 0 0,-1 0-1 0 0,0-1 0 0 0,0-1 1 0 0,-1 0-1 0 0,0 0 0 0 0,-18 3 1 0 0,3 1 61 0 0,-107 31 404 0 0,11-5-147 0 0,110-32-422 0 0,-116 33 19 0 0,112-33-277 0 0,-1 0-1 0 0,1-2 1 0 0,0 0-1 0 0,-1-2 1 0 0,-25-1-1 0 0,-21-12-3767 0 0,55 10 1857 0 0,-1-1 0 0 0,1 0 0 0 0,-14-7 0 0 0,19 7 14 0 0,1 0 1 0 0,-1 0-1 0 0,1 0 0 0 0,-1-1 1 0 0,-4-5-1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17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1655 105 1361 0 0,'-46'-13'2513'0'0,"0"3"1"0"0,-83-9 0 0 0,-106 13 3311 0 0,204 6-5508 0 0,12 1-66 0 0,-1-2 0 0 0,1 0 0 0 0,-23-5-1 0 0,-63-13 263 0 0,52 8-106 0 0,-1 3 0 0 0,-82-3 0 0 0,-184 25 1074 0 0,287-10-1402 0 0,0 2-1 0 0,-48 15 1 0 0,65-17-101 0 0,4 0 34 0 0,1 0 1 0 0,0 0-1 0 0,0 1 1 0 0,-10 7 0 0 0,-17 7 44 0 0,29-14-48 0 0,0 0 0 0 0,0 0 0 0 0,1 1 0 0 0,0 0 0 0 0,0 1 1 0 0,-8 7-1 0 0,10-8-15 0 0,0 0 1 0 0,-1-1 0 0 0,1 0-1 0 0,-1 0 1 0 0,-1 0 0 0 0,-10 5-1 0 0,17-10 4 0 0,1 0 0 0 0,-1 1 0 0 0,1-1 0 0 0,-1 1-1 0 0,1-1 1 0 0,0 1 0 0 0,-1-1 0 0 0,1 1 0 0 0,-1-1 0 0 0,1 1-1 0 0,0-1 1 0 0,-1 1 0 0 0,1-1 0 0 0,0 1 0 0 0,0 0-1 0 0,0-1 1 0 0,-1 1 0 0 0,1-1 0 0 0,0 1 0 0 0,0 0 0 0 0,0-1-1 0 0,0 1 1 0 0,0 0 0 0 0,0-1 0 0 0,0 1 0 0 0,0 0 0 0 0,0-1-1 0 0,0 1 1 0 0,1-1 0 0 0,-1 2 0 0 0,1 4-24 0 0,-1 210 53 0 0,0-214-31 0 0,0 1 1 0 0,0-1-1 0 0,0 1 0 0 0,1 0 1 0 0,-1-1-1 0 0,1 1 1 0 0,0-1-1 0 0,0 1 1 0 0,0-1-1 0 0,0 0 1 0 0,0 1-1 0 0,0-1 1 0 0,1 0-1 0 0,-1 0 0 0 0,1 0 1 0 0,1 2-1 0 0,-1-2 30 0 0,0 0-1 0 0,-1 0 1 0 0,1 0-1 0 0,-1 0 1 0 0,0 0-1 0 0,0 0 0 0 0,0 0 1 0 0,0 0-1 0 0,0 0 1 0 0,0 1-1 0 0,-1-1 1 0 0,1 0-1 0 0,-1 1 1 0 0,1-1-1 0 0,-1 5 0 0 0,1-4-16 0 0,-1 0-1 0 0,1 0 0 0 0,-1-1 1 0 0,1 1-1 0 0,0 0 0 0 0,0 0 0 0 0,0-1 1 0 0,0 1-1 0 0,1-1 0 0 0,-1 1 0 0 0,1-1 1 0 0,0 1-1 0 0,-1-1 0 0 0,4 3 0 0 0,38 34-112 0 0,-8-7 245 0 0,-5 4-90 0 0,-16-17-81 0 0,2-1-1 0 0,28 26 1 0 0,-18-23 94 0 0,40 37-62 0 0,-43-36 12 0 0,1-1-1 0 0,0-1 0 0 0,2-2 1 0 0,0 0-1 0 0,47 23 0 0 0,-69-39-2 0 0,0 1 0 0 0,0-1 0 0 0,0 1 0 0 0,0 1 0 0 0,6 5 0 0 0,-8-6-1 0 0,1-1 0 0 0,-1 1-1 0 0,1-1 1 0 0,0 1 0 0 0,0-1 0 0 0,0 0 0 0 0,0-1-1 0 0,0 1 1 0 0,0 0 0 0 0,4 0 0 0 0,-1 0 1 0 0,-1-1-12 0 0,1 1-1 0 0,-1 0 1 0 0,1 0 0 0 0,-1 0 0 0 0,0 1-1 0 0,0-1 1 0 0,0 1 0 0 0,7 6 0 0 0,8 11-13 0 0,-13-13 17 0 0,0 1-1 0 0,0 0 0 0 0,0 0 0 0 0,-1 0 0 0 0,5 10 1 0 0,-1 2 86 0 0,-8-15-66 0 0,0-1-1 0 0,0 0 1 0 0,0 0 0 0 0,1 1-1 0 0,-1-2 1 0 0,1 1 0 0 0,0 0-1 0 0,5 4 1 0 0,23 24 43 0 0,-16-17-97 0 0,0-1 0 0 0,17 13 0 0 0,-8-4 161 0 0,-21-19-122 0 0,0-1 0 0 0,0 0 0 0 0,0 0 1 0 0,1 0-1 0 0,-1 0 0 0 0,1-1 0 0 0,-1 1 0 0 0,1-1 0 0 0,0 0 0 0 0,0 0 0 0 0,5 1 0 0 0,9-1 13 0 0,-14-1-24 0 0,0-1 0 0 0,0 0 0 0 0,-1 1 0 0 0,1-1 0 0 0,0 1 0 0 0,0 0-1 0 0,0 1 1 0 0,-1-1 0 0 0,1 1 0 0 0,5 2 0 0 0,-4-1 20 0 0,0-1 0 0 0,1 0 0 0 0,-1-1 0 0 0,0 1 0 0 0,1-1 0 0 0,-1 0 1 0 0,8 0-1 0 0,30 7 193 0 0,-5 3-180 0 0,1-1 1 0 0,1-3-1 0 0,0-1 1 0 0,0-2-1 0 0,0-2 1 0 0,49-3-1 0 0,-45 0 232 0 0,-1-2 0 0 0,1-2-1 0 0,-1-2 1 0 0,0-2 0 0 0,-1-1 0 0 0,0-3 0 0 0,53-23-1 0 0,-84 32-193 0 0,419-167 1665 0 0,-299 122-1639 0 0,-131 49-93 0 0,1 0 0 0 0,-1-1 0 0 0,0 1 0 0 0,1 0 0 0 0,-1 0 0 0 0,1-1 0 0 0,-1 1 0 0 0,0-1 0 0 0,1 1 0 0 0,-1 0 1 0 0,0-1-1 0 0,1 1 0 0 0,-1-1 0 0 0,0 1 0 0 0,0 0 0 0 0,1-1 0 0 0,-1 1 0 0 0,0-1 0 0 0,0 1 0 0 0,0-1 0 0 0,0 1 1 0 0,1-1-1 0 0,-1 1 0 0 0,0-1 0 0 0,0 1 0 0 0,0-1 0 0 0,0 0 0 0 0,2-8 35 0 0,47-45 71 0 0,-47 50-92 0 0,0 0-1 0 0,-1-1 1 0 0,0 1-1 0 0,0 0 1 0 0,0-1-1 0 0,-1 1 1 0 0,1-1-1 0 0,-1 1 1 0 0,0-1-1 0 0,-1 1 1 0 0,0-9-1 0 0,0-3 25 0 0,2-7-32 0 0,0 17 10 0 0,0 0-1 0 0,-1 0 0 0 0,0 0 1 0 0,0 0-1 0 0,0 0 0 0 0,-1 0 1 0 0,0 1-1 0 0,0-1 1 0 0,0 0-1 0 0,-4-8 0 0 0,-16-13 118 0 0,11 9-63 0 0,10 16-65 0 0,-1 0 1 0 0,0 0-1 0 0,0 0 1 0 0,0 0-1 0 0,0 0 0 0 0,0 0 1 0 0,-1 1-1 0 0,1-1 0 0 0,0 0 1 0 0,-1 1-1 0 0,1-1 1 0 0,-1 1-1 0 0,0 0 0 0 0,1-1 1 0 0,-4 0-1 0 0,-12-8 60 0 0,0 1 0 0 0,-1 1 1 0 0,0 1-1 0 0,-1 1 0 0 0,-24-6 0 0 0,-93-9 303 0 0,19 4-1 0 0,75 8-155 0 0,20 5-75 0 0,1-1 0 0 0,-36-14 0 0 0,33 10-107 0 0,-1-1 0 0 0,-27-17 0 0 0,42 21-29 0 0,1 0-1 0 0,-1 0 1 0 0,1-1-1 0 0,1 0 1 0 0,-1-1-1 0 0,1 0 1 0 0,1-1-1 0 0,-12-15 1 0 0,5 4 3 0 0,-20-35 15 0 0,31 50-24 0 0,1 0 0 0 0,-1 0-1 0 0,1 0 1 0 0,0 0 0 0 0,1-1-1 0 0,-1 1 1 0 0,1-1 0 0 0,-1-9-1 0 0,2 14 4 0 0,1 0-1 0 0,-1 0 1 0 0,0 0-1 0 0,0 0 1 0 0,0-1-1 0 0,1 1 0 0 0,-1 0 1 0 0,1 0-1 0 0,-1 0 1 0 0,1 0-1 0 0,-1 0 1 0 0,1 0-1 0 0,-1 0 1 0 0,1 0-1 0 0,0 0 1 0 0,0 0-1 0 0,-1 1 1 0 0,1-1-1 0 0,0 0 0 0 0,0 0 1 0 0,0 1-1 0 0,0-1 1 0 0,0 1-1 0 0,0-1 1 0 0,0 0-1 0 0,0 1 1 0 0,0 0-1 0 0,0-1 1 0 0,2 1-1 0 0,3-3-5 0 0,-6 3 1 0 0,0 0 0 0 0,1 0 1 0 0,-1-1-1 0 0,0 1 0 0 0,1 0 0 0 0,-1 0 1 0 0,0-1-1 0 0,1 1 0 0 0,-1 0 0 0 0,0 0 1 0 0,0-1-1 0 0,1 1 0 0 0,-1 0 0 0 0,0-1 1 0 0,0 1-1 0 0,0 0 0 0 0,1-1 0 0 0,-1 1 1 0 0,0-1-1 0 0,0 1 0 0 0,0 0 0 0 0,0-1 1 0 0,0 1-1 0 0,0-1 0 0 0,0 1 0 0 0,0-1 1 0 0,0 1-3 0 0,0 0 1 0 0,0-1 0 0 0,0 1-1 0 0,0 0 1 0 0,0 0 0 0 0,0 0 0 0 0,0-1-1 0 0,0 1 1 0 0,0 0 0 0 0,1 0-1 0 0,-1 0 1 0 0,0-1 0 0 0,0 1-1 0 0,0 0 1 0 0,0 0 0 0 0,0 0-1 0 0,0-1 1 0 0,0 1 0 0 0,0 0 0 0 0,1 0-1 0 0,-1 0 1 0 0,0 0 0 0 0,0 0-1 0 0,0-1 1 0 0,0 1 0 0 0,1 0-1 0 0,-1 0 1 0 0,0 0 0 0 0,0 0-1 0 0,0 0 1 0 0,1 0 0 0 0,-1 0-1 0 0,0 0 1 0 0,0 0 0 0 0,0 0 0 0 0,1 0-1 0 0,-1 0 1 0 0,1 0 0 0 0,20-2-700 0 0,-15 2-534 0 0,-2 8-5625 0 0,12-2 4179 0 0,-9-3 368 0 0,4 17-3924 0 0,16 6-26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19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0 110 560 0 0,'0'0'1361'0'0,"5"-1"-27"0"0,14-2-612 0 0,0 1 0 0 0,0 1 1 0 0,0 1-1 0 0,0 0 0 0 0,-1 2 0 0 0,22 3 0 0 0,50 4 703 0 0,-39-6-608 0 0,80 3 1117 0 0,216-17 0 0 0,-189-16-667 0 0,-38 3 323 0 0,-71 13-619 0 0,2 0 263 0 0,55-5 0 0 0,-75 14-828 0 0,112-3 869 0 0,-8-3-182 0 0,-84 3-386 0 0,1 3 1 0 0,58 3-1 0 0,3 9-154 0 0,198 28 14 0 0,-29 30-393 0 0,-210-52-109 0 0,-54-12-48 0 0,-1-1 0 0 0,0 2 0 0 0,22 9 0 0 0,-34-11-1 0 0,-7-4-33 0 0,43 8 178 0 0,-33-5-170 0 0,-1 0 1 0 0,1-1-1 0 0,0 0 1 0 0,0 0-1 0 0,0 0 0 0 0,15-2 1 0 0,5-1-65 0 0,-6 2 73 0 0,-22 0 23 0 0,0 0 0 0 0,1 0 0 0 0,-1 0 1 0 0,0-1-1 0 0,1 1 0 0 0,-1 0 0 0 0,0 0 1 0 0,1 0-1 0 0,-1 0 0 0 0,0-1 0 0 0,0 1 1 0 0,1 0-1 0 0,-1 0 0 0 0,0-1 0 0 0,0 1 0 0 0,1 0 1 0 0,-1 0-1 0 0,0-1 0 0 0,0 1 0 0 0,0 0 1 0 0,0-1-1 0 0,1 1 0 0 0,-1 0 0 0 0,0-1 1 0 0,0 1-1 0 0,0 0 0 0 0,0-1 0 0 0,0 1 1 0 0,0 0-1 0 0,0-1 0 0 0,0 1 0 0 0,0 0 0 0 0,0-1 1 0 0,0 1-1 0 0,0 0 0 0 0,0-1 0 0 0,0 1 1 0 0,0 0-1 0 0,0-1 0 0 0,-1 1 0 0 0,1 0 1 0 0,0-1-1 0 0,0 1 0 0 0,0 0 0 0 0,0 0 1 0 0,-1-1-1 0 0,1 1 0 0 0,0 0 0 0 0,0-1 1 0 0,-1 1-1 0 0,1 0 0 0 0,0 0 0 0 0,0 0 0 0 0,-1-1 1 0 0,1 1-1 0 0,0 0 0 0 0,-1 0 0 0 0,1 0 1 0 0,0 0-1 0 0,-1 0 0 0 0,1-1 0 0 0,-17-3 487 0 0,0-1 0 0 0,-21-10-1 0 0,16 6-239 0 0,-42-11-1 0 0,20 8-1903 0 0,-70-32 0 0 0,69 25-3289 0 0,-8-8-7269 0 0,48 19 5763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20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75 4642 0 0,'-33'-6'5203'0'0,"1"0"-801"0"0,-1-3-1041 0 0,-32 3-1120 0 0,32-9-880 0 0,0 3-1041 0 0,-32 4-2081 0 0,0-5-3361 0 0,0 13-2722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21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33 125 1361 0 0,'1'-2'11481'0'0,"-8"-1"-10610"0"0,-15 2 1023 0 0,17 1 601 0 0,6-1-2451 0 0,-1 0-1 0 0,1 1 1 0 0,-1-1 0 0 0,1 0 0 0 0,-1 1 0 0 0,1-1 0 0 0,0 0 0 0 0,0 1 0 0 0,-1-1 0 0 0,1 1 0 0 0,0-1-1 0 0,0 1 1 0 0,-1-1 0 0 0,1 1 0 0 0,0 0 0 0 0,0 0 0 0 0,0-1 0 0 0,0 1 0 0 0,0 0 0 0 0,0 0 0 0 0,0 0-1 0 0,-1 0 1 0 0,1 0 0 0 0,0 0 0 0 0,0 0 0 0 0,2 0 0 0 0,1 0 105 0 0,34-20 344 0 0,5 3-173 0 0,18-6 0 0 0,-39 17-253 0 0,48-15 120 0 0,-55 16-160 0 0,0 0 0 0 0,0 1 0 0 0,0 1 0 0 0,1 1 0 0 0,-1 0 0 0 0,1 1 0 0 0,23 1 0 0 0,-27 0-30 0 0,-1 1-30 0 0,0 0-1 0 0,0 1 0 0 0,0 0 0 0 0,0 1 0 0 0,-1 0 1 0 0,1 1-1 0 0,-1 0 0 0 0,0 0 0 0 0,0 1 1 0 0,0 1-1 0 0,-1-1 0 0 0,16 13 0 0 0,-12-7 27 0 0,0 0-1 0 0,-1 0 0 0 0,-1 1 0 0 0,1 1 0 0 0,-2 0 1 0 0,14 21-1 0 0,-21-28 33 0 0,0-1 1 0 0,-1 1 0 0 0,0 0 0 0 0,0 0-1 0 0,0 0 1 0 0,0 0 0 0 0,-1 0-1 0 0,0 0 1 0 0,-1 1 0 0 0,1-1-1 0 0,-1 0 1 0 0,0 0 0 0 0,-1 1-1 0 0,1-1 1 0 0,-1 0 0 0 0,-2 6 0 0 0,-3 7 86 0 0,-1 0 0 0 0,0 0 1 0 0,-16 26-1 0 0,3-4 16 0 0,6-8 152 0 0,-1-1 0 0 0,-2-1 0 0 0,-30 42 0 0 0,42-67-183 0 0,-1 0-1 0 0,0 0 1 0 0,0-1 0 0 0,0 0 0 0 0,-1 0-1 0 0,0 0 1 0 0,0-1 0 0 0,0 0-1 0 0,-1 0 1 0 0,1-1 0 0 0,-13 4 0 0 0,12-5 13 0 0,1 0 0 0 0,-1 0 0 0 0,0 0 0 0 0,0-1 0 0 0,0-1 0 0 0,0 1 0 0 0,0-1 0 0 0,1-1 1 0 0,-15-1-1 0 0,17 1-41 0 0,0 0-1 0 0,0 0 1 0 0,0-1 0 0 0,0 1 0 0 0,0-1 0 0 0,1 0 0 0 0,-1 0 0 0 0,1-1 0 0 0,-1 1-1 0 0,1-1 1 0 0,0 0 0 0 0,0 0 0 0 0,0-1 0 0 0,-3-3 0 0 0,-26-34 278 0 0,32 39-376 0 0,0-1 0 0 0,0 1-1 0 0,0-1 1 0 0,1 1 0 0 0,-1-1 0 0 0,1 0 0 0 0,-1 1 0 0 0,1-1 0 0 0,0 0 0 0 0,1-4 0 0 0,4 15-278 0 0,13 11 299 0 0,-1 0 1 0 0,-1 1-1 0 0,-1 1 0 0 0,-1 0 1 0 0,-1 1-1 0 0,19 43 0 0 0,-7-15 275 0 0,-16-32-53 0 0,0 0-1 0 0,8 28 0 0 0,-10-19-6 0 0,-6-21-161 0 0,0 0 1 0 0,1 0 0 0 0,-1-1 0 0 0,1 1-1 0 0,1 0 1 0 0,-1-1 0 0 0,1 1 0 0 0,0-1-1 0 0,0 0 1 0 0,7 9 0 0 0,9 12 75 0 0,-18-25-112 0 0,0 0-1 0 0,0 1 0 0 0,-1-1 1 0 0,1 0-1 0 0,0 1 0 0 0,0-1 0 0 0,0 0 1 0 0,0 0-1 0 0,1 0 0 0 0,-1 0 1 0 0,0 0-1 0 0,0 0 0 0 0,3 1 1 0 0,-2-2-14 0 0,0 0 1 0 0,0 0 0 0 0,0 0-1 0 0,-1-1 1 0 0,1 1 0 0 0,0-1 0 0 0,0 1-1 0 0,-1-1 1 0 0,1 1 0 0 0,0-1-1 0 0,-1 0 1 0 0,1 0 0 0 0,0 0 0 0 0,-1 0-1 0 0,2-2 1 0 0,4-1-224 0 0,-2 0 1 0 0,1-1 0 0 0,0 1-1 0 0,-1-1 1 0 0,0-1-1 0 0,0 1 1 0 0,-1-1-1 0 0,0 0 1 0 0,1 0-1 0 0,-2 0 1 0 0,4-7-1 0 0,2-7-2291 0 0,-2-1-1 0 0,8-30 0 0 0,-15 50 2428 0 0,32-123-13088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22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9 160 0 0,'-1'-1'204'0'0,"0"0"-1"0"0,0 1 1 0 0,0-1 0 0 0,1 0-1 0 0,-1 1 1 0 0,0-1-1 0 0,0 1 1 0 0,0-1 0 0 0,0 1-1 0 0,0-1 1 0 0,0 1 0 0 0,0 0-1 0 0,0-1 1 0 0,0 1-1 0 0,0 0 1 0 0,0 0 0 0 0,0 0-1 0 0,-1 0 1 0 0,1 0 0 0 0,0 0-1 0 0,0 0 1 0 0,0 0-1 0 0,0 0 1 0 0,-2 1 0 0 0,-3 0 2455 0 0,6 8 4304 0 0,0-5-6676 0 0,1 0-1 0 0,-1 0 0 0 0,1-1 0 0 0,0 1 1 0 0,0 0-1 0 0,0-1 0 0 0,0 1 0 0 0,1-1 1 0 0,-1 1-1 0 0,1-1 0 0 0,0 0 0 0 0,0 1 1 0 0,3 3-1 0 0,8 12 682 0 0,0 1-569 0 0,1 0 1 0 0,1-1-1 0 0,0-1 0 0 0,2-1 0 0 0,0 0 1 0 0,0-1-1 0 0,29 20 0 0 0,-4-3-165 0 0,-34-26-147 0 0,0-1-1 0 0,1-1 1 0 0,0 1-1 0 0,0-1 0 0 0,0-1 1 0 0,14 5-1 0 0,10 2-4927 0 0,-22-7 1487 0 0,4-3-3624 0 0,-1-6 5255 0 0,-11 3 393 0 0,2 1-2965 0 0</inkml:trace>
  <inkml:trace contextRef="#ctx0" brushRef="#br0" timeOffset="1">163 402 720 0 0,'-32'20'8564'0'0,"-34"-1"-3361"0"0,34-10-2402 0 0,-1-9-1200 0 0,33-9-721 0 0,33 3-160 0 0,-1 0 1 0 0,1-9 79 0 0,0-12-80 0 0,65-14 161 0 0,65-49-81 0 0,-6 1-1520 0 0,-59 47-2722 0 0,0 30-4081 0 0,-33 3-4163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22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491 382 1281 0 0,'6'2'642'0'0,"-5"-2"-501"0"0,1 0 1 0 0,0 0-1 0 0,-1 0 1 0 0,1 1-1 0 0,0-1 1 0 0,-1 1-1 0 0,1-1 1 0 0,-1 1-1 0 0,1 0 0 0 0,-1 0 1 0 0,1-1-1 0 0,1 3 1 0 0,2 15 7675 0 0,-5-14-3418 0 0,0-3-4249 0 0,0-1 1 0 0,0 1-1 0 0,0-1 1 0 0,1 1-1 0 0,-1-1 0 0 0,0 1 1 0 0,0-1-1 0 0,0 1 1 0 0,0-1-1 0 0,0 1 0 0 0,0-1 1 0 0,0 1-1 0 0,0-1 1 0 0,0 1-1 0 0,0-1 1 0 0,0 1-1 0 0,0-1 0 0 0,0 0 1 0 0,-1 1-1 0 0,1-1 1 0 0,0 1-1 0 0,0-1 0 0 0,0 1 1 0 0,-1-1-1 0 0,1 1 1 0 0,0-1-1 0 0,-1 0 0 0 0,1 1 1 0 0,0-1-1 0 0,-1 0 1 0 0,1 1-1 0 0,0-1 1 0 0,-1 0-1 0 0,1 0 0 0 0,-1 1 1 0 0,0-1-1 0 0,-26-2 917 0 0,0-2 1 0 0,0-1-1 0 0,-44-13 0 0 0,29-3-171 0 0,8 3-352 0 0,19 11-424 0 0,-6-1 157 0 0,0-1 0 0 0,1-2 0 0 0,-28-18 0 0 0,21 9-27 0 0,16 10-52 0 0,-1 2-1 0 0,0-1 1 0 0,-24-12-1 0 0,-24-14 363 0 0,59 35-525 0 0,0-1-1 0 0,1 0 1 0 0,-1 0-1 0 0,1 0 0 0 0,-1 0 1 0 0,1 0-1 0 0,-1 0 0 0 0,1 0 1 0 0,-1 0-1 0 0,1 0 0 0 0,0 0 1 0 0,-1 0-1 0 0,1 0 0 0 0,0 0 1 0 0,0 0-1 0 0,0 0 1 0 0,0 0-1 0 0,0 0 0 0 0,0 0 1 0 0,0 0-1 0 0,1 0 0 0 0,-1 0 1 0 0,0 0-1 0 0,0 0 0 0 0,1 0 1 0 0,-1 0-1 0 0,1 0 0 0 0,-1 0 1 0 0,1 0-1 0 0,-1 0 1 0 0,1 0-1 0 0,1-1 0 0 0,43-20 342 0 0,-14 7-163 0 0,51-18-1 0 0,77-6-34 0 0,-63 17-156 0 0,-64 14-244 0 0,-9 1 85 0 0,1 2 0 0 0,42-5 1 0 0,-46 10-1037 0 0,0 0 1 0 0,29 5 0 0 0,37 12-7845 0 0,-15 4-4109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24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480 157 2081 0 0,'1'-10'10551'0'0,"2"4"-4973"0"0,-2 5-5462 0 0,-1 1 1 0 0,1-1 0 0 0,-1 1-1 0 0,1-1 1 0 0,0 1-1 0 0,-1 0 1 0 0,1-1-1 0 0,0 1 1 0 0,-1 0-1 0 0,1-1 1 0 0,0 1-1 0 0,0 0 1 0 0,-1 0 0 0 0,1 0-1 0 0,0 0 1 0 0,0 0-1 0 0,0 0 1 0 0,-1 0-1 0 0,2 0 1 0 0,6-1 1272 0 0,-7 1-1341 0 0,-1 0 0 0 0,0 0 0 0 0,0 0 0 0 0,0 0 0 0 0,1 0 0 0 0,-1 0 0 0 0,0 0 0 0 0,0 0 0 0 0,0 0 0 0 0,1 0 0 0 0,-1 0 0 0 0,0 0 0 0 0,0 0 0 0 0,0 0 0 0 0,1 0 0 0 0,-1-1 0 0 0,0 1 0 0 0,0 0 0 0 0,0 0 0 0 0,0 0 0 0 0,1 0 0 0 0,-1 0 0 0 0,0-1 0 0 0,0 1 0 0 0,0 0 0 0 0,0 0 0 0 0,0 0 0 0 0,0 0 0 0 0,0-1 0 0 0,1 1 0 0 0,-1 0 0 0 0,0 0 0 0 0,0 0 0 0 0,0-1 0 0 0,0 1 0 0 0,0 0 0 0 0,0 0 0 0 0,0 0 0 0 0,0-1 0 0 0,0 1-11 0 0,0 0-1 0 0,0-1 0 0 0,0 1 1 0 0,0 0-1 0 0,0 0 0 0 0,0 0 1 0 0,0-1-1 0 0,0 1 1 0 0,0 0-1 0 0,0 0 0 0 0,0 0 1 0 0,0-1-1 0 0,0 1 0 0 0,1 0 1 0 0,-1 0-1 0 0,0 0 0 0 0,0-1 1 0 0,0 1-1 0 0,0 0 1 0 0,0 0-1 0 0,0 0 0 0 0,1 0 1 0 0,-1 0-1 0 0,0 0 0 0 0,0-1 1 0 0,0 1-1 0 0,0 0 1 0 0,1 0-1 0 0,-1 0 0 0 0,0 0 1 0 0,0 0-1 0 0,0 0 0 0 0,1 0 1 0 0,-1 0-1 0 0,0 0 0 0 0,0 0 1 0 0,0 0-1 0 0,1 0 1 0 0,-1 0-1 0 0,3 0 274 0 0,-2 0-249 0 0,0 0 1 0 0,1 0-1 0 0,-1 0 1 0 0,0 0-1 0 0,0 0 1 0 0,0 0 0 0 0,0 0-1 0 0,0 0 1 0 0,0 0-1 0 0,0 0 1 0 0,0-1-1 0 0,0 1 1 0 0,0 0 0 0 0,0-1-1 0 0,0 1 1 0 0,0-1-1 0 0,0 1 1 0 0,0-1 0 0 0,0 0-1 0 0,-1 1 1 0 0,1-1-1 0 0,0 0 1 0 0,0 0-1 0 0,5-2 433 0 0,5 0-325 0 0,9-2 107 0 0,41 2-67 0 0,27 3-36 0 0,-227-14 492 0 0,131 13-623 0 0,-79-13 113 0 0,32 2-43 0 0,35 9-62 0 0,8 2-2 0 0,1-1 1 0 0,0-1 0 0 0,0 0 0 0 0,-16-6-1 0 0,-40-11 201 0 0,15 5-84 0 0,41 9-85 0 0,-11 6-27 0 0,20 0-79 0 0,-1 0 1 0 0,1 1-1 0 0,-1-1 0 0 0,1 1 1 0 0,-1 0-1 0 0,1-1 0 0 0,0 1 0 0 0,-1 0 1 0 0,1 0-1 0 0,0 1 0 0 0,0-1 0 0 0,0 0 1 0 0,-4 3-1 0 0,6-2 4 0 0,-1 1 0 0 0,0-1 0 0 0,1 0 0 0 0,-1 0 0 0 0,1 0 0 0 0,0 0 0 0 0,-1 0 0 0 0,1 1 0 0 0,0-1 0 0 0,0 0 0 0 0,1 0 0 0 0,-1 0 0 0 0,0 1 0 0 0,1-1 0 0 0,-1 0 0 0 0,1 0 0 0 0,0 0 0 0 0,0 0 0 0 0,2 3 0 0 0,7 17 38 0 0,1-1 0 0 0,1 0 0 0 0,1-1 0 0 0,28 33 0 0 0,-22-36-58 0 0,-9-17-10 0 0,-7-1 26 0 0,3 1-68 0 0,-2-7-66 0 0,83-15 147 0 0,-65 19 2 0 0,1 0 0 0 0,-1 2 0 0 0,1 0 0 0 0,-1 1-1 0 0,24 4 1 0 0,-36-2 12 0 0,0 0 0 0 0,0 1 0 0 0,-1 0-1 0 0,1 1 1 0 0,-1 0 0 0 0,1 0-1 0 0,13 9 1 0 0,-5-3 7 0 0,9 6 37 0 0,-1 1 0 0 0,-1 1 1 0 0,-1 1-1 0 0,26 26 0 0 0,-45-40-21 0 0,0 1-1 0 0,0-1 1 0 0,-1 1-1 0 0,0 0 0 0 0,0 0 1 0 0,5 10-1 0 0,-8-14-18 0 0,0 1 1 0 0,0 0-1 0 0,-1 0 0 0 0,1-1 0 0 0,-1 1 0 0 0,1 0 0 0 0,-1 0 0 0 0,0 0 1 0 0,0 0-1 0 0,0-1 0 0 0,0 1 0 0 0,-1 0 0 0 0,1 0 0 0 0,-1 0 0 0 0,0-1 1 0 0,1 1-1 0 0,-1 0 0 0 0,-1-1 0 0 0,0 3 0 0 0,-4 4 54 0 0,0 0-1 0 0,0-1 0 0 0,-1 0 1 0 0,0 0-1 0 0,0-1 0 0 0,-1 0 1 0 0,0 0-1 0 0,0-1 1 0 0,0 0-1 0 0,-1 0 0 0 0,0-1 1 0 0,0 0-1 0 0,-14 5 1 0 0,-16 5 533 0 0,-80 19 0 0 0,109-32-526 0 0,-8 2 69 0 0,-40 11 195 0 0,-1-3-1 0 0,-74 7 0 0 0,114-18-360 0 0,0-1-1 0 0,0 0 1 0 0,0-2 0 0 0,0 0-1 0 0,0-1 1 0 0,1-1 0 0 0,-1-1-1 0 0,1 0 1 0 0,0-1 0 0 0,0-2-1 0 0,-19-9 1 0 0,35 16-15 0 0,0 0 1 0 0,0 0 0 0 0,0 0-1 0 0,0 0 1 0 0,0-1 0 0 0,0 1-1 0 0,0 0 1 0 0,0-1-1 0 0,0 1 1 0 0,1-1 0 0 0,-1 0-1 0 0,1 0 1 0 0,-1 0 0 0 0,1 0-1 0 0,0 1 1 0 0,0-2 0 0 0,0 1-1 0 0,0 0 1 0 0,0 0-1 0 0,0 0 1 0 0,0-3 0 0 0,1 3-87 0 0,0 0 0 0 0,1 0 0 0 0,0 1 1 0 0,-1-1-1 0 0,1 0 0 0 0,0 0 0 0 0,0 1 1 0 0,-1-1-1 0 0,1 0 0 0 0,1 1 0 0 0,-1-1 1 0 0,0 1-1 0 0,0-1 0 0 0,1 1 0 0 0,-1 0 1 0 0,0-1-1 0 0,1 1 0 0 0,-1 0 0 0 0,1 0 1 0 0,0 0-1 0 0,-1 0 0 0 0,5-1 0 0 0,10-6-1630 0 0,1 1 0 0 0,1 1-1 0 0,-1 1 1 0 0,1 0 0 0 0,0 1-1 0 0,30-2 1 0 0,-37 4 1092 0 0,102-12-6413 0 0,61 1-694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24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75 1841 0 0,'-33'8'4882'0'0,"0"-1"641"0"0,1-7-561 0 0,-1 0-960 0 0,0 0-1041 0 0,33-7-720 0 0,0-1-720 0 0,0 2-481 0 0,66-9-399 0 0,-34 3-321 0 0,66-3-320 0 0,33 1-240 0 0,-33 7-401 0 0,0 1-799 0 0,0 12-1762 0 0,-7 15-7203 0 0,40 21-2961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25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1281 0 0,'39'-12'2279'0'0,"-28"9"-1802"0"0,0-1 0 0 0,0 2 1 0 0,15-3-1 0 0,-19 4-347 0 0,69-5 621 0 0,-56 5-451 0 0,1 1 0 0 0,-1 1 0 0 0,31 5 0 0 0,-37-4 62 0 0,16 2 221 0 0,-30-4-514 0 0,1 0-1 0 0,0 0 1 0 0,0 0-1 0 0,-1 0 1 0 0,1 0-1 0 0,0 0 1 0 0,0 0-1 0 0,-1 1 1 0 0,1-1 0 0 0,0 0-1 0 0,-1 1 1 0 0,1-1-1 0 0,0 0 1 0 0,-1 1-1 0 0,1-1 1 0 0,0 1-1 0 0,-1-1 1 0 0,1 1-1 0 0,-1-1 1 0 0,1 1-1 0 0,-1-1 1 0 0,1 2-1 0 0,-1-1-30 0 0,0-1 0 0 0,1 1 0 0 0,-1-1-1 0 0,0 1 1 0 0,0-1 0 0 0,1 1 0 0 0,-1-1-1 0 0,0 1 1 0 0,1-1 0 0 0,-1 1 0 0 0,0-1-1 0 0,1 0 1 0 0,-1 1 0 0 0,1-1 0 0 0,-1 1-1 0 0,1-1 1 0 0,-1 0 0 0 0,1 1 0 0 0,-1-1-1 0 0,1 0 1 0 0,-1 0 0 0 0,1 0 0 0 0,-1 1-1 0 0,1-1 1 0 0,-1 0 0 0 0,1 0 0 0 0,-1 0-1 0 0,1 0 1 0 0,0 0 0 0 0,-1 0 0 0 0,1 0-1 0 0,-1 0 1 0 0,1 0 0 0 0,0 0 0 0 0,0 0-5 0 0,-1 0 1 0 0,1 0-1 0 0,-1 0 1 0 0,1 0-1 0 0,0 0 1 0 0,-1 0-1 0 0,1 0 1 0 0,-1 0-1 0 0,1 0 1 0 0,0 0-1 0 0,-1 0 1 0 0,1 0-1 0 0,-1 1 1 0 0,1-1-1 0 0,0 0 1 0 0,-1 0-1 0 0,1 1 1 0 0,-1-1-1 0 0,1 0 1 0 0,-1 1 0 0 0,0-1-1 0 0,1 1 1 0 0,-1-1-1 0 0,1 0 1 0 0,-1 1-1 0 0,1-1 1 0 0,-1 1-1 0 0,0-1 1 0 0,0 1-1 0 0,1-1 1 0 0,-1 1-1 0 0,0 0 1 0 0,0-1-1 0 0,1 2 1 0 0,-2 7 1335 0 0,1-6-1196 0 0,-1-1 0 0 0,1 0 0 0 0,0 0 0 0 0,0 0 0 0 0,0 0 0 0 0,0 1 0 0 0,0-1-1 0 0,0 0 1 0 0,1 0 0 0 0,-1 0 0 0 0,1 0 0 0 0,0 1 0 0 0,-1-1 0 0 0,1 0 0 0 0,0 0 0 0 0,1 2-1 0 0,7 0-37 0 0,-8-4-122 0 0,0 1 0 0 0,0-1 0 0 0,0 1 1 0 0,0-1-1 0 0,0 1 0 0 0,0-1 1 0 0,-1 1-1 0 0,1-1 0 0 0,0 1 1 0 0,0 0-1 0 0,0-1 0 0 0,0 1 1 0 0,-1 0-1 0 0,1 0 0 0 0,0 0 1 0 0,-1 0-1 0 0,1-1 0 0 0,-1 1 0 0 0,1 0 1 0 0,-1 0-1 0 0,1 0 0 0 0,-1 0 1 0 0,1 0-1 0 0,-1 0 0 0 0,0 1 1 0 0,0-1-1 0 0,0 1 0 0 0,0-1 0 0 0,1 0 0 0 0,-1 1 0 0 0,0-1 0 0 0,0 0 0 0 0,0 0 0 0 0,1 0 0 0 0,-1 0 0 0 0,0 1 0 0 0,1-1 0 0 0,-1 0 0 0 0,1 0 0 0 0,-1 0 0 0 0,1 0 0 0 0,0 0 0 0 0,-1 0 0 0 0,1 0-1 0 0,0 0 1 0 0,0-1 0 0 0,0 1 0 0 0,0 0 0 0 0,0 0 0 0 0,0 0 0 0 0,0-1 0 0 0,1 2 0 0 0,-1-2 0 0 0,1 1-1 0 0,-1 0 1 0 0,0-1 0 0 0,0 1-1 0 0,0 0 1 0 0,0 0 0 0 0,0 0-1 0 0,0 0 1 0 0,-1 0 0 0 0,1 0-1 0 0,0 0 1 0 0,0 0 0 0 0,-1 0-1 0 0,1 0 1 0 0,0 0 0 0 0,-1 1-1 0 0,1-1 1 0 0,-1 0 0 0 0,0 0-1 0 0,1 1 1 0 0,-1-1 0 0 0,0 0-1 0 0,0 1 1 0 0,0 1 0 0 0,1 26 415 0 0,0-22-295 0 0,0 0 1 0 0,-1 1-1 0 0,0-1 0 0 0,-1 0 0 0 0,1 0 0 0 0,-1 0 1 0 0,-1 0-1 0 0,-2 10 0 0 0,-18 19 787 0 0,14-16-353 0 0,7-18-495 0 0,0 0-1 0 0,1 1 1 0 0,-1-1 0 0 0,-1 1 0 0 0,1-1-1 0 0,0 0 1 0 0,-1 0 0 0 0,1 0-1 0 0,-1 0 1 0 0,1 0 0 0 0,-1 0 0 0 0,0 0-1 0 0,0 0 1 0 0,0-1 0 0 0,0 1-1 0 0,0 0 1 0 0,0-1 0 0 0,0 0 0 0 0,-4 2-1 0 0,-81 38 1864 0 0,80-37-1721 0 0,-1-1 0 0 0,0 0 1 0 0,-1 0-1 0 0,1-1 1 0 0,0 0-1 0 0,-1-1 0 0 0,0 0 1 0 0,-12 1-1 0 0,16-2-103 0 0,-6 0 66 0 0,1-1 0 0 0,-1 0 0 0 0,0-1 0 0 0,1 0 0 0 0,-1 0 0 0 0,1-1 0 0 0,0 0 0 0 0,0-1 0 0 0,0 0 0 0 0,1-1 0 0 0,-1 0 0 0 0,1-1 0 0 0,0 1 0 0 0,-13-13 0 0 0,21 18-179 0 0,1 0 1 0 0,-1-1-1 0 0,1 1 1 0 0,-1 0-1 0 0,1-1 0 0 0,-1 1 1 0 0,1 0-1 0 0,-1-1 1 0 0,1 1-1 0 0,0 0 0 0 0,-1-1 1 0 0,1 1-1 0 0,0-1 1 0 0,-1 1-1 0 0,1-1 1 0 0,0 1-1 0 0,-1-1 0 0 0,1 1 1 0 0,0-1-1 0 0,0 1 1 0 0,0-1-1 0 0,0 1 0 0 0,-1-1 1 0 0,1 1-1 0 0,0-1 1 0 0,0 0-1 0 0,0 1 0 0 0,0-1 1 0 0,0 1-1 0 0,0-1 1 0 0,0 1-1 0 0,1-1 0 0 0,-1 1 1 0 0,0-1-1 0 0,0 0 1 0 0,0 1-1 0 0,0-1 0 0 0,1 1 1 0 0,-1-1-1 0 0,0 1 1 0 0,1 0-1 0 0,-1-1 0 0 0,0 1 1 0 0,1-1-1 0 0,-1 1 1 0 0,0-1-1 0 0,1 1 0 0 0,-1 0 1 0 0,1-1-1 0 0,-1 1 1 0 0,1 0-1 0 0,-1-1 0 0 0,1 1 1 0 0,0 0-1 0 0,26-9-30 0 0,-18 9 56 0 0,1 0 0 0 0,-1 0 0 0 0,0 1 0 0 0,1 0-1 0 0,-1 0 1 0 0,0 1 0 0 0,1 1 0 0 0,8 2 0 0 0,7 2 54 0 0,144 43 663 0 0,288 126-1 0 0,-387-151-891 0 0,-55-20-438 0 0,1 0 0 0 0,-1 1-1 0 0,27 15 1 0 0,-42-21 527 0 0,0 0 0 0 0,0 0 0 0 0,0 0 0 0 0,-1 0-1 0 0,1 0 1 0 0,0 0 0 0 0,0 0 0 0 0,0 0 0 0 0,0 0 0 0 0,0 0-1 0 0,0 1 1 0 0,-1-1 0 0 0,1 0 0 0 0,0 0 0 0 0,0 0-1 0 0,0 0 1 0 0,0 0 0 0 0,0 0 0 0 0,0 1 0 0 0,0-1 0 0 0,0 0-1 0 0,0 0 1 0 0,0 0 0 0 0,0 0 0 0 0,0 0 0 0 0,0 1 0 0 0,0-1-1 0 0,0 0 1 0 0,0 0 0 0 0,0 0 0 0 0,0 0 0 0 0,0 0-1 0 0,0 1 1 0 0,0-1 0 0 0,0 0 0 0 0,0 0 0 0 0,0 0 0 0 0,0 0-1 0 0,0 0 1 0 0,0 1 0 0 0,0-1 0 0 0,0 0 0 0 0,0 0 0 0 0,0 0-1 0 0,0 0 1 0 0,0 0 0 0 0,0 0 0 0 0,1 0 0 0 0,-1 1 0 0 0,0-1-1 0 0,0 0 1 0 0,0 0 0 0 0,0 0 0 0 0,0 0 0 0 0,0 0-1 0 0,1 0 1 0 0,-1 0 0 0 0,0 0 0 0 0,-1 1-264 0 0,0-1 0 0 0,0 0 0 0 0,0 0 0 0 0,0 0 0 0 0,0 1 0 0 0,0-1 0 0 0,0 0 0 0 0,0 0 0 0 0,0-1 0 0 0,0 1 0 0 0,0 0 0 0 0,0 0 0 0 0,0 0 0 0 0,0-1 0 0 0,-1 1 0 0 0,-14-11-9358 0 0,-11-4 2547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28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3570 2321 0 0,'-9'6'851'0'0,"-1"-1"1"0"0,1-1-1 0 0,-1 1 1 0 0,0-1-1 0 0,0-1 0 0 0,0 0 1 0 0,-1-1-1 0 0,1 0 1 0 0,-12 1-1 0 0,16-2-444 0 0,-1-1-1 0 0,1 0 1 0 0,0 0 0 0 0,-1-1-1 0 0,1 1 1 0 0,0-1-1 0 0,-1-1 1 0 0,1 1 0 0 0,0-1-1 0 0,0 0 1 0 0,0-1 0 0 0,0 0-1 0 0,1 1 1 0 0,-1-2 0 0 0,-8-5-1 0 0,14 8-356 0 0,-1 0-1 0 0,0-1 0 0 0,0 1 1 0 0,1-1-1 0 0,-1 1 1 0 0,1 0-1 0 0,-1-1 1 0 0,1 1-1 0 0,-1-1 0 0 0,1 1 1 0 0,0-1-1 0 0,0 1 1 0 0,0-1-1 0 0,0 1 0 0 0,0-1 1 0 0,0 1-1 0 0,0-1 1 0 0,1 1-1 0 0,-1-1 0 0 0,0 1 1 0 0,1-1-1 0 0,-1 1 1 0 0,1 0-1 0 0,0-1 0 0 0,-1 1 1 0 0,2-2-1 0 0,13-27 712 0 0,2 0 0 0 0,0 2-1 0 0,24-29 1 0 0,15-25 865 0 0,-46 65-1309 0 0,8-13 405 0 0,2 1-1 0 0,36-42 0 0 0,-29 41-464 0 0,15-15-51 0 0,-1-1 0 0 0,-3-2 0 0 0,42-70 0 0 0,-76 111-191 0 0,19-42 76 0 0,-12-6-131 0 0,-1 25 0 0 0,-6 23 37 0 0,-2 0 0 0 0,1-1 1 0 0,-1 1-1 0 0,0-1 0 0 0,0 1 1 0 0,-1-1-1 0 0,0 0 1 0 0,0 1-1 0 0,-1-1 0 0 0,0 0 1 0 0,0 0-1 0 0,-1 0 1 0 0,0 1-1 0 0,-3-10 0 0 0,-5-9 41 0 0,5 18-31 0 0,1 1 0 0 0,0-1 0 0 0,1 0 0 0 0,0 0 0 0 0,1-1 0 0 0,-1 1 0 0 0,1-11 0 0 0,0-11 35 0 0,0 21-44 0 0,0-1 0 0 0,1 0 0 0 0,0 0 0 0 0,0 0 0 0 0,1 0 0 0 0,1 0 0 0 0,3-13 0 0 0,7 4 14 0 0,-10 17-1 0 0,0 0 1 0 0,-1 1 0 0 0,0-1-1 0 0,1 0 1 0 0,-1-1 0 0 0,0 1 0 0 0,0 0-1 0 0,0 0 1 0 0,0 0 0 0 0,-1-1-1 0 0,1 1 1 0 0,-1 0 0 0 0,1-1-1 0 0,-1-3 1 0 0,1 5-6 0 0,-1 0 0 0 0,0-1 0 0 0,0 1 0 0 0,0 0 0 0 0,1 0 0 0 0,-1 0 0 0 0,1 0 0 0 0,-1-1 0 0 0,1 1 0 0 0,-1 0 0 0 0,1 0 0 0 0,0 0 0 0 0,-1 0 0 0 0,1 0 0 0 0,0 0 0 0 0,0 0 0 0 0,0 1 0 0 0,0-1 0 0 0,-1 0 0 0 0,1 0 0 0 0,2-1 0 0 0,26-10-1 0 0,-13 5-35 0 0,50-30-144 0 0,-66 36 171 0 0,1 0-1 0 0,0 0 1 0 0,0 0-1 0 0,-1 0 0 0 0,1 0 1 0 0,-1 0-1 0 0,1 0 0 0 0,-1 0 1 0 0,1 0-1 0 0,-1-1 1 0 0,0 1-1 0 0,0 0 0 0 0,0 0 1 0 0,1 0-1 0 0,-1-1 0 0 0,0 1 1 0 0,0 0-1 0 0,0 0 1 0 0,-1-1-1 0 0,1 1 0 0 0,-1-2 1 0 0,1-2 2 0 0,0-19 0 0 0,1 10-18 0 0,-1 0 0 0 0,-1 0 0 0 0,-2-16 0 0 0,2 25 13 0 0,-1 0 1 0 0,1 0-1 0 0,-1 0 0 0 0,0 0 0 0 0,0 0 0 0 0,-1 0 1 0 0,0 1-1 0 0,1-1 0 0 0,-1 1 0 0 0,-1 0 0 0 0,-6-8 1 0 0,-83-70 71 0 0,1 1 161 0 0,59 52 0 0 0,33 28-230 0 0,-1 1 1 0 0,0-1 0 0 0,1 0-1 0 0,-1 0 1 0 0,1 0-1 0 0,-1 0 1 0 0,1 0-1 0 0,-1 0 1 0 0,1 0-1 0 0,0 0 1 0 0,-1 0-1 0 0,1 0 1 0 0,0 0 0 0 0,0 0-1 0 0,0 0 1 0 0,0-1-1 0 0,0 1 1 0 0,0 0-1 0 0,0 0 1 0 0,1-1-1 0 0,-1-6-65 0 0,5 3 54 0 0,0 3 11 0 0,-1 0-1 0 0,0 0 0 0 0,0-1 0 0 0,0 0 0 0 0,0 0 0 0 0,0 0 0 0 0,-1 0 0 0 0,1 0 0 0 0,-1-1 0 0 0,5-6 0 0 0,-1-1-22 0 0,0 1 0 0 0,-1-1 1 0 0,9-20-1 0 0,-5 3-50 0 0,-1 0 1 0 0,10-49-1 0 0,-18 70 63 0 0,1 0 17 0 0,0 0 0 0 0,-1 0 0 0 0,0 0 0 0 0,0 0 0 0 0,0 0 0 0 0,-1 0 1 0 0,0-1-1 0 0,-1 1 0 0 0,0 0 0 0 0,0 0 0 0 0,0 0 0 0 0,-4-9 0 0 0,-5-1 46 0 0,8 15-51 0 0,0-1 1 0 0,0 0-1 0 0,0 0 0 0 0,1-1 0 0 0,-1 1 1 0 0,1 0-1 0 0,0 0 0 0 0,0-1 1 0 0,0 1-1 0 0,0-1 0 0 0,1 1 0 0 0,-1-1 1 0 0,1-6-1 0 0,0 9 10 0 0,0 0 0 0 0,1 0 0 0 0,-1 0 0 0 0,0-1-1 0 0,0 1 1 0 0,0 0 0 0 0,0 0 0 0 0,0 0 0 0 0,0 0 0 0 0,0-1 0 0 0,-1 1-1 0 0,1 0 1 0 0,0 0 0 0 0,-1 0 0 0 0,1 0 0 0 0,-1 0 0 0 0,1 0 0 0 0,-1 0 0 0 0,1 0-1 0 0,-1 0 1 0 0,0 0 0 0 0,0 0 0 0 0,1 0 0 0 0,-1 0 0 0 0,0 0 0 0 0,0 0-1 0 0,0 1 1 0 0,0-1 0 0 0,0 0 0 0 0,0 1 0 0 0,0-1 0 0 0,0 1 0 0 0,0-1 0 0 0,0 1-1 0 0,0 0 1 0 0,0-1 0 0 0,-1 1 0 0 0,1 0 0 0 0,0 0 0 0 0,0-1 0 0 0,-2 1 0 0 0,3 0-8 0 0,-1 0 21 0 0,0-1 0 0 0,1 1 1 0 0,-1-1-1 0 0,1 0 1 0 0,-1 1-1 0 0,1-1 0 0 0,-1 1 1 0 0,1-1-1 0 0,0 0 1 0 0,-1 0-1 0 0,1 1 0 0 0,0-1 1 0 0,0 0-1 0 0,-1 0 1 0 0,1 1-1 0 0,0-1 0 0 0,0 0 1 0 0,0 0-1 0 0,0 0 1 0 0,0 1-1 0 0,0-1 0 0 0,0 0 1 0 0,0 0-1 0 0,0 1 1 0 0,0-1-1 0 0,1 0 1 0 0,-1-1-1 0 0,0 1-89 0 0,0-271-27 0 0,0 272 96 0 0,0-1-1 0 0,0 0 0 0 0,0 1 1 0 0,0-1-1 0 0,0 1 0 0 0,0-1 0 0 0,0 1 1 0 0,0-1-1 0 0,-1 1 0 0 0,1-1 1 0 0,0 0-1 0 0,0 1 0 0 0,-1-1 0 0 0,1 1 1 0 0,0 0-1 0 0,-1-1 0 0 0,1 1 1 0 0,0-1-1 0 0,-1 1 0 0 0,1-1 0 0 0,-1 1 1 0 0,1 0-1 0 0,0-1 0 0 0,-1 1 1 0 0,1 0-1 0 0,-1-1 0 0 0,1 1 0 0 0,-1 0 1 0 0,1 0-1 0 0,-1 0 0 0 0,0-1 1 0 0,1 1-1 0 0,-1 0 0 0 0,1 0 0 0 0,-1 0 1 0 0,1 0-1 0 0,-1 0 0 0 0,1 0 1 0 0,-1 0-1 0 0,0 0 0 0 0,0 0 4 0 0,0 0 0 0 0,1 0 0 0 0,-1 0 0 0 0,0 0 0 0 0,1 0 0 0 0,-1 0-1 0 0,1 0 1 0 0,-1 0 0 0 0,0 0 0 0 0,1 0 0 0 0,-1-1 0 0 0,0 1 0 0 0,1 0 0 0 0,-1 0 0 0 0,1-1-1 0 0,-1 1 1 0 0,1 0 0 0 0,-1-1 0 0 0,1 1 0 0 0,-1-1 0 0 0,1 1 0 0 0,-1-1 0 0 0,1 1 0 0 0,-1-1 0 0 0,1 1-1 0 0,0-1 1 0 0,-1 1 0 0 0,1-1 0 0 0,0 0 0 0 0,-1 1 0 0 0,1-1 0 0 0,0 1 0 0 0,0-1 0 0 0,0 0-1 0 0,0 1 1 0 0,-1-1 0 0 0,1 0 0 0 0,0 1 0 0 0,0-1 0 0 0,1-1 0 0 0,-1-6 88 0 0,0 6-93 0 0,1 0-1 0 0,-1-1 0 0 0,0 1 0 0 0,0 0 0 0 0,0 0 0 0 0,0-1 1 0 0,0 1-1 0 0,0 0 0 0 0,-1 0 0 0 0,1 0 0 0 0,-1-1 0 0 0,1 1 0 0 0,-1 0 1 0 0,0 0-1 0 0,-2-4 0 0 0,-5 3-31 0 0,7 3 28 0 0,0 0 1 0 0,0 0-1 0 0,0 0 0 0 0,0 0 0 0 0,1 0 1 0 0,-1-1-1 0 0,0 1 0 0 0,0 0 0 0 0,0-1 0 0 0,1 1 1 0 0,-1-1-1 0 0,0 1 0 0 0,1-1 0 0 0,-1 1 1 0 0,0-1-1 0 0,1 1 0 0 0,-1-1 0 0 0,0 0 0 0 0,1 1 1 0 0,-1-1-1 0 0,1 0 0 0 0,-1 1 0 0 0,1-1 1 0 0,0 0-1 0 0,-1 0 0 0 0,1 0 0 0 0,0 1 0 0 0,0-1 1 0 0,-1 0-1 0 0,1 0 0 0 0,0 0 0 0 0,0 0 1 0 0,0-1-1 0 0,0 1 0 0 0,0-1 1 0 0,-1 0-1 0 0,1 1 0 0 0,0-1 1 0 0,-1 0-1 0 0,1 1 0 0 0,-1-1 1 0 0,0 1-1 0 0,1-1 0 0 0,-1 1 1 0 0,0-1-1 0 0,0 1 0 0 0,0-1 1 0 0,0 1-1 0 0,0 0 0 0 0,0 0 1 0 0,0-1-1 0 0,-1 1 1 0 0,1 0-1 0 0,-2-1 0 0 0,-6-7 14 0 0,-1-5 30 0 0,8 11-34 0 0,0 1-1 0 0,0-1 0 0 0,0 1 1 0 0,-1-1-1 0 0,1 1 0 0 0,0 0 1 0 0,-1 0-1 0 0,0 0 0 0 0,-4-3 1 0 0,2 2 19 0 0,0-1 0 0 0,1 1 0 0 0,0-1 0 0 0,0 0 1 0 0,0 0-1 0 0,-4-5 0 0 0,5 4 3 0 0,-1 0 1 0 0,0 1-1 0 0,0 0 1 0 0,-1 0-1 0 0,-7-5 0 0 0,10 8-25 0 0,0-1-1 0 0,-1 1 0 0 0,1-1 0 0 0,0 0 0 0 0,0 0 1 0 0,0 1-1 0 0,0-1 0 0 0,0-1 0 0 0,1 1 0 0 0,-1 0 1 0 0,1 0-1 0 0,-1 0 0 0 0,1-1 0 0 0,-2-3 1 0 0,2 0-4 0 0,0 0 0 0 0,0 0 0 0 0,0-1 0 0 0,1 1 0 0 0,1-8 0 0 0,-1 2 0 0 0,-1-7-6 0 0,0 15 2 0 0,1-1-1 0 0,-1 1 1 0 0,1-1-1 0 0,0 1 1 0 0,1-1 0 0 0,-1 0-1 0 0,1 1 1 0 0,0 0-1 0 0,0-1 1 0 0,3-7-1 0 0,6-2-5 0 0,-8 12 12 0 0,0 0-1 0 0,-1 0 1 0 0,1 0 0 0 0,-1 0 0 0 0,1 0-1 0 0,-1 0 1 0 0,0 0 0 0 0,0-1-1 0 0,0 1 1 0 0,0 0 0 0 0,-1-1 0 0 0,1 1-1 0 0,-1 0 1 0 0,1-1 0 0 0,-1-3-1 0 0,0-63 14 0 0,6 68 39 0 0,15 1 27 0 0,-42-8 0 0 0,20 8-80 0 0,1 0 1 0 0,0 0-1 0 0,0 0 1 0 0,-1-1-1 0 0,1 1 0 0 0,0 0 1 0 0,-1 0-1 0 0,1 0 1 0 0,0 0-1 0 0,0 0 0 0 0,-1-1 1 0 0,1 1-1 0 0,0 0 1 0 0,0 0-1 0 0,0-1 0 0 0,-1 1 1 0 0,1 0-1 0 0,0 0 1 0 0,0-1-1 0 0,0 1 0 0 0,0 0 1 0 0,0 0-1 0 0,0-1 1 0 0,-1 1-1 0 0,1 0 0 0 0,0-1 1 0 0,0 1-1 0 0,0 0 0 0 0,0 0 1 0 0,0-1-1 0 0,0 1 1 0 0,0 0-1 0 0,0-1 0 0 0,0-134 627 0 0,0 134-623 0 0,0-1-1 0 0,1 1 0 0 0,-1 0 0 0 0,0-1 1 0 0,0 1-1 0 0,1-1 0 0 0,-1 1 0 0 0,1 0 1 0 0,-1-1-1 0 0,1 1 0 0 0,0 0 0 0 0,0 0 1 0 0,-1 0-1 0 0,1-1 0 0 0,0 1 0 0 0,0 0 1 0 0,0 0-1 0 0,0 0 0 0 0,0 0 0 0 0,0 1 1 0 0,1-1-1 0 0,-1 0 0 0 0,1-1 0 0 0,7-5-1 0 0,15-26 117 0 0,-3 0 0 0 0,21-41-1 0 0,8-12 33 0 0,42-28-284 0 0,-91 113 149 0 0,-1 0 1 0 0,1 1-1 0 0,-1-1 0 0 0,1 0 1 0 0,-1 0-1 0 0,1 0 1 0 0,-1 0-1 0 0,0 1 0 0 0,1-1 1 0 0,-1 0-1 0 0,0 0 0 0 0,0 0 1 0 0,0 0-1 0 0,1 0 1 0 0,-1 0-1 0 0,0 0 0 0 0,-1-1 1 0 0,1 0 8 0 0,0-1 55 0 0,0 6-107 0 0,0-2 1281 0 0,-5-2-1187 0 0,-17-3-40 0 0,17 4 26 0 0,5 4-26 0 0,0-3 813 0 0,10 0-1069 0 0,0 0 134 0 0,0 1-1 0 0,13 4 0 0 0,22 4-162 0 0,-5-7 253 0 0,-3 1 3 0 0,1 1-1 0 0,43 11 0 0 0,-27-7-64 0 0,-39-3 3 0 0,-10-6-21 0 0,50 0 8 0 0,-28 0 63 0 0,1 0 28 0 0,-23 0 52 0 0,28 0 521 0 0,-60-8 254 0 0,-75-11-817 0 0,-179-11 0 0 0,218 26-27 0 0,12 1 4 0 0,33 2-3 0 0,1 0 1 0 0,0-1-1 0 0,-21-6 1 0 0,29 6-243 0 0,-7-1 446 0 0,15 3-334 0 0,1 0-1 0 0,-1 0 1 0 0,1 0 0 0 0,0 0 0 0 0,-1 1-1 0 0,1-1 1 0 0,0 0 0 0 0,-1 0 0 0 0,1 0-1 0 0,0 1 1 0 0,-1-1 0 0 0,1 0-1 0 0,0 0 1 0 0,0 1 0 0 0,-1-1 0 0 0,1 0-1 0 0,0 0 1 0 0,0 1 0 0 0,-1-1 0 0 0,1 0-1 0 0,0 1 1 0 0,0-1 0 0 0,0 0 0 0 0,-1 1-1 0 0,1-1 1 0 0,0 1 0 0 0,0-1-1 0 0,0 0 1 0 0,0 1 0 0 0,0-1 0 0 0,0 0-1 0 0,0 1 1 0 0,0-1 0 0 0,0 1 0 0 0,0-1-1 0 0,0 1 1 0 0,6 1-3083 0 0,119 32-13166 0 0,-60-15 10232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29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0 160 0 0,'0'0'3922'0'0,"-33"7"3521"0"0,1-1-4641 0 0,32 23 159 0 0,-33 25-80 0 0,0-6-1520 0 0,1-19-1201 0 0,32-10-240 0 0,-33-5-881 0 0,0-8-3521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32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0 227 560 0 0,'11'-2'259'0'0,"11"-2"1270"0"0,-16-2 859 0 0,7-1-1473 0 0,0 1 1 0 0,-1-2 0 0 0,1 1 0 0 0,-1-2 0 0 0,12-10 0 0 0,-14 2 234 0 0,-9 15-1057 0 0,0 0 1 0 0,0 0-1 0 0,0 1 0 0 0,1-1 0 0 0,-1 0 0 0 0,1 0 1 0 0,-1 1-1 0 0,1-1 0 0 0,0 1 0 0 0,-1-1 1 0 0,1 1-1 0 0,0 0 0 0 0,0 0 0 0 0,0-1 0 0 0,3 0 1 0 0,119-64 2840 0 0,-114 61-2778 0 0,-1 1 0 0 0,2 0 0 0 0,-1 1 0 0 0,20-5 0 0 0,-8 3-29 0 0,-5 1-36 0 0,-4-1-71 0 0,1 2 1 0 0,-1 0-1 0 0,1 1 0 0 0,0 0 1 0 0,0 1-1 0 0,0 0 0 0 0,15 2 1 0 0,-10-2-22 0 0,53 3-50 0 0,-67-2 41 0 0,0 1 0 0 0,0-1 0 0 0,0 1 0 0 0,0 0 1 0 0,0 1-1 0 0,0-1 0 0 0,0 1 0 0 0,-1 0 0 0 0,1 0 1 0 0,7 5-1 0 0,-2 1-37 0 0,-8-7 43 0 0,0 0-1 0 0,0 0 1 0 0,-1 1 0 0 0,1-1 0 0 0,0 1 0 0 0,0 0 0 0 0,-1-1 0 0 0,1 1-1 0 0,-1 0 1 0 0,1 0 0 0 0,-1 0 0 0 0,0 0 0 0 0,0 0 0 0 0,0 0-1 0 0,0 0 1 0 0,0 0 0 0 0,0 0 0 0 0,0 1 0 0 0,-1-1 0 0 0,1 0-1 0 0,-1 1 1 0 0,0-1 0 0 0,0 3 0 0 0,2 29-35 0 0,-1-24 16 0 0,-1 1-1 0 0,1-1 1 0 0,-2 0-1 0 0,1 0 1 0 0,-2 1-1 0 0,1-1 1 0 0,-4 12-1 0 0,-7-1 44 0 0,10-19-12 0 0,0 1 1 0 0,1 0 0 0 0,-1-1 0 0 0,1 1-1 0 0,-1 0 1 0 0,1 0 0 0 0,0 0 0 0 0,0 0 0 0 0,1 0-1 0 0,-1 0 1 0 0,0 0 0 0 0,1 6 0 0 0,0-7-5 0 0,-1 1 1 0 0,1-1 0 0 0,-1 0 0 0 0,1 1 0 0 0,-1-1 0 0 0,1 0-1 0 0,-1 0 1 0 0,0 0 0 0 0,0 1 0 0 0,0-1 0 0 0,0 0 0 0 0,-1 0 0 0 0,1 0-1 0 0,-1-1 1 0 0,-2 4 0 0 0,-31 24 4 0 0,30-26 2 0 0,0 1-1 0 0,0 0 1 0 0,0 0-1 0 0,0 0 1 0 0,1 1-1 0 0,-8 9 1 0 0,2 4 43 0 0,9-15-43 0 0,-1 1-1 0 0,0 0 1 0 0,-1-1-1 0 0,1 1 1 0 0,-1-1-1 0 0,1 0 1 0 0,-1 0 0 0 0,0 0-1 0 0,-4 3 1 0 0,-3 3 9 0 0,-1 0 1 0 0,0 0 0 0 0,-1-1 0 0 0,1-1-1 0 0,-2 0 1 0 0,1 0 0 0 0,-1-1 0 0 0,-25 8-1 0 0,-60 12 461 0 0,90-26-433 0 0,-1-1 1 0 0,0 1-1 0 0,1-1 1 0 0,-1-1 0 0 0,1 0-1 0 0,-1 0 1 0 0,1 0-1 0 0,0-1 1 0 0,0 0 0 0 0,0-1-1 0 0,0 0 1 0 0,1 0-1 0 0,-11-8 1 0 0,18 12-48 0 0,-1 0 0 0 0,1-1 1 0 0,-1 1-1 0 0,1-1 0 0 0,0 1 0 0 0,-1-1 1 0 0,1 0-1 0 0,0 1 0 0 0,-1-1 0 0 0,1 1 1 0 0,0-1-1 0 0,0 1 0 0 0,0-1 0 0 0,-1 0 1 0 0,1 1-1 0 0,0-1 0 0 0,0 0 0 0 0,0 1 1 0 0,0-1-1 0 0,0-1 0 0 0,0 1 2 0 0,0 1-1 0 0,0-1 1 0 0,0 0 0 0 0,0 0 0 0 0,0 0-1 0 0,0 1 1 0 0,0-1 0 0 0,-1 0-1 0 0,1 0 1 0 0,0 1 0 0 0,0-1-1 0 0,-1 0 1 0 0,1 0 0 0 0,-1 1 0 0 0,1-1-1 0 0,0 0 1 0 0,-1 1 0 0 0,1-1-1 0 0,-2 0 1 0 0,-1-2 2 0 0,-20-24 5 0 0,23 26-10 0 0,-1 0-1 0 0,1 0 1 0 0,-1 0-1 0 0,1 0 1 0 0,-1 0 0 0 0,1 0-1 0 0,0 0 1 0 0,-1 0-1 0 0,1-1 1 0 0,0 1-1 0 0,0 0 1 0 0,0 0-1 0 0,0 0 1 0 0,0 0-1 0 0,0 0 1 0 0,0 0-1 0 0,0-1 1 0 0,0 1 0 0 0,0 0-1 0 0,1 0 1 0 0,-1 0-1 0 0,0 0 1 0 0,1 0-1 0 0,-1 0 1 0 0,1 0-1 0 0,-1 0 1 0 0,1 0-1 0 0,0 0 1 0 0,-1 0-1 0 0,1 0 1 0 0,0 0 0 0 0,1 0-1 0 0,7-4-22 0 0,-8 5 21 0 0,0 0 0 0 0,0 0 0 0 0,-1 0 0 0 0,1-1 0 0 0,0 1 0 0 0,0 0 0 0 0,0-1 0 0 0,0 1 0 0 0,-1-1 1 0 0,1 1-1 0 0,0-1 0 0 0,0 1 0 0 0,-1-1 0 0 0,1 1 0 0 0,0-1 0 0 0,-1 0 0 0 0,1 1 0 0 0,-1-1 0 0 0,1 0 0 0 0,-1 0 0 0 0,1 1 0 0 0,-1-1 0 0 0,0 0 0 0 0,1 0 0 0 0,-1 0 0 0 0,0 0 0 0 0,1 1 0 0 0,-1-2 0 0 0,0 1-3 0 0,1 0 0 0 0,-1 0 1 0 0,1 0-1 0 0,0 0 0 0 0,-1 0 0 0 0,1 0 0 0 0,0 0 0 0 0,-1 1 1 0 0,1-1-1 0 0,0 0 0 0 0,0 1 0 0 0,0-1 0 0 0,0 0 0 0 0,0 1 0 0 0,0-1 1 0 0,0 1-1 0 0,0-1 0 0 0,0 1 0 0 0,0 0 0 0 0,0 0 0 0 0,0-1 1 0 0,0 1-1 0 0,0 0 0 0 0,0 0 0 0 0,0 0 0 0 0,0 0 0 0 0,0 0 1 0 0,2 0-1 0 0,35 0-82 0 0,-24 4 95 0 0,1-1-1 0 0,-2 2 0 0 0,1-1 0 0 0,0 2 1 0 0,-1 0-1 0 0,0 1 0 0 0,0 0 0 0 0,-1 1 1 0 0,0 0-1 0 0,13 12 0 0 0,-13-10 31 0 0,-1 1 1 0 0,19 24-1 0 0,-20-22-28 0 0,1-1 1 0 0,18 17 0 0 0,-1-12-64 0 0,-26-16 43 0 0,1 1 0 0 0,-1-1 0 0 0,1 0 0 0 0,0 0 1 0 0,0 0-1 0 0,0 0 0 0 0,-1 0 0 0 0,1 0 0 0 0,0-1 0 0 0,0 1 1 0 0,0-1-1 0 0,0 0 0 0 0,0 0 0 0 0,0 0 0 0 0,6-1 0 0 0,5 0-152 0 0,-2 0-651 0 0,-1 0 1 0 0,1 0-1 0 0,13-4 1 0 0,-18 4-21 0 0,-1-1 1 0 0,0 0 0 0 0,0 0-1 0 0,0 0 1 0 0,0-1 0 0 0,0 1-1 0 0,0-2 1 0 0,-1 1 0 0 0,1 0-1 0 0,5-6 1 0 0,-11 8 622 0 0,1 1 0 0 0,-1-1 1 0 0,1 0-1 0 0,-1 1 0 0 0,1-1 0 0 0,-1 0 1 0 0,0 0-1 0 0,1 1 0 0 0,-1-1 1 0 0,0 0-1 0 0,0 0 0 0 0,1 0 0 0 0,-1 0 1 0 0,0 1-1 0 0,0-1 0 0 0,0 0 0 0 0,0-2 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32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 1361 0 0,'-32'-6'7763'0'0,"64"19"-6242"0"0,-32 1-241 0 0,33 19 1 0 0,32 44 80 0 0,1-23-721 0 0,-1-27-480 0 0,-65-6 0 0 0,32-6-320 0 0,1-1-240 0 0,0-1-881 0 0,-33 1-2480 0 0,0-1-2882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33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1 269 1521 0 0,'0'-15'2241'0'0,"26"-6"0"0"0,39-12-160 0 0,33-15 0 0 0,33-14-160 0 0,-1 14-961 0 0,-32 13-1360 0 0,-32 29-2562 0 0,-1 6-1520 0 0,-32 0 721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33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446 311 880 0 0,'-4'-17'4207'0'0,"-10"6"-2249"0"0,5 5-1360 0 0,-2-3 725 0 0,5 4-920 0 0,1 0 0 0 0,-1 0 0 0 0,0 1 0 0 0,-1 0 0 0 0,1 0 0 0 0,-1 1 0 0 0,1 0-1 0 0,-10-3 1 0 0,-8-1 222 0 0,10 3-141 0 0,0-1 0 0 0,0 0 0 0 0,-13-8 1 0 0,6 3 301 0 0,-39-13 0 0 0,47 19-618 0 0,-1 0 0 0 0,1-2 0 0 0,0 0 0 0 0,0 0 0 0 0,0-1 0 0 0,-11-9 0 0 0,-9-5 98 0 0,32 20-243 0 0,0 0 0 0 0,0 0-1 0 0,0 0 1 0 0,0 0 0 0 0,0 1 0 0 0,-1-1-1 0 0,1 1 1 0 0,0-1 0 0 0,-1 1-1 0 0,1-1 1 0 0,0 1 0 0 0,-1 0-1 0 0,1-1 1 0 0,-1 1 0 0 0,1 0 0 0 0,0 0-1 0 0,-1 0 1 0 0,-1 0 0 0 0,-3 1 252 0 0,28-1-181 0 0,-17-1-28 0 0,0-3-52 0 0,17 3-1 0 0,-15-3 58 0 0,-3 1-62 0 0,143-19 218 0 0,-51 6-181 0 0,-31 3-910 0 0,132-6 1 0 0,-192 18 302 0 0,0 1 0 0 0,0 0-1 0 0,-1 0 1 0 0,1 1 0 0 0,0 0 0 0 0,0-1 0 0 0,-1 1-1 0 0,1 1 1 0 0,0-1 0 0 0,-1 1 0 0 0,0 0 0 0 0,1 0-1 0 0,5 3 1 0 0,23 20-5508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34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89 160 0 0,'-12'-1'1632'0'0,"0"0"0"0"0,-1-1 1 0 0,2 0-1 0 0,-22-8 0 0 0,-17-2 3266 0 0,40 12-4304 0 0,9 0-531 0 0,1 1 0 0 0,-1-1 0 0 0,0 0 0 0 0,1 0 1 0 0,-1 0-1 0 0,0 0 0 0 0,0 0 0 0 0,1 0 1 0 0,-1 0-1 0 0,0 0 0 0 0,1 0 0 0 0,-1 0 0 0 0,0 0 1 0 0,1 0-1 0 0,-1 0 0 0 0,0-1 0 0 0,1 1 1 0 0,-1 0-1 0 0,0 0 0 0 0,1-1 0 0 0,-1 1 0 0 0,1 0 1 0 0,-1-1-1 0 0,0 1 0 0 0,1-1 0 0 0,-1 1 1 0 0,1-1-1 0 0,-1 1 0 0 0,1-1 0 0 0,0 1 0 0 0,-1-1 1 0 0,1 0-1 0 0,-1 1 0 0 0,1-1 0 0 0,0 1 1 0 0,0-1-1 0 0,-1 0 0 0 0,1 1 0 0 0,0-1 0 0 0,0 0 1 0 0,0 1-1 0 0,0-1 0 0 0,0-1 0 0 0,0 1-37 0 0,0 0-1 0 0,0 1 0 0 0,0-1 1 0 0,0 0-1 0 0,1 0 0 0 0,-1 1 1 0 0,0-1-1 0 0,1 0 0 0 0,-1 1 1 0 0,1-1-1 0 0,-1 0 0 0 0,0 1 1 0 0,1-1-1 0 0,0 0 0 0 0,-1 1 1 0 0,1-1-1 0 0,-1 1 0 0 0,1-1 1 0 0,0 1-1 0 0,-1 0 1 0 0,1-1-1 0 0,0 1 0 0 0,-1-1 1 0 0,1 1-1 0 0,0 0 0 0 0,1-1 1 0 0,26-5 142 0 0,-11 2-87 0 0,-5 0-84 0 0,0 0-1 0 0,0 1 1 0 0,0 0 0 0 0,0 1-1 0 0,0 0 1 0 0,0 1 0 0 0,18 1-1 0 0,6 1-29 0 0,53 9 0 0 0,-81-8 48 0 0,5-1-55 0 0,0 1-1 0 0,1 1 1 0 0,-1 1-1 0 0,19 7 1 0 0,-30-11 45 0 0,0 1 1 0 0,-1 0 0 0 0,1-1-1 0 0,0 1 1 0 0,-1 0-1 0 0,1 0 1 0 0,-1 0 0 0 0,0 0-1 0 0,1 0 1 0 0,-1 0-1 0 0,0 0 1 0 0,1 0 0 0 0,-1 0-1 0 0,0 1 1 0 0,0-1-1 0 0,0 0 1 0 0,0 1 0 0 0,0-1-1 0 0,-1 1 1 0 0,1-1-1 0 0,0 1 1 0 0,-1 0 0 0 0,1-1-1 0 0,-1 1 1 0 0,1 0 0 0 0,-1-1-1 0 0,0 1 1 0 0,0 0-1 0 0,0-1 1 0 0,0 1 0 0 0,0 0-1 0 0,0 0 1 0 0,0-1-1 0 0,0 1 1 0 0,-1 0 0 0 0,1-1-1 0 0,-1 1 1 0 0,1-1-1 0 0,-1 1 1 0 0,0 0 0 0 0,1-1-1 0 0,-1 1 1 0 0,0-1-1 0 0,0 0 1 0 0,0 1 0 0 0,0-1-1 0 0,-1 0 1 0 0,1 1-1 0 0,-1 0 1 0 0,-7 7 149 0 0,0 0 1 0 0,-1 0-1 0 0,0-1 1 0 0,0 0-1 0 0,0-1 0 0 0,-1 0 1 0 0,0 0-1 0 0,-1-2 0 0 0,0 1 1 0 0,0-1-1 0 0,-23 6 1 0 0,17-7 152 0 0,1 0 1 0 0,-1-1-1 0 0,0-1 1 0 0,-1 0 0 0 0,1-1-1 0 0,0-2 1 0 0,0 1 0 0 0,-24-6-1 0 0,31 2 159 0 0,-5 4-90 0 0,49-2-20 0 0,34 0-551 0 0,115 13 1 0 0,-117-4-487 0 0,82 20-1 0 0,-134-23 581 0 0,0 1 0 0 0,0-1 0 0 0,-1 2 0 0 0,0 0 0 0 0,0 0 0 0 0,0 2 0 0 0,-1-1 0 0 0,0 1 0 0 0,11 10 0 0 0,-20-15 118 0 0,-1 0 0 0 0,1-1 1 0 0,-1 1-1 0 0,1 0 0 0 0,-1 0 1 0 0,0 0-1 0 0,0 1 1 0 0,0-1-1 0 0,-1 0 0 0 0,1 0 1 0 0,-1 0-1 0 0,1 1 0 0 0,-1-1 1 0 0,0 0-1 0 0,-1 0 0 0 0,1 1 1 0 0,0-1-1 0 0,-1 0 0 0 0,0 0 1 0 0,0 0-1 0 0,0 0 0 0 0,0 0 1 0 0,-2 3-1 0 0,-4 1 111 0 0,0 0-1 0 0,-1 0 1 0 0,0-1 0 0 0,-13 7 0 0 0,-20 16 481 0 0,30-19-448 0 0,6-5-64 0 0,0-1-1 0 0,-1 1 1 0 0,1-1 0 0 0,-1 0-1 0 0,0 0 1 0 0,-1-1-1 0 0,1 1 1 0 0,-8 2-1 0 0,-18 4 304 0 0,-38 8-1 0 0,-404 70-1054 0 0,382-76-2294 0 0,21-10-4482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42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55 1761 0 0,'-5'7'6191'0'0,"4"-7"-6072"0"0,0 0-1 0 0,1 0 1 0 0,-1 0-1 0 0,0 0 1 0 0,1 1 0 0 0,-1-1-1 0 0,0 0 1 0 0,1 0-1 0 0,-1 0 1 0 0,0 0-1 0 0,1-1 1 0 0,-1 1-1 0 0,0 0 1 0 0,1 0-1 0 0,-1 0 1 0 0,1 0-1 0 0,-1-1 1 0 0,0 1-1 0 0,1 0 1 0 0,-1-1-1 0 0,1 1 1 0 0,-1 0-1 0 0,1-1 1 0 0,-1 1 0 0 0,1-1-1 0 0,-1 1 1 0 0,1-1-1 0 0,-1 1 1 0 0,1-1-1 0 0,0 1 1 0 0,-1-1-1 0 0,1 1 1 0 0,0-1-1 0 0,-1 1 1 0 0,1-1-1 0 0,0 0 1 0 0,0 1-1 0 0,-1-1 1 0 0,1 0-1 0 0,0 1 1 0 0,0-1 0 0 0,0 0-1 0 0,0 1 1 0 0,0-2-1 0 0,0 1-53 0 0,0 0-1 0 0,-1 0 1 0 0,1 0-1 0 0,0 0 1 0 0,-1 0-1 0 0,1 0 1 0 0,0 0-1 0 0,-1 0 1 0 0,0 0 0 0 0,1 0-1 0 0,-1 0 1 0 0,0 0-1 0 0,1 0 1 0 0,-1 0-1 0 0,0 1 1 0 0,0-1-1 0 0,1 0 1 0 0,-1 1-1 0 0,0-1 1 0 0,0 0 0 0 0,0 1-1 0 0,0-1 1 0 0,0 1-1 0 0,0-1 1 0 0,0 1-1 0 0,0 0 1 0 0,-2-1-1 0 0,-3-2 197 0 0,5 3-203 0 0,1 0 0 0 0,-1-1 0 0 0,1 1 0 0 0,-1-1 0 0 0,1 0 0 0 0,0 1 0 0 0,-1-1 0 0 0,1 1 1 0 0,0-1-1 0 0,-1 0 0 0 0,1 1 0 0 0,0-1 0 0 0,0 0 0 0 0,-1 1 0 0 0,1-1 0 0 0,0 0 0 0 0,0 1 0 0 0,0-3 1 0 0,0 3-41 0 0,0 0 0 0 0,0 0 0 0 0,0-1 1 0 0,0 1-1 0 0,0 0 0 0 0,0 0 0 0 0,0-1 1 0 0,0 1-1 0 0,0 0 0 0 0,0 0 0 0 0,0-1 1 0 0,0 1-1 0 0,0 0 0 0 0,0 0 1 0 0,0-1-1 0 0,0 1 0 0 0,0 0 0 0 0,0 0 1 0 0,0 0-1 0 0,1-1 0 0 0,-1 1 0 0 0,0 0 1 0 0,0 0-1 0 0,0 0 0 0 0,0-1 0 0 0,1 1 1 0 0,-1 0-1 0 0,0 0 0 0 0,0 0 0 0 0,0 0 1 0 0,1-1-1 0 0,-1 1 0 0 0,0 0 1 0 0,0 0-1 0 0,1 0 0 0 0,-1 0 0 0 0,0 0 1 0 0,0 0-1 0 0,1 0 0 0 0,-1 0 0 0 0,0 0 1 0 0,0 0-1 0 0,1 0 0 0 0,3 1-4 0 0,0 0-1 0 0,0 1 0 0 0,0 0 1 0 0,-1 0-1 0 0,1 0 0 0 0,0 0 1 0 0,-1 0-1 0 0,1 1 0 0 0,-1 0 1 0 0,0-1-1 0 0,0 1 0 0 0,0 0 1 0 0,0 1-1 0 0,2 3 0 0 0,22 25 476 0 0,2-1 1 0 0,39 34-1 0 0,-2 0 244 0 0,-53-50-589 0 0,1 0-1 0 0,1 0 0 0 0,0-2 1 0 0,1 0-1 0 0,0 0 1 0 0,24 12-1 0 0,-39-24-133 0 0,10 6 65 0 0,0 0 0 0 0,-1 1-1 0 0,0 1 1 0 0,0-1 0 0 0,-1 2-1 0 0,0-1 1 0 0,0 1 0 0 0,-1 0-1 0 0,9 16 1 0 0,-8-14-79 0 0,0 0 0 0 0,1-1 0 0 0,1-1 1 0 0,0 1-1 0 0,0-2 0 0 0,1 1 0 0 0,0-2 0 0 0,0 1 0 0 0,1-2 0 0 0,16 8 0 0 0,22 14-1794 0 0,-48-27 1445 0 0,-1-1 1 0 0,1 0-1 0 0,-1 1 0 0 0,1-1 0 0 0,-1 0 0 0 0,1-1 1 0 0,0 1-1 0 0,0-1 0 0 0,-1 1 0 0 0,1-1 0 0 0,0 0 1 0 0,0 0-1 0 0,0 0 0 0 0,-1 0 0 0 0,1 0 0 0 0,0-1 0 0 0,0 1 1 0 0,3-2-1 0 0,-1 1-921 0 0,-5 1 1048 0 0,1 0 0 0 0,-1 0 0 0 0,1 0 0 0 0,-1 0 0 0 0,0 0 0 0 0,1 0 0 0 0,-1 0-1 0 0,1 0 1 0 0,-1 0 0 0 0,1 0 0 0 0,-1-1 0 0 0,0 1 0 0 0,1 0 0 0 0,-1 0 0 0 0,0 0 0 0 0,1-1 0 0 0,-1 1-1 0 0,0 0 1 0 0,1 0 0 0 0,-1-1 0 0 0,0 1 0 0 0,1 0 0 0 0,-1-1 0 0 0,0 1 0 0 0,0 0 0 0 0,1-1 0 0 0,-1 1-1 0 0,0 0 1 0 0,0-1 0 0 0,0 1 0 0 0,0 0 0 0 0,1-1 0 0 0,-1 1 0 0 0,0-1 0 0 0,0 1 0 0 0,0 0-1 0 0,0-1 1 0 0,0 1 0 0 0,0-1 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43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62 240 880 0 0,'-21'0'2790'0'0,"9"-2"6066"0"0,8-3-7309 0 0,2 4-1225 0 0,-16-6 1259 0 0,18 7-1544 0 0,-1-1 1 0 0,1 1-1 0 0,-1 0 1 0 0,1-1-1 0 0,0 1 1 0 0,0-1 0 0 0,-1 1-1 0 0,1-1 1 0 0,0 1-1 0 0,0-1 1 0 0,-1 1-1 0 0,1-1 1 0 0,0 0-1 0 0,0 1 1 0 0,0-1-1 0 0,0 1 1 0 0,0-1-1 0 0,0 1 1 0 0,0-1-1 0 0,0 0 1 0 0,0 1 0 0 0,0-1-1 0 0,0 1 1 0 0,0-1-1 0 0,1 1 1 0 0,-1-1-1 0 0,0 1 1 0 0,0-1-1 0 0,0 1 1 0 0,1-1-1 0 0,-1 1 1 0 0,0-1-1 0 0,1 1 1 0 0,-1-1-1 0 0,0 1 1 0 0,1-1 0 0 0,-1 1-1 0 0,1 0 1 0 0,-1-1-1 0 0,1 0 1 0 0,7-4 267 0 0,-7 5-263 0 0,-1-1 1 0 0,1 1 0 0 0,0-1 0 0 0,0 0-1 0 0,0 1 1 0 0,0-1 0 0 0,0 0 0 0 0,-1 0-1 0 0,1 1 1 0 0,0-1 0 0 0,0 0 0 0 0,-1 0 0 0 0,1 0-1 0 0,-1 0 1 0 0,1 0 0 0 0,-1 0 0 0 0,1 0-1 0 0,-1 0 1 0 0,0 0 0 0 0,1 0 0 0 0,-1 0-1 0 0,0 0 1 0 0,0 0 0 0 0,0-2 0 0 0,1 1 13 0 0,0 0 1 0 0,-1-1 0 0 0,1 1 0 0 0,0 0 0 0 0,0 0-1 0 0,1 0 1 0 0,-1 0 0 0 0,0 1 0 0 0,1-1-1 0 0,-1 0 1 0 0,1 0 0 0 0,-1 1 0 0 0,1-1 0 0 0,0 1-1 0 0,0-1 1 0 0,0 1 0 0 0,0 0 0 0 0,0 0-1 0 0,0 0 1 0 0,0 0 0 0 0,0 0 0 0 0,3-1 0 0 0,62-20 459 0 0,-47 16-351 0 0,45-18-792 0 0,104-22 0 0 0,-11 11-10151 0 0,-114 31 6363 0 0,16 8 466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44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810 394 400 0 0,'0'-1'84'0'0,"0"1"1"0"0,0-1-1 0 0,-1 0 0 0 0,1 1 1 0 0,0-1-1 0 0,0 1 0 0 0,-1-1 0 0 0,1 1 1 0 0,-1-1-1 0 0,1 1 0 0 0,0-1 1 0 0,-1 1-1 0 0,1 0 0 0 0,-1-1 0 0 0,1 1 1 0 0,-1-1-1 0 0,1 1 0 0 0,-1 0 1 0 0,1 0-1 0 0,-1-1 0 0 0,1 1 0 0 0,-1 0 1 0 0,0 0-1 0 0,1 0 0 0 0,-1-1 1 0 0,1 1-1 0 0,-1 0 0 0 0,0 0 0 0 0,1 0 1 0 0,-1 0-1 0 0,1 0 0 0 0,-2 0 1 0 0,1 0 0 0 0,1 1 0 0 0,-1-1 0 0 0,0 0 0 0 0,1 0 0 0 0,-1 0 0 0 0,1 0 0 0 0,-1-1 0 0 0,0 1 0 0 0,1 0 0 0 0,-1 0 0 0 0,1 0 1 0 0,-1 0-1 0 0,0-1 0 0 0,1 1 0 0 0,-1 0 0 0 0,1 0 0 0 0,-1-1 0 0 0,1 1 0 0 0,-1-1 0 0 0,1 1 0 0 0,-1 0 0 0 0,1-1 1 0 0,0 1-1 0 0,-1-1 0 0 0,1 1 0 0 0,-1-1 0 0 0,1 1 0 0 0,0-1 0 0 0,0 1 0 0 0,-1-1 0 0 0,1 1 0 0 0,0-2 0 0 0,-1 1 70 0 0,0 0 0 0 0,0 0 1 0 0,0 0-1 0 0,0 0 0 0 0,0 0 0 0 0,0 0 0 0 0,0 0 0 0 0,0 0 0 0 0,-1 1 0 0 0,1-1 0 0 0,0 0 0 0 0,0 1 0 0 0,-1-1 0 0 0,1 1 0 0 0,0-1 0 0 0,-1 1 0 0 0,1 0 0 0 0,0 0 0 0 0,-3-1 0 0 0,2 1 266 0 0,-21-9 1306 0 0,-1 2-1 0 0,0 1 1 0 0,-31-5-1 0 0,18 5-828 0 0,-104-25 2183 0 0,-136-17 267 0 0,174 22-2214 0 0,97 25-1037 0 0,5 1-78 0 0,0 0 1 0 0,-1 0 0 0 0,1 0-1 0 0,0 0 1 0 0,0 0 0 0 0,0 0-1 0 0,0 0 1 0 0,0 0-1 0 0,0-1 1 0 0,0 1 0 0 0,0 0-1 0 0,0-1 1 0 0,-1 1 0 0 0,1-1-1 0 0,1 1 1 0 0,-1-1 0 0 0,0 1-1 0 0,0-1 1 0 0,0 0 0 0 0,0 0-1 0 0,0 1 1 0 0,1-1-1 0 0,-1 0 1 0 0,0 0 0 0 0,0 0-1 0 0,0-1 1 0 0,1 1-13 0 0,0 1-1 0 0,0-1 1 0 0,-1 1 0 0 0,1-1 0 0 0,0 1-1 0 0,0-1 1 0 0,-1 1 0 0 0,1-1-1 0 0,0 1 1 0 0,-1-1 0 0 0,1 1 0 0 0,0-1-1 0 0,-1 1 1 0 0,1 0 0 0 0,-1-1 0 0 0,1 1-1 0 0,-1 0 1 0 0,1-1 0 0 0,-1 1-1 0 0,1 0 1 0 0,-1 0 0 0 0,1-1 0 0 0,-1 1-1 0 0,1 0 1 0 0,-1 0 0 0 0,0 0-1 0 0,1 0 1 0 0,-1 0 0 0 0,1 0 0 0 0,-1 0-1 0 0,1 0 1 0 0,-1 0 0 0 0,0 0-1 0 0,0 0 1 0 0,1 0-4 0 0,-1 0 1 0 0,0 0-1 0 0,1 0 0 0 0,-1 0 0 0 0,1 0 0 0 0,-1 0 1 0 0,0 0-1 0 0,1 0 0 0 0,-1 0 0 0 0,1 0 0 0 0,-1 0 0 0 0,0-1 1 0 0,1 1-1 0 0,-1 0 0 0 0,1 0 0 0 0,-1-1 0 0 0,1 1 1 0 0,-1 0-1 0 0,1-1 0 0 0,-1 1 0 0 0,1 0 0 0 0,-1-1 1 0 0,1 1-1 0 0,0-1 0 0 0,-1 1 0 0 0,1-1 0 0 0,-1 1 0 0 0,1-1 1 0 0,0 1-1 0 0,0-1 0 0 0,-1 1 0 0 0,1-1 0 0 0,0 1 1 0 0,-1-2-1 0 0,2 1-1 0 0,-1 0 1 0 0,0-1 0 0 0,1 1-1 0 0,-1 0 1 0 0,1 0 0 0 0,-1 0-1 0 0,1-1 1 0 0,0 1-1 0 0,-1 0 1 0 0,1 0 0 0 0,0 0-1 0 0,0 0 1 0 0,0 0 0 0 0,0 1-1 0 0,0-1 1 0 0,0 0-1 0 0,0 0 1 0 0,0 1 0 0 0,0-1-1 0 0,0 0 1 0 0,0 1 0 0 0,0-1-1 0 0,1 1 1 0 0,-1-1-1 0 0,0 1 1 0 0,0 0 0 0 0,0 0-1 0 0,3-1 1 0 0,7-2 14 0 0,-3 0-5 0 0,0 2-1 0 0,1-1 0 0 0,-1 1 1 0 0,1 1-1 0 0,12 0 0 0 0,3-1 1 0 0,214-26 215 0 0,1-4 189 0 0,-114 4-3174 0 0,-87 16-2687 0 0,39-16-1 0 0,-44 15-370 0 0,-1 3 694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45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392 138 1281 0 0,'-81'-49'7083'0'0,"67"35"-4482"0"0,16 4-1144 0 0,20 2-406 0 0,-16 6-824 0 0,40-14 214 0 0,-29 9-326 0 0,1 1-1 0 0,0 1 1 0 0,0 0-1 0 0,34-4 0 0 0,-30 7-73 0 0,-8 0-38 0 0,0 0 0 0 0,0 2 1 0 0,24 1-1 0 0,-20 0-41 0 0,12 1-155 0 0,0 1 0 0 0,31 7 0 0 0,-53-9 95 0 0,-1 1 0 0 0,1 0 0 0 0,-1 1 0 0 0,0 0 0 0 0,1 0 0 0 0,-1 0 0 0 0,-1 1 1 0 0,1 0-1 0 0,0 0 0 0 0,-1 1 0 0 0,0 0 0 0 0,0 0 0 0 0,10 11 0 0 0,-14-13 66 0 0,0 0 1 0 0,1 0-1 0 0,-2 1 0 0 0,1-1 0 0 0,0 0 0 0 0,0 1 0 0 0,-1-1 0 0 0,0 0 1 0 0,0 1-1 0 0,0 0 0 0 0,0-1 0 0 0,0 7 0 0 0,-1-7 46 0 0,-1 0 1 0 0,1 0-1 0 0,-1 0 0 0 0,0 0 0 0 0,0 0 0 0 0,0 0 0 0 0,0 0 0 0 0,0 0 1 0 0,-1-1-1 0 0,1 1 0 0 0,-1 0 0 0 0,0-1 0 0 0,0 0 0 0 0,0 1 0 0 0,0-1 1 0 0,-4 3-1 0 0,-2 2 136 0 0,-1 0 1 0 0,1 0 0 0 0,-2-1-1 0 0,1 0 1 0 0,-1-1-1 0 0,0 0 1 0 0,0-1 0 0 0,-12 4-1 0 0,-88 20 1419 0 0,71-20-958 0 0,1 1-17 0 0,11-2 421 0 0,-46 5 0 0 0,63-11-853 0 0,1-1 0 0 0,-1 0 0 0 0,1 0 0 0 0,-1-1 0 0 0,0-1 0 0 0,1 1 0 0 0,-1-1 0 0 0,-13-6 0 0 0,11 4-88 0 0,12 4-72 0 0,0 0 0 0 0,0 0 0 0 0,0 0 0 0 0,0 0 0 0 0,0 0 0 0 0,0 0 0 0 0,0 0 0 0 0,0 0 0 0 0,0 0 0 0 0,0 0 0 0 0,0 0 0 0 0,0 0 0 0 0,0 0 0 0 0,0 0 0 0 0,0-1 0 0 0,0 1 0 0 0,0 0 0 0 0,0 0 0 0 0,0 0 0 0 0,0 0 1 0 0,0 0-1 0 0,0 0 0 0 0,0 0 0 0 0,0 0 0 0 0,0 0 0 0 0,0 0 0 0 0,0 0 0 0 0,0 0 0 0 0,0-1 0 0 0,23-7 129 0 0,-10 4-173 0 0,-1 0 0 0 0,1 1 0 0 0,0 1 0 0 0,0 0 0 0 0,1 1-1 0 0,-1 0 1 0 0,0 1 0 0 0,0 0 0 0 0,22 4 0 0 0,4 2-351 0 0,-1 1 0 0 0,48 16 0 0 0,-73-19 291 0 0,1 1 0 0 0,-1 0 1 0 0,0 1-1 0 0,0 0 0 0 0,0 1 0 0 0,-1 1 1 0 0,16 12-1 0 0,-27-18 105 0 0,0-1 0 0 0,0 1 0 0 0,0-1 0 0 0,0 1 1 0 0,0-1-1 0 0,0 1 0 0 0,-1 0 0 0 0,1-1 0 0 0,-1 1 0 0 0,1 0 0 0 0,-1-1 0 0 0,0 1 0 0 0,1 0 1 0 0,-1 0-1 0 0,0-1 0 0 0,0 1 0 0 0,0 0 0 0 0,0 0 0 0 0,-1 0 0 0 0,1-1 0 0 0,-1 1 0 0 0,1 0 1 0 0,-1-1-1 0 0,1 1 0 0 0,-1 0 0 0 0,-1 1 0 0 0,0 2 75 0 0,-1-1 0 0 0,0 1 0 0 0,0-1-1 0 0,0 0 1 0 0,-1 1 0 0 0,0-2 0 0 0,-5 6 0 0 0,-5 1 352 0 0,0 0-1 0 0,0-2 1 0 0,-1 1 0 0 0,0-2-1 0 0,-1 0 1 0 0,1-1 0 0 0,-26 6 0 0 0,-120 22 1913 0 0,152-32-2308 0 0,-34 6-289 0 0,-1-2 1 0 0,1-1 0 0 0,-1-3-1 0 0,0-1 1 0 0,1-3-1 0 0,-1-1 1 0 0,-43-9-1 0 0,79 10-193 0 0,0 0 1 0 0,0 0-1 0 0,0 0 0 0 0,0-1 0 0 0,-7-4 0 0 0,14 6 224 0 0,1 1 0 0 0,-1-1 1 0 0,0 1-1 0 0,0-1 0 0 0,1 0 0 0 0,-1 1 0 0 0,1-1 1 0 0,-1 0-1 0 0,0 1 0 0 0,1-1 0 0 0,-1 0 0 0 0,1 0 0 0 0,-1 1 1 0 0,1-1-1 0 0,0 0 0 0 0,-1 0 0 0 0,1 0 0 0 0,0 0 1 0 0,0 0-1 0 0,-1 0 0 0 0,1 1 0 0 0,0-1 0 0 0,0 0 0 0 0,0 0 1 0 0,0 0-1 0 0,0-1 0 0 0,0-24-9808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45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8 4402 0 0,'-33'0'5443'0'0,"0"0"-1041"0"0,1-8-80 0 0,64 8-4002 0 0,1 0 160 0 0,0 8 80 0 0,32-8 0 0 0,66 13 161 0 0,97 22 79 0 0,-71-2-800 0 0,-59 3-480 0 0,0-1-321 0 0,0-14-719 0 0,-33 12-3683 0 0,0-12-4641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46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426 153 3442 0 0,'-60'-19'5830'0'0,"50"17"-4785"0"0,0 0 1 0 0,0-1 0 0 0,0-1-1 0 0,-15-7 1 0 0,24 11-988 0 0,1 0-1 0 0,-1-1 1 0 0,1 1 0 0 0,0 0 0 0 0,-1-1-1 0 0,1 1 1 0 0,-1-1 0 0 0,1 1-1 0 0,0 0 1 0 0,-1-1 0 0 0,1 1-1 0 0,0-1 1 0 0,0 1 0 0 0,0-1 0 0 0,-1 1-1 0 0,1-1 1 0 0,0 1 0 0 0,0-1-1 0 0,0 0 1 0 0,0 1 0 0 0,0-1 0 0 0,0 1-1 0 0,0-1 1 0 0,0 1 0 0 0,0-1-1 0 0,0 1 1 0 0,0-1 0 0 0,0 0-1 0 0,0 1 1 0 0,0-1 0 0 0,0 1 0 0 0,1-1-1 0 0,-1 1 1 0 0,0-1 0 0 0,0 1-1 0 0,1-1 1 0 0,-1 1 0 0 0,0-1 0 0 0,1 1-1 0 0,-1 0 1 0 0,1-1 0 0 0,-1 1-1 0 0,0 0 1 0 0,1-1 0 0 0,0 1 0 0 0,10-8 365 0 0,0 1 0 0 0,25-11 0 0 0,-2 1-65 0 0,-22 11-376 0 0,1 0-1 0 0,0 0 1 0 0,-1 1 0 0 0,2 1-1 0 0,-1 0 1 0 0,0 1 0 0 0,1 0-1 0 0,-1 1 1 0 0,1 1 0 0 0,0 0-1 0 0,0 1 1 0 0,0 0-1 0 0,-1 1 1 0 0,1 1 0 0 0,15 3-1 0 0,-25-4-8 0 0,1 1-1 0 0,0-1 1 0 0,-1 1-1 0 0,0 0 1 0 0,1 0-1 0 0,-1 0 0 0 0,0 0 1 0 0,0 1-1 0 0,0 0 1 0 0,5 4-1 0 0,-7-4 13 0 0,0 0-1 0 0,-1 1 1 0 0,1-1 0 0 0,-1 0-1 0 0,1 1 1 0 0,-1 0 0 0 0,0-1-1 0 0,-1 1 1 0 0,1 0 0 0 0,-1-1-1 0 0,1 1 1 0 0,-1 0 0 0 0,0 0-1 0 0,-1 4 1 0 0,1-7 23 0 0,0 1 1 0 0,0 0 0 0 0,0 0-1 0 0,-1-1 1 0 0,1 1-1 0 0,-1 0 1 0 0,1 0-1 0 0,-1-1 1 0 0,0 1-1 0 0,1-1 1 0 0,-1 1-1 0 0,0 0 1 0 0,0-1 0 0 0,0 0-1 0 0,0 1 1 0 0,0-1-1 0 0,-1 0 1 0 0,0 2-1 0 0,-30 17 89 0 0,13-9-9 0 0,-85 68 979 0 0,76-61-592 0 0,-2-1-1 0 0,-1-1 1 0 0,0-2 0 0 0,0-1 0 0 0,-34 8-1 0 0,51-17-289 0 0,1-1 0 0 0,-1 0-1 0 0,0-1 1 0 0,1 0-1 0 0,-1-1 1 0 0,0-1 0 0 0,0-1-1 0 0,0 1 1 0 0,0-2 0 0 0,0 0-1 0 0,1-1 1 0 0,-1 0 0 0 0,1-1-1 0 0,0-1 1 0 0,-17-7 0 0 0,21 6-128 0 0,1 0 1 0 0,0 0 0 0 0,-12-13 0 0 0,5 5 71 0 0,14 14-125 0 0,1-1 0 0 0,-1 1 0 0 0,1 0 0 0 0,0-1 0 0 0,-1 1 1 0 0,1-1-1 0 0,-1 1 0 0 0,1-1 0 0 0,0 1 0 0 0,-1-1 0 0 0,1 0 1 0 0,0 1-1 0 0,-1-1 0 0 0,1 1 0 0 0,0-1 0 0 0,0 0 0 0 0,0 1 1 0 0,0-1-1 0 0,0 1 0 0 0,0-1 0 0 0,0 0 0 0 0,0 1 0 0 0,0-1 0 0 0,0 0 1 0 0,0 1-1 0 0,0-1 0 0 0,0 0 0 0 0,0 1 0 0 0,0-1 0 0 0,1 1 1 0 0,-1-1-1 0 0,0 0 0 0 0,0 1 0 0 0,1-1 0 0 0,-1 1 0 0 0,0-1 0 0 0,1 1 1 0 0,-1-1-1 0 0,1 1 0 0 0,-1-1 0 0 0,1 1 0 0 0,-1 0 0 0 0,1-1 1 0 0,-1 1-1 0 0,1 0 0 0 0,0-1 0 0 0,19-10 27 0 0,-11 6-67 0 0,0 0 0 0 0,1 1 0 0 0,0 0 0 0 0,0 1 0 0 0,0 0 0 0 0,0 1 0 0 0,0 0 0 0 0,1 0-1 0 0,-1 1 1 0 0,1 0 0 0 0,-1 1 0 0 0,1 0 0 0 0,10 2 0 0 0,20 4-262 0 0,79 21-1 0 0,-96-20 294 0 0,64 17-185 0 0,96 22-70 0 0,-141-38 112 0 0,0-2 0 0 0,67 0 1 0 0,-88-6-468 0 0,-1-2 0 0 0,0 0 1 0 0,0-2-1 0 0,22-5 1 0 0,61-27-7053 0 0,-103 36 7548 0 0,70-34-9178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49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810 409 960 0 0,'-14'-4'2005'0'0,"1"-2"0"0"0,-1 1 0 0 0,-13-10 0 0 0,3 3 313 0 0,17 10-1816 0 0,0 0-1 0 0,0 0 0 0 0,0 0 0 0 0,0 1 0 0 0,-7-1 0 0 0,-2 0 27 0 0,15 2-520 0 0,1 0 0 0 0,0 0 0 0 0,0 0-1 0 0,0 1 1 0 0,0-1 0 0 0,0 0 0 0 0,0 0 0 0 0,-1 0-1 0 0,1 0 1 0 0,0 0 0 0 0,0 0 0 0 0,0 0-1 0 0,0 0 1 0 0,-1 0 0 0 0,1 0 0 0 0,0 0-1 0 0,0 0 1 0 0,0 0 0 0 0,0 0 0 0 0,0 0-1 0 0,-1 0 1 0 0,1 0 0 0 0,0 0 0 0 0,0 0-1 0 0,0 0 1 0 0,0 0 0 0 0,-1-1 0 0 0,1 1-1 0 0,0 0 1 0 0,0 0 0 0 0,0 0 0 0 0,0 0-1 0 0,0 0 1 0 0,0 0 0 0 0,0 0 0 0 0,-1 0-1 0 0,1-1 1 0 0,0 1 0 0 0,0 0 0 0 0,0 0 0 0 0,0 0-1 0 0,0 0 1 0 0,0 0 0 0 0,0-1 0 0 0,0 1-1 0 0,0 0 1 0 0,0 0 0 0 0,0 0 0 0 0,0 0-1 0 0,0-1 1 0 0,0 1 0 0 0,0 0 0 0 0,0 0-1 0 0,0 0 1 0 0,0 0 0 0 0,0 0 0 0 0,0-1-1 0 0,0 1 1 0 0,0 0 0 0 0,0 0 0 0 0,0 0-1 0 0,0 0 1 0 0,0 0 0 0 0,0-1 0 0 0,0 1-1 0 0,1 0 1 0 0,-1 0 0 0 0,-33 4 425 0 0,29-3-455 0 0,1 0 1 0 0,-1 1-1 0 0,1-1 1 0 0,0 1-1 0 0,0 0 0 0 0,-1 0 1 0 0,1 0-1 0 0,1 0 1 0 0,-1 1-1 0 0,0-1 0 0 0,1 1 1 0 0,-1-1-1 0 0,1 1 1 0 0,0 0-1 0 0,-1 0 1 0 0,2 0-1 0 0,-1 0 0 0 0,0 1 1 0 0,0-1-1 0 0,1 0 1 0 0,-1 4-1 0 0,-1-1 14 0 0,0 0 0 0 0,0-1 0 0 0,0 1 0 0 0,0-1 0 0 0,-1 0 0 0 0,0 0 0 0 0,0 0 0 0 0,-5 4 0 0 0,-14 9 130 0 0,-13 11-57 0 0,3 5-140 0 0,28-30 131 0 0,1 0 1 0 0,0 0-1 0 0,-1 1 1 0 0,2-1-1 0 0,-1 1 0 0 0,-3 5 1 0 0,-2 8 188 0 0,8-15-225 0 0,0 0 0 0 0,-1 0 0 0 0,0 0 0 0 0,1 0 1 0 0,-1 0-1 0 0,0 0 0 0 0,0 0 0 0 0,-1-1 0 0 0,1 1 0 0 0,-1-1 0 0 0,1 0 1 0 0,-4 3-1 0 0,-54 36 260 0 0,54-35-276 0 0,-1-1 0 0 0,1 0 0 0 0,-1-1 0 0 0,0 1 0 0 0,-1-1 0 0 0,-10 4 0 0 0,-16 12 21 0 0,33-19-18 0 0,0 1 0 0 0,-1 0 0 0 0,1-1 0 0 0,0 1 0 0 0,0 0 0 0 0,0-1 0 0 0,0 1-1 0 0,0 0 1 0 0,1 0 0 0 0,-2 2 0 0 0,-2 7 37 0 0,-2-2-12 0 0,0-1-1 0 0,-1 0 0 0 0,1 0 0 0 0,-2-1 0 0 0,1 0 0 0 0,-1 0 1 0 0,-9 5-1 0 0,7-5 18 0 0,2 0-1 0 0,-1 1 1 0 0,1 0 0 0 0,-12 13 0 0 0,-12 22 191 0 0,30-39-207 0 0,0 0 0 0 0,1 1 1 0 0,0-1-1 0 0,0 1 0 0 0,0-1 0 0 0,0 1 0 0 0,1-1 1 0 0,0 1-1 0 0,0-1 0 0 0,0 1 0 0 0,0-1 0 0 0,2 8 0 0 0,-1 6-24 0 0,0 5-81 0 0,0-15 78 0 0,0-1-1 0 0,-1 0 1 0 0,0 1 0 0 0,-1-1-1 0 0,0 1 1 0 0,0-1 0 0 0,-4 15 0 0 0,-5-3 56 0 0,8-16-38 0 0,-1 1 0 0 0,1 0-1 0 0,0 0 1 0 0,1 0 0 0 0,-1 1-1 0 0,1-1 1 0 0,0 0 0 0 0,0 1-1 0 0,0-1 1 0 0,0 1 0 0 0,1 4-1 0 0,0 88 431 0 0,0-95-436 0 0,0 1 0 0 0,0-1-1 0 0,0 1 1 0 0,1-1 0 0 0,0 1 0 0 0,-1-1 0 0 0,1 0 0 0 0,0 1 0 0 0,0-1-1 0 0,0 0 1 0 0,0 0 0 0 0,0 1 0 0 0,1-1 0 0 0,-1 0 0 0 0,1 0 0 0 0,2 2-1 0 0,6 9-13 0 0,1 8 16 0 0,-10-19-7 0 0,0 1 0 0 0,0 0-1 0 0,1-1 1 0 0,-1 1 0 0 0,1-1 0 0 0,0 0 0 0 0,0 0-1 0 0,0 1 1 0 0,0-1 0 0 0,0 0 0 0 0,0 0 0 0 0,5 3-1 0 0,34 18 95 0 0,0-2-1 0 0,57 20 1 0 0,-17-7 107 0 0,-20-11-165 0 0,-46-18-62 0 0,-1 0 0 0 0,0 1 1 0 0,0 0-1 0 0,0 1 0 0 0,0 1 0 0 0,-1 0 0 0 0,23 20 1 0 0,-11-6 114 0 0,0 0 0 0 0,50 31 0 0 0,-50-33-116 0 0,-21-17 25 0 0,-1 1-1 0 0,1-1 0 0 0,0 0 0 0 0,0-1 0 0 0,0 1 0 0 0,0-1 0 0 0,9 5 0 0 0,57 13 249 0 0,94 36 296 0 0,-126-42-371 0 0,50 11 1 0 0,32 11-73 0 0,-105-30-86 0 0,-1 0 1 0 0,1 1-1 0 0,-2 1 1 0 0,1 0 0 0 0,23 19-1 0 0,-22-14 108 0 0,0-2-1 0 0,1 0 0 0 0,1 0 1 0 0,-1-2-1 0 0,29 13 1 0 0,80 31 546 0 0,-71-28-494 0 0,-43-18-106 0 0,0-1 0 0 0,22 8 1 0 0,-20-10-32 0 0,-1 0 0 0 0,1 1-1 0 0,-1 1 1 0 0,-1 0 0 0 0,21 14 0 0 0,-15-9 37 0 0,0 0 0 0 0,0-1-1 0 0,26 9 1 0 0,-17-7-2 0 0,-10 3 89 0 0,-11-11-114 0 0,0 1 1 0 0,1-1-1 0 0,0-1 0 0 0,0 1 0 0 0,0-1 0 0 0,0 0 0 0 0,0 0 0 0 0,8 1 0 0 0,63 18 219 0 0,-51-16-260 0 0,40 13 315 0 0,85 37 0 0 0,-136-49-294 0 0,26 10 189 0 0,71 21-1 0 0,-19-5 160 0 0,-87-30-376 0 0,0-1 0 0 0,1 0 1 0 0,-1-1-1 0 0,0 1 0 0 0,1-1 1 0 0,-1 0-1 0 0,1-1 0 0 0,0 0 1 0 0,-1 0-1 0 0,1 0 0 0 0,-1-1 1 0 0,13-2-1 0 0,16-2 242 0 0,-21 4-99 0 0,0-2 0 0 0,0 0 0 0 0,-1-1-1 0 0,1 0 1 0 0,-1-1 0 0 0,14-7 0 0 0,80-49 592 0 0,8-5-8 0 0,-46 35-364 0 0,106-31-1 0 0,-137 52-279 0 0,0 2-1 0 0,1 2 0 0 0,-1 2 1 0 0,76 1-1 0 0,-96 2-46 0 0,1 0-1 0 0,-1-2 1 0 0,1 0 0 0 0,-1 0 0 0 0,0-2-1 0 0,-1 0 1 0 0,1-1 0 0 0,-1-1-1 0 0,0-1 1 0 0,0 0 0 0 0,15-12-1 0 0,138-91 295 0 0,-144 96-310 0 0,2 2-1 0 0,0 0 1 0 0,0 2-1 0 0,45-12 1 0 0,-35 12 36 0 0,-11 10-67 0 0,2 2-41 0 0,-23 0 23 0 0,-1 0 0 0 0,0-1 1 0 0,1 0-1 0 0,-1 0 1 0 0,10-2-1 0 0,4-2-5 0 0,-6 3 5 0 0,-1-2 1 0 0,1 0-1 0 0,23-8 1 0 0,-15 2 27 0 0,56-28 129 0 0,-70 33-121 0 0,0 0-1 0 0,-1 0 1 0 0,0 0-1 0 0,0-1 0 0 0,0 0 1 0 0,0 0-1 0 0,-1-1 1 0 0,5-6-1 0 0,-3 2 32 0 0,-4 6-35 0 0,-1 0 0 0 0,1 0-1 0 0,0 1 1 0 0,0-1 0 0 0,0 1 0 0 0,1 0 0 0 0,-1 0 0 0 0,5-3 0 0 0,79-69 146 0 0,-64 54-160 0 0,-20 19 0 0 0,1-1 0 0 0,-1 1 0 0 0,1-1 0 0 0,-1 0 0 0 0,0 0 0 0 0,0 0 0 0 0,0-1 0 0 0,-1 1 0 0 0,1 0 0 0 0,-1-1 0 0 0,0 0 0 0 0,0 0 0 0 0,0 0 0 0 0,0 0 0 0 0,-1 0 0 0 0,0 0 0 0 0,1 0 0 0 0,-1-5 0 0 0,-1-5 0 0 0,-1 9 0 0 0,1 0 0 0 0,0 0 0 0 0,0 0 0 0 0,1 0 0 0 0,-1 0 0 0 0,1 0 0 0 0,0 0 0 0 0,3-8 0 0 0,6-5 0 0 0,-8 15 0 0 0,0-1 0 0 0,0 1 0 0 0,0 0 0 0 0,0-1 0 0 0,-1 1 0 0 0,0-1 0 0 0,0 1 0 0 0,0-1 0 0 0,0 0 0 0 0,0 1 0 0 0,-1-1 0 0 0,1-4 0 0 0,-1-264 26 0 0,0 253-8 0 0,-1-1 0 0 0,-3-26 0 0 0,-18-30 22 0 0,15 46-81 0 0,4 16 11 0 0,0-1 1 0 0,-2 1 0 0 0,1-1 0 0 0,-12-22 0 0 0,9 22 24 0 0,0 0 0 0 0,1-1 0 0 0,-5-26 0 0 0,5 20-15 0 0,3 15 3 0 0,0 1 0 0 0,0 0 0 0 0,0 0 0 0 0,0 0 0 0 0,-1 0 0 0 0,0 0 0 0 0,-1 1 0 0 0,1 0 0 0 0,-1 0 0 0 0,0 0 0 0 0,0 0 0 0 0,0 1-1 0 0,-10-6 1 0 0,5 2 27 0 0,0 0 0 0 0,0 0-1 0 0,-13-17 1 0 0,11 10 57 0 0,3 1-87 0 0,-2 1 0 0 0,1 1 0 0 0,-2 0 0 0 0,0 0 0 0 0,-25-19 0 0 0,-12 2 126 0 0,27 2-132 0 0,-2 10-301 0 0,-34-18 1 0 0,-7-4 338 0 0,36 19 152 0 0,8 5-39 0 0,-33-18 0 0 0,18 10-234 0 0,-62-47 0 0 0,75 51 47 0 0,-74-53-112 0 0,78 60 195 0 0,-1 1 0 0 0,0 1 0 0 0,0 1 0 0 0,-1 1-1 0 0,0 0 1 0 0,0 2 0 0 0,-30-5 0 0 0,-23-8 226 0 0,30 8-51 0 0,-1 2 0 0 0,-1 1-1 0 0,0 3 1 0 0,-89 0 0 0 0,49 13-196 0 0,-89 2 0 0 0,131-12 0 0 0,-72-13 0 0 0,-22-2 0 0 0,-85 12 0 0 0,-37-7 0 0 0,123 4 0 0 0,-1 6 0 0 0,-164 18 0 0 0,265-13 0 0 0,1 1 0 0 0,-1 1 0 0 0,1 3 0 0 0,-51 16 0 0 0,-267 109-312 0 0,320-122-1509 0 0,-41 8 1 0 0,19-5-2612 0 0,-2 5-4450 0 0,20 2-4937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57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2721 0 0,'0'138'1441'0'0,"0"7"-1441"0"0,0 13-880 0 0,33 6-321 0 0,0 9 80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53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80 0 0,'60'-1'1821'0'0,"-28"0"-719"0"0,-1 1 0 0 0,1 1 0 0 0,47 9 1 0 0,-46-4-142 0 0,-11-3-429 0 0,1 2 0 0 0,-1 0 0 0 0,27 11 0 0 0,-40-12-407 0 0,-1 0 0 0 0,1 1 0 0 0,-1 0 0 0 0,0 0 0 0 0,0 1 0 0 0,0 0 0 0 0,-1 1 0 0 0,0-1-1 0 0,0 1 1 0 0,-1 1 0 0 0,9 12 0 0 0,-9-12 20 0 0,-1 1-1 0 0,0 0 0 0 0,0 0 0 0 0,4 15 0 0 0,-7-21-83 0 0,-1 0 0 0 0,0 1 0 0 0,-1 0-1 0 0,1-1 1 0 0,0 1 0 0 0,-1-1-1 0 0,0 1 1 0 0,0 0 0 0 0,0-1 0 0 0,0 1-1 0 0,-1-1 1 0 0,1 1 0 0 0,-1 0 0 0 0,0-1-1 0 0,0 1 1 0 0,0-1 0 0 0,-2 4-1 0 0,-25 28 1475 0 0,27-36-1513 0 0,0 0 0 0 0,0 0 0 0 0,0 0 1 0 0,0 0-1 0 0,0 0 0 0 0,-1 0 0 0 0,1 0 1 0 0,0 1-1 0 0,-1-1 0 0 0,1 0 0 0 0,-1 1 1 0 0,1-1-1 0 0,-1 1 0 0 0,1 0 0 0 0,-2-1 1 0 0,-2 0 7 0 0,-32-26 50 0 0,-17 5 80 0 0,49 19-157 0 0,-1 0-1 0 0,1 1 0 0 0,-1 0 0 0 0,0 0 0 0 0,0 1 0 0 0,1 0 0 0 0,-1 0 0 0 0,0 0 0 0 0,0 0 1 0 0,0 1-1 0 0,0 0 0 0 0,-7 1 0 0 0,1 0-47 0 0,1 1 1 0 0,-1 0-1 0 0,1 0 1 0 0,0 2-1 0 0,-13 4 0 0 0,11-2 3 0 0,2 0 1 0 0,-1 0-1 0 0,1 1 0 0 0,0 0 0 0 0,0 1 0 0 0,-13 13 0 0 0,22-19 42 0 0,1 0 0 0 0,0 1 0 0 0,-1-1-1 0 0,1 0 1 0 0,0 1 0 0 0,0-1 0 0 0,0 1 0 0 0,-1 4 0 0 0,-2 6 28 0 0,-1-3 20 0 0,4-8-38 0 0,0 0 0 0 0,0 0 1 0 0,0 1-1 0 0,0-1 0 0 0,1 0 0 0 0,-1 0 1 0 0,1 1-1 0 0,-1-1 0 0 0,1 0 0 0 0,0 1 1 0 0,-1 3-1 0 0,3-2 9 0 0,-1 0 1 0 0,1-1-1 0 0,0 1 1 0 0,0-1-1 0 0,0 1 1 0 0,1-1-1 0 0,-1 1 1 0 0,6 4-1 0 0,-4-4-11 0 0,1-1 0 0 0,1 0-1 0 0,-1 1 1 0 0,0-2 0 0 0,1 1-1 0 0,-1-1 1 0 0,1 0 0 0 0,0 0-1 0 0,0 0 1 0 0,0-1 0 0 0,10 1-1 0 0,0 2-5 0 0,10 1-128 0 0,0-1 1 0 0,0-2 0 0 0,0 0-1 0 0,28-2 1 0 0,-46-1-155 0 0,-1 0-1 0 0,1-1 1 0 0,0 0 0 0 0,-1 0 0 0 0,0-1 0 0 0,1 0 0 0 0,6-3-1 0 0,21-9-1372 0 0,-20 10 618 0 0,-1-1-1 0 0,-1 0 1 0 0,1-1 0 0 0,23-15 0 0 0,-5 0-1913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53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28 560 0 0,'-9'-4'875'0'0,"8"4"-743"0"0,0 0-1 0 0,0 0 1 0 0,0 0 0 0 0,0-1 0 0 0,0 1-1 0 0,0-1 1 0 0,0 1 0 0 0,0-1 0 0 0,-1 1-1 0 0,1-1 1 0 0,1 1 0 0 0,-1-1 0 0 0,0 0-1 0 0,0 1 1 0 0,0-1 0 0 0,0 0 0 0 0,0 0-1 0 0,1 0 1 0 0,-1 0 0 0 0,0 0 0 0 0,1 0-1 0 0,-1 0 1 0 0,1 0 0 0 0,-1 0 0 0 0,1 0-1 0 0,-1 0 1 0 0,1 0 0 0 0,-1-2 0 0 0,1 2 655 0 0,6 1-200 0 0,86 5-171 0 0,0 4 0 0 0,-1 4 0 0 0,0 4 0 0 0,108 36 1 0 0,-182-48-369 0 0,3 1 0 0 0,0 1 1 0 0,27 13-1 0 0,-39-15 21 0 0,-1 0 0 0 0,1 0 0 0 0,-1 0 0 0 0,0 1 0 0 0,-1 0 0 0 0,1 1-1 0 0,-1-1 1 0 0,8 12 0 0 0,-11-14 50 0 0,0 0-1 0 0,0 1 0 0 0,0-1 0 0 0,0 1 0 0 0,-1 0 0 0 0,0-1 0 0 0,0 1 1 0 0,0 0-1 0 0,-1 0 0 0 0,1 0 0 0 0,-1 0 0 0 0,1 11 0 0 0,-3-11-19 0 0,0 0 0 0 0,0 0 0 0 0,0 0 0 0 0,0 1 0 0 0,-1-2 0 0 0,0 1 0 0 0,0 0 0 0 0,0 0 0 0 0,-1-1 0 0 0,0 1 0 0 0,1-1 0 0 0,-1 0 0 0 0,-8 8 0 0 0,-20 22 385 0 0,-2-2 0 0 0,-1-1 0 0 0,-1-2 0 0 0,-2-1 0 0 0,-1-2 0 0 0,-75 39 0 0 0,59-34-28 0 0,34-18-308 0 0,0-1 1 0 0,-1-1-1 0 0,0-1 0 0 0,-1-1 0 0 0,0-1 1 0 0,-32 7-1 0 0,32-11-562 0 0,-37 0 1 0 0,54-4 54 0 0,1 0-1 0 0,-1-1 1 0 0,0 1 0 0 0,1-1-1 0 0,-1 0 1 0 0,1 0 0 0 0,-8-2-1 0 0,11 2 45 0 0,-1 0 1 0 0,1 0-1 0 0,-1 0 0 0 0,1 0 1 0 0,-1 0-1 0 0,1 0 0 0 0,-1 0 0 0 0,1-1 1 0 0,0 1-1 0 0,0 0 0 0 0,-1-1 0 0 0,1 1 1 0 0,0-1-1 0 0,0 1 0 0 0,-1-4 1 0 0,1 1-580 0 0,0 0 1 0 0,0 0-1 0 0,1 0 1 0 0,-1 0-1 0 0,1 0 1 0 0,0-8-1 0 0,0 12 879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9:59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1 345 1761 0 0,'60'-15'4815'0'0,"-60"14"-4773"0"0,0 1 0 0 0,1 0 0 0 0,-1 0 0 0 0,1 0 0 0 0,-1 0 0 0 0,0 0 0 0 0,1-1-1 0 0,-1 1 1 0 0,0 0 0 0 0,1 0 0 0 0,-1-1 0 0 0,0 1 0 0 0,0 0 0 0 0,1 0 0 0 0,-1-1 0 0 0,0 1-1 0 0,0 0 1 0 0,0-1 0 0 0,1 1 0 0 0,-1 0 0 0 0,0-1 0 0 0,0 1 0 0 0,0-1 0 0 0,0 1 0 0 0,0 0-1 0 0,0-1 1 0 0,0 1 0 0 0,1 0 0 0 0,-1-1 0 0 0,0 0 0 0 0,4-8 380 0 0,7 2-98 0 0,-1-1-1 0 0,1 0 1 0 0,11-13-1 0 0,-6 0-17 0 0,6-5-25 0 0,37-14 327 0 0,-47 33-428 0 0,-1 0 0 0 0,-1-1-1 0 0,1 0 1 0 0,17-18 0 0 0,-17 14 69 0 0,0 0 0 0 0,1 1 0 0 0,1 0 0 0 0,0 1 0 0 0,25-15 0 0 0,-8 7 141 0 0,-26 15-359 0 0,1 0 0 0 0,0 0 1 0 0,-1 1-1 0 0,1-1 0 0 0,0 1 1 0 0,1 0-1 0 0,-1 0 0 0 0,0 1 0 0 0,0-1 1 0 0,8 0-1 0 0,-12 2-36 0 0,-1 1 0 0 0,1-1 0 0 0,-1 1 0 0 0,1-1 1 0 0,-1 1-1 0 0,1-1 0 0 0,-1 1 0 0 0,1-1 0 0 0,-1 1 0 0 0,0-1 0 0 0,1 1 0 0 0,-1 0 1 0 0,0-1-1 0 0,0 1 0 0 0,1 0 0 0 0,-1-1 0 0 0,0 1 0 0 0,0 0 0 0 0,0-1 0 0 0,0 1 0 0 0,0 0 1 0 0,0-1-1 0 0,0 1 0 0 0,0 0 0 0 0,0-1 0 0 0,0 1 0 0 0,0 0 0 0 0,0-1 0 0 0,0 1 0 0 0,-1 1 1 0 0,1 3 35 0 0,0 4 34 0 0,1 0 0 0 0,0 0 0 0 0,0 1 0 0 0,1-1 0 0 0,0 0 1 0 0,6 13-1 0 0,4 19 146 0 0,-2 32 122 0 0,0-35-169 0 0,-7-30-149 0 0,-1 1 0 0 0,0 0 0 0 0,0 0 0 0 0,-1 0 0 0 0,0 9 0 0 0,-1-13-24 0 0,1-1 1 0 0,-1 1 0 0 0,1-1-1 0 0,0 1 1 0 0,0-1-1 0 0,0 1 1 0 0,0-1-1 0 0,1 0 1 0 0,0 0 0 0 0,0 1-1 0 0,0-1 1 0 0,5 7-1 0 0,0 0-121 0 0,-6-9-75 0 0,0 1 0 0 0,0 0 0 0 0,0 0 0 0 0,0 0 0 0 0,0 1 1 0 0,0-1-1 0 0,-1 0 0 0 0,0 0 0 0 0,1 0 0 0 0,-1 0 0 0 0,0 1 0 0 0,-1-1 1 0 0,0 4-1 0 0,0 9-2063 0 0,1-16 2185 0 0,0 1 0 0 0,0-1 0 0 0,0 0 0 0 0,0 0 0 0 0,0 1 0 0 0,0-1 0 0 0,0 0 0 0 0,0 0 0 0 0,0 1 0 0 0,0-1 0 0 0,0 0 0 0 0,0 1 0 0 0,0-1 0 0 0,0 0 0 0 0,-1 0 0 0 0,1 1 0 0 0,0-1 0 0 0,0 0 0 0 0,0 0 0 0 0,0 0 0 0 0,-1 1 0 0 0,1-1 0 0 0,0 0 0 0 0,0 0 0 0 0,0 0 0 0 0,-1 1 0 0 0,1-1 0 0 0,0 0 0 0 0,0 0 0 0 0,-1 0 0 0 0,1 0 0 0 0,0 0 0 0 0,0 0 0 0 0,-1 0 0 0 0,1 1 0 0 0,-28 5-4759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0:00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76 160 0 0,'0'-6'1681'0'0,"32"-1"0"0"0,1-1-241 0 0,0 2-239 0 0,32 0-161 0 0,33-3 1 0 0,32 9 319 0 0,125 9 561 0 0,6 3-640 0 0,-97-4-881 0 0,-66-8-480 0 0,-33-8-240 0 0,0-4-801 0 0,0-3-880 0 0,-32 0-1520 0 0,-7 3-1201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0:00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2 169 720 0 0,'0'-1'175'0'0,"0"0"-1"0"0,0 0 0 0 0,0 0 0 0 0,0 0 1 0 0,0 0-1 0 0,1 0 0 0 0,-1 0 0 0 0,0 0 1 0 0,0-1-1 0 0,1 1 0 0 0,-1 0 1 0 0,1 0-1 0 0,-1 0 0 0 0,1 0 0 0 0,-1 0 1 0 0,1 1-1 0 0,0-1 0 0 0,-1 0 0 0 0,1 0 1 0 0,0 0-1 0 0,0 0 0 0 0,0 1 1 0 0,0-1-1 0 0,0 0 0 0 0,-1 1 0 0 0,1-1 1 0 0,0 1-1 0 0,2-1 0 0 0,-2 0-91 0 0,0 1 1 0 0,0 0-1 0 0,0-1 0 0 0,0 1 1 0 0,0-1-1 0 0,-1 0 0 0 0,1 1 1 0 0,0-1-1 0 0,0 0 0 0 0,-1 1 1 0 0,1-1-1 0 0,0 0 0 0 0,-1 0 1 0 0,1 0-1 0 0,0 1 0 0 0,-1-1 1 0 0,1 0-1 0 0,-1 0 0 0 0,0 0 1 0 0,1 0-1 0 0,-1 0 0 0 0,0 0 0 0 0,0 0 1 0 0,1 0-1 0 0,-1 0 0 0 0,0 0 1 0 0,0 0-1 0 0,0-1 0 0 0,0-1 32 0 0,1 0-1 0 0,0 1 0 0 0,0 0 0 0 0,0-1 0 0 0,0 1 1 0 0,0 0-1 0 0,1-1 0 0 0,-1 1 0 0 0,1 0 0 0 0,-1 0 1 0 0,1 0-1 0 0,0 0 0 0 0,-1 0 0 0 0,1 1 0 0 0,0-1 0 0 0,1 0 1 0 0,-1 1-1 0 0,2-2 0 0 0,51-29 659 0 0,-42 26-567 0 0,-4 0-237 0 0,0 1 1 0 0,1 0-1 0 0,-1 1 1 0 0,1 0-1 0 0,0 0 1 0 0,0 1-1 0 0,0 1 1 0 0,1 0-1 0 0,-1 0 1 0 0,1 1-1 0 0,-1 0 1 0 0,1 1-1 0 0,17 1 1 0 0,-26-1 27 0 0,-1 1 1 0 0,1-1 0 0 0,0 0 0 0 0,0 1-1 0 0,0-1 1 0 0,0 1 0 0 0,-1 0-1 0 0,1 0 1 0 0,0 0 0 0 0,-1-1 0 0 0,1 2-1 0 0,0-1 1 0 0,-1 0 0 0 0,0 0 0 0 0,1 0-1 0 0,-1 1 1 0 0,0-1 0 0 0,1 1 0 0 0,-1-1-1 0 0,0 1 1 0 0,0-1 0 0 0,0 1-1 0 0,0 0 1 0 0,0-1 0 0 0,-1 1 0 0 0,1 0-1 0 0,-1 0 1 0 0,1 0 0 0 0,-1-1 0 0 0,1 1-1 0 0,-1 0 1 0 0,0 0 0 0 0,0 0-1 0 0,0 0 1 0 0,0 0 0 0 0,0 0 0 0 0,0 0-1 0 0,-1-1 1 0 0,1 1 0 0 0,-1 0 0 0 0,1 0-1 0 0,-1 0 1 0 0,0 0 0 0 0,0-1-1 0 0,1 1 1 0 0,-3 2 0 0 0,-19 10 82 0 0,22-14-76 0 0,0 0 0 0 0,-1 1-1 0 0,1-1 1 0 0,-1 0 0 0 0,1 0 0 0 0,0 1-1 0 0,-1-1 1 0 0,1 0 0 0 0,0 1 0 0 0,-1-1-1 0 0,1 0 1 0 0,0 1 0 0 0,-1-1 0 0 0,1 1-1 0 0,0-1 1 0 0,0 1 0 0 0,-1-1 0 0 0,1 0-1 0 0,0 1 1 0 0,0-1 0 0 0,0 1 0 0 0,0-1 0 0 0,0 1-1 0 0,0-1 1 0 0,0 1 0 0 0,0-1 0 0 0,0 1-1 0 0,0 0 1 0 0,0-1-2 0 0,0 1 1 0 0,0-1-1 0 0,0 0 0 0 0,0 1 0 0 0,0-1 0 0 0,0 0 1 0 0,0 1-1 0 0,0-1 0 0 0,0 0 0 0 0,0 1 0 0 0,0-1 1 0 0,-1 0-1 0 0,1 1 0 0 0,0-1 0 0 0,0 0 1 0 0,0 1-1 0 0,0-1 0 0 0,0 0 0 0 0,-1 0 0 0 0,1 1 1 0 0,0-1-1 0 0,0 0 0 0 0,-1 0 0 0 0,1 1 1 0 0,0-1-1 0 0,0 0 0 0 0,-1 0 0 0 0,1 1 0 0 0,-22 8 145 0 0,-22 15 121 0 0,-16 12 78 0 0,51-30-294 0 0,-1-1 0 0 0,0 1 0 0 0,0-1 0 0 0,0-1 0 0 0,-1 0 0 0 0,-14 3 0 0 0,-26 11 24 0 0,30-11 4 0 0,15-6 53 0 0,6-7-285 0 0,-1 5 127 0 0,1 0 0 0 0,0-1-1 0 0,0 1 1 0 0,-1 0 0 0 0,1-1 0 0 0,0 1 0 0 0,0 0-1 0 0,0-1 1 0 0,0 1 0 0 0,1 0 0 0 0,-1 0-1 0 0,0-1 1 0 0,0 1 0 0 0,1 0 0 0 0,-1-1 0 0 0,1 1-1 0 0,-1 0 1 0 0,1 0 0 0 0,0 0 0 0 0,-1 0 0 0 0,3-2-1 0 0,8-2-26 0 0,31-13-301 0 0,-40 17 309 0 0,1 0 1 0 0,0 0 0 0 0,0 0-1 0 0,0 1 1 0 0,-1-1-1 0 0,1 1 1 0 0,0 0-1 0 0,0 0 1 0 0,0 0-1 0 0,0 0 1 0 0,0 1-1 0 0,0-1 1 0 0,5 2 0 0 0,69 30 463 0 0,134 36 0 0 0,-157-52-204 0 0,-31-8-261 0 0,1-2-1 0 0,32 5 1 0 0,-33-8-76 0 0,-10 0-806 0 0,1-1 0 0 0,0-1 0 0 0,0-1 0 0 0,0 0 0 0 0,19-2 0 0 0,-33 2 849 0 0,0 0 0 0 0,1 0 0 0 0,-1 0-1 0 0,0 0 1 0 0,1 0 0 0 0,-1-1-1 0 0,0 1 1 0 0,0 0 0 0 0,1 0 0 0 0,-1 0-1 0 0,0 0 1 0 0,0-1 0 0 0,1 1-1 0 0,-1 0 1 0 0,0 0 0 0 0,0 0 0 0 0,0-1-1 0 0,0 1 1 0 0,1 0 0 0 0,-1 0 0 0 0,0-1-1 0 0,0 1 1 0 0,0 0 0 0 0,0 0-1 0 0,0-1 1 0 0,0 1 0 0 0,1 0 0 0 0,-1-1-1 0 0,0 1 1 0 0,0 0 0 0 0,0 0-1 0 0,0-1 1 0 0,0 1 0 0 0,0 0 0 0 0,0-1-1 0 0,0 1 1 0 0,-1-1 0 0 0,1-16-2697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0:03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321 358 160 0 0,'0'-1'347'0'0,"0"0"1"0"0,0 0-1 0 0,0 0 0 0 0,-1 0 1 0 0,1 0-1 0 0,0 0 1 0 0,0 0-1 0 0,0 0 0 0 0,-1 0 1 0 0,1 0-1 0 0,0 0 0 0 0,-1 0 1 0 0,1 0-1 0 0,-1 0 0 0 0,0 1 1 0 0,1-1-1 0 0,-1 0 0 0 0,1 0 1 0 0,-1 0-1 0 0,0 1 0 0 0,0-1 1 0 0,-1-1-1 0 0,-23-6 93 0 0,21 7-291 0 0,-1 0 0 0 0,1 0 0 0 0,0 0 0 0 0,-1 0-1 0 0,1-1 1 0 0,-5-3 0 0 0,-83-33 1732 0 0,73 29-1579 0 0,-9-5-26 0 0,27 13-257 0 0,1 1-1 0 0,-1-1 0 0 0,0 0 0 0 0,0 1 0 0 0,0-1 1 0 0,0 0-1 0 0,1 0 0 0 0,-1 1 0 0 0,0-1 0 0 0,1 0 1 0 0,-1 0-1 0 0,1 0 0 0 0,-1 0 0 0 0,1 0 0 0 0,-1 0 0 0 0,1 0 1 0 0,-1 0-1 0 0,1 0 0 0 0,0 0 0 0 0,0-2 0 0 0,0 3-13 0 0,0-1 0 0 0,0 0 0 0 0,0 1 0 0 0,0-1 0 0 0,-1 1 0 0 0,1-1 0 0 0,0 0 0 0 0,0 1 0 0 0,0-1 0 0 0,0 1-1 0 0,-1-1 1 0 0,1 0 0 0 0,0 1 0 0 0,0-1 0 0 0,-1 1 0 0 0,1-1 0 0 0,0 1 0 0 0,-1-1 0 0 0,1 1 0 0 0,-1-1 0 0 0,1 1 0 0 0,-1 0-1 0 0,1-1 1 0 0,-1 1 0 0 0,1-1 0 0 0,-1 1 0 0 0,1 0 0 0 0,-1 0 0 0 0,1-1 0 0 0,-1 1 0 0 0,0 0 0 0 0,1 0 0 0 0,-1 0-1 0 0,1-1 1 0 0,-1 1 0 0 0,0 0 0 0 0,1 0 0 0 0,-1 0 0 0 0,0 0 0 0 0,0 0 1 0 0,0 0-1 0 0,1 0 1 0 0,-1 0 0 0 0,0 0 0 0 0,1 0 0 0 0,-1 0-1 0 0,0 0 1 0 0,1 0 0 0 0,-1-1 0 0 0,0 1-1 0 0,1 0 1 0 0,-1 0 0 0 0,1-1 0 0 0,-1 1-1 0 0,0 0 1 0 0,1-1 0 0 0,-1 1 0 0 0,1-1-1 0 0,-1 1 1 0 0,1-1 0 0 0,-1 1 0 0 0,1-1-1 0 0,0 1 1 0 0,-1-1 0 0 0,1 1 0 0 0,-1-1-1 0 0,1 0 1 0 0,0 1 0 0 0,0-1 0 0 0,-1 0-1 0 0,1 1 1 0 0,0-1 0 0 0,0 0 0 0 0,0 1-1 0 0,0-1 1 0 0,0 0 0 0 0,0 1 0 0 0,0-1-1 0 0,0-1 1 0 0,0 1 61 0 0,-27-4 106 0 0,21 4 214 0 0,1 0-160 0 0,-1 1-115 0 0,-15-5 1457 0 0,21 5-1565 0 0,-1-1 1 0 0,1 1 0 0 0,0 0-1 0 0,0 0 1 0 0,0-1 0 0 0,1 1 0 0 0,-1 0-1 0 0,0 0 1 0 0,0-1 0 0 0,0 1-1 0 0,0 0 1 0 0,0 0 0 0 0,0-1-1 0 0,0 1 1 0 0,0 0 0 0 0,0 0-1 0 0,1-1 1 0 0,-1 1 0 0 0,0 0-1 0 0,0 0 1 0 0,0 0 0 0 0,0 0 0 0 0,1-1-1 0 0,-1 1 1 0 0,0 0 0 0 0,0 0-1 0 0,0 0 1 0 0,1 0 0 0 0,-1 0-1 0 0,0-1 1 0 0,0 1 0 0 0,1 0-1 0 0,-1 0 1 0 0,0 0 0 0 0,0 0-1 0 0,1 0 1 0 0,59-9 182 0 0,-28 0-3 0 0,1 2 0 0 0,47-5 0 0 0,-3 1 118 0 0,72-13 258 0 0,126-27-800 0 0,-177 28-3802 0 0,-97 23 3878 0 0,1 0-1 0 0,-1-1 1 0 0,0 1 0 0 0,0 0 0 0 0,0-1 0 0 0,0 1-1 0 0,0 0 1 0 0,0-1 0 0 0,0 1 0 0 0,0-1 0 0 0,0 1-1 0 0,0-1 1 0 0,0 0 0 0 0,-1 1 0 0 0,1-1-1 0 0,0 0 1 0 0,0 0 0 0 0,0 0 0 0 0,-1 0 0 0 0,1 1-1 0 0,0-2 1 0 0,-2 1-17 0 0,1 0-1 0 0,-1 0 1 0 0,1 0 0 0 0,-1 0-1 0 0,0 0 1 0 0,0 0-1 0 0,1 1 1 0 0,-1-1 0 0 0,0 0-1 0 0,0 1 1 0 0,0-1-1 0 0,0 0 1 0 0,0 1 0 0 0,0 0-1 0 0,0-1 1 0 0,0 1-1 0 0,0-1 1 0 0,0 1 0 0 0,0 0-1 0 0,0 0 1 0 0,-2-1-1 0 0,-29-6-3699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0:03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1361 0 0,'33'7'1760'0'0,"32"1"-239"0"0,0 19-80 0 0,33 21-1 0 0,0-7-559 0 0,-32 1-561 0 0,-40-21-400 0 0,6-9 0 0 0,1-4-80 0 0,-33 5-240 0 0,33-5-241 0 0,-33-1-1520 0 0,0-1-1280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0:04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0 414 1281 0 0,'33'-20'2081'0'0,"32"-22"-81"0"0,98-35 161 0 0,33-4-880 0 0,-39 25-1041 0 0,6 2-400 0 0,-32 4-560 0 0,-33 17-2482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0:05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647 381 240 0 0,'-60'-26'3982'0'0,"-64"-19"0"0"0,48 19-1888 0 0,-77-15 14 0 0,142 37-1939 0 0,-35-12 787 0 0,-65-13 0 0 0,106 28-869 0 0,3 1-59 0 0,1 0 1 0 0,-1 0-1 0 0,1 0 1 0 0,-1 0-1 0 0,1-1 0 0 0,-1 1 1 0 0,1 0-1 0 0,0-1 1 0 0,-1 1-1 0 0,1-1 0 0 0,-1 1 1 0 0,1-1-1 0 0,0 0 1 0 0,0 0-1 0 0,-1 1 0 0 0,1-1 1 0 0,0 0-1 0 0,-2-2 1 0 0,3 2 237 0 0,-5 0 28 0 0,-17-5-41 0 0,16 5 641 0 0,8 0-873 0 0,0 1 0 0 0,-1-1 0 0 0,1 1 0 0 0,-1 0 0 0 0,1-1 0 0 0,0 1-1 0 0,-1 0 1 0 0,1 0 0 0 0,0 0 0 0 0,-1 0 0 0 0,3 1 0 0 0,7 0 35 0 0,125-26 331 0 0,87-13-224 0 0,-163 27-366 0 0,48-12-1304 0 0,33-16-5417 0 0,-139 38 6687 0 0,0 1 1 0 0,0 0-1 0 0,0-1 0 0 0,0 1 0 0 0,-1-1 0 0 0,1 1 1 0 0,0-1-1 0 0,-1 0 0 0 0,1 0 0 0 0,0 0 1 0 0,-1 0-1 0 0,1 0 0 0 0,-1 0 0 0 0,1 0 1 0 0,-1-1-1 0 0,0 1 0 0 0,0 0 0 0 0,1-1 0 0 0,0-1 1 0 0,-3 2 5 0 0,0-1 1 0 0,1 1-1 0 0,-1 0 1 0 0,0 0-1 0 0,0 0 1 0 0,0 0-1 0 0,0 0 1 0 0,-1 0-1 0 0,1 0 1 0 0,0 1-1 0 0,0-1 1 0 0,0 0-1 0 0,-1 1 1 0 0,1-1 0 0 0,0 0-1 0 0,-1 1 1 0 0,-1-1-1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0:06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52 880 0 0,'0'0'103'0'0,"0"-1"-1"0"0,-1 1 1 0 0,1-1 0 0 0,0 1-1 0 0,0 0 1 0 0,-1-1-1 0 0,1 1 1 0 0,0-1-1 0 0,-1 1 1 0 0,1 0-1 0 0,-1-1 1 0 0,1 1-1 0 0,-1 0 1 0 0,1-1-1 0 0,-1 1 1 0 0,1 0-1 0 0,0 0 1 0 0,-1 0-1 0 0,0-1 1 0 0,1 1-1 0 0,-1 0 1 0 0,1 0 0 0 0,-1 0-1 0 0,1 0 1 0 0,-1 0-1 0 0,1 0 1 0 0,-1 0-1 0 0,1 0 1 0 0,-1 0-1 0 0,1 0 1 0 0,-1 0-1 0 0,1 0 1 0 0,-1 1-1 0 0,0-1 1 0 0,1 0-41 0 0,-1 0 0 0 0,1 1 0 0 0,-1-1 0 0 0,1 0 0 0 0,-1 0 1 0 0,0 0-1 0 0,1 0 0 0 0,-1 0 0 0 0,1 0 0 0 0,-1 0 0 0 0,1 0 0 0 0,-1 0 0 0 0,1 0 1 0 0,-1 0-1 0 0,1 0 0 0 0,-1-1 0 0 0,1 1 0 0 0,-1 0 0 0 0,1 0 0 0 0,-1 0 0 0 0,1-1 0 0 0,-1 1 1 0 0,1 0-1 0 0,-1-1 0 0 0,1 1 0 0 0,-1 0 0 0 0,1-1 0 0 0,0 1 0 0 0,-1-1 0 0 0,1 1 1 0 0,0 0-1 0 0,-1-1 0 0 0,1 1 0 0 0,0-2 0 0 0,0 1-13 0 0,0 1 1 0 0,1-1-1 0 0,0 0 1 0 0,-1 0-1 0 0,1 0 0 0 0,-1 0 1 0 0,1 1-1 0 0,0-1 1 0 0,0 0-1 0 0,-1 0 0 0 0,1 1 1 0 0,0-1-1 0 0,0 1 1 0 0,0-1-1 0 0,0 1 0 0 0,0-1 1 0 0,0 1-1 0 0,-1-1 1 0 0,1 1-1 0 0,0 0 0 0 0,0 0 1 0 0,0-1-1 0 0,1 1 1 0 0,-1 0-1 0 0,0 0 0 0 0,0 0 1 0 0,0 0-1 0 0,0 0 0 0 0,0 0 1 0 0,0 1-1 0 0,1-1 1 0 0,8-1 103 0 0,25-3-111 0 0,172-16-237 0 0,-186 20 148 0 0,0 0-1 0 0,1 1 1 0 0,-1 1-1 0 0,0 1 0 0 0,-1 1 1 0 0,1 1-1 0 0,30 11 1 0 0,-47-15 38 0 0,0 1 1 0 0,0 0 0 0 0,0 0-1 0 0,0 0 1 0 0,-1 0 0 0 0,1 1 0 0 0,-1-1-1 0 0,1 1 1 0 0,-1 0 0 0 0,0 0-1 0 0,0 0 1 0 0,3 5 0 0 0,-5-6 7 0 0,-1 0 1 0 0,1-1-1 0 0,0 1 1 0 0,0 0-1 0 0,-1 0 0 0 0,1 0 1 0 0,-1 0-1 0 0,0 0 1 0 0,1-1-1 0 0,-1 1 0 0 0,0 0 1 0 0,0 0-1 0 0,0 0 0 0 0,-1 0 1 0 0,1 0-1 0 0,0 0 1 0 0,-1 0-1 0 0,1 0 0 0 0,-2 2 1 0 0,-1 2 13 0 0,-1 0 1 0 0,0 0-1 0 0,0 0 0 0 0,-1 0 0 0 0,0-1 1 0 0,1 0-1 0 0,-2 0 0 0 0,1-1 1 0 0,-1 1-1 0 0,1-1 0 0 0,-1 0 1 0 0,-10 5-1 0 0,-2 0 228 0 0,-1-1 0 0 0,1-1 0 0 0,-1 0 0 0 0,0-2 0 0 0,-1 0 0 0 0,0-1 0 0 0,1-1 0 0 0,-1 0 1 0 0,0-2-1 0 0,0 0 0 0 0,0-2 0 0 0,0 0 0 0 0,-21-4 0 0 0,34 4-81 0 0,1-1 0 0 0,-1 0 0 0 0,1 0 0 0 0,0 0 0 0 0,-1-1 0 0 0,-9-6 0 0 0,33 3 80 0 0,-17 6-234 0 0,0 0-1 0 0,1 0 0 0 0,-1 0 0 0 0,0-1 0 0 0,0 1 0 0 0,1 0 1 0 0,-1 0-1 0 0,0 0 0 0 0,0 0 0 0 0,1 0 0 0 0,-1-1 0 0 0,0 1 1 0 0,0 0-1 0 0,1 0 0 0 0,-1 0 0 0 0,0-1 0 0 0,0 1 0 0 0,0 0 0 0 0,1 0 1 0 0,-1 0-1 0 0,0-1 0 0 0,0 1 0 0 0,0 0 0 0 0,0 0 0 0 0,0-1 1 0 0,0 1-1 0 0,0 0 0 0 0,0-1 0 0 0,1 1 0 0 0,-1 0 0 0 0,0 0 1 0 0,0-1-1 0 0,0 1 0 0 0,5-7 73 0 0,20-3-110 0 0,1 2 1 0 0,1 1-1 0 0,-1 1 0 0 0,1 1 0 0 0,0 2 1 0 0,0 0-1 0 0,43 3 0 0 0,-47 1-134 0 0,0 1 0 0 0,-1 1-1 0 0,0 1 1 0 0,43 13-1 0 0,-56-15 119 0 0,4 2-25 0 0,78 25-384 0 0,-84-26 421 0 0,0 1 0 0 0,1-1-1 0 0,-1 1 1 0 0,0 0-1 0 0,-1 1 1 0 0,1 0 0 0 0,-1 0-1 0 0,0 0 1 0 0,7 8-1 0 0,-12-12 38 0 0,0-1 0 0 0,-1 1-1 0 0,1 0 1 0 0,0-1 0 0 0,-1 1 0 0 0,1 0-1 0 0,0 0 1 0 0,-1-1 0 0 0,1 1-1 0 0,-1 0 1 0 0,1 0 0 0 0,-1 0-1 0 0,0 0 1 0 0,1-1 0 0 0,-1 1 0 0 0,0 0-1 0 0,1 0 1 0 0,-1 0 0 0 0,0 0-1 0 0,0 0 1 0 0,0 0 0 0 0,0 0-1 0 0,0 0 1 0 0,0 0 0 0 0,0 0 0 0 0,0 0-1 0 0,-1 0 1 0 0,1 0 0 0 0,0 0-1 0 0,0-1 1 0 0,-1 1 0 0 0,1 0-1 0 0,-1 0 1 0 0,1 0 0 0 0,-1 0 0 0 0,1-1-1 0 0,-1 1 1 0 0,1 0 0 0 0,-1 0-1 0 0,0-1 1 0 0,1 1 0 0 0,-1 0-1 0 0,0-1 1 0 0,0 1 0 0 0,1-1 0 0 0,-1 1-1 0 0,0-1 1 0 0,0 1 0 0 0,0-1-1 0 0,0 0 1 0 0,-1 1 0 0 0,-2 0 28 0 0,-1 1-1 0 0,0-1 1 0 0,1 0 0 0 0,-1-1 0 0 0,0 1 0 0 0,0-1-1 0 0,-9-1 1 0 0,-122-12 104 0 0,111 10-304 0 0,7 0-374 0 0,1 1 0 0 0,-1 0 0 0 0,0 2 0 0 0,0 0 0 0 0,-25 4 0 0 0,-6 4-2643 0 0,48-8 3075 0 0,1 0 0 0 0,-1 0 0 0 0,1 0 0 0 0,-1 0 0 0 0,1 0 0 0 0,-1 0 0 0 0,1 1 0 0 0,0-1 0 0 0,-1 0 0 0 0,1 0 0 0 0,-1 0 0 0 0,1 1 0 0 0,-1-1 0 0 0,1 0 0 0 0,0 1 0 0 0,-1-1 0 0 0,1 1 0 0 0,0-1 0 0 0,-1 0-1 0 0,1 1 1 0 0,0-1 0 0 0,-1 1 0 0 0,1-1 0 0 0,0 1 0 0 0,0-1 0 0 0,0 0 0 0 0,-1 1 0 0 0,1-1 0 0 0,0 1 0 0 0,0-1 0 0 0,0 1 0 0 0,0-1 0 0 0,0 1 0 0 0,0 0 0 0 0,0 0 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0:07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 1281 0 0,'0'-9'3921'0'0,"0"3"-879"0"0,33 0-641 0 0,-1-9-1681 0 0,1 9-240 0 0,32-9-239 0 0,33 3-161 0 0,33 4-241 0 0,-1 8-79 0 0,60 0-640 0 0,-92 0-321 0 0,-33 8-799 0 0,-32-8-1042 0 0,-1 12-239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0:07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56 800 0 0,'1'-1'51'0'0,"-1"0"-1"0"0,1 0 1 0 0,-1 0-1 0 0,1 1 0 0 0,0-1 1 0 0,-1 0-1 0 0,1 0 0 0 0,0 0 1 0 0,0 1-1 0 0,-1-1 1 0 0,1 0-1 0 0,0 1 0 0 0,0-1 1 0 0,0 1-1 0 0,0-1 1 0 0,0 1-1 0 0,0 0 0 0 0,0-1 1 0 0,0 1-1 0 0,0 0 1 0 0,0-1-1 0 0,0 1 0 0 0,0 0 1 0 0,0 0-1 0 0,2 0 0 0 0,0 0 134 0 0,16-8-52 0 0,-1 1 1 0 0,1 0-1 0 0,0 2 0 0 0,0 0 0 0 0,1 1 0 0 0,0 1 0 0 0,-1 1 0 0 0,1 1 0 0 0,35 2 0 0 0,-54-1-118 0 0,1 1 0 0 0,-1-1 0 0 0,1 0 0 0 0,0 0 0 0 0,-1 1 0 0 0,1-1 0 0 0,-1 1 1 0 0,1 0-1 0 0,-1-1 0 0 0,0 1 0 0 0,1 0 0 0 0,-1 0 0 0 0,0 0 0 0 0,1 0 0 0 0,-1 0 0 0 0,0 0 0 0 0,0 0 0 0 0,0 0 0 0 0,0 0 0 0 0,0 0 0 0 0,0 1 0 0 0,0-1 1 0 0,1 3-1 0 0,-1-1 81 0 0,-1 0-1 0 0,1 0 1 0 0,-1 0 0 0 0,0 1 0 0 0,0-1 0 0 0,0 0 0 0 0,0 0 0 0 0,0 0 0 0 0,-1 0-1 0 0,1 0 1 0 0,-1 0 0 0 0,0 0 0 0 0,0 0 0 0 0,-2 4 0 0 0,-2 3 153 0 0,0 0 1 0 0,-1 0 0 0 0,0-1 0 0 0,0 0-1 0 0,-1 0 1 0 0,-1-1 0 0 0,-9 10-1 0 0,-69 57 1028 0 0,80-70-1193 0 0,-1 0-39 0 0,-9 8 371 0 0,0 0 1 0 0,-23 12-1 0 0,32-21-222 0 0,1-1 0 0 0,0 0-1 0 0,-1-1 1 0 0,0 1-1 0 0,0-1 1 0 0,0-1 0 0 0,0 1-1 0 0,0-1 1 0 0,0 0-1 0 0,0-1 1 0 0,-8 0 0 0 0,3-1 36 0 0,0-1 1 0 0,0 0 0 0 0,0-1 0 0 0,0 0-1 0 0,1-1 1 0 0,-1-1 0 0 0,1 1 0 0 0,-15-10-1 0 0,-6-8 345 0 0,31 22-567 0 0,1 0 0 0 0,-1 0 1 0 0,1-1-1 0 0,-1 1 0 0 0,1 0 1 0 0,-1-1-1 0 0,1 1 0 0 0,0 0 1 0 0,-1-1-1 0 0,1 1 0 0 0,0 0 0 0 0,-1-1 1 0 0,1 1-1 0 0,0-1 0 0 0,-1 1 1 0 0,1-1-1 0 0,0 1 0 0 0,0 0 0 0 0,0-1 1 0 0,-1 1-1 0 0,1-1 0 0 0,0 1 1 0 0,0-1-1 0 0,0 0 0 0 0,0 1 1 0 0,0-1-1 0 0,0 1 0 0 0,0-1 0 0 0,0 1 1 0 0,0-1-1 0 0,0 1 0 0 0,0-1 1 0 0,0 1-1 0 0,1-1 0 0 0,-1 1 0 0 0,0-1 1 0 0,0 1-1 0 0,0-1 0 0 0,1 1 1 0 0,-1 0-1 0 0,0-1 0 0 0,1 1 1 0 0,-1-1-1 0 0,0 1 0 0 0,1 0 0 0 0,-1-1 1 0 0,0 1-1 0 0,1 0 0 0 0,-1-1 1 0 0,1 1-1 0 0,-1 0 0 0 0,1-1 1 0 0,21-11 141 0 0,-22 12-138 0 0,5-3-8 0 0,1 0-1 0 0,-1 0 1 0 0,0 1 0 0 0,1 0 0 0 0,-1 0-1 0 0,1 0 1 0 0,0 1 0 0 0,-1 0 0 0 0,11-1-1 0 0,5 2-109 0 0,-1 0 0 0 0,21 4 0 0 0,252 46-1420 0 0,-248-41 1267 0 0,248 57-2888 0 0,-228-52-414 0 0,-27-17-1320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0:13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1103 28 1121 0 0,'-5'-1'1040'0'0,"-15"-1"-809"0"0,0 0 0 0 0,0 1 0 0 0,0 0 0 0 0,0 2 0 0 0,0 1 0 0 0,0 0 0 0 0,0 1 0 0 0,1 1 0 0 0,-1 1 0 0 0,-21 9 0 0 0,17-5 22 0 0,1 1-1 0 0,0 2 1 0 0,0 0 0 0 0,2 1-1 0 0,-1 1 1 0 0,2 1-1 0 0,-30 28 1 0 0,41-33-244 0 0,0 0-1 0 0,-13 20 0 0 0,-15 17 34 0 0,12-20-40 0 0,-48 51 38 0 0,64-67-20 0 0,1 0-1 0 0,0 0 1 0 0,1 0 0 0 0,0 1-1 0 0,-8 18 1 0 0,5 13-20 0 0,7-31-8 0 0,-1 0-1 0 0,0-1 1 0 0,-1 1 0 0 0,0-1-1 0 0,-1 0 1 0 0,0 0-1 0 0,-15 19 1 0 0,13-22 9 0 0,6-7 3 0 0,0 1-1 0 0,0 0 0 0 0,0 0 1 0 0,0 0-1 0 0,0 0 1 0 0,1 0-1 0 0,-1 0 1 0 0,1 0-1 0 0,0 0 1 0 0,-1 1-1 0 0,1-1 1 0 0,0 1-1 0 0,0-1 1 0 0,1 1-1 0 0,-1-1 0 0 0,0 1 1 0 0,1-1-1 0 0,-1 5 1 0 0,1-5-3 0 0,0 0 0 0 0,0 0-1 0 0,0 0 1 0 0,-1 0 0 0 0,1 0 0 0 0,-1 0 0 0 0,0 0 0 0 0,1-1 0 0 0,-1 1 0 0 0,0 0-1 0 0,0 0 1 0 0,0-1 0 0 0,0 1 0 0 0,0 0 0 0 0,-1-1 0 0 0,1 1 0 0 0,0-1 0 0 0,-3 3-1 0 0,-34 19 50 0 0,32-20-47 0 0,0 0 1 0 0,0 0 0 0 0,0 1 0 0 0,1-1 0 0 0,0 1 0 0 0,-9 9 0 0 0,1-1 31 0 0,-1 1 0 0 0,0-2 0 0 0,-1 0 1 0 0,-27 15-1 0 0,20-13-37 0 0,17-9 17 0 0,0 0 0 0 0,0 0 0 0 0,0 0 0 0 0,1 0 1 0 0,-1 1-1 0 0,-5 8 0 0 0,7-9 0 0 0,0 0 1 0 0,-1 0-1 0 0,1 0 0 0 0,-1 0 0 0 0,0 0 1 0 0,-7 3-1 0 0,7-4-9 0 0,-18 13 2 0 0,22-15-8 0 0,-1-1 0 0 0,1 1 0 0 0,-1-1 0 0 0,1 1 0 0 0,0-1 0 0 0,-1 1 0 0 0,1 0 0 0 0,-1-1 0 0 0,1 1 0 0 0,0 0 0 0 0,0-1-1 0 0,0 1 1 0 0,-1 0 0 0 0,1-1 0 0 0,0 1 0 0 0,0 0 0 0 0,0-1 0 0 0,0 1 0 0 0,0 0 0 0 0,0 0 0 0 0,0-1 0 0 0,0 1 0 0 0,0 0 0 0 0,1-1 0 0 0,-1 1 0 0 0,0 0 0 0 0,0-1 0 0 0,1 1 0 0 0,-1 0 0 0 0,0-1 0 0 0,1 1 0 0 0,-1-1 0 0 0,1 2 0 0 0,7 8-4 0 0,2 4 59 0 0,2 0 0 0 0,18 17-1 0 0,-17-17 44 0 0,-1 0-1 0 0,-1 0 0 0 0,0 1 0 0 0,14 28 0 0 0,1 0 311 0 0,1-10-215 0 0,-21-27-154 0 0,-1 0 0 0 0,0 1 0 0 0,0-1-1 0 0,7 14 1 0 0,-1 21 94 0 0,-1-20-109 0 0,-7-17-22 0 0,-1 0-1 0 0,0 0 1 0 0,0 1-1 0 0,0-1 1 0 0,-1 1-1 0 0,0-1 1 0 0,0 1-1 0 0,0-1 1 0 0,0 1-1 0 0,0 6 0 0 0,-1-8 7 0 0,0 0-1 0 0,0 0 0 0 0,1 0 0 0 0,-1 0 0 0 0,1 0 0 0 0,0 0 0 0 0,0 0 0 0 0,0-1 0 0 0,0 1 1 0 0,0 0-1 0 0,1 0 0 0 0,-1-1 0 0 0,1 1 0 0 0,-1-1 0 0 0,5 5 0 0 0,2 4 13 0 0,-5-6-18 0 0,0-1-1 0 0,0 1 1 0 0,1 0 0 0 0,-1-1-1 0 0,1 0 1 0 0,0 0 0 0 0,0 0-1 0 0,0 0 1 0 0,1-1 0 0 0,-1 1-1 0 0,1-1 1 0 0,0 0 0 0 0,0-1-1 0 0,0 1 1 0 0,9 2 0 0 0,8 3 15 0 0,-13-6-12 0 0,-1 1 0 0 0,1 0 0 0 0,0 0-1 0 0,-1 1 1 0 0,0 0 0 0 0,0 1 0 0 0,0 0 0 0 0,-1 0 0 0 0,12 10 0 0 0,-13-6-1 0 0,-5-8-2 0 0,0 1 0 0 0,0-1 1 0 0,0 0-1 0 0,0 0 0 0 0,0 0 0 0 0,0 0 0 0 0,0 1 0 0 0,0-1 1 0 0,0-1-1 0 0,1 1 0 0 0,-1 0 0 0 0,0 0 0 0 0,1 0 0 0 0,-1-1 0 0 0,1 1 1 0 0,-1-1-1 0 0,1 1 0 0 0,-1-1 0 0 0,1 1 0 0 0,-1-1 0 0 0,1 0 0 0 0,2 0 1 0 0,48 7-36 0 0,-41-7 23 0 0,0 1 0 0 0,0 0 1 0 0,1 1-1 0 0,-1 0 0 0 0,0 1 1 0 0,-1 0-1 0 0,1 0 0 0 0,17 10 1 0 0,2 3 82 0 0,46 19 0 0 0,3 1-59 0 0,-62-27 8 0 0,1 0 0 0 0,29 9 1 0 0,-31-13-24 0 0,-11-3 9 0 0,-1 0 0 0 0,1 0-1 0 0,-1 1 1 0 0,0-1 0 0 0,0 1-1 0 0,0 0 1 0 0,0 0 0 0 0,6 6-1 0 0,17 12 84 0 0,21 5 136 0 0,-2 2 0 0 0,56 44 0 0 0,-87-62-48 0 0,1-2 0 0 0,0 0 0 0 0,0 0 0 0 0,1-2 1 0 0,18 5-1 0 0,-4-1 133 0 0,16 10 364 0 0,-38-16-526 0 0,-1-1 1 0 0,1 1-1 0 0,1-1 0 0 0,16 3 0 0 0,3-3 223 0 0,35 0 0 0 0,-44-3-210 0 0,1 1 0 0 0,-1 1 0 0 0,1 0 0 0 0,32 9 0 0 0,-9 1 228 0 0,1-3 0 0 0,69 6 0 0 0,-88-12-230 0 0,18 0 163 0 0,63-2 1 0 0,-36-3 0 0 0,109-14 345 0 0,-66 4-433 0 0,239-15 537 0 0,136 25 573 0 0,-266-2-627 0 0,-180 6-627 0 0,49 8 68 0 0,61 3 225 0 0,-136-12-279 0 0,0-1-1 0 0,24-3 0 0 0,-19 1 2 0 0,24-3 273 0 0,56-12-1 0 0,-16 1-34 0 0,18-1 36 0 0,-37 5-86 0 0,89-4 0 0 0,125 22 66 0 0,19 0 303 0 0,450-53 536 0 0,-718 46-1176 0 0,44 5 0 0 0,5 0 5 0 0,208 8 50 0 0,-224-4-80 0 0,-54-9 0 0 0,43 9 0 0 0,21 1-1 0 0,-45-6 8 0 0,34 7 0 0 0,191 35 207 0 0,-135-29-188 0 0,-69-9 11 0 0,-45-6-34 0 0,1-1 1 0 0,-1 1 0 0 0,1 0 0 0 0,-1 1 0 0 0,1-1 0 0 0,-1 1-1 0 0,6 3 1 0 0,16 1-17 0 0,-17-7-5 0 0,-10 1 7 0 0,1 0 0 0 0,-1-1 1 0 0,1 1-1 0 0,0 0 0 0 0,-1 0 0 0 0,1 0 1 0 0,0 1-1 0 0,-1-1 0 0 0,1 0 1 0 0,0 1-1 0 0,1 0 0 0 0,-3-3-140 0 0,-1 0-1 0 0,1 0 1 0 0,0 0-1 0 0,0 0 1 0 0,0 0-1 0 0,0 0 1 0 0,0 0 0 0 0,0 0-1 0 0,1 0 1 0 0,-1 0-1 0 0,1 0 1 0 0,-1 1-1 0 0,1-1 1 0 0,0 0-1 0 0,-1 0 1 0 0,3-2 0 0 0,15 0 44 0 0,1 1 1 0 0,21-1 0 0 0,-25 3 104 0 0,52-2-90 0 0,-43 3 65 0 0,43-7 0 0 0,9-14 140 0 0,-1-3 0 0 0,108-51 0 0 0,-66 26 15 0 0,54-25-61 0 0,49-18-54 0 0,-207 89-25 0 0,-1-2 0 0 0,0 1 1 0 0,0-2-1 0 0,-1 1 0 0 0,1-2 1 0 0,-1 1-1 0 0,15-13 0 0 0,29-3-108 0 0,-44 14 97 0 0,16-5-47 0 0,-20 11 58 0 0,-1 0 1 0 0,1-1 0 0 0,0 0-1 0 0,-1 0 1 0 0,0 0-1 0 0,9-7 1 0 0,-2-1 4 0 0,-1 1 0 0 0,2 0 0 0 0,17-10 1 0 0,-21 15 18 0 0,-1-1-1 0 0,1 0 1 0 0,-1 0 0 0 0,0-1 0 0 0,-1-1 0 0 0,1 0 0 0 0,-1 0 0 0 0,12-17 0 0 0,-10 8-12 0 0,-9 13 0 0 0,1 0 0 0 0,0 0 0 0 0,1 0 0 0 0,-1 0 0 0 0,1 1 0 0 0,-1 0 0 0 0,1-1 0 0 0,0 1 0 0 0,4-4 0 0 0,12-7 0 0 0,-13 9 0 0 0,1 0 0 0 0,-1 0 0 0 0,0-1 0 0 0,-1 0 0 0 0,6-7 0 0 0,0-14 0 0 0,-1 14-1 0 0,-8 12 1 0 0,-1-1-1 0 0,1 0 0 0 0,-1 1 1 0 0,1-1-1 0 0,-1 0 0 0 0,0 0 0 0 0,0 0 1 0 0,0 0-1 0 0,0 0 0 0 0,0 0 1 0 0,0 0-1 0 0,-1 0 0 0 0,1 0 0 0 0,-1 0 1 0 0,1 0-1 0 0,-1 0 0 0 0,0-4 0 0 0,1-7-33 0 0,0 9 31 0 0,-1 0 1 0 0,1 0 0 0 0,-1 1-1 0 0,0-1 1 0 0,0 0-1 0 0,0 0 1 0 0,-1 0-1 0 0,0 0 1 0 0,1 1-1 0 0,-1-1 1 0 0,-1 0-1 0 0,-1-4 1 0 0,-6-2 41 0 0,0 2 0 0 0,-1-1 1 0 0,0 2-1 0 0,0-1 0 0 0,-1 1 1 0 0,0 1-1 0 0,0 0 0 0 0,0 0 1 0 0,-1 1-1 0 0,-15-4 0 0 0,0-2-151 0 0,-11-7-298 0 0,1-3 0 0 0,-56-39 1 0 0,76 48 357 0 0,-14-11 119 0 0,29 21-51 0 0,1 0 0 0 0,-1 1-1 0 0,1-1 1 0 0,-1 1 0 0 0,1-1 0 0 0,-1 1 0 0 0,0-1 0 0 0,0 1-1 0 0,0 0 1 0 0,0 0 0 0 0,0 0 0 0 0,-4-2 0 0 0,0 1 18 0 0,1-3 33 0 0,5 4-73 0 0,0 0 0 0 0,0 1 0 0 0,0-1 1 0 0,0 0-1 0 0,0 0 0 0 0,0 0 0 0 0,0 1 0 0 0,-1-1 1 0 0,1 0-1 0 0,0 0 0 0 0,0 1 0 0 0,-1-1 0 0 0,1 0 0 0 0,0 0 1 0 0,-1 1-1 0 0,1-1 0 0 0,0 0 0 0 0,-1 1 0 0 0,1-1 1 0 0,-1 0-1 0 0,1 1 0 0 0,-1-1 0 0 0,0 1 0 0 0,1-1 0 0 0,-1 1 1 0 0,0-1-1 0 0,1 1 0 0 0,-1 0 0 0 0,0-1 0 0 0,1 1 1 0 0,-1 0-1 0 0,0-1 0 0 0,0 1 0 0 0,1 0 0 0 0,-1 0 1 0 0,0 0-1 0 0,-1-1 0 0 0,1 1 4 0 0,1 0 0 0 0,-1 0 0 0 0,0 0 0 0 0,1 0 0 0 0,-1 0 0 0 0,1 0 1 0 0,-1 0-1 0 0,0-1 0 0 0,1 1 0 0 0,-1 0 0 0 0,1 0 0 0 0,-1-1 0 0 0,0 1 0 0 0,1-1 0 0 0,-1 1 0 0 0,1 0 0 0 0,-1-1 1 0 0,1 1-1 0 0,-1-1 0 0 0,1 1 0 0 0,0-1 0 0 0,-1 1 0 0 0,1-1 0 0 0,0 0 0 0 0,-1 1 0 0 0,1-1 0 0 0,0 1 0 0 0,0-1 1 0 0,-1 0-1 0 0,1 1 0 0 0,0-1 0 0 0,0 0 0 0 0,0 1 0 0 0,0-1 0 0 0,0 1 0 0 0,0-1 0 0 0,0-1 0 0 0,0-4-34 0 0,1 4 33 0 0,-1 0 1 0 0,0-1-1 0 0,1 1 0 0 0,-1 0 0 0 0,0-1 1 0 0,0 1-1 0 0,-1 0 0 0 0,1-1 0 0 0,0 1 1 0 0,-1 0-1 0 0,0-1 0 0 0,1 1 1 0 0,-1 0-1 0 0,0 0 0 0 0,-2-3 0 0 0,-51-42 83 0 0,21 18 14 0 0,22 10-41 0 0,2 10-66 0 0,-1 1-1 0 0,-1 0 1 0 0,-13-8 0 0 0,24 15 12 0 0,-1 1 1 0 0,1 0-1 0 0,-1 0 1 0 0,1 0-1 0 0,0-1 1 0 0,-1 1-1 0 0,1 0 1 0 0,0-1-1 0 0,-1 1 1 0 0,1 0-1 0 0,0-1 1 0 0,-1 1-1 0 0,1 0 1 0 0,0-1-1 0 0,0 1 1 0 0,-1-1-1 0 0,1 1 1 0 0,0 0-1 0 0,0-1 1 0 0,0 1-1 0 0,-1-1 1 0 0,1 1-1 0 0,0-1 1 0 0,0 1-1 0 0,0-1 1 0 0,0 1-1 0 0,0-1 1 0 0,0 1-1 0 0,0-1 1 0 0,0 1 0 0 0,0-1-1 0 0,0 1 1 0 0,0 0-1 0 0,0-1 1 0 0,0 1-1 0 0,0 0 1 0 0,0-1 0 0 0,0 1-1 0 0,0-1 1 0 0,0 1-1 0 0,0 0 1 0 0,0-1-1 0 0,0 1 1 0 0,0 0 0 0 0,-1-1-1 0 0,1 1 1 0 0,0 0-1 0 0,0 0 1 0 0,0-1-1 0 0,-1 1 1 0 0,1 0 0 0 0,0-1-1 0 0,0 1 1 0 0,-1 0-1 0 0,1 0 1 0 0,0 0 0 0 0,-1-1-1 0 0,-21-7-52 0 0,22 8 52 0 0,0 0 0 0 0,-1 0 0 0 0,1 0 0 0 0,0 0 1 0 0,0-1-1 0 0,-1 1 0 0 0,1 0 0 0 0,0 0 0 0 0,-1 0 0 0 0,1-1 1 0 0,0 1-1 0 0,0 0 0 0 0,0 0 0 0 0,-1-1 0 0 0,1 1 0 0 0,0 0 1 0 0,0 0-1 0 0,0-1 0 0 0,0 1 0 0 0,-1 0 0 0 0,1-1 0 0 0,0 1 1 0 0,0 0-1 0 0,0-1 0 0 0,0 1 0 0 0,0 0 0 0 0,0-1 0 0 0,0 1 1 0 0,0 0-1 0 0,0-1 0 0 0,0 1 0 0 0,0 0 1 0 0,0-2-6 0 0,0 1 1 0 0,0-1-1 0 0,0 1 0 0 0,0-1 1 0 0,0 1-1 0 0,0-1 0 0 0,-1 1 1 0 0,1-1-1 0 0,-1 1 0 0 0,1-1 1 0 0,-1 1-1 0 0,1 0 0 0 0,-1-1 1 0 0,0 1-1 0 0,1 0 1 0 0,-1 0-1 0 0,0-1 0 0 0,0 1 1 0 0,0 0-1 0 0,0 0 0 0 0,0 0 1 0 0,0 0-1 0 0,0 0 0 0 0,-1 0 1 0 0,1 1-1 0 0,-2-2 0 0 0,-5-4-1 0 0,7 5 3 0 0,0 1 0 0 0,1-1 1 0 0,-1 1-1 0 0,1-1 0 0 0,-1 0 0 0 0,1 1 0 0 0,-1-1 0 0 0,1 0 1 0 0,-1 0-1 0 0,1 1 0 0 0,-1-1 0 0 0,1 0 0 0 0,0 0 1 0 0,0 0-1 0 0,-1 0 0 0 0,1 1 0 0 0,0-1 0 0 0,0 0 1 0 0,0 0-1 0 0,0 0 0 0 0,0 0 0 0 0,0 0 0 0 0,0 0 1 0 0,0 1-1 0 0,0-1 0 0 0,1 0 0 0 0,-1 0 0 0 0,0 0 0 0 0,0 0 1 0 0,1 1-1 0 0,-1-1 0 0 0,1 0 0 0 0,-1 0 0 0 0,1 1 1 0 0,0-2-1 0 0,21-20-62 0 0,-19 20 56 0 0,-2-1 3 0 0,0 0 0 0 0,0 1 0 0 0,0-1 0 0 0,0 0 1 0 0,0 0-1 0 0,-1 0 0 0 0,1 0 0 0 0,-1 1 0 0 0,0-1 1 0 0,0 0-1 0 0,0 0 0 0 0,0 0 0 0 0,0 0 1 0 0,-1-4-1 0 0,0-2 15 0 0,1 8-8 0 0,0 1 0 0 0,0-1 0 0 0,1 1 0 0 0,-1-1 0 0 0,0 0 0 0 0,0 1 0 0 0,1-1 0 0 0,-1 1 0 0 0,0-1 0 0 0,1 1 0 0 0,-1-1 0 0 0,0 1 0 0 0,1 0 0 0 0,-1-1 0 0 0,1 1 0 0 0,-1-1 0 0 0,1 1 0 0 0,-1 0 0 0 0,1-1 0 0 0,-1 1 0 0 0,1 0 0 0 0,-1 0 0 0 0,1-1 0 0 0,-1 1 0 0 0,1 0 0 0 0,-1 0 0 0 0,1 0 0 0 0,0 0 0 0 0,-1 0 0 0 0,1 0 0 0 0,-1 0 0 0 0,1 0 0 0 0,0 0 0 0 0,-1 0 0 0 0,2 0 0 0 0,-2 0 0 0 0,1 0 0 0 0,-1 0 0 0 0,1 0 0 0 0,0 0 0 0 0,-1 0 0 0 0,1 0 0 0 0,-1 0 0 0 0,1 0 0 0 0,-1 0 0 0 0,1 0 0 0 0,-1 0 0 0 0,1 0 0 0 0,-1 0 0 0 0,1-1 0 0 0,0 1 0 0 0,-1 0 0 0 0,1 0 0 0 0,-1-1 0 0 0,0 1 0 0 0,1 0 0 0 0,-1-1 0 0 0,1 1 0 0 0,-1 0 0 0 0,1-1 0 0 0,-1 1 0 0 0,0-1 0 0 0,1 1 0 0 0,-1 0 0 0 0,0-1 0 0 0,0 1 0 0 0,1-1 0 0 0,-1 1 0 0 0,0-1 0 0 0,0 1 0 0 0,1-2 0 0 0,-1-2-10 0 0,1 0-1 0 0,1 0 1 0 0,-1 0 0 0 0,1 0-1 0 0,-1 1 1 0 0,1-1 0 0 0,0 0-1 0 0,0 1 1 0 0,1-1-1 0 0,-1 1 1 0 0,1 0 0 0 0,0 0-1 0 0,0 0 1 0 0,0 0 0 0 0,0 0-1 0 0,0 1 1 0 0,5-4-1 0 0,13-13-29 0 0,22-20 25 0 0,6-9 30 0 0,-48 47-5 0 0,0-1-1 0 0,0 0 1 0 0,0 0-1 0 0,0 0 0 0 0,-1 0 1 0 0,1 0-1 0 0,-1 0 1 0 0,1 0-1 0 0,-1 0 0 0 0,0 0 1 0 0,0 0-1 0 0,0 0 1 0 0,0 0-1 0 0,0 0 0 0 0,-1-3 1 0 0,1-3-1 0 0,-6 6 45 0 0,-53-4-28 0 0,13 5 72 0 0,36-1-80 0 0,0-3 0 0 0,-38-4-3 0 0,25 5 8 0 0,0-1 0 0 0,0-1 0 0 0,-28-11 0 0 0,44 14-12 0 0,6 3-2 0 0,-51-10 37 0 0,-11-1-72 0 0,1 3-1 0 0,-101 0 0 0 0,141 8 55 0 0,-1-2-1 0 0,-44-8 1 0 0,11 1-31 0 0,47 7 4 0 0,-271-51 12 0 0,247 45 41 0 0,-1 2 0 0 0,-39-3-1 0 0,-15-2 12 0 0,-200-19-78 0 0,273 29 9 0 0,-334-5-45 0 0,-31 0 542 0 0,318 0-631 0 0,-39-1 396 0 0,86 7-229 0 0,-134-6 22 0 0,138 5-78 0 0,0 0-1 0 0,0 1 1 0 0,0 0-1 0 0,0 1 0 0 0,0 0 1 0 0,-13 4-1 0 0,-22 2-45 0 0,-12 4 190 0 0,-80 8-8 0 0,103-17-65 0 0,-75 6 313 0 0,85-4-133 0 0,-41 1 1 0 0,-12 2 86 0 0,-123 27 182 0 0,71-17-172 0 0,-186 1-1 0 0,251-13-227 0 0,-7-5 71 0 0,55 1-145 0 0,0-1 0 0 0,1 0 0 0 0,-31-5 0 0 0,-5 3 150 0 0,-21 3 116 0 0,8-8 448 0 0,35 9-538 0 0,-1 0 0 0 0,1 2 0 0 0,0 2-1 0 0,-45 13 1 0 0,-18 1 59 0 0,86-18-209 0 0,0-2 0 0 0,0 1 0 0 0,0-1 0 0 0,0 0 0 0 0,0 0 0 0 0,0-1 0 0 0,-14-3 0 0 0,-5 0 48 0 0,15 2-7 0 0,-44-1 42 0 0,42 3-125 0 0,-3 0 19 0 0,1 0 1 0 0,-1-1-1 0 0,-27-5 1 0 0,21 5 4 0 0,-7 3 96 0 0,17-2-100 0 0,0 1 1 0 0,0-1-1 0 0,0-1 0 0 0,-14-2 1 0 0,-47-5 161 0 0,15 4-130 0 0,-7 4 25 0 0,0 0 53 0 0,-33 0-186 0 0,83 0 78 0 0,9 1-18 0 0,0-1 0 0 0,0 0-1 0 0,0-1 1 0 0,0 0 0 0 0,0 0 0 0 0,1 0 0 0 0,-9-3 0 0 0,-9 3 46 0 0,-30-2-36 0 0,42 1-7 0 0,-6 0 1 0 0,-135-17 125 0 0,-6 5-216 0 0,140 12 36 0 0,12 1 28 0 0,0 1-1 0 0,0-1 0 0 0,0 0 1 0 0,0-1-1 0 0,0 1 0 0 0,-10-6 1 0 0,4 3 28 0 0,-1 0 0 0 0,-22-3 1 0 0,21 4 1 0 0,-1 0 0 0 0,-27-10 1 0 0,22 6-23 0 0,0 1 0 0 0,-31-5 1 0 0,-20-6-64 0 0,65 16 34 0 0,0 0 0 0 0,0 1 0 0 0,1-1-1 0 0,-1 1 1 0 0,0 0 0 0 0,0 1 0 0 0,0-1-1 0 0,1 1 1 0 0,-1 0 0 0 0,0 1 0 0 0,-7 2 0 0 0,-57 25-237 0 0,22-4 116 0 0,29-14 135 0 0,0-1 0 0 0,-31 10 0 0 0,39-16 14 0 0,0-1-1 0 0,0 0 1 0 0,0-1-1 0 0,0-1 1 0 0,0 0-1 0 0,-16 0 1 0 0,27-1 9 0 0,0 0 1 0 0,0 0 0 0 0,-1 0 0 0 0,1 0-1 0 0,0 0 1 0 0,0 0 0 0 0,0 0 0 0 0,-1-1-1 0 0,1 1 1 0 0,0 0 0 0 0,0 0 0 0 0,-1 0-1 0 0,1 0 1 0 0,0 0 0 0 0,0 0 0 0 0,0-1-1 0 0,0 1 1 0 0,-1 0 0 0 0,1 0 0 0 0,0 0-1 0 0,0-1 1 0 0,0 1 0 0 0,0 0 0 0 0,0 0-1 0 0,0 0 1 0 0,0-1 0 0 0,-1 1 0 0 0,1 0 0 0 0,0 0-1 0 0,0 0 1 0 0,0-1 0 0 0,0 1 0 0 0,0 0-1 0 0,0 0 1 0 0,0-1 0 0 0,0 1 2 0 0,0-1 1 0 0,0 1-1 0 0,0 0 0 0 0,0 0 1 0 0,0 0-1 0 0,0-1 1 0 0,0 1-1 0 0,0 0 0 0 0,0 0 1 0 0,0-1-1 0 0,0 1 1 0 0,0 0-1 0 0,0 0 0 0 0,0 0 1 0 0,-1-1-1 0 0,1 1 1 0 0,0 0-1 0 0,0 0 1 0 0,0 0-1 0 0,0-1 0 0 0,-1 1 1 0 0,1 0-1 0 0,0 0 1 0 0,0 0-1 0 0,0 0 0 0 0,0 0 1 0 0,-1-1-1 0 0,1 1 1 0 0,0 0-1 0 0,0 0 0 0 0,-1 0 1 0 0,1 0-1 0 0,0 0 1 0 0,0 0-1 0 0,-1 0 0 0 0,1 0 1 0 0,0 0-1 0 0,-1 0 1 0 0,-20-1 62 0 0,15 1 14 0 0,1-1 0 0 0,-35-5 36 0 0,31 9-97 0 0,3 0 6 0 0,1-2 29 0 0,-1-1-121 0 0,0 0-37 0 0,-15 0-2673 0 0,48-17-11390 0 0,-26 16 13874 0 0,0 1-1 0 0,-1-1 1 0 0,1 0 0 0 0,-1 0-1 0 0,1 0 1 0 0,-1 1-1 0 0,1-1 1 0 0,-1 0 0 0 0,0 0-1 0 0,0 0 1 0 0,1 0-1 0 0,-1 0 1 0 0,0 0 0 0 0,0 0-1 0 0,0 0 1 0 0,0 0-1 0 0,0 0 1 0 0,0-1 0 0 0,0 1 118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03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288 132 720 0 0,'0'-35'8618'0'0,"0"34"-7338"0"0,-6 1-893 0 0,-1 2-476 0 0,-1-1 0 0 0,0 1 0 0 0,1 1 0 0 0,-1 0 0 0 0,1 0 0 0 0,0 0 0 0 0,-8 5 0 0 0,-5 2-26 0 0,15-4 21 0 0,5-5 90 0 0,0-1-1 0 0,0 0 1 0 0,0 1 0 0 0,0-1 0 0 0,0 1 0 0 0,-1-1 0 0 0,1 0-1 0 0,0 1 1 0 0,0-1 0 0 0,0 0 0 0 0,-1 1 0 0 0,1-1 0 0 0,0 0-1 0 0,-1 1 1 0 0,1-1 0 0 0,0 0 0 0 0,-1 1 0 0 0,1-1 0 0 0,0 0-1 0 0,-1 0 1 0 0,1 0 0 0 0,0 1 0 0 0,-1-1 0 0 0,1 0 0 0 0,-1 0-1 0 0,1 0 1 0 0,0 0 0 0 0,-1 0 0 0 0,1 0 0 0 0,-1 0 0 0 0,1 0-1 0 0,0 0 1 0 0,-1 0 0 0 0,0 0 0 0 0,-140 40 164 0 0,115-39 504 0 0,20-1 3461 0 0,28 0-3592 0 0,-17 0-119 0 0,-5-1-392 0 0,0 1 0 0 0,0-1-1 0 0,-1 1 1 0 0,1-1 0 0 0,0 1 0 0 0,0 0 0 0 0,-1-1-1 0 0,1 1 1 0 0,0 0 0 0 0,-1-1 0 0 0,1 1 0 0 0,0 0 0 0 0,-1-1-1 0 0,1 1 1 0 0,-1 0 0 0 0,1 0 0 0 0,0-1 0 0 0,-1 1-1 0 0,1 0 1 0 0,-1 0 0 0 0,1 0 0 0 0,-1 0 0 0 0,1 0 0 0 0,-1-1-1 0 0,1 1 1 0 0,0 0 0 0 0,-1 0 0 0 0,1 0 0 0 0,-1 0-1 0 0,1 0 1 0 0,-1 0 0 0 0,1 1 0 0 0,-1-1 0 0 0,1 0 0 0 0,-1 0-1 0 0,0 0 1 0 0,1 1-10 0 0,-1-1 0 0 0,1 0 1 0 0,-1 0-1 0 0,1 0 0 0 0,-1 0 0 0 0,1 0 0 0 0,-1 0 0 0 0,0 0 0 0 0,1 0 1 0 0,-1 0-1 0 0,1 0 0 0 0,-1 0 0 0 0,1 0 0 0 0,-1 0 0 0 0,1 0 0 0 0,-1 0 1 0 0,1 0-1 0 0,-1-1 0 0 0,1 1 0 0 0,-1 0 0 0 0,1 0 0 0 0,-1-1 0 0 0,1 1 0 0 0,-1 0 1 0 0,1-1-1 0 0,-1 1 0 0 0,1-1 0 0 0,0 1 0 0 0,-1 0 0 0 0,1-1 0 0 0,-1 1 1 0 0,1-1-1 0 0,0 1 0 0 0,0-1 0 0 0,-1 1 0 0 0,1-1 0 0 0,0 1 0 0 0,0-2 0 0 0,-1 1 34 0 0,1-1 0 0 0,0 0 0 0 0,0 1 0 0 0,0-1 0 0 0,0 0 0 0 0,0 0 0 0 0,1 1 0 0 0,-1-1 0 0 0,1 0 0 0 0,-1 1 0 0 0,1-1-1 0 0,-1 1 1 0 0,1-1 0 0 0,0 1 0 0 0,0-1 0 0 0,-1 1 0 0 0,1-1 0 0 0,0 1 0 0 0,1 0 0 0 0,-1-1 0 0 0,0 1 0 0 0,0 0-1 0 0,0 0 1 0 0,2-1 0 0 0,8-8 87 0 0,-1-8 134 0 0,-2 10-123 0 0,-7 8-124 0 0,0-1 0 0 0,0 1 0 0 0,0-1 1 0 0,0 1-1 0 0,-1-1 0 0 0,1 0 0 0 0,0 1 0 0 0,-1-1 0 0 0,1 0 0 0 0,0 0 0 0 0,-1 1 0 0 0,1-1 1 0 0,-1 0-1 0 0,1 0 0 0 0,-1 0 0 0 0,1 0 0 0 0,-1 0 0 0 0,0 0 0 0 0,1 0 0 0 0,-1 0 0 0 0,0 0 1 0 0,0 0-1 0 0,0-1 0 0 0,1 1 1 0 0,-1-1 0 0 0,0 1 0 0 0,0 0 0 0 0,1 0 0 0 0,-1 0 1 0 0,0 0-1 0 0,1 0 0 0 0,0 0 0 0 0,-1 0 0 0 0,1 0 0 0 0,-1 0 0 0 0,1 0 0 0 0,0 0 1 0 0,0 0-1 0 0,0 0 0 0 0,-1 0 0 0 0,1 1 0 0 0,0-1 0 0 0,0 0 0 0 0,0 1 0 0 0,0-1 1 0 0,0 1-1 0 0,0-1 0 0 0,0 1 0 0 0,0-1 0 0 0,1 1 0 0 0,0-1 0 0 0,4-1 108 0 0,5-6 769 0 0,-10 7-833 0 0,1 0 0 0 0,-1 0 0 0 0,0 0 0 0 0,0 1 0 0 0,0-1 0 0 0,1 0 0 0 0,-1 1 0 0 0,1-1 0 0 0,-1 1 0 0 0,0-1 0 0 0,1 1 0 0 0,-1 0 0 0 0,1 0 0 0 0,-1 0 0 0 0,0 0 0 0 0,1 0 0 0 0,2 0 0 0 0,-4-4 1368 0 0,0 7-1012 0 0,5-2-274 0 0,-1-1-81 0 0,-3 0-52 0 0,-1 1 0 0 0,1-1 1 0 0,0 0-1 0 0,-1 0 0 0 0,1 0 1 0 0,0 0-1 0 0,0 1 1 0 0,-1-1-1 0 0,1 0 0 0 0,0 0 1 0 0,-1 0-1 0 0,1 0 0 0 0,0-1 1 0 0,0 1-1 0 0,-1 0 0 0 0,1 0 1 0 0,0 0-1 0 0,-1-1 0 0 0,1 1 1 0 0,0 0-1 0 0,-1-1 1 0 0,1 1-1 0 0,0 0 0 0 0,-1-1 1 0 0,1 1-1 0 0,-1-1 0 0 0,1 1 1 0 0,-1-1-1 0 0,1 1 0 0 0,-1-1 1 0 0,1 1-1 0 0,-1-1 0 0 0,0 0 1 0 0,1 1-1 0 0,-1-1 1 0 0,0 1-1 0 0,1-1 0 0 0,-1 0 1 0 0,0-1-1 0 0,6 0 79 0 0,16-4-13 0 0,10-1 174 0 0,-26 6-201 0 0,-6-3-53 0 0,0 3-66 0 0,-1 2-33 0 0,0-1 80 0 0,0 1 0 0 0,1 0 0 0 0,-1 0 0 0 0,0 0 0 0 0,0 0 0 0 0,0 0 1 0 0,0-1-1 0 0,0 1 0 0 0,0-1 0 0 0,0 1 0 0 0,0 0 0 0 0,0-1 0 0 0,0 0 1 0 0,-1 1-1 0 0,1-1 0 0 0,0 0 0 0 0,0 1 0 0 0,0-1 0 0 0,-1 0 0 0 0,-1 0 1 0 0,0 0-34 0 0,-7 11-2 0 0,-1 3 250 0 0,0-1-1 0 0,2 1 0 0 0,-14 26 1 0 0,-16 23 716 0 0,35-59-849 0 0,1 0-1 0 0,0 0 1 0 0,0 1-1 0 0,0-1 1 0 0,1 1 0 0 0,-1 0-1 0 0,1-1 1 0 0,0 1-1 0 0,0 0 1 0 0,1 0-1 0 0,-1 1 1 0 0,1-1-1 0 0,1 0 1 0 0,-1 0-1 0 0,0 9 1 0 0,1-4 41 0 0,-1-1 1 0 0,0 1-1 0 0,-1-1 1 0 0,0 1-1 0 0,-5 11 1 0 0,4-12-341 0 0,1 0 0 0 0,-1 1 1 0 0,1-1-1 0 0,1 0 0 0 0,-1 14 1 0 0,2-23 72 0 0,0 1 0 0 0,0-1 0 0 0,0 1 1 0 0,0-1-1 0 0,0 1 0 0 0,0 0 0 0 0,0-1 0 0 0,0 1 0 0 0,0-1 1 0 0,1 1-1 0 0,-1-1 0 0 0,0 1 0 0 0,0-1 0 0 0,0 1 1 0 0,1-1-1 0 0,-1 1 0 0 0,0-1 0 0 0,0 1 0 0 0,1-1 0 0 0,-1 1 1 0 0,1-1-1 0 0,-1 0 0 0 0,0 1 0 0 0,1-1 0 0 0,-1 0 1 0 0,1 1-1 0 0,-1-1 0 0 0,1 0 0 0 0,0 1 0 0 0,18-2-6077 0 0,13-12-5472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04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1461 99 160 0 0,'-74'-3'9719'0'0,"-33"-9"-3810"0"0,-1 1-2702 0 0,97 10-2860 0 0,-16-1-22 0 0,0 1-1 0 0,0 0 1 0 0,0 3 0 0 0,1 0-1 0 0,-29 6 1 0 0,-14 9-14 0 0,1 3 0 0 0,-83 36 1 0 0,95-37-296 0 0,42-15-20 0 0,0 1 0 0 0,0 0 0 0 0,-13 7 0 0 0,-22 23 257 0 0,3-8 51 0 0,12-8 44 0 0,-38 29 0 0 0,43-27-228 0 0,-36 18 0 0 0,47-29-73 0 0,1 0 0 0 0,0 1-1 0 0,0 1 1 0 0,1 1 0 0 0,-22 23 0 0 0,-6 19 126 0 0,19-28-130 0 0,15-17-42 0 0,0 0 1 0 0,1 1-1 0 0,-9 13 0 0 0,15-19-3 0 0,0 0 1 0 0,1 1-1 0 0,0-1 0 0 0,-1 1 0 0 0,2-1 1 0 0,-1 1-1 0 0,1 0 0 0 0,-1 0 0 0 0,2 0 0 0 0,-1 0 1 0 0,1 6-1 0 0,-2 20 6 0 0,1-23 4 0 0,0-1 1 0 0,1 0 0 0 0,0 0 0 0 0,0 1 0 0 0,0-1 0 0 0,1 0 0 0 0,1 0 0 0 0,-1 0 0 0 0,4 9 0 0 0,17 6 151 0 0,-20-19-153 0 0,1-1 1 0 0,0 1-1 0 0,0-1 0 0 0,1 1 0 0 0,-1-1 0 0 0,0 0 1 0 0,1-1-1 0 0,0 1 0 0 0,0 0 0 0 0,7 2 0 0 0,10 7-6 0 0,8 7-63 0 0,-17-11 42 0 0,0 0 1 0 0,0-1-1 0 0,0 0 1 0 0,15 4-1 0 0,325 98 914 0 0,-58-40-894 0 0,-242-59-195 0 0,1-3 0 0 0,0-2 1 0 0,0-2-1 0 0,64-4 0 0 0,-78-2 233 0 0,-1-2 0 0 0,-1-1 1 0 0,1-1-1 0 0,-1-3 0 0 0,0-1 0 0 0,56-25 0 0 0,-51 13 67 0 0,0-3 1 0 0,50-39 0 0 0,-45 30 57 0 0,-9 9-25 0 0,-23 17-131 0 0,0-1 0 0 0,-1-1 0 0 0,0 0 0 0 0,-1 0-1 0 0,0-2 1 0 0,0 0 0 0 0,-2 0 0 0 0,11-16 0 0 0,-10 11 29 0 0,-6 11-1 0 0,-1-1 0 0 0,0 0 0 0 0,0 0 1 0 0,-1-1-1 0 0,0 1 0 0 0,0-1 0 0 0,-1 0 1 0 0,0 0-1 0 0,-1 0 0 0 0,0 0 0 0 0,0-1 1 0 0,0-9-1 0 0,-1-43-28 0 0,-1-67-57 0 0,-2 113 70 0 0,1 0 1 0 0,-2 1-1 0 0,0-1 1 0 0,-1 1-1 0 0,-11-29 1 0 0,11 36 9 0 0,-1-1 1 0 0,1 0 0 0 0,0 0-1 0 0,1-1 1 0 0,0 1 0 0 0,1-1-1 0 0,-1 1 1 0 0,2-1 0 0 0,-2-18 0 0 0,3 18-13 0 0,-1 0 1 0 0,0 0-1 0 0,-1 0 1 0 0,0 0-1 0 0,-1 0 1 0 0,-5-11-1 0 0,5 12-29 0 0,0 1 1 0 0,1-1-1 0 0,-1 0 0 0 0,2 0 0 0 0,-1 0 0 0 0,1-10 0 0 0,1 17 7 0 0,0 0 0 0 0,0 1 0 0 0,0-1 0 0 0,0 0 0 0 0,-1 0 0 0 0,1 1 0 0 0,0-1 0 0 0,-1 0 0 0 0,1 1 0 0 0,-1-1 0 0 0,1 0 0 0 0,-1 1 0 0 0,0-1 0 0 0,0 1 0 0 0,0-1 0 0 0,0 1 0 0 0,0 0 0 0 0,0-1 0 0 0,0 1 0 0 0,0 0 0 0 0,-1 0 0 0 0,1 0 0 0 0,-3-2 0 0 0,-5-4-47 0 0,7 4-71 0 0,0 0-1 0 0,0 1 0 0 0,-1-1 0 0 0,1 1 1 0 0,-1 0-1 0 0,1 0 0 0 0,-1 0 0 0 0,0 0 1 0 0,0 0-1 0 0,0 1 0 0 0,0-1 0 0 0,0 1 1 0 0,-1 0-1 0 0,-4-2 0 0 0,5 3-493 0 0,1 0 0 0 0,-1 0-1 0 0,0 0 1 0 0,1 0 0 0 0,-1 1 0 0 0,0-1-1 0 0,1 1 1 0 0,-1 0 0 0 0,-3 1 0 0 0,-21 8-6521 0 0,-6 5-1587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12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2 254 400 0 0,'0'-27'16074'0'0,"0"27"-16039"0"0,-1-1-1 0 0,1 1 0 0 0,0-1 1 0 0,0 1-1 0 0,0-1 1 0 0,0 1-1 0 0,0 0 0 0 0,-1-1 1 0 0,1 1-1 0 0,0-1 1 0 0,0 1-1 0 0,0-1 0 0 0,0 1 1 0 0,0-1-1 0 0,0 1 1 0 0,1-1-1 0 0,-1 1 0 0 0,0-1 1 0 0,0 1-1 0 0,0 0 1 0 0,0-1-1 0 0,1 1 0 0 0,-1-1 1 0 0,0 1-1 0 0,0-1 1 0 0,1 1-1 0 0,-1 0 0 0 0,0-1 1 0 0,0 1-1 0 0,1 0 1 0 0,-1-1-1 0 0,1 1 0 0 0,-1 0 1 0 0,0-1-1 0 0,1 1 1 0 0,-1 0-1 0 0,1 0 0 0 0,21-5 113 0 0,-22 5-143 0 0,0 1-1 0 0,0-1 1 0 0,1 0-1 0 0,-1 0 1 0 0,0 0-1 0 0,0 0 0 0 0,0 0 1 0 0,0 0-1 0 0,0 0 1 0 0,1 0-1 0 0,-1 0 1 0 0,0 0-1 0 0,0 0 1 0 0,0 0-1 0 0,0 0 1 0 0,0 0-1 0 0,1 0 1 0 0,-1 0-1 0 0,0 0 0 0 0,0 0 1 0 0,0 0-1 0 0,0 0 1 0 0,0 0-1 0 0,1 0 1 0 0,-1 0-1 0 0,0 0 1 0 0,0 0-1 0 0,0 0 1 0 0,0 0-1 0 0,0-1 0 0 0,1 1 1 0 0,-1 0-1 0 0,0 0 1 0 0,0 0-1 0 0,0 0 1 0 0,0 0-1 0 0,0 0 1 0 0,0 0-1 0 0,0-1 1 0 0,0 1-1 0 0,0 0 1 0 0,0 0-1 0 0,1 0 0 0 0,-1 0 1 0 0,0 0-1 0 0,0-1 1 0 0,0 1-1 0 0,0 0 1 0 0,0 0-1 0 0,0 0 1 0 0,0 0-1 0 0,0-1 1 0 0,0 1-1 0 0,0 0 1 0 0,0 0-1 0 0,0 0 0 0 0,0 0 1 0 0,-1-1-1 0 0,1 1-1 0 0,0 0 1 0 0,0 0-1 0 0,0 0 0 0 0,0 0 0 0 0,0-1 0 0 0,0 1 0 0 0,0 0 0 0 0,0 0 0 0 0,0 0 0 0 0,0 0 0 0 0,0-1 0 0 0,0 1 0 0 0,0 0 0 0 0,0 0 0 0 0,0 0 1 0 0,0 0-1 0 0,0 0 0 0 0,1-1 0 0 0,-1 1 0 0 0,0 0 0 0 0,0 0 0 0 0,0 0 0 0 0,0 0 0 0 0,0 0 0 0 0,0-1 0 0 0,0 1 0 0 0,0 0 0 0 0,0 0 0 0 0,1 0 1 0 0,-1 0-1 0 0,0 0 0 0 0,0 0 0 0 0,0 0 0 0 0,0 0 0 0 0,0-1 0 0 0,1 1 0 0 0,-1 0 0 0 0,0 0 0 0 0,0 0 0 0 0,0 0 0 0 0,0 0 0 0 0,1 0 0 0 0,-1 0 1 0 0,0 0-1 0 0,0 0 0 0 0,0 0 0 0 0,0 0 0 0 0,1 0 0 0 0,-1 0 0 0 0,0 0 0 0 0,0 0 0 0 0,0 0 0 0 0,0 0 0 0 0,0 0 0 0 0,1 1 0 0 0,25-6 146 0 0,1 2 1 0 0,-1 1-1 0 0,54 4 0 0 0,-17-1 6 0 0,138-3 567 0 0,136-24 319 0 0,-144-5-570 0 0,-158 22-951 0 0,0-1 0 0 0,-1-2 0 0 0,39-20 0 0 0,-57 26-828 0 0,-12 5 928 0 0,-1 0-1 0 0,1-1 1 0 0,-1 1-1 0 0,1-1 1 0 0,-1 0-1 0 0,0 0 1 0 0,0 0 0 0 0,4-2-1 0 0,-6 3-27 0 0,0-1 0 0 0,0 1 0 0 0,0 0-1 0 0,-1 0 1 0 0,1 0 0 0 0,0 0 0 0 0,-1-1-1 0 0,1 1 1 0 0,0 0 0 0 0,-1-1 0 0 0,0 1 0 0 0,1 0-1 0 0,-1-1 1 0 0,0 1 0 0 0,0-1 0 0 0,0-2-1 0 0,0-17-5432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14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0 200 320 0 0,'0'-3'283'0'0,"1"0"1"0"0,-1 0-1 0 0,0 0 0 0 0,1 0 1 0 0,0 0-1 0 0,0 1 0 0 0,0-1 1 0 0,0 0-1 0 0,0 0 0 0 0,0 0 1 0 0,1 1-1 0 0,-1-1 0 0 0,1 1 1 0 0,0-1-1 0 0,0 1 0 0 0,0 0 1 0 0,0-1-1 0 0,0 1 0 0 0,0 0 1 0 0,1 1-1 0 0,-1-1 0 0 0,5-2 1 0 0,-6 2-78 0 0,10-4 825 0 0,1-1-1 0 0,-1 2 0 0 0,24-9 0 0 0,-11 5 252 0 0,-10 3-544 0 0,0 1 1 0 0,23-4-1 0 0,-22 5-174 0 0,-1 1 1 0 0,23-10-1 0 0,-29 9-369 0 0,1 1 1 0 0,0 0-1 0 0,0 1 0 0 0,1 0 0 0 0,13-1 0 0 0,-11 1-57 0 0,1 0-1 0 0,-1 0 1 0 0,13-5-1 0 0,0 1 45 0 0,0 1 1 0 0,48-4-1 0 0,-65 8-169 0 0,41-4 2 0 0,-44 4-17 0 0,5 3 3 0 0,18 3-1 0 0,-25-4-4 0 0,36 11 91 0 0,-38-11-84 0 0,0-1 1 0 0,0 0 0 0 0,1 1 0 0 0,-1 0-1 0 0,0-1 1 0 0,0 1 0 0 0,0 0 0 0 0,1 0-1 0 0,-1-1 1 0 0,0 1 0 0 0,0 0 0 0 0,0 0 0 0 0,0 0-1 0 0,-1 0 1 0 0,1 0 0 0 0,0 1 0 0 0,0-1-1 0 0,-1 0 1 0 0,1 0 0 0 0,0 0 0 0 0,-1 1-1 0 0,1-1 1 0 0,-1 2 0 0 0,0 2 8 0 0,1 9 44 0 0,-2 1 1 0 0,-3 21 0 0 0,3-30-53 0 0,0-1 0 0 0,-1 0 0 0 0,1 0 0 0 0,-1 0 0 0 0,-1-1 0 0 0,1 1 0 0 0,-1 0 0 0 0,1-1 1 0 0,-1 0-1 0 0,-5 6 0 0 0,-16 28-4 0 0,22-34 6 0 0,-1 1 1 0 0,0 0 0 0 0,1-1-1 0 0,-1 1 1 0 0,-1-1 0 0 0,1 0-1 0 0,-1 0 1 0 0,1 0 0 0 0,-6 4-1 0 0,6-6-7 0 0,-1 1-1 0 0,1 0 1 0 0,0 0-1 0 0,0 1 1 0 0,1-1-1 0 0,-6 8 1 0 0,7-8 3 0 0,-1 0 0 0 0,0 0 1 0 0,0-1-1 0 0,0 1 0 0 0,-1 0 1 0 0,1-1-1 0 0,-1 1 0 0 0,1-1 1 0 0,-1 0-1 0 0,0 0 0 0 0,0 0 1 0 0,0 0-1 0 0,0-1 0 0 0,0 1 1 0 0,-4 1-1 0 0,-16 4 57 0 0,11-4-2 0 0,0 1 1 0 0,1 0 0 0 0,-1 1-1 0 0,-16 9 1 0 0,-17 8 212 0 0,-2-1 0 0 0,-1-3 0 0 0,-62 16 0 0 0,-21 9 77 0 0,153-46-293 0 0,-22 3-53 0 0,1 0 0 0 0,-1 0 1 0 0,0 0-1 0 0,0 0 1 0 0,1 0-1 0 0,-1 0 0 0 0,0 0 1 0 0,0 0-1 0 0,1-1 1 0 0,-1 1-1 0 0,0 0 0 0 0,0 0 1 0 0,1 0-1 0 0,-1 0 1 0 0,0-1-1 0 0,0 1 0 0 0,0 0 1 0 0,1 0-1 0 0,-1 0 1 0 0,0-1-1 0 0,0 1 0 0 0,0 0 1 0 0,0 0-1 0 0,0-1 1 0 0,0 1-1 0 0,0 0 1 0 0,1 0-1 0 0,-1-1 0 0 0,0 1 1 0 0,0 0-1 0 0,0 0 1 0 0,0-1-1 0 0,0 1 0 0 0,0 0 1 0 0,0 0-1 0 0,0-1 1 0 0,0 1-1 0 0,0-3-6 0 0,0 1 0 0 0,1-1 1 0 0,-1 1-1 0 0,1-1 0 0 0,0 1 0 0 0,0-1 1 0 0,0 1-1 0 0,0 0 0 0 0,0-1 0 0 0,1 1 0 0 0,-1 0 1 0 0,1 0-1 0 0,-1 0 0 0 0,1 0 0 0 0,0 0 1 0 0,-1 0-1 0 0,1 1 0 0 0,0-1 0 0 0,0 1 0 0 0,1-1 1 0 0,-1 1-1 0 0,0 0 0 0 0,0 0 0 0 0,1 0 1 0 0,-1 0-1 0 0,3-1 0 0 0,11-7 1 0 0,-12 7-1 0 0,0-1 0 0 0,1 0 0 0 0,-1 1 0 0 0,0 0 1 0 0,1 0-1 0 0,-1 0 0 0 0,1 1 0 0 0,-1-1 0 0 0,1 1 0 0 0,0 0 1 0 0,0 0-1 0 0,0 1 0 0 0,-1 0 0 0 0,1 0 0 0 0,0 0 1 0 0,0 0-1 0 0,5 1 0 0 0,-1 2-4 0 0,0 1 0 0 0,-1 0-1 0 0,1 0 1 0 0,0 0 0 0 0,-1 1 0 0 0,0 1 0 0 0,13 11-1 0 0,-10-9 5 0 0,-1 1-1 0 0,-1 0 1 0 0,1 1-1 0 0,-1 0 1 0 0,8 13-1 0 0,-13-16 7 0 0,0-1-1 0 0,0 1 1 0 0,-1-1-1 0 0,0 1 1 0 0,0 0-1 0 0,0 0 1 0 0,-1 0 0 0 0,0 1-1 0 0,-1-1 1 0 0,0 1-1 0 0,1 10 1 0 0,-2-16-53 0 0,0-1-1 0 0,0 1 1 0 0,1 0 0 0 0,-1-1 0 0 0,0 1 0 0 0,1-1-1 0 0,-1 1 1 0 0,1-1 0 0 0,-1 1 0 0 0,1-1 0 0 0,0 0-1 0 0,0 1 1 0 0,0-1 0 0 0,0 0 0 0 0,0 1 0 0 0,0-1-1 0 0,0 0 1 0 0,0 0 0 0 0,0 0 0 0 0,0 0 0 0 0,0 0-1 0 0,1 0 1 0 0,-1 0 0 0 0,1-1 0 0 0,1 2 0 0 0,0-1-491 0 0,1 1 1 0 0,0-1 0 0 0,0 0-1 0 0,0 0 1 0 0,-1 0 0 0 0,1-1-1 0 0,7 1 1 0 0,-11-1 393 0 0,0 0 0 0 0,1 0 0 0 0,-1 0 0 0 0,0 0 0 0 0,0 0 0 0 0,0 0 0 0 0,0 0 1 0 0,1 0-1 0 0,-1 0 0 0 0,0 0 0 0 0,0 0 0 0 0,0 0 0 0 0,1 0 0 0 0,-1 0 0 0 0,0 0 0 0 0,0 0 0 0 0,0 0 0 0 0,0-1 1 0 0,1 1-1 0 0,-1 0 0 0 0,0 0 0 0 0,0 0 0 0 0,0 0 0 0 0,0 0 0 0 0,0 0 0 0 0,1-1 0 0 0,-1 1 0 0 0,0 0 0 0 0,0 0 1 0 0,0 0-1 0 0,0 0 0 0 0,0 0 0 0 0,0-1 0 0 0,0 1 0 0 0,0 0 0 0 0,0 0 0 0 0,1 0 0 0 0,-1-1 0 0 0,0 1 0 0 0,0 0 1 0 0,0 0-1 0 0,0 0 0 0 0,0 0 0 0 0,0-1 0 0 0,0 1 0 0 0,0 0 0 0 0,0 0 0 0 0,-1-1 0 0 0,1 1 149 0 0,0-13-7310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14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2401 0 0,'33'21'4482'0'0,"-1"35"2161"0"0,-32 4-1440 0 0,33-4-3923 0 0,0-8-1440 0 0,-1-7-80 0 0,1-7 320 0 0,-1-5 320 0 0,1-17-720 0 0,0 3-1361 0 0,-7-9-3361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15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0 412 1841 0 0,'33'-6'4322'0'0,"-33"0"-1441"0"0,33-2-480 0 0,-33-5-240 0 0,65-16-160 0 0,0-19-160 0 0,164-68 80 0 0,-66 26-881 0 0,-104 49-880 0 0,6 14-240 0 0,-32 6 160 0 0,0 15-1040 0 0,-1 12-5123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17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582 462 240 0 0,'0'0'1174'0'0,"6"0"-120"0"0,-5 1-963 0 0,0-1 1 0 0,1 0-1 0 0,-1 0 1 0 0,0 0-1 0 0,0 0 1 0 0,1 0-1 0 0,-1-1 1 0 0,0 1 0 0 0,1 0-1 0 0,-1-1 1 0 0,0 1-1 0 0,0 0 1 0 0,0-1-1 0 0,1 0 1 0 0,0 0-1 0 0,-1-1 235 0 0,0 1 0 0 0,0-1-1 0 0,-1 1 1 0 0,1-1 0 0 0,0 0-1 0 0,-1 0 1 0 0,1 1 0 0 0,-1-1-1 0 0,0 0 1 0 0,0 0 0 0 0,0 0-1 0 0,0 0 1 0 0,0 0 0 0 0,0-2-1 0 0,0-6 1007 0 0,0 6-698 0 0,0 0 0 0 0,0 0 0 0 0,0 0 0 0 0,0-1 0 0 0,-1 1 0 0 0,0 0-1 0 0,-1-4 1 0 0,1 6-541 0 0,0 0-1 0 0,0 1 1 0 0,0-1 0 0 0,-1 0-1 0 0,1 1 1 0 0,-1-1-1 0 0,1 1 1 0 0,-1 0 0 0 0,1-1-1 0 0,-1 1 1 0 0,0 0-1 0 0,1 0 1 0 0,-1 0 0 0 0,0 0-1 0 0,0 0 1 0 0,-3 0-1 0 0,-5-4 211 0 0,1 0 0 0 0,-1 0 0 0 0,1-1 0 0 0,0 0 1 0 0,0-1-1 0 0,-15-14 0 0 0,2-2 379 0 0,-19-28 0 0 0,-11-11 74 0 0,41 51-695 0 0,-2 2-1 0 0,1-1 0 0 0,-1 2 1 0 0,-1 0-1 0 0,1 0 0 0 0,-30-10 1 0 0,32 13 10 0 0,-44-9 22 0 0,45 11-41 0 0,0 0 0 0 0,-1 1 0 0 0,0 0 0 0 0,0 0-1 0 0,-17 1 1 0 0,6-1 24 0 0,-38-4 17 0 0,56 2-75 0 0,-3 0 178 0 0,-20-2 217 0 0,27 4-224 0 0,0 2-172 0 0,0-1 0 0 0,0 1-1 0 0,0 0 1 0 0,0-1 0 0 0,0 1 0 0 0,-1 0 0 0 0,1-1 0 0 0,0 1 0 0 0,0-1 0 0 0,0 1 0 0 0,0 0 0 0 0,0-1 0 0 0,0 1 0 0 0,1 0 0 0 0,-1-1 0 0 0,0 1 0 0 0,0 0 0 0 0,0-1 0 0 0,0 1 0 0 0,0 0 0 0 0,0-1 0 0 0,1 1 0 0 0,-1 0 0 0 0,0 0 0 0 0,0-1 0 0 0,0 1 0 0 0,1 0 0 0 0,-1 0 0 0 0,0-1 0 0 0,0 1 0 0 0,1 0 0 0 0,-1 0 0 0 0,0-1 0 0 0,0 1 0 0 0,1 0 0 0 0,-1 0 0 0 0,0 0 0 0 0,1 0-1 0 0,0 0 1 0 0,40-8 166 0 0,0 3-1 0 0,82 0 0 0 0,-41 3-88 0 0,362-6-876 0 0,-377 8-557 0 0,-13 3-4328 0 0,-49-1 3814 0 0,-31 2-4340 0 0,-34 1 270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18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7 400 0 0,'0'-6'1921'0'0,"33"6"4722"0"0,-1 0-2081 0 0,1 6-2561 0 0,0 9-240 0 0,64 32 400 0 0,99 14-480 0 0,-65-11-1121 0 0,-40-17-560 0 0,7-6-80 0 0,-65-6 240 0 0,32-13-160 0 0,-32-2-2321 0 0,32-33-8004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19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1 242 400 0 0,'0'-2'232'0'0,"1"0"1"0"0,-1 0-1 0 0,1 1 0 0 0,0-1 0 0 0,0 0 0 0 0,0 0 0 0 0,0 1 0 0 0,0-1 1 0 0,0 0-1 0 0,0 1 0 0 0,0-1 0 0 0,0 1 0 0 0,1 0 0 0 0,-1-1 1 0 0,1 1-1 0 0,-1 0 0 0 0,1 0 0 0 0,-1 0 0 0 0,1 0 0 0 0,0 0 1 0 0,2-1-1 0 0,48-20 2604 0 0,-34 15-1656 0 0,113-34 1742 0 0,-71 20-2373 0 0,-46 17-433 0 0,-1 0 0 0 0,1-1 0 0 0,15-8 0 0 0,96-56 2606 0 0,-125 69-2712 0 0,0 0 0 0 0,0 0 0 0 0,0 0 0 0 0,-1 0 0 0 0,1 0 0 0 0,0 0 0 0 0,0 0 0 0 0,0 0 0 0 0,0 0 0 0 0,-1 0 0 0 0,1 0 0 0 0,0-1 0 0 0,0 1 0 0 0,0 0 1 0 0,0 0-1 0 0,0 0 0 0 0,0 0 0 0 0,-1 0 0 0 0,1 0 0 0 0,0 0 0 0 0,0-1 0 0 0,0 1 0 0 0,0 0 0 0 0,0 0 0 0 0,0 0 0 0 0,0 0 0 0 0,0-1 0 0 0,0 1 0 0 0,0 0 0 0 0,0 0 0 0 0,-1 0 0 0 0,1 0 0 0 0,0-1 1 0 0,0 1-1 0 0,0 0 0 0 0,0 0 0 0 0,0 0 0 0 0,0 0 0 0 0,1-1 0 0 0,-1 1 0 0 0,0 0 0 0 0,0 0 0 0 0,0 0 0 0 0,0 0 0 0 0,0-1 0 0 0,0 1 0 0 0,0 0 0 0 0,0 0 0 0 0,0 0 0 0 0,0 0 0 0 0,0 0 0 0 0,1-1 1 0 0,-1 1-1 0 0,0 0 0 0 0,0 0 0 0 0,0 0 0 0 0,0 0 0 0 0,0 0 0 0 0,1 0 0 0 0,-1 0 0 0 0,0 0 0 0 0,0-1 0 0 0,0 1 0 0 0,0 0 0 0 0,1 0 0 0 0,-1 0 0 0 0,0 0 0 0 0,0 0 0 0 0,-21-6 644 0 0,-12-2 1827 0 0,27 8-2321 0 0,7 0-147 0 0,-1 1-1 0 0,0-1 0 0 0,0 1 0 0 0,0-1 1 0 0,0 1-1 0 0,1-1 0 0 0,-1 1 1 0 0,0-1-1 0 0,0 0 0 0 0,0 1 0 0 0,0-1 1 0 0,0 1-1 0 0,0-1 0 0 0,0 1 1 0 0,0-1-1 0 0,0 1 0 0 0,-1-1 0 0 0,1 1 1 0 0,0-1-1 0 0,0 0 0 0 0,0 1 1 0 0,0-1-1 0 0,-1 1 0 0 0,1-1 0 0 0,0 1 1 0 0,-1-1-1 0 0,1 0 0 0 0,0 1 1 0 0,0-1-1 0 0,-1 0 0 0 0,1 1 0 0 0,-1-1 1 0 0,1 0-1 0 0,0 0 0 0 0,-1 1 1 0 0,1-1-1 0 0,-1 0 0 0 0,-7 6 22 0 0,1 0 0 0 0,0 0 0 0 0,0 1-1 0 0,0 0 1 0 0,1 0 0 0 0,0 1 0 0 0,-9 15 0 0 0,13-20-25 0 0,-4 4 15 0 0,-22 34 171 0 0,-31 57 0 0 0,-6 17-489 0 0,60-109 162 0 0,1 0 0 0 0,1 1 0 0 0,-1-1 0 0 0,1 1-1 0 0,0 0 1 0 0,-4 13 0 0 0,3 25-8040 0 0,4-36 235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20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21 2401 0 0,'-33'0'3282'0'0,"33"-6"159"0"0,-32 6-159 0 0,32-7 3361 0 0,32 7-4722 0 0,34 7-1521 0 0,-8-1-80 0 0,8 2-240 0 0,-1-2-160 0 0,33-6-240 0 0,-33 0-1201 0 0,1-6-1920 0 0,-1-2-801 0 0,0 2-401 0 0,-65-9 402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21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0 480 0 0,'0'0'6243'0'0,"0"6"-2801"0"0,0 9 399 0 0,33 45 481 0 0,26 23-1600 0 0,6-20-2242 0 0,-32-9-640 0 0,32-4 80 0 0,-32-3 240 0 0,32-13-80 0 0,-32 1 0 0 0,-1-14-640 0 0,1-9-2562 0 0</inkml:trace>
  <inkml:trace contextRef="#ctx0" brushRef="#br0" timeOffset="1">0 406 1521 0 0,'0'6'3281'0'0,"33"2"161"0"0,-33-2-81 0 0,33-6-399 0 0,-1 0-641 0 0,1-6-400 0 0,58-8-481 0 0,7-14-399 0 0,33-13-321 0 0,32-7-320 0 0,-32 7-1920 0 0,-66 5-4083 0 0,-65 9-3361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38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636 145 1601 0 0,'0'-40'6870'0'0,"5"38"-5670"0"0,12-4 1225 0 0,-35 2 1697 0 0,-24-6-2172 0 0,20 5-1149 0 0,22 5-779 0 0,0 0-1 0 0,-1 0 1 0 0,1 0 0 0 0,0 0 0 0 0,0 0 0 0 0,0 0 0 0 0,0 0-1 0 0,-1 0 1 0 0,1 0 0 0 0,0 0 0 0 0,0 0 0 0 0,0 0 0 0 0,0 0 0 0 0,-1 0-1 0 0,1 0 1 0 0,0 0 0 0 0,0 0 0 0 0,0 0 0 0 0,0 0 0 0 0,-1 0-1 0 0,1 0 1 0 0,0 0 0 0 0,0 0 0 0 0,0 0 0 0 0,0 0 0 0 0,0-1 0 0 0,-1 1-1 0 0,1 0 1 0 0,0 0 0 0 0,0 0 0 0 0,0 0 0 0 0,0 0 0 0 0,0 0-1 0 0,0-1 1 0 0,0 1 0 0 0,0 0 0 0 0,0 0 0 0 0,-1 0 0 0 0,1 0-1 0 0,0 0 1 0 0,0-1 0 0 0,0 1 0 0 0,0 0 0 0 0,0 0 0 0 0,0 0 0 0 0,0 0-1 0 0,0-1 1 0 0,0 1 0 0 0,0 0 0 0 0,0 0 0 0 0,0 0 0 0 0,0 0-1 0 0,0-1 1 0 0,0 1-8 0 0,0 0-1 0 0,0 0 0 0 0,1 0 0 0 0,-1-1 1 0 0,0 1-1 0 0,0 0 0 0 0,0 0 0 0 0,0 0 1 0 0,-1 0-1 0 0,1 0 0 0 0,0 0 0 0 0,0-1 1 0 0,0 1-1 0 0,0 0 0 0 0,0 0 0 0 0,0 0 1 0 0,0 0-1 0 0,0 0 0 0 0,0 0 0 0 0,0-1 1 0 0,0 1-1 0 0,0 0 0 0 0,0 0 0 0 0,0 0 1 0 0,-1 0-1 0 0,1 0 0 0 0,0 0 0 0 0,0 0 0 0 0,0 0 1 0 0,0 0-1 0 0,0 0 0 0 0,0-1 0 0 0,0 1 1 0 0,-1 0-1 0 0,1 0 0 0 0,0 0 0 0 0,0 0 1 0 0,0 0-1 0 0,0 0 0 0 0,0 0 0 0 0,-1 0 1 0 0,1 0-1 0 0,0 0 0 0 0,0 0 0 0 0,0 0 1 0 0,0 0-1 0 0,0 0 0 0 0,0 0 0 0 0,-1 0 1 0 0,1 0-1 0 0,0 1 0 0 0,0-1 0 0 0,0 0 1 0 0,0 0-1 0 0,0 0 0 0 0,0 0 0 0 0,-1 0 1 0 0,1 0-1 0 0,0 0 0 0 0,0 0 0 0 0,0 1 1 0 0,-54-1 1173 0 0,48 0-1014 0 0,1 0-93 0 0,-17 0 0 0 0,22 0-73 0 0,-1-1-1 0 0,1 1 0 0 0,0 0 0 0 0,0 0 1 0 0,0 0-1 0 0,-1 1 0 0 0,1-1 0 0 0,0 0 1 0 0,0 0-1 0 0,-1 0 0 0 0,1 0 0 0 0,0 0 1 0 0,0 0-1 0 0,0 0 0 0 0,-1 0 0 0 0,1 0 1 0 0,0 0-1 0 0,0 1 0 0 0,0-1 0 0 0,-1 0 1 0 0,1 0-1 0 0,0 0 0 0 0,0 0 1 0 0,0 1-1 0 0,0-1 0 0 0,0 0 0 0 0,-1 0 1 0 0,1 0-1 0 0,0 0 0 0 0,0 1 0 0 0,0-1 1 0 0,0 0-1 0 0,0 0 0 0 0,0 1 0 0 0,0-1 1 0 0,0 0-1 0 0,0 0 0 0 0,0 0 0 0 0,0 1 1 0 0,0-1-1 0 0,0 0 0 0 0,-4 7 131 0 0,-13 0 24 0 0,0 2 224 0 0,16-8-370 0 0,0-1 0 0 0,1 1 1 0 0,-1-1-1 0 0,0 1 0 0 0,0-1 0 0 0,0 1 1 0 0,1-1-1 0 0,-1 0 0 0 0,0 1 0 0 0,0-1 0 0 0,0 0 1 0 0,0 0-1 0 0,0 0 0 0 0,0 1 0 0 0,0-1 1 0 0,1 0-1 0 0,-1 0 0 0 0,0 0 0 0 0,0-1 0 0 0,0 1 1 0 0,-1 0-1 0 0,-4 7 132 0 0,-48 7-294 0 0,53-12 135 0 0,0 0 0 0 0,0 0 0 0 0,0 0-1 0 0,0 0 1 0 0,0 1 0 0 0,1-1 0 0 0,-1 0 0 0 0,1 0 0 0 0,0 1 0 0 0,-1-1 0 0 0,1 0 0 0 0,0 1 0 0 0,1-1-1 0 0,-1 0 1 0 0,1 5 0 0 0,-1 3-88 0 0,0 70-393 0 0,0-45 560 0 0,0-34-147 0 0,0 20-1 0 0,0-19 81 0 0,0-1 0 0 0,0 0 0 0 0,-1 0-1 0 0,1 1 1 0 0,0-1 0 0 0,-1 0-1 0 0,1 0 1 0 0,-1 0 0 0 0,0 0-1 0 0,1 0 1 0 0,-1 0 0 0 0,0 0 0 0 0,1 0-1 0 0,-1 0 1 0 0,0 0 0 0 0,0 0-1 0 0,0 0 1 0 0,0 0 0 0 0,0 0-1 0 0,-1 0 1 0 0,-27 14-121 0 0,12-7 115 0 0,17-8 11 0 0,0 1-1 0 0,-1-1 0 0 0,1 0 1 0 0,-1 0-1 0 0,1 1 1 0 0,0-1-1 0 0,-1 0 1 0 0,1 1-1 0 0,0-1 0 0 0,-1 0 1 0 0,1 1-1 0 0,0-1 1 0 0,-1 0-1 0 0,1 1 1 0 0,0-1-1 0 0,0 1 1 0 0,-1-1-1 0 0,1 1 0 0 0,0-1 1 0 0,0 1-1 0 0,0-1 1 0 0,0 1-1 0 0,0-1 1 0 0,0 0-1 0 0,0 1 1 0 0,0-1-1 0 0,0 1 0 0 0,0 0 1 0 0,0-1-4 0 0,0 1 1 0 0,0-1-1 0 0,0 1 1 0 0,0-1 0 0 0,0 0-1 0 0,0 1 1 0 0,0-1-1 0 0,0 0 1 0 0,0 1-1 0 0,0-1 1 0 0,0 0-1 0 0,-1 1 1 0 0,1-1-1 0 0,0 0 1 0 0,0 1-1 0 0,0-1 1 0 0,0 0 0 0 0,0 0-1 0 0,-1 1 1 0 0,1-1-1 0 0,0 0 1 0 0,0 0-1 0 0,-1 1 1 0 0,1-1-1 0 0,0 0 1 0 0,0 0-1 0 0,-1 1 1 0 0,1-1-1 0 0,-4 1 42 0 0,3-1-33 0 0,-1 0 0 0 0,1 0 1 0 0,0 0-1 0 0,0 1 0 0 0,0-1 1 0 0,0 0-1 0 0,0 1 0 0 0,0-1 1 0 0,-1 1-1 0 0,1-1 0 0 0,0 1 1 0 0,0-1-1 0 0,0 1 1 0 0,0 0-1 0 0,1 0 0 0 0,-1-1 1 0 0,0 1-1 0 0,0 0 0 0 0,0 0 1 0 0,1 0-1 0 0,-1 0 0 0 0,-1 1 1 0 0,2-1-9 0 0,0 0 0 0 0,0-1 1 0 0,0 1-1 0 0,0 0 0 0 0,0-1 1 0 0,0 1-1 0 0,0-1 0 0 0,0 1 1 0 0,-1 0-1 0 0,1-1 0 0 0,0 1 1 0 0,-1 0-1 0 0,1-1 0 0 0,0 1 1 0 0,-1-1-1 0 0,1 1 0 0 0,-1-1 1 0 0,1 1-1 0 0,-1-1 0 0 0,1 1 1 0 0,-1-1-1 0 0,1 0 0 0 0,-1 1 1 0 0,1-1-1 0 0,-1 1 0 0 0,1-1 1 0 0,-1 0-1 0 0,0 0 0 0 0,1 1 1 0 0,-1-1-1 0 0,0 0 0 0 0,1 0 1 0 0,-1 0-1 0 0,0 0 0 0 0,-1 0 1 0 0,2 0-6 0 0,-1 0 1 0 0,0 0 0 0 0,1 0-1 0 0,-1 1 1 0 0,0-1 0 0 0,1 0 0 0 0,-1 0-1 0 0,0 0 1 0 0,1 1 0 0 0,-1-1 0 0 0,0 0-1 0 0,1 1 1 0 0,-1-1 0 0 0,0 0 0 0 0,1 1-1 0 0,-1-1 1 0 0,1 1 0 0 0,-1-1-1 0 0,1 1 1 0 0,-1-1 0 0 0,1 1 0 0 0,-1 0-1 0 0,1-1 1 0 0,0 1 0 0 0,-1-1 0 0 0,1 1-1 0 0,0 0 1 0 0,0-1 0 0 0,-1 1-1 0 0,1 0 1 0 0,0-1 0 0 0,0 1 0 0 0,0 0-1 0 0,0 0 1 0 0,0-1 0 0 0,0 2 0 0 0,0-1-1 0 0,0-1 0 0 0,0 1 1 0 0,0 0-1 0 0,0 0 0 0 0,-1-1 1 0 0,1 1-1 0 0,0 0 1 0 0,0-1-1 0 0,-1 1 0 0 0,1 0 1 0 0,0 0-1 0 0,0-1 0 0 0,-1 1 1 0 0,1 0-1 0 0,-1-1 0 0 0,1 1 1 0 0,-1-1-1 0 0,1 1 1 0 0,-1-1-1 0 0,1 1 0 0 0,-1-1 1 0 0,0 1-1 0 0,1-1 0 0 0,-1 1 1 0 0,1-1-1 0 0,-1 0 0 0 0,0 1 1 0 0,0-1-1 0 0,1 0 1 0 0,-1 0-1 0 0,0 1 0 0 0,0-1 1 0 0,0 0 7 0 0,0 0 1 0 0,0 1-1 0 0,0-1 1 0 0,0 0-1 0 0,0 1 0 0 0,1-1 1 0 0,-1 0-1 0 0,0 1 1 0 0,0-1-1 0 0,0 1 1 0 0,1 0-1 0 0,-1-1 1 0 0,0 1-1 0 0,1-1 1 0 0,-1 1-1 0 0,0 0 1 0 0,1 0-1 0 0,-1-1 0 0 0,1 1 1 0 0,-1 0-1 0 0,1 0 1 0 0,0 0-1 0 0,-1 0 1 0 0,1-1-1 0 0,0 1 1 0 0,-1 0-1 0 0,1 0 1 0 0,0 0-1 0 0,0 0 1 0 0,0 0-1 0 0,0 0 1 0 0,0 1-1 0 0,0-1 2 0 0,0 0 1 0 0,0 0-1 0 0,0 0 0 0 0,0 0 0 0 0,0-1 1 0 0,0 1-1 0 0,0 0 0 0 0,-1 0 0 0 0,1 0 1 0 0,0-1-1 0 0,-1 1 0 0 0,1 0 1 0 0,0 0-1 0 0,-1-1 0 0 0,1 1 0 0 0,-1 0 1 0 0,1-1-1 0 0,-1 1 0 0 0,1 0 0 0 0,-1-1 1 0 0,0 1-1 0 0,1-1 0 0 0,-1 1 1 0 0,0-1-1 0 0,1 1 0 0 0,-1-1 0 0 0,0 1 1 0 0,0-1-1 0 0,1 0 0 0 0,-1 1 0 0 0,0-1 1 0 0,-1 0-1 0 0,1 0-3 0 0,0 1 0 0 0,0-1 0 0 0,0 0 0 0 0,1 0 0 0 0,-1 1 0 0 0,0-1 0 0 0,0 0 0 0 0,1 1 0 0 0,-1-1 0 0 0,0 1 0 0 0,1-1 1 0 0,-1 1-1 0 0,0-1 0 0 0,1 1 0 0 0,-1-1 0 0 0,1 1 0 0 0,-1 0 0 0 0,1-1 0 0 0,-1 1 0 0 0,1 0 0 0 0,-1 0 0 0 0,1-1 0 0 0,0 1 0 0 0,-1 0 0 0 0,1 0 0 0 0,0 0 0 0 0,0-1 0 0 0,0 1 0 0 0,-1 0 0 0 0,1 0 0 0 0,0 0 0 0 0,0 1 1 0 0,0 0-3 0 0,0 0 0 0 0,-1 0 0 0 0,1-1 0 0 0,-1 1 0 0 0,0 0 0 0 0,1 0 0 0 0,-1 0 0 0 0,0-1 0 0 0,0 1 1 0 0,0-1-1 0 0,0 1 0 0 0,-1-1 0 0 0,1 1 0 0 0,0-1 0 0 0,0 1 0 0 0,-1-1 0 0 0,1 0 0 0 0,-1 0 1 0 0,0 0-1 0 0,1 0 0 0 0,-1 0 0 0 0,0 0 0 0 0,1 0 0 0 0,-4 0 0 0 0,-2 3 12 0 0,-11 6 32 0 0,14-8-22 0 0,0 0 0 0 0,-1 0 0 0 0,1 1 0 0 0,1 0 0 0 0,-1 0 0 0 0,0 0 0 0 0,1 0 0 0 0,-1 0 0 0 0,1 1 0 0 0,0-1 0 0 0,-3 6 0 0 0,-13 11 35 0 0,-11 14-25 0 0,31-33-31 0 0,-1-1 0 0 0,0 1 0 0 0,1 0 1 0 0,0 0-1 0 0,-1-1 0 0 0,1 1 0 0 0,-1 0 0 0 0,1-1 0 0 0,0 1 0 0 0,0 0 0 0 0,-1-1 0 0 0,1 1 1 0 0,0-1-1 0 0,0 0 0 0 0,1 1 0 0 0,2 2 0 0 0,2 5-41 0 0,-1-2 36 0 0,6-2 56 0 0,0 0-1 0 0,0-1 0 0 0,0 0 1 0 0,0-1-1 0 0,1 0 1 0 0,19 1-1 0 0,-18-2-50 0 0,-1 1 0 0 0,0 1 0 0 0,0 0 0 0 0,0 1 0 0 0,0 1 0 0 0,-1-1 0 0 0,0 2 0 0 0,14 7 0 0 0,-2 12 44 0 0,-3-1-28 0 0,-12-18-17 0 0,-7-5-3 0 0,1-1 1 0 0,-1 1-1 0 0,0 0 0 0 0,0 0 1 0 0,1 0-1 0 0,-1 0 0 0 0,0 0 1 0 0,0 0-1 0 0,0 0 0 0 0,0 0 1 0 0,0 0-1 0 0,-1 0 1 0 0,1 0-1 0 0,0 1 0 0 0,-1-1 1 0 0,1 0-1 0 0,0 1 0 0 0,-1-1 1 0 0,1 1-1 0 0,-1-1 0 0 0,0 0 1 0 0,1 3-1 0 0,-1-3-1 0 0,0 0-1 0 0,0 0 1 0 0,1 1 0 0 0,-1-1 0 0 0,0 0-1 0 0,1 0 1 0 0,-1 0 0 0 0,1 0-1 0 0,-1 0 1 0 0,1 0 0 0 0,0 0-1 0 0,-1 0 1 0 0,1 0 0 0 0,0 0 0 0 0,0-1-1 0 0,0 1 1 0 0,0 0 0 0 0,0 0-1 0 0,0-1 1 0 0,0 1 0 0 0,0 0 0 0 0,0-1-1 0 0,0 1 1 0 0,0-1 0 0 0,0 0-1 0 0,0 1 1 0 0,1-1 0 0 0,4 3-1 0 0,-6-3 3 0 0,1 0 0 0 0,-1 1 0 0 0,1-1 0 0 0,-1 0 0 0 0,0 0 0 0 0,1 1 0 0 0,-1-1 0 0 0,1 0 0 0 0,-1 1 0 0 0,0-1 0 0 0,0 0 0 0 0,1 1 0 0 0,-1-1 0 0 0,0 1 0 0 0,1-1 0 0 0,-1 1 0 0 0,0-1 0 0 0,0 0 0 0 0,0 1 0 0 0,0-1 0 0 0,1 1 0 0 0,-1-1 0 0 0,0 1 0 0 0,0-1 0 0 0,0 1 0 0 0,0-1 0 0 0,0 1 0 0 0,0 0 0 0 0,0-1-1 0 0,0 1 1 0 0,-1-1-1 0 0,1 0 1 0 0,0 1 0 0 0,0-1-1 0 0,0 0 1 0 0,1 1-1 0 0,-1-1 1 0 0,0 0-1 0 0,0 1 1 0 0,0-1-1 0 0,0 0 1 0 0,0 1 0 0 0,0-1-1 0 0,0 0 1 0 0,1 1-1 0 0,-1-1 1 0 0,0 0-1 0 0,0 0 1 0 0,0 1-1 0 0,1-1 1 0 0,-1 0 0 0 0,0 0-1 0 0,0 1 1 0 0,1-1-1 0 0,-1 0 1 0 0,0 0-1 0 0,1 1 1 0 0,16 7 64 0 0,0-1 0 0 0,0-1 0 0 0,1 0 0 0 0,28 5 0 0 0,23 7 203 0 0,88 40 202 0 0,-95-32-237 0 0,111 28 1 0 0,-128-41-140 0 0,-27-7-9 0 0,0-2 1 0 0,31 6-1 0 0,8-4 136 0 0,44 3 41 0 0,61-4 352 0 0,-129-3-599 0 0,-22-3-33 0 0,0 0 1 0 0,0-1 0 0 0,0 0 0 0 0,-1 0 0 0 0,18-7-1 0 0,15-3-45 0 0,-5 0-3 0 0,-3 7 73 0 0,-17 2 13 0 0,0 1-1 0 0,0 0 1 0 0,29 1 0 0 0,-19 3 23 0 0,96 9 89 0 0,7 22 162 0 0,-90-22-173 0 0,-34-8-87 0 0,0-1-1 0 0,0 0 0 0 0,0-1 1 0 0,0 0-1 0 0,0 0 1 0 0,8 0-1 0 0,34-5 374 0 0,-46 4-386 0 0,1-1-1 0 0,-1 0 1 0 0,1 0-1 0 0,-1 0 1 0 0,0 0-1 0 0,0 0 1 0 0,1-1-1 0 0,-1 1 1 0 0,0-1 0 0 0,0 0-1 0 0,3-3 1 0 0,27-35 286 0 0,0-10 14 0 0,-31 45-294 0 0,-1 0 1 0 0,1 0-1 0 0,-1 0 0 0 0,0-1 0 0 0,-1 1 0 0 0,1-1 0 0 0,-1 1 0 0 0,0 0 0 0 0,0-1 0 0 0,-1 1 0 0 0,-1-8 0 0 0,1 8 1 0 0,0-1 0 0 0,1 1 1 0 0,-1 0-1 0 0,1-1 0 0 0,0 1 1 0 0,1-1-1 0 0,-1 1 0 0 0,1-1 1 0 0,0 1-1 0 0,1 0 0 0 0,2-7 1 0 0,7-5 56 0 0,-9 15-74 0 0,-1 1 1 0 0,1-1-1 0 0,-1 0 1 0 0,0 0-1 0 0,1 0 0 0 0,-1-1 1 0 0,0 1-1 0 0,0 0 1 0 0,0 0-1 0 0,-1-1 0 0 0,1 1 1 0 0,0 0-1 0 0,-1-1 0 0 0,1-4 1 0 0,-1 6-7 0 0,0 0 0 0 0,0 1 0 0 0,0-1 0 0 0,0 0 0 0 0,0 0 0 0 0,0 0 0 0 0,0 0 0 0 0,0 0 0 0 0,1 0 0 0 0,-1 0 0 0 0,0 0 0 0 0,1 0 0 0 0,-1 0-1 0 0,0 1 1 0 0,1-1 0 0 0,-1 0 0 0 0,1 0 0 0 0,0 1 0 0 0,-1-1 0 0 0,1 0 0 0 0,0 0 0 0 0,-1 1 0 0 0,1-1 0 0 0,0 1 0 0 0,0-1 0 0 0,-1 1 0 0 0,1-1 0 0 0,0 1 0 0 0,0-1 0 0 0,2 0 0 0 0,-2 1-1 0 0,0 0 1 0 0,0-1-1 0 0,-1 1 0 0 0,1-1 0 0 0,0 1 0 0 0,0-1 1 0 0,0 1-1 0 0,0-1 0 0 0,0 0 0 0 0,0 1 1 0 0,-1-1-1 0 0,1 0 0 0 0,0 0 0 0 0,-1 0 1 0 0,1 0-1 0 0,-1 1 0 0 0,1-1 0 0 0,-1 0 1 0 0,1 0-1 0 0,-1 0 0 0 0,1 0 0 0 0,-1 0 1 0 0,0 0-1 0 0,0 0 0 0 0,1 0 0 0 0,-1-1 0 0 0,0 1 1 0 0,0 0-1 0 0,0 0 0 0 0,0 0 0 0 0,0-1 1 0 0,-1 1 0 0 0,1 0-1 0 0,0 1 1 0 0,0-1 0 0 0,1 0 0 0 0,-1 0 0 0 0,0 1 0 0 0,0-1 0 0 0,0 0 0 0 0,0 0 0 0 0,1 0 0 0 0,-1 1 0 0 0,0-1-1 0 0,1 0 1 0 0,-1 1 0 0 0,1-1 0 0 0,-1 0 0 0 0,0 1 0 0 0,1-1 0 0 0,0 0 0 0 0,-1 1 0 0 0,1-1 0 0 0,-1 1 0 0 0,1-1 0 0 0,0 1-1 0 0,-1-1 1 0 0,1 1 0 0 0,0 0 0 0 0,-1-1 0 0 0,1 1 0 0 0,0 0 0 0 0,0-1 0 0 0,-1 1 0 0 0,3 0 0 0 0,-3 0-3 0 0,1 0 1 0 0,0-1-1 0 0,0 1 1 0 0,0 0 0 0 0,-1 0-1 0 0,1-1 1 0 0,0 1-1 0 0,0-1 1 0 0,-1 1-1 0 0,1 0 1 0 0,0-1 0 0 0,-1 1-1 0 0,1-1 1 0 0,0 0-1 0 0,-1 1 1 0 0,1-1 0 0 0,-1 1-1 0 0,1-1 1 0 0,-1 0-1 0 0,1 0 1 0 0,-1 1-1 0 0,0-1 1 0 0,1 0 0 0 0,-1 0-1 0 0,0 1 1 0 0,1-1-1 0 0,-1 0 1 0 0,0 0 0 0 0,0 0-1 0 0,0 1 1 0 0,0-1-1 0 0,0 0 1 0 0,0-1-1 0 0,0 0 3 0 0,0 1 0 0 0,0-1-1 0 0,0 1 1 0 0,1-1-1 0 0,-1 1 1 0 0,0 0-1 0 0,1-1 1 0 0,-1 1-1 0 0,1-1 1 0 0,-1 1 0 0 0,1 0-1 0 0,0 0 1 0 0,-1-1-1 0 0,1 1 1 0 0,0 0-1 0 0,0 0 1 0 0,0 0-1 0 0,0 0 1 0 0,0 0 0 0 0,0 0-1 0 0,0 0 1 0 0,2-1-1 0 0,-2 1 0 0 0,1 0 0 0 0,-1 0 0 0 0,0 0 0 0 0,0 0-1 0 0,0 0 1 0 0,0 0 0 0 0,0 0 0 0 0,0 0 0 0 0,0 0-1 0 0,0-1 1 0 0,0 1 0 0 0,-1 0 0 0 0,1-1 0 0 0,0 1 0 0 0,-1-1-1 0 0,0 1 1 0 0,1-1 0 0 0,-1 1 0 0 0,0-1 0 0 0,1 1 0 0 0,-1-1-1 0 0,0-1 1 0 0,0 1-3 0 0,0 0 0 0 0,0 0 0 0 0,1 0 0 0 0,-1 0 0 0 0,1 0 0 0 0,-1 0 0 0 0,1 0 0 0 0,0 0 0 0 0,0 0 0 0 0,0 0 0 0 0,0 1 0 0 0,0-1 0 0 0,0 0 0 0 0,0 1 0 0 0,2-2 0 0 0,-2 2 0 0 0,0 0 0 0 0,-1 0 0 0 0,1 0 0 0 0,0 0 0 0 0,0 0 0 0 0,-1 0 0 0 0,1 0 0 0 0,-1 0 0 0 0,1-1 0 0 0,-1 1 0 0 0,1 0 0 0 0,-1 0 0 0 0,1-2 0 0 0,-10-17-3 0 0,7 18 4 0 0,1-1 1 0 0,-1 1-1 0 0,1-1 1 0 0,0 1-1 0 0,0-1 0 0 0,0 0 1 0 0,0 1-1 0 0,0-1 0 0 0,0 0 1 0 0,1 0-1 0 0,-1-4 0 0 0,1 5 5 0 0,0 0-1 0 0,0-1 1 0 0,-1 1-1 0 0,1 0 1 0 0,-1 0-1 0 0,1 0 1 0 0,-1 0-1 0 0,0 0 1 0 0,1 0-1 0 0,-1 0 1 0 0,0 0-1 0 0,0 0 1 0 0,-1 0-1 0 0,1 0 1 0 0,0 0-1 0 0,0 1 1 0 0,-4-4-1 0 0,4 4-1 0 0,-1 0-1 0 0,1-1 1 0 0,-1 0-1 0 0,1 1 0 0 0,0-1 1 0 0,0 0-1 0 0,0 0 1 0 0,0 1-1 0 0,0-1 0 0 0,0 0 1 0 0,1 0-1 0 0,-1 0 1 0 0,0 0-1 0 0,1 0 0 0 0,0 0 1 0 0,-1-1-1 0 0,1-2 1 0 0,0 4-3 0 0,0-1 1 0 0,0 1-1 0 0,0 0 1 0 0,0 0-1 0 0,0 0 1 0 0,-1 0 0 0 0,1 0-1 0 0,0 0 1 0 0,-1 0-1 0 0,1 0 1 0 0,-1 0-1 0 0,1 0 1 0 0,-1 0 0 0 0,1 0-1 0 0,-1 0 1 0 0,0 0-1 0 0,1 0 1 0 0,-1 0 0 0 0,0 0-1 0 0,0 1 1 0 0,0-1-1 0 0,0 0 1 0 0,1 1-1 0 0,-1-1 1 0 0,0 0 0 0 0,0 1-1 0 0,-2-1 1 0 0,2 1-1 0 0,0-1-1 0 0,0 1 1 0 0,1-1 0 0 0,-1 1 0 0 0,0-1 0 0 0,0 0 0 0 0,0 1-1 0 0,0-1 1 0 0,1 0 0 0 0,-1 1 0 0 0,0-1 0 0 0,1 0 0 0 0,-1 0-1 0 0,0 0 1 0 0,1 0 0 0 0,-1 1 0 0 0,1-1 0 0 0,-1 0 0 0 0,1 0-1 0 0,0 0 1 0 0,-1 0 0 0 0,1 0 0 0 0,0 0 0 0 0,0 0 0 0 0,0 0-1 0 0,0-2 1 0 0,-1 1 1 0 0,1 1 0 0 0,0 0-1 0 0,0 0 1 0 0,0 0-1 0 0,0 0 1 0 0,-1 0 0 0 0,1 0-1 0 0,0 0 1 0 0,-1 0 0 0 0,1 0-1 0 0,-1 0 1 0 0,1 0 0 0 0,-1 0-1 0 0,0 0 1 0 0,1 0 0 0 0,-1 0-1 0 0,0 0 1 0 0,0 1-1 0 0,1-1 1 0 0,-1 0 0 0 0,0 0-1 0 0,0 1 1 0 0,0-1 0 0 0,0 1-1 0 0,0-1 1 0 0,-1 0 0 0 0,1 1-1 0 0,0-1-1 0 0,0 1 1 0 0,0-1 0 0 0,0 1 0 0 0,0-1 0 0 0,0 1 0 0 0,1-1 0 0 0,-1 0-1 0 0,0 1 1 0 0,0-1 0 0 0,1 0 0 0 0,-1 0 0 0 0,0 0 0 0 0,1 1 0 0 0,-1-1-1 0 0,1 0 1 0 0,-1 0 0 0 0,1 0 0 0 0,-1 0 0 0 0,1 0 0 0 0,0 0 0 0 0,-1 0-1 0 0,1 0 1 0 0,0 0 0 0 0,0-2 0 0 0,0 1-7 0 0,-1 1 0 0 0,1 0 0 0 0,-1-1 0 0 0,1 1 0 0 0,-1 0 0 0 0,1-1 0 0 0,-1 1 0 0 0,0 0 0 0 0,0-1 0 0 0,1 1 0 0 0,-1 0 0 0 0,0 0 0 0 0,0 0 0 0 0,0 0 0 0 0,0 0 0 0 0,-1 0 0 0 0,1 0 0 0 0,0 1 0 0 0,-3-3 0 0 0,-33-16-68 0 0,22 12 41 0 0,10 5 26 0 0,-8-4-32 0 0,1-1 0 0 0,0 1 0 0 0,0-2 1 0 0,0 0-1 0 0,-14-13 0 0 0,20 16 10 0 0,0 0 0 0 0,-1 0 0 0 0,1 1 0 0 0,-1 0 0 0 0,0 0 0 0 0,0 1 0 0 0,-11-4 0 0 0,12 5 14 0 0,0 0-1 0 0,0-1 0 0 0,1 0 0 0 0,-1 0 1 0 0,0 0-1 0 0,1-1 0 0 0,0 0 0 0 0,-5-4 1 0 0,7 5 10 0 0,0-1 0 0 0,-1 1 0 0 0,1 0 1 0 0,-1 0-1 0 0,0 0 0 0 0,1 1 1 0 0,-1-1-1 0 0,-1 1 0 0 0,1 0 0 0 0,0 0 1 0 0,0 1-1 0 0,-1-1 0 0 0,1 1 1 0 0,-1 0-1 0 0,1 0 0 0 0,-9 0 1 0 0,-7-3 27 0 0,7 2 27 0 0,0 0 0 0 0,0-1 0 0 0,1 0 0 0 0,-1-1 0 0 0,1-1 0 0 0,-17-8 0 0 0,5-2 160 0 0,0 2 0 0 0,-47-19-1 0 0,59 27-131 0 0,-6-1-63 0 0,1 1-1 0 0,-1 1 1 0 0,-22-3 0 0 0,2 0-61 0 0,-93-13-20 0 0,35 7 52 0 0,76 9 12 0 0,-53-6 18 0 0,41 9 50 0 0,-39 1-132 0 0,11-6-228 0 0,59 6 254 0 0,1-1 0 0 0,-1 1 0 0 0,0 0 0 0 0,1 0 0 0 0,-1 0 0 0 0,0 0-1 0 0,0 0 1 0 0,1 0 0 0 0,-1 0 0 0 0,0 0 0 0 0,0 0 0 0 0,1 0 0 0 0,-1 0 0 0 0,0 0 0 0 0,0 1-1 0 0,1-1 1 0 0,-1 0 0 0 0,0 0 0 0 0,0 1 0 0 0,-1 0-281 0 0,1 0 0 0 0,-1 0 0 0 0,0-1 0 0 0,1 1-1 0 0,-1-1 1 0 0,0 1 0 0 0,0-1 0 0 0,1 0 0 0 0,-1 0 0 0 0,0 0 0 0 0,-2 0 0 0 0,-72 0-12342 0 0,27 0 7064 0 0,-16 0-1538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44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0 117 960 0 0,'1'-14'16751'0'0,"2"5"-8838"0"0,2 4-5703 0 0,9 0-3042 0 0,-10 4 1669 0 0,2 0 777 0 0,-6-2-924 0 0,0 2-669 0 0,0 1 0 0 0,-1 0 1 0 0,1 0-1 0 0,0-1 0 0 0,0 1 0 0 0,0 0 1 0 0,0-1-1 0 0,0 1 0 0 0,0 0 0 0 0,0 0 1 0 0,0-1-1 0 0,0 1 0 0 0,0 0 1 0 0,0-1-1 0 0,0 1 0 0 0,0 0 0 0 0,0-1 1 0 0,0 1-1 0 0,0 0 0 0 0,0 0 0 0 0,0-1 1 0 0,1 1-1 0 0,-1 0 0 0 0,0-1 0 0 0,0 1 1 0 0,0 0-1 0 0,0 0 0 0 0,0-1 0 0 0,1 1 1 0 0,-1 0-1 0 0,0 0 0 0 0,0 0 1 0 0,1-1-1 0 0,-1 1 0 0 0,0 0 0 0 0,0 0 1 0 0,1 0-1 0 0,-1 0 0 0 0,0 0 0 0 0,0-1 1 0 0,1 1-1 0 0,-1 0 0 0 0,0 0 0 0 0,1 0 1 0 0,-1 0-1 0 0,26-7 231 0 0,0 0-1 0 0,24-12 1 0 0,-32 12-193 0 0,-12 3-18 0 0,-7 3-24 0 0,2-3 3 0 0,26-8 48 0 0,-22 7-68 0 0,-5 3-66 0 0,-5 2-121 0 0,-26 3-240 0 0,-58 14 0 0 0,83-15 360 0 0,6 2 41 0 0,0-2-54 0 0,6-2-454 0 0,54 0 601 0 0,98 5 26 0 0,70 5 294 0 0,-54-4-147 0 0,-125-2-280 0 0,-38-2-227 0 0,-16-1-2694 0 0,4-1 2816 0 0,-7 2-1755 0 0,0 0 0 0 0,-1-1 0 0 0,1 0-1 0 0,0-1 1 0 0,0 1 0 0 0,-13-3 0 0 0,-66-4-8198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45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328 108 1841 0 0,'0'-2'195'0'0,"0"1"-1"0"0,0 0 1 0 0,0 0 0 0 0,1-1 0 0 0,-1 1 0 0 0,0 0-1 0 0,0 0 1 0 0,1 0 0 0 0,-1 0 0 0 0,1-1 0 0 0,-1 1-1 0 0,1 0 1 0 0,-1 0 0 0 0,1 0 0 0 0,0 0-1 0 0,0 0 1 0 0,-1 0 0 0 0,1 0 0 0 0,0 0 0 0 0,0 1-1 0 0,0-1 1 0 0,0 0 0 0 0,0 0 0 0 0,0 1 0 0 0,0-1-1 0 0,2 0 1 0 0,6-5 1069 0 0,4-5 1525 0 0,-11 9-2483 0 0,0 0 1 0 0,0 0 0 0 0,1 1-1 0 0,-1-1 1 0 0,1 0 0 0 0,-1 1 0 0 0,1 0-1 0 0,3-2 1 0 0,21-11 1881 0 0,-22 10-1801 0 0,0 1-1 0 0,0 1 1 0 0,1-1 0 0 0,-1 1 0 0 0,8-3 0 0 0,11 0 192 0 0,50-3 0 0 0,-63 8-588 0 0,-1-1 0 0 0,1 2 0 0 0,-1 0-1 0 0,1 0 1 0 0,-1 1 0 0 0,19 5 0 0 0,-27-7 2 0 0,0 1 1 0 0,0-1-1 0 0,0 1 1 0 0,-1 0-1 0 0,1 0 1 0 0,0 0-1 0 0,0-1 1 0 0,-1 1-1 0 0,1 1 0 0 0,-1-1 1 0 0,1 0-1 0 0,-1 0 1 0 0,1 1-1 0 0,-1-1 1 0 0,0 1-1 0 0,1-1 1 0 0,-1 1-1 0 0,0-1 1 0 0,0 1-1 0 0,0 0 1 0 0,-1-1-1 0 0,1 1 1 0 0,0 0-1 0 0,-1 0 1 0 0,1 0-1 0 0,-1 0 1 0 0,1 0-1 0 0,-1-1 1 0 0,0 5-1 0 0,-1 1 39 0 0,0 0 1 0 0,-1 0-1 0 0,0-1 0 0 0,-1 1 0 0 0,0 0 0 0 0,-6 11 0 0 0,0 0 139 0 0,3-5-42 0 0,0-1 0 0 0,-1 1 1 0 0,-1-2-1 0 0,0 1 1 0 0,0-1-1 0 0,-1 0 0 0 0,0-1 1 0 0,-1 0-1 0 0,-12 10 1 0 0,3-5 13 0 0,-2 0 14 0 0,1 1 0 0 0,-23 25-1 0 0,35-34-97 0 0,0 1-1 0 0,0-1 0 0 0,-1 0 1 0 0,0-1-1 0 0,0 0 0 0 0,-16 7 1 0 0,-30 21 253 0 0,47-29-283 0 0,0 0 0 0 0,0 0 1 0 0,-1 0-1 0 0,1-1 1 0 0,-1-1-1 0 0,0 1 1 0 0,-12 1-1 0 0,-29 12 149 0 0,39-14-37 0 0,0-1-1 0 0,0 0 1 0 0,0 0-1 0 0,0-1 1 0 0,0-1-1 0 0,0 0 1 0 0,0 0-1 0 0,1-1 1 0 0,-1-1-1 0 0,0 1 0 0 0,-12-5 1 0 0,8 3 107 0 0,4-4 259 0 0,11 6-494 0 0,-21-6 126 0 0,21 7-134 0 0,-1 0-1 0 0,1 0 1 0 0,-1 0-1 0 0,1-1 1 0 0,0 1-1 0 0,-1 0 1 0 0,1 0-1 0 0,-1-1 1 0 0,1 1-1 0 0,0 0 1 0 0,-1-1-1 0 0,1 1 1 0 0,0 0-1 0 0,-1-1 1 0 0,1 1-1 0 0,0 0 1 0 0,0-1-1 0 0,0 1 1 0 0,-1-1-1 0 0,1 1 1 0 0,0-1-1 0 0,0 1 1 0 0,0 0-1 0 0,0-1 1 0 0,0 1 0 0 0,-1-1-1 0 0,1 1 1 0 0,0-1-1 0 0,0 1 1 0 0,0-1-1 0 0,0 1 1 0 0,1-1-1 0 0,-1 1 1 0 0,0-1-1 0 0,0 1 1 0 0,0 0-1 0 0,0-1 1 0 0,0 1-1 0 0,1-1 1 0 0,-1 1-1 0 0,0-1 1 0 0,0 1-1 0 0,1 0 1 0 0,-1-1-1 0 0,0 1 1 0 0,0 0-1 0 0,1-1 1 0 0,-1 1-1 0 0,0 0 1 0 0,1-1-1 0 0,-1 1 1 0 0,1 0-1 0 0,-1 0 1 0 0,1-1-1 0 0,7-3 36 0 0,-7 3-35 0 0,0 1-1 0 0,0-1 1 0 0,0 1 0 0 0,0-1-1 0 0,0 1 1 0 0,0-1-1 0 0,0 0 1 0 0,0 1 0 0 0,0-1-1 0 0,0 0 1 0 0,0 0 0 0 0,0 0-1 0 0,-1 1 1 0 0,1-1-1 0 0,0 0 1 0 0,-1 0 0 0 0,1 0-1 0 0,0 0 1 0 0,-1-1 0 0 0,1 1-1 0 0,-1 0 1 0 0,0 0 0 0 0,1 0-1 0 0,-1 0 1 0 0,0-2-1 0 0,1 1-6 0 0,-1 1 0 0 0,0-1 0 0 0,1 1 0 0 0,-1 0-1 0 0,1-1 1 0 0,-1 1 0 0 0,1 0 0 0 0,0 0-1 0 0,-1-1 1 0 0,1 1 0 0 0,0 0 0 0 0,0 0 0 0 0,0 0-1 0 0,0 0 1 0 0,0 0 0 0 0,0 0 0 0 0,0 0-1 0 0,0 0 1 0 0,1 0 0 0 0,-1 1 0 0 0,0-1 0 0 0,0 0-1 0 0,1 1 1 0 0,2-1 0 0 0,9-7-76 0 0,-7 5 65 0 0,-1 0-1 0 0,1 0 0 0 0,-1 1 1 0 0,1 0-1 0 0,0 0 1 0 0,-1 1-1 0 0,1 0 1 0 0,0 0-1 0 0,10-1 1 0 0,-12 2 11 0 0,-1 0 1 0 0,1 0 0 0 0,-1 0-1 0 0,1 1 1 0 0,-1-1 0 0 0,1 1-1 0 0,-1 0 1 0 0,1-1-1 0 0,-1 2 1 0 0,0-1 0 0 0,1 0-1 0 0,-1 1 1 0 0,0 0 0 0 0,0-1-1 0 0,0 1 1 0 0,0 0-1 0 0,4 4 1 0 0,53 38 174 0 0,-1 3 102 0 0,-43-35-357 0 0,0 0-1 0 0,23 24 0 0 0,17 16-2250 0 0,-14-24-4912 0 0,-9-12-3800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45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29 1040 0 0,'-8'-1'1027'0'0,"-12"-5"959"0"0,15-8 3939 0 0,4 14-5721 0 0,0-1 0 0 0,1 0 0 0 0,-1 0 0 0 0,0 1 0 0 0,0-1 0 0 0,0 1 0 0 0,0-1 0 0 0,0 1 0 0 0,0-1 0 0 0,0 1-1 0 0,0 0 1 0 0,0-1 0 0 0,0 1 0 0 0,0 0 0 0 0,0 0 0 0 0,0 0 0 0 0,0-1 0 0 0,0 1 0 0 0,0 0 0 0 0,0 1 0 0 0,0-1 0 0 0,0 0 0 0 0,-1 0 0 0 0,-1 1 0 0 0,-3-1 2034 0 0,12 15 563 0 0,114 144-1014 0 0,-117-154-1771 0 0,1-2 0 0 0,-1 1 1 0 0,0 0-1 0 0,0-1 1 0 0,0 1 0 0 0,0 0-1 0 0,-1 0 1 0 0,0 1-1 0 0,0-1 1 0 0,0 0-1 0 0,0 1 1 0 0,-1 0-1 0 0,0-1 1 0 0,1 1-1 0 0,-2 0 1 0 0,2 6-1 0 0,-2-10-4 0 0,0 0 0 0 0,0 1-1 0 0,0-1 1 0 0,0 0-1 0 0,0 1 1 0 0,0-1-1 0 0,1 0 1 0 0,-1 1-1 0 0,1-1 1 0 0,-1 0-1 0 0,1 0 1 0 0,-1 1-1 0 0,1-1 1 0 0,0 0-1 0 0,0 0 1 0 0,-1 0-1 0 0,1 0 1 0 0,0 0-1 0 0,0 0 1 0 0,0 0-1 0 0,0 0 1 0 0,0 0 0 0 0,0 0-1 0 0,1-1 1 0 0,-1 1-1 0 0,2 0 1 0 0,5 5-3 0 0,-8-6-16 0 0,0 0 0 0 0,1 0 0 0 0,-1 0 0 0 0,0 0 1 0 0,0 1-1 0 0,1-1 0 0 0,-1 0 0 0 0,0 0 0 0 0,0 0 1 0 0,0 1-1 0 0,1-1 0 0 0,-1 0 0 0 0,0 0 0 0 0,0 0 1 0 0,0 1-1 0 0,0-1 0 0 0,0 0 0 0 0,0 1 1 0 0,1-1-1 0 0,-1 0 0 0 0,0 0 0 0 0,0 1 0 0 0,0-1 1 0 0,0 0-1 0 0,0 0 0 0 0,0 1 0 0 0,0-1 0 0 0,0 0 1 0 0,0 1-1 0 0,0-1 0 0 0,0 0 0 0 0,0 0 0 0 0,0 1 1 0 0,0-1-1 0 0,-1 0 0 0 0,1 1 0 0 0,0-1 0 0 0,0 0 1 0 0,0 0-1 0 0,0 1 0 0 0,0-1 0 0 0,-1 0 0 0 0,1 0 1 0 0,0 0-1 0 0,0 1 0 0 0,0-1 0 0 0,-1 0 0 0 0,1 0 1 0 0,0 0-1 0 0,0 0 0 0 0,-1 1 0 0 0,1-1 0 0 0,-9 5-762 0 0,3 0-134 0 0,21-1-7136 0 0,-22-5 6393 0 0,-3-1-369 0 0,-6-2-3314 0 0,-11-2 2047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46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0 188 640 0 0,'0'0'5763'0'0,"33"0"-2562"0"0,-33-8 1 0 0,32 1-401 0 0,1-7-560 0 0,0-7-480 0 0,32 0-1041 0 0,0 2-2240 0 0,1-16-3843 0 0,-1 0-720 0 0,-32 8 1201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47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296 373 5202 0 0,'-98'-3'9579'0'0,"63"0"-7360"0"0,-1 3-1 0 0,-56 5 0 0 0,91-5-2165 0 0,-18 1 314 0 0,18-1-348 0 0,1 0 0 0 0,-1 0-1 0 0,1 0 1 0 0,-1 0 0 0 0,1 0 0 0 0,0 0 0 0 0,-1 0-1 0 0,1 0 1 0 0,-1 0 0 0 0,1 0 0 0 0,-1 0 0 0 0,1 0 0 0 0,-1 0-1 0 0,1 0 1 0 0,0-1 0 0 0,-1 1 0 0 0,1 0 0 0 0,-1 0-1 0 0,1-1 1 0 0,0 1 0 0 0,-1 0 0 0 0,1 0 0 0 0,0-1 0 0 0,-1 1-1 0 0,1 0 1 0 0,0-1 0 0 0,0 1 0 0 0,-1 0 0 0 0,1-1 0 0 0,0 1-1 0 0,0-1 1 0 0,-1 0 0 0 0,1 0 328 0 0,0 1-320 0 0,0 0 1 0 0,0-1-1 0 0,0 1 1 0 0,0 0-1 0 0,0 0 0 0 0,0 0 1 0 0,-1 0-1 0 0,1-1 1 0 0,0 1-1 0 0,0 0 1 0 0,0 0-1 0 0,0 0 1 0 0,0 0-1 0 0,0-1 0 0 0,0 1 1 0 0,0 0-1 0 0,0 0 1 0 0,0 0-1 0 0,0 0 1 0 0,0-1-1 0 0,0 1 0 0 0,0 0 1 0 0,0 0-1 0 0,0 0 1 0 0,0-1-1 0 0,0 1 1 0 0,0 0-1 0 0,0 0 1 0 0,0 0-1 0 0,1 0 0 0 0,-1-1 1 0 0,0 1-1 0 0,0 0 1 0 0,0 0-1 0 0,0 0 1 0 0,0 0-1 0 0,0 0 1 0 0,0 0-1 0 0,1-1 0 0 0,-1 1 1 0 0,0 0-1 0 0,0 0 1 0 0,0 0-1 0 0,0 0 1 0 0,1 0-1 0 0,-1 0 0 0 0,0 0 1 0 0,0 0-1 0 0,0 0 1 0 0,0 0-1 0 0,1 0 1 0 0,-1 0-1 0 0,0 0 1 0 0,0 0-1 0 0,0 0 0 0 0,0 0 1 0 0,1 0-1 0 0,-1 0 1 0 0,0 0-1 0 0,0 0 1 0 0,0 0-1 0 0,1 0 1 0 0,-1 0-1 0 0,0 0 0 0 0,0 0 1 0 0,0 0-1 0 0,0 0 1 0 0,0 0-1 0 0,1 1 1 0 0,91-22 2933 0 0,-58 12-2153 0 0,-22 6-436 0 0,1-1-1 0 0,-1 2 1 0 0,21-2-1 0 0,126-1 890 0 0,257 26 0 0 0,-225-15-3102 0 0,-166-5 446 0 0,15 5-8162 0 0,-40-6 9453 0 0,0 0 1 0 0,0 0-1 0 0,0 1 1 0 0,0-1-1 0 0,-1 0 0 0 0,1 0 1 0 0,0 0-1 0 0,0 0 1 0 0,0 0-1 0 0,0 0 0 0 0,0 0 1 0 0,0 0-1 0 0,-1 0 1 0 0,1 0-1 0 0,0 1 0 0 0,0-1 1 0 0,0 0-1 0 0,0 0 1 0 0,0 0-1 0 0,0 0 0 0 0,0 0 1 0 0,0 1-1 0 0,0-1 1 0 0,0 0-1 0 0,0 0 0 0 0,0 0 1 0 0,0 0-1 0 0,0 0 1 0 0,0 1-1 0 0,0-1 0 0 0,0 0 1 0 0,0 0-1 0 0,0 0 1 0 0,0 0-1 0 0,0 0 0 0 0,0 1 1 0 0,0-1-1 0 0,0 0 1 0 0,0 0-1 0 0,0 0 0 0 0,0 0 1 0 0,0 0-1 0 0,0 0 1 0 0,0 1-1 0 0,0-1 0 0 0,0 0 1 0 0,0 0-1 0 0,1 0 0 0 0,-1 0 1 0 0,0 0-1 0 0,0 0 1 0 0,0 0-1 0 0,0 1 0 0 0,0-1 1 0 0,0 0-1 0 0,1 0 1 0 0,-1 0-1 0 0,0 0 0 0 0,0 0 1 0 0,-32 8-6407 0 0,-28 5-173 0 0</inkml:trace>
  <inkml:trace contextRef="#ctx0" brushRef="#br0" timeOffset="1">747 1 480 0 0,'0'6'2802'0'0,"0"9"559"0"0,-33 47 2562 0 0,1 28-241 0 0,-1-9-3521 0 0,33-11-1841 0 0,33-9-159 0 0,-66-12-1 0 0,33-9 0 0 0,0-11-480 0 0,0-23-2562 0 0,33-6-6162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47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68 229 1121 0 0,'-60'-15'7430'0'0,"60"14"-7171"0"0,-1 0 1 0 0,0 0 0 0 0,1 1 0 0 0,-1-1 0 0 0,0 0 0 0 0,1-1 0 0 0,-1 1 0 0 0,1 0 0 0 0,-1 0 0 0 0,1 0-1 0 0,0 0 1 0 0,-1 0 0 0 0,1 0 0 0 0,0 0 0 0 0,0-1 0 0 0,0 1 0 0 0,0 0 0 0 0,0 0 0 0 0,0 0 0 0 0,0-1 0 0 0,0 1-1 0 0,1 0 1 0 0,0-1 0 0 0,-1-5 1319 0 0,0 4-1385 0 0,0 1 0 0 0,0 0 0 0 0,1-1 0 0 0,-1 1 0 0 0,0 0 0 0 0,1-1 0 0 0,0 1 0 0 0,0 0 0 0 0,-1 0 0 0 0,1 0 0 0 0,0 0 0 0 0,1 0 0 0 0,-1 0 0 0 0,0 0 0 0 0,1 0 0 0 0,-1 0 0 0 0,4-3 0 0 0,1 0 139 0 0,1 1-1 0 0,-1-1 1 0 0,1 1 0 0 0,8-3-1 0 0,24-16 996 0 0,-16 5-686 0 0,-14 10-461 0 0,-1 1 0 0 0,1 1 0 0 0,0 0-1 0 0,1 0 1 0 0,0 1 0 0 0,15-7 0 0 0,-8 7-183 0 0,1 0 1 0 0,-1 1-1 0 0,1 1 0 0 0,-1 1 1 0 0,1 0-1 0 0,0 2 0 0 0,0 0 1 0 0,0 0-1 0 0,-1 2 0 0 0,1 0 1 0 0,0 1-1 0 0,-1 1 0 0 0,0 1 1 0 0,0 0-1 0 0,25 12 0 0 0,-37-15 16 0 0,108 53 505 0 0,-99-47-405 0 0,-1 0 1 0 0,0 0-1 0 0,0 1 1 0 0,-1 1-1 0 0,0 0 1 0 0,16 18-1 0 0,-26-26-104 0 0,-1 0-1 0 0,0-1 1 0 0,1 1-1 0 0,-1 0 1 0 0,0 0-1 0 0,0 0 1 0 0,0 0 0 0 0,-1 0-1 0 0,1 0 1 0 0,0 0-1 0 0,-1 1 1 0 0,1-1-1 0 0,-1 0 1 0 0,0 0-1 0 0,0 1 1 0 0,0-1-1 0 0,0 0 1 0 0,0 0-1 0 0,0 0 1 0 0,-1 5-1 0 0,-1-2-24 0 0,0-1-1 0 0,-1 1 0 0 0,1 0 0 0 0,-1-1 0 0 0,0 1 0 0 0,-5 5 0 0 0,2-2-19 0 0,-7 8-65 0 0,0 0 0 0 0,-1-1 1 0 0,0-1-1 0 0,-1 0 0 0 0,-1-1 0 0 0,0-1 1 0 0,-1 0-1 0 0,0-2 0 0 0,0 0 1 0 0,-1 0-1 0 0,-1-2 0 0 0,0 0 1 0 0,0-1-1 0 0,0-1 0 0 0,-1-1 1 0 0,0-1-1 0 0,0 0 0 0 0,-32 0 0 0 0,33-2-404 0 0,-7-1-1015 0 0,-46-2 0 0 0,54-1-226 0 0,-1-1 0 0 0,-23-8 0 0 0,-45-20-5245 0 0,16-3-747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48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514 0 1601 0 0,'5'0'1667'0'0,"14"0"1045"0"0,-43 0 726 0 0,24 1-3386 0 0,0-1 0 0 0,0 0 0 0 0,0 0 1 0 0,1 0-1 0 0,-1 0 0 0 0,0 1 0 0 0,0-1 1 0 0,0 0-1 0 0,0 0 0 0 0,0 1 0 0 0,0-1 1 0 0,0 0-1 0 0,0 0 0 0 0,0 0 0 0 0,0 1 1 0 0,0-1-1 0 0,0 0 0 0 0,0 0 0 0 0,0 0 1 0 0,0 1-1 0 0,0-1 0 0 0,0 0 0 0 0,0 0 1 0 0,0 1-1 0 0,0-1 0 0 0,0 0 0 0 0,0 0 1 0 0,0 0-1 0 0,0 1 0 0 0,-1-1 0 0 0,1 0 1 0 0,0 0-1 0 0,0 0 0 0 0,0 0 0 0 0,0 1 1 0 0,0-1-1 0 0,-1 0 0 0 0,1 0 0 0 0,0 0 1 0 0,0 0-1 0 0,0 0 0 0 0,-1 0 0 0 0,1 1 0 0 0,0-1 1 0 0,0 0-1 0 0,0 0 0 0 0,-1 0 0 0 0,1 0 1 0 0,0 0-1 0 0,0 0 0 0 0,0 0 0 0 0,-1 0 1 0 0,1 0-1 0 0,0 0 0 0 0,0 0 0 0 0,-1 0 1 0 0,1 0-1 0 0,0 0 0 0 0,-1 0 0 0 0,-20 0 735 0 0,15 0-133 0 0,6 0-599 0 0,0 1 0 0 0,0-1 1 0 0,0 0-1 0 0,-1 1 0 0 0,1-1 0 0 0,0 1 0 0 0,0-1 0 0 0,-1 0 1 0 0,1 1-1 0 0,0-1 0 0 0,-1 0 0 0 0,1 0 0 0 0,0 1 0 0 0,-1-1 1 0 0,1 0-1 0 0,0 1 0 0 0,-1-1 0 0 0,1 0 0 0 0,-1 0 0 0 0,1 0 1 0 0,0 0-1 0 0,-1 1 0 0 0,1-1 0 0 0,-1 0 0 0 0,1 0 0 0 0,-1 0 1 0 0,1 0-1 0 0,-1 0 0 0 0,1 0 0 0 0,0 0 0 0 0,-2 0 0 0 0,-12-1-8 0 0,13 1 89 0 0,-5 0 134 0 0,0 0 0 0 0,0 1 1 0 0,0 0-1 0 0,0 0 0 0 0,-9 3 1 0 0,-16 3 414 0 0,-7-3 743 0 0,-44-1-1 0 0,77-2-1267 0 0,5 4-133 0 0,0-4-30 0 0,-1 0 0 0 0,1-1 0 0 0,0 1 0 0 0,0 0 0 0 0,0 0 0 0 0,0 0 0 0 0,0 0 1 0 0,0 0-1 0 0,0-1 0 0 0,1 1 0 0 0,-1 0 0 0 0,0 0 0 0 0,0 0 0 0 0,1-1 0 0 0,-1 1 0 0 0,0 0 1 0 0,1 0-1 0 0,-1-1 0 0 0,1 1 0 0 0,-1 0 0 0 0,1 0 0 0 0,-1-1 0 0 0,1 1 0 0 0,0-1 0 0 0,-1 1 1 0 0,1-1-1 0 0,0 1 0 0 0,-1-1 0 0 0,1 1 0 0 0,0-1 0 0 0,0 1 0 0 0,-1-1 0 0 0,1 0 0 0 0,0 0 1 0 0,0 1-1 0 0,0-1 0 0 0,-1 0 0 0 0,1 0 0 0 0,0 0 0 0 0,0 0 0 0 0,1 0 0 0 0,-2 0 2 0 0,1 0 0 0 0,-1 0-1 0 0,1 0 1 0 0,-1 0 0 0 0,1 0-1 0 0,-1 0 1 0 0,0 0 0 0 0,1 0-1 0 0,-1 0 1 0 0,1 0 0 0 0,-1 0-1 0 0,1 1 1 0 0,-1-1 0 0 0,0 0-1 0 0,1 0 1 0 0,-1 0 0 0 0,1 1-1 0 0,-1-1 1 0 0,0 0 0 0 0,1 0-1 0 0,-1 1 1 0 0,0-1 0 0 0,1 0-1 0 0,-1 1 1 0 0,0-1 0 0 0,0 0-1 0 0,1 1 1 0 0,-1-1 0 0 0,0 0-1 0 0,0 1 1 0 0,1-1 0 0 0,-1 1-1 0 0,0-1 1 0 0,0 0 0 0 0,0 1-1 0 0,0-1 1 0 0,0 1 0 0 0,0 0-1 0 0,6 0-51 0 0,68-5 123 0 0,131-23 0 0 0,-103 10-143 0 0,28-5-87 0 0,-195 26 253 0 0,-158 32 401 0 0,157-27-315 0 0,-97 19 575 0 0,121-16-187 0 0,-59 26 1 0 0,87-33-502 0 0,4-1 6 0 0,1 0-1 0 0,-1 0 1 0 0,2 1 0 0 0,-1 0 0 0 0,0 0-1 0 0,1 1 1 0 0,-13 11 0 0 0,15-10-14 0 0,1 0 1 0 0,0 0-1 0 0,0 1 0 0 0,1-1 0 0 0,-1 1 1 0 0,2 0-1 0 0,-6 14 0 0 0,9-19-47 0 0,-1 0 0 0 0,1 1 0 0 0,-1-1 0 0 0,1 1 0 0 0,0-1 0 0 0,1 1 0 0 0,-1-1 0 0 0,0 1-1 0 0,1-1 1 0 0,0 0 0 0 0,0 1 0 0 0,0-1 0 0 0,0 0 0 0 0,0 1 0 0 0,1-1 0 0 0,-1 0 0 0 0,1 0 0 0 0,0 0-1 0 0,0-1 1 0 0,0 1 0 0 0,0 0 0 0 0,1-1 0 0 0,-1 1 0 0 0,6 3 0 0 0,6 7 125 0 0,2-1-1 0 0,30 20 1 0 0,-38-28-29 0 0,4 4-64 0 0,1 0 1 0 0,0-1-1 0 0,1-1 0 0 0,0-1 0 0 0,-1 0 0 0 0,2 0 0 0 0,-1-2 1 0 0,1 1-1 0 0,25 1 0 0 0,-2 0-34 0 0,-12-1-792 0 0,0-2 0 0 0,43-1 1 0 0,43-11-5309 0 0,-89 7 4258 0 0,-9 1-759 0 0,0 0 0 0 0,23-7-1 0 0,1-10-4917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49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491 355 800 0 0,'0'0'20383'0'0,"0"-17"-16675"0"0,-2 13-3586 0 0,-1 1 0 0 0,1 0-1 0 0,-1-1 1 0 0,0 1-1 0 0,0 0 1 0 0,0 1-1 0 0,-1-1 1 0 0,1 0-1 0 0,-1 1 1 0 0,1 0 0 0 0,-7-4-1 0 0,-12-8 248 0 0,9 3-183 0 0,-14-11 254 0 0,0 0 1 0 0,-37-20-1 0 0,13 9-22 0 0,34 21-336 0 0,0 1 0 0 0,-1 0 0 0 0,0 2-1 0 0,-24-10 1 0 0,-51-16-2 0 0,88 31-81 0 0,5 1 1 0 0,-27-11 81 0 0,26 14-77 0 0,1 0 0 0 0,0 0 0 0 0,0 0 0 0 0,-1 0 0 0 0,1 0 0 0 0,0 0 0 0 0,-1 0 0 0 0,1-1 0 0 0,0 1 0 0 0,-1 0 0 0 0,1 0 0 0 0,0 0-1 0 0,0 0 1 0 0,-1-1 0 0 0,1 1 0 0 0,0 0 0 0 0,0 0 0 0 0,0-1 0 0 0,-1 1 0 0 0,1 0 0 0 0,0 0 0 0 0,0-1 0 0 0,0 1 0 0 0,0 0 0 0 0,-1 0 0 0 0,1-1 0 0 0,0 1-1 0 0,0 0 1 0 0,0-1 0 0 0,0 1 0 0 0,0 0 0 0 0,0-1 0 0 0,0 1 0 0 0,9-7 97 0 0,15 0-4 0 0,-23 7-95 0 0,53-8 113 0 0,1 2 0 0 0,0 3 1 0 0,89 6-1 0 0,-98-2-123 0 0,175 16-1071 0 0,-143-9-3377 0 0,-51-7-480 0 0,-21-1-867 0 0,-12 0 147 0 0,-21 0 627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50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1 560 0 0,'33'8'6483'0'0,"-33"-2"-3281"0"0,32-6-241 0 0,1 15-400 0 0,32 6-400 0 0,92 18 80 0 0,72 11-1120 0 0,-99-10-1121 0 0,-32-11 160 0 0,-33-2-961 0 0,1 8-2080 0 0,-34-8-6483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54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1 320 0 0,'-33'0'480'0'0,"1"0"401"0"0,-1 6-481 0 0,1-6-160 0 0,-1 0 0 0 0,33 8-160 0 0,-33-1-80 0 0,1-7 80 0 0,32 6-80 0 0,-33-6 0 0 0,33 8-320 0 0,0-2-2001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54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27 242 1441 0 0,'0'0'130'0'0,"0"0"0"0"0,0 0 0 0 0,0 0-1 0 0,0 0 1 0 0,1 0 0 0 0,-1-1 0 0 0,0 1 0 0 0,0 0 0 0 0,0 0 0 0 0,0 0 0 0 0,0 0 0 0 0,0-1 0 0 0,0 1 0 0 0,0 0 0 0 0,0 0 0 0 0,0 0 0 0 0,0 0 0 0 0,0-1 0 0 0,0 1 0 0 0,0 0 0 0 0,0 0 0 0 0,0 0 0 0 0,0 0 0 0 0,0-1-1 0 0,0 1 1 0 0,0 0 0 0 0,0 0 0 0 0,0 0 0 0 0,-1 0 0 0 0,1 0 0 0 0,0-1 0 0 0,0 1 0 0 0,0 0 0 0 0,0 0 0 0 0,0 0 0 0 0,0 0 0 0 0,0 0 0 0 0,-1 0 0 0 0,1-1 0 0 0,0 1 0 0 0,0 0 0 0 0,0 0 0 0 0,0 0 0 0 0,0 0 0 0 0,-1 0-1 0 0,1 0 1 0 0,0 0 0 0 0,0 0 0 0 0,0 0 0 0 0,0 0 0 0 0,-1 0 0 0 0,1 0 0 0 0,0 0 0 0 0,0 0 0 0 0,0 0 0 0 0,0 0 0 0 0,-1 0 0 0 0,1 0 0 0 0,0 0 0 0 0,0 0 0 0 0,0 0 0 0 0,-4 0 188 0 0,-9-2 2309 0 0,12 1-2308 0 0,1 0 0 0 0,-1 0-1 0 0,1 0 1 0 0,-1 0 0 0 0,1 0 0 0 0,-1 0 0 0 0,1 0-1 0 0,-1 0 1 0 0,1 0 0 0 0,0 0 0 0 0,0 0 0 0 0,0 0 0 0 0,0 0-1 0 0,-1 0 1 0 0,1-1 0 0 0,1 1 0 0 0,-1-1 0 0 0,1 0-173 0 0,-1 0 0 0 0,1 0 0 0 0,0 0 0 0 0,0 1 0 0 0,1-1 0 0 0,-1 0 0 0 0,0 1 0 0 0,1-1 0 0 0,-1 1 0 0 0,1-1 0 0 0,-1 1 0 0 0,1 0 0 0 0,-1-1 0 0 0,1 1 0 0 0,0 0 0 0 0,0 0 0 0 0,0 0 0 0 0,0 0 0 0 0,0 1-1 0 0,-1-1 1 0 0,4 0 0 0 0,51-16 778 0 0,-45 15-812 0 0,71-20 611 0 0,-76 21-665 0 0,0-1-1 0 0,0-1 1 0 0,-1 1-1 0 0,1-1 0 0 0,-1 0 1 0 0,1 0-1 0 0,-1-1 1 0 0,0 1-1 0 0,0-1 1 0 0,5-6-1 0 0,-2 0 108 0 0,-6 7-138 0 0,0 1-1 0 0,-1-1 0 0 0,1 1 0 0 0,1 0 1 0 0,-1 0-1 0 0,0 0 0 0 0,0 0 0 0 0,1 0 1 0 0,-1 0-1 0 0,1 1 0 0 0,3-2 0 0 0,21-16 188 0 0,-3 1 49 0 0,-15 14-193 0 0,-9 3-63 0 0,1 1 0 0 0,-1 0 0 0 0,1-1 0 0 0,-1 1 0 0 0,1-1 0 0 0,-1 1 0 0 0,0 0 0 0 0,1-1 0 0 0,-1 1-1 0 0,0-1 1 0 0,1 1 0 0 0,-1-1 0 0 0,0 1 0 0 0,1-1 0 0 0,-1 1 0 0 0,0-1 0 0 0,0 0 0 0 0,0 1 0 0 0,0-1 0 0 0,0 1-1 0 0,0-1 1 0 0,0 1 0 0 0,0-1 0 0 0,0 0 0 0 0,0 1 0 0 0,0-1 0 0 0,0 1 0 0 0,0-1 0 0 0,0 0 0 0 0,-1-9 266 0 0,7 9-207 0 0,-4 1-68 0 0,0 0 1 0 0,0 0-1 0 0,0 0 0 0 0,0 0 0 0 0,0 0 0 0 0,0 0 1 0 0,0 1-1 0 0,0-1 0 0 0,0 0 0 0 0,0 1 0 0 0,-1 0 1 0 0,1 0-1 0 0,2 1 0 0 0,-4-2 0 0 0,1 0 0 0 0,-1 0 0 0 0,0 1 1 0 0,0-1-1 0 0,0 0 0 0 0,0 0 0 0 0,0 1 0 0 0,0-1 0 0 0,0 0 0 0 0,0 1 1 0 0,0-1-1 0 0,0 0 0 0 0,0 1 0 0 0,0-1 0 0 0,0 0 0 0 0,0 0 1 0 0,0 1-1 0 0,0-1 0 0 0,0 0 0 0 0,0 1 0 0 0,0-1 0 0 0,0 0 0 0 0,0 1 1 0 0,0-1-1 0 0,-1 0 0 0 0,1 0 0 0 0,0 1 0 0 0,0-1 0 0 0,-1 0 0 0 0,0 3 17 0 0,1 0-16 0 0,0 0 1 0 0,1 0 0 0 0,-1 1 0 0 0,1-1 0 0 0,-1 0 0 0 0,1 0 0 0 0,0 0 0 0 0,0 0 0 0 0,0 0 0 0 0,1 0 0 0 0,1 3 0 0 0,-1-3-3 0 0,-1-1 1 0 0,1 1 0 0 0,-1 0 0 0 0,0 0 0 0 0,0 0 0 0 0,0 0 0 0 0,-1 0-1 0 0,1 0 1 0 0,-1 0 0 0 0,1 0 0 0 0,-1 3 0 0 0,-1 4-18 0 0,0 0 0 0 0,-1 0 0 0 0,-4 15 0 0 0,0-1-20 0 0,-5 41-40 0 0,-11-16 80 0 0,11-5 53 0 0,1-22-40 0 0,7-16 3 0 0,1 0 0 0 0,-1 0 1 0 0,1 0-1 0 0,0 0 1 0 0,1 0-1 0 0,-1 1 0 0 0,1-1 1 0 0,0 10-1 0 0,1 4-113 0 0,0 13-68 0 0,0-11-3761 0 0,0-13-4278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56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33 335 320 0 0,'-5'0'467'0'0,"4"0"-423"0"0,0 0-11 0 0,-1 0 0 0 0,1 0 0 0 0,0-1 1 0 0,-1 1-1 0 0,1 0 0 0 0,-1 1 0 0 0,1-1 0 0 0,-1 0 0 0 0,1 0 0 0 0,-1 0 0 0 0,1 1 1 0 0,0-1-1 0 0,-1 1 0 0 0,1-1 0 0 0,0 1 0 0 0,-1 0 0 0 0,-1 1 0 0 0,3-1 648 0 0,6-2-268 0 0,21-5 2388 0 0,-27 6-2733 0 0,0 0 0 0 0,0 0 0 0 0,0 0 0 0 0,0 0 0 0 0,-1 0-1 0 0,1-1 1 0 0,0 1 0 0 0,0 0 0 0 0,0 0 0 0 0,0 0 0 0 0,0 0 0 0 0,0-1-1 0 0,0 1 1 0 0,0 0 0 0 0,0 0 0 0 0,0 0 0 0 0,0-1 0 0 0,0 1-1 0 0,0 0 1 0 0,0 0 0 0 0,0 0 0 0 0,0 0 0 0 0,0-1 0 0 0,0 1-1 0 0,0 0 1 0 0,0 0 0 0 0,0 0 0 0 0,0 0 0 0 0,0-1 0 0 0,0 1-1 0 0,0 0 1 0 0,1 0 0 0 0,-1 0 0 0 0,0 0 0 0 0,0-1 0 0 0,0 1 0 0 0,0 0-1 0 0,0 0 1 0 0,0 0 0 0 0,1 0 0 0 0,-1 0 0 0 0,0 0 0 0 0,0 0-1 0 0,0 0 1 0 0,0-1 0 0 0,0 1 0 0 0,1 0 0 0 0,-1 0 0 0 0,0 0-1 0 0,0 0 1 0 0,0 0 0 0 0,1 0 0 0 0,-1 0 0 0 0,0 0 0 0 0,0 0 0 0 0,0 0-1 0 0,0 0 1 0 0,1 0 0 0 0,-1 0 0 0 0,0 0 0 0 0,0 0 0 0 0,0 0-1 0 0,0 0 1 0 0,1 1 0 0 0,-1-1 0 0 0,0 0 0 0 0,0 0 0 0 0,0 0-1 0 0,1 0 1 0 0,5 0 512 0 0,4-1 65 0 0,1 2 2919 0 0,-12-3-3112 0 0,1 0-1 0 0,0 0 1 0 0,0 0 0 0 0,0 0-1 0 0,0 0 1 0 0,1 0 0 0 0,-1 0-1 0 0,0 0 1 0 0,1 0-1 0 0,-1 0 1 0 0,1 0 0 0 0,0 0-1 0 0,1-3 1 0 0,91-63 1496 0 0,-68 43-1584 0 0,20-18 139 0 0,-18 23-338 0 0,39-33 243 0 0,-59 46-359 0 0,0 1 0 0 0,1 0-1 0 0,0 1 1 0 0,0 0-1 0 0,12-5 1 0 0,-11 5 32 0 0,0 0-1 0 0,-1 0 0 0 0,11-9 1 0 0,-15 12-63 0 0,1 0 1 0 0,-1 0 0 0 0,0 1-1 0 0,0-1 1 0 0,1 1-1 0 0,6-1 1 0 0,7-2 24 0 0,-17 3-45 0 0,0 0-1 0 0,0 1 0 0 0,1-1 1 0 0,-1 1-1 0 0,0 0 0 0 0,1-1 1 0 0,-1 1-1 0 0,0 0 0 0 0,1 0 1 0 0,-1-1-1 0 0,0 1 0 0 0,1 0 1 0 0,-1 0-1 0 0,0 1 0 0 0,1-1 1 0 0,-1 0-1 0 0,0 0 0 0 0,1 1 1 0 0,-1-1-1 0 0,2 1 0 0 0,0 1-7 0 0,-2-1 3 0 0,0 0 0 0 0,0 0 0 0 0,0 0 0 0 0,-1 0 0 0 0,1 0 0 0 0,-1 0 1 0 0,1 0-1 0 0,-1 0 0 0 0,1 1 0 0 0,-1-1 0 0 0,0 0 0 0 0,1 0 0 0 0,-1 1 1 0 0,0-1-1 0 0,0 0 0 0 0,0 0 0 0 0,0 1 0 0 0,0-1 0 0 0,0 0 0 0 0,0 0 1 0 0,-1 1-1 0 0,0 1 0 0 0,1 6 18 0 0,2 39 69 0 0,-1-32-68 0 0,0 0-1 0 0,-1 0 0 0 0,0 0 1 0 0,-1 0-1 0 0,-1 0 1 0 0,-5 16-1 0 0,-14 21-24 0 0,10-3 39 0 0,-11 6 214 0 0,10-8 365 0 0,9-33-193 0 0,-1 0 1 0 0,0 1-1 0 0,-11 22 1 0 0,5-19-40 0 0,8-16-338 0 0,-1 0 1 0 0,1 0-1 0 0,0 1 0 0 0,0-1 1 0 0,1 1-1 0 0,-1-1 1 0 0,1 1-1 0 0,0 0 0 0 0,0 0 1 0 0,0 0-1 0 0,0-1 0 0 0,0 1 1 0 0,1 0-1 0 0,0 0 0 0 0,0 0 1 0 0,0 0-1 0 0,0 0 1 0 0,1 0-1 0 0,1 6 0 0 0,20 22-355 0 0,-22-30 237 0 0,1-1 0 0 0,1 0 0 0 0,-1 1 0 0 0,0-1 0 0 0,0 0 0 0 0,0 0 0 0 0,1 0 0 0 0,-1 0 0 0 0,1 0 0 0 0,-1 0 0 0 0,1 0 0 0 0,-1 0 0 0 0,1 0 0 0 0,-1-1-1 0 0,1 1 1 0 0,0-1 0 0 0,-1 1 0 0 0,1-1 0 0 0,3 1 0 0 0,39-6-5643 0 0,-43 4 5496 0 0,59-14-10962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01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778 367 720 0 0,'-21'1'528'0'0,"9"-1"6695"0"0,18-1-5583 0 0,6 0-600 0 0,-11-1 272 0 0,-26-3 1571 0 0,-29-9 86 0 0,43 1-1675 0 0,2 5-764 0 0,0 1 0 0 0,-1 0-1 0 0,-15-7 1 0 0,-19-12 219 0 0,-189-123 809 0 0,222 142-1489 0 0,-10-5 206 0 0,0 1-1 0 0,-1 1 0 0 0,1 1 1 0 0,-37-10-1 0 0,32 11 155 0 0,4 0-103 0 0,16 5-258 0 0,-1 1 0 0 0,1 0 1 0 0,-1 0-1 0 0,-10-1 0 0 0,9 2-45 0 0,7 2-20 0 0,0-1 0 0 0,0 0 0 0 0,0 0-1 0 0,0 0 1 0 0,0 0 0 0 0,0 0 0 0 0,0 0 0 0 0,0 0-1 0 0,0 0 1 0 0,0 0 0 0 0,0 0 0 0 0,0-1 0 0 0,0 1 0 0 0,0 0-1 0 0,0-1 1 0 0,0 1 0 0 0,0-1 0 0 0,0 1 0 0 0,0-1-1 0 0,0 1 1 0 0,0-1 0 0 0,1 0 0 0 0,-1 1 0 0 0,-1-2 0 0 0,-4-1 63 0 0,-15-1 14 0 0,-12-3 160 0 0,28 7 81 0 0,10 0-241 0 0,-1-1-30 0 0,-3 1-37 0 0,1-1-1 0 0,0 1 1 0 0,-1 0-1 0 0,1 0 1 0 0,-1 0-1 0 0,1 0 1 0 0,0 0-1 0 0,-1 0 1 0 0,1 0-1 0 0,-1 0 1 0 0,1 0-1 0 0,2 2 1 0 0,0-1-13 0 0,0 0-1 0 0,0 1 1 0 0,0-2 0 0 0,0 1-1 0 0,0 0 1 0 0,0-1-1 0 0,0 0 1 0 0,7 0 0 0 0,17 1 30 0 0,364 5 531 0 0,-283-7-482 0 0,156 9 28 0 0,-239-6-184 0 0,24 4-1260 0 0,-35-1-485 0 0,-21 0-1487 0 0,-52 6-6994 0 0,-29 2 1352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02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1521 0 0,'0'0'3041'0'0,"0"-8"3042"0"0,32 16-160 0 0,1-2-3442 0 0,65 9-560 0 0,32-3-1 0 0,34 9-639 0 0,-40 0-1041 0 0,-59-15-1680 0 0,0 2-2642 0 0,-32-1-3842 0 0,32-1-1200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03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164 207 1361 0 0,'-21'-4'3373'0'0,"-1"2"0"0"0,1 0 0 0 0,-32 3 0 0 0,13-1 3291 0 0,34 0-4357 0 0,6-4 1181 0 0,0 4-3455 0 0,0-1-1 0 0,0 1 1 0 0,0 0-1 0 0,0-1 1 0 0,0 1 0 0 0,0-1-1 0 0,0 1 1 0 0,0 0-1 0 0,1-1 1 0 0,-1 1 0 0 0,0 0-1 0 0,0-1 1 0 0,0 1-1 0 0,1-1 1 0 0,-1 1 0 0 0,0 0-1 0 0,0 0 1 0 0,1-1-1 0 0,-1 1 1 0 0,0 0 0 0 0,0-1-1 0 0,1 1 1 0 0,-1 0-1 0 0,0 0 1 0 0,2-1 0 0 0,16-1 91 0 0,-14 2-105 0 0,0 0-1 0 0,1-1 0 0 0,-1 1 1 0 0,0-1-1 0 0,0 0 1 0 0,7-3-1 0 0,5-8 56 0 0,6-2-55 0 0,-11 10 28 0 0,-1-1 0 0 0,1-1-1 0 0,-1 0 1 0 0,0 0 0 0 0,-1-1 0 0 0,1 0-1 0 0,12-13 1 0 0,-9 5 46 0 0,-12 13-85 0 0,1 0-1 0 0,0 0 0 0 0,0 0 0 0 0,-1 0 1 0 0,1 1-1 0 0,0-1 0 0 0,1 1 1 0 0,-1-1-1 0 0,0 1 0 0 0,4-2 0 0 0,3-1 19 0 0,-7 4-22 0 0,-1-1 0 0 0,0 1 0 0 0,0 0 1 0 0,0-1-1 0 0,0 1 0 0 0,0 0 0 0 0,0-1 0 0 0,0 0 0 0 0,0 1 1 0 0,0-1-1 0 0,0 0 0 0 0,0 1 0 0 0,0-1 0 0 0,0 0 1 0 0,0 0-1 0 0,-1 0 0 0 0,1 1 0 0 0,0-1 0 0 0,-1 0 0 0 0,1 0 1 0 0,0 0-1 0 0,-1 0 0 0 0,1-1 0 0 0,-1 1 0 0 0,0 0 0 0 0,1 0 1 0 0,-1 0-1 0 0,0-2 0 0 0,1 1-19 0 0,0 0 1 0 0,0 1-1 0 0,0-1 0 0 0,0 0 1 0 0,0 1-1 0 0,1-1 0 0 0,-1 0 1 0 0,1 1-1 0 0,-1 0 0 0 0,1-1 1 0 0,-1 1-1 0 0,1 0 0 0 0,0 0 1 0 0,-1-1-1 0 0,1 1 0 0 0,0 1 1 0 0,0-1-1 0 0,0 0 0 0 0,2 0 1 0 0,2 2-42 0 0,-5-1 51 0 0,0 0 1 0 0,0 0 0 0 0,0 0-1 0 0,0 0 1 0 0,0 1-1 0 0,0-1 1 0 0,-1 0 0 0 0,1 0-1 0 0,0 1 1 0 0,0-1-1 0 0,0 1 1 0 0,0-1 0 0 0,-1 1-1 0 0,1-1 1 0 0,0 1 0 0 0,0-1-1 0 0,-1 1 1 0 0,1 0-1 0 0,0-1 1 0 0,-1 1 0 0 0,1 0-1 0 0,-1-1 1 0 0,1 1-1 0 0,-1 0 1 0 0,1 0 0 0 0,-1 0-1 0 0,1 0 1 0 0,-1-1-1 0 0,0 1 1 0 0,0 0 0 0 0,1 0-1 0 0,-1 0 1 0 0,0 0 0 0 0,0 0-1 0 0,0 0 1 0 0,0 0-1 0 0,0 0 1 0 0,0 0 0 0 0,0 0-1 0 0,0 0 1 0 0,-1 1-1 0 0,1-2 5 0 0,1 22 40 0 0,-1 1 0 0 0,-1-1 0 0 0,-1 0 0 0 0,0 1 0 0 0,-2-1 1 0 0,-1 0-1 0 0,-13 38 0 0 0,11-41 214 0 0,1 1 1 0 0,0 0 0 0 0,2 0-1 0 0,1 0 1 0 0,0 0 0 0 0,1 1-1 0 0,1-1 1 0 0,2 1 0 0 0,0-1-1 0 0,6 35 1 0 0,-6-48-200 0 0,1 1 0 0 0,1-1 0 0 0,-1 0 1 0 0,1 0-1 0 0,0 0 0 0 0,1-1 0 0 0,0 1 0 0 0,0-1 1 0 0,0 0-1 0 0,1 0 0 0 0,0 0 0 0 0,7 6 0 0 0,-8-8-278 0 0,0-1 0 0 0,0 1-1 0 0,1-1 1 0 0,0 0 0 0 0,0-1 0 0 0,0 1-1 0 0,8 2 1 0 0,-8-4-437 0 0,-1 1 0 0 0,1-1 0 0 0,0-1-1 0 0,-1 1 1 0 0,1-1 0 0 0,0 0 0 0 0,0 0 0 0 0,-1 0 0 0 0,9-2 0 0 0,20-8-11372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59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0 1921 0 0,'0'1'144'0'0,"1"-1"0"0"0,-1 0 1 0 0,0 1-1 0 0,0-1 0 0 0,0 0 0 0 0,0 1 1 0 0,0-1-1 0 0,0 0 0 0 0,1 1 0 0 0,-1-1 1 0 0,0 0-1 0 0,0 1 0 0 0,0-1 0 0 0,0 1 1 0 0,0-1-1 0 0,0 0 0 0 0,-1 1 0 0 0,1-1 1 0 0,0 0-1 0 0,0 1 0 0 0,0-1 0 0 0,0 0 1 0 0,0 1-1 0 0,0-1 0 0 0,-1 0 0 0 0,1 1 1 0 0,0-1-1 0 0,0 0 0 0 0,-1 1 0 0 0,1-1 1 0 0,0 0-1 0 0,0 0 0 0 0,-1 1 0 0 0,1-1 1 0 0,0 0-1 0 0,0 0 0 0 0,-1 0 0 0 0,1 0 1 0 0,0 1-1 0 0,-1-1 0 0 0,1 0 0 0 0,-1 0 1 0 0,-86 42 10993 0 0,82-35-9662 0 0,5-7-1426 0 0,0 0-1 0 0,0 1 1 0 0,0-1-1 0 0,0 0 1 0 0,0 0 0 0 0,0 1-1 0 0,0-1 1 0 0,-1 0 0 0 0,1 0-1 0 0,0 1 1 0 0,0-1-1 0 0,0 0 1 0 0,0 0 0 0 0,0 0-1 0 0,0 1 1 0 0,0-1 0 0 0,-1 0-1 0 0,1 0 1 0 0,0 0-1 0 0,0 0 1 0 0,0 1 0 0 0,0-1-1 0 0,-1 0 1 0 0,1 0 0 0 0,0 0-1 0 0,0 0 1 0 0,0 0-1 0 0,-1 0 1 0 0,1 1 0 0 0,0-1-1 0 0,0 0 1 0 0,-1 0 0 0 0,1 0-1 0 0,0 0 1 0 0,0 0-1 0 0,-1 0 1 0 0,1 0 0 0 0,-22 1 1444 0 0,17-1 707 0 0,5 0-2168 0 0,-1 0 0 0 0,1 0 0 0 0,0 0 0 0 0,0 1 1 0 0,0-1-1 0 0,0 0 0 0 0,0 0 0 0 0,0 0 0 0 0,0 0 0 0 0,0 1 0 0 0,-1-1 1 0 0,1 0-1 0 0,0 0 0 0 0,0 0 0 0 0,0 0 0 0 0,0 1 0 0 0,0-1 1 0 0,0 0-1 0 0,0 0 0 0 0,0 0 0 0 0,0 1 0 0 0,0-1 0 0 0,0 0 0 0 0,0 0 1 0 0,0 0-1 0 0,1 0 0 0 0,-1 1 0 0 0,0-1 0 0 0,0 0 0 0 0,0 0 1 0 0,0 0-1 0 0,0 0 0 0 0,0 1 0 0 0,0-1 0 0 0,0 0 0 0 0,0 0 1 0 0,1 0-1 0 0,-1 0 0 0 0,0 0 0 0 0,0 0 0 0 0,0 0 0 0 0,0 1 0 0 0,1-1 1 0 0,-1 0-1 0 0,0 0 0 0 0,0 0 0 0 0,0 0 0 0 0,0 0 0 0 0,1 0 1 0 0,-1 0-1 0 0,0 0 0 0 0,0 0 0 0 0,0 0 0 0 0,0 0 0 0 0,1 0 1 0 0,-1 0-1 0 0,0 0 0 0 0,0 0 0 0 0,0 0 0 0 0,0 0 0 0 0,1 0 0 0 0,-1 0 1 0 0,0 0-1 0 0,0 0 0 0 0,0 0 0 0 0,0 0 0 0 0,1 0 0 0 0,-1-1 1 0 0,0 1-1 0 0,27 0 1167 0 0,-27-1-551 0 0,0 1-634 0 0,0-1 0 0 0,0 1 1 0 0,0 0-1 0 0,0 0 0 0 0,0 0 1 0 0,0 0-1 0 0,0 0 0 0 0,0-1 1 0 0,0 1-1 0 0,0 0 0 0 0,0 0 0 0 0,0 0 1 0 0,0 0-1 0 0,0-1 0 0 0,0 1 1 0 0,0 0-1 0 0,0 0 0 0 0,0 0 0 0 0,0 0 1 0 0,0 0-1 0 0,0-1 0 0 0,0 1 1 0 0,0 0-1 0 0,0 0 0 0 0,0 0 1 0 0,0 0-1 0 0,1 0 0 0 0,-1-1 0 0 0,0 1 1 0 0,0 0-1 0 0,0 0 0 0 0,0 0 1 0 0,0 0-1 0 0,0 0 0 0 0,0 0 0 0 0,1 0 1 0 0,-1 0-1 0 0,0-1 0 0 0,0 1 1 0 0,0 0-1 0 0,0 0 0 0 0,0 0 1 0 0,1 0-1 0 0,-1 0 0 0 0,0 0 0 0 0,0 0 1 0 0,0 0-1 0 0,0 0 0 0 0,1 0 1 0 0,-1 0-1 0 0,0 0 0 0 0,0 0 0 0 0,0 0 1 0 0,0 0-1 0 0,0 0 0 0 0,1 0 1 0 0,-1 0-1 0 0,0 0 0 0 0,0 0 1 0 0,0 1-1 0 0,0-1 0 0 0,0 0 0 0 0,1 0 1 0 0,40 0 165 0 0,167 6 937 0 0,151 22-1203 0 0,-304-21-737 0 0,-55-7 738 0 0,0 0 0 0 0,1 0 0 0 0,-1 0 0 0 0,0 0 0 0 0,1 0 0 0 0,-1 0 0 0 0,1 0 0 0 0,-1 0 0 0 0,0 0 0 0 0,1 0 1 0 0,-1 0-1 0 0,1 0 0 0 0,-1 0 0 0 0,0 0 0 0 0,1 1 0 0 0,-1-1 0 0 0,0 0 0 0 0,1 0 0 0 0,-1 0 0 0 0,0 0 0 0 0,1 1 0 0 0,-1-1 0 0 0,0 0 0 0 0,0 1 0 0 0,1-1 0 0 0,-1 0 0 0 0,0 0 0 0 0,0 1 1 0 0,1-1-1 0 0,-1 0 0 0 0,0 1 0 0 0,0-1 0 0 0,0 0 0 0 0,0 1 0 0 0,1-1 0 0 0,-1 1 0 0 0,0-1 0 0 0,5 6-4028 0 0,-2-4 3169 0 0,-2-2 644 0 0,0 0 0 0 0,-1 0 0 0 0,1 0 0 0 0,0 1 0 0 0,-1-1 0 0 0,1 0 0 0 0,-1 0-1 0 0,1 1 1 0 0,-1-1 0 0 0,1 0 0 0 0,-1 1 0 0 0,1-1 0 0 0,-1 0 0 0 0,1 1 0 0 0,-1-1 0 0 0,1 1 0 0 0,-1-1-1 0 0,1 1 1 0 0,-1-1 0 0 0,0 1 0 0 0,1 0 0 0 0,-3 0-299 0 0,1 1 0 0 0,-1-1 0 0 0,0 0 0 0 0,0 0 0 0 0,1 0-1 0 0,-1 0 1 0 0,0-1 0 0 0,0 1 0 0 0,0 0 0 0 0,0-1 0 0 0,-4 1 0 0 0,-54 13-7899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1:59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0 720 0 0,'32'6'2802'0'0,"-32"3"79"0"0,0 3 400 0 0,33 17 1 0 0,0 5 560 0 0,32 13-881 0 0,0 1-1680 0 0,0-12-1121 0 0,1-9-240 0 0,-40-13 0 0 0,7 7 80 0 0,-33-15-641 0 0,32 0-1760 0 0,1 9-2801 0 0,-66-1-2642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00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34 317 5202 0 0,'-7'0'489'0'0,"6"0"-289"0"0,0 0 1 0 0,1 1-1 0 0,-1-1 0 0 0,0 0 0 0 0,0 0 0 0 0,0 0 1 0 0,1 0-1 0 0,-1 0 0 0 0,0 0 0 0 0,0 0 0 0 0,0 0 0 0 0,1 0 1 0 0,-1 0-1 0 0,0 0 0 0 0,0 0 0 0 0,1-1 0 0 0,-1 1 1 0 0,0 0-1 0 0,0 0 0 0 0,1-1 0 0 0,-1 1 0 0 0,0-1 1 0 0,1 1-1 0 0,-1-1 0 0 0,0 1 0 0 0,1-1 0 0 0,-1 1 0 0 0,1-1 1 0 0,-1 1-1 0 0,1-1 0 0 0,-1 0 0 0 0,1 1 0 0 0,-1-1 1 0 0,1 0-1 0 0,0 0 0 0 0,-1 1 0 0 0,1-1 0 0 0,0 0 1 0 0,-1 0-1 0 0,1 1 0 0 0,0-1 0 0 0,0 0 0 0 0,0 0 0 0 0,0 0 1 0 0,0 1-1 0 0,0-1 0 0 0,0 0 0 0 0,0-1 0 0 0,6-6 1241 0 0,15-12 95 0 0,-16 15-1237 0 0,-1 0 0 0 0,1 0 0 0 0,0 1 0 0 0,0 0 0 0 0,1 0 0 0 0,8-6-1 0 0,42-18 578 0 0,2 3-1 0 0,1 1 0 0 0,0 4 0 0 0,65-14 0 0 0,254-37-3366 0 0,-280 56-754 0 0,-64 9-2758 0 0,62-1 0 0 0,-58 7 961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05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1336 173 2081 0 0,'0'-1'97'0'0,"0"1"1"0"0,0-1-1 0 0,0 1 0 0 0,1-1 1 0 0,-1 1-1 0 0,0-1 0 0 0,0 1 1 0 0,0-1-1 0 0,1 1 0 0 0,-1-1 1 0 0,0 1-1 0 0,1-1 1 0 0,-1 1-1 0 0,0-1 0 0 0,1 1 1 0 0,-1 0-1 0 0,1-1 0 0 0,-1 1 1 0 0,0-1-1 0 0,1 1 0 0 0,-1 0 1 0 0,1 0-1 0 0,-1-1 0 0 0,1 1 1 0 0,-1 0-1 0 0,1 0 0 0 0,-1 0 1 0 0,1-1-1 0 0,-1 1 1 0 0,1 0-1 0 0,0 0 0 0 0,-1 0 1 0 0,1 0-1 0 0,0 0 0 0 0,0 0 10 0 0,-1 0 0 0 0,1 0 0 0 0,-1 0 0 0 0,1 0 0 0 0,-1 0 0 0 0,0 0 0 0 0,1 0 0 0 0,-1 0 0 0 0,1 0 0 0 0,-1 0 0 0 0,1 0 0 0 0,-1 0-1 0 0,0-1 1 0 0,1 1 0 0 0,-1 0 0 0 0,1 0 0 0 0,-1-1 0 0 0,0 1 0 0 0,1 0 0 0 0,-1 0 0 0 0,0-1 0 0 0,1 1 0 0 0,-1 0 0 0 0,0-1 0 0 0,1 1 0 0 0,-1-1 0 0 0,0 1 0 0 0,0 0-1 0 0,0-1 1 0 0,1 1 0 0 0,-1-1 0 0 0,0 1 0 0 0,0-2 2388 0 0,-4 2-174 0 0,-57 4 6122 0 0,42-2-7176 0 0,0 0 1 0 0,-35-3 0 0 0,21 0-995 0 0,-1 1 0 0 0,1 2 0 0 0,-41 7 1 0 0,53-7-167 0 0,-88 2 19 0 0,82-5-95 0 0,0 2 0 0 0,1 0 0 0 0,-1 1-1 0 0,-51 13 1 0 0,44-5-34 0 0,16-5 3 0 0,1 0 1 0 0,-1 1-1 0 0,1 1 1 0 0,0 1-1 0 0,1 0 0 0 0,0 1 1 0 0,-22 16-1 0 0,18-10 71 0 0,-19 16 5 0 0,34-24-55 0 0,3-4-13 0 0,0 1-1 0 0,-1-1 0 0 0,0 0 1 0 0,1 0-1 0 0,-1-1 0 0 0,0 1 1 0 0,-6 3-1 0 0,8-5-7 0 0,0 0 0 0 0,0 0-1 0 0,1 0 1 0 0,-1 1 0 0 0,0-1-1 0 0,1 0 1 0 0,-1 0 0 0 0,1 0 0 0 0,-1 0-1 0 0,1 1 1 0 0,-1-1 0 0 0,1 0 0 0 0,0 0-1 0 0,0 1 1 0 0,0-1 0 0 0,0 0-1 0 0,0 1 1 0 0,0-1 0 0 0,0 0 0 0 0,0 3-1 0 0,1-2 2 0 0,-1 0-1 0 0,0 0 1 0 0,0 0 0 0 0,-1 0-1 0 0,1 0 1 0 0,0 0-1 0 0,-1 0 1 0 0,1 0 0 0 0,-2 4-1 0 0,-23 21 35 0 0,20-22-37 0 0,0 0 1 0 0,0 0-1 0 0,1 0 0 0 0,-7 9 1 0 0,-1 11 45 0 0,10-19-32 0 0,-1 1 1 0 0,-1-1 0 0 0,1 0-1 0 0,-1 0 1 0 0,-6 7 0 0 0,-14 15-10 0 0,8-12-13 0 0,2 1 0 0 0,-24 36 0 0 0,37-50 3 0 0,0-1 0 0 0,0 0-1 0 0,0 1 1 0 0,1-1 0 0 0,-1 0-1 0 0,1 1 1 0 0,0-1 0 0 0,0 1 0 0 0,0 3-1 0 0,0-3 14 0 0,0-1 1 0 0,0 0-1 0 0,0 0 0 0 0,0 1 0 0 0,-1-1 0 0 0,1 0 0 0 0,-1 0 0 0 0,1 0 0 0 0,-1 0 0 0 0,0 1 0 0 0,-1 1 0 0 0,-8 9 15 0 0,8-12-26 0 0,1 0 0 0 0,-1 1 1 0 0,1 0-1 0 0,0-1 0 0 0,-1 1 0 0 0,1 0 0 0 0,0-1 0 0 0,0 1 0 0 0,0 0 0 0 0,0 0 1 0 0,1 0-1 0 0,-1 0 0 0 0,0 0 0 0 0,1 0 0 0 0,-1 0 0 0 0,1 0 0 0 0,0 2 0 0 0,0-3 1 0 0,0 0-1 0 0,0-1 1 0 0,0 1-1 0 0,0 0 1 0 0,0 0-1 0 0,0 0 1 0 0,-1 0-1 0 0,1 0 1 0 0,0-1-1 0 0,0 1 1 0 0,-1 0-1 0 0,1 0 1 0 0,0 0-1 0 0,-1-1 0 0 0,1 1 1 0 0,-1 0-1 0 0,1-1 1 0 0,-1 1-1 0 0,1 0 1 0 0,-1-1-1 0 0,0 1 1 0 0,1 0-1 0 0,-1-1 1 0 0,0 1-1 0 0,1-1 1 0 0,-1 0-1 0 0,0 1 1 0 0,0-1-1 0 0,1 1 1 0 0,-1-1-1 0 0,0 0 1 0 0,0 0-1 0 0,-1 1 0 0 0,2-1 10 0 0,-1 0 0 0 0,0 0 0 0 0,0 1 0 0 0,0-1 0 0 0,1 0 0 0 0,-1 1 0 0 0,0-1 0 0 0,0 0 0 0 0,1 1 0 0 0,-1-1 0 0 0,0 1-1 0 0,0 0 1 0 0,1-1 0 0 0,-1 1 0 0 0,1-1 0 0 0,-1 1 0 0 0,1 0 0 0 0,-1-1 0 0 0,1 1 0 0 0,-1 0 0 0 0,1 0 0 0 0,0-1 0 0 0,-1 1 0 0 0,1 0-1 0 0,0 0 1 0 0,-1 0 0 0 0,1 0 0 0 0,0-1 0 0 0,0 1 0 0 0,0 0 0 0 0,0 0 0 0 0,0 0 0 0 0,0 1 0 0 0,-1 9 125 0 0,1-7-148 0 0,-1-1 0 0 0,1 1 0 0 0,-1 0 1 0 0,1 0-1 0 0,0-1 0 0 0,0 1 0 0 0,1 0 0 0 0,-1-1 0 0 0,1 1 0 0 0,0 0 0 0 0,0-1 0 0 0,0 1 1 0 0,3 4-1 0 0,17 5 98 0 0,-20-12-90 0 0,0 0 1 0 0,0 0 0 0 0,-1-1-1 0 0,1 1 1 0 0,-1 0 0 0 0,1 0-1 0 0,0 0 1 0 0,-1 0 0 0 0,0 0-1 0 0,1 0 1 0 0,-1 0 0 0 0,0 0-1 0 0,1 0 1 0 0,-1 0 0 0 0,0 0-1 0 0,0 0 1 0 0,0 0 0 0 0,0 0-1 0 0,0 0 1 0 0,0 0 0 0 0,0 2-1 0 0,3 15 69 0 0,7-9-40 0 0,-9-8-27 0 0,1 0 0 0 0,-1 1 1 0 0,0-1-1 0 0,0 0 0 0 0,0 0 0 0 0,1 0 0 0 0,-1 1 0 0 0,0-1 0 0 0,-1 0 0 0 0,1 1 0 0 0,0-1 0 0 0,0 1 1 0 0,0-1-1 0 0,-1 1 0 0 0,1 0 0 0 0,-1-1 0 0 0,1 1 0 0 0,-1-1 0 0 0,0 1 0 0 0,0 3 0 0 0,1 4-73 0 0,-1-7 70 0 0,0 0 1 0 0,1 0-1 0 0,-1 0 1 0 0,-1 1 0 0 0,1-1-1 0 0,0 0 1 0 0,0 0 0 0 0,-1 0-1 0 0,1 1 1 0 0,-1-1 0 0 0,0 0-1 0 0,1 0 1 0 0,-3 3-1 0 0,-19 23-2 0 0,11 4-67 0 0,-10-3-13 0 0,9-9 151 0 0,11-16-54 0 0,-1 0 0 0 0,-1-1 0 0 0,1 1-1 0 0,-1 0 1 0 0,1-1 0 0 0,-1 0 0 0 0,0 0 0 0 0,-5 5 0 0 0,-117 107 1704 0 0,125-114-1709 0 0,-1-1 0 0 0,0 1 0 0 0,1-1-1 0 0,-1 1 1 0 0,0 0 0 0 0,1-1 0 0 0,-1 1 0 0 0,1 0 0 0 0,-1-1 0 0 0,1 1 0 0 0,0 0 0 0 0,-1 0 0 0 0,1 0 0 0 0,0-1 0 0 0,-1 1 0 0 0,1 0 0 0 0,0 0 0 0 0,0 0 0 0 0,0 0 0 0 0,0-1 0 0 0,0 1 0 0 0,0 0 0 0 0,0 0 0 0 0,0 0 0 0 0,0 0 0 0 0,0 0 0 0 0,0-1 0 0 0,0 1 0 0 0,1 0 0 0 0,-1 0 0 0 0,0 0 0 0 0,1-1 0 0 0,-1 1 0 0 0,1 0 0 0 0,-1 0 0 0 0,0-1 0 0 0,1 1 0 0 0,0 0 0 0 0,-1-1 0 0 0,2 2 0 0 0,1 0-20 0 0,1 1 1 0 0,-1-1 0 0 0,1 0-1 0 0,0 0 1 0 0,0 0 0 0 0,5 1-1 0 0,-6-2 32 0 0,12 2-32 0 0,-1 0 1 0 0,1-1-1 0 0,0-1 0 0 0,0-1 1 0 0,28-2-1 0 0,-2 1-2 0 0,67-4 167 0 0,-1-5 0 0 0,114-25 0 0 0,-38 4 131 0 0,-166 29-254 0 0,-8 1-20 0 0,0 0 0 0 0,0-1-1 0 0,1 0 1 0 0,-1 0 0 0 0,-1-1 0 0 0,1 0-1 0 0,9-5 1 0 0,160-93-800 0 0,-166 94 758 0 0,16-9-44 0 0,-14 8 55 0 0,-1 1 0 0 0,0-2 0 0 0,0 0-1 0 0,-1 0 1 0 0,0-1 0 0 0,0 0 0 0 0,-1-1-1 0 0,-1-1 1 0 0,16-21 0 0 0,-21 25 47 0 0,1-1 0 0 0,0 1 0 0 0,1 0 0 0 0,-1 1 1 0 0,2 0-1 0 0,-1 0 0 0 0,1 0 0 0 0,0 1 0 0 0,0 0 0 0 0,1 1 1 0 0,-1-1-1 0 0,1 2 0 0 0,14-6 0 0 0,-17 8 156 0 0,-6 8-9 0 0,-1-13-174 0 0,7-13 30 0 0,52-30 233 0 0,-44 39-209 0 0,1-1 1 0 0,18-20 0 0 0,10-31 75 0 0,-5 22-89 0 0,-23 25 0 0 0,25-33 0 0 0,-31 36-22 0 0,0 1-3 0 0,0-1 0 0 0,-1 0 0 0 0,-1-1 1 0 0,11-24-1 0 0,-9 6 59 0 0,-6 18-54 0 0,1 1 0 0 0,0 0 0 0 0,1 0 0 0 0,8-14 0 0 0,-6 12-42 0 0,-1 0-1 0 0,0 0 1 0 0,5-24-1 0 0,-7 25 25 0 0,0 0 1 0 0,0 0-1 0 0,1 1 0 0 0,13-24 0 0 0,-13 29 14 0 0,-1 1-1 0 0,0 0 1 0 0,-1-1 0 0 0,0 0 0 0 0,0 0-1 0 0,-1 0 1 0 0,3-11 0 0 0,-3-2-86 0 0,0-37 0 0 0,-2 58 76 0 0,0-3-43 0 0,0-16 175 0 0,1 18-145 0 0,-1 1 0 0 0,0-1 0 0 0,0 1 0 0 0,0-1-1 0 0,0 1 1 0 0,0-1 0 0 0,0 1 0 0 0,0-1 0 0 0,-1 1-1 0 0,1-1 1 0 0,0 1 0 0 0,0 0 0 0 0,0-1 0 0 0,0 1-1 0 0,-1-1 1 0 0,1 1 0 0 0,0-1 0 0 0,0 1 0 0 0,-1-1-1 0 0,1 1 1 0 0,0 0 0 0 0,-1-1 0 0 0,1 1 0 0 0,0 0-1 0 0,-1-1 1 0 0,1 1 0 0 0,-1 0 0 0 0,0-1 0 0 0,-17 3-1730 0 0,9 0-1032 0 0,0-1-1 0 0,-1 0 1 0 0,-14-2-1 0 0,-63-4-5625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16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130 351 240 0 0,'23'-1'3921'0'0,"-41"3"-1132"0"0,6 0 1553 0 0,4 1-2983 0 0,-15 4 290 0 0,1-1-609 0 0,0 0 1095 0 0,16-5-523 0 0,9-3-304 0 0,22-16 120 0 0,35-25 26 0 0,60-53 285 0 0,-84 69-861 0 0,62-58 0 0 0,-85 72-661 0 0,-8 7-109 0 0,1 0 0 0 0,0 0 0 0 0,0 0 1 0 0,1 1-1 0 0,0-1 0 0 0,9-4 0 0 0,-14 9-80 0 0,0 0 4 0 0,0 1-1 0 0,-1-1 1 0 0,1 0-1 0 0,0 1 1 0 0,-1-1-1 0 0,1 0 1 0 0,-1 0-1 0 0,1 0 1 0 0,-1 0-1 0 0,0 0 1 0 0,1-1-1 0 0,-1 1 1 0 0,0 0-1 0 0,0-1 1 0 0,0 1-1 0 0,0-1 1 0 0,0 1-1 0 0,0-1 1 0 0,0 1-1 0 0,0-1 0 0 0,-1 1 1 0 0,1-1-1 0 0,-1 0 1 0 0,1 0-1 0 0,-1 1 1 0 0,1-1-1 0 0,-1 0 1 0 0,0 0-1 0 0,0 1 1 0 0,0-1-1 0 0,0 0 1 0 0,-1-2-1 0 0,0 5-27 0 0,0 0 1 0 0,0 0-1 0 0,0 0 0 0 0,-1 0 0 0 0,1 0 1 0 0,0 0-1 0 0,-1 0 0 0 0,1-1 0 0 0,0 1 1 0 0,-1 0-1 0 0,1-1 0 0 0,-1 0 0 0 0,1 1 1 0 0,-1-1-1 0 0,-2 1 0 0 0,1-1-5 0 0,-8 6-111 0 0,-1 1 0 0 0,2 0 0 0 0,-1 0 0 0 0,1 1 0 0 0,-12 12 0 0 0,-31 22-310 0 0,-7-9 89 0 0,59-33 328 0 0,1 0 0 0 0,0 1 1 0 0,-1-1-1 0 0,1 0 1 0 0,-1 1-1 0 0,1-1 1 0 0,0 0-1 0 0,-1 1 0 0 0,1-1 1 0 0,0 0-1 0 0,0 1 1 0 0,-1-1-1 0 0,1 0 1 0 0,0 1-1 0 0,0-1 1 0 0,-1 1-1 0 0,1-1 0 0 0,0 1 1 0 0,0-1-1 0 0,0 1 1 0 0,0-1-1 0 0,0 1 1 0 0,0-1-1 0 0,0 0 0 0 0,0 1 1 0 0,0 0-1 0 0,0 0 4 0 0,0-1 0 0 0,0 0-1 0 0,0 1 1 0 0,0-1 0 0 0,0 1-1 0 0,0-1 1 0 0,0 0-1 0 0,0 1 1 0 0,-1-1 0 0 0,1 1-1 0 0,0-1 1 0 0,0 0 0 0 0,0 1-1 0 0,0-1 1 0 0,0 0-1 0 0,-1 1 1 0 0,1-1 0 0 0,0 0-1 0 0,0 1 1 0 0,-1-1 0 0 0,1 0-1 0 0,0 1 1 0 0,-1-1 0 0 0,1 0-1 0 0,0 0 1 0 0,-1 1 0 0 0,-3 0 2 0 0,3-1-2 0 0,0 0 0 0 0,-1 1 0 0 0,1-1 1 0 0,0 0-1 0 0,-1 1 0 0 0,1-1 0 0 0,0 1 1 0 0,0-1-1 0 0,-1 1 0 0 0,1 0 0 0 0,0 0 1 0 0,0-1-1 0 0,0 1 0 0 0,0 0 0 0 0,0 0 0 0 0,0 0 1 0 0,0 0-1 0 0,-1 2 0 0 0,1-2-5 0 0,0 1-1 0 0,0-1 1 0 0,1 0-1 0 0,-1 0 1 0 0,0 1 0 0 0,0-1-1 0 0,0 0 1 0 0,-1 0-1 0 0,1 0 1 0 0,0 0-1 0 0,0 0 1 0 0,0-1-1 0 0,-1 1 1 0 0,1 0 0 0 0,0-1-1 0 0,-1 1 1 0 0,1 0-1 0 0,-2-1 1 0 0,-1 2-19 0 0,-35 33-121 0 0,31-26 130 0 0,0 0 1 0 0,0 0 0 0 0,1 0 0 0 0,0 1-1 0 0,1 0 1 0 0,-9 18 0 0 0,4 5-38 0 0,2-16 41 0 0,6-12 10 0 0,1-1-1 0 0,-1 1 0 0 0,1 0 1 0 0,1 0-1 0 0,-1 0 1 0 0,0 0-1 0 0,1 0 0 0 0,0 0 1 0 0,0 0-1 0 0,0 11 1 0 0,1-7-16 0 0,-1-1 0 0 0,0 1 0 0 0,-1-1 0 0 0,0 1 0 0 0,0-1 0 0 0,-6 13 1 0 0,5-13 27 0 0,0 1 0 0 0,0-1 0 0 0,1 0 1 0 0,0 1-1 0 0,1-1 0 0 0,-1 15 0 0 0,2-17-9 0 0,-1 0-1 0 0,1-1 1 0 0,-1 1-1 0 0,0 0 1 0 0,-1-1-1 0 0,1 1 1 0 0,-1-1-1 0 0,0 0 1 0 0,-1 1-1 0 0,1-1 1 0 0,-7 9-1 0 0,6-8-19 0 0,2-5 11 0 0,1-1 0 0 0,-1 1 1 0 0,1 0-1 0 0,-1 0 0 0 0,1-1 0 0 0,0 1 0 0 0,-1 0 1 0 0,1 0-1 0 0,0 0 0 0 0,0-1 0 0 0,0 1 0 0 0,0 0 1 0 0,0 0-1 0 0,0 0 0 0 0,0 0 0 0 0,0 0 0 0 0,0-1 1 0 0,0 1-1 0 0,0 0 0 0 0,0 0 0 0 0,1 0 0 0 0,-1 0 1 0 0,0-1-1 0 0,0 1 0 0 0,1 0 0 0 0,-1 0 0 0 0,1-1 1 0 0,-1 1-1 0 0,1 0 0 0 0,-1-1 0 0 0,1 1 1 0 0,0 0-1 0 0,22 12-544 0 0,-21-12 467 0 0,4 1-720 0 0,0 0 0 0 0,0-1 0 0 0,0 0 0 0 0,0 0 0 0 0,1 0-1 0 0,-1-1 1 0 0,0 0 0 0 0,0 0 0 0 0,1-1 0 0 0,-1 0 0 0 0,0 0 0 0 0,0 0-1 0 0,12-4 1 0 0,47-19-12227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17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28 1361 0 0,'-163'-7'19328'0'0,"168"2"-17553"0"0,61 10-401 0 0,225-12-393 0 0,-163-5-7058 0 0,-68 11-4381 0 0,-55 1 5616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18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1 138 1201 0 0,'5'-1'2667'0'0,"9"-2"-1064"0"0,-1 0 0 0 0,1-1 0 0 0,-1-1 0 0 0,0 0 0 0 0,-1-1-1 0 0,1 0 1 0 0,12-9 0 0 0,22-20 661 0 0,7 9-1210 0 0,-54 26-1033 0 0,1 0 0 0 0,-1-1-1 0 0,1 1 1 0 0,-1 0 0 0 0,0-1-1 0 0,1 1 1 0 0,-1-1 0 0 0,0 1 0 0 0,1 0-1 0 0,-1-1 1 0 0,0 1 0 0 0,0-1-1 0 0,1 1 1 0 0,-1-1 0 0 0,0 1 0 0 0,0-1-1 0 0,0 1 1 0 0,0-1 0 0 0,0 1-1 0 0,0-1 1 0 0,0 1 0 0 0,0-1-1 0 0,0 1 1 0 0,0-1 0 0 0,0 1 0 0 0,0-1-1 0 0,0 0 1 0 0,0 1-1 0 0,0-1 0 0 0,0 1 0 0 0,0 0 0 0 0,-1-1 0 0 0,1 1 0 0 0,0 0 0 0 0,0-1 0 0 0,0 1 0 0 0,0 0 0 0 0,0 0 0 0 0,0-1 0 0 0,0 1 0 0 0,0 0 0 0 0,1-1 0 0 0,-1 1 0 0 0,0 0 0 0 0,0-1 0 0 0,0 1 0 0 0,0 0 0 0 0,0 0 0 0 0,0-1 0 0 0,0 1 0 0 0,1 0 0 0 0,-1 0 1 0 0,0-1-1 0 0,0 1 0 0 0,0 0 0 0 0,1 0 0 0 0,-1 0 0 0 0,0-1 0 0 0,0 1 0 0 0,1 0 0 0 0,-1 0 0 0 0,0 0 0 0 0,0 0 0 0 0,1-1 0 0 0,-1 1 0 0 0,0 0 0 0 0,1 0 0 0 0,-1 0 0 0 0,0 0 0 0 0,1 0 0 0 0,21-4 447 0 0,-17 3-54 0 0,-10 2-39 0 0,2-1-348 0 0,2 0-9 0 0,0 0 1 0 0,0 1 0 0 0,-1-1-1 0 0,1 0 1 0 0,0 1-1 0 0,0-1 1 0 0,0 0-1 0 0,0 1 1 0 0,-1 0 0 0 0,1-1-1 0 0,0 1 1 0 0,0 0-1 0 0,-1 1 1 0 0,0 0 5 0 0,1-1 1 0 0,1 1-1 0 0,-1 0 1 0 0,0 0-1 0 0,0 0 1 0 0,1 0-1 0 0,-1 0 0 0 0,1 0 1 0 0,-1 0-1 0 0,1 0 1 0 0,0 0-1 0 0,0 0 1 0 0,0 4-1 0 0,0 133 697 0 0,0-135-718 0 0,0 0 0 0 0,0 1-1 0 0,0-1 1 0 0,1 0 0 0 0,-1 1-1 0 0,1-1 1 0 0,0 0 0 0 0,0 0-1 0 0,0 0 1 0 0,1 0 0 0 0,0 0-1 0 0,-1 0 1 0 0,1 0 0 0 0,1 0-1 0 0,-1-1 1 0 0,0 1 0 0 0,6 4-1 0 0,-7-6-4 0 0,4 12-224 0 0,-5-12-293 0 0,0-18-16208 0 0,0-1 11913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18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3762 0 0,'23'-20'3276'0'0,"-21"18"-2609"0"0,-1 0 0 0 0,0-1 1 0 0,0 1-1 0 0,0-1 1 0 0,0 0-1 0 0,0 1 0 0 0,0-1 1 0 0,-1 0-1 0 0,1 0 0 0 0,-1 1 1 0 0,0-1-1 0 0,0 0 0 0 0,0-4 1 0 0,0 6-545 0 0,1 0 1 0 0,0 0-1 0 0,-1 0 0 0 0,1 0 1 0 0,0 0-1 0 0,0 0 0 0 0,0 0 1 0 0,0 0-1 0 0,0 1 0 0 0,0-1 1 0 0,0 0-1 0 0,0 1 1 0 0,0-1-1 0 0,0 1 0 0 0,0-1 1 0 0,0 1-1 0 0,0-1 0 0 0,0 1 1 0 0,0 0-1 0 0,1-1 1 0 0,-1 1-1 0 0,0 0 0 0 0,0 0 1 0 0,2 0-1 0 0,-2 0 128 0 0,1-1-76 0 0,1 1 1 0 0,0-1 0 0 0,-1 1 0 0 0,1-1-1 0 0,0 1 1 0 0,-1 0 0 0 0,1 0 0 0 0,5 1-1 0 0,6 0 31 0 0,-4-1-116 0 0,-2 0-35 0 0,0 0 0 0 0,0 1-1 0 0,0 0 1 0 0,-1 0 0 0 0,1 0 0 0 0,-1 1-1 0 0,1 1 1 0 0,-1-1 0 0 0,0 1 0 0 0,0 1-1 0 0,9 4 1 0 0,27 12 46 0 0,18 8 2 0 0,91 55 0 0 0,-140-74-85 0 0,-1 0 0 0 0,0 1 1 0 0,-1 0-1 0 0,0 1 0 0 0,-1 0 0 0 0,0 1 0 0 0,0 0 1 0 0,-1 0-1 0 0,-1 1 0 0 0,10 23 0 0 0,-11-23 117 0 0,0 1 0 0 0,-1 0 0 0 0,-1-1 0 0 0,0 2 0 0 0,-1-1 0 0 0,-1 0 1 0 0,0 1-1 0 0,-1-1 0 0 0,-1 1 0 0 0,0-1 0 0 0,0 1 0 0 0,-2-1 0 0 0,0 1 0 0 0,0-1 0 0 0,-2 0 0 0 0,0 0 0 0 0,0 0 0 0 0,-1-1 0 0 0,-1 1 0 0 0,0-1 0 0 0,-1 0 0 0 0,0-1 1 0 0,-15 20-1 0 0,-32 31 878 0 0,38-43-710 0 0,11-12-246 0 0,0-1 0 0 0,-1-1-1 0 0,1 1 1 0 0,-1-1 0 0 0,0 0 0 0 0,-1 0-1 0 0,0 0 1 0 0,0-1 0 0 0,0 0 0 0 0,0-1-1 0 0,-1 1 1 0 0,-8 2 0 0 0,0-1-162 0 0,1-2 1 0 0,-1 0-1 0 0,0-1 1 0 0,0 0-1 0 0,0-1 1 0 0,-1-1-1 0 0,-20-1 1 0 0,18-2-1168 0 0,-1 1 0 0 0,1-2 1 0 0,-24-7-1 0 0,-51-25-9245 0 0,90 34 9949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19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0 138 2001 0 0,'5'0'2708'0'0,"17"0"-94"0"0,-16 0 3869 0 0,-6 0-6397 0 0,-1 0 0 0 0,1 0 0 0 0,0 0 0 0 0,0 1 0 0 0,0-1-1 0 0,0 0 1 0 0,0 0 0 0 0,0 1 0 0 0,0-1 0 0 0,-1 0 0 0 0,1 0 0 0 0,0 1-1 0 0,0-1 1 0 0,0 0 0 0 0,0 0 0 0 0,0 1 0 0 0,0-1 0 0 0,0 0 0 0 0,0 0-1 0 0,0 1 1 0 0,1-1 0 0 0,-1 0 0 0 0,0 0 0 0 0,0 0 0 0 0,0 1 0 0 0,0-1-1 0 0,0 0 1 0 0,0 0 0 0 0,0 1 0 0 0,1-1 0 0 0,-1 0 0 0 0,0 0 0 0 0,0 0-1 0 0,0 1 1 0 0,0-1 0 0 0,1 0 0 0 0,-1 0 0 0 0,0 0 0 0 0,0 0 0 0 0,0 0-1 0 0,1 1 1 0 0,-1-1 0 0 0,0 0 0 0 0,0 0 0 0 0,1 0 0 0 0,-1 0 0 0 0,0 0-1 0 0,0 0 1 0 0,1 0 0 0 0,-1 0 0 0 0,0 0 0 0 0,0 0 0 0 0,1 0 0 0 0,-1 0-1 0 0,24 2 1396 0 0,39 0 0 0 0,-26-5-1173 0 0,67-15-1 0 0,-78 11-2064 0 0,-1 0 0 0 0,44-20 0 0 0,-66 26 1432 0 0,-1 0-1 0 0,0 0 1 0 0,0 0-1 0 0,0 0 1 0 0,0 0-1 0 0,0 0 1 0 0,0 0 0 0 0,0-1-1 0 0,0 1 1 0 0,-1-1-1 0 0,1 1 1 0 0,-1-1-1 0 0,1 0 1 0 0,-1 0-1 0 0,1 0 1 0 0,-1 1-1 0 0,0-1 1 0 0,0-1-1 0 0,0 1 1 0 0,0 0-1 0 0,0 0 1 0 0,-1 0-1 0 0,1 0 1 0 0,0-1-1 0 0,-1 1 1 0 0,0 0-1 0 0,1 0 1 0 0,-1-1-1 0 0,0-2 1 0 0,0-29-4344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20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1121 0 0,'32'-6'10164'0'0,"-32"12"-8163"0"0,33 9-240 0 0,-1 18 240 0 0,99 44 960 0 0,0-8-1520 0 0,-66-15-1041 0 0,33 2-240 0 0,-33-8 0 0 0,1-7-400 0 0,-8-8-80 0 0,-58 9-1041 0 0,33-15-2000 0 0,-33-6-1762 0 0,-33-7-1600 0 0</inkml:trace>
  <inkml:trace contextRef="#ctx0" brushRef="#br0" timeOffset="1">196 571 5603 0 0,'0'-7'4001'0'0,"33"7"-1680"0"0,-33-6-720 0 0,33-2 80 0 0,-1-5-80 0 0,34-7-1 0 0,130-43 882 0 0,58-32-401 0 0,-90 32-2562 0 0,-67 28-5121 0 0,-64 2-6644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27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60 305 3282 0 0,'-7'-7'5314'0'0,"-11"2"-3207"0"0,16 5-1138 0 0,-17-9 5163 0 0,11 5-4340 0 0,7 3-1554 0 0,1 1 1 0 0,0 0-1 0 0,-1 0 1 0 0,1 0 0 0 0,0 0-1 0 0,0 0 1 0 0,-1-1-1 0 0,1 1 1 0 0,0 0 0 0 0,0 0-1 0 0,-1 0 1 0 0,1-1-1 0 0,0 1 1 0 0,0 0 0 0 0,0 0-1 0 0,-1-1 1 0 0,1 1-1 0 0,0 0 1 0 0,0-1-1 0 0,0 1 1 0 0,0 0 0 0 0,0-1-1 0 0,0 1 1 0 0,-1 0-1 0 0,1 0 1 0 0,0-1 0 0 0,0 1-1 0 0,0 0 1 0 0,0-1-1 0 0,0 1 1 0 0,0-1 0 0 0,6-12 1823 0 0,11-1-994 0 0,-12 8-930 0 0,0 0 1 0 0,1 0 0 0 0,-1 1-1 0 0,1 0 1 0 0,0 0 0 0 0,13-7-1 0 0,-8 5-119 0 0,-1 0 0 0 0,19-18 0 0 0,-1-1-2 0 0,0 1 1 0 0,47-32 0 0 0,-15 9 9 0 0,-55 45 48 0 0,-3 3-29 0 0,2 7-7 0 0,0-1-8 0 0,-1 0 0 0 0,0 0 0 0 0,1 0 0 0 0,-2 0 1 0 0,1 1-1 0 0,-1-1 0 0 0,0 1 0 0 0,0 0 0 0 0,-1-1 0 0 0,0 1 0 0 0,0 0 1 0 0,-1 10-1 0 0,4 24 143 0 0,5 2-40 0 0,1 0 1 0 0,21 57 0 0 0,45 83 21 0 0,-52-135-147 0 0,-18-39-107 0 0,-1 0-1 0 0,0 0 1 0 0,0 0 0 0 0,-1 1 0 0 0,-1 0-1 0 0,1 0 1 0 0,-2 0 0 0 0,1 0-1 0 0,1 19 1 0 0,-4-20-726 0 0,0 14-2120 0 0,-6-12-3031 0 0,-21-4-5270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29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2401 0 0,'28'-13'3735'0'0,"-18"12"-173"0"0,88 35 6843 0 0,-91-32-10202 0 0,28 8 1309 0 0,58 24 1 0 0,-49-13-745 0 0,-1 1 0 0 0,-1 2 1 0 0,-1 2-1 0 0,67 55 0 0 0,17 33-7 0 0,-108-97-708 0 0,1 0 1 0 0,0-1-1 0 0,27 18 0 0 0,-42-32-194 0 0,1 0 0 0 0,-1 0 0 0 0,0 1 0 0 0,0-1 0 0 0,-1 1 0 0 0,1 0 0 0 0,0 0 0 0 0,-1 0 0 0 0,0 0 0 0 0,4 5 0 0 0,-3 4-3735 0 0,-2 3-4583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30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1 215 1441 0 0,'0'-8'4242'0'0,"32"8"400"0"0,-32-7 0 0 0,33 1-320 0 0,0-2-721 0 0,25-5-879 0 0,-25-1-801 0 0,32 1-641 0 0,33-16-880 0 0,0-10-2401 0 0,66-38-9844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33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0 110 800 0 0,'234'-42'22184'0'0,"142"2"-15032"0"0,-284 33-6594 0 0,143 0-845 0 0,-166 8-3441 0 0,-9-7-7184 0 0,-55 4 4723 0 0,-5-5 533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33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3 488 880 0 0,'-1'-15'11720'0'0,"0"-2"-6088"0"0,0 15-5252 0 0,1-1 0 0 0,1 1 0 0 0,-1-1 0 0 0,0 0 0 0 0,1 1 0 0 0,-1-1 0 0 0,1 1 0 0 0,0-1 0 0 0,0 1-1 0 0,0-1 1 0 0,0 1 0 0 0,0 0 0 0 0,0-1 0 0 0,4-3 0 0 0,49-51 3022 0 0,2-10-1054 0 0,46-51-268 0 0,-70 84-1872 0 0,-20 20-263 0 0,2 1-1 0 0,-1 0 1 0 0,25-17 0 0 0,-18 17 18 0 0,-16 11 43 0 0,1-1 1 0 0,-1 0-1 0 0,0 0 1 0 0,0-1-1 0 0,0 1 0 0 0,0-1 1 0 0,0 0-1 0 0,-1 0 0 0 0,5-7 1 0 0,-6 10-3 0 0,0-1 0 0 0,0 1 0 0 0,0-1 0 0 0,0 1 1 0 0,1 0-1 0 0,-1 0 0 0 0,0 0 0 0 0,1 0 0 0 0,-1 0 1 0 0,1 0-1 0 0,-1 0 0 0 0,1 1 0 0 0,-1 0 1 0 0,1-1-1 0 0,0 1 0 0 0,-1 0 0 0 0,1 0 0 0 0,3 1 1 0 0,-5 0 1 0 0,-1-1 0 0 0,1 1 1 0 0,0 0-1 0 0,-1-1 0 0 0,1 1 1 0 0,-1 0-1 0 0,1 0 0 0 0,-1 0 1 0 0,0-1-1 0 0,1 1 1 0 0,-1 0-1 0 0,0 0 0 0 0,1 0 1 0 0,-1 0-1 0 0,0 0 0 0 0,0 0 1 0 0,0 0-1 0 0,0 0 0 0 0,0 0 1 0 0,0-1-1 0 0,0 3 0 0 0,4 19 247 0 0,38 69 100 0 0,3 4-186 0 0,-2 42-167 0 0,-13-55 0 0 0,33 107 0 0 0,-47-138 0 0 0,37 80 0 0 0,-30-81 0 0 0,16 56 0 0 0,20 63 0 0 0,-53-133-1659 0 0,-7-30-2037 0 0,-31-42-18994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21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811 275 880 0 0,'-93'-7'8778'0'0,"70"6"-6758"0"0,-1-1 1 0 0,-29-7-1 0 0,12 0 256 0 0,-112-23 1859 0 0,101 17-2921 0 0,-64-26 0 0 0,-48-21 160 0 0,157 58-1247 0 0,0 1 0 0 0,1-1-1 0 0,-1-1 1 0 0,-8-7 0 0 0,-2-1 53 0 0,16 13-169 0 0,1 0 0 0 0,-1 0 0 0 0,1 0-1 0 0,0-1 1 0 0,-1 1 0 0 0,1 0 0 0 0,-1-1 0 0 0,1 1 0 0 0,0 0 0 0 0,-1-1 0 0 0,1 1 0 0 0,0 0 0 0 0,0-1 0 0 0,-1 1 0 0 0,1-1 0 0 0,0 1 0 0 0,0-1 0 0 0,0 1 0 0 0,-1 0 0 0 0,1-1 0 0 0,0 1 0 0 0,0-1 0 0 0,0 1 0 0 0,0-1 0 0 0,0 1 0 0 0,0-1 0 0 0,0 0 0 0 0,-3-7 135 0 0,-15 0 28 0 0,18 8-151 0 0,-1-1 0 0 0,1 1 0 0 0,0-1 0 0 0,-1 1 0 0 0,1-1 1 0 0,-1 1-1 0 0,1-1 0 0 0,0 1 0 0 0,-1-1 0 0 0,1 0 0 0 0,0 1 1 0 0,0-1-1 0 0,0 1 0 0 0,-1-1 0 0 0,1 0 0 0 0,0 1 0 0 0,0-1 1 0 0,0 0-1 0 0,0 1 0 0 0,0-1 0 0 0,0 0 0 0 0,0 1 0 0 0,0-1 1 0 0,1 0-1 0 0,-1 1 0 0 0,0-1 0 0 0,0 0 0 0 0,0 1 0 0 0,1-1 1 0 0,-1 0-1 0 0,0 1 0 0 0,1-1 0 0 0,-1 1 0 0 0,0-1 0 0 0,1 1 1 0 0,-1-1-1 0 0,1 0 0 0 0,11-1 15 0 0,-1 0 0 0 0,1 1-1 0 0,-1 1 1 0 0,14 0 0 0 0,-3 0 0 0 0,505 17-65 0 0,-450-13-200 0 0,86 10-2908 0 0,-155-13 2121 0 0,14 3-559 0 0,-15 4-4737 0 0,-12 0-39 0 0,-22 11-214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22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1 400 0 0,'0'0'3122'0'0,"33"0"159"0"0,-1 6 401 0 0,34 0-161 0 0,25 9 561 0 0,138 20-800 0 0,-33-8-2162 0 0,-98-6-1840 0 0,0-8-3442 0 0,-33 1-6083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22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581 26 880 0 0,'0'-1'83'0'0,"0"1"-1"0"0,0-1 1 0 0,1 1-1 0 0,-1-1 0 0 0,0 1 1 0 0,0-1-1 0 0,1 1 1 0 0,-1-1-1 0 0,0 1 1 0 0,1-1-1 0 0,-1 1 0 0 0,1-1 1 0 0,-1 1-1 0 0,1-1 1 0 0,-1 1-1 0 0,1 0 0 0 0,-1-1 1 0 0,1 1-1 0 0,-1 0 1 0 0,1 0-1 0 0,-1-1 1 0 0,1 1-1 0 0,0 0 0 0 0,-1 0 1 0 0,1 0-1 0 0,-1 0 1 0 0,1-1-1 0 0,0 1 0 0 0,-1 0 1 0 0,1 0-1 0 0,-1 0 1 0 0,2 1-1 0 0,-1-1-7 0 0,-1 0-1 0 0,1 0 0 0 0,0 0 1 0 0,-1 0-1 0 0,1 0 1 0 0,-1 0-1 0 0,1 0 1 0 0,0 0-1 0 0,-1-1 0 0 0,1 1 1 0 0,-1 0-1 0 0,1 0 1 0 0,-1 0-1 0 0,1-1 0 0 0,0 1 1 0 0,-1 0-1 0 0,1-1 1 0 0,-1 1-1 0 0,1 0 1 0 0,-1-1-1 0 0,1 1 0 0 0,-1-1 1 0 0,0 1-1 0 0,1 0 1 0 0,-1-1-1 0 0,0 1 1 0 0,1-1-1 0 0,-1 0 0 0 0,0 1 1 0 0,1-1-1 0 0,-1 1 1 0 0,-4-6 6850 0 0,-5 6-5498 0 0,-5 4-1288 0 0,-28 18 2222 0 0,-90 37 250 0 0,115-49-2339 0 0,0 0-1 0 0,1 1 1 0 0,0 1 0 0 0,0 0 0 0 0,-15 17 0 0 0,-66 64 611 0 0,25-25-485 0 0,58-54-294 0 0,0 2 0 0 0,0 0 0 0 0,2 0 0 0 0,0 1 0 0 0,1 1 0 0 0,1 0 0 0 0,0 0 0 0 0,1 1 0 0 0,-10 33 0 0 0,18-47-142 0 0,0-1-1 0 0,0 0 0 0 0,0 1 0 0 0,1-1 0 0 0,0 1 0 0 0,-1-1 0 0 0,2 1 0 0 0,-1-1 0 0 0,0 1 1 0 0,1-1-1 0 0,0 0 0 0 0,0 1 0 0 0,0-1 0 0 0,1 0 0 0 0,0 0 0 0 0,-1 0 0 0 0,1 0 1 0 0,1 0-1 0 0,-1 0 0 0 0,0 0 0 0 0,1-1 0 0 0,0 1 0 0 0,0-1 0 0 0,0 0 0 0 0,0 1 1 0 0,1-2-1 0 0,-1 1 0 0 0,1 0 0 0 0,-1-1 0 0 0,1 1 0 0 0,0-1 0 0 0,0 0 0 0 0,0-1 1 0 0,8 3-1 0 0,2 0-962 0 0,1-1 1 0 0,0 0-1 0 0,28 0 1 0 0,55-7-7511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23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0 620 1921 0 0,'0'-5'542'0'0,"0"1"1"0"0,1 0 0 0 0,-1 0-1 0 0,1 0 1 0 0,0 0 0 0 0,0 0-1 0 0,0 0 1 0 0,0 0-1 0 0,1 0 1 0 0,0 1 0 0 0,0-1-1 0 0,3-5 1 0 0,5-10 860 0 0,1-15 1158 0 0,11 0-533 0 0,-13 14-1097 0 0,-8 17-786 0 0,0-1-1 0 0,1 1 1 0 0,-1-1 0 0 0,1 1 0 0 0,0 0-1 0 0,0-1 1 0 0,1 1 0 0 0,-1 0 0 0 0,1 0-1 0 0,-1 1 1 0 0,6-5 0 0 0,3-1 74 0 0,-1 0 0 0 0,2 1 1 0 0,-1 0-1 0 0,1 1 1 0 0,0 0-1 0 0,0 1 0 0 0,0 0 1 0 0,21-5-1 0 0,-32 10-194 0 0,1 0 1 0 0,-1-1-1 0 0,0 1 0 0 0,0 0 1 0 0,0-1-1 0 0,1 1 1 0 0,-1 0-1 0 0,0 0 0 0 0,0 0 1 0 0,0 0-1 0 0,1 0 1 0 0,-1 0-1 0 0,0 0 0 0 0,0 1 1 0 0,0-1-1 0 0,1 0 0 0 0,-1 1 1 0 0,0-1-1 0 0,0 1 1 0 0,0-1-1 0 0,0 1 0 0 0,0 0 1 0 0,0-1-1 0 0,0 1 0 0 0,0 0 1 0 0,0 0-1 0 0,0-1 1 0 0,0 1-1 0 0,0 0 0 0 0,-1 0 1 0 0,1 0-1 0 0,0 0 0 0 0,0 2 1 0 0,0 1 31 0 0,-1-1 0 0 0,0 0 0 0 0,0 1 1 0 0,0-1-1 0 0,0 0 0 0 0,0 1 0 0 0,-1-1 0 0 0,1 0 1 0 0,-1 1-1 0 0,0-1 0 0 0,0 0 0 0 0,-1 0 0 0 0,1 0 1 0 0,-2 4-1 0 0,-21 36 527 0 0,15-28-421 0 0,1 0 0 0 0,0 1 0 0 0,1-1 0 0 0,0 1 0 0 0,1 1 0 0 0,1-1 0 0 0,1 1 0 0 0,0 0 0 0 0,-2 28 0 0 0,6-32-323 0 0,1 23 421 0 0,0-24-914 0 0,3-11-1329 0 0,-1-3 1284 0 0,-1-1 1 0 0,1 0 0 0 0,-1 0-1 0 0,0 0 1 0 0,0 0-1 0 0,0 0 1 0 0,0-1 0 0 0,0 1-1 0 0,-1-1 1 0 0,0 1 0 0 0,1-1-1 0 0,-1 0 1 0 0,-1 1 0 0 0,1-1-1 0 0,0 0 1 0 0,-1 0 0 0 0,0-6-1 0 0,0-37-7119 0 0</inkml:trace>
  <inkml:trace contextRef="#ctx0" brushRef="#br0" timeOffset="1">647 0 3282 0 0,'0'1'4226'0'0,"0"-1"-4120"0"0,0 0 0 0 0,1 0 0 0 0,-1 1 0 0 0,0-1 0 0 0,0 0 0 0 0,0 0 0 0 0,0 1 0 0 0,0-1 0 0 0,0 0 0 0 0,0 0 0 0 0,0 1 0 0 0,0-1 0 0 0,0 0 0 0 0,0 0 0 0 0,0 1 0 0 0,0-1 0 0 0,0 0 0 0 0,0 0 0 0 0,0 1 0 0 0,0-1 0 0 0,0 0 0 0 0,-1 0 0 0 0,1 0 0 0 0,0 1 0 0 0,0-1 0 0 0,0 0 0 0 0,0 0 0 0 0,0 1 0 0 0,0-1 0 0 0,-1 0-1 0 0,1 0 1 0 0,0 0 0 0 0,0 0 0 0 0,0 1 0 0 0,-1-1 0 0 0,1 0 0 0 0,0 0 0 0 0,0 0 0 0 0,0 0 0 0 0,-1 0 0 0 0,1 0 0 0 0,0 0 0 0 0,0 0 0 0 0,-1 0 0 0 0,1 0 0 0 0,0 0 0 0 0,0 1 0 0 0,-1-1 0 0 0,1-1 0 0 0,0 1 0 0 0,-1 0 0 0 0,1 0 166 0 0,-2 0-134 0 0,1 0 1 0 0,0 0-1 0 0,-1 0 0 0 0,1 1 0 0 0,0-1 1 0 0,-1 0-1 0 0,1 0 0 0 0,0 1 0 0 0,0-1 0 0 0,-1 1 1 0 0,1-1-1 0 0,0 1 0 0 0,0-1 0 0 0,0 1 1 0 0,0 0-1 0 0,0-1 0 0 0,0 1 0 0 0,0 0 1 0 0,0 0-1 0 0,-2 2 0 0 0,-2 4 823 0 0,4-6-938 0 0,0-1 0 0 0,1 0 1 0 0,-1 0-1 0 0,0 1 0 0 0,1-1 0 0 0,-1 0 1 0 0,1 0-1 0 0,-1 1 0 0 0,1-1 1 0 0,-1 1-1 0 0,1-1 0 0 0,-1 1 1 0 0,1-1-1 0 0,-1 1 0 0 0,1-1 1 0 0,0 1-1 0 0,-1-1 0 0 0,1 1 1 0 0,-1-1-1 0 0,1 1 0 0 0,0-1 1 0 0,0 1-1 0 0,-1 0 0 0 0,1-1 1 0 0,0 1-1 0 0,0 0 0 0 0,0-1 1 0 0,0 1-1 0 0,0 0 0 0 0,0-1 1 0 0,0 1-1 0 0,0 1 0 0 0,23 19 491 0 0,15 10-183 0 0,-24-19-221 0 0,56 54 358 0 0,-61-57-407 0 0,0 0 1 0 0,-1 1-1 0 0,0 1 1 0 0,-1-1-1 0 0,9 17 1 0 0,-4 16 49 0 0,-8-22-62 0 0,6 11 48 0 0,-7-25-48 0 0,0-1-1 0 0,-1 1 1 0 0,0 0 0 0 0,0 0-1 0 0,-1 1 1 0 0,0-1-1 0 0,0 0 1 0 0,-1 0-1 0 0,0 1 1 0 0,0-1 0 0 0,-3 14-1 0 0,-4 1 184 0 0,0-1 0 0 0,-22 42 0 0 0,12-30 6 0 0,6-11-152 0 0,-2 0 1 0 0,-1-1-1 0 0,-20 25 0 0 0,14-21-124 0 0,14-17-191 0 0,-6 9 118 0 0,-2 0-1 0 0,-30 30 0 0 0,39-43-269 0 0,0 0 1 0 0,-1 0-1 0 0,1 0 1 0 0,-1-1-1 0 0,-10 5 0 0 0,12-7-293 0 0,0 1 0 0 0,-1-1-1 0 0,1 0 1 0 0,-1 0-1 0 0,1 0 1 0 0,-1-1 0 0 0,0 1-1 0 0,1-1 1 0 0,-6-1 0 0 0,-23-4-7290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24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9 640 0 0,'-32'-8'7284'0'0,"32"16"-3203"0"0,0-2-479 0 0,-33 9-881 0 0,66-9-720 0 0,-33 7-720 0 0,32 1-481 0 0,1 1-320 0 0,65 12-79 0 0,-33 8-401 0 0,33-2-1601 0 0,-32 3-3281 0 0,-40-24-3362 0 0,-26 3 801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24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0 497 1521 0 0,'0'-15'3201'0'0,"33"9"-480"0"0,-33-8-400 0 0,65-13-480 0 0,-32-1-400 0 0,32-7-401 0 0,0 0-399 0 0,1 2-641 0 0,-1-3-961 0 0,-32 15-1600 0 0,-1 1-1361 0 0,1 1-160 0 0</inkml:trace>
  <inkml:trace contextRef="#ctx0" brushRef="#br0" timeOffset="1">621 0 560 0 0,'-33'83'7284'0'0,"-32"0"-2962"0"0,65-8-2482 0 0,-33 2-719 0 0,0-8-801 0 0,33-9-720 0 0,0-18-1521 0 0,0-22-3361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25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52 880 0 0,'2'5'5961'0'0,"2"-2"-3471"0"0,15-2-2589 0 0,-11-2 2966 0 0,-13 7-679 0 0,-3-3-1716 0 0,7-3-361 0 0,0 0 1 0 0,0 0-1 0 0,0 0 0 0 0,0 0 0 0 0,1 1 1 0 0,-1-1-1 0 0,0 0 0 0 0,0 0 0 0 0,0 1 1 0 0,0-1-1 0 0,1 1 0 0 0,-1-1 0 0 0,0 1 1 0 0,1-1-1 0 0,-1 1 0 0 0,0 0 0 0 0,1-1 1 0 0,-1 1-1 0 0,0 0 0 0 0,1-1 0 0 0,-1 1 1 0 0,1 0-1 0 0,-1 0 0 0 0,1-1 0 0 0,0 1 1 0 0,-1 0-1 0 0,1 0 0 0 0,0 0 0 0 0,0 0 1 0 0,-1 0-1 0 0,1-1 0 0 0,0 1 0 0 0,0 0 1 0 0,0 0-1 0 0,0 0 0 0 0,0 1 0 0 0,0-1 463 0 0,6-1-27 0 0,40-2 620 0 0,-27 0-920 0 0,0 1 0 0 0,0 1-1 0 0,1 0 1 0 0,20 4 0 0 0,-13-3-154 0 0,-32-6-39 0 0,-55-3-348 0 0,41 2 327 0 0,0 2-1 0 0,0 0 1 0 0,0 2 0 0 0,0 0-1 0 0,0 1 1 0 0,-1 0-1 0 0,1 2 1 0 0,-29 4 0 0 0,28-3 18 0 0,10-1-8 0 0,0 0 0 0 0,0 0 0 0 0,0 1 0 0 0,-18 6 0 0 0,27-8-27 0 0,-1 1 0 0 0,1 0-1 0 0,-1 0 1 0 0,1-1-1 0 0,-1 1 1 0 0,1-1-1 0 0,-1 0 1 0 0,0 1-1 0 0,1-1 1 0 0,-1 0 0 0 0,0 0-1 0 0,-3 0 1 0 0,-3 0 88 0 0,35-4-90 0 0,14 2 15 0 0,-33 4-23 0 0,0 0 22 0 0,33-6 69 0 0,-20 1-63 0 0,1 2 1 0 0,0 0 0 0 0,-1 2-1 0 0,24 3 1 0 0,53 2 112 0 0,-75-4-8 0 0,-41-3-38 0 0,10 1-73 0 0,-1-1 0 0 0,1 0 1 0 0,0 0-1 0 0,0-1 0 0 0,0 0 0 0 0,0 0 1 0 0,-8-4-1 0 0,-20-6-1 0 0,20 8-1 0 0,5 1 12 0 0,1 0 1 0 0,-1 0-1 0 0,1-1 0 0 0,0 0 0 0 0,0 0 1 0 0,-10-8-1 0 0,-7 1 29 0 0,6 3-281 0 0,21 8 203 0 0,1 0 1 0 0,-1 0-1 0 0,0 0 1 0 0,0 0-1 0 0,0 0 1 0 0,0 0-1 0 0,0 0 1 0 0,0 0-1 0 0,0 0 1 0 0,0 0-1 0 0,0 0 0 0 0,0 0 1 0 0,1 0-1 0 0,-1 0 1 0 0,0 0-1 0 0,0 0 1 0 0,0 0-1 0 0,0 0 1 0 0,0 0-1 0 0,0 0 1 0 0,0 0-1 0 0,0 0 1 0 0,0 0-1 0 0,0-1 1 0 0,0 1-1 0 0,0 0 1 0 0,1 0-1 0 0,-1 0 1 0 0,0 0-1 0 0,0 0 0 0 0,0 0 1 0 0,0 0-1 0 0,0 0 1 0 0,0 0-1 0 0,0 0 1 0 0,0 0-1 0 0,0 0 1 0 0,0 0-1 0 0,0-1 1 0 0,0 1-1 0 0,0 0 1 0 0,0 0-1 0 0,0 0 1 0 0,0 0-1 0 0,0 0 1 0 0,0 0-1 0 0,0 0 1 0 0,0 0-1 0 0,0 0 1 0 0,0 0-1 0 0,0-1 0 0 0,0 1 1 0 0,0 0-1 0 0,0 0 1 0 0,0 0-1 0 0,0 0 1 0 0,39 3-2100 0 0,-27-2 1285 0 0,91 19-13288 0 0,-43-14 9591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37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941 85 800 0 0,'0'0'11899'0'0,"5"0"-10365"0"0,17 0-106 0 0,-22 0-1396 0 0,0-1 0 0 0,0 1 0 0 0,1 0 0 0 0,-1 0 0 0 0,0 0 0 0 0,0 0 0 0 0,0 0 0 0 0,0 0 0 0 0,1 0 0 0 0,-1 0 0 0 0,0 0 0 0 0,0 0 0 0 0,0 0 0 0 0,0 0 0 0 0,0 0 0 0 0,1 0 0 0 0,-1 0 0 0 0,0 0 0 0 0,0 0 0 0 0,0 0 0 0 0,0 0 0 0 0,1 0 0 0 0,-5 7 8516 0 0,4-7-8401 0 0,-15 0 407 0 0,15 0-503 0 0,-1 0 0 0 0,1 0-1 0 0,-1 0 1 0 0,1 0 0 0 0,-1 0 0 0 0,1 0 0 0 0,-1 0 0 0 0,1 0 0 0 0,-1 0 0 0 0,1 0 0 0 0,-1 0-1 0 0,1 0 1 0 0,0-1 0 0 0,-1 1 0 0 0,1 0 0 0 0,-1 0 0 0 0,1-1 0 0 0,-1 1 0 0 0,1 0 0 0 0,0 0-1 0 0,-1-1 1 0 0,1 1 0 0 0,0 0 0 0 0,-1-1 0 0 0,1 1 0 0 0,0-1 0 0 0,0 1 0 0 0,-1 0 0 0 0,1-1-1 0 0,-1 0 12 0 0,0-1-1 0 0,0 1 0 0 0,0 0 0 0 0,0 0 1 0 0,0 1-1 0 0,0-1 0 0 0,0 0 0 0 0,0 0 0 0 0,0 0 1 0 0,0 1-1 0 0,0-1 0 0 0,-1 1 0 0 0,1-1 0 0 0,0 1 1 0 0,-1-1-1 0 0,1 1 0 0 0,0 0 0 0 0,0-1 0 0 0,-1 1 1 0 0,1 0-1 0 0,-3 0 0 0 0,-1-1 126 0 0,-93-33 1654 0 0,74 29-1636 0 0,7 1-33 0 0,-1 0 0 0 0,0 1 1 0 0,-30-1-1 0 0,41 0-28 0 0,3 1-115 0 0,-50 2 118 0 0,19-1-319 0 0,25 1 97 0 0,1 0-1 0 0,-1 1 0 0 0,0 0 0 0 0,1 1 0 0 0,-17 3 0 0 0,-4 3-34 0 0,14-5 52 0 0,1 2 0 0 0,0 0 0 0 0,1 0 0 0 0,-21 10 0 0 0,-51 20-89 0 0,80-28 119 0 0,1 2-37 0 0,-1-5 42 0 0,5-3 21 0 0,0 0 0 0 0,0 1-1 0 0,0-1 1 0 0,0 1 0 0 0,0-1 0 0 0,0 1 0 0 0,0-1-1 0 0,0 1 1 0 0,0 0 0 0 0,0-1 0 0 0,0 1 0 0 0,0 0-1 0 0,0 0 1 0 0,0 0 0 0 0,0 0 0 0 0,1-1 0 0 0,-1 1-1 0 0,0 0 1 0 0,1 1 0 0 0,-1-1 0 0 0,1 0 0 0 0,-1 0-1 0 0,1 0 1 0 0,-1 0 0 0 0,1 2 0 0 0,0-2 2 0 0,0-1 0 0 0,0 0 0 0 0,0 1 0 0 0,0-1 0 0 0,0 0 0 0 0,0 1 0 0 0,0-1 0 0 0,0 0 0 0 0,0 0 0 0 0,0 1 0 0 0,-1-1 0 0 0,1 0 0 0 0,0 1 0 0 0,0-1 0 0 0,0 0 0 0 0,0 1 0 0 0,-1-1 0 0 0,1 0 0 0 0,0 0 0 0 0,0 1 0 0 0,0-1 0 0 0,-1 0 0 0 0,1 0 0 0 0,0 1 0 0 0,0-1 0 0 0,-1 0 0 0 0,1 0 0 0 0,0 0 0 0 0,-1 0 0 0 0,1 1 0 0 0,-1-1 0 0 0,-26 13-17 0 0,25-8-11 0 0,4 0 20 0 0,-2-3 11 0 0,0 1 0 0 0,0-1 0 0 0,-1 0 0 0 0,1 1 0 0 0,-1-1 0 0 0,1 0 0 0 0,-1 0 0 0 0,0 1 0 0 0,0-1 0 0 0,0 0 0 0 0,0 0 0 0 0,0 0 0 0 0,0 0 0 0 0,-1 0 0 0 0,1-1 0 0 0,-3 3 0 0 0,3-2 0 0 0,-1 0 0 0 0,0 0 1 0 0,1 0-1 0 0,-1 0 0 0 0,1 0 0 0 0,0 1 1 0 0,0-1-1 0 0,0 0 0 0 0,0 1 0 0 0,0-1 1 0 0,0 1-1 0 0,1-1 0 0 0,-1 1 0 0 0,1-1 1 0 0,0 1-1 0 0,-1 3 0 0 0,1-4-3 0 0,0 0 0 0 0,0 0 0 0 0,0 0 0 0 0,-1 0 0 0 0,1 0 0 0 0,-1 0 0 0 0,1 0 0 0 0,-1 0 0 0 0,0 0 0 0 0,0 0 0 0 0,0 0 0 0 0,0 0-1 0 0,0-1 1 0 0,0 1 0 0 0,-1 0 0 0 0,1-1 0 0 0,-3 3 0 0 0,-7 9 15 0 0,-1 7 28 0 0,10-16-34 0 0,0 0-1 0 0,0-1 1 0 0,-1 1-1 0 0,1-1 1 0 0,-1 0-1 0 0,0 0 1 0 0,1 0-1 0 0,-5 3 1 0 0,5-5-10 0 0,-1 1 0 0 0,1 0 1 0 0,0-1-1 0 0,0 1 1 0 0,0 0-1 0 0,0 0 0 0 0,0 0 1 0 0,0 1-1 0 0,0-1 1 0 0,1 0-1 0 0,-1 1 0 0 0,1-1 1 0 0,0 1-1 0 0,0-1 1 0 0,-1 1-1 0 0,2 0 0 0 0,-1-1 1 0 0,0 1-1 0 0,1 0 1 0 0,-1 0-1 0 0,0 5 0 0 0,1-5 11 0 0,0 0-1 0 0,0 0 1 0 0,-1 0-1 0 0,1 0 1 0 0,-1 0-1 0 0,0 0 1 0 0,0-1 0 0 0,0 1-1 0 0,0 0 1 0 0,-1 0-1 0 0,1-1 1 0 0,-1 1-1 0 0,0-1 1 0 0,-2 4-1 0 0,-6 9-18 0 0,-1 15-31 0 0,2-14 62 0 0,7-13-9 0 0,0 0 0 0 0,0 0-1 0 0,0 1 1 0 0,0-1 0 0 0,1 0-1 0 0,-1 1 1 0 0,1 0-1 0 0,0-1 1 0 0,0 1 0 0 0,0 0-1 0 0,1 0 1 0 0,-1 6-1 0 0,1-8-13 0 0,0 1 0 0 0,0-1 0 0 0,0 0 0 0 0,0 1 0 0 0,-1-1 0 0 0,1 0 0 0 0,-1 1 0 0 0,0-1 0 0 0,0 0 0 0 0,0 1 0 0 0,0-1 0 0 0,0 0 0 0 0,0 0 0 0 0,0 0 0 0 0,-1 0 1 0 0,1 0-1 0 0,-1 0 0 0 0,-2 2-1 0 0,-5 6-19 0 0,8-9 19 0 0,1 0-1 0 0,-1 0 0 0 0,1 0 1 0 0,-1 0-1 0 0,1 0 0 0 0,-1 0 1 0 0,1 0-1 0 0,-1 0 0 0 0,1 0 1 0 0,0 1-1 0 0,0-1 0 0 0,0 0 1 0 0,0 0-1 0 0,0 2 0 0 0,-1 0-36 0 0,1 0-1 0 0,0 0 0 0 0,1 0 0 0 0,-1 1 0 0 0,1-1 1 0 0,-1 0-1 0 0,1 0 0 0 0,1 4 0 0 0,11 5-8 0 0,-3-5 14 0 0,-10-6 34 0 0,1-1-1 0 0,0 1 0 0 0,-1 0 1 0 0,1-1-1 0 0,-1 1 1 0 0,1 0-1 0 0,-1 0 1 0 0,1-1-1 0 0,-1 1 0 0 0,0 0 1 0 0,1 0-1 0 0,-1 0 1 0 0,0 0-1 0 0,0-1 1 0 0,0 1-1 0 0,1 0 0 0 0,-1 0 1 0 0,0 0-1 0 0,0 0 1 0 0,0 0-1 0 0,0 0 0 0 0,-1-1 1 0 0,1 1-1 0 0,0 0 1 0 0,0 0-1 0 0,-1 1 1 0 0,1-1 3 0 0,0 0 0 0 0,-1 0 1 0 0,1 0-1 0 0,0 0 1 0 0,0 1-1 0 0,0-1 1 0 0,0 0-1 0 0,0 0 0 0 0,0 0 1 0 0,0 0-1 0 0,0 0 1 0 0,0 0-1 0 0,1 0 1 0 0,-1 0-1 0 0,0 0 0 0 0,1 0 1 0 0,-1 0-1 0 0,1 0 1 0 0,-1 0-1 0 0,1 0 1 0 0,-1 0-1 0 0,1 0 1 0 0,1 1-1 0 0,0 0 2 0 0,0 0-1 0 0,1 0 1 0 0,-1 1 0 0 0,0-1-1 0 0,0 0 1 0 0,-1 1 0 0 0,1 0-1 0 0,0-1 1 0 0,-1 1 0 0 0,1 0-1 0 0,-1 0 1 0 0,0 0 0 0 0,0 0-1 0 0,0 0 1 0 0,-1 0 0 0 0,1 0-1 0 0,-1 0 1 0 0,1 0 0 0 0,-1 6-1 0 0,0 149-44 0 0,5-155-13 0 0,-4-2 38 0 0,1-1 8 0 0,-1 0 0 0 0,1 1 0 0 0,-1-1 0 0 0,1 0 0 0 0,-1 1 1 0 0,0 0-1 0 0,1-1 0 0 0,-1 1 0 0 0,0 0 0 0 0,1 0 0 0 0,-1-1 0 0 0,0 1 0 0 0,0 0 0 0 0,0 0 0 0 0,0 0 0 0 0,0 1 0 0 0,0-1 1 0 0,0 0-1 0 0,0 0 0 0 0,0 2 0 0 0,0-2 4 0 0,-1 0 0 0 0,0 0 0 0 0,1-1 1 0 0,-1 1-1 0 0,1 0 0 0 0,-1-1 0 0 0,1 1 0 0 0,-1 0 1 0 0,1-1-1 0 0,-1 1 0 0 0,1 0 0 0 0,0-1 0 0 0,-1 1 0 0 0,1-1 1 0 0,0 1-1 0 0,-1-1 0 0 0,1 1 0 0 0,0-1 0 0 0,0 0 1 0 0,0 1-1 0 0,-1-1 0 0 0,1 0 0 0 0,0 0 0 0 0,0 1 1 0 0,0-1-1 0 0,0 0 0 0 0,0 0 0 0 0,19 7-65 0 0,-19-7 66 0 0,1 0 5 0 0,-1 1 0 0 0,1-1 0 0 0,-1 0-1 0 0,0 0 1 0 0,1 1 0 0 0,-1-1 0 0 0,0 1-1 0 0,1-1 1 0 0,-1 1 0 0 0,0-1 0 0 0,0 1-1 0 0,1 0 1 0 0,-1 0 0 0 0,0 0 0 0 0,0 0-1 0 0,0-1 1 0 0,0 1 0 0 0,0 0 0 0 0,1 2-1 0 0,-1-2-1 0 0,-1 0 0 0 0,1 0 0 0 0,0 0 0 0 0,0 0 0 0 0,0 0 0 0 0,0 0 0 0 0,1 0 0 0 0,-1 0 0 0 0,0 0 0 0 0,0-1 0 0 0,0 1 0 0 0,1-1 0 0 0,-1 1 0 0 0,0-1 0 0 0,1 1 0 0 0,-1-1 0 0 0,0 0 0 0 0,1 1 0 0 0,1-1 0 0 0,-1 0 6 0 0,30 17 62 0 0,7 1 9 0 0,-34-16-78 0 0,1-1 0 0 0,0 1 0 0 0,-1 1 0 0 0,1-1 0 0 0,-1 1 0 0 0,0 0 0 0 0,0 0 0 0 0,0 0 0 0 0,0 0 0 0 0,0 1 0 0 0,6 8 0 0 0,-7-9 0 0 0,0 0 0 0 0,0 0 0 0 0,0 0 0 0 0,1 0 0 0 0,8 3 0 0 0,13 9 0 0 0,-21-13 12 0 0,1 1 0 0 0,-1-1-1 0 0,1 0 1 0 0,-1 0 0 0 0,1 0 0 0 0,-1-1 0 0 0,1 0 0 0 0,9 1-1 0 0,56-1 157 0 0,-43-1-135 0 0,9-1-2 0 0,0-1 0 0 0,47-9 0 0 0,-58 5 55 0 0,-19 4-71 0 0,-1 0 0 0 0,0 1 0 0 0,1 0-1 0 0,12 0 1 0 0,25 0 230 0 0,0 3-1 0 0,64 11 1 0 0,-61-3-101 0 0,0-2 0 0 0,1-2 0 0 0,0-2 0 0 0,82-4 0 0 0,-93-2-87 0 0,-21 1-38 0 0,-1 0 0 0 0,1-1 0 0 0,30-8 1 0 0,-19 1 27 0 0,0-2 1 0 0,-1 0-1 0 0,0-2 1 0 0,-1 0-1 0 0,40-30 1 0 0,-17 10-48 0 0,-29 22 0 0 0,-2-2 0 0 0,1 0 0 0 0,16-17 0 0 0,-29 26 0 0 0,0 1 0 0 0,0-1 0 0 0,1 1 0 0 0,-1 0 0 0 0,7-2 0 0 0,-7 3 0 0 0,0 0 0 0 0,0-1 0 0 0,0 1 0 0 0,0-1 0 0 0,0 0 0 0 0,-1-1 0 0 0,0 1 0 0 0,7-7 0 0 0,0-16 0 0 0,43-63-40 0 0,-52 86 29 0 0,-1 0-1 0 0,0 0 1 0 0,0 0 0 0 0,0 0 0 0 0,-1 0-1 0 0,1 0 1 0 0,-1-1 0 0 0,0 1-1 0 0,0 0 1 0 0,0 0 0 0 0,0-1 0 0 0,-1-3-1 0 0,0 4 1 0 0,1 0-1 0 0,-1-1 0 0 0,1 1 0 0 0,0 0 1 0 0,1-1-1 0 0,-1 1 0 0 0,0 0 1 0 0,1 0-1 0 0,0-1 0 0 0,-1 1 1 0 0,1 0-1 0 0,2-4 0 0 0,5-7 10 0 0,-5 10-4 0 0,-1-1 0 0 0,1 1 0 0 0,-1-1 0 0 0,0 1 0 0 0,-1-1 0 0 0,1 0 0 0 0,-1 0 0 0 0,0 0 0 0 0,0 0 0 0 0,0 0 0 0 0,-1 0 0 0 0,1-7 0 0 0,-1-83 220 0 0,0 94-215 0 0,0 0 1 0 0,0 0 0 0 0,-1 0-1 0 0,1 0 1 0 0,0 0 0 0 0,0 0-1 0 0,0 0 1 0 0,-1 0 0 0 0,1 0-1 0 0,0 0 1 0 0,-1 0 0 0 0,1 0-1 0 0,-1 0 1 0 0,1 0 0 0 0,-1 0-1 0 0,0 0 1 0 0,1 1 0 0 0,-1-1-1 0 0,0 0 1 0 0,0 0 0 0 0,1 1-1 0 0,-1-1 1 0 0,0 0 0 0 0,0 1-1 0 0,0-1 1 0 0,0 1 0 0 0,-1-1-1 0 0,1 0 0 0 0,0 1 0 0 0,0-1 0 0 0,0 1 0 0 0,0-1 0 0 0,0 1 0 0 0,0-1 0 0 0,0 0-1 0 0,0 0 1 0 0,0 1 0 0 0,0-1 0 0 0,1 0 0 0 0,-1 0 0 0 0,0 0 0 0 0,1 0 0 0 0,-1 0 0 0 0,1 0 0 0 0,-1 0 0 0 0,1 0-1 0 0,-1 0 1 0 0,1 0 0 0 0,0 0 0 0 0,-1 0 0 0 0,1 0 0 0 0,0 0 0 0 0,0 0 0 0 0,0-1 0 0 0,0-1 0 0 0,0-3 2 0 0,1 4-2 0 0,-1 0 0 0 0,0 0 0 0 0,0 1 0 0 0,0-1 0 0 0,0 0 1 0 0,0 0-1 0 0,0 0 0 0 0,-1 1 0 0 0,1-1 0 0 0,0 0 0 0 0,-1 1 0 0 0,1-1 1 0 0,-1 0-1 0 0,0 1 0 0 0,0-1 0 0 0,-1-1 0 0 0,-7-5-13 0 0,8 8 14 0 0,-1-1 0 0 0,1 0 0 0 0,0 0 0 0 0,0 1 0 0 0,0-1 0 0 0,0 0 0 0 0,0 0 0 0 0,0 0 0 0 0,0 0 0 0 0,1 0 0 0 0,-1 0 0 0 0,0 0 0 0 0,0 0 0 0 0,1 0 0 0 0,-1-1 1 0 0,1 1-1 0 0,-1 0 0 0 0,1 0 0 0 0,-1 0 0 0 0,1-1 0 0 0,0 1 0 0 0,0 0 0 0 0,-1-1 0 0 0,1 0 0 0 0,0 1 1 0 0,0 0 0 0 0,0 0 0 0 0,0 1 0 0 0,0-1 0 0 0,0 0 0 0 0,0 0 1 0 0,0 1-1 0 0,0-1 0 0 0,0 0 0 0 0,-1 0 0 0 0,1 1 0 0 0,0-1 0 0 0,-1 0 0 0 0,1 1 0 0 0,0-1 0 0 0,-1 0 0 0 0,1 1 1 0 0,-1-1-1 0 0,1 1 0 0 0,-1-1 0 0 0,1 0 0 0 0,-1 1 0 0 0,0-1 0 0 0,1 1 0 0 0,-1 0 0 0 0,1-1 0 0 0,-1 1 1 0 0,0-1-1 0 0,1 1 0 0 0,-1 0 0 0 0,0 0 0 0 0,0-1 0 0 0,1 1 0 0 0,-2 0 0 0 0,1 0 0 0 0,0 0 1 0 0,0-1-1 0 0,0 1 0 0 0,0 0 0 0 0,1 0 0 0 0,-1-1 1 0 0,0 1-1 0 0,0-1 0 0 0,1 1 0 0 0,-1 0 0 0 0,0-1 0 0 0,0 1 1 0 0,1-1-1 0 0,-1 0 0 0 0,1 1 0 0 0,-1-1 0 0 0,0 0 1 0 0,1 1-1 0 0,-1-1 0 0 0,1 0 0 0 0,0 0 0 0 0,-1 1 1 0 0,1-1-1 0 0,0 0 0 0 0,-1 0 0 0 0,1 0 0 0 0,0 1 1 0 0,0-1-1 0 0,0 0 0 0 0,-1 0 0 0 0,1 0 0 0 0,0 0 1 0 0,0 0-1 0 0,1-1 0 0 0,-2 1 2 0 0,0 0-1 0 0,0 0 1 0 0,0 0 0 0 0,0 0 0 0 0,0 0-1 0 0,0 0 1 0 0,0 0 0 0 0,0 0-1 0 0,-1 1 1 0 0,1-1 0 0 0,0 0 0 0 0,0 1-1 0 0,-1-1 1 0 0,1 1 0 0 0,0-1 0 0 0,-1 1-1 0 0,1 0 1 0 0,0 0 0 0 0,-3-1-1 0 0,2 1 11 0 0,0-1-13 0 0,-99-39 80 0 0,69 22-140 0 0,28 15 61 0 0,0 0 0 0 0,0 1 0 0 0,-1-1 0 0 0,1 1 0 0 0,-8-3 0 0 0,-19-8 60 0 0,29 8-54 0 0,-8 4-2 0 0,-13 1 16 0 0,13-1-21 0 0,0-1 1 0 0,1 0 0 0 0,-1 0-1 0 0,0-1 1 0 0,1 0 0 0 0,-1-1 0 0 0,-12-7-1 0 0,9 5 0 0 0,-47-23 0 0 0,-43-18 0 0 0,76 40 0 0 0,21 7 0 0 0,4 0 0 0 0,1 0 0 0 0,0 0 0 0 0,0 0 0 0 0,0 0 0 0 0,0 0 0 0 0,0 0 0 0 0,0-1 0 0 0,0 1 0 0 0,-1 0 0 0 0,1 0 0 0 0,0-1 0 0 0,0 1 0 0 0,0-1 0 0 0,0 1 0 0 0,0-1 0 0 0,0 1 0 0 0,0-1 0 0 0,1 0 0 0 0,-1 1 0 0 0,0-1 0 0 0,0 0 0 0 0,0 0 0 0 0,1 0 0 0 0,-1 0 0 0 0,0 0 0 0 0,0-1 0 0 0,3 0 0 0 0,-31-9 0 0 0,-46-24 0 0 0,15 21 0 0 0,5 0 0 0 0,29 6-513 0 0,23 7-115 0 0,0 0 0 0 0,-1 0 0 0 0,1 0 0 0 0,-1 0 0 0 0,0 0 0 0 0,1 1 0 0 0,-1 0 0 0 0,0 0 0 0 0,1 0 0 0 0,-1 0 0 0 0,-7 1 0 0 0,-16 5-9924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40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69 2001 0 0,'0'0'2348'0'0,"-5"0"119"0"0,4 0-2160 0 0,0-1-47 0 0,-1 1 0 0 0,1 0 0 0 0,-1 0 0 0 0,1 0 0 0 0,0 0 1 0 0,-1 0-1 0 0,1 0 0 0 0,-1 0 0 0 0,1 0 0 0 0,-1 1 0 0 0,1-1 0 0 0,-1 1 1 0 0,1-1-1 0 0,0 1 0 0 0,-1-1 0 0 0,1 1 0 0 0,-2 1 0 0 0,-2-1 1995 0 0,-49-2 4628 0 0,21-11-3602 0 0,33 12-3230 0 0,-1 0 0 0 0,1 0-1 0 0,-1 0 1 0 0,1 0-1 0 0,0-1 1 0 0,0 1-1 0 0,-1 0 1 0 0,1 0-1 0 0,0 0 1 0 0,-1-1 0 0 0,1 1-1 0 0,0 0 1 0 0,0-1-1 0 0,-1 1 1 0 0,1 0-1 0 0,0 0 1 0 0,0-1 0 0 0,0 1-1 0 0,0 0 1 0 0,-1-1-1 0 0,1 1 1 0 0,0-1-1 0 0,0 1 1 0 0,0 0-1 0 0,0-1 1 0 0,0 1 0 0 0,0 0-1 0 0,0-1 1 0 0,0 1-1 0 0,0-1 1 0 0,0 1-1 0 0,0 0 1 0 0,0-1-1 0 0,0 0 1 0 0,1 1-20 0 0,-1 0-1 0 0,0 0 0 0 0,0-1 1 0 0,0 1-1 0 0,0 0 1 0 0,0 0-1 0 0,0-1 1 0 0,0 1-1 0 0,0 0 1 0 0,0-1-1 0 0,0 1 1 0 0,0 0-1 0 0,0 0 1 0 0,0-1-1 0 0,0 1 0 0 0,0 0 1 0 0,0 0-1 0 0,0-1 1 0 0,-1 1-1 0 0,1 0 1 0 0,0 0-1 0 0,0-1 1 0 0,0 1-1 0 0,0 0 1 0 0,0 0-1 0 0,-1 0 0 0 0,1-1 1 0 0,0 1-1 0 0,0 0 1 0 0,0 0-1 0 0,-1 0 1 0 0,1 0-1 0 0,0-1 1 0 0,0 1-1 0 0,-1 0 1 0 0,1 0-1 0 0,0 0 1 0 0,0 0-1 0 0,-1 0 0 0 0,-48-15 1318 0 0,44 14-708 0 0,32-10 1294 0 0,16 4-1894 0 0,1 2 0 0 0,-1 3 0 0 0,1 1 0 0 0,0 2 0 0 0,-1 2 0 0 0,1 2 0 0 0,47 11 0 0 0,61 6-120 0 0,-10-1 160 0 0,-101-18-65 0 0,-24-2 1 0 0,1 1 0 0 0,-1 0-1 0 0,0 1 1 0 0,25 8 0 0 0,-29-7-3 0 0,-1-1 0 0 0,26 4 1 0 0,-27-5-10 0 0,-1-1 1 0 0,0 2-1 0 0,1-1 1 0 0,-1 1-1 0 0,10 5 0 0 0,-14-5-2 0 0,-1-1 0 0 0,39 5-19 0 0,-39-4-23 0 0,-5 2 93 0 0,0-3 940 0 0,-12-2-954 0 0,-1 1 1 0 0,1 0 0 0 0,-22 5-1 0 0,7-1-37 0 0,-19 3-2 0 0,-1-1 0 0 0,0 2 0 0 0,-68 22 0 0 0,-80 30 0 0 0,-121 36-592 0 0,170-56-403 0 0,101-27-2052 0 0,37-6 1535 0 0,7-4-1342 0 0,33-8-20273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41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0 1681 0 0,'-60'26'4028'0'0,"60"-26"-3929"0"0,0 0 0 0 0,-1 1-1 0 0,1-1 1 0 0,-1 0 0 0 0,1 0-1 0 0,0 1 1 0 0,-1-1 0 0 0,1 1-1 0 0,0-1 1 0 0,0 0 0 0 0,-1 1-1 0 0,1-1 1 0 0,0 1 0 0 0,0-1-1 0 0,-1 0 1 0 0,1 1 0 0 0,0-1-1 0 0,0 1 1 0 0,0-1 0 0 0,0 1-1 0 0,0-1 1 0 0,0 1 0 0 0,0-1-1 0 0,0 1 1 0 0,0-1-1 0 0,0 1 1 0 0,0-1 0 0 0,0 1-1 0 0,0 0-40 0 0,0-1-1 0 0,0 0 0 0 0,0 0 0 0 0,1 1 0 0 0,-1-1 0 0 0,0 0 0 0 0,0 0 0 0 0,0 1 0 0 0,0-1 0 0 0,0 0 0 0 0,0 1 0 0 0,0-1 0 0 0,0 0 0 0 0,-1 0 0 0 0,1 1 1 0 0,0-1-1 0 0,0 0 0 0 0,0 0 0 0 0,0 1 0 0 0,0-1 0 0 0,0 0 0 0 0,0 0 0 0 0,-1 0 0 0 0,1 1 0 0 0,0-1 0 0 0,0 0 0 0 0,0 0 0 0 0,0 0 0 0 0,-1 1 0 0 0,1-1 1 0 0,0 0-1 0 0,0 0 0 0 0,0 0 0 0 0,-1 0 0 0 0,1 0 0 0 0,0 1 0 0 0,0-1 0 0 0,-1 0 0 0 0,1 0 0 0 0,0 0 0 0 0,0 0 0 0 0,-1 0 0 0 0,1 0 0 0 0,-1 0 0 0 0,-20 1 1264 0 0,21-1-1293 0 0,0 0 0 0 0,-1 0 0 0 0,1 0 0 0 0,0-1 0 0 0,0 1 0 0 0,0 0 0 0 0,0 0 0 0 0,0 0 0 0 0,0 0 0 0 0,-1 0 0 0 0,1 0 0 0 0,0 0 0 0 0,0 0 0 0 0,0 0 1 0 0,0 0-1 0 0,0 0 0 0 0,0 0 0 0 0,-1 0 0 0 0,1 0 0 0 0,0 0 0 0 0,0 0 0 0 0,0 0 0 0 0,0 0 0 0 0,0 0 0 0 0,-1 0 0 0 0,1 0 0 0 0,0 0 0 0 0,0 0 0 0 0,0 0 0 0 0,0 0 0 0 0,0 0 0 0 0,0 0 0 0 0,-1 0 0 0 0,1 0 0 0 0,0 1 0 0 0,0-1 0 0 0,0 0 0 0 0,0 0 0 0 0,0 0 0 0 0,0 0 0 0 0,0 0 0 0 0,0 0 0 0 0,0 0 0 0 0,-1 1 0 0 0,1-1 0 0 0,0 0 1 0 0,0 0-1 0 0,0 0 0 0 0,0 0 0 0 0,0 0 0 0 0,0 0 0 0 0,0 1 0 0 0,0-1 0 0 0,0 0 0 0 0,0 0 0 0 0,0 0 0 0 0,0 0 0 0 0,0 0 0 0 0,0 1 0 0 0,0-1 0 0 0,0 0 0 0 0,0 0 3 0 0,0 0 0 0 0,0 0 0 0 0,0 1 1 0 0,0-1-1 0 0,0 0 0 0 0,0 0 0 0 0,0 0 0 0 0,0 0 0 0 0,0 0 0 0 0,0 1 0 0 0,0-1 1 0 0,0 0-1 0 0,0 0 0 0 0,0 0 0 0 0,0 0 0 0 0,0 0 0 0 0,0 1 0 0 0,0-1 1 0 0,0 0-1 0 0,0 0 0 0 0,0 0 0 0 0,0 0 0 0 0,0 0 0 0 0,0 0 0 0 0,0 0 1 0 0,-1 1-1 0 0,1-1 0 0 0,0 0 0 0 0,0 0 0 0 0,0 0 0 0 0,0 0 0 0 0,0 0 0 0 0,0 0 1 0 0,-1 0-1 0 0,1 0 0 0 0,0 0 0 0 0,0 0 0 0 0,0 0 0 0 0,0 0 0 0 0,0 0 1 0 0,0 0-1 0 0,-1 0 0 0 0,1 0 0 0 0,0 0 0 0 0,0 0 0 0 0,0 0 0 0 0,0 0 0 0 0,0 0 1 0 0,-1 0-1 0 0,1 0 0 0 0,0 0 0 0 0,0 0 0 0 0,0 0 0 0 0,0 0 0 0 0,0 0 1 0 0,0 0-1 0 0,-1 0 0 0 0,1 0 0 0 0,0 0 0 0 0,0-1 0 0 0,0 1 0 0 0,-22 0 1450 0 0,22 0-1447 0 0,0 0 0 0 0,0 1 1 0 0,0-1-1 0 0,0 0 0 0 0,-1 0 0 0 0,1 0 0 0 0,0 0 0 0 0,0 0 1 0 0,0 0-1 0 0,0 0 0 0 0,0 0 0 0 0,0 0 0 0 0,-1 0 0 0 0,1 0 1 0 0,0 0-1 0 0,0 0 0 0 0,0 0 0 0 0,0 0 0 0 0,0 0 0 0 0,-1 0 1 0 0,1 0-1 0 0,0 0 0 0 0,0 0 0 0 0,0 0 0 0 0,0 0 1 0 0,0 0-1 0 0,0 0 0 0 0,-1 0 0 0 0,1 0 0 0 0,0 0 0 0 0,0 0 1 0 0,0 0-1 0 0,0 0 0 0 0,0 0 0 0 0,0 0 0 0 0,-1-1 0 0 0,1 1 1 0 0,0 0-1 0 0,0 0 0 0 0,0 0 0 0 0,0 0 0 0 0,0 0 0 0 0,0 0 1 0 0,0 0-1 0 0,0-1 0 0 0,0 1 0 0 0,0 0 0 0 0,0 0 0 0 0,0 0 1 0 0,0 0-1 0 0,-1 0 0 0 0,1 0 0 0 0,0-1 0 0 0,0 1 0 0 0,0 0 1 0 0,0 0-1 0 0,0 0 0 0 0,0 0 0 0 0,0 0 0 0 0,1-1 0 0 0,-1 1 1 0 0,0 0-14 0 0,0 0 0 0 0,0 0 1 0 0,0 0-1 0 0,0-1 0 0 0,0 1 1 0 0,0 0-1 0 0,0 0 0 0 0,0 0 1 0 0,0 0-1 0 0,0 0 0 0 0,0-1 1 0 0,0 1-1 0 0,0 0 0 0 0,0 0 1 0 0,0 0-1 0 0,0 0 0 0 0,-1 0 1 0 0,1 0-1 0 0,0-1 0 0 0,0 1 1 0 0,0 0-1 0 0,0 0 0 0 0,0 0 1 0 0,0 0-1 0 0,0 0 0 0 0,0 0 1 0 0,0 0-1 0 0,0-1 0 0 0,-1 1 1 0 0,1 0-1 0 0,0 0 0 0 0,0 0 1 0 0,0 0-1 0 0,0 0 0 0 0,0 0 1 0 0,0 0-1 0 0,-1 0 1 0 0,1 0-1 0 0,0 0 0 0 0,0 0 1 0 0,0 0-1 0 0,0 0 0 0 0,0 0 1 0 0,-1 0-1 0 0,1 0 0 0 0,0 0 1 0 0,0 0-1 0 0,0 0 0 0 0,0 0 1 0 0,0 0-1 0 0,0 0 0 0 0,-1 0 1 0 0,1 0-1 0 0,0 0 0 0 0,0 0 1 0 0,0 0-1 0 0,0 0 0 0 0,0 1 1 0 0,0-1-1 0 0,-1 0 0 0 0,1 0 1 0 0,-27 0 2766 0 0,27-13-552 0 0,0 14-2016 0 0,0 3-342 0 0,0-2 175 0 0,-27-1-173 0 0,21 3 187 0 0,1-3 0 0 0,-22-1 506 0 0,27-2-321 0 0,0 2-245 0 0,0 0-1 0 0,0 0 0 0 0,-1 0 0 0 0,1 0 1 0 0,0 0-1 0 0,0-1 0 0 0,0 1 0 0 0,0 0 1 0 0,0 0-1 0 0,0 0 0 0 0,0 0 1 0 0,0 0-1 0 0,0-1 0 0 0,0 1 0 0 0,0 0 1 0 0,0 0-1 0 0,0 0 0 0 0,0 0 1 0 0,0-1-1 0 0,0 1 0 0 0,0 0 0 0 0,0 0 1 0 0,1 0-1 0 0,-1 0 0 0 0,0 0 0 0 0,0-1 1 0 0,0 1-1 0 0,0 0 0 0 0,0 0 1 0 0,0 0-1 0 0,0 0 0 0 0,0 0 0 0 0,1 0 1 0 0,-1 0-1 0 0,0-1 0 0 0,0 1 0 0 0,0 0 1 0 0,0 0-1 0 0,0 0 0 0 0,1 0 1 0 0,-1 0-1 0 0,0 0 0 0 0,0 0 0 0 0,0 0 1 0 0,0 0-1 0 0,0 0 0 0 0,1 0 1 0 0,-1 0-1 0 0,0 0 0 0 0,0 0 0 0 0,0 0 1 0 0,0 0-1 0 0,1 0 0 0 0,-1 0 0 0 0,0 0 1 0 0,0 0-1 0 0,0 0 0 0 0,0 0 1 0 0,0 0-1 0 0,1 0 0 0 0,-1 0 0 0 0,0 1 1 0 0,0-1-1 0 0,2 0 48 0 0,-1 0-34 0 0,0 0 1 0 0,0 1-1 0 0,0-1 1 0 0,0 0-1 0 0,0 0 1 0 0,0 0-1 0 0,0 0 1 0 0,0 0 0 0 0,0 0-1 0 0,0 0 1 0 0,0-1-1 0 0,0 1 1 0 0,1 0-1 0 0,-1-1 1 0 0,0 1-1 0 0,0 0 1 0 0,0-1 0 0 0,-1 1-1 0 0,1-1 1 0 0,0 0-1 0 0,0 1 1 0 0,0-1-1 0 0,1-1 1 0 0,4 0 219 0 0,6 2-125 0 0,23 1 388 0 0,48-7-1 0 0,-61 4-206 0 0,43 0-1 0 0,6 0 88 0 0,0 1 258 0 0,151-6 612 0 0,-117 5-884 0 0,-47 3-324 0 0,-9 0-672 0 0,-37 3 269 0 0,-14-2-1276 0 0,-19-2-5271 0 0,-88-7-5821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47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388 250 960 0 0,'0'0'3922'0'0,"1"-6"-520"0"0,-6 4 1013 0 0,0 2-4008 0 0,0 0 0 0 0,0 1-1 0 0,0 0 1 0 0,1 0 0 0 0,-1 0 0 0 0,0 0-1 0 0,0 1 1 0 0,1 0 0 0 0,-1 0 0 0 0,1 0-1 0 0,-1 0 1 0 0,-5 5 0 0 0,2-1-158 0 0,1 0 0 0 0,0 1 0 0 0,0 0-1 0 0,1 0 1 0 0,0 1 0 0 0,-6 8 0 0 0,7-8-42 0 0,-1 0 0 0 0,2 1-1 0 0,-8 16 1 0 0,6-6-4 0 0,5-15-172 0 0,0-1 0 0 0,0 1 0 0 0,0-1 0 0 0,0 1 0 0 0,-1-1 0 0 0,0 0-1 0 0,1 0 1 0 0,-1 1 0 0 0,-1-1 0 0 0,1 0 0 0 0,0-1 0 0 0,-1 1 0 0 0,1 0 0 0 0,-6 3 0 0 0,3-1 37 0 0,1 0 0 0 0,-1-1 0 0 0,1 1 0 0 0,0 1 0 0 0,1-1 0 0 0,-5 7 0 0 0,5-6 20 0 0,0-1 0 0 0,-1 1 1 0 0,0-1-1 0 0,0 0 0 0 0,0 0 1 0 0,-6 5-1 0 0,-13 5 182 0 0,20-14-248 0 0,1 0-1 0 0,-1 1 1 0 0,0-1-1 0 0,1 1 0 0 0,-1-1 1 0 0,1 1-1 0 0,0 0 1 0 0,-1 0-1 0 0,1 0 1 0 0,0 0-1 0 0,0 0 0 0 0,0 1 1 0 0,1-1-1 0 0,-1 0 1 0 0,0 1-1 0 0,1 0 1 0 0,0-1-1 0 0,-1 1 0 0 0,1 0 1 0 0,-1 3-1 0 0,3 4 67 0 0,-1-7-80 0 0,0-1 0 0 0,0 1-1 0 0,0 0 1 0 0,0-1-1 0 0,0 1 1 0 0,0 0-1 0 0,-1-1 1 0 0,1 1 0 0 0,-1-1-1 0 0,0 1 1 0 0,0-1-1 0 0,-1 4 1 0 0,-9 6 19 0 0,10-11-24 0 0,-1 1 0 0 0,1-1-1 0 0,0 1 1 0 0,-1-1 0 0 0,1 1 0 0 0,0-1 0 0 0,0 1-1 0 0,0 0 1 0 0,0 0 0 0 0,0-1 0 0 0,1 1-1 0 0,-1 0 1 0 0,0 0 0 0 0,1 0 0 0 0,0 0 0 0 0,-1 0-1 0 0,1 0 1 0 0,0 4 0 0 0,-1 11 39 0 0,0-13-33 0 0,0 0-1 0 0,1 0 1 0 0,-1 0-1 0 0,1 0 0 0 0,0 0 1 0 0,1 0-1 0 0,-1 0 1 0 0,1 0-1 0 0,-1-1 0 0 0,1 1 1 0 0,0 0-1 0 0,1 0 1 0 0,1 4-1 0 0,6 2 59 0 0,-7-9-67 0 0,0 1 1 0 0,-1 0 0 0 0,1-1-1 0 0,-1 1 1 0 0,0 0 0 0 0,1 0-1 0 0,-1 0 1 0 0,0 0-1 0 0,0 0 1 0 0,0 0 0 0 0,0 0-1 0 0,-1 0 1 0 0,1 0 0 0 0,0 1-1 0 0,-1-1 1 0 0,0 0 0 0 0,1 0-1 0 0,-1 1 1 0 0,0-1-1 0 0,-1 4 1 0 0,2-4 3 0 0,-1 1 0 0 0,1-1-1 0 0,0 0 1 0 0,-1 1 0 0 0,1-1 0 0 0,0 0-1 0 0,1 1 1 0 0,-1-1 0 0 0,0 0 0 0 0,0 0-1 0 0,1 0 1 0 0,3 3 0 0 0,-4-4-3 0 0,0 0 1 0 0,0 0-1 0 0,0 0 1 0 0,0 0-1 0 0,0 0 1 0 0,0 0-1 0 0,0 1 1 0 0,0-1-1 0 0,-1 0 1 0 0,1 0-1 0 0,0 0 1 0 0,-1 1-1 0 0,1-1 1 0 0,-1 0-1 0 0,0 1 1 0 0,1-1-1 0 0,-1 1 1 0 0,0-1-1 0 0,0 0 1 0 0,0 1-1 0 0,1-1 1 0 0,-2 1-1 0 0,1-1 1 0 0,0 1-1 0 0,0-1 1 0 0,0 0-1 0 0,-1 1 1 0 0,1-1-1 0 0,-1 2 1 0 0,-10 8 8 0 0,10-10-8 0 0,-1 0 1 0 0,1 0-1 0 0,0 1 1 0 0,0-1-1 0 0,0 0 1 0 0,0 0 0 0 0,0 1-1 0 0,0-1 1 0 0,0 0-1 0 0,0 1 1 0 0,0-1-1 0 0,0 1 1 0 0,1 0 0 0 0,-1-1-1 0 0,1 1 1 0 0,-1-1-1 0 0,1 1 1 0 0,0 0-1 0 0,0-1 1 0 0,-1 1 0 0 0,1 1-1 0 0,1 5 28 0 0,0-5-32 0 0,-1 0 0 0 0,1 0 0 0 0,-1 0 0 0 0,0 0 0 0 0,0 0 0 0 0,0 0 0 0 0,-1 0 0 0 0,1 0 0 0 0,-1 0 0 0 0,1 0 0 0 0,-1 0 0 0 0,0 0 0 0 0,0 0 0 0 0,-2 3 0 0 0,-51 46 69 0 0,52-49-65 0 0,1 0 0 0 0,0 1 1 0 0,0-1-1 0 0,0 0 0 0 0,0 1 0 0 0,0-1 1 0 0,1 0-1 0 0,0 1 0 0 0,0-1 0 0 0,0 0 1 0 0,0 1-1 0 0,0-1 0 0 0,1 6 1 0 0,0 2 98 0 0,-1-5-71 0 0,-1-5-32 0 0,1 1 1 0 0,0-1 0 0 0,-1 0-1 0 0,1 1 1 0 0,0-1 0 0 0,0 0-1 0 0,0 1 1 0 0,0-1 0 0 0,0 0-1 0 0,0 1 1 0 0,1-1 0 0 0,-1 0-1 0 0,0 0 1 0 0,1 1 0 0 0,-1-1-1 0 0,1 0 1 0 0,-1 0 0 0 0,1 1-1 0 0,0-1 1 0 0,-1 0 0 0 0,3 2-1 0 0,27 19 110 0 0,5 4 51 0 0,-29-22-158 0 0,-4-4 2 0 0,-1 0-1 0 0,0 1 1 0 0,0-1-1 0 0,0 0 1 0 0,0 1-1 0 0,0-1 0 0 0,0 1 1 0 0,0 0-1 0 0,0-1 1 0 0,0 1-1 0 0,0 0 0 0 0,-1-1 1 0 0,1 1-1 0 0,0 0 1 0 0,0 0-1 0 0,-1 0 1 0 0,1 0-1 0 0,0 0 0 0 0,-1 0 1 0 0,1 0-1 0 0,-1 0 1 0 0,1 0-1 0 0,-1 0 1 0 0,0 0-1 0 0,1 0 0 0 0,-1 1 1 0 0,1 0-2 0 0,-1-1 0 0 0,1 0-1 0 0,0 0 1 0 0,-1 1 0 0 0,1-1 0 0 0,0 0 0 0 0,0 0 0 0 0,0 0 0 0 0,0 0 0 0 0,0 0-1 0 0,0 0 1 0 0,0 0 0 0 0,0-1 0 0 0,1 1 0 0 0,-1 0 0 0 0,0-1 0 0 0,0 1 0 0 0,1 0-1 0 0,-1-1 1 0 0,0 0 0 0 0,3 1 0 0 0,-2 0 6 0 0,8 6 0 0 0,-1 0-1 0 0,0 1 1 0 0,-1 0-1 0 0,12 14 1 0 0,-11-12-15 0 0,0 0 0 0 0,0-1 0 0 0,17 13-1 0 0,71 41 129 0 0,-11-9-224 0 0,13 9 88 0 0,-93-59 27 0 0,15 13 82 0 0,1-2-1 0 0,25 14 1 0 0,-36-23-116 0 0,1-1 0 0 0,-1-1 0 0 0,1 0 0 0 0,15 3 0 0 0,125 33 156 0 0,-116-32-12 0 0,68 26 1 0 0,-70-22-58 0 0,24 5-23 0 0,-30-9-8 0 0,43 17 0 0 0,-68-24-28 0 0,0 1-1 0 0,0 0 1 0 0,0 0 0 0 0,0 0-1 0 0,-1 0 1 0 0,1 1 0 0 0,-1-1 0 0 0,1 1-1 0 0,-1-1 1 0 0,2 4 0 0 0,-2-3 16 0 0,0 0 0 0 0,1 0 0 0 0,-1 0-1 0 0,1-1 1 0 0,-1 1 0 0 0,1-1 0 0 0,0 0 0 0 0,6 4 0 0 0,49 28 407 0 0,-37-22-242 0 0,-1 0 1 0 0,2-1-1 0 0,25 9 1 0 0,79 14 293 0 0,-118-31-459 0 0,1-1 0 0 0,-1 0 0 0 0,1 0 0 0 0,0-1 0 0 0,0 0 0 0 0,13 0 0 0 0,40 2 85 0 0,252 17 535 0 0,-199-16-332 0 0,483-7 689 0 0,-408-5-574 0 0,-49 3-248 0 0,463-23 385 0 0,-333 15-161 0 0,-233 12-353 0 0,-11 0 23 0 0,39-5-1 0 0,320-9 552 0 0,-364 15-601 0 0,295 11 412 0 0,-9-1-224 0 0,-21-3 5 0 0,-91 0-119 0 0,-146-3-49 0 0,96 13 217 0 0,-39-3-256 0 0,1-4 0 0 0,127-6 0 0 0,-111-10 1 0 0,0-5 0 0 0,-1-5-1 0 0,127-34 1 0 0,-237 47-7 0 0,23-2 0 0 0,6 1 0 0 0,61-2 0 0 0,47 5 0 0 0,-147 1 0 0 0,166-9 0 0 0,59 18 0 0 0,-101-5 0 0 0,-58 0 0 0 0,88-7 0 0 0,-92-2 0 0 0,-20 4 0 0 0,-36-2 0 0 0,2 0 0 0 0,55 0 0 0 0,-1-3 0 0 0,8-4 0 0 0,-48 6 0 0 0,159-24 0 0 0,-15 2 0 0 0,-12 6 0 0 0,-92 15 0 0 0,-51 4 0 0 0,0 0 0 0 0,0-1 0 0 0,15-3 0 0 0,111-14 0 0 0,-102 16 0 0 0,1-2 0 0 0,71-18 0 0 0,-82 14 0 0 0,10-3 0 0 0,58-28 0 0 0,-63 27 0 0 0,-6 6 0 0 0,76-13 0 0 0,-75 18 0 0 0,4 2 0 0 0,1-1 0 0 0,-1-3 0 0 0,-30 1 0 0 0,-2 3 0 0 0,0 0 0 0 0,1 0 0 0 0,-1 0 0 0 0,0 0 0 0 0,0 0 0 0 0,0 0 0 0 0,0 0 0 0 0,0 0 0 0 0,0 0 0 0 0,0 0 0 0 0,0 0 0 0 0,1 1 0 0 0,-1-1 0 0 0,0 0 0 0 0,0 0 0 0 0,0 0 0 0 0,0 0 0 0 0,0 0 0 0 0,0 0 0 0 0,0 0 0 0 0,0-1 0 0 0,1 1 0 0 0,-1 0 0 0 0,0 0 0 0 0,0 0 0 0 0,0 0 0 0 0,0 0 0 0 0,0 0 0 0 0,0 0 0 0 0,0 0 0 0 0,0 0 0 0 0,0 0 0 0 0,1 0 0 0 0,-1 0 0 0 0,0 0 0 0 0,0 0 0 0 0,0 0 0 0 0,0 0 0 0 0,0-1 0 0 0,0 1 0 0 0,0 0 0 0 0,0 0 0 0 0,0 0 0 0 0,0 0 0 0 0,0 0 0 0 0,0 0 0 0 0,0 0 0 0 0,0 0 0 0 0,0 0 0 0 0,0-1 0 0 0,0 1 0 0 0,0 0 0 0 0,0 0 0 0 0,0 0 0 0 0,0 0 0 0 0,0 0 0 0 0,0 0 0 0 0,0 0 0 0 0,0-1 0 0 0,0 1 0 0 0,0 0 0 0 0,0 0 0 0 0,0 0 0 0 0,65-22 0 0 0,-23 2 0 0 0,-18 14 0 0 0,-3 4 0 0 0,-20 2 0 0 0,-1 0 0 0 0,0 0 0 0 0,0 0 0 0 0,1 0 0 0 0,-1-1 0 0 0,0 1 0 0 0,0 0 0 0 0,1 0 0 0 0,-1 0 0 0 0,0 0 0 0 0,0 0 0 0 0,0 0 0 0 0,1 0 0 0 0,-1-1 0 0 0,0 1 0 0 0,0 0 0 0 0,0 0 0 0 0,0 0 0 0 0,1-1 0 0 0,-1 1 0 0 0,0 0 0 0 0,0 0 0 0 0,0 0 0 0 0,0-1 0 0 0,0 1 0 0 0,0 0 0 0 0,1 0 0 0 0,-1-1 0 0 0,0 1 0 0 0,0 0 0 0 0,0 0 0 0 0,0 0 0 0 0,0-1 0 0 0,0 1 0 0 0,0 0 0 0 0,0-1 0 0 0,0 1 0 0 0,0 0 0 0 0,0-1 0 0 0,0 1 0 0 0,1-1 0 0 0,-1 1 0 0 0,0-1 0 0 0,1 1 0 0 0,-1 0 0 0 0,0-1 0 0 0,1 1 0 0 0,-1-1 0 0 0,1 1 0 0 0,-1 0 0 0 0,0-1 0 0 0,1 1 0 0 0,-1 0 0 0 0,1 0 0 0 0,-1-1 0 0 0,1 1 0 0 0,-1 0 0 0 0,1 0 0 0 0,-1 0 0 0 0,1 0 0 0 0,-1 0 0 0 0,1 0 0 0 0,-1-1 0 0 0,1 1 0 0 0,-1 0 0 0 0,1 1 0 0 0,0-1 0 0 0,-1 0 0 0 0,1 0 0 0 0,-1 0 0 0 0,1 0 0 0 0,0 1 0 0 0,0-1 0 0 0,-1 0 0 0 0,1 0 0 0 0,-1 0 0 0 0,1 0 0 0 0,-1 0 0 0 0,1 1 0 0 0,-1-1 0 0 0,1 0 0 0 0,-1 0 0 0 0,1 0 0 0 0,-1 0 0 0 0,1-1 0 0 0,-1 1 0 0 0,1 0 0 0 0,-1 0 0 0 0,1 0 0 0 0,-1 0 0 0 0,1 0 0 0 0,-1-1 0 0 0,1 1 0 0 0,-1 0 0 0 0,1 0 0 0 0,-1-1 0 0 0,1 1 0 0 0,-1 0 0 0 0,0-1 0 0 0,1 1 0 0 0,-1 0 0 0 0,1-1 0 0 0,-1 1 0 0 0,0-1 0 0 0,0 1 0 0 0,1-1 0 0 0,-1 0 0 0 0,1 0 0 0 0,-1 1 0 0 0,0-1 0 0 0,0 1 0 0 0,0-1 0 0 0,0 1 0 0 0,1-1 0 0 0,-1 0 0 0 0,0 1 0 0 0,0-1 0 0 0,1 1 0 0 0,-1 0 0 0 0,0-1 0 0 0,1 1 0 0 0,-1-1 0 0 0,1 1 0 0 0,-1-1 0 0 0,1 1 0 0 0,-1 0 0 0 0,0-1 0 0 0,1 1 0 0 0,0 0 0 0 0,-1-1 0 0 0,1 1 0 0 0,-1 0 0 0 0,1 0 0 0 0,-1 0 0 0 0,1 0 0 0 0,-1-1 0 0 0,1 1 0 0 0,0 0 0 0 0,-1 0 0 0 0,1 0 0 0 0,0 0 0 0 0,0 0 0 0 0,0 0 0 0 0,0 0 0 0 0,-1 0 0 0 0,1 0 0 0 0,0 0 0 0 0,-1 0 0 0 0,1 0 0 0 0,0 0 0 0 0,-1-1 0 0 0,1 1 0 0 0,0 0 0 0 0,-1-1 0 0 0,1 1 0 0 0,0 0 0 0 0,-1-1 0 0 0,1 1 0 0 0,-1 0 0 0 0,1-1 0 0 0,-1 1 0 0 0,1-1 0 0 0,-1 0 0 0 0,1 1 0 0 0,-1-1 0 0 0,1 1 0 0 0,-1-1 0 0 0,0 1 0 0 0,1-1 0 0 0,-1 0 0 0 0,0 1 0 0 0,0-1 0 0 0,1 0 0 0 0,-1 1 0 0 0,0-1 0 0 0,0 0 0 0 0,0 0 0 0 0,0 0 0 0 0,0 0 0 0 0,0 1 0 0 0,0-1 0 0 0,0 0 0 0 0,0 1 0 0 0,0-1 0 0 0,0 0 0 0 0,1 1 0 0 0,-1-1 0 0 0,0 0 0 0 0,0 1 0 0 0,0-1 0 0 0,1 0 0 0 0,-1 1 0 0 0,0-1 0 0 0,1 1 0 0 0,-1-1 0 0 0,1 1 0 0 0,-1-1 0 0 0,1 1 0 0 0,-1-1 0 0 0,1 1 0 0 0,-1-1 0 0 0,1 1 0 0 0,-1-1 0 0 0,1 1 0 0 0,-1 0 0 0 0,1-1 0 0 0,0 1 0 0 0,-1 0 0 0 0,1 0 0 0 0,0 0 0 0 0,-1-1 0 0 0,1 1 0 0 0,0 0 0 0 0,-1 0 0 0 0,1 0 0 0 0,0 0 0 0 0,-1 0 0 0 0,1 0 0 0 0,0 0 0 0 0,0 0 0 0 0,-1 0 0 0 0,1 1 0 0 0,-1-1 0 0 0,1 0 0 0 0,-1 0 0 0 0,1 0 0 0 0,-1 0 0 0 0,1 0 0 0 0,-1-1 0 0 0,1 1 0 0 0,-1 0 0 0 0,1 0 0 0 0,-1 0 0 0 0,1 0 0 0 0,-1 0 0 0 0,1-1 0 0 0,-1 1 0 0 0,1 0 0 0 0,-1 0 0 0 0,0-1 0 0 0,1 1 0 0 0,-1 0 0 0 0,0-1 0 0 0,1 1 0 0 0,-1 0 0 0 0,0-1 0 0 0,1 1 0 0 0,-1-1 0 0 0,0 1 0 0 0,0-1 0 0 0,1 1 0 0 0,-1 0 0 0 0,0-1 0 0 0,0 1 0 0 0,0-1 0 0 0,0 1 0 0 0,1-1 0 0 0,-1 1 0 0 0,0-1 0 0 0,0 0 0 0 0,0 0 0 0 0,0 1 0 0 0,0-1 0 0 0,1 1 0 0 0,-1-1 0 0 0,0 1 0 0 0,1-1 0 0 0,-1 1 0 0 0,0-1 0 0 0,1 1 0 0 0,-1 0 0 0 0,0-1 0 0 0,1 1 0 0 0,-1-1 0 0 0,1 1 0 0 0,-1 0 0 0 0,1-1 0 0 0,-1 1 0 0 0,1 0 0 0 0,-1-1 0 0 0,1 1 0 0 0,-1 0 0 0 0,1 0 0 0 0,-1 0 0 0 0,1 0 0 0 0,-1-1 0 0 0,1 1 0 0 0,-1 0 0 0 0,1 0 0 0 0,0 0 0 0 0,-1 0 0 0 0,1 0 0 0 0,-1 0 0 0 0,2 1 0 0 0,-2-1 0 0 0,1 0 0 0 0,-1 0 0 0 0,1 0 0 0 0,0 0 0 0 0,-1 0 0 0 0,1 0 0 0 0,-1 0 0 0 0,1 0 0 0 0,0 0 0 0 0,-1 0 0 0 0,1-1 0 0 0,-1 1 0 0 0,1 0 0 0 0,0 0 0 0 0,-1-1 0 0 0,1 1 0 0 0,-1 0 0 0 0,1 0 0 0 0,-1-1 0 0 0,1 1 0 0 0,-1-1 0 0 0,0 1 0 0 0,1 0 0 0 0,-1-1 0 0 0,1 1 0 0 0,-1-1 0 0 0,0 1 0 0 0,1-1 0 0 0,-1 1 0 0 0,0-1 0 0 0,1 1 0 0 0,-1-1 0 0 0,0 0 0 0 0,0 0 0 0 0,1 0 0 0 0,0 0 0 0 0,0 0 0 0 0,0 0 0 0 0,0 0 0 0 0,-1 0 0 0 0,1 0 0 0 0,0 0 0 0 0,1 1 0 0 0,-1-1 0 0 0,0 0 0 0 0,0 1 0 0 0,0-1 0 0 0,0 1 0 0 0,0-1 0 0 0,1 1 0 0 0,-1-1 0 0 0,0 1 0 0 0,0 0 0 0 0,3 0 0 0 0,0-1 0 0 0,22-19 0 0 0,-19 14 0 0 0,0 1 0 0 0,0 0 0 0 0,15-8 0 0 0,-16 11 0 0 0,-5 2 0 0 0,0 0 0 0 0,0-1 0 0 0,1 1 0 0 0,-1 0 0 0 0,0 0 0 0 0,0-1 0 0 0,0 1 0 0 0,-1-1 0 0 0,1 1 0 0 0,0-1 0 0 0,0 0 0 0 0,0 1 0 0 0,0-1 0 0 0,0 0 0 0 0,-1 1 0 0 0,1-1 0 0 0,0 0 0 0 0,-1 0 0 0 0,1 0 0 0 0,0 0 0 0 0,-1 0 0 0 0,1 1 0 0 0,-1-1 0 0 0,1 0 0 0 0,-1-2 0 0 0,0 2 0 0 0,0 1 0 0 0,0-1 0 0 0,1 0 0 0 0,-1 1 0 0 0,0-1 0 0 0,0 0 0 0 0,0 1 0 0 0,0-1 0 0 0,1 0 0 0 0,-1 1 0 0 0,0-1 0 0 0,0 1 0 0 0,1-1 0 0 0,-1 0 0 0 0,1 1 0 0 0,-1-1 0 0 0,0 1 0 0 0,1-1 0 0 0,-1 1 0 0 0,1 0 0 0 0,-1-1 0 0 0,1 1 0 0 0,-1-1 0 0 0,1 1 0 0 0,0 0 0 0 0,-1-1 0 0 0,1 1 0 0 0,-1 0 0 0 0,1 0 0 0 0,0-1 0 0 0,-1 1 0 0 0,1 0 0 0 0,0 0 0 0 0,-1 0 0 0 0,1 0 0 0 0,0 0 0 0 0,0 0 0 0 0,0 0 0 0 0,-1 0 0 0 0,1 0 0 0 0,0 0 0 0 0,0-1 0 0 0,-1 1 0 0 0,1 0 0 0 0,0 0 0 0 0,-1-1 0 0 0,1 1 0 0 0,0 0 0 0 0,-1-1 0 0 0,1 1 0 0 0,-1 0 0 0 0,1-1 0 0 0,0 1 0 0 0,-1-1 0 0 0,1 1 0 0 0,-1-1 0 0 0,1 1 0 0 0,-1-1 0 0 0,0 1 0 0 0,1-1 0 0 0,-1 0 0 0 0,0 1 0 0 0,1-1 0 0 0,-1 0 0 0 0,0 1 0 0 0,1-1 0 0 0,-1 0 0 0 0,0 1 0 0 0,0-1 0 0 0,0 0 0 0 0,0 0 0 0 0,0 1 0 0 0,0-2 0 0 0,0 1 0 0 0,0 0 0 0 0,0 0 0 0 0,0 1 0 0 0,0-1 0 0 0,0 0 0 0 0,1 0 0 0 0,-1 0 0 0 0,0 0 0 0 0,0 1 0 0 0,1-1 0 0 0,-1 0 0 0 0,0 0 0 0 0,1 1 0 0 0,-1-1 0 0 0,1 0 0 0 0,-1 0 0 0 0,1 1 0 0 0,-1-1 0 0 0,1 1 0 0 0,-1-1 0 0 0,1 0 0 0 0,0 1 0 0 0,-1-1 0 0 0,1 1 0 0 0,0-1 0 0 0,0 1 0 0 0,-1 0 0 0 0,1-1 0 0 0,0 1 0 0 0,0 0 0 0 0,0 0 0 0 0,0-1 0 0 0,0 1 0 0 0,0 0 0 0 0,0 0 0 0 0,0-1 0 0 0,0 1 0 0 0,-1 0 0 0 0,1-1 0 0 0,0 1 0 0 0,0 0 0 0 0,-1-1 0 0 0,1 1 0 0 0,0-1 0 0 0,-1 0 0 0 0,1 1 0 0 0,0-1 0 0 0,-1 1 0 0 0,1-1 0 0 0,-1 0 0 0 0,1 1 0 0 0,-1-1 0 0 0,0 0 0 0 0,1 0 0 0 0,-1 1 0 0 0,1-1 0 0 0,-1 0 0 0 0,0 0 0 0 0,0 0 0 0 0,0 1 0 0 0,1-1 0 0 0,-1 0 0 0 0,0 0 0 0 0,0 0 0 0 0,0-1 0 0 0,0-101 0 0 0,0 101 0 0 0,0 1 0 0 0,0-1 0 0 0,0 1 0 0 0,-1 0 0 0 0,1-1 0 0 0,0 1 0 0 0,-1-1 0 0 0,1 1 0 0 0,-1 0 0 0 0,1-1 0 0 0,-1 1 0 0 0,1 0 0 0 0,-1-1 0 0 0,0 1 0 0 0,0 0 0 0 0,0 0 0 0 0,0 0 0 0 0,0 0 0 0 0,0 0 0 0 0,0 0 0 0 0,0 0 0 0 0,0 0 0 0 0,-2-1 0 0 0,2 1 0 0 0,0 1 0 0 0,0-1 0 0 0,0 0 0 0 0,0 0 0 0 0,0 0 0 0 0,0 0 0 0 0,0 0 0 0 0,0 0 0 0 0,0 0 0 0 0,0 0 0 0 0,0 0 0 0 0,1 0 0 0 0,-1-1 0 0 0,1 1 0 0 0,-1 0 0 0 0,1-1 0 0 0,-1 1 0 0 0,1 0 0 0 0,0-1 0 0 0,-1 1 0 0 0,1 0 0 0 0,0-1 0 0 0,0-1 0 0 0,1-6 0 0 0,-1 8 0 0 0,0-1 0 0 0,1 0 0 0 0,-1 1 0 0 0,0-1 0 0 0,0 1 0 0 0,0-1 0 0 0,0 0 0 0 0,0 1 0 0 0,0-1 0 0 0,-1 0 0 0 0,1 1 0 0 0,0-1 0 0 0,-1 1 0 0 0,1-1 0 0 0,-1 1 0 0 0,0-1 0 0 0,0 1 0 0 0,1-1 0 0 0,-2-1 0 0 0,-6 1 0 0 0,7 2 0 0 0,0-1 0 0 0,0 1 0 0 0,0 0 0 0 0,1 0 0 0 0,-1 0 0 0 0,0 0 0 0 0,0-1 0 0 0,0 1 0 0 0,1 0 0 0 0,-1-1 0 0 0,0 1 0 0 0,0-1 0 0 0,1 1 0 0 0,-1-1 0 0 0,0 1 0 0 0,1-1 0 0 0,-1 1 0 0 0,0-1 0 0 0,1 0 0 0 0,-1 1 0 0 0,1-1 0 0 0,-1 0 0 0 0,1 0 0 0 0,0 1 0 0 0,-1-1 0 0 0,1 0 0 0 0,0 0 0 0 0,-1 0 0 0 0,1 1 0 0 0,0-1 0 0 0,0 0 0 0 0,-1-1 0 0 0,1 1 0 0 0,0 0 0 0 0,-1 0 0 0 0,1 0 0 0 0,-1 1 0 0 0,1-1 0 0 0,-1 0 0 0 0,0 0 0 0 0,1 1 0 0 0,-1-1 0 0 0,0 0 0 0 0,1 1 0 0 0,-1-1 0 0 0,0 1 0 0 0,0-1 0 0 0,0 1 0 0 0,1-1 0 0 0,-1 1 0 0 0,0 0 0 0 0,0-1 0 0 0,0 1 0 0 0,-2 0 0 0 0,-1-2 0 0 0,-37-25 0 0 0,29 20 0 0 0,0 0 0 0 0,1-1 0 0 0,0 0 0 0 0,-10-11 0 0 0,13 10 0 0 0,1 2 0 0 0,1 0 0 0 0,-1 1 0 0 0,0-1 0 0 0,-1 1 0 0 0,-9-5 0 0 0,5 5 0 0 0,-1-1 0 0 0,1 1 0 0 0,1-2 0 0 0,-1 0 0 0 0,1 0 0 0 0,-10-11 0 0 0,-23-38 0 0 0,36 51 0 0 0,7 6 0 0 0,0-1 0 0 0,0 1 0 0 0,0-1 0 0 0,-1 0 0 0 0,1 0 0 0 0,0 0 0 0 0,0 1 0 0 0,0-1 0 0 0,0 0 0 0 0,0 0 0 0 0,0-1 0 0 0,1 1 0 0 0,-1 0 0 0 0,0 0 0 0 0,0 0 0 0 0,1 0 0 0 0,-1-1 0 0 0,1 1 0 0 0,-1 0 0 0 0,1-1 0 0 0,0 1 0 0 0,-1 0 0 0 0,1-1 0 0 0,0-1 0 0 0,0 2 0 0 0,0 0 0 0 0,0-1 0 0 0,-1 1 0 0 0,1 0 0 0 0,0-1 0 0 0,-1 1 0 0 0,1 0 0 0 0,-1 0 0 0 0,1 0 0 0 0,-1-1 0 0 0,1 1 0 0 0,-1 0 0 0 0,0 0 0 0 0,1 0 0 0 0,-1 0 0 0 0,0 0 0 0 0,0 0 0 0 0,0 0 0 0 0,0 0 0 0 0,0 1 0 0 0,0-1 0 0 0,0 0 0 0 0,-2-1 0 0 0,-7-6 0 0 0,-23-26 0 0 0,3 2 0 0 0,27 27 0 0 0,-1 1 0 0 0,1 0 0 0 0,-1 0 0 0 0,1 1 0 0 0,-1-1 0 0 0,0 1 0 0 0,-1-1 0 0 0,-6-3 0 0 0,-24-20 0 0 0,5 1 0 0 0,20 19 0 0 0,1 0 0 0 0,1-1 0 0 0,-1 0 0 0 0,-7-10 0 0 0,8 9 0 0 0,-25-35 0 0 0,15 24 0 0 0,16 19 0 0 0,1 0 0 0 0,0 0 0 0 0,-1-1 0 0 0,1 1 0 0 0,0-1 0 0 0,0 1 0 0 0,0-1 0 0 0,0 1 0 0 0,0-1 0 0 0,0 0 0 0 0,0 1 0 0 0,-1-4 0 0 0,1-5 0 0 0,-1 0 0 0 0,1 0 0 0 0,1-17 0 0 0,0 27 0 0 0,0-1 0 0 0,0 1 0 0 0,0-1 0 0 0,0 1 0 0 0,0-1 0 0 0,0 1 0 0 0,-1-1 0 0 0,1 1 0 0 0,0-1 0 0 0,0 1 0 0 0,-1-1 0 0 0,1 1 0 0 0,0 0 0 0 0,0-1 0 0 0,-1 1 0 0 0,1 0 0 0 0,-1-1 0 0 0,1 1 0 0 0,0-1 0 0 0,-1 1 0 0 0,1 0 0 0 0,-1 0 0 0 0,1-1 0 0 0,0 1 0 0 0,-1 0 0 0 0,1 0 0 0 0,-1 0 0 0 0,1-1 0 0 0,-1 1 0 0 0,1 0 0 0 0,-1 0 0 0 0,1 0 0 0 0,-1 0 0 0 0,1 0 0 0 0,-1 0 0 0 0,1 0 0 0 0,-1 0 0 0 0,0 0 0 0 0,0 1 0 0 0,0-1 0 0 0,1 0 0 0 0,-1 0 0 0 0,0 0 0 0 0,1 0 0 0 0,-1 0 0 0 0,0 0 0 0 0,1-1 0 0 0,-1 1 0 0 0,0 0 0 0 0,1 0 0 0 0,-1 0 0 0 0,1-1 0 0 0,-1 1 0 0 0,0 0 0 0 0,1-1 0 0 0,-1 1 0 0 0,1 0 0 0 0,-1-1 0 0 0,1 1 0 0 0,-1-1 0 0 0,1 1 0 0 0,-1-1 0 0 0,1 1 0 0 0,-1-1 0 0 0,1 1 0 0 0,0-1 0 0 0,-1 1 0 0 0,1-1 0 0 0,0 0 0 0 0,0 1 0 0 0,-1-1 0 0 0,1 1 0 0 0,0-1 0 0 0,0 0 0 0 0,0 1 0 0 0,0-1 0 0 0,0 0 0 0 0,0 1 0 0 0,0-2 0 0 0,-1 1 0 0 0,1 1 0 0 0,0-1 0 0 0,0 0 0 0 0,-1 0 0 0 0,1 0 0 0 0,-1 1 0 0 0,1-1 0 0 0,-1 0 0 0 0,1 1 0 0 0,-1-1 0 0 0,1 0 0 0 0,-1 1 0 0 0,0-1 0 0 0,1 1 0 0 0,-1-1 0 0 0,0 1 0 0 0,1-1 0 0 0,-1 1 0 0 0,0-1 0 0 0,0 1 0 0 0,1 0 0 0 0,-1-1 0 0 0,-1 1 0 0 0,-27-9 0 0 0,13 4 0 0 0,-2-2 0 0 0,-7-8 0 0 0,15 9 0 0 0,0 0 0 0 0,-1 1 0 0 0,0 0 0 0 0,0 0 0 0 0,-17-3 0 0 0,-5-4 0 0 0,11 3 0 0 0,-1 1 0 0 0,0 2 0 0 0,-27-6 0 0 0,-33-9 0 0 0,66 16 0 0 0,0 1 0 0 0,-24-4 0 0 0,-20-3 0 0 0,-255-27 0 0 0,224 30 0 0 0,41 6 0 0 0,1 1 0 0 0,-62 9 0 0 0,-12-1 0 0 0,-202-9 0 0 0,272 0 0 0 0,-267 0 0 0 0,-390-32 0 0 0,637 28 0 0 0,1 3 0 0 0,0 3 0 0 0,0 4 0 0 0,-135 23 0 0 0,187-23 0 0 0,-19 5 0 0 0,-52 17 0 0 0,78-23 0 0 0,-1 0 0 0 0,0-1 0 0 0,0-1 0 0 0,0-1 0 0 0,0 0 0 0 0,0 0 0 0 0,-17-4 0 0 0,-21 0 0 0 0,39 4 0 0 0,0-1 0 0 0,0 0 0 0 0,0-1 0 0 0,0 0 0 0 0,0-2 0 0 0,0 1 0 0 0,1-2 0 0 0,-17-7 0 0 0,-41-14 0 0 0,-141-41 0 0 0,188 61 0 0 0,-1 0 0 0 0,1 2 0 0 0,-1 1 0 0 0,0 1 0 0 0,0 1 0 0 0,0 1 0 0 0,-34 4 0 0 0,-35 0 0 0 0,-466 2 0 0 0,460-4 0 0 0,1 5 0 0 0,1 3 0 0 0,-187 46 0 0 0,173-32 0 0 0,-36 8 0 0 0,-113 19 0 0 0,76-19 0 0 0,127-23 0 0 0,0-2 0 0 0,-1-3 0 0 0,0-2 0 0 0,0-3 0 0 0,-94-13 0 0 0,80 6 0 0 0,-22-5 0 0 0,74 10 0 0 0,0 1 0 0 0,-1 2 0 0 0,-41 3 0 0 0,36-2 0 0 0,-47-1 0 0 0,49-3 0 0 0,-49 0 0 0 0,9 4 0 0 0,-130-11 0 0 0,152 5 0 0 0,36 2 0 0 0,-3 1 0 0 0,-43-8 0 0 0,40 6 0 0 0,1 1 0 0 0,-1 1 0 0 0,-26-1 0 0 0,4 0 0 0 0,28 2 0 0 0,-1 0 0 0 0,1 1 0 0 0,-1 0 0 0 0,1 0 0 0 0,-1 0 0 0 0,0 1 0 0 0,-7 2 0 0 0,-19 3 0 0 0,24-5 0 0 0,-1 1 0 0 0,0 0 0 0 0,1 1 0 0 0,-12 5 0 0 0,15-6 0 0 0,-1-1 0 0 0,1 1 0 0 0,0-1 0 0 0,-14 1 0 0 0,-22 3 0 0 0,-87 15 0 0 0,85-10 0 0 0,35-10 0 0 0,-1-2 0 0 0,-2 2 0 0 0,-3 1 0 0 0,1-1 0 0 0,-1-1 0 0 0,-27-6 0 0 0,16 6 0 0 0,5 1 0 0 0,33 0 0 0 0,-32 0 0 0 0,2 1 0 0 0,0 1 0 0 0,-19 4 0 0 0,-11 1 0 0 0,8-1 0 0 0,-44 12 0 0 0,48-10 0 0 0,-1 6 0 0 0,11-8-259 0 0,-1-5-1990 0 0,12-14-13563 0 0,-38-28 3606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2:59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33 199 240 0 0,'-32'0'3588'0'0,"32"-2"-2012"0"0,0 2-1410 0 0,-1-1-1 0 0,1 1 1 0 0,0-1 0 0 0,0 1 0 0 0,0-1 0 0 0,0 1-1 0 0,0-1 1 0 0,0 1 0 0 0,0-1 0 0 0,0 1 0 0 0,0-1-1 0 0,1 1 1 0 0,-1 0 0 0 0,0-1 0 0 0,0 1 0 0 0,0-1 0 0 0,0 1-1 0 0,1-1 1 0 0,-1 1 0 0 0,0 0 0 0 0,0-1 0 0 0,1 1-1 0 0,-1-1 1 0 0,0 1 0 0 0,1 0 0 0 0,-1-1 0 0 0,0 1-1 0 0,1 0 1 0 0,0-1 0 0 0,21-4 1381 0 0,-22 5-1447 0 0,1-1-1 0 0,-1 1 0 0 0,1-1 0 0 0,-1 1 0 0 0,1 0 0 0 0,-1-1 0 0 0,1 1 0 0 0,-1-1 1 0 0,1 1-1 0 0,-1-1 0 0 0,0 0 0 0 0,0 1 0 0 0,1-1 0 0 0,-1 1 0 0 0,0-1 0 0 0,0 0 1 0 0,1 1-1 0 0,-1-1 0 0 0,0 1 0 0 0,0-1 0 0 0,0 0 0 0 0,0 1 0 0 0,0-1 0 0 0,0 0 1 0 0,0 1-1 0 0,0-1 0 0 0,0 0 0 0 0,0 1 0 0 0,-1-1 0 0 0,1 1 0 0 0,0-2 0 0 0,-1-2 945 0 0,2 2-960 0 0,-1 1 0 0 0,0-1 0 0 0,0 1 0 0 0,1 0 0 0 0,-1-1 0 0 0,1 1 0 0 0,0 0 0 0 0,-1-1 0 0 0,1 1 0 0 0,0 0 0 0 0,0 0 0 0 0,0-1-1 0 0,0 1 1 0 0,0 0 0 0 0,0 0 0 0 0,0 0 0 0 0,0 0 0 0 0,0 0 0 0 0,0 1 0 0 0,0-1 0 0 0,2-1 0 0 0,6-4 336 0 0,4-6 204 0 0,0 0-1 0 0,1 1 1 0 0,1 1-1 0 0,0 0 0 0 0,29-13 1 0 0,-22 11-216 0 0,-10 7-267 0 0,1-1 0 0 0,0 2-1 0 0,0 0 1 0 0,1 0 0 0 0,-1 1 0 0 0,22-2 0 0 0,-6 3-34 0 0,52 2 1 0 0,-79 0-114 0 0,1 1 0 0 0,0-1 0 0 0,0 1 0 0 0,-1-1 0 0 0,1 1 0 0 0,0 0 1 0 0,-1 0-1 0 0,1 0 0 0 0,-1 0 0 0 0,1 0 0 0 0,-1 1 0 0 0,0-1 0 0 0,1 1 1 0 0,-1 0-1 0 0,0-1 0 0 0,0 1 0 0 0,0 0 0 0 0,0 0 0 0 0,2 5 0 0 0,16 13 44 0 0,-17-17-33 0 0,0 0 1 0 0,0 0 0 0 0,0 0-1 0 0,-1 0 1 0 0,0 0 0 0 0,0 0-1 0 0,0 1 1 0 0,0-1 0 0 0,0 1-1 0 0,0 0 1 0 0,-1-1 0 0 0,0 1-1 0 0,0 0 1 0 0,1 7 0 0 0,0 4 50 0 0,-1 0 1 0 0,-1 25 0 0 0,-1-13-46 0 0,1-22 3 0 0,-1-1 0 0 0,1 1 0 0 0,-1 0 0 0 0,0-1 0 0 0,0 1 0 0 0,-1-1 0 0 0,1 1 0 0 0,-1-1 0 0 0,0 0 0 0 0,0 0 0 0 0,-1 0 0 0 0,1 0 0 0 0,-1 0 0 0 0,0 0 0 0 0,0-1-1 0 0,-6 7 1 0 0,-15 21 56 0 0,16-16-60 0 0,7-12-3 0 0,0-1-1 0 0,-1 0 1 0 0,1 0 0 0 0,0 1 0 0 0,-1-1 0 0 0,0 0 0 0 0,1 0 0 0 0,-1 0 0 0 0,0-1-1 0 0,0 1 1 0 0,0 0 0 0 0,0-1 0 0 0,0 1 0 0 0,0-1 0 0 0,-1 0 0 0 0,1 1 0 0 0,-3 0-1 0 0,-25 11 21 0 0,16-8 4 0 0,0 1 0 0 0,-21 13 1 0 0,28-15-33 0 0,0 0 1 0 0,0 0 0 0 0,-1 0 0 0 0,1-1-1 0 0,-1 0 1 0 0,0 0 0 0 0,-15 2 0 0 0,-1-3-89 0 0,-46-1 0 0 0,16-1 429 0 0,49 0-367 0 0,4 1-690 0 0,1-1 706 0 0,0 1-1 0 0,0-1 1 0 0,0 1-1 0 0,-1-1 1 0 0,1 1-1 0 0,0-1 1 0 0,0 1-1 0 0,0-1 1 0 0,0 1-1 0 0,0-1 1 0 0,0 1-1 0 0,0-1 1 0 0,0 1 0 0 0,1-1-1 0 0,-1 1 1 0 0,0-1-1 0 0,0 1 1 0 0,0-1-1 0 0,0 0 1 0 0,1 1-1 0 0,-1-1 1 0 0,0 1-1 0 0,1-1 1 0 0,-1 1-1 0 0,0-1 1 0 0,1 0-1 0 0,-1 1 1 0 0,0-1-1 0 0,1 0 1 0 0,-1 1-1 0 0,0-1 1 0 0,1 0-1 0 0,0 1 1 0 0,59 27 37 0 0,76 53 575 0 0,-116-72-628 0 0,0-1 0 0 0,0-1 1 0 0,40 9-1 0 0,-59-15-108 0 0,1-1 1 0 0,-1 0-1 0 0,1 1 0 0 0,-1-1 1 0 0,1 0-1 0 0,-1 0 0 0 0,1 0 0 0 0,-1 0 1 0 0,1 0-1 0 0,-1 0 0 0 0,1-1 1 0 0,-1 1-1 0 0,1 0 0 0 0,-1-1 1 0 0,1 1-1 0 0,1-2 0 0 0,13-21-4493 0 0,-16 23 4476 0 0,27-42-6664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00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1008 27 240 0 0,'-19'-8'905'0'0,"12"5"-324"0"0,-1 0-1 0 0,0 0 1 0 0,0 0-1 0 0,0 1 1 0 0,0 1-1 0 0,0-1 1 0 0,-16 0-1 0 0,-133 10 5690 0 0,120-2-5423 0 0,0 1 0 0 0,1 2 0 0 0,1 1 0 0 0,-1 2 0 0 0,-50 24 0 0 0,45-18-149 0 0,-53 16 1 0 0,34-15 252 0 0,40-11-804 0 0,1 0-1 0 0,0 2 1 0 0,0 0 0 0 0,1 0 0 0 0,0 2-1 0 0,1 0 1 0 0,0 2 0 0 0,-26 26 0 0 0,21-19-2 0 0,19-19-133 0 0,-1 1-1 0 0,1 0 0 0 0,0 0 0 0 0,0 0 1 0 0,0 0-1 0 0,0 0 0 0 0,0 1 1 0 0,1 0-1 0 0,-1-1 0 0 0,1 1 0 0 0,0 0 1 0 0,0 0-1 0 0,1 0 0 0 0,-1 0 1 0 0,1 0-1 0 0,0 1 0 0 0,0-1 0 0 0,-1 8 1 0 0,2-4 23 0 0,-1 1 0 0 0,0-1 0 0 0,-1 0 0 0 0,0 1 0 0 0,0-1-1 0 0,-6 13 1 0 0,5-13-29 0 0,0 0-1 0 0,0 0 0 0 0,1 1 0 0 0,0-1 0 0 0,1 1 0 0 0,-1 14 0 0 0,1 21 3 0 0,0-19-27 0 0,1-1 1 0 0,3 26-1 0 0,-2-42 9 0 0,1 0 1 0 0,0 0-1 0 0,0 0 0 0 0,1 0 0 0 0,0 0 0 0 0,0 0 0 0 0,1-1 0 0 0,-1 1 0 0 0,11 12 0 0 0,22 21-17 0 0,2-2 1 0 0,1-1-1 0 0,2-3 0 0 0,87 59 1 0 0,-106-78 38 0 0,1-2-1 0 0,1 0 1 0 0,0-2 0 0 0,1 0 0 0 0,0-2 0 0 0,1 0 0 0 0,0-2 0 0 0,40 7-1 0 0,-25-7 434 0 0,82 5-1 0 0,-100-13-401 0 0,0-1 0 0 0,-1 0 0 0 0,1-2 0 0 0,-1-1 0 0 0,27-7 1 0 0,-4-5-215 0 0,-1-3 0 0 0,-1-1 0 0 0,-1-2 1 0 0,73-51-1 0 0,-12-1 184 0 0,-2-4 1 0 0,113-116-1 0 0,-199 179 46 0 0,0-1-1 0 0,-1 0 1 0 0,0 0 0 0 0,-2-2-1 0 0,0 0 1 0 0,-1 0 0 0 0,0-1-1 0 0,-2 0 1 0 0,14-39 0 0 0,2-11 328 0 0,10-32 480 0 0,-34 98-839 0 0,0-1 0 0 0,-1 1 0 0 0,1-1 0 0 0,-1 1 0 0 0,0 0 0 0 0,1-1 0 0 0,-2 1 0 0 0,1-1 0 0 0,0 1 0 0 0,-1-1-1 0 0,1 1 1 0 0,-1-1 0 0 0,0 1 0 0 0,0 0 0 0 0,-1-1 0 0 0,1 1 0 0 0,0 0 0 0 0,-1 0 0 0 0,0 0 0 0 0,0 0 0 0 0,0 0 0 0 0,0 0 0 0 0,0 1 0 0 0,-1-1 0 0 0,1 1 0 0 0,-1 0 0 0 0,0-1 0 0 0,1 1 0 0 0,-1 0 0 0 0,0 1 0 0 0,0-1 0 0 0,-1 0 0 0 0,1 1 0 0 0,0 0 0 0 0,-5-2 0 0 0,-12-3 101 0 0,0 1 1 0 0,-1 1-1 0 0,1 0 0 0 0,-38 0 1 0 0,-295 16-2278 0 0,329-10 1638 0 0,-7 1-925 0 0,-35 6 0 0 0,-9 14-4029 0 0,-17 15-2886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03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56 341 480 0 0,'-6'1'1121'0'0,"-21"4"3187"0"0,27-6-4002 0 0,0 0-1 0 0,0 0 0 0 0,0 0 0 0 0,0 0 0 0 0,0 0 1 0 0,0 0-1 0 0,-1 0 0 0 0,1 0 0 0 0,0 0 0 0 0,-1 0 1 0 0,1 0-1 0 0,0 0 0 0 0,-1 0 0 0 0,1 0 0 0 0,-1 1 1 0 0,1-1-1 0 0,-1 0 0 0 0,-1-1 0 0 0,-9-2 1492 0 0,7 5-1590 0 0,20-6 821 0 0,-15 4-968 0 0,0 1-1 0 0,-1 0 0 0 0,1-1 1 0 0,-1 1-1 0 0,1-1 1 0 0,-1 1-1 0 0,1-1 1 0 0,-1 0-1 0 0,0 1 0 0 0,1-1 1 0 0,-1 1-1 0 0,0-1 1 0 0,1 0-1 0 0,-1 1 1 0 0,0-1-1 0 0,0 0 0 0 0,0 1 1 0 0,1-1-1 0 0,-1 0 1 0 0,0 1-1 0 0,0-1 1 0 0,0 0-1 0 0,0 1 0 0 0,0-1 1 0 0,0 0-1 0 0,-1 0 1 0 0,1 0-1 0 0,0 0 3 0 0,0-1 1 0 0,0 1-1 0 0,0 0 0 0 0,0-1 0 0 0,0 1 0 0 0,0 0 0 0 0,1-1 1 0 0,-1 1-1 0 0,0 0 0 0 0,1-1 0 0 0,-1 1 0 0 0,1 0 0 0 0,0-2 1 0 0,21-22 644 0 0,-17 18-573 0 0,-1 0 0 0 0,1 1 0 0 0,1-1 0 0 0,-1 1 0 0 0,1 0 0 0 0,0 1 0 0 0,11-9 0 0 0,26-24 341 0 0,-22 18-222 0 0,-13 13-119 0 0,-1 0-1 0 0,0 0 1 0 0,10-14-1 0 0,-6 1 123 0 0,-10 17-231 0 0,0 1-1 0 0,0-1 1 0 0,1 1-1 0 0,-1-1 0 0 0,1 1 1 0 0,0-1-1 0 0,0 1 1 0 0,0 0-1 0 0,0 0 0 0 0,0 0 1 0 0,0 0-1 0 0,5-3 1 0 0,53-37 441 0 0,-60 42-458 0 0,6-3-42 0 0,-6 7-162 0 0,-1 10 18 0 0,2 16-28 0 0,-1-23 185 0 0,1-1 0 0 0,-1 1 1 0 0,-1 0-1 0 0,1-1 0 0 0,-1 1 1 0 0,0-1-1 0 0,-1 1 0 0 0,1-1 0 0 0,-6 11 1 0 0,2-6 22 0 0,-1-1 1 0 0,0-1 0 0 0,0 1-1 0 0,-10 10 1 0 0,7-10 10 0 0,2 0 1 0 0,-1 1-1 0 0,-10 21 0 0 0,17-30-21 0 0,0 1 0 0 0,0 0 0 0 0,0 0-1 0 0,0 0 1 0 0,1 0 0 0 0,0 0-1 0 0,-1 0 1 0 0,2 4 0 0 0,-1-5 12 0 0,0 0 0 0 0,0 0 0 0 0,0 1 0 0 0,-1-1 0 0 0,1 0 0 0 0,0 0 0 0 0,-1 0 0 0 0,0 0 0 0 0,1 0 0 0 0,-1 0 0 0 0,-1 3 0 0 0,0-2 14 0 0,-1 0 0 0 0,1 0 1 0 0,-1 0-1 0 0,0-1 1 0 0,1 1-1 0 0,-1-1 0 0 0,0 1 1 0 0,-4 1-1 0 0,5-3-37 0 0,0 0 0 0 0,0 1 0 0 0,0-1 0 0 0,0 1-1 0 0,0-1 1 0 0,0 1 0 0 0,0 0 0 0 0,0-1 0 0 0,1 1 0 0 0,-1 0 0 0 0,1 0 0 0 0,-1 0 0 0 0,1 1-1 0 0,0-1 1 0 0,0 0 0 0 0,0 0 0 0 0,0 1 0 0 0,0-1 0 0 0,1 0 0 0 0,-1 1 0 0 0,1-1 0 0 0,-1 1-1 0 0,1 2 1 0 0,0-5-87 0 0,0 1-1 0 0,1-1 1 0 0,-1 0-1 0 0,0 1 0 0 0,0-1 1 0 0,1 1-1 0 0,-1-1 1 0 0,0 0-1 0 0,0 1 0 0 0,1-1 1 0 0,-1 0-1 0 0,1 1 1 0 0,-1-1-1 0 0,0 0 0 0 0,1 0 1 0 0,-1 1-1 0 0,1-1 1 0 0,-1 0-1 0 0,0 0 0 0 0,1 0 1 0 0,-1 0-1 0 0,1 1 1 0 0,-1-1-1 0 0,1 0 0 0 0,-1 0 1 0 0,1 0-1 0 0,-1 0 1 0 0,1 0-1 0 0,-1 0 0 0 0,1 0 1 0 0,14-1-1642 0 0,-15 1 1358 0 0,17 0-5236 0 0,-7 0 3853 0 0,-4 0 381 0 0,-1 0-2743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04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0 720 0 0,'0'0'1628'0'0,"-5"0"119"0"0,-23 0 5230 0 0,27 8-2425 0 0,1-7-4483 0 0,0 0-1 0 0,0-1 1 0 0,0 1-1 0 0,0 0 0 0 0,0-1 1 0 0,0 1-1 0 0,0 0 1 0 0,0-1-1 0 0,0 1 0 0 0,0 0 1 0 0,0-1-1 0 0,0 1 1 0 0,0 0-1 0 0,0-1 0 0 0,1 1 1 0 0,-1-1-1 0 0,0 1 1 0 0,1 0-1 0 0,-1-1 0 0 0,0 1 1 0 0,1-1-1 0 0,-1 1 1 0 0,1-1-1 0 0,-1 1 0 0 0,1-1 1 0 0,-1 1-1 0 0,1-1 1 0 0,0 1-1 0 0,31 4 1027 0 0,56 1-1 0 0,-56-4-895 0 0,80-1-208 0 0,-62-1-2637 0 0,-44-1 1642 0 0,14 2-1022 0 0,-19-1 1822 0 0,-1 0-1 0 0,0 1 1 0 0,1-1-1 0 0,-1 0 1 0 0,0 0-1 0 0,1 0 1 0 0,-1 0-1 0 0,0 0 1 0 0,0 0-1 0 0,1 0 1 0 0,-1 1-1 0 0,0-1 1 0 0,0 0 0 0 0,1 0-1 0 0,-1 0 1 0 0,0 1-1 0 0,0-1 1 0 0,0 0-1 0 0,1 0 1 0 0,-1 0-1 0 0,0 1 1 0 0,0-1-1 0 0,0 0 1 0 0,0 1-1 0 0,1-1 1 0 0,-1 0-1 0 0,0 0 1 0 0,0 1 0 0 0,0 0-1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04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1040 0 0,'0'6'3042'0'0,"32"9"-1281"0"0,1 18 720 0 0,32 44 1681 0 0,33-23-1841 0 0,-72-13-1921 0 0,7-5-400 0 0,-1-9 320 0 0,1 0 160 0 0,0-6-560 0 0,-33-7-1040 0 0,0-8-1601 0 0,0 1-2482 0 0,-33-7-800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05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0 236 800 0 0,'33'-8'1681'0'0,"-33"1"-80"0"0,32-7-160 0 0,34-7-241 0 0,-34 0-239 0 0,27-6-161 0 0,6-6-480 0 0,1-2-480 0 0,-1 8-961 0 0,-32 6-1280 0 0,32 0-400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07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556 346 240 0 0,'1'0'112'0'0,"-1"1"1"0"0,0-1-1 0 0,0 1 1 0 0,0-1-1 0 0,0 1 0 0 0,0 0 1 0 0,0-1-1 0 0,0 1 0 0 0,0-1 1 0 0,0 1-1 0 0,-1 0 0 0 0,1-1 1 0 0,0 1-1 0 0,0-1 1 0 0,0 1-1 0 0,-1-1 0 0 0,1 1 1 0 0,0-1-1 0 0,-1 1 0 0 0,1-1 1 0 0,0 1-1 0 0,-1-1 0 0 0,1 1 1 0 0,-1-1-1 0 0,1 1 1 0 0,0-1-1 0 0,-1 0 0 0 0,1 1 1 0 0,-1-1-1 0 0,1 0 0 0 0,-1 0 1 0 0,0 1-1 0 0,1-1 0 0 0,-1 0 1 0 0,1 0-1 0 0,-1 0 0 0 0,1 1 1 0 0,-1-1-1 0 0,0 0 1 0 0,1 0-1 0 0,-1 0 0 0 0,1 0 1 0 0,-1 0-1 0 0,0-1 0 0 0,-16 5 1208 0 0,17-4-1300 0 0,0-1-1 0 0,0 1 0 0 0,0 0 0 0 0,1-1 1 0 0,-1 1-1 0 0,0 0 0 0 0,0-1 0 0 0,1 1 1 0 0,-1-1-1 0 0,0 1 0 0 0,1 0 0 0 0,-1 0 1 0 0,0-1-1 0 0,1 1 0 0 0,-1 0 0 0 0,0 0 0 0 0,1-1 1 0 0,-1 1-1 0 0,1 0 0 0 0,-1 0 0 0 0,1 0 1 0 0,-1-1-1 0 0,0 1 0 0 0,1 0 0 0 0,-1 0 1 0 0,1 0-1 0 0,-1 0 0 0 0,1 0 0 0 0,-1 0 1 0 0,1 0-1 0 0,0 0 0 0 0,13 1-25 0 0,-13-1 50 0 0,4-6 79 0 0,-4 6 109 0 0,-1-1 0 0 0,0 0 0 0 0,0 0 0 0 0,0 0 0 0 0,1 0 0 0 0,-1 0 0 0 0,0 0 0 0 0,0 0 0 0 0,-1 0 0 0 0,1 1 0 0 0,0-1 0 0 0,0 0 0 0 0,0 0 0 0 0,0 0 0 0 0,-1 0 0 0 0,1 0 0 0 0,-1 0 0 0 0,1 1 0 0 0,0-1 0 0 0,-1 0 0 0 0,1 0 0 0 0,-1 1 0 0 0,0-1 0 0 0,0-1 0 0 0,-1 2-151 0 0,1 1-55 0 0,0-1-1 0 0,0 0 1 0 0,0 0-1 0 0,0 0 1 0 0,0 0-1 0 0,0 0 1 0 0,0 0-1 0 0,0 0 1 0 0,0-1 0 0 0,-1 1-1 0 0,1 0 1 0 0,0 0-1 0 0,0-1 1 0 0,0 1-1 0 0,0-1 1 0 0,0 1 0 0 0,0-1-1 0 0,0 1 1 0 0,1-1-1 0 0,-1 0 1 0 0,0 1-1 0 0,0-1 1 0 0,0 0-1 0 0,0-1 1 0 0,1 2-8 0 0,0-1 1 0 0,-1 0-1 0 0,1 0 1 0 0,0 0-1 0 0,0 0 0 0 0,-1 1 1 0 0,1-1-1 0 0,-1 0 1 0 0,1 0-1 0 0,0 1 0 0 0,-1-1 1 0 0,1 0-1 0 0,-1 1 1 0 0,0-1-1 0 0,1 0 0 0 0,-1 1 1 0 0,0-1-1 0 0,1 1 1 0 0,-1-1-1 0 0,0 1 1 0 0,1-1-1 0 0,-1 1 0 0 0,0 0 1 0 0,0-1-1 0 0,0 1 1 0 0,1 0-1 0 0,-1-1 0 0 0,0 1 1 0 0,0 0-1 0 0,-1 0 1 0 0,-6-3 144 0 0,-8-9 322 0 0,-7-2-77 0 0,-85-22 1278 0 0,26 10-984 0 0,77 24-657 0 0,1-1 0 0 0,-1 1-1 0 0,1-1 1 0 0,-1 0 0 0 0,1 0-1 0 0,0 0 1 0 0,-5-5 0 0 0,-22-15 11 0 0,27 21-43 0 0,0-1 1 0 0,0 1-1 0 0,1-1 0 0 0,-1 0 1 0 0,1 0-1 0 0,-1-1 0 0 0,-2-3 1 0 0,2 3 14 0 0,1 0 1 0 0,-1 0-1 0 0,1 1 1 0 0,-1 0-1 0 0,0 0 1 0 0,-7-4 0 0 0,-7-2 54 0 0,11 5-68 0 0,0 1 1 0 0,-1-1-1 0 0,2-1 0 0 0,-8-4 1 0 0,3-9-16 0 0,-11 2 0 0 0,-6-2-8 0 0,24 16 2 0 0,3 1 8 0 0,1 1 0 0 0,-1 0 0 0 0,1-1 0 0 0,0 1 0 0 0,-1 0 0 0 0,1-1 0 0 0,0 1 0 0 0,-1 0 0 0 0,1-1 0 0 0,0 1 0 0 0,-1-1 0 0 0,1 1 0 0 0,0-1 0 0 0,0 1-1 0 0,-1-1 1 0 0,1 1 0 0 0,0-1 0 0 0,0 1 0 0 0,0-1 0 0 0,0 1 0 0 0,0-1 0 0 0,-1 1 0 0 0,1-1 0 0 0,0 1 0 0 0,0-1 0 0 0,0 1 0 0 0,1-1 0 0 0,-1 1 0 0 0,0-1 0 0 0,0 1 0 0 0,0-1 0 0 0,0 1-1 0 0,0-1 1 0 0,1 1 0 0 0,-1-1 0 0 0,0 1 0 0 0,0-1 0 0 0,1 1 0 0 0,-1 0 0 0 0,0-1 0 0 0,1 1 0 0 0,-1-1 0 0 0,0 1 0 0 0,1 0 0 0 0,-1-1 0 0 0,1 1 0 0 0,0-1 0 0 0,119 16 478 0 0,-58-4-231 0 0,-46-8-341 0 0,0 0-1 0 0,0-1 0 0 0,0-1 1 0 0,32-1-1 0 0,15-8-1731 0 0,26-2-8037 0 0,-89 10 9774 0 0,0 0 0 0 0,1 0-1 0 0,-1 0 1 0 0,0 0 0 0 0,0 0 0 0 0,0 0-1 0 0,0 0 1 0 0,1 0 0 0 0,-1 0-1 0 0,0 0 1 0 0,0 0 0 0 0,0 0 0 0 0,0 0-1 0 0,1 0 1 0 0,-1 0 0 0 0,0 0 0 0 0,0 0-1 0 0,0 0 1 0 0,0 0 0 0 0,0 0 0 0 0,1 0-1 0 0,-1 0 1 0 0,0 0 0 0 0,0 1 0 0 0,0-1-1 0 0,0 0 1 0 0,0 0 0 0 0,1 0-1 0 0,-1 0 1 0 0,0 0 0 0 0,0 0 0 0 0,0 1-1 0 0,0-1 1 0 0,0 0 0 0 0,0 0 0 0 0,0 0-1 0 0,0 0 1 0 0,0 1 0 0 0,0-1 0 0 0,0 0-1 0 0,0 0 1 0 0,0 0 0 0 0,1 0 0 0 0,-1 1-1 0 0,0-1 1 0 0,0 0 0 0 0,-1 0 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08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0 720 0 0,'33'7'3682'0'0,"0"-1"-1681"0"0,32 9 80 0 0,0 5-320 0 0,1 1-321 0 0,32 0-159 0 0,-33 0-481 0 0,65 18 561 0 0,-32 3-1681 0 0,-65-28-4162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09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50 1121 0 0,'-2'-16'6921'0'0,"2"15"-6734"0"0,0 0-1 0 0,0 1 0 0 0,0-1 1 0 0,0 0-1 0 0,0 0 0 0 0,0 1 0 0 0,0-1 1 0 0,0 0-1 0 0,0 0 0 0 0,0 1 1 0 0,1-1-1 0 0,-1 0 0 0 0,0 1 0 0 0,0-1 1 0 0,1 0-1 0 0,-1 1 0 0 0,0-1 1 0 0,1 0-1 0 0,-1 1 0 0 0,1-1 0 0 0,-1 1 1 0 0,1-1-1 0 0,-1 0 0 0 0,1 1 1 0 0,0-1-1 0 0,12-1 323 0 0,1 1 0 0 0,-1 1 0 0 0,0 0 0 0 0,0 1-1 0 0,14 2 1 0 0,-1 0-147 0 0,58 4 665 0 0,66 2-267 0 0,-129-9-839 0 0,138-3-878 0 0,-45-9-2649 0 0,-22-1-3197 0 0,-59 5 3041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09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49 1201 0 0,'0'-1'158'0'0,"0"-1"0"0"0,0 0 0 0 0,0 0 0 0 0,1 0 1 0 0,-1 0-1 0 0,0 0 0 0 0,1 1 0 0 0,-1-1 0 0 0,1 0 1 0 0,0 0-1 0 0,0 1 0 0 0,0-1 0 0 0,0 1 0 0 0,0-1 1 0 0,0 0-1 0 0,0 1 0 0 0,0 0 0 0 0,1-1 0 0 0,-1 1 1 0 0,0 0-1 0 0,1 0 0 0 0,-1-1 0 0 0,1 1 0 0 0,-1 0 1 0 0,1 1-1 0 0,0-1 0 0 0,-1 0 0 0 0,1 0 0 0 0,0 1 1 0 0,0-1-1 0 0,2 0 0 0 0,6-1-49 0 0,0 1-1 0 0,0 0 1 0 0,0 1 0 0 0,17 0-1 0 0,-10 1 103 0 0,-7-1-164 0 0,-1 0 0 0 0,1 1 0 0 0,0 0 0 0 0,0 1 1 0 0,0 0-1 0 0,-1 1 0 0 0,1 0 0 0 0,-1 1 0 0 0,0-1 1 0 0,0 2-1 0 0,0-1 0 0 0,12 9 0 0 0,-19-11-15 0 0,0-1 1 0 0,1 1-1 0 0,-1-1 0 0 0,0 1 0 0 0,0 0 1 0 0,0 0-1 0 0,0 0 0 0 0,-1 0 0 0 0,1 0 1 0 0,0 1-1 0 0,-1-1 0 0 0,0 0 0 0 0,1 1 1 0 0,-1-1-1 0 0,1 5 0 0 0,0 0 169 0 0,-1 0-1 0 0,-1 0 1 0 0,1 0-1 0 0,-2 13 1 0 0,1-1 254 0 0,-1-18-433 0 0,0 0-1 0 0,0-1 0 0 0,0 1 0 0 0,0 0 1 0 0,0-1-1 0 0,0 1 0 0 0,0 0 1 0 0,0-1-1 0 0,0 0 0 0 0,0 1 0 0 0,-1-1 1 0 0,1 0-1 0 0,0 1 0 0 0,0-1 0 0 0,0 0 1 0 0,-1 0-1 0 0,1 0 0 0 0,0 0 0 0 0,0 0 1 0 0,0 0-1 0 0,-1-1 0 0 0,-1 1 1 0 0,-1-1 62 0 0,-24 1 289 0 0,17-5 361 0 0,4 5-582 0 0,7 0-126 0 0,-1 0-1 0 0,0 0 1 0 0,1 1 0 0 0,-1-1-1 0 0,0 0 1 0 0,1 0 0 0 0,-1 0-1 0 0,0 0 1 0 0,1 0 0 0 0,-1 0-1 0 0,1 0 1 0 0,-1-1 0 0 0,0 1-1 0 0,1 0 1 0 0,-1 0-1 0 0,0 0 1 0 0,1-1 0 0 0,-1 1-1 0 0,1 0 1 0 0,-1-1 0 0 0,1 1-1 0 0,-1 0 1 0 0,1-1 0 0 0,-1 1-1 0 0,1-1 1 0 0,-1 1 0 0 0,1-1-1 0 0,-1 1 1 0 0,1-1 0 0 0,0 1-1 0 0,-1-1 1 0 0,1 1 0 0 0,0-1-1 0 0,-1 0 1 0 0,1 1 0 0 0,0-1-1 0 0,0 1 1 0 0,0-1-1 0 0,-1 0 1 0 0,1 1 0 0 0,0-1-1 0 0,0 0 1 0 0,0 0 0 0 0,1 0-9 0 0,0 0 0 0 0,0 0 1 0 0,0 1-1 0 0,0-1 0 0 0,0 0 0 0 0,0 1 1 0 0,0-1-1 0 0,0 1 0 0 0,1-1 0 0 0,-1 1 1 0 0,0 0-1 0 0,0-1 0 0 0,0 1 0 0 0,1 0 1 0 0,-1 0-1 0 0,0 0 0 0 0,0 0 1 0 0,0 0-1 0 0,1 0 0 0 0,1 0 0 0 0,-2 0 21 0 0,20-2-13 0 0,-1 1 1 0 0,0 1-1 0 0,0 1 0 0 0,0 0 1 0 0,0 2-1 0 0,0 0 0 0 0,0 1 1 0 0,-1 1-1 0 0,25 10 0 0 0,-32-5 19 0 0,-8-5-21 0 0,2 2-5 0 0,-5-7-14 0 0,-1 0 0 0 0,0 0 0 0 0,1 0 1 0 0,-1 0-1 0 0,1 1 0 0 0,-1-1 0 0 0,1 0 0 0 0,-1 1 1 0 0,0-1-1 0 0,1 0 0 0 0,-1 0 0 0 0,0 1 1 0 0,1-1-1 0 0,-1 1 0 0 0,0-1 0 0 0,0 0 0 0 0,1 1 1 0 0,-1-1-1 0 0,0 1 0 0 0,0-1 0 0 0,0 1 1 0 0,1-1-1 0 0,-1 0 0 0 0,0 1 0 0 0,0-1 0 0 0,0 1 1 0 0,0-1-1 0 0,0 1 0 0 0,0-1 0 0 0,0 1 1 0 0,0-1-1 0 0,0 1 0 0 0,0-1 0 0 0,0 1 0 0 0,-1-1 1 0 0,1 1-1 0 0,0-1 0 0 0,0 0 0 0 0,0 1 1 0 0,0-1-1 0 0,-1 1 0 0 0,1-1 0 0 0,0 0 0 0 0,-1 1 1 0 0,1-1-1 0 0,0 1 0 0 0,0-1 0 0 0,-1 0 1 0 0,1 0-1 0 0,-1 1 0 0 0,1-1 0 0 0,0 0 1 0 0,-1 1-1 0 0,1-1 0 0 0,-1 0 0 0 0,0 0 0 0 0,-5 7 72 0 0,1-3-11 0 0,1-1 0 0 0,-1 1 1 0 0,0-1-1 0 0,0 1 1 0 0,-1-1-1 0 0,1-1 0 0 0,-1 1 1 0 0,1-1-1 0 0,-8 2 0 0 0,-60 12 308 0 0,36-10-186 0 0,-375 62-2214 0 0,341-57-1535 0 0,6 12-2400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10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20 880 0 0,'0'-7'1841'0'0,"0"1"80"0"0,0 0 3362 0 0,32 12-3843 0 0,1 15-159 0 0,0 0-241 0 0,65 6-159 0 0,0 14-321 0 0,-33-14-720 0 0,-6-6-801 0 0,-27-15-399 0 0,-32 3-801 0 0,33-3-640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11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33 146 2081 0 0,'-32'6'6083'0'0,"32"-12"-4643"0"0,32-3-319 0 0,1 3-241 0 0,0 0-239 0 0,32-9-321 0 0,0-5-720 0 0,-6-1-961 0 0,6 0-1280 0 0,1-6-561 0 0,-34 6 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11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44 1761 0 0,'-6'0'1881'0'0,"-48"-1"4495"0"0,48-3-1700 0 0,6 9-1388 0 0,6-5-2501 0 0,193-16 1231 0 0,-83 4-2076 0 0,-50 7-451 0 0,71-5-1844 0 0,-47 12-2628 0 0,-25 10-2583 0 0,-32-10 4003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12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1 320 0 0,'0'0'1361'0'0,"0"8"-1"0"0,-32-2-79 0 0,32 9-80 0 0,-33-3 639 0 0,33 9 1 0 0,-32 21-240 0 0,32 5-881 0 0,0-11-400 0 0,0-3 1 0 0,0 15-161 0 0,32-7-721 0 0,-32 7-1039 0 0,-32 8-2162 0 0,32-14-2321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12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230 126 240 0 0,'-3'-2'221'0'0,"1"1"0"0"0,0-1-1 0 0,-1 1 1 0 0,1-1 0 0 0,0 0-1 0 0,0 0 1 0 0,0 0 0 0 0,0 0 0 0 0,1 0-1 0 0,-1 0 1 0 0,1 0 0 0 0,-1-1 0 0 0,-1-4-1 0 0,2 2 498 0 0,-1 0 0 0 0,2 0-1 0 0,-1-1 1 0 0,1 1 0 0 0,0-10 0 0 0,0 6-138 0 0,1 8-528 0 0,-1-1 0 0 0,1 1 0 0 0,0 0 0 0 0,-1 0 0 0 0,1 0 0 0 0,0 0 1 0 0,0 0-1 0 0,0 0 0 0 0,0 0 0 0 0,0 0 0 0 0,0 0 0 0 0,0 0 0 0 0,1 0 0 0 0,-1 0 0 0 0,0 1 0 0 0,0-1 0 0 0,1 1 0 0 0,-1-1 0 0 0,0 1 0 0 0,1-1 0 0 0,-1 1 1 0 0,0 0-1 0 0,1 0 0 0 0,1-1 0 0 0,1 0 100 0 0,22-6 44 0 0,0 2 1 0 0,0 0-1 0 0,1 2 0 0 0,0 1 0 0 0,-1 1 1 0 0,38 3-1 0 0,-43 1-129 0 0,-1 1-1 0 0,1 1 1 0 0,-1 1 0 0 0,0 1 0 0 0,35 17-1 0 0,-45-20-15 0 0,-1 2-1 0 0,0-1 1 0 0,0 1-1 0 0,-1 0 1 0 0,0 1 0 0 0,10 11-1 0 0,-15-15 17 0 0,1 0 0 0 0,-1 1 0 0 0,-1 0 1 0 0,1 0-1 0 0,0 0 0 0 0,-1 0 0 0 0,0 0 0 0 0,0 1 0 0 0,0-1 0 0 0,0 1 0 0 0,-1-1 1 0 0,0 1-1 0 0,0 0 0 0 0,1 8 0 0 0,-2 2 148 0 0,1-10-135 0 0,-1 0 0 0 0,0 1 0 0 0,0-1 0 0 0,0 0-1 0 0,-1 0 1 0 0,0 0 0 0 0,0 0 0 0 0,-3 9 0 0 0,-5 4 87 0 0,7-14-98 0 0,-1 0-1 0 0,1 0 1 0 0,0 1-1 0 0,0-1 0 0 0,1 1 1 0 0,-1-1-1 0 0,1 1 1 0 0,0-1-1 0 0,0 1 1 0 0,0 8-1 0 0,1-10-6 0 0,0 0 0 0 0,-1 0 0 0 0,1 0 0 0 0,-1 0 0 0 0,0 0 0 0 0,0 0 0 0 0,0 0 0 0 0,-1 0 0 0 0,1 0 0 0 0,-1 0 0 0 0,1-1 0 0 0,-1 1-1 0 0,0-1 1 0 0,0 1 0 0 0,0-1 0 0 0,0 1 0 0 0,0-1 0 0 0,-1 0 0 0 0,1 0 0 0 0,-1 0 0 0 0,1-1 0 0 0,-5 3 0 0 0,-8 4 187 0 0,-1-1 0 0 0,1 0 0 0 0,-21 5 1 0 0,-5 3 263 0 0,-10 6 119 0 0,-2-3 0 0 0,0-2 1 0 0,0-2-1 0 0,-90 10 0 0 0,134-22-653 0 0,0-1 0 0 0,0 0 1 0 0,-1-1-1 0 0,1 0 0 0 0,0-1 0 0 0,-1 0 0 0 0,1 0 0 0 0,0-1 1 0 0,0 0-1 0 0,0 0 0 0 0,0-1 0 0 0,0-1 0 0 0,1 1 0 0 0,-1-1 1 0 0,-13-9-1 0 0,22 13 23 0 0,0-1 1 0 0,-1 1 0 0 0,1 0 0 0 0,-1-1-1 0 0,1 1 1 0 0,0 0 0 0 0,-1-1 0 0 0,1 1-1 0 0,0-1 1 0 0,-1 1 0 0 0,1 0-1 0 0,0-1 1 0 0,0 1 0 0 0,-1-1 0 0 0,1 1-1 0 0,0-1 1 0 0,0 1 0 0 0,0-1 0 0 0,0 1-1 0 0,0-1 1 0 0,-1 1 0 0 0,1-1-1 0 0,0 0 1 0 0,0 1 0 0 0,0-1 0 0 0,1 1-1 0 0,-1-1 1 0 0,0 1 0 0 0,0-1 0 0 0,0 1-1 0 0,0-1 1 0 0,0 1 0 0 0,1-1-1 0 0,-1 1 1 0 0,0-1 0 0 0,0 1 0 0 0,1 0-1 0 0,-1-1 1 0 0,0 1 0 0 0,1-1 0 0 0,-1 1-1 0 0,0 0 1 0 0,1-1 0 0 0,0 0-1 0 0,19-11 162 0 0,-18 11-157 0 0,3-3 14 0 0,0 1-1 0 0,1 0 0 0 0,-1 0 1 0 0,1 1-1 0 0,0-1 1 0 0,-1 1-1 0 0,1 1 0 0 0,10-3 1 0 0,48-4 31 0 0,-57 7-34 0 0,42 2 88 0 0,52 15 174 0 0,-1 5 1 0 0,128 43-1 0 0,-109-20 470 0 0,-64-21-420 0 0,-49-21-950 0 0,-1-1 0 0 0,1 0-1 0 0,0 0 1 0 0,0 0 0 0 0,0-1-1 0 0,0 0 1 0 0,0 0 0 0 0,1-1 0 0 0,-2 1-1 0 0,1-1 1 0 0,0 0 0 0 0,0-1-1 0 0,9-3 1 0 0,-14 5 414 0 0,-1 0 0 0 0,0-1 1 0 0,1 1-1 0 0,-1 0 0 0 0,0 0 0 0 0,1 0 0 0 0,-1-1 0 0 0,0 1 0 0 0,1 0 0 0 0,-1-1 0 0 0,0 1 1 0 0,0 0-1 0 0,1-1 0 0 0,-1 1 0 0 0,0 0 0 0 0,0-1 0 0 0,1 1 0 0 0,-1 0 0 0 0,0-1 0 0 0,0 1 1 0 0,0 0-1 0 0,0-1 0 0 0,0 1 0 0 0,0-1 0 0 0,0 1 0 0 0,0 0 0 0 0,0-1 0 0 0,0 1 0 0 0,0-1 0 0 0,0 1 1 0 0,0 0-1 0 0,0-2 0 0 0,0 0-1630 0 0,0-4-1926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18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1425 129 480 0 0,'27'0'1521'0'0,"-27"0"-1464"0"0,0 0 0 0 0,0 0 0 0 0,-1 0-1 0 0,1 0 1 0 0,0 0 0 0 0,0 0 0 0 0,0 0 0 0 0,0 0 0 0 0,0-1 0 0 0,0 1 0 0 0,-1 0-1 0 0,1 0 1 0 0,0 0 0 0 0,0 0 0 0 0,0 0 0 0 0,0-1 0 0 0,0 1 0 0 0,0 0 0 0 0,0 0 0 0 0,0 0-1 0 0,0 0 1 0 0,0 0 0 0 0,0-1 0 0 0,0 1 0 0 0,0 0 0 0 0,0 0 0 0 0,0 0 0 0 0,0 0-1 0 0,0-1 1 0 0,0 1 0 0 0,0 0 0 0 0,0 0 0 0 0,0 0 0 0 0,0 0 0 0 0,0-1 0 0 0,0 1 0 0 0,0 0-1 0 0,0 0 1 0 0,0 0 0 0 0,0 0 0 0 0,0 0 0 0 0,1 0 0 0 0,-1-1 0 0 0,0 1 0 0 0,0 0-1 0 0,0 0 1 0 0,0 0 0 0 0,0 0 0 0 0,0 0 0 0 0,1 0 0 0 0,-1 0 0 0 0,0-1 0 0 0,-22 0 1317 0 0,17 1-80 0 0,-1 0-54 0 0,2 0-843 0 0,4 1-314 0 0,-1-1-1 0 0,0 0 1 0 0,1 0 0 0 0,-1 0 0 0 0,0 1 0 0 0,1-1-1 0 0,-1 0 1 0 0,0 0 0 0 0,0 0 0 0 0,1 0-1 0 0,-1 0 1 0 0,0 0 0 0 0,1 0 0 0 0,-1 0 0 0 0,0-1-1 0 0,0 1 1 0 0,1 0 0 0 0,-1 0 0 0 0,0-1 0 0 0,1 1-1 0 0,-1 0 1 0 0,1-1 0 0 0,-1 1 0 0 0,0 0 0 0 0,1-1-1 0 0,-1 1 1 0 0,1-1 0 0 0,-1 1 0 0 0,1-1 0 0 0,-1 1-1 0 0,1-1 1 0 0,-1 0 0 0 0,1 1 0 0 0,0-1-1 0 0,-1 0 1 0 0,1 1 0 0 0,0-1 0 0 0,0 0 0 0 0,-1 0-1 0 0,1 0 559 0 0,0-27 1306 0 0,0 27-1874 0 0,1 0 0 0 0,-1 0 0 0 0,0 0 0 0 0,0 0-1 0 0,0 0 1 0 0,0-1 0 0 0,0 1 0 0 0,0 0 0 0 0,0 0-1 0 0,0 0 1 0 0,0 0 0 0 0,-1 0 0 0 0,1 0 0 0 0,0 0-1 0 0,-1 0 1 0 0,1 0 0 0 0,-1 0 0 0 0,1 0 0 0 0,-1 0-1 0 0,0 0 1 0 0,1 0 0 0 0,-1 0 0 0 0,0 0 0 0 0,0 0-1 0 0,1 1 1 0 0,-1-1 0 0 0,0 0 0 0 0,0 1 0 0 0,0-1-1 0 0,0 0 1 0 0,0 1 0 0 0,0-1 0 0 0,0 1 0 0 0,0 0-1 0 0,0-1 1 0 0,-2 1 0 0 0,-4-3 8 0 0,7 3-62 0 0,-1 0 0 0 0,1 0 0 0 0,0 0 0 0 0,0 0 0 0 0,-1 0 0 0 0,1 0 1 0 0,0 0-1 0 0,-1-1 0 0 0,1 1 0 0 0,0 0 0 0 0,0 0 0 0 0,0 0 0 0 0,-1 0 0 0 0,1-1 0 0 0,0 1 0 0 0,0 0 1 0 0,0 0-1 0 0,-1-1 0 0 0,1 1 0 0 0,0 0 0 0 0,0 0 0 0 0,0-1 0 0 0,0 1 0 0 0,0 0 0 0 0,-1 0 0 0 0,1-1 1 0 0,0 1-1 0 0,0 0 0 0 0,0 0 0 0 0,0-1 0 0 0,0 1 0 0 0,0 0 0 0 0,0-1 0 0 0,-5-6 452 0 0,-2 5-304 0 0,0 0 0 0 0,-1 1 0 0 0,1-1 0 0 0,-14 1 0 0 0,-21-4 439 0 0,6-2-146 0 0,0 2 0 0 0,-1 1-1 0 0,1 2 1 0 0,0 1 0 0 0,-59 7-1 0 0,19 5 110 0 0,-121 35-1 0 0,-42 43-205 0 0,228-85-312 0 0,3 0-18 0 0,1-1 1 0 0,0 1 0 0 0,0 0 0 0 0,-7 6-1 0 0,9-6-19 0 0,0-1 1 0 0,0 1-1 0 0,0-1 0 0 0,-1-1 0 0 0,-7 4 0 0 0,-10 2-3 0 0,8-4-50 0 0,1 1 0 0 0,-25 13-1 0 0,-4-3 107 0 0,39-14-59 0 0,1 0-1 0 0,-1-1 1 0 0,1 1-1 0 0,-1 1 1 0 0,1-1-1 0 0,0 0 1 0 0,-1 1-1 0 0,1-1 1 0 0,0 1-1 0 0,0 0 1 0 0,0 0-1 0 0,0 1 1 0 0,0-1-1 0 0,1 1 1 0 0,-5 4-1 0 0,-48 43-154 0 0,54-48 125 0 0,-1 0 0 0 0,0 0 0 0 0,0 0 0 0 0,0 0 0 0 0,0-1 0 0 0,-1 1 0 0 0,1 0 0 0 0,-5 1 0 0 0,-2 2 7 0 0,8-5 16 0 0,1 1 0 0 0,0-1-1 0 0,0 0 1 0 0,-1 0 0 0 0,1 0 0 0 0,0 0-1 0 0,0 1 1 0 0,0-1 0 0 0,-1 0 0 0 0,1 0 0 0 0,0 0-1 0 0,0 1 1 0 0,0-1 0 0 0,0 0 0 0 0,-1 0-1 0 0,1 1 1 0 0,0-1 0 0 0,0 0 0 0 0,0 1 0 0 0,0-1-1 0 0,0 0 1 0 0,0 0 0 0 0,0 1 0 0 0,0-1-1 0 0,0 0 1 0 0,0 0 0 0 0,0 1 0 0 0,0-1 0 0 0,0 0-1 0 0,0 1 1 0 0,0-1 0 0 0,0 0 0 0 0,0 0-1 0 0,0 1 1 0 0,0-1 0 0 0,0 0 0 0 0,1 0 0 0 0,-1 1-1 0 0,0-1 1 0 0,0 0 0 0 0,0 0 0 0 0,0 1-1 0 0,1-1 1 0 0,-1 0 0 0 0,0 0 0 0 0,0 0 0 0 0,0 1-1 0 0,1-1 1 0 0,-1 0 0 0 0,0 0 0 0 0,0 0-1 0 0,1 0 1 0 0,-1 0 0 0 0,0 0 0 0 0,1 1 0 0 0,-1-1-1 0 0,0 0 1 0 0,18 7 15 0 0,-16-6-10 0 0,-1-1-5 0 0,-1 0 1 0 0,0 1-1 0 0,0-1 0 0 0,1 0 1 0 0,-1 0-1 0 0,0 0 1 0 0,0 1-1 0 0,1-1 0 0 0,-1 0 1 0 0,0 0-1 0 0,0 1 1 0 0,0-1-1 0 0,0 0 0 0 0,1 0 1 0 0,-1 1-1 0 0,0-1 1 0 0,0 0-1 0 0,0 0 0 0 0,0 1 1 0 0,0-1-1 0 0,0 0 1 0 0,0 1-1 0 0,0-1 0 0 0,0 0 1 0 0,0 1-1 0 0,0-1 1 0 0,0 0-1 0 0,0 1 0 0 0,0-1 1 0 0,0 0-1 0 0,0 0 1 0 0,0 1-1 0 0,0-1 0 0 0,0 0 1 0 0,0 1-1 0 0,-1-1 0 0 0,1 0 1 0 0,0 0-1 0 0,0 1 1 0 0,0-1-1 0 0,-1 0 0 0 0,1 0 1 0 0,0 1-1 0 0,0-1 1 0 0,0 0-1 0 0,-1 0 0 0 0,1 0 1 0 0,0 0-1 0 0,0 1 1 0 0,-1-1-1 0 0,1 0 0 0 0,0 0 1 0 0,-1 0-1 0 0,1 0 1 0 0,0 0-1 0 0,0 0 0 0 0,-1 0 1 0 0,1 0-1 0 0,0 0 1 0 0,-1 0-1 0 0,1 0 0 0 0,-18 7 44 0 0,18-7-43 0 0,-1 0-3 0 0,1 0 0 0 0,-1 0-1 0 0,1 1 1 0 0,-1-1 0 0 0,1 0 0 0 0,-1 1 0 0 0,1-1-1 0 0,0 0 1 0 0,-1 1 0 0 0,1-1 0 0 0,0 1 0 0 0,-1-1-1 0 0,1 1 1 0 0,0-1 0 0 0,0 1 0 0 0,-1-1-1 0 0,1 1 1 0 0,0-1 0 0 0,0 1 0 0 0,0-1 0 0 0,0 1-1 0 0,0-1 1 0 0,0 1 0 0 0,0-1 0 0 0,0 1 0 0 0,0-1-1 0 0,0 1 1 0 0,0 0 0 0 0,0-1 0 0 0,0 1-1 0 0,0-1 1 0 0,0 2 0 0 0,1-2 1 0 0,-1 1-1 0 0,0-1 1 0 0,0 1-1 0 0,0 0 0 0 0,0-1 1 0 0,0 1-1 0 0,0 0 1 0 0,0-1-1 0 0,0 1 1 0 0,0 0-1 0 0,0-1 1 0 0,0 1-1 0 0,0 0 1 0 0,-1-1-1 0 0,1 1 1 0 0,0 0-1 0 0,0-1 1 0 0,-1 1-1 0 0,1-1 1 0 0,0 1-1 0 0,-1-1 1 0 0,1 1-1 0 0,-1-1 1 0 0,1 1-1 0 0,-1 0 1 0 0,-3 0 11 0 0,3-1-11 0 0,0 0 0 0 0,0 0 0 0 0,0 1 0 0 0,0-1 1 0 0,0 0-1 0 0,-1 1 0 0 0,1-1 0 0 0,0 0 0 0 0,0 1 0 0 0,0-1 0 0 0,0 1 0 0 0,0 0 0 0 0,0-1 0 0 0,0 1 0 0 0,1 0 0 0 0,-1 0 0 0 0,0-1 1 0 0,0 1-1 0 0,0 0 0 0 0,1 0 0 0 0,-1 0 0 0 0,0 0 0 0 0,1 0 0 0 0,-1 2 0 0 0,0-1 5 0 0,1 0-1 0 0,0 0 1 0 0,0 0 0 0 0,-1 0-1 0 0,0 0 1 0 0,1 0-1 0 0,-1 0 1 0 0,0 0 0 0 0,0 0-1 0 0,0 0 1 0 0,0 0 0 0 0,0-1-1 0 0,0 1 1 0 0,0 0-1 0 0,-1-1 1 0 0,-2 3 0 0 0,3-2 0 0 0,-1-1-1 0 0,1 1 1 0 0,0-1 0 0 0,-1 1 0 0 0,1 0-1 0 0,0 0 1 0 0,0 0 0 0 0,0 0 0 0 0,0 0 0 0 0,0 0-1 0 0,0 0 1 0 0,1 0 0 0 0,-1 0 0 0 0,1 0 0 0 0,-1 0-1 0 0,1 4 1 0 0,0 59 35 0 0,0-64-48 0 0,0 0 0 0 0,0 1-1 0 0,0-1 1 0 0,-1 0 0 0 0,1 0-1 0 0,0 0 1 0 0,0 0 0 0 0,-1 1 0 0 0,1-1-1 0 0,-1 0 1 0 0,1 0 0 0 0,-1 0-1 0 0,0 0 1 0 0,1 0 0 0 0,-1 0-1 0 0,0 0 1 0 0,0 0 0 0 0,1 0 0 0 0,-1-1-1 0 0,0 1 1 0 0,0 0 0 0 0,0 0-1 0 0,0-1 1 0 0,-2 2 0 0 0,2-2 9 0 0,0 1-1 0 0,0 0 1 0 0,0 0 0 0 0,0-1 0 0 0,0 1 0 0 0,0 0 0 0 0,0 0-1 0 0,0 0 1 0 0,0 0 0 0 0,0 0 0 0 0,0 0 0 0 0,1 1 0 0 0,-1-1-1 0 0,0 0 1 0 0,1 0 0 0 0,-1 0 0 0 0,1 1 0 0 0,-1-1 0 0 0,1 0-1 0 0,0 1 1 0 0,-1-1 0 0 0,1 0 0 0 0,0 1 0 0 0,0 1-1 0 0,0-1-11 0 0,0-1 0 0 0,-1 0 0 0 0,1 1-1 0 0,0-1 1 0 0,0 0 0 0 0,0 1-1 0 0,0-1 1 0 0,0 1 0 0 0,0-1 0 0 0,1 0-1 0 0,-1 1 1 0 0,0-1 0 0 0,1 0-1 0 0,-1 0 1 0 0,1 1 0 0 0,-1-1-1 0 0,1 0 1 0 0,0 0 0 0 0,-1 1 0 0 0,1-1-1 0 0,0 0 1 0 0,0 0 0 0 0,0 0-1 0 0,0 0 1 0 0,0 0 0 0 0,0 0 0 0 0,0-1-1 0 0,0 1 1 0 0,0 0 0 0 0,0 0-1 0 0,3 0 1 0 0,4 4 92 0 0,-6-3-73 0 0,-1-1 0 0 0,-1 1 1 0 0,1 0-1 0 0,0 0 0 0 0,0-1 0 0 0,-1 1 0 0 0,1 0 0 0 0,-1 0 0 0 0,1 0 0 0 0,-1 0 0 0 0,0 0 0 0 0,0 0 0 0 0,0 0 0 0 0,0 0 0 0 0,0 0 0 0 0,0 0 0 0 0,0-1 0 0 0,-1 4 1 0 0,0 4-3 0 0,1 194 2609 0 0,0-202-2612 0 0,0 0 0 0 0,0-1 0 0 0,0 1 0 0 0,1 0 0 0 0,-1-1 0 0 0,0 1 1 0 0,0-1-1 0 0,0 1 0 0 0,1 0 0 0 0,-1-1 0 0 0,1 1 0 0 0,-1-1 0 0 0,0 1 0 0 0,1-1 0 0 0,-1 1 0 0 0,1-1 0 0 0,-1 1 0 0 0,1-1 1 0 0,-1 0-1 0 0,1 1 0 0 0,-1-1 0 0 0,1 0 0 0 0,-1 1 0 0 0,1-1 0 0 0,0 0 0 0 0,-1 0 0 0 0,1 0 0 0 0,-1 1 0 0 0,1-1 0 0 0,0 0 1 0 0,-1 0-1 0 0,1 0 0 0 0,0 0 0 0 0,-1 0 0 0 0,1 0 0 0 0,0 0 0 0 0,0 0-5 0 0,0-1 0 0 0,-1 1 0 0 0,1 0 0 0 0,-1 0-1 0 0,1 0 1 0 0,-1 0 0 0 0,1 0 0 0 0,-1 1 0 0 0,1-1 0 0 0,-1 0 0 0 0,1 0 0 0 0,-1 0 0 0 0,1 0-1 0 0,-1 1 1 0 0,1-1 0 0 0,-1 0 0 0 0,1 0 0 0 0,-1 1 0 0 0,1-1 0 0 0,-1 0 0 0 0,1 1-1 0 0,-1-1 1 0 0,0 0 0 0 0,1 1 0 0 0,-1-1 0 0 0,0 1 0 0 0,1-1 0 0 0,-1 1 0 0 0,0-1 0 0 0,1 1-1 0 0,-1-1 1 0 0,0 1 0 0 0,0-1 0 0 0,1 2 0 0 0,4 4 2 0 0,41 13-99 0 0,-34-13 117 0 0,-5-1-17 0 0,31 8 38 0 0,-32-12-35 0 0,0 1 0 0 0,0-1 0 0 0,-1 1 0 0 0,1 1 0 0 0,-1-1 0 0 0,10 6 0 0 0,-8-2-9 0 0,0-1 1 0 0,1-1 0 0 0,-1 1 0 0 0,1-1 0 0 0,0-1 0 0 0,0 1 0 0 0,0-1 0 0 0,0-1-1 0 0,1 0 1 0 0,-1 0 0 0 0,13 1 0 0 0,17 1-42 0 0,52-3 0 0 0,-59-1 28 0 0,144-5-61 0 0,140 4 331 0 0,-171 10-219 0 0,162-10 1 0 0,-148-8 46 0 0,-146 8-57 0 0,167-12 674 0 0,75 7 504 0 0,-118 0-961 0 0,-109 5-168 0 0,46-9 0 0 0,-9 1-123 0 0,-37 4 41 0 0,43-12 87 0 0,-65 16-77 0 0,0 0 0 0 0,0-1 0 0 0,0 0 0 0 0,0 0 0 0 0,-1 0 0 0 0,1 0 0 0 0,-1-1 0 0 0,0 0 0 0 0,0 0 0 0 0,0 0 0 0 0,0 0 0 0 0,0-1 0 0 0,-1 0 0 0 0,6-6 0 0 0,-8 9 0 0 0,54-55 0 0 0,-50 51 31 0 0,-1 0 1 0 0,1-1 0 0 0,-1 1 0 0 0,0-1-1 0 0,5-9 1 0 0,3-6 71 0 0,9-4-133 0 0,-17 22-24 0 0,-1-1 0 0 0,1 1 0 0 0,-1-1 0 0 0,0 0 0 0 0,0 0 0 0 0,0 0 0 0 0,-1 0 0 0 0,1-1 0 0 0,-1 1 0 0 0,0-1 0 0 0,-1 1 0 0 0,1-1 0 0 0,-1 0 0 0 0,2-9 0 0 0,-3-172-200 0 0,0 184 258 0 0,0 0-1 0 0,0 0 0 0 0,-1 1 0 0 0,1-1 1 0 0,0 0-1 0 0,-1 0 0 0 0,1 0 1 0 0,-1 1-1 0 0,0-1 0 0 0,0 0 0 0 0,1 1 1 0 0,-1-1-1 0 0,0 1 0 0 0,0-1 0 0 0,-1 1 1 0 0,1-1-1 0 0,0 1 0 0 0,-3-3 0 0 0,3 3 2 0 0,-1 0-1 0 0,1 0 1 0 0,-1-1-1 0 0,1 1 1 0 0,0-1-1 0 0,0 0 1 0 0,0 1-1 0 0,0-1 1 0 0,0 0-1 0 0,0 1 0 0 0,0-1 1 0 0,1 0-1 0 0,-1 0 1 0 0,1 0-1 0 0,-1 0 1 0 0,1 1-1 0 0,0-1 1 0 0,-1-4-1 0 0,2-3 8 0 0,-1 7-11 0 0,1-1-1 0 0,-1 0 0 0 0,0 0 0 0 0,0 1 0 0 0,0-1 0 0 0,0 0 0 0 0,-1 1 0 0 0,1-1 0 0 0,-1 0 0 0 0,0 1 0 0 0,1-1 0 0 0,-1 1 0 0 0,-2-4 0 0 0,-19-21 14 0 0,9-2 56 0 0,11 24-53 0 0,0-1 1 0 0,0 1 0 0 0,-1 1 0 0 0,0-1 0 0 0,0 0 0 0 0,0 1 0 0 0,-4-5 0 0 0,-20-16 62 0 0,21 21-64 0 0,1-1 0 0 0,0 0 0 0 0,0 0 0 0 0,-7-9 0 0 0,-2-11 22 0 0,11 18-11 0 0,0 1 0 0 0,0 0 0 0 0,-1 0 1 0 0,-7-7-1 0 0,6 7-7 0 0,-1 0 0 0 0,0 1 1 0 0,0 0-1 0 0,0 0 0 0 0,-1 0 0 0 0,1 1 1 0 0,-1 0-1 0 0,0 0 0 0 0,-12-4 1 0 0,-36-21-198 0 0,47 25 162 0 0,0 0-1 0 0,-1 0 0 0 0,1 1 1 0 0,-1 0-1 0 0,1 0 0 0 0,-18-2 1 0 0,14 3 4 0 0,-2-2-38 0 0,0 2 0 0 0,-28-2-1 0 0,4 2-15 0 0,7 1 80 0 0,1 1 0 0 0,0 1 0 0 0,-54 10 0 0 0,42-4 155 0 0,-67 1 0 0 0,40-13 52 0 0,-135-29-1 0 0,156 25-117 0 0,37 7-76 0 0,-6-1 28 0 0,0-1 1 0 0,0 0-1 0 0,-24-10 0 0 0,19 7 11 0 0,17 6 13 0 0,-1 1 0 0 0,-16 0 0 0 0,-43-1-80 0 0,50-2-1961 0 0,1 2 0 0 0,-22-1 1 0 0,35 2 1710 0 0,1 0 0 0 0,-1 0 0 0 0,1 0 0 0 0,-1 0 0 0 0,1 0 0 0 0,0 1 0 0 0,-1-1 0 0 0,1 0 1 0 0,-1 0-1 0 0,1 0 0 0 0,-1 0 0 0 0,1 0 0 0 0,0 1 0 0 0,-1-1 0 0 0,1 0 0 0 0,0 0 0 0 0,-1 1 0 0 0,1-1 1 0 0,-1 0-1 0 0,1 0 0 0 0,0 1 0 0 0,0-1 0 0 0,-1 0 0 0 0,1 1 0 0 0,0-1 0 0 0,0 1 0 0 0,-1-1 1 0 0,1 0-1 0 0,0 1 0 0 0,-27 34-12623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28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618 289 480 0 0,'0'0'4736'0'0,"1"-3"-2756"0"0,-8-2-1386 0 0,-12-2 752 0 0,-1 2 0 0 0,0 0 0 0 0,0 2 0 0 0,-40-3 0 0 0,-18-3 955 0 0,-26-19 180 0 0,82 24-2123 0 0,0-1 0 0 0,0-2 0 0 0,1 0 0 0 0,-1-1 0 0 0,-37-21 0 0 0,4 8 202 0 0,30 9-219 0 0,18 9-268 0 0,6 3-65 0 0,1 0 1 0 0,-1 0-1 0 0,1-1 1 0 0,-1 1-1 0 0,1 0 1 0 0,0 0 0 0 0,-1-1-1 0 0,1 1 1 0 0,0 0-1 0 0,-1-1 1 0 0,1 1-1 0 0,0 0 1 0 0,-1-1-1 0 0,1 1 1 0 0,0 0 0 0 0,0-1-1 0 0,0 1 1 0 0,-1-1-1 0 0,1 1 1 0 0,0 0-1 0 0,0-1 1 0 0,0 1 0 0 0,0-1-1 0 0,0 1 1 0 0,0-1-1 0 0,0 1 1 0 0,0-1-1 0 0,0 1 1 0 0,0-1-1 0 0,-3-7 56 0 0,0 6-69 0 0,-16-14 359 0 0,19 15-337 0 0,-1 1 0 0 0,1-1 0 0 0,0 1 0 0 0,-1-1 0 0 0,1 0 0 0 0,0 1 0 0 0,0-1 0 0 0,-1 1 1 0 0,1-1-1 0 0,0 0 0 0 0,0 1 0 0 0,0-1 0 0 0,0 0 0 0 0,0 1 0 0 0,0-1 0 0 0,0 0 0 0 0,0 1 0 0 0,0-1 0 0 0,0 0 0 0 0,0 1 0 0 0,0-1 0 0 0,0 0 0 0 0,0 1 0 0 0,1-1 0 0 0,-1 0 0 0 0,0 1 0 0 0,0-1 0 0 0,1 1 0 0 0,-1-1 0 0 0,1 0 0 0 0,-1 1 0 0 0,0-1 0 0 0,1 1 0 0 0,-1-1 0 0 0,1 1 0 0 0,-1 0 1 0 0,1-1-1 0 0,0 0 0 0 0,8-5 116 0 0,-1 1 1 0 0,1 0-1 0 0,0 0 1 0 0,0 1 0 0 0,0 0-1 0 0,1 1 1 0 0,0 0 0 0 0,-1 0-1 0 0,16-1 1 0 0,120-9 526 0 0,-130 12-602 0 0,468-3 1022 0 0,-427 5-1240 0 0,0 3 0 0 0,0 3 0 0 0,76 18 0 0 0,-49-7-3373 0 0,-30-7-2805 0 0,-48-11 42 0 0,-5-7-27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29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1 320 0 0,'-5'0'423'0'0,"3"0"-305"0"0,1 0-1 0 0,-1 0 1 0 0,1 1-1 0 0,-1-1 1 0 0,1 0-1 0 0,-1 0 0 0 0,1 1 1 0 0,-1-1-1 0 0,1 0 1 0 0,0 1-1 0 0,-1 0 1 0 0,1-1-1 0 0,0 1 1 0 0,-1 0-1 0 0,1 0 0 0 0,0 0 1 0 0,0-1-1 0 0,-2 3 1 0 0,-2 0 1789 0 0,-17 2 441 0 0,16-3 2614 0 0,12 4-557 0 0,13 0-3875 0 0,-11-5 111 0 0,14 6 359 0 0,39 5 0 0 0,-36-8-639 0 0,312 55 2267 0 0,-249-43-2256 0 0,-20-3-278 0 0,75 4 0 0 0,-96-15-1536 0 0,51-4 0 0 0,4-7-6229 0 0,-83 7 5514 0 0,68-6-7087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30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72 1201 0 0,'0'-1'180'0'0,"0"-1"0"0"0,0 1 0 0 0,0 0 0 0 0,1-1 0 0 0,-1 1 0 0 0,0 0 0 0 0,1-1 0 0 0,-1 1 0 0 0,1 0 0 0 0,-1 0 0 0 0,1-1 0 0 0,-1 1 0 0 0,1 0 0 0 0,0 0 0 0 0,0 0 0 0 0,0 0 0 0 0,-1 0 0 0 0,1 0 0 0 0,0 0 0 0 0,0 0 0 0 0,0 0 0 0 0,1 0 0 0 0,-1 1 0 0 0,0-1 0 0 0,2-1 0 0 0,5-3 755 0 0,-1 0-331 0 0,0 1-1 0 0,0 0 1 0 0,1 0-1 0 0,-1 0 1 0 0,1 1-1 0 0,0 1 1 0 0,0-1-1 0 0,0 1 1 0 0,0 0-1 0 0,0 1 1 0 0,0 0-1 0 0,14 0 0 0 0,18 1-431 0 0,57 7-1 0 0,-22 0 272 0 0,82 8-256 0 0,-150-14-107 0 0,-1 0 1 0 0,1 0-1 0 0,-1 1 1 0 0,0 0-1 0 0,0 0 0 0 0,0 0 1 0 0,0 1-1 0 0,0-1 1 0 0,0 1-1 0 0,-1 1 1 0 0,1-1-1 0 0,-1 1 1 0 0,0 0-1 0 0,0 0 0 0 0,0 1 1 0 0,-1 0-1 0 0,0-1 1 0 0,0 1-1 0 0,0 1 1 0 0,0-1-1 0 0,-1 1 1 0 0,0-1-1 0 0,0 1 0 0 0,0 0 1 0 0,-1 0-1 0 0,0 0 1 0 0,0 0-1 0 0,0 1 1 0 0,-1-1-1 0 0,0 0 0 0 0,0 1 1 0 0,-1 8-1 0 0,0-11-36 0 0,0 1 0 0 0,-1 0 0 0 0,0-1 0 0 0,0 1 0 0 0,0-1-1 0 0,0 1 1 0 0,-1-1 0 0 0,0 0 0 0 0,0 0 0 0 0,0 0 0 0 0,0 0 0 0 0,-1 0-1 0 0,1 0 1 0 0,-1 0 0 0 0,0-1 0 0 0,0 1 0 0 0,-1-1 0 0 0,-6 5 0 0 0,-12 15 136 0 0,-34 33 346 0 0,42-43-254 0 0,0 1 0 0 0,0 0 0 0 0,-18 27 0 0 0,23-29-61 0 0,1-1 0 0 0,-2-1 0 0 0,1 1 0 0 0,-1-1 0 0 0,-1-1 0 0 0,0 0-1 0 0,0-1 1 0 0,-25 14 0 0 0,1-4 698 0 0,-70 22 0 0 0,38-16-169 0 0,46-16-542 0 0,0-1 0 0 0,0-1 1 0 0,-1-2-1 0 0,0 0 0 0 0,0-1 1 0 0,-1-1-1 0 0,-27-1 0 0 0,38-1-211 0 0,0-1 0 0 0,0-1-1 0 0,1 1 1 0 0,-1-2 0 0 0,1 0 0 0 0,-1 0-1 0 0,1-1 1 0 0,0 0 0 0 0,1-1-1 0 0,-1 0 1 0 0,1-1 0 0 0,0 0-1 0 0,0-1 1 0 0,0 0 0 0 0,-13-14 0 0 0,20 19 10 0 0,0-1 0 0 0,1 0 0 0 0,0 0 0 0 0,-1 1 0 0 0,1-2 0 0 0,0 1 0 0 0,0 0 0 0 0,1 0 0 0 0,-1-1 0 0 0,1 1 0 0 0,0-1 0 0 0,0 1 0 0 0,0-1 0 0 0,0 1 0 0 0,0-9 0 0 0,1 8 11 0 0,1 0-1 0 0,-1 0 1 0 0,1 0 0 0 0,0 0-1 0 0,1 0 1 0 0,-1 0-1 0 0,1 0 1 0 0,0 1 0 0 0,0-1-1 0 0,0 0 1 0 0,0 1-1 0 0,0-1 1 0 0,1 1 0 0 0,4-4-1 0 0,53-49 153 0 0,-58 54-154 0 0,1 0 0 0 0,1-1 0 0 0,-1 1 0 0 0,0 0 0 0 0,0 0 0 0 0,1 1 0 0 0,-1-1 0 0 0,1 1 0 0 0,-1 0 0 0 0,1 0 0 0 0,0 0 0 0 0,-1 0 0 0 0,6 0-1 0 0,49 0-57 0 0,-38 2 35 0 0,-8-1 18 0 0,1 0-1 0 0,-1 0 1 0 0,0 1 0 0 0,0 1 0 0 0,0 0 0 0 0,0 1 0 0 0,16 5 0 0 0,10 4 32 0 0,56 20 374 0 0,139 69-1 0 0,-64-16 208 0 0,-160-80-629 0 0,0-1 1 0 0,0 1-1 0 0,0-1 0 0 0,1-1 1 0 0,-1 0-1 0 0,1 0 0 0 0,0-1 0 0 0,18 2 1 0 0,-6-1-67 0 0,-13-2-385 0 0,0 0 0 0 0,0 0 0 0 0,0-1 0 0 0,0 0 0 0 0,0-1 0 0 0,0 0 0 0 0,10-2 0 0 0,-15 2-169 0 0,0 0 0 0 0,0 0-1 0 0,0 0 1 0 0,-1-1 0 0 0,1 0 0 0 0,0 0 0 0 0,0 0 0 0 0,-1 0 0 0 0,0-1 0 0 0,1 1 0 0 0,-1-1 0 0 0,0 0 0 0 0,4-4-1 0 0,-6 5 198 0 0,0 0 0 0 0,0 0-1 0 0,-1 0 1 0 0,1 0-1 0 0,0 0 1 0 0,-1 0-1 0 0,1 0 1 0 0,-1 0-1 0 0,0 0 1 0 0,0 0-1 0 0,0 0 1 0 0,0 0-1 0 0,0 0 1 0 0,0 0 0 0 0,0 0-1 0 0,-1 0 1 0 0,1 0-1 0 0,-1 0 1 0 0,1 0-1 0 0,-1 0 1 0 0,0 0-1 0 0,-1-2 1 0 0,-25-23-3977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24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61 345 1361 0 0,'-33'19'5082'0'0,"13"-12"-1622"0"0,35-11-1251 0 0,-10 3 419 0 0,-10 1-1414 0 0,-17 0 1160 0 0,28-1-2003 0 0,0 1-1 0 0,-1-1 0 0 0,1 0 0 0 0,0-1 0 0 0,-1 0 0 0 0,1 0 1 0 0,8-4-1 0 0,-7 2-89 0 0,-1 0 0 0 0,1 1 1 0 0,0 0-1 0 0,0 1 0 0 0,13-4 0 0 0,30-12 673 0 0,-11-2-11 0 0,90-51 648 0 0,-111 60-1447 0 0,-1-1-1 0 0,0 0 1 0 0,24-25-1 0 0,-23 20-11 0 0,34-26 0 0 0,3-2 18 0 0,-54 44-147 0 0,-1 1 1 0 0,1-1-1 0 0,-1 0 1 0 0,1 1-1 0 0,-1-1 0 0 0,1 0 1 0 0,-1 1-1 0 0,1-1 1 0 0,-1 0-1 0 0,0 0 1 0 0,0 0-1 0 0,1 1 1 0 0,-1-1-1 0 0,0 0 1 0 0,0 0-1 0 0,0 0 1 0 0,0 0-1 0 0,0 1 1 0 0,0-1-1 0 0,0 0 1 0 0,0-1-1 0 0,0-3 1 0 0,0 5-4 0 0,0-1 0 0 0,-1 1 0 0 0,2-1 0 0 0,-1 1 0 0 0,0-1 0 0 0,0 1 0 0 0,0-1 0 0 0,0 1 0 0 0,0-1 0 0 0,0 1 0 0 0,0-1 0 0 0,1 1 0 0 0,-1 0 0 0 0,0-1 0 0 0,0 1 0 0 0,1-1 0 0 0,-1 1 0 0 0,0 0 0 0 0,0-1 0 0 0,1 1 0 0 0,-1-1 0 0 0,0 1 0 0 0,1 0 0 0 0,0-1 0 0 0,10-5 2 0 0,-7 3-1 0 0,-13 3-11 0 0,3 0 3 0 0,5 0-3 0 0,1 1 0 0 0,-1-1 0 0 0,1 1 0 0 0,-1-1 1 0 0,1 1-1 0 0,-1-1 0 0 0,1 1 0 0 0,0-1 0 0 0,-1 1 0 0 0,1-1 0 0 0,0 1 0 0 0,-1-1 0 0 0,1 1 0 0 0,0 0 0 0 0,-1-1 0 0 0,1 1 0 0 0,0 0 0 0 0,0-1 0 0 0,0 1 0 0 0,0 0 0 0 0,0-1 1 0 0,0 1-1 0 0,0 0 0 0 0,0-1 0 0 0,0 1 0 0 0,0 0 0 0 0,0-1 0 0 0,0 1 0 0 0,0 0 0 0 0,0-1 0 0 0,1 1 0 0 0,-1 0 0 0 0,1 7-62 0 0,-3 10 34 0 0,0-1 0 0 0,-1 1 0 0 0,0-1 0 0 0,-2 0 0 0 0,0 0-1 0 0,-8 19 1 0 0,7-23 69 0 0,0 0-1 0 0,-1-1 1 0 0,-1 1-1 0 0,0-2 1 0 0,0 1-1 0 0,-19 18 1 0 0,4-4 35 0 0,-20 34 41 0 0,13-26-154 0 0,14-18-62 0 0,2 1 1 0 0,-19 27-1 0 0,13-15-288 0 0,11-18 161 0 0,1 1 0 0 0,0 1 0 0 0,-8 16 0 0 0,15-26-85 0 0,0 0 1 0 0,-1 0-1 0 0,2 0 1 0 0,-1 1 0 0 0,0-1-1 0 0,0 0 1 0 0,1 0-1 0 0,0 0 1 0 0,0 0-1 0 0,0 1 1 0 0,0-1-1 0 0,0 0 1 0 0,0 0-1 0 0,1 1 1 0 0,0-1 0 0 0,-1 0-1 0 0,1 0 1 0 0,0 0-1 0 0,1 0 1 0 0,1 3-1 0 0,-2-4-239 0 0,1 0 0 0 0,0 0 0 0 0,0 0-1 0 0,0 0 1 0 0,0 0 0 0 0,1 0-1 0 0,-1-1 1 0 0,0 1 0 0 0,1-1 0 0 0,-1 0-1 0 0,1 1 1 0 0,3 0 0 0 0,54 19-8551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24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27 720 0 0,'0'1'325'0'0,"-1"-1"0"0"0,1 1 0 0 0,-1-1 1 0 0,1 0-1 0 0,-1 1 0 0 0,0-1 0 0 0,1 0 0 0 0,-1 1 0 0 0,0-1 0 0 0,1 0 0 0 0,-1 0 0 0 0,0 1 0 0 0,1-1 0 0 0,-1 0 0 0 0,0 0 0 0 0,1 0 0 0 0,-1 0 0 0 0,0 0 0 0 0,1 0 0 0 0,-1 0 0 0 0,0 0 1 0 0,1 0-1 0 0,-2-1 0 0 0,-28-1 3490 0 0,16 0-1825 0 0,13 2-1827 0 0,0 0 1 0 0,-1 0 0 0 0,1 0 0 0 0,0 0 0 0 0,-1 0 0 0 0,1 0 0 0 0,0 0 0 0 0,-1 0 0 0 0,1 1-1 0 0,0-1 1 0 0,-1 1 0 0 0,1-1 0 0 0,0 1 0 0 0,-2 0 0 0 0,1 0-22 0 0,1 0 0 0 0,0-1 0 0 0,0 1 0 0 0,0-1 0 0 0,-1 1 0 0 0,1-1 0 0 0,0 0 0 0 0,-1 1 0 0 0,1-1 0 0 0,0 0 0 0 0,-1 0 0 0 0,1 0 0 0 0,0 0 0 0 0,-3 0 0 0 0,-18 0 992 0 0,17 0 1761 0 0,10 0-2375 0 0,17 0 40 0 0,-15-4 464 0 0,-3 1-794 0 0,21-1 262 0 0,1 1-1 0 0,38 2 0 0 0,-60 1-457 0 0,115 4 741 0 0,-12 0-2250 0 0,-33-7-5442 0 0,-71 3 5731 0 0,15-2-771 0 0,-17 2 1691 0 0,0 0-1 0 0,-1-1 1 0 0,1 1-1 0 0,-1 0 1 0 0,1 0-1 0 0,-1 0 1 0 0,1 0-1 0 0,-1-1 1 0 0,0 1-1 0 0,1 0 1 0 0,-1 0-1 0 0,1-1 1 0 0,-1 1-1 0 0,1 0 1 0 0,-1-1-1 0 0,0 1 0 0 0,1-1 1 0 0,-1 1-1 0 0,0 0 1 0 0,1-1-1 0 0,-1 1 1 0 0,0-1-1 0 0,0 1 1 0 0,1-1-1 0 0,-1 1 1 0 0,0-1-1 0 0,0 1 1 0 0,0-2-1 0 0,0-11-4668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25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25 640 0 0,'-1'-1'243'0'0,"1"0"-1"0"0,0 0 1 0 0,0 0-1 0 0,0-1 1 0 0,0 1-1 0 0,0 0 1 0 0,0 0-1 0 0,0 0 1 0 0,0 0-1 0 0,1 0 1 0 0,-1 0-1 0 0,0-1 1 0 0,1 1-1 0 0,-1 0 1 0 0,1 0-1 0 0,-1 0 1 0 0,1 0-1 0 0,-1 0 1 0 0,1 0-1 0 0,0 0 1 0 0,1-1-1 0 0,-1 2-99 0 0,1 0 1 0 0,-1 0-1 0 0,1 0 0 0 0,0 0 0 0 0,-1 0 0 0 0,1 1 1 0 0,0-1-1 0 0,-1 0 0 0 0,1 1 0 0 0,-1-1 1 0 0,1 1-1 0 0,-1 0 0 0 0,1-1 0 0 0,1 2 1 0 0,4 2 205 0 0,0 0 1 0 0,0 0-1 0 0,-1 1 1 0 0,11 9-1 0 0,15 12 610 0 0,69 64 1458 0 0,-88-77-2066 0 0,0 1 0 0 0,-1 1 1 0 0,-1 0-1 0 0,0 1 0 0 0,14 28 0 0 0,-13-17 112 0 0,1 1 95 0 0,1 0 0 0 0,18 28-1 0 0,-28-50-521 0 0,1 1 0 0 0,0-1 0 0 0,0 0 0 0 0,0 0 0 0 0,1 0 1 0 0,0-1-1 0 0,0 0 0 0 0,0 0 0 0 0,1-1 0 0 0,0 1 0 0 0,0-2 0 0 0,0 1 0 0 0,9 3 0 0 0,-15-7-93 0 0,0 1 0 0 0,0 0 1 0 0,-1-1-1 0 0,1 0 0 0 0,0 1 0 0 0,0-1 0 0 0,0 0 1 0 0,0 1-1 0 0,0-1 0 0 0,0 0 0 0 0,0 0 1 0 0,0 0-1 0 0,0 0 0 0 0,1 0 0 0 0,-1 0 0 0 0,0 0 1 0 0,0 0-1 0 0,0 0 0 0 0,0-1 0 0 0,0 1 0 0 0,0 0 1 0 0,0-1-1 0 0,-1 1 0 0 0,1-1 0 0 0,0 1 1 0 0,0-1-1 0 0,0 1 0 0 0,0-1 0 0 0,1-1 0 0 0,-1 0-826 0 0,0-1 0 0 0,-1 0 0 0 0,1 0 0 0 0,-1 0 0 0 0,1 0 0 0 0,-1 0 0 0 0,0 0 0 0 0,0 0 0 0 0,-1-4 0 0 0,1-11-3003 0 0,0-2 1031 0 0</inkml:trace>
  <inkml:trace contextRef="#ctx0" brushRef="#br0" timeOffset="1">100 362 2561 0 0,'0'6'8964'0'0,"32"-6"-6323"0"0,-32-6-480 0 0,33-9-480 0 0,32-5-560 0 0,1-22-881 0 0,-1 3-1281 0 0,0 3-1840 0 0,1 9-1681 0 0,-34 6 80 0 0,1 13 480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26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36 1841 0 0,'2'-2'4177'0'0,"-9"-1"-3112"0"0,-20 2 10621 0 0,25-1-9953 0 0,9-3-1372 0 0,20 0 614 0 0,48-2-1 0 0,-46 5-775 0 0,402-7 522 0 0,-143 19-4858 0 0,-274-10 3724 0 0,29 3-1757 0 0,12 5-7785 0 0,-49-7 5539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26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1 560 0 0,'0'0'1361'0'0,"0"8"0"0"0,26-2-1 0 0,-26 7 81 0 0,0 1 79 0 0,0 13 81 0 0,33 21 480 0 0,0 23-320 0 0,-1-23-1041 0 0,-32-1-239 0 0,0-5-1 0 0,0 6-240 0 0,33-7-240 0 0,-33-14-400 0 0,0 0-1521 0 0,0-6-4002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27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72 1921 0 0,'-5'-12'3928'0'0,"-11"5"-2958"0"0,10 6-319 0 0,6 0-568 0 0,-1 1 0 0 0,1-1 0 0 0,-1 1 0 0 0,1-1 0 0 0,-1 1 0 0 0,1-1 0 0 0,-1 0 0 0 0,1 1 0 0 0,0-1 0 0 0,-1 1 1 0 0,1-1-1 0 0,0 0 0 0 0,0 1 0 0 0,-1-1 0 0 0,1 0 0 0 0,0 0 0 0 0,0 1 0 0 0,0-1 0 0 0,0 0 0 0 0,0 1 0 0 0,0-1 0 0 0,0 0 0 0 0,0 0 0 0 0,0 1 0 0 0,0-1 0 0 0,0 0 0 0 0,1 1 0 0 0,-1-1 0 0 0,0 0 0 0 0,1 1 0 0 0,-1-1 0 0 0,0 0 0 0 0,1 1 0 0 0,-1-1 0 0 0,0 1 0 0 0,1-1 0 0 0,-1 0 1 0 0,1 1-1 0 0,0-1 0 0 0,12-4 191 0 0,-1 1 0 0 0,1 0 1 0 0,1 1-1 0 0,-1 1 0 0 0,0 0 0 0 0,19 0 1 0 0,-17 1-114 0 0,-2-1-46 0 0,-1 2 1 0 0,0 0-1 0 0,1 0 1 0 0,-1 1 0 0 0,0 0-1 0 0,0 1 1 0 0,0 1-1 0 0,0 0 1 0 0,0 1 0 0 0,0 0-1 0 0,18 9 1 0 0,-28-12-80 0 0,0 0 0 0 0,0 0 0 0 0,-1 0 0 0 0,1 0-1 0 0,0 1 1 0 0,0-1 0 0 0,0 0 0 0 0,-1 1 0 0 0,1-1 0 0 0,-1 1 0 0 0,1 0 0 0 0,-1-1 0 0 0,0 1 0 0 0,0 0 0 0 0,0 0 0 0 0,0 0 0 0 0,0 0-1 0 0,0 0 1 0 0,0 0 0 0 0,0 0 0 0 0,-1 0 0 0 0,1 3 0 0 0,-1-1 41 0 0,0 0 0 0 0,0-1-1 0 0,-1 1 1 0 0,0-1 0 0 0,1 1 0 0 0,-1-1-1 0 0,0 1 1 0 0,-1-1 0 0 0,1 1 0 0 0,0-1-1 0 0,-1 0 1 0 0,-3 5 0 0 0,-1 0 91 0 0,0 0 1 0 0,0 0-1 0 0,0-1 1 0 0,-1 0-1 0 0,-1 0 0 0 0,1 0 1 0 0,-1-1-1 0 0,0-1 1 0 0,-12 8-1 0 0,14-10-4 0 0,0 0-1 0 0,0 0 1 0 0,0-1 0 0 0,0 0-1 0 0,-1 0 1 0 0,1 0 0 0 0,-1-1-1 0 0,1 0 1 0 0,-1 0-1 0 0,0 0 1 0 0,1-1 0 0 0,-1 0-1 0 0,0-1 1 0 0,-6 0 0 0 0,-42-14 1130 0 0,55 15-1286 0 0,-1-1 0 0 0,1 1 1 0 0,-1-1-1 0 0,1 1 1 0 0,-1-1-1 0 0,1 1 1 0 0,0-1-1 0 0,-1 0 1 0 0,1 1-1 0 0,0-1 1 0 0,-1 1-1 0 0,1-1 0 0 0,0 0 1 0 0,0 1-1 0 0,-1-1 1 0 0,1 0-1 0 0,0 1 1 0 0,0-1-1 0 0,0 0 1 0 0,0 0-1 0 0,0 1 1 0 0,0-1-1 0 0,0 0 1 0 0,0 1-1 0 0,0-1 0 0 0,0 0 1 0 0,1 1-1 0 0,-1-1 1 0 0,0 0-1 0 0,0 1 1 0 0,1-1-1 0 0,-1 0 1 0 0,0 1-1 0 0,1-1 1 0 0,-1 1-1 0 0,0-1 0 0 0,1 0 1 0 0,-1 1-1 0 0,1-1 1 0 0,0 0-1 0 0,18-5 121 0 0,1 0 0 0 0,-1 2 0 0 0,1 0 0 0 0,0 1 0 0 0,35-1 0 0 0,-36 3-97 0 0,0 1 0 0 0,0 1 0 0 0,0 1 0 0 0,0 0 0 0 0,0 1 0 0 0,0 1 0 0 0,0 1 0 0 0,-1 1 0 0 0,19 8 0 0 0,-10-3-7 0 0,-14-7-20 0 0,-1 1 0 0 0,22 13 1 0 0,-30-16 21 0 0,0 1 1 0 0,0 0 0 0 0,0 0 0 0 0,-1 1-1 0 0,1-1 1 0 0,-1 1 0 0 0,0-1 0 0 0,0 1-1 0 0,0 0 1 0 0,0 0 0 0 0,3 9 0 0 0,0-1 90 0 0,-4-10-86 0 0,-1 1 0 0 0,0-1 0 0 0,0 1 1 0 0,1-1-1 0 0,-1 1 0 0 0,-1-1 0 0 0,1 1 0 0 0,0 0 1 0 0,0 2-1 0 0,-2 1 25 0 0,0-1 0 0 0,0 0 0 0 0,-1 0 0 0 0,1 0 0 0 0,-1 0 0 0 0,0 0 0 0 0,-1 0 0 0 0,-2 4 1 0 0,4-6-11 0 0,-1 0 0 0 0,0 0 1 0 0,1-1-1 0 0,-1 1 1 0 0,0-1-1 0 0,0 1 1 0 0,-1-1-1 0 0,1 0 1 0 0,0 1-1 0 0,-1-1 1 0 0,0 0-1 0 0,1-1 1 0 0,-1 1-1 0 0,0 0 1 0 0,0-1-1 0 0,-3 2 0 0 0,-16-3-532 0 0,1-1-1 0 0,0-1 0 0 0,0-1 1 0 0,-34-9-1 0 0,42 9-47 0 0,-90-30-9111 0 0,70 25 4548 0 0,1-4 267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28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0 960 0 0,'0'0'2722'0'0,"0"13"399"0"0,-32 1-79 0 0,32 13-81 0 0,0 29 400 0 0,32 13-1120 0 0,1-7-1440 0 0,32-22-801 0 0,-32-5 0 0 0,0 0-240 0 0,32-14-160 0 0,-32-8-561 0 0,-1 1-1200 0 0,1-7-880 0 0,-33-1-1281 0 0,0 8-641 0 0</inkml:trace>
  <inkml:trace contextRef="#ctx0" brushRef="#br0" timeOffset="0.52">33 441 1201 0 0,'0'-8'3121'0'0,"-32"1"-80"0"0,64 1-399 0 0,-32-2-321 0 0,33-5-400 0 0,0-7-321 0 0,32-1-479 0 0,0-6-401 0 0,1-9-960 0 0,-1 3-1841 0 0,0-17-3842 0 0,0-4-2481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32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1360 2 640 0 0,'-5'-1'3167'0'0,"-18"3"-2332"0"0,5 5 1045 0 0,17-6-1807 0 0,0 0 0 0 0,0 0 1 0 0,-1-1-1 0 0,1 1 1 0 0,0-1-1 0 0,0 1 1 0 0,-1-1-1 0 0,1 1 1 0 0,0-1-1 0 0,-1 0 0 0 0,1 1 1 0 0,0-1-1 0 0,-1 0 1 0 0,1 0-1 0 0,0 0 1 0 0,-1 0-1 0 0,-1-1 1 0 0,-9 1 686 0 0,1 0 0 0 0,-1-1 1 0 0,-19-5-1 0 0,21 6-233 0 0,-1 0-1 0 0,0 0 1 0 0,0 1-1 0 0,-12 3 1 0 0,-3-1 162 0 0,-67 8 124 0 0,51-6-947 0 0,0 2 0 0 0,0 2 0 0 0,-73 27 0 0 0,89-26 43 0 0,0 1 0 0 0,1 2-1 0 0,0 0 1 0 0,1 1-1 0 0,1 2 1 0 0,1 0-1 0 0,-22 20 1 0 0,33-26-32 0 0,-2-1-1 0 0,1 0 1 0 0,-1-2 0 0 0,0 1 0 0 0,-17 6 0 0 0,-8 5-179 0 0,-22 9-364 0 0,-5 15 639 0 0,64-43 29 0 0,0 1 0 0 0,1-1 0 0 0,-1 1 0 0 0,1 0 0 0 0,-1-1 1 0 0,1 1-1 0 0,-1 0 0 0 0,1 0 0 0 0,0-1 0 0 0,-1 1 0 0 0,1 0 0 0 0,0 0 0 0 0,-1-1 1 0 0,1 1-1 0 0,0 0 0 0 0,0 0 0 0 0,0 0 0 0 0,0 0 0 0 0,0-1 0 0 0,0 1 1 0 0,0 1-1 0 0,-4 16 18 0 0,-1-13-15 0 0,0 0 1 0 0,-1 1 0 0 0,1-2 0 0 0,-1 1-1 0 0,-6 4 1 0 0,5-5 4 0 0,2 0 0 0 0,-1 0 0 0 0,0 1-1 0 0,1 0 1 0 0,-9 10 0 0 0,10-9 6 0 0,0-1 1 0 0,-1 0-1 0 0,1 0 1 0 0,-1-1-1 0 0,-1 1 0 0 0,1-1 1 0 0,0 0-1 0 0,-12 6 1 0 0,11-7-6 0 0,0 0 0 0 0,1 1 1 0 0,0-1-1 0 0,0 1 0 0 0,0 1 0 0 0,-5 4 1 0 0,8-5 3 0 0,-1 0-1 0 0,0-1 1 0 0,0 1 0 0 0,0-1 0 0 0,0 0 0 0 0,-1 0-1 0 0,1 0 1 0 0,-5 3 0 0 0,7-6-13 0 0,1 0 0 0 0,-1 1 0 0 0,1-1 0 0 0,0 0 0 0 0,-1 1 0 0 0,1-1 0 0 0,0 0 0 0 0,-1 1 0 0 0,1-1 0 0 0,0 0 0 0 0,-1 1 0 0 0,1-1 0 0 0,0 1 0 0 0,0-1 0 0 0,0 0 0 0 0,-1 1 0 0 0,1-1 0 0 0,0 1 0 0 0,0-1 0 0 0,0 1 0 0 0,0-1 0 0 0,0 1 0 0 0,0-1 0 0 0,0 1 0 0 0,0-1 0 0 0,0 1 0 0 0,0-1 0 0 0,0 1 0 0 0,0 2 60 0 0,-5 3 152 0 0,3-5-189 0 0,0 0 1 0 0,-1-1 0 0 0,1 1 0 0 0,0 0 0 0 0,1 0 0 0 0,-1 0 0 0 0,0 0-1 0 0,0 1 1 0 0,0-1 0 0 0,1 0 0 0 0,-1 1 0 0 0,0-1 0 0 0,1 1 0 0 0,-3 3-1 0 0,4-4-17 0 0,-1-1-1 0 0,1 1 0 0 0,0 0 0 0 0,0 0 1 0 0,0 0-1 0 0,0-1 0 0 0,0 1 1 0 0,0 0-1 0 0,0 0 0 0 0,0-1 0 0 0,0 1 1 0 0,0 0-1 0 0,0 0 0 0 0,0 0 0 0 0,1-1 1 0 0,-1 1-1 0 0,0 0 0 0 0,1 1 0 0 0,1 2 41 0 0,-2 10 112 0 0,1-11-130 0 0,-1-1 0 0 0,1 0 0 0 0,-1 1 0 0 0,0-1 0 0 0,0 1 0 0 0,0-1 0 0 0,-1 1 0 0 0,1-1 0 0 0,0 1 0 0 0,-1-1 0 0 0,0 0 0 0 0,1 1 0 0 0,-1-1 0 0 0,0 0 0 0 0,-2 3 0 0 0,-6 5 66 0 0,8-9-73 0 0,-1 1 0 0 0,1-1 1 0 0,-1 1-1 0 0,1-1 0 0 0,-1 1 0 0 0,1 0 1 0 0,0-1-1 0 0,0 1 0 0 0,0 0 0 0 0,0 0 1 0 0,0 0-1 0 0,1 0 0 0 0,-1 0 0 0 0,0 0 1 0 0,1 0-1 0 0,-1 0 0 0 0,1 1 0 0 0,0-1 0 0 0,0 3 1 0 0,1 20 247 0 0,0-19-233 0 0,-1 1 0 0 0,1-1 0 0 0,-2 1 0 0 0,1 0 0 0 0,0-1 0 0 0,-1 1 0 0 0,-1-1 0 0 0,-3 13 0 0 0,-5-2-15 0 0,8-14-23 0 0,0-1-1 0 0,0 1 0 0 0,1-1 1 0 0,-1 1-1 0 0,1 0 0 0 0,0 0 0 0 0,-1 0 1 0 0,1 0-1 0 0,1 0 0 0 0,-1 0 1 0 0,0 0-1 0 0,1 1 0 0 0,-1 3 1 0 0,1 95 93 0 0,0-101-93 0 0,0-1-1 0 0,0 1 1 0 0,0-1-1 0 0,0 0 1 0 0,0 1-1 0 0,0-1 1 0 0,0 1-1 0 0,0-1 1 0 0,0 1-1 0 0,0-1 1 0 0,0 1-1 0 0,1-1 1 0 0,-1 1-1 0 0,0-1 1 0 0,0 0-1 0 0,0 1 1 0 0,1-1-1 0 0,-1 1 1 0 0,0-1 0 0 0,1 0-1 0 0,-1 1 1 0 0,0-1-1 0 0,0 0 1 0 0,1 1-1 0 0,-1-1 1 0 0,1 0-1 0 0,0 1 1 0 0,53 16-134 0 0,-32-9 157 0 0,1-1-1 0 0,41 7 0 0 0,-11-2-9 0 0,-17-2-14 0 0,53 8 0 0 0,-18-6-10 0 0,-31-4-69 0 0,62 5 0 0 0,65-6-80 0 0,-128-7 133 0 0,0-2 0 0 0,59-11 1 0 0,-88 11 46 0 0,0-2 0 0 0,0 1 0 0 0,0-1-1 0 0,0 0 1 0 0,0-1 0 0 0,-1 0 0 0 0,13-10 0 0 0,3-4 128 0 0,26-27 1 0 0,14-10 8 0 0,-42 40-140 0 0,-11 7-24 0 0,1 0-1 0 0,-1 0 1 0 0,-1-1 0 0 0,0-1 0 0 0,-1 0 0 0 0,0 0 0 0 0,14-20 0 0 0,6-22 22 0 0,-23 38 36 0 0,2-1 0 0 0,0 1 0 0 0,1 1 0 0 0,1 0 0 0 0,16-18 0 0 0,1 9 56 0 0,-21 18-82 0 0,0 0 0 0 0,-1 0 0 0 0,0 0 0 0 0,0-1 0 0 0,0 0 1 0 0,-1 0-1 0 0,0 0 0 0 0,6-10 0 0 0,-3-3 85 0 0,-7 16-96 0 0,1 0 0 0 0,-1 0 0 0 0,0 0 0 0 0,1 0 0 0 0,0 0 0 0 0,-1 0 1 0 0,1 0-1 0 0,0 1 0 0 0,1-1 0 0 0,-1 1 0 0 0,0-1 0 0 0,1 1 0 0 0,3-3 0 0 0,-3 4-6 0 0,-1-1 1 0 0,1 0 0 0 0,-1 0-1 0 0,0-1 1 0 0,0 1 0 0 0,0 0-1 0 0,0-1 1 0 0,0 1 0 0 0,0-1-1 0 0,-1 0 1 0 0,1 1-1 0 0,-1-1 1 0 0,3-6 0 0 0,-3 2 1 0 0,0 0 1 0 0,0 0-1 0 0,-1 0 1 0 0,0-13-1 0 0,0 3 84 0 0,0 15-95 0 0,0 0 1 0 0,0 0 0 0 0,0 0 0 0 0,1 0 0 0 0,-1 0 0 0 0,1 0-1 0 0,-1 0 1 0 0,1 0 0 0 0,0 1 0 0 0,0-1 0 0 0,0 0-1 0 0,0 0 1 0 0,0 0 0 0 0,0 1 0 0 0,1-1 0 0 0,-1 1 0 0 0,3-3-1 0 0,7-11-49 0 0,-9 8 37 0 0,0-1-1 0 0,0 0 1 0 0,-1 0 0 0 0,0 0-1 0 0,-1 1 1 0 0,1-1 0 0 0,-2 0-1 0 0,0-13 1 0 0,-1-4 53 0 0,2-85-333 0 0,0 109 297 0 0,0 0 0 0 0,0 0 0 0 0,0 0 0 0 0,0 0 0 0 0,0 0 0 0 0,0 0 0 0 0,0 0 0 0 0,-1 0 0 0 0,1 0 1 0 0,0 0-1 0 0,-1 0 0 0 0,1 1 0 0 0,-1-1 0 0 0,1 0 0 0 0,-1 0 0 0 0,0 0 0 0 0,1 0 0 0 0,-1 1 0 0 0,0-1 0 0 0,1 0 0 0 0,-1 1 0 0 0,0-1 0 0 0,0 0 1 0 0,0 1-1 0 0,0-1 0 0 0,1 1 0 0 0,-1 0 0 0 0,-2-1 0 0 0,2 0 1 0 0,0 1 1 0 0,0-1 0 0 0,1 1-1 0 0,-1-1 1 0 0,0 1-1 0 0,0-1 1 0 0,0 1 0 0 0,0-1-1 0 0,0 0 1 0 0,1 0-1 0 0,-1 1 1 0 0,0-1 0 0 0,1 0-1 0 0,-1 0 1 0 0,0 0-1 0 0,1 0 1 0 0,-1 0-1 0 0,1 0 1 0 0,-1 0 0 0 0,1 0-1 0 0,0 0 1 0 0,-1 0-1 0 0,1 0 1 0 0,0 0 0 0 0,0 0-1 0 0,0 0 1 0 0,0 0-1 0 0,0-2 1 0 0,-1 1-2 0 0,1 0 1 0 0,-1 1-1 0 0,1-1 0 0 0,-1 0 1 0 0,0 0-1 0 0,1 0 1 0 0,-1 0-1 0 0,0 0 0 0 0,0 1 1 0 0,-1-1-1 0 0,1 1 0 0 0,0-1 1 0 0,0 1-1 0 0,-1-1 1 0 0,1 1-1 0 0,-1-1 0 0 0,0 1 1 0 0,1 0-1 0 0,-1 0 0 0 0,0 0 1 0 0,1 0-1 0 0,-1 0 0 0 0,0 0 1 0 0,0 1-1 0 0,0-1 1 0 0,0 1-1 0 0,0-1 0 0 0,-2 1 1 0 0,-15-9 41 0 0,12 6-116 0 0,1 0 0 0 0,-1 0 0 0 0,0 0 0 0 0,0 1 0 0 0,0 0 0 0 0,0 1 0 0 0,0-1 0 0 0,0 1 0 0 0,0 0 0 0 0,-1 1 0 0 0,-13 1 0 0 0,-12 11-3638 0 0,33-12 3649 0 0,0 0 0 0 0,0 0 1 0 0,-1 0-1 0 0,1 0 1 0 0,0 0-1 0 0,0 0 1 0 0,-1 0-1 0 0,1 0 1 0 0,0 1-1 0 0,0-1 1 0 0,-1 0-1 0 0,1 0 1 0 0,0 0-1 0 0,0 1 1 0 0,0-1-1 0 0,-1 0 0 0 0,1 0 1 0 0,0 0-1 0 0,0 1 1 0 0,0-1-1 0 0,0 0 1 0 0,0 0-1 0 0,0 1 1 0 0,-1-1-1 0 0,1 0 1 0 0,0 0-1 0 0,0 1 1 0 0,0-1-1 0 0,0 0 1 0 0,0 0-1 0 0,0 1 0 0 0,0-1 1 0 0,0 1-58 0 0,0-1 1 0 0,0 0-1 0 0,0 1 1 0 0,0-1-1 0 0,0 1 1 0 0,0-1-1 0 0,0 0 1 0 0,0 1-1 0 0,0-1 0 0 0,0 0 1 0 0,-1 1-1 0 0,1-1 1 0 0,0 0-1 0 0,0 1 1 0 0,0-1-1 0 0,-1 0 1 0 0,1 0-1 0 0,0 1 1 0 0,0-1-1 0 0,-1 0 0 0 0,1 0 1 0 0,0 1-1 0 0,0-1 1 0 0,-1 0-1 0 0,1 0 1 0 0,0 0-1 0 0,-1 1 1 0 0,0-1-1 0 0,-26 11-3966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35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69 640 0 0,'0'0'3282'0'0,"0"-8"-2082"0"0,32 8 161 0 0,-32-6 1520 0 0,33-1-1600 0 0,0 7-81 0 0,-1-8 481 0 0,1 8-1361 0 0,0-6-800 0 0,-1 0-1281 0 0,1-1-1200 0 0,-33-7-561 0 0,0 8 241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41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98 104 1761 0 0,'1'-2'223'0'0,"-1"0"-1"0"0,1 0 1 0 0,-1 0 0 0 0,1 0-1 0 0,0 0 1 0 0,0 0 0 0 0,-1 1 0 0 0,1-1-1 0 0,0 0 1 0 0,1 1 0 0 0,-1-1-1 0 0,0 1 1 0 0,0-1 0 0 0,1 1 0 0 0,-1-1-1 0 0,1 1 1 0 0,-1 0 0 0 0,1 0 0 0 0,0 0-1 0 0,-1 0 1 0 0,1 0 0 0 0,0 0-1 0 0,3-1 1 0 0,58-19 3768 0 0,-27 10-1709 0 0,-17 3-1772 0 0,0 2-1 0 0,0 0 1 0 0,1 2-1 0 0,0 0 1 0 0,0 1-1 0 0,0 1 1 0 0,21 0-1 0 0,0 4-209 0 0,0 1 0 0 0,58 12 0 0 0,-93-14-141 0 0,-1 1-1 0 0,1-1 1 0 0,-1 1 0 0 0,1 0-1 0 0,-1 0 1 0 0,8 5 0 0 0,-12-6-103 0 0,0-1 0 0 0,0 1 0 0 0,1 0 0 0 0,-1 0 0 0 0,0 0 0 0 0,0 0 0 0 0,0 0 0 0 0,0 0 0 0 0,0 0 0 0 0,-1 0 0 0 0,1 0 0 0 0,0 0 0 0 0,0 1 0 0 0,-1-1 0 0 0,1 0 0 0 0,-1 0 0 0 0,1 1 0 0 0,-1-1 0 0 0,0 0 0 0 0,1 1 0 0 0,-1-1 0 0 0,0 1 0 0 0,0-1 0 0 0,0 0 0 0 0,0 1 0 0 0,0-1 0 0 0,0 0 0 0 0,0 1 0 0 0,0-1 0 0 0,-1 1 0 0 0,1-1 0 0 0,-1 0 0 0 0,0 3 0 0 0,-23 40 1358 0 0,19-37-1223 0 0,1-1 0 0 0,0 1 0 0 0,0 0 0 0 0,1 0 1 0 0,0 0-1 0 0,0 0 0 0 0,1 1 0 0 0,-1-1 1 0 0,2 1-1 0 0,-1 0 0 0 0,0 13 0 0 0,2-18-149 0 0,0-1 0 0 0,0 1-1 0 0,0 0 1 0 0,-1-1 0 0 0,1 1 0 0 0,-1-1 0 0 0,0 1-1 0 0,0-1 1 0 0,0 1 0 0 0,0-1 0 0 0,0 1-1 0 0,0-1 1 0 0,0 0 0 0 0,-1 0 0 0 0,-2 4 0 0 0,-8 12 210 0 0,1 20 121 0 0,0-18-248 0 0,9-16-92 0 0,0 0 0 0 0,0 0 0 0 0,0 0 0 0 0,0 0 0 0 0,1 0 0 0 0,0 0 0 0 0,-1 1-1 0 0,2-1 1 0 0,-1 0 0 0 0,0 1 0 0 0,1 5 0 0 0,0-5 1 0 0,-1-1-1 0 0,1 1 0 0 0,-1 0 0 0 0,0 0 1 0 0,0-1-1 0 0,-1 1 0 0 0,1-1 0 0 0,-1 1 1 0 0,0-1-1 0 0,0 0 0 0 0,-1 1 0 0 0,1-1 0 0 0,-1 0 1 0 0,0-1-1 0 0,-6 8 0 0 0,-18 29 169 0 0,16-7 38 0 0,-11-5 40 0 0,20-25-244 0 0,1-1-29 0 0,0 0 0 0 0,0-1 0 0 0,0 1 0 0 0,0-1 0 0 0,0 1-1 0 0,0-1 1 0 0,-1 1 0 0 0,1-1 0 0 0,0 0 0 0 0,-1 0-1 0 0,1 1 1 0 0,-1-1 0 0 0,1 0 0 0 0,-1 0 0 0 0,0-1-1 0 0,1 1 1 0 0,-1 0 0 0 0,0-1 0 0 0,0 1 0 0 0,1 0-1 0 0,-4-1 1 0 0,3 1-6 0 0,-19 4 32 0 0,0-2 0 0 0,0 0-1 0 0,0-1 1 0 0,-37-2 0 0 0,42 0-50 0 0,-8-1-27 0 0,0-1 0 0 0,0-2 0 0 0,0 0 0 0 0,0-1 1 0 0,1-2-1 0 0,-30-11 0 0 0,48 11 44 0 0,0 1 0 0 0,3 5 2 0 0,0 1 0 0 0,1-1 0 0 0,-1 0 0 0 0,1 0 0 0 0,-1 1 0 0 0,1-1 0 0 0,-1 0 0 0 0,1 0 0 0 0,0-1 0 0 0,-1 1 0 0 0,1 0 0 0 0,0 0 0 0 0,0-1 0 0 0,-2-2 0 0 0,2 0 14 0 0,0 0 0 0 0,0 0 1 0 0,0 0-1 0 0,0 0 0 0 0,1 0 0 0 0,0 0 1 0 0,0-6-1 0 0,1 9-14 0 0,-1-1 1 0 0,0 1-1 0 0,1 0 1 0 0,-1 0-1 0 0,1-1 0 0 0,-1 1 1 0 0,1 0-1 0 0,0 0 0 0 0,-1 0 1 0 0,1 0-1 0 0,0 0 1 0 0,0-1-1 0 0,0 2 0 0 0,0-1 1 0 0,0 0-1 0 0,0 0 1 0 0,0 0-1 0 0,0 0 0 0 0,0 1 1 0 0,0-1-1 0 0,2 0 1 0 0,29-14 22 0 0,-23 12-23 0 0,-2 1 2 0 0,-1 0 1 0 0,1 0-1 0 0,-1 1 1 0 0,1 0-1 0 0,0 0 1 0 0,-1 0-1 0 0,1 1 1 0 0,0 0-1 0 0,0 1 1 0 0,-1 0-1 0 0,1 0 1 0 0,0 0-1 0 0,-1 0 1 0 0,1 1-1 0 0,-1 0 1 0 0,8 4-1 0 0,11 6 48 0 0,0 0 0 0 0,34 24 0 0 0,-54-33-44 0 0,22 17 139 0 0,-25-18-143 0 0,-1-1 0 0 0,1 1-1 0 0,-1 0 1 0 0,1-1 0 0 0,-1 1 0 0 0,1-1 0 0 0,0 0 0 0 0,0 1 0 0 0,0-1 0 0 0,0 0-1 0 0,0 0 1 0 0,4 1 0 0 0,0 1-54 0 0,-1 5-474 0 0,-5-8 438 0 0,0 0 0 0 0,0 0 1 0 0,0 1-1 0 0,0-1 0 0 0,0 0 0 0 0,0 0 0 0 0,0 0 0 0 0,0 1 0 0 0,0-1 0 0 0,0 0 0 0 0,0 0 0 0 0,0 0 0 0 0,1 0 0 0 0,-1 1 0 0 0,0-1 0 0 0,0 0 0 0 0,0 0 0 0 0,0 0 0 0 0,0 0 0 0 0,0 1 0 0 0,0-1 0 0 0,0 0 0 0 0,1 0 0 0 0,-1 0 0 0 0,0 0 0 0 0,0 0 0 0 0,0 0 1 0 0,0 0-1 0 0,0 1 0 0 0,1-1 0 0 0,-1 0 0 0 0,0 0 0 0 0,0 0 0 0 0,0 0 0 0 0,0 0 0 0 0,1 0 0 0 0,-1 0 0 0 0,0 0 0 0 0,0 0 0 0 0,0 0 0 0 0,0 0 0 0 0,1 0 0 0 0,-1 0 0 0 0,0 0 0 0 0,0 0 0 0 0,0 0 0 0 0,1 0 0 0 0,-1 0 0 0 0,4-1-1225 0 0,14-5-602 0 0,-14 1-1754 0 0,-3-4-3355 0 0,-1 8 6782 0 0,0 1 0 0 0,0-1 0 0 0,0 0 0 0 0,0 1 0 0 0,0-1 0 0 0,0 1 0 0 0,1-1-1 0 0,-1 0 1 0 0,0 1 0 0 0,0-1 0 0 0,0 1 0 0 0,1-1 0 0 0,-1 0 0 0 0,0 1 0 0 0,1-1 0 0 0,-1 1-1 0 0,0-1 1 0 0,1 1 0 0 0,-1-1 0 0 0,2 0 0 0 0,25-12-4149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41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 1841 0 0,'-12'-1'913'0'0,"-6"0"-99"0"0,16 2 1599 0 0,7 2 2651 0 0,2-1-4713 0 0,-1 0-103 0 0,0 0 0 0 0,-1 1 0 0 0,1-1 0 0 0,0 1 0 0 0,-1 0 0 0 0,0 1 0 0 0,8 5-1 0 0,85 99 3662 0 0,0-23-2015 0 0,-38-37-1547 0 0,-59-46-333 0 0,1 0-38 0 0,0 0-1 0 0,0 0 0 0 0,-1 0 1 0 0,1 0-1 0 0,0 0 0 0 0,1 0 0 0 0,-1 0 1 0 0,0-1-1 0 0,0 1 0 0 0,1-1 1 0 0,-1 0-1 0 0,5 2 0 0 0,-6-2-116 0 0,0-1 0 0 0,1 1-1 0 0,-1-1 1 0 0,0 0 0 0 0,1 1-1 0 0,-1-1 1 0 0,1 0 0 0 0,-1 0-1 0 0,0 0 1 0 0,1 0 0 0 0,-1 0 0 0 0,1 0-1 0 0,-1-1 1 0 0,0 1 0 0 0,1 0-1 0 0,-1-1 1 0 0,0 1 0 0 0,1-1 0 0 0,-1 1-1 0 0,2-2 1 0 0,-1 1-494 0 0,3 0-2875 0 0,-4-4 1643 0 0,-1-5-5975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42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33 296 2561 0 0,'-33'-7'2481'0'0,"33"-1"-800"0"0,0 2-560 0 0,33 0-241 0 0,-33-9-80 0 0,33-12 1 0 0,-1-8-161 0 0,1-13 0 0 0,65-21 1 0 0,-33 28-321 0 0,1 14-240 0 0,-34 20-560 0 0,34 7-1041 0 0,-34 7-1280 0 0,27-1-641 0 0,-26 8-160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43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647 324 720 0 0,'0'0'96'0'0,"0"1"0"0"0,0 0 1 0 0,0 0-1 0 0,0-1 0 0 0,0 1 0 0 0,1 0 0 0 0,-1 0 0 0 0,0-1 0 0 0,0 1 0 0 0,0 0 0 0 0,1-1 0 0 0,-1 1 0 0 0,0 0 0 0 0,1-1 0 0 0,-1 1 0 0 0,1-1 0 0 0,-1 1 1 0 0,1 0-1 0 0,-1-1 0 0 0,1 1 0 0 0,-1-1 0 0 0,1 1 0 0 0,-1-1 0 0 0,1 0 0 0 0,0 1 0 0 0,-1-1 0 0 0,1 0 0 0 0,0 1 0 0 0,-1-1 0 0 0,1 0 0 0 0,0 0 0 0 0,0 1 1 0 0,0-1-1 0 0,0 0-10 0 0,0 0 0 0 0,0 0 1 0 0,0 1-1 0 0,0-1 0 0 0,0 0 1 0 0,-1 1-1 0 0,1-1 1 0 0,0 0-1 0 0,0 1 0 0 0,-1-1 1 0 0,1 1-1 0 0,0 0 0 0 0,-1-1 1 0 0,1 1-1 0 0,0-1 1 0 0,-1 1-1 0 0,1 0 0 0 0,-1 0 1 0 0,1-1-1 0 0,-1 1 0 0 0,1 0 1 0 0,-1 0-1 0 0,1-1 0 0 0,-1 1 1 0 0,0 0-1 0 0,0 0 1 0 0,1 0-1 0 0,-1 0 0 0 0,0 0 1 0 0,0 0-1 0 0,0-1 0 0 0,0 1 1 0 0,0 2-1 0 0,0-1 152 0 0,0 0-1 0 0,0 1 0 0 0,0-1 1 0 0,0 0-1 0 0,-1 0 1 0 0,1 0-1 0 0,0 1 0 0 0,-1-1 1 0 0,0 0-1 0 0,-1 4 1 0 0,-13 3 736 0 0,8-6-918 0 0,2 4 430 0 0,5-7-467 0 0,0 1-1 0 0,0-1 0 0 0,0 0 0 0 0,0 1 1 0 0,-1-1-1 0 0,1 0 0 0 0,0 0 0 0 0,0 1 1 0 0,0-1-1 0 0,0 0 0 0 0,0 1 0 0 0,0-1 1 0 0,0 0-1 0 0,0 0 0 0 0,-1 1 0 0 0,1-1 1 0 0,0 0-1 0 0,0 0 0 0 0,0 0 0 0 0,-1 1 1 0 0,1-1-1 0 0,0 0 0 0 0,0 0 0 0 0,0 0 1 0 0,-1 1-1 0 0,1-1 0 0 0,0 0 0 0 0,-1 0 1 0 0,1 0-1 0 0,0 0 0 0 0,0 0 1 0 0,-1 0-1 0 0,1 0 0 0 0,-8 4 305 0 0,-1-1 0 0 0,1-1-1 0 0,-1 0 1 0 0,-12 2 0 0 0,16-4 237 0 0,-1-1-26 0 0,-3-2-362 0 0,-10-2 136 0 0,-1 0 0 0 0,-27-13 0 0 0,42 16-245 0 0,-1-1 0 0 0,1 0 0 0 0,0 0 0 0 0,0 0 0 0 0,1 0 0 0 0,-1-1 0 0 0,1 0 0 0 0,0 0 0 0 0,-1 0 0 0 0,2-1 0 0 0,-1 1 0 0 0,0-1 0 0 0,1 0 0 0 0,-3-5 0 0 0,-16-27 251 0 0,14 27-192 0 0,1-1 0 0 0,-10-23 0 0 0,6-6 65 0 0,7 32-170 0 0,-1 0 1 0 0,0 1-1 0 0,0-1 1 0 0,-1 1-1 0 0,1 0 1 0 0,-1 1-1 0 0,-1 0 0 0 0,0 0 1 0 0,1 0-1 0 0,-2 1 1 0 0,1 0-1 0 0,-15-8 1 0 0,5 6-1 0 0,-96-35 152 0 0,92 35-77 0 0,1 0 0 0 0,0-1-1 0 0,-36-22 1 0 0,53 29-85 0 0,3 0 7 0 0,-1 1 0 0 0,1 0-1 0 0,0 0 1 0 0,0 0 0 0 0,-1 0 0 0 0,1 0 0 0 0,0-1 0 0 0,0 1 0 0 0,-1 0-1 0 0,1 0 1 0 0,0-1 0 0 0,0 1 0 0 0,0 0 0 0 0,0 0 0 0 0,-1-1-1 0 0,1 1 1 0 0,0 0 0 0 0,0 0 0 0 0,0-1 0 0 0,0 1 0 0 0,0 0-1 0 0,0-1 1 0 0,0 1 0 0 0,0 0 0 0 0,0-1 0 0 0,0 1 0 0 0,0 0 0 0 0,0 0-1 0 0,0-1 1 0 0,0 1 0 0 0,0 0 0 0 0,0-1 0 0 0,0 1 0 0 0,0 0-1 0 0,0-1 1 0 0,0 1 0 0 0,0 0 0 0 0,0 0 0 0 0,1-1 0 0 0,-1 1 0 0 0,0 0-1 0 0,0 0 1 0 0,0-1 0 0 0,1 1 0 0 0,-1 0 0 0 0,0 0 0 0 0,0-1-1 0 0,1 1 1 0 0,-1 0 0 0 0,0 0 0 0 0,0 0 0 0 0,1-1 0 0 0,10 4 91 0 0,0-2 0 0 0,0 0 0 0 0,16 0 0 0 0,6 0 35 0 0,226 14 310 0 0,101 5-1290 0 0,-115-15-8148 0 0,-207-5 2679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44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1121 0 0,'1'0'-20'0'0,"24"3"2403"0"0,-25-2-2141 0 0,1 0 0 0 0,0 0 0 0 0,0 0 0 0 0,-1 0 0 0 0,1 0 0 0 0,-1 0-1 0 0,1 0 1 0 0,-1 0 0 0 0,1 0 0 0 0,-1 0 0 0 0,0 0 0 0 0,1 0 0 0 0,-1 0 0 0 0,0 0 0 0 0,0 1-1 0 0,0-1 1 0 0,0 0 0 0 0,0 0 0 0 0,0 0 0 0 0,0 2 0 0 0,0 6 679 0 0,-1-4-607 0 0,1-1 0 0 0,-1 1-1 0 0,1 0 1 0 0,1-1 0 0 0,-1 1 0 0 0,1 0 0 0 0,-1-1-1 0 0,1 1 1 0 0,1-1 0 0 0,-1 1 0 0 0,1-1-1 0 0,-1 0 1 0 0,1 1 0 0 0,0-1 0 0 0,1 0-1 0 0,-1 0 1 0 0,1 0 0 0 0,0-1 0 0 0,0 1-1 0 0,4 4 1 0 0,9 5-10 0 0,1 0 1 0 0,0 0-1 0 0,0-2 1 0 0,1 0-1 0 0,1-1 1 0 0,0-1-1 0 0,22 7 1 0 0,151 43-523 0 0,-162-51 161 0 0,11 2-513 0 0,4 0-1725 0 0,-1 5-3337 0 0,-11-1-985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45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447 193 80 0 0,'-5'-3'856'0'0,"-1"0"-1"0"0,2 1 1 0 0,-1-2-1 0 0,0 1 1 0 0,1 0-1 0 0,-1-1 0 0 0,-6-8 1 0 0,-4-2 1211 0 0,14 13-1817 0 0,0-1 0 0 0,0 0 0 0 0,0 0 0 0 0,0 1 1 0 0,0-1-1 0 0,1 0 0 0 0,-1 0 0 0 0,1 0 0 0 0,0 0 0 0 0,-1 0 0 0 0,1 0 1 0 0,0 0-1 0 0,0 0 0 0 0,0 0 0 0 0,0 0 0 0 0,0 0 0 0 0,1 0 0 0 0,0-2 1 0 0,-1-6 1012 0 0,1 9-1198 0 0,-1 1 0 0 0,0-1 0 0 0,0 0 1 0 0,0 0-1 0 0,1 0 0 0 0,-1 0 0 0 0,0 0 0 0 0,1 0 1 0 0,-1 1-1 0 0,1-1 0 0 0,-1 0 0 0 0,1 0 0 0 0,0 1 1 0 0,-1-1-1 0 0,1 0 0 0 0,-1 1 0 0 0,1-1 0 0 0,0 0 1 0 0,0 1-1 0 0,-1-1 0 0 0,1 1 0 0 0,0-1 0 0 0,0 1 0 0 0,0 0 1 0 0,0-1-1 0 0,0 1 0 0 0,-1 0 0 0 0,1 0 0 0 0,0-1 1 0 0,1 1-1 0 0,6-2 302 0 0,35-38 1273 0 0,-39 38-1588 0 0,2-2-3 0 0,0 0 1 0 0,0 0 0 0 0,0 1 0 0 0,1 0 0 0 0,0 0 0 0 0,11-2 0 0 0,-9 2-129 0 0,1 2 1 0 0,-1-1-1 0 0,1 1 1 0 0,-1 1 0 0 0,1 0-1 0 0,-1 0 1 0 0,1 1 0 0 0,-1 0-1 0 0,0 0 1 0 0,1 1 0 0 0,-1 1-1 0 0,0-1 1 0 0,0 1-1 0 0,0 1 1 0 0,14 7 0 0 0,-19-8 45 0 0,-1-1 0 0 0,0 1 0 0 0,0 0 0 0 0,0 0 1 0 0,0 0-1 0 0,-1 0 0 0 0,1 0 0 0 0,-1 0 0 0 0,0 1 0 0 0,0-1 1 0 0,0 1-1 0 0,0 0 0 0 0,1 4 0 0 0,0-1-2 0 0,-1 0-1 0 0,1 1 1 0 0,-2-1 0 0 0,1 1-1 0 0,-1-1 1 0 0,0 12 0 0 0,-9 21 13 0 0,3-22 30 0 0,3-10-1 0 0,1 1 21 0 0,-2 1-1 0 0,1-1 1 0 0,-1 1-1 0 0,0-1 1 0 0,-1 0-1 0 0,0 0 1 0 0,-11 16-1 0 0,-23 35 171 0 0,28-41-7 0 0,-1 0-1 0 0,-1-1 0 0 0,-1-1 1 0 0,0 0-1 0 0,-1-1 0 0 0,-1 0 1 0 0,-27 22-1 0 0,5-17 204 0 0,0-1 1 0 0,-1-2-1 0 0,0-2 1 0 0,-2-2-1 0 0,1-1 1 0 0,-48 8-1 0 0,81-19-362 0 0,-1 0-1 0 0,1-1 1 0 0,0 0 0 0 0,-1-1-1 0 0,1 1 1 0 0,0-1-1 0 0,-1-1 1 0 0,1 1 0 0 0,-1-1-1 0 0,1 0 1 0 0,0 0 0 0 0,-1-1-1 0 0,1 0 1 0 0,0 0-1 0 0,0 0 1 0 0,0-1 0 0 0,1 0-1 0 0,-1 0 1 0 0,0 0 0 0 0,1-1-1 0 0,0 0 1 0 0,0 0-1 0 0,0 0 1 0 0,1-1 0 0 0,-1 1-1 0 0,-5-9 1 0 0,-18-29-99 0 0,35 31 33 0 0,-5 9 36 0 0,-1 0 1 0 0,1 0-1 0 0,-1 0 1 0 0,0 0-1 0 0,1 0 1 0 0,-1 0-1 0 0,0-1 1 0 0,0 1-1 0 0,-1 0 0 0 0,1 0 1 0 0,0-1-1 0 0,-1 1 1 0 0,1-5-1 0 0,0 5-3 0 0,-1 1 1 0 0,1 0-1 0 0,-1 0 0 0 0,1 0 1 0 0,-1-1-1 0 0,1 1 0 0 0,0 0 1 0 0,-1 0-1 0 0,1 0 0 0 0,0 0 0 0 0,0 0 1 0 0,0 0-1 0 0,0 1 0 0 0,0-1 1 0 0,0 0-1 0 0,0 0 0 0 0,0 1 1 0 0,0-1-1 0 0,0 0 0 0 0,0 1 0 0 0,1-1 1 0 0,-1 1-1 0 0,0 0 0 0 0,0-1 1 0 0,3 1-1 0 0,30-6-208 0 0,-29 6 178 0 0,0 0-1 0 0,0 1 1 0 0,0 0 0 0 0,0 0-1 0 0,0 0 1 0 0,0 0-1 0 0,0 1 1 0 0,0-1-1 0 0,8 6 1 0 0,5 1-28 0 0,41 17 108 0 0,-1 3 0 0 0,76 50 0 0 0,-118-67 66 0 0,1 0 0 0 0,0-1 1 0 0,30 12-1 0 0,-39-19-227 0 0,-1-1 1 0 0,1 0-1 0 0,-1-1 0 0 0,1 0 0 0 0,0 0 0 0 0,0 0 0 0 0,0-1 1 0 0,-1 0-1 0 0,1-1 0 0 0,0 1 0 0 0,11-4 0 0 0,31-12-3824 0 0,25-23-6801 0 0,-43 24 6428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45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1 1361 0 0,'-17'3'1729'0'0,"-1"0"0"0"0,-23-1-1 0 0,-13 1 1103 0 0,32-1-955 0 0,1 1 0 0 0,-29 8 1 0 0,60-11 3889 0 0,46 1-5009 0 0,152 17 687 0 0,69 3-1338 0 0,-94-21-3510 0 0,-175 0 2981 0 0,51-6-3539 0 0,-56 5 3364 0 0,1 0 1 0 0,-1 0-1 0 0,0 0 0 0 0,0 0 0 0 0,-1 0 1 0 0,1-1-1 0 0,0 1 0 0 0,4-4 0 0 0,4-7-4377 0 0,16 4 679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46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1 370 2641 0 0,'6'-4'663'0'0,"-1"0"-1"0"0,0-1 1 0 0,0 0 0 0 0,0 0-1 0 0,0 0 1 0 0,4-7-1 0 0,16-17 1263 0 0,16-5-1012 0 0,1 2-1 0 0,1 1 0 0 0,48-24 1 0 0,-19 12-201 0 0,-49 26-477 0 0,1 2-1 0 0,1 1 0 0 0,1 1 1 0 0,0 2-1 0 0,0 0 1 0 0,52-13-1 0 0,-72 23-61 0 0,-12 23 975 0 0,-37 96 2580 0 0,-39 89 1027 0 0,55-145-4141 0 0,20-36-488 0 0,6-22-129 0 0,0 1 1 0 0,0 0-1 0 0,0 0 1 0 0,-1-1-1 0 0,0 1 1 0 0,0-1-1 0 0,0 1 1 0 0,-1-1-1 0 0,1 0 1 0 0,-1 0-1 0 0,0 0 1 0 0,-5 6-1 0 0,-5-1-265 0 0,12-8 64 0 0,-1-1 1 0 0,1 1-1 0 0,0 0 0 0 0,0 0 0 0 0,-1 0 1 0 0,1 0-1 0 0,0 0 0 0 0,0 0 1 0 0,0 0-1 0 0,0 0 0 0 0,0 0 1 0 0,0 0-1 0 0,0 1 0 0 0,0-1 0 0 0,0 0 1 0 0,1 1-1 0 0,-2 2 0 0 0,7-5-6105 0 0,23-11-3963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47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231 126 1361 0 0,'33'-18'1673'0'0,"43"-19"1"0"0,-60 30-1446 0 0,16-6 172 0 0,2 1 0 0 0,0 1 0 0 0,0 3 0 0 0,55-8 1 0 0,-75 14-364 0 0,1 1 0 0 0,0 0 0 0 0,16 2 0 0 0,-3 0-12 0 0,-3-1-10 0 0,-1 1-1 0 0,28 5 1 0 0,-43-5 53 0 0,1 1 0 0 0,0 1-1 0 0,-1 0 1 0 0,0 1 0 0 0,1-1-1 0 0,-1 2 1 0 0,-1-1 0 0 0,13 9 0 0 0,-18-10 20 0 0,0 0 0 0 0,0 0 0 0 0,0 1 1 0 0,0-1-1 0 0,-1 1 0 0 0,1 0 1 0 0,-1 0-1 0 0,0 0 0 0 0,0 0 0 0 0,-1 0 1 0 0,1 0-1 0 0,-1 0 0 0 0,0 1 1 0 0,0-1-1 0 0,0 1 0 0 0,-1-1 1 0 0,0 0-1 0 0,1 1 0 0 0,-1-1 0 0 0,-1 7 1 0 0,1-7-3 0 0,-1 1 0 0 0,1-1 0 0 0,0 1 0 0 0,-1-1 1 0 0,0 1-1 0 0,0-1 0 0 0,-1 0 0 0 0,1 1 0 0 0,-1-1 0 0 0,0 0 1 0 0,0 0-1 0 0,-3 5 0 0 0,-5 9 168 0 0,2 4 140 0 0,7-19-307 0 0,-1 1 1 0 0,1-1-1 0 0,-1 1 1 0 0,1-1-1 0 0,-1 0 1 0 0,0 0 0 0 0,0 0-1 0 0,0 0 1 0 0,-1 0-1 0 0,1 0 1 0 0,-1 0-1 0 0,0-1 1 0 0,0 1 0 0 0,-3 2-1 0 0,-61 40 2133 0 0,-107 56 0 0 0,2-2 237 0 0,134-75-1825 0 0,-1-2 0 0 0,-1-1 1 0 0,-1-2-1 0 0,-56 18 0 0 0,82-32-505 0 0,0 0 0 0 0,0-1-1 0 0,0-1 1 0 0,-17 2 0 0 0,27-4-94 0 0,1-1-1 0 0,0 0 1 0 0,0-1-1 0 0,-1 1 1 0 0,1-1-1 0 0,0 0 1 0 0,0 0-1 0 0,0 0 1 0 0,0 0-1 0 0,0-1 1 0 0,0 1 0 0 0,0-1-1 0 0,0 0 1 0 0,1 0-1 0 0,-1-1 1 0 0,-3-2-1 0 0,6 3-18 0 0,0-1-1 0 0,0 1 1 0 0,0-1-1 0 0,0 1 0 0 0,1-1 1 0 0,-1 1-1 0 0,0-1 1 0 0,1 0-1 0 0,0 1 0 0 0,0-1 1 0 0,0 0-1 0 0,0 1 1 0 0,0-1-1 0 0,1-4 1 0 0,0-2 11 0 0,-1 6-21 0 0,0 1 0 0 0,0-1 1 0 0,1 1-1 0 0,-1-1 0 0 0,1 1 0 0 0,-1-1 0 0 0,1 1 0 0 0,0 0 0 0 0,0-1 1 0 0,0 1-1 0 0,0 0 0 0 0,0 0 0 0 0,1-1 0 0 0,-1 1 0 0 0,0 0 1 0 0,1 0-1 0 0,2-2 0 0 0,5-7 1 0 0,0-2-5 0 0,-8 10 0 0 0,1 1 0 0 0,-1 0 0 0 0,1 0 0 0 0,-1 0 0 0 0,1-1 0 0 0,0 1 0 0 0,0 1 0 0 0,0-1 0 0 0,0 0 0 0 0,0 0 0 0 0,1 1 0 0 0,-1-1 0 0 0,3 0 0 0 0,11-6-13 0 0,1 1-1 0 0,0 1 1 0 0,0 0 0 0 0,0 1-1 0 0,0 1 1 0 0,1 1 0 0 0,0 0-1 0 0,-1 2 1 0 0,1 0 0 0 0,33 2-1 0 0,-44 0 19 0 0,1 0-1 0 0,-1 1 0 0 0,0 0 1 0 0,0 0-1 0 0,-1 0 0 0 0,1 1 0 0 0,0 0 1 0 0,-1 0-1 0 0,0 1 0 0 0,7 4 1 0 0,10 6 27 0 0,6 3 11 0 0,120 75 408 0 0,-123-72-388 0 0,-21-16-123 0 0,0 0 0 0 0,0 0-1 0 0,1 0 1 0 0,-1-1 0 0 0,1 1 0 0 0,0-1-1 0 0,0-1 1 0 0,0 1 0 0 0,1-1-1 0 0,-1 0 1 0 0,0 0 0 0 0,13 1 0 0 0,41 4-2337 0 0,33-1-5865 0 0,-55-6 2740 0 0,-5 0 626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48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1441 0 0,'0'41'3921'0'0,"0"28"722"0"0,33-13-2242 0 0,32-23-1521 0 0,0 3-560 0 0,-32-9-80 0 0,32 0-160 0 0,0 0-160 0 0,-32-13-560 0 0,0 1-1041 0 0,-1-9-1520 0 0,-32 9-1201 0 0</inkml:trace>
  <inkml:trace contextRef="#ctx0" brushRef="#br0" timeOffset="1">33 462 3201 0 0,'0'-6'2562'0'0,"-32"6"-641"0"0,32-14-241 0 0,32 7-239 0 0,-32-7-160 0 0,33 1-241 0 0,0-1-80 0 0,-1-7-319 0 0,33 0-81 0 0,1 0-400 0 0,-1 1-720 0 0,0-1-1361 0 0,1 0-1521 0 0,-34 0-479 0 0,1 9 79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49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909 336 400 0 0,'0'1'342'0'0,"-1"1"-1"0"0,1 0 1 0 0,-1-1 0 0 0,0 1-1 0 0,0-1 1 0 0,0 1 0 0 0,0-1-1 0 0,0 1 1 0 0,0-1-1 0 0,0 0 1 0 0,0 0 0 0 0,-1 1-1 0 0,1-1 1 0 0,0 0 0 0 0,-1 0-1 0 0,1 0 1 0 0,-1 0-1 0 0,1-1 1 0 0,-1 1 0 0 0,0 0-1 0 0,1-1 1 0 0,-1 1 0 0 0,0-1-1 0 0,1 1 1 0 0,-1-1-1 0 0,0 0 1 0 0,1 0 0 0 0,-3 0-1 0 0,-55 5 3558 0 0,41-6-2972 0 0,-1-2 0 0 0,0 0-1 0 0,0-1 1 0 0,1-1 0 0 0,-24-9-1 0 0,14 5-536 0 0,24 8-294 0 0,1-1-1 0 0,-1 0 1 0 0,0 1-1 0 0,1-2 1 0 0,-1 1 0 0 0,-5-4-1 0 0,-20-11 516 0 0,-30-3 75 0 0,-76-30 323 0 0,124 45-967 0 0,1 1 1 0 0,-1 1 0 0 0,0 0 0 0 0,-19-3 0 0 0,-28-7 129 0 0,14-2-48 0 0,-43-12 19 0 0,69 22-7 0 0,-1 0 1 0 0,1-2-1 0 0,-25-12 0 0 0,16 6 200 0 0,26 13-310 0 0,1-1 1 0 0,-1 0 0 0 0,1 1 0 0 0,-1-1 0 0 0,1 0 0 0 0,-1 1 0 0 0,1-1-1 0 0,-1 0 1 0 0,1 0 0 0 0,0 0 0 0 0,-1 1 0 0 0,1-1 0 0 0,0 0 0 0 0,-1 0-1 0 0,1 0 1 0 0,0 0 0 0 0,0 0 0 0 0,0 0 0 0 0,0 1 0 0 0,0-1 0 0 0,0 0-1 0 0,0 0 1 0 0,0 0 0 0 0,1 0 0 0 0,-1-1 0 0 0,1-2 622 0 0,4 2-396 0 0,299-31 1341 0 0,-194 25-1387 0 0,14-6-319 0 0,55-3-2547 0 0,-59 16-5748 0 0,-65 8 1604 0 0,-55-7 6625 0 0,1 0 0 0 0,-1 0 0 0 0,1 0 0 0 0,-1 0 0 0 0,1 0 0 0 0,-1 0 1 0 0,0 1-1 0 0,1-1 0 0 0,-1 0 0 0 0,1 0 0 0 0,-1 1 0 0 0,1-1 0 0 0,-1 0 1 0 0,1 1-1 0 0,-1-1 0 0 0,0 0 0 0 0,1 1 0 0 0,-1-1 0 0 0,0 0 0 0 0,1 1 1 0 0,-1-1-1 0 0,0 1 0 0 0,0-1 0 0 0,1 1 0 0 0,-1-1 0 0 0,0 1 0 0 0,0-1 1 0 0,0 1-1 0 0,0-1 0 0 0,0 1 0 0 0,0-1 0 0 0,0 1 0 0 0,1-1 0 0 0,-1 1 1 0 0,-1 0-1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50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21 160 0 0,'0'-8'2321'0'0,"0"2"0"0"0,0-1 5043 0 0,33 7-6084 0 0,-1 7-159 0 0,66 7-81 0 0,33 13 721 0 0,130 21 80 0 0,-104-6-961 0 0,-59-22-720 0 0,0-5-240 0 0,-33 6 0 0 0,0-3-1200 0 0,1 3-2402 0 0,-34-6-3121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51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125 365 2801 0 0,'-31'5'6343'0'0,"-56"2"0"0"0,86-7-6269 0 0,1 0 0 0 0,0 0-1 0 0,0 0 1 0 0,-1 0 0 0 0,1 0 0 0 0,0 0-1 0 0,0 0 1 0 0,-1 0 0 0 0,1 0 0 0 0,0 0-1 0 0,0 0 1 0 0,-1 0 0 0 0,1 0 0 0 0,0-1-1 0 0,0 1 1 0 0,-1 0 0 0 0,1 0 0 0 0,0 0 0 0 0,0 0-1 0 0,0-1 1 0 0,0 1 0 0 0,-1 0 0 0 0,1 0-1 0 0,0-1 1 0 0,0 1 0 0 0,0 0 0 0 0,0 0-1 0 0,0-1 1 0 0,-1 1 0 0 0,1 0 0 0 0,0 0-1 0 0,0-1 1 0 0,0 1 0 0 0,0 0 0 0 0,0 0-1 0 0,0-1 1 0 0,0 1 0 0 0,0 0 0 0 0,0 0-1 0 0,0-1 1 0 0,0 1 0 0 0,0 0 0 0 0,0 0 0 0 0,1-1-1 0 0,-1 1 1 0 0,0 0 0 0 0,0 0 0 0 0,0-1-1 0 0,6-10 408 0 0,48-38 1840 0 0,-43 41-2095 0 0,-1 0 0 0 0,1 1-1 0 0,1 1 1 0 0,19-9 0 0 0,29-15 419 0 0,-15 7-298 0 0,73-26 0 0 0,-71 31-156 0 0,0-1 0 0 0,50-30 1 0 0,-66 22-270 0 0,-26 22 48 0 0,-1 1 0 0 0,1 0 1 0 0,0 0-1 0 0,10-7 0 0 0,18-10-1317 0 0,-32 47 1123 0 0,1-1 1 0 0,2-1-1 0 0,6 28 0 0 0,0-3 305 0 0,1 42 346 0 0,-2-45-157 0 0,-3-19 0 0 0,-1-1 0 0 0,2 54 0 0 0,-7 83 371 0 0,0-159-793 0 0,0 1 1 0 0,0 0-1 0 0,0 0 1 0 0,0-1-1 0 0,1 1 1 0 0,0 0 0 0 0,0-1-1 0 0,0 1 1 0 0,1-1-1 0 0,0 1 1 0 0,0-1-1 0 0,0 1 1 0 0,0-1-1 0 0,0 0 1 0 0,1 0 0 0 0,5 6-1 0 0,-2 6-4690 0 0,-6-9-3322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52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15 640 0 0,'32'-15'3042'0'0,"27"69"3361"0"0,39 57 240 0 0,-33-7-3282 0 0,33-9-1440 0 0,-33-3-240 0 0,1-11-561 0 0,-1-4-639 0 0,-32-30-401 0 0,32-26-401 0 0,-32-8-1199 0 0,-33-5-1362 0 0,32-8-959 0 0,-32-8-721 0 0,0-5-881 0 0,0-1 161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52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196 344 4002 0 0,'-97'6'4882'0'0,"64"2"-640"0"0,0-8-880 0 0,1 6-161 0 0,32-12-2080 0 0,32-2-81 0 0,1 2-80 0 0,0-15-159 0 0,32 0-81 0 0,65-21-160 0 0,1-18 1 0 0,65-23-641 0 0,-98 27-2161 0 0,-7 22-4002 0 0,-25 7-5523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53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968 387 720 0 0,'0'0'77'0'0,"0"1"0"0"0,0-1 0 0 0,0 1 0 0 0,0-1 0 0 0,0 1 0 0 0,-1-1-1 0 0,1 1 1 0 0,0-1 0 0 0,0 1 0 0 0,0-1 0 0 0,-1 1 0 0 0,1-1 0 0 0,0 1-1 0 0,-1-1 1 0 0,1 1 0 0 0,0-1 0 0 0,-1 0 0 0 0,1 1 0 0 0,-1-1 0 0 0,1 0 0 0 0,-1 1-1 0 0,1-1 1 0 0,-1 0 0 0 0,1 0 0 0 0,-1 1 0 0 0,1-1 0 0 0,-1 0 0 0 0,1 0-1 0 0,-1 0 1 0 0,1 0 0 0 0,-1 0 0 0 0,1 0 0 0 0,-1 0 0 0 0,1 0 0 0 0,-1 0 0 0 0,1 0-1 0 0,-2 0 1 0 0,-12 4 1750 0 0,11 7 2389 0 0,-3-10-1854 0 0,-20-3 5183 0 0,20-2-7180 0 0,-401-124 3127 0 0,140 50-2876 0 0,142 37-269 0 0,118 39-251 0 0,1-1 1 0 0,0 0-1 0 0,0 0 0 0 0,0 0 0 0 0,1-1 0 0 0,-10-7 1 0 0,-11-8 43 0 0,5 12-60 0 0,21 7-78 0 0,0 0 0 0 0,0 0 0 0 0,0 0 0 0 0,1 0 0 0 0,-1 0 0 0 0,0-1 0 0 0,0 1 0 0 0,0 0 0 0 0,0 0 0 0 0,0 0 0 0 0,1 0 0 0 0,-1 0 0 0 0,0 0 0 0 0,0 0 0 0 0,0 0 0 0 0,0 0 0 0 0,0-1 0 0 0,0 1 0 0 0,1 0 0 0 0,-1 0 0 0 0,0 0 0 0 0,0 0 0 0 0,0 0 0 0 0,0-1 0 0 0,0 1 0 0 0,0 0 0 0 0,0 0 0 0 0,0 0 0 0 0,0 0 0 0 0,0-1 0 0 0,0 1 0 0 0,0 0 0 0 0,0 0 0 0 0,0 0 0 0 0,0 0 0 0 0,0-1 0 0 0,0 1 0 0 0,0 0 0 0 0,0 0 0 0 0,0 0 0 0 0,0 0 0 0 0,0-1-1 0 0,0 1 1 0 0,0 0 0 0 0,0 0 0 0 0,0 0 0 0 0,0 0 0 0 0,0 0 0 0 0,-1-1 0 0 0,1 1 0 0 0,0 0 0 0 0,0 0 0 0 0,0 0 0 0 0,0 0 0 0 0,0 0 0 0 0,0 0 0 0 0,-1 0 0 0 0,1 0 0 0 0,0-1 0 0 0,0 1 0 0 0,0 0 0 0 0,0 0 0 0 0,0 0 0 0 0,-1 0 0 0 0,1 0 0 0 0,0 0 0 0 0,6-3 30 0 0,10-7 52 0 0,-15 8-57 0 0,0-1 0 0 0,0 1 0 0 0,-1 0 0 0 0,1-1 0 0 0,-1 1 0 0 0,1-1 0 0 0,-1 1 1 0 0,0-1-1 0 0,0 1 0 0 0,0-4 0 0 0,0 5-17 0 0,0 0 1 0 0,0 0-1 0 0,1 0 0 0 0,-1 0 1 0 0,0 1-1 0 0,1-1 0 0 0,-1 0 1 0 0,1 0-1 0 0,-1 0 1 0 0,1 0-1 0 0,-1 0 0 0 0,1 0 1 0 0,0 1-1 0 0,-1-1 1 0 0,1 0-1 0 0,0 0 0 0 0,0 1 1 0 0,-1-1-1 0 0,1 1 0 0 0,0-1 1 0 0,0 0-1 0 0,0 1 1 0 0,0 0-1 0 0,2-1 0 0 0,29-9 157 0 0,-16 6-33 0 0,6-2-60 0 0,-1 1-1 0 0,1 1 1 0 0,0 0 0 0 0,0 2 0 0 0,1 1-1 0 0,31 3 1 0 0,4-2 50 0 0,131-2 57 0 0,308 18-1095 0 0,-316 9-3119 0 0,-64 5-6007 0 0,-52-10 435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54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2641 0 0,'33'-7'2962'0'0,"0"7"-81"0"0,-1-6-320 0 0,33 6-160 0 0,33-8-320 0 0,27 8-400 0 0,70-6-240 0 0,1-1-641 0 0,0-1-1040 0 0,-98 8-1281 0 0,-6 0-2561 0 0,-27 8-3361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55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4 288 3282 0 0,'-1'-34'7709'0'0,"0"23"-7071"0"0,0 0 1 0 0,1 0-1 0 0,0 0 1 0 0,1 0-1 0 0,0 0 1 0 0,5-20-1 0 0,18-6-301 0 0,-19 32-298 0 0,-1-2 1 0 0,0 1-1 0 0,0 0 1 0 0,4-10-1 0 0,2-15 54 0 0,-8 27-88 0 0,1 0 0 0 0,-1 1 0 0 0,0-1 0 0 0,1 1 0 0 0,0 0 0 0 0,0-1 0 0 0,0 1 0 0 0,0 1 0 0 0,1-1 0 0 0,-1 0 0 0 0,1 1 0 0 0,-1 0 0 0 0,1 0 0 0 0,0 0 0 0 0,5-2 0 0 0,-8 4 7 0 0,-1 0-9 0 0,1 0 0 0 0,-1 0 0 0 0,0 0 0 0 0,0 0 0 0 0,0 0-1 0 0,1 0 1 0 0,-1 0 0 0 0,0 0 0 0 0,0 0 0 0 0,0 0 0 0 0,0 0 0 0 0,1 0 0 0 0,-1 0 0 0 0,0 0-1 0 0,0 1 1 0 0,0-1 0 0 0,1 0 0 0 0,-1 0 0 0 0,0 0 0 0 0,0 0 0 0 0,0 0 0 0 0,0 0 0 0 0,0 1-1 0 0,1-1 1 0 0,-1 0 0 0 0,0 0 0 0 0,0 0 0 0 0,0 0 0 0 0,0 1 0 0 0,0-1 0 0 0,0 0 0 0 0,0 0-1 0 0,0 0 1 0 0,0 1 0 0 0,0-1 0 0 0,0 0 0 0 0,0 0 0 0 0,0 0 0 0 0,0 1 0 0 0,0-1-1 0 0,0 0 1 0 0,0 0 0 0 0,0 0 0 0 0,0 1 0 0 0,0-1 0 0 0,0 0 0 0 0,0 0 0 0 0,0 0 0 0 0,0 0-1 0 0,0 1 1 0 0,0-1 0 0 0,0 0 0 0 0,0 0 0 0 0,-1 0 0 0 0,1 1 0 0 0,0 218 3425 0 0,0-211-3326 0 0,1 0 1 0 0,0-1-1 0 0,0 1 1 0 0,1-1-1 0 0,0 1 1 0 0,0-1-1 0 0,6 14 1 0 0,-5-15-46 0 0,0 1 1 0 0,-1-1 0 0 0,0 1-1 0 0,0 0 1 0 0,-1 0-1 0 0,0 0 1 0 0,1 12 0 0 0,-2-15-39 0 0,0 0 0 0 0,1 1 0 0 0,-1-1 1 0 0,1 0-1 0 0,0 0 0 0 0,0 0 0 0 0,1-1 1 0 0,-1 1-1 0 0,1 0 0 0 0,0 0 0 0 0,0-1 0 0 0,0 1 1 0 0,3 3-1 0 0,2 4-48 0 0,-6-9-41 0 0,0 0-1 0 0,0 0 1 0 0,0 0 0 0 0,-1 0 0 0 0,1 0 0 0 0,-1 0 0 0 0,1 0 0 0 0,-1 0 0 0 0,0 0-1 0 0,1 2 1 0 0,-2 12-3290 0 0,0-7-2926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55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1 560 0 0,'-157'19'8591'0'0,"151"-17"-5203"0"0,-21-2-333 0 0,22 0-1788 0 0,10 0-146 0 0,185-7 3281 0 0,218 12-2735 0 0,-179-9-3137 0 0,-56-1-7425 0 0,-107 9 2012 0 0</inkml:trace>
  <inkml:trace contextRef="#ctx0" brushRef="#br0" timeOffset="1">614 325 1121 0 0,'-59'-14'2441'0'0,"58"13"-2360"0"0,0 0 1 0 0,1 1-1 0 0,-1-1 1 0 0,0 0-1 0 0,1 0 1 0 0,-1 0-1 0 0,1 1 1 0 0,-1-1 0 0 0,1 0-1 0 0,0 0 1 0 0,-1 0-1 0 0,1 0 1 0 0,0 0-1 0 0,0 0 1 0 0,0 0-1 0 0,-1 0 1 0 0,1 0-1 0 0,0 0 1 0 0,0 0-1 0 0,1 0 1 0 0,-1 0 0 0 0,0 0-1 0 0,0 0 1 0 0,1-1-1 0 0,-1-3 255 0 0,0 2-155 0 0,0-1 0 0 0,0 0 1 0 0,1 0-1 0 0,-1 0 0 0 0,1 0 0 0 0,0 0 0 0 0,0 1 0 0 0,0-1 1 0 0,0 0-1 0 0,1 1 0 0 0,0-1 0 0 0,-1 1 0 0 0,5-6 0 0 0,1 1 75 0 0,0 1 0 0 0,0 0 0 0 0,1 1-1 0 0,11-8 1 0 0,-5 4-69 0 0,0 1 0 0 0,0 0-1 0 0,1 2 1 0 0,0 0 0 0 0,0 0 0 0 0,1 1-1 0 0,0 1 1 0 0,23-5 0 0 0,-31 9-192 0 0,-1 1 1 0 0,1-1 0 0 0,-1 1-1 0 0,0 0 1 0 0,1 1-1 0 0,-1 0 1 0 0,1 0 0 0 0,-1 1-1 0 0,0 0 1 0 0,11 4-1 0 0,-6-2-26 0 0,0 0 16 0 0,1 1 1 0 0,-1 1 0 0 0,0 0-1 0 0,-1 1 1 0 0,0 0 0 0 0,0 1-1 0 0,0 0 1 0 0,-1 1 0 0 0,0 0-1 0 0,0 0 1 0 0,-1 1-1 0 0,11 16 1 0 0,-16-22 36 0 0,-1 1-1 0 0,0 0 1 0 0,0 0-1 0 0,0 0 1 0 0,-1 0-1 0 0,1 1 1 0 0,-1-1-1 0 0,0 1 1 0 0,-1-1-1 0 0,0 1 1 0 0,0 0-1 0 0,0-1 0 0 0,0 1 1 0 0,-1 0-1 0 0,0 0 1 0 0,0 0-1 0 0,-1 8 1 0 0,-2-4 126 0 0,0-1 0 0 0,-1 1 0 0 0,1-1 0 0 0,-2 0 0 0 0,1 0 0 0 0,-1 0 0 0 0,-1-1 1 0 0,0 0-1 0 0,-11 13 0 0 0,-38 38 1172 0 0,47-48-1089 0 0,0-1-38 0 0,0 0 0 0 0,-1 0 0 0 0,0-1 0 0 0,0 0 0 0 0,-1-1 0 0 0,0 0-1 0 0,-22 13 1 0 0,19-13-133 0 0,-1-1 0 0 0,0-1 0 0 0,-1 0 1 0 0,1-1-1 0 0,-1 0 0 0 0,0-2 0 0 0,0 1 0 0 0,0-2 0 0 0,-29 2 0 0 0,21-3-149 0 0,0-1 1 0 0,-1-1 0 0 0,1 0-1 0 0,0-2 1 0 0,1-1-1 0 0,-1 0 1 0 0,-34-13 0 0 0,26 3-192 0 0,1-2-1 0 0,-29-19 1 0 0,57 34 271 0 0,0-1-1 0 0,-1 1 0 0 0,1 0 0 0 0,0-1 1 0 0,-1 0-1 0 0,1 1 0 0 0,0-1 1 0 0,0 0-1 0 0,1 0 0 0 0,-1 0 1 0 0,0 0-1 0 0,1 0 0 0 0,-1-1 0 0 0,1 1 1 0 0,-1 0-1 0 0,1-1 0 0 0,0 1 1 0 0,0-1-1 0 0,0 1 0 0 0,1-1 1 0 0,-2-3-1 0 0,2 5 10 0 0,0 1 0 0 0,0 0 1 0 0,0 0-1 0 0,0-1 0 0 0,0 1 1 0 0,0 0-1 0 0,0 0 0 0 0,0-1 1 0 0,0 1-1 0 0,0 0 0 0 0,0 0 1 0 0,0-1-1 0 0,0 1 0 0 0,0 0 1 0 0,0 0-1 0 0,1-1 0 0 0,-1 1 1 0 0,0 0-1 0 0,0 0 0 0 0,0-1 1 0 0,0 1-1 0 0,0 0 0 0 0,0 0 0 0 0,1 0 1 0 0,-1 0-1 0 0,0-1 0 0 0,0 1 1 0 0,0 0-1 0 0,1 0 0 0 0,-1 0 1 0 0,0 0-1 0 0,0-1 0 0 0,0 1 1 0 0,1 0-1 0 0,-1 0 0 0 0,0 0 1 0 0,0 0-1 0 0,1 0 0 0 0,-1 0 1 0 0,0 0-1 0 0,1 0 0 0 0,10-2 80 0 0,0 1 0 0 0,0 0 0 0 0,1 1 0 0 0,-1 1 0 0 0,0 0 0 0 0,20 3 0 0 0,87 22 894 0 0,383 99 2841 0 0,-391-90-3148 0 0,71 17 31 0 0,-156-47-1037 0 0,0-1-1 0 0,0-1 0 0 0,0-2 1 0 0,51-2-1 0 0,-64 0-515 0 0,0 0 0 0 0,0-1 0 0 0,-1 0 0 0 0,1-1 1 0 0,0-1-1 0 0,-1 0 0 0 0,0 0 0 0 0,0-1 0 0 0,0 0 0 0 0,-1-1 1 0 0,17-13-1 0 0,-25 17 346 0 0,0 0 1 0 0,0 0 0 0 0,-1 0 0 0 0,1-1-1 0 0,-1 1 1 0 0,0-1 0 0 0,0 1-1 0 0,0-1 1 0 0,0 0 0 0 0,0 1-1 0 0,0-1 1 0 0,-1 0 0 0 0,1 0 0 0 0,-1 1-1 0 0,0-1 1 0 0,0 0 0 0 0,0 0-1 0 0,0-3 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3:58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131 501 720 0 0,'0'0'105'0'0,"0"-1"0"0"0,0 0 0 0 0,-1 0 0 0 0,1 0-1 0 0,0 0 1 0 0,0 0 0 0 0,-1 1 0 0 0,1-1-1 0 0,0 0 1 0 0,-1 0 0 0 0,1 0 0 0 0,-1 1 0 0 0,1-1-1 0 0,-1 0 1 0 0,0 1 0 0 0,1-1 0 0 0,-1 0 0 0 0,0 1-1 0 0,1-1 1 0 0,-1 1 0 0 0,0-1 0 0 0,0 1 0 0 0,1 0-1 0 0,-1-1 1 0 0,0 1 0 0 0,0 0 0 0 0,0-1 0 0 0,0 1-1 0 0,1 0 1 0 0,-1 0 0 0 0,0 0 0 0 0,0 0 0 0 0,-1 0-1 0 0,-4-2 429 0 0,5 1-397 0 0,1 1 0 0 0,-1-1 0 0 0,1 1 0 0 0,-1-1 0 0 0,1 1 0 0 0,-1-1 0 0 0,1 1 1 0 0,0-1-1 0 0,-1 0 0 0 0,1 1 0 0 0,0-1 0 0 0,-1 0 0 0 0,1 0 0 0 0,0 1 0 0 0,0-1 1 0 0,0 0-1 0 0,0 1 0 0 0,0-1 0 0 0,0 0 0 0 0,0 0 0 0 0,0 1 0 0 0,0-1 0 0 0,0 0 0 0 0,0 0 1 0 0,0 1-1 0 0,0-1 0 0 0,1-1 0 0 0,-1-1 1763 0 0,-6 11 1328 0 0,2-2-3115 0 0,1 0 0 0 0,-1 1-1 0 0,1-1 1 0 0,0 1 0 0 0,1 0 0 0 0,0 0 0 0 0,0 0 0 0 0,1 0 0 0 0,-1 0-1 0 0,1 0 1 0 0,1 1 0 0 0,0 7 0 0 0,-1-8-70 0 0,1 1 1 0 0,-1-1 0 0 0,-1 1-1 0 0,1-1 1 0 0,-1 1-1 0 0,-1-1 1 0 0,-3 10-1 0 0,2-10-31 0 0,2 0 0 0 0,-1 1 0 0 0,1-1 0 0 0,0 1-1 0 0,1 0 1 0 0,0-1 0 0 0,-1 12 0 0 0,3 5 40 0 0,-1-13-13 0 0,1 0 0 0 0,-2 1 0 0 0,1-1 1 0 0,-1 0-1 0 0,-4 16 0 0 0,-5 1 16 0 0,6-20-36 0 0,1 1 0 0 0,1-1 1 0 0,-1 0-1 0 0,1 1 0 0 0,1-1 0 0 0,0 1 1 0 0,-1 9-1 0 0,2 210 1703 0 0,1-224-1695 0 0,-1 0 0 0 0,1 0 0 0 0,-1 0 0 0 0,1 0 0 0 0,0 0 0 0 0,0 0 0 0 0,1 0 0 0 0,-1 0 0 0 0,1-1 0 0 0,0 1 0 0 0,2 3 0 0 0,-1-3-22 0 0,-1 0 0 0 0,0-1 0 0 0,0 1 0 0 0,-1 0 0 0 0,1 0 0 0 0,-1 0 0 0 0,0 1 0 0 0,0-1 0 0 0,0 0 0 0 0,0 0 0 0 0,-1 6 0 0 0,1-5 21 0 0,0 1 0 0 0,0-1 0 0 0,1 1-1 0 0,0-1 1 0 0,0 0 0 0 0,0 0 0 0 0,0 0 0 0 0,1 0 0 0 0,0 0-1 0 0,0 0 1 0 0,0-1 0 0 0,1 1 0 0 0,-1-1 0 0 0,1 0 0 0 0,0 0 0 0 0,9 6-1 0 0,-7-4 15 0 0,1 1-1 0 0,-1-1 0 0 0,0 1 0 0 0,9 14 1 0 0,-4 1 281 0 0,-9-16-229 0 0,1-1 1 0 0,0 0-1 0 0,0 0 1 0 0,0 0-1 0 0,1-1 1 0 0,5 7-1 0 0,3 1-29 0 0,1 0 1 0 0,0 0-1 0 0,0-2 0 0 0,2 0 0 0 0,-1 0 1 0 0,1-1-1 0 0,0-1 0 0 0,1 0 0 0 0,0-2 1 0 0,0 0-1 0 0,22 6 0 0 0,155 17 497 0 0,-39-7-264 0 0,-78-8-235 0 0,-1 4 0 0 0,-1 3 0 0 0,125 54 0 0 0,-185-67-21 0 0,0 1 0 0 0,0 0-1 0 0,-1 0 1 0 0,17 17 0 0 0,-21-17-27 0 0,1 0 0 0 0,1-1 0 0 0,-1 0 0 0 0,1-1 1 0 0,22 11-1 0 0,10 0 251 0 0,-32-12-92 0 0,1 0 0 0 0,-1 1 0 0 0,14 11 0 0 0,-20-14-133 0 0,-1-1 1 0 0,1-1 0 0 0,0 1 0 0 0,0-1-1 0 0,0 0 1 0 0,0 0 0 0 0,0 0-1 0 0,1 0 1 0 0,-1-1 0 0 0,9 1-1 0 0,-5-1 23 0 0,1 1-1 0 0,0 1 0 0 0,17 7 1 0 0,1 0 50 0 0,0-2 1 0 0,0 0 0 0 0,1-2 0 0 0,0-1-1 0 0,39 2 1 0 0,21 3 312 0 0,201 13 719 0 0,-200-18-939 0 0,590 56 1156 0 0,-419-18-706 0 0,-211-37-557 0 0,173 12 475 0 0,-67-21-454 0 0,205 5 70 0 0,-211 4 11 0 0,214 13 68 0 0,-333-16-235 0 0,31 2 99 0 0,63-1-1 0 0,200-18 109 0 0,251-4 896 0 0,-201-6 21 0 0,-19-31-997 0 0,-174 24 234 0 0,471-38-388 0 0,-625 67-5 0 0,90-2 0 0 0,46-4 0 0 0,-138 4 0 0 0,-1 0 0 0 0,32-11 0 0 0,-12 4 0 0 0,19-8 0 0 0,-60 17 0 0 0,0 0 0 0 0,1 0 0 0 0,-1 0 0 0 0,0-1 0 0 0,0 1 0 0 0,0-1 0 0 0,-1 0 0 0 0,1-1 0 0 0,-1 1 0 0 0,0 0 0 0 0,4-6 0 0 0,-6 7 0 0 0,0 1 0 0 0,-1-1 0 0 0,0 0 0 0 0,1 1 0 0 0,-1-1 0 0 0,0 0 0 0 0,0 1 0 0 0,1-1 0 0 0,-1 0 0 0 0,-1 0 0 0 0,1 1 0 0 0,0-1 0 0 0,0 0 0 0 0,-1 1 0 0 0,1-1 0 0 0,-1 0 0 0 0,1 1 0 0 0,-1-1 0 0 0,0 1 0 0 0,1-1 0 0 0,-1 1 0 0 0,0-1 0 0 0,0 1 0 0 0,0-1 0 0 0,0 1 0 0 0,-2-2 0 0 0,-9-19 0 0 0,1-45 0 0 0,4 40 0 0 0,-1 2 0 0 0,0-1 0 0 0,-2 1 0 0 0,-17-30 0 0 0,-33-71-133 0 0,59 123 105 0 0,0-1 1 0 0,0 1-1 0 0,0-1 1 0 0,0 0-1 0 0,1 1 1 0 0,0-1 0 0 0,0-6-1 0 0,0 7-9 0 0,0 0 0 0 0,0-1 0 0 0,0 1 0 0 0,-1 0 0 0 0,1-1 0 0 0,-1 1 0 0 0,0 0 0 0 0,-2-6 0 0 0,-1 3 11 0 0,0 0 0 0 0,0 0 0 0 0,-1 1 0 0 0,0-1 0 0 0,0 1 0 0 0,0 0 0 0 0,-1 1 0 0 0,1-1 0 0 0,-1 1 0 0 0,0 0-1 0 0,-1 1 1 0 0,1-1 0 0 0,-12-3 0 0 0,8 2 52 0 0,1 0-1 0 0,-1 0 0 0 0,1-1 0 0 0,0 0 1 0 0,-16-15-1 0 0,8 3 53 0 0,-10-11-113 0 0,-1 1 0 0 0,-63-48 0 0 0,-45-32-54 0 0,96 72 39 0 0,-2 3-1 0 0,-60-37 1 0 0,-5 8-302 0 0,-47-28 49 0 0,50 36 158 0 0,-15 7-55 0 0,30 14 164 0 0,58 23-13 0 0,-44-23 0 0 0,-23-8 23 0 0,88 35 50 0 0,0 2 0 0 0,-1-1 0 0 0,1 1 0 0 0,-1 1 0 0 0,-17-4 0 0 0,-23-6 18 0 0,-14-5-17 0 0,37 11 9 0 0,-42-17 1 0 0,-55-36-329 0 0,125 60 296 0 0,-1 0 1 0 0,1 0-1 0 0,0 0 0 0 0,-1 0 0 0 0,1 0 0 0 0,0 0 0 0 0,0-1 0 0 0,-1 1 1 0 0,1 0-1 0 0,0 0 0 0 0,-1 0 0 0 0,1 0 0 0 0,0 0 0 0 0,0-1 0 0 0,0 1 1 0 0,-1 0-1 0 0,1 0 0 0 0,0 0 0 0 0,0-1 0 0 0,0 1 0 0 0,-1 0 0 0 0,1 0 1 0 0,0-1-1 0 0,0 1 0 0 0,0 0 0 0 0,0 0 0 0 0,0-1 0 0 0,0 1 0 0 0,0 0 1 0 0,-1-1-1 0 0,1 1 0 0 0,0 0 0 0 0,0 0 0 0 0,0-1 0 0 0,0 1 0 0 0,0 0 1 0 0,0-1-1 0 0,0 1 0 0 0,1 0 0 0 0,-1-1 0 0 0,0 1-1 0 0,0 0 1 0 0,0 0-1 0 0,0-1 0 0 0,0 1 1 0 0,0 0-1 0 0,0 0 0 0 0,0 0 0 0 0,0-1 1 0 0,0 1-1 0 0,0 0 0 0 0,0 0 0 0 0,0 0 1 0 0,0-1-1 0 0,0 1 0 0 0,0 0 1 0 0,0 0-1 0 0,0 0 0 0 0,0-1 0 0 0,0 1 1 0 0,-1 0-1 0 0,1 0 0 0 0,0 0 1 0 0,0 0-1 0 0,0-1 0 0 0,0 1 0 0 0,0 0 1 0 0,0 0-1 0 0,-1 0 0 0 0,1 0 1 0 0,0 0-1 0 0,0-1 0 0 0,0 1 0 0 0,0 0 1 0 0,-1 0-1 0 0,1 0 0 0 0,0 0 1 0 0,0 0-1 0 0,0 0 0 0 0,-1 0 0 0 0,1 0 1 0 0,0 0-1 0 0,0 0 0 0 0,0 0 0 0 0,-1 0 1 0 0,1 0-1 0 0,-17-5-21 0 0,0-1 0 0 0,1 0 0 0 0,-21-11 0 0 0,-39-25 100 0 0,59 36-107 0 0,1 0 0 0 0,-1 1 0 0 0,0 1 0 0 0,-31-4-1 0 0,17 3-9 0 0,-307-59 130 0 0,88 16-186 0 0,113 22 82 0 0,74 12 22 0 0,7 4 71 0 0,-80-5 0 0 0,-156 17-113 0 0,128-8 18 0 0,143 6 3 0 0,-29 1 49 0 0,1-3 0 0 0,-53-8-1 0 0,-126-25 2 0 0,186 31-47 0 0,-1 1-1 0 0,1 2 1 0 0,0 3-1 0 0,0 1 0 0 0,0 1 1 0 0,-59 16-1 0 0,3-2-159 0 0,55-11 163 0 0,0 1 0 0 0,1 3 0 0 0,0 1 0 0 0,-43 19 0 0 0,72-25 51 0 0,-2 0 0 0 0,1 0-1 0 0,-18 3 1 0 0,-30 13 100 0 0,49-17-37 0 0,-1-1-1 0 0,1 1 1 0 0,-1-2 0 0 0,0 0 0 0 0,-17 1 0 0 0,-33 7 138 0 0,-72 8-128 0 0,71-16 13 0 0,-119 23-106 0 0,171-24-20 0 0,0 0 0 0 0,-25-1 0 0 0,27-1 11 0 0,-1 1 0 0 0,0 0 0 0 0,-20 5 0 0 0,10-3 39 0 0,0-1 1 0 0,0-1-1 0 0,-1-1 0 0 0,1 0 0 0 0,-32-6 0 0 0,-42-1 281 0 0,-105 7-485 0 0,63 15 316 0 0,97-9-146 0 0,18-2-23 0 0,0 1 0 0 0,1 1 0 0 0,-30 11 0 0 0,41-13 0 0 0,-92 42 0 0 0,14-14 0 0 0,-35 13 0 0 0,38-11 0 0 0,-7-5 0 0 0,66-18 0 0 0,24-10 0 0 0,0 1 0 0 0,1-2 0 0 0,-1 1 0 0 0,0 0 0 0 0,0-1 0 0 0,0 1 0 0 0,0-1 0 0 0,0 0 0 0 0,0 0 0 0 0,0 0 0 0 0,0 0 0 0 0,0-1 0 0 0,-4 0 0 0 0,-13 0 0 0 0,15 3-2637 0 0,75 1-19089 0 0,-10-3 15643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4:02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1 160 0 0,'0'3'9178'0'0,"0"-2"-8972"0"0,0 0 1 0 0,0-1-1 0 0,0 1 1 0 0,-1 0 0 0 0,1 0-1 0 0,0 0 1 0 0,0-1 0 0 0,-1 1-1 0 0,1 0 1 0 0,0-1-1 0 0,-1 1 1 0 0,1 0 0 0 0,-1 0-1 0 0,1-1 1 0 0,-1 1 0 0 0,1-1-1 0 0,-1 1 1 0 0,1-1-1 0 0,-1 1 1 0 0,0 0 0 0 0,1-1-1 0 0,-1 0 1 0 0,0 1 0 0 0,1-1-1 0 0,-1 1 1 0 0,0-1-1 0 0,0 0 1 0 0,1 0 0 0 0,-1 1-1 0 0,-1-1 1 0 0,1 0-87 0 0,0 0 1 0 0,0 0-1 0 0,1 1 0 0 0,-1-1 1 0 0,0 0-1 0 0,0 1 1 0 0,1-1-1 0 0,-1 0 1 0 0,0 1-1 0 0,0-1 0 0 0,1 1 1 0 0,-1-1-1 0 0,0 1 1 0 0,1-1-1 0 0,-1 1 0 0 0,1 0 1 0 0,-1-1-1 0 0,1 1 1 0 0,-1 0-1 0 0,1-1 0 0 0,-1 1 1 0 0,1 0-1 0 0,0 0 1 0 0,-1-1-1 0 0,1 1 1 0 0,0 0-1 0 0,0 0 0 0 0,0 0 1 0 0,-1-1-1 0 0,1 3 1 0 0,0-3-86 0 0,0 1 1 0 0,0 0 0 0 0,0 0 0 0 0,0-1 0 0 0,0 1 0 0 0,0 0 0 0 0,0 0-1 0 0,-1-1 1 0 0,1 1 0 0 0,0 0 0 0 0,0-1 0 0 0,-1 1 0 0 0,1 0 0 0 0,-1-1 0 0 0,1 1-1 0 0,0 0 1 0 0,-1-1 0 0 0,1 1 0 0 0,-1-1 0 0 0,1 1 0 0 0,-1-1 0 0 0,0 1-1 0 0,1-1 1 0 0,-1 0 0 0 0,1 1 0 0 0,-1-1 0 0 0,0 0 0 0 0,1 1 0 0 0,-1-1-1 0 0,0 0 1 0 0,0 0 0 0 0,1 1 0 0 0,-2-1 0 0 0,1 0 86 0 0,0 0 0 0 0,0 0 1 0 0,0 1-1 0 0,1-1 0 0 0,-1 0 0 0 0,0 1 1 0 0,0-1-1 0 0,1 0 0 0 0,-1 1 0 0 0,0-1 1 0 0,0 1-1 0 0,1-1 0 0 0,-1 1 0 0 0,0-1 1 0 0,1 1-1 0 0,-1 0 0 0 0,1-1 0 0 0,-1 1 1 0 0,1 0-1 0 0,-1 0 0 0 0,1-1 0 0 0,-1 1 1 0 0,1 0-1 0 0,0 0 0 0 0,-1-1 0 0 0,1 1 1 0 0,0 0-1 0 0,0 0 0 0 0,0 0 0 0 0,0 0 1 0 0,0 0-1 0 0,-1-1 0 0 0,2 3 0 0 0,-2-4 84 0 0,1 0 0 0 0,0 0 0 0 0,0 0 0 0 0,0 0 0 0 0,0 0 0 0 0,0 0 0 0 0,0 0 0 0 0,0 0 0 0 0,0 0 0 0 0,0 0-1 0 0,1 0 1 0 0,-1 0 0 0 0,0 0 0 0 0,1 0 0 0 0,-1 0 0 0 0,0 0 0 0 0,1 0 0 0 0,-1 0 0 0 0,1 0 0 0 0,0 0 0 0 0,-1 1 0 0 0,1-1-1 0 0,0 0 1 0 0,-1 0 0 0 0,1 1 0 0 0,0-1 0 0 0,0 0 0 0 0,0 1 0 0 0,0-1 0 0 0,-1 1 0 0 0,1-1 0 0 0,0 1 0 0 0,0 0 0 0 0,0-1-1 0 0,0 1 1 0 0,1-1 0 0 0,7-2-595 0 0,-7 2 546 0 0,-2 1-143 0 0,1 0 0 0 0,-1 0-1 0 0,0 0 1 0 0,0 0 0 0 0,1 0 0 0 0,-1-1-1 0 0,0 1 1 0 0,0 0 0 0 0,1 0-1 0 0,-1 0 1 0 0,0-1 0 0 0,0 1 0 0 0,0 0-1 0 0,0 0 1 0 0,1-1 0 0 0,-1 1-1 0 0,0 0 1 0 0,0-1 0 0 0,0 1 0 0 0,0 0-1 0 0,0 0 1 0 0,0-1 0 0 0,0 1-1 0 0,0 0 1 0 0,0-1 0 0 0,0 1 0 0 0,0 0-1 0 0,0 0 1 0 0,0-1 0 0 0,0 1-1 0 0,0 0 1 0 0,0-1 0 0 0,0 1 0 0 0,0 0-1 0 0,0 0 1 0 0,0-1 0 0 0,-1 1-1 0 0,1-4-5 0 0,6-2-8 0 0,15-2 0 0 0,-15 3 0 0 0,-1 10 0 0 0,23 0 0 0 0,4-9 0 0 0,34-5 0 0 0,51 2 0 0 0,2 4 0 0 0,193 21 0 0 0,-187-3-245 0 0,-121-13-381 0 0,-13 2-811 0 0,-51 4-5971 0 0,-33 4-7879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4:03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 2081 0 0,'33'2'18717'0'0,"-33"-3"-18159"0"0,0-1-480 0 0,0 0-1 0 0,0 0 0 0 0,0 0 0 0 0,0 0 0 0 0,0 0 0 0 0,1 0 0 0 0,-1 0 0 0 0,1 0 0 0 0,0 0 0 0 0,0 0 0 0 0,-1 0 0 0 0,1 0 0 0 0,0 0 0 0 0,0 1 1 0 0,1-1-1 0 0,-1 0 0 0 0,0 1 0 0 0,1-1 0 0 0,-1 1 0 0 0,1-1 0 0 0,-1 1 0 0 0,4-3 0 0 0,11-10 245 0 0,71-86 878 0 0,-86 99-1168 0 0,-1 0 0 0 0,1 0 0 0 0,0-1 0 0 0,-1 1 0 0 0,1 0 0 0 0,-1 0 0 0 0,1-1-1 0 0,-1 1 1 0 0,0 0 0 0 0,0-1 0 0 0,1 1 0 0 0,-1 0 0 0 0,0-1 0 0 0,0 1 0 0 0,0 0 0 0 0,-1-1-1 0 0,1-1 1 0 0,0 2-7 0 0,-1 0 0 0 0,1 0 1 0 0,0 0-1 0 0,0 0 0 0 0,0 0 0 0 0,0 0 0 0 0,0 0 0 0 0,0 0 0 0 0,0 0 0 0 0,0 0 0 0 0,0 0 0 0 0,0 0 0 0 0,1 1 0 0 0,-1-1 0 0 0,0 0 0 0 0,1 0 0 0 0,-1 0 0 0 0,0 0 0 0 0,1 0 1 0 0,-1 1-1 0 0,1-1 0 0 0,0 0 0 0 0,-1 0 0 0 0,2 0 0 0 0,20-7 215 0 0,-16 3 365 0 0,-7 10-423 0 0,1-2-159 0 0,0 0-1 0 0,-1 1 1 0 0,1-1 0 0 0,-1 0 0 0 0,0 0-1 0 0,1 0 1 0 0,-1 0 0 0 0,-1 0-1 0 0,1-1 1 0 0,0 1 0 0 0,-1 0 0 0 0,-1 2-1 0 0,-11 27 190 0 0,10-2-8 0 0,1-1-1 0 0,1 1 1 0 0,4 41 0 0 0,-1-9-59 0 0,-1-21-270 0 0,0 132 1220 0 0,0-59-4506 0 0,0-113 3164 0 0,0-1 0 0 0,0 1 0 0 0,0 0 0 0 0,0 0 0 0 0,0-1 0 0 0,0 1 0 0 0,0 0 0 0 0,0 0 0 0 0,0-1 0 0 0,1 1-1 0 0,-1 0 1 0 0,0 0 0 0 0,0-1 0 0 0,1 1 0 0 0,-1 0 0 0 0,0-1 0 0 0,1 1 0 0 0,-1 0 0 0 0,1-1 0 0 0,-1 1 0 0 0,1-1 0 0 0,0 1 0 0 0,26 14-9251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4:06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811 471 560 0 0,'0'0'2748'0'0,"5"-1"-1067"0"0,-4 1-1625 0 0,-1 0-1 0 0,1 0 1 0 0,0 0-1 0 0,-1 0 1 0 0,1 0-1 0 0,0 0 1 0 0,-1 0-1 0 0,1 0 1 0 0,0-1 0 0 0,-1 1-1 0 0,1 0 1 0 0,-1 0-1 0 0,1-1 1 0 0,0 1-1 0 0,-1 0 1 0 0,1-1-1 0 0,-1 1 1 0 0,1 0 0 0 0,-1-1-1 0 0,1 1 1 0 0,-1-1-1 0 0,1 1 1 0 0,-1-1-1 0 0,0 1 1 0 0,1-2-1 0 0,-16-4 2334 0 0,11 5-2079 0 0,0 0 0 0 0,0 0 0 0 0,0-1 0 0 0,0 1 0 0 0,0-1 0 0 0,-4-3 0 0 0,2 0-122 0 0,0 1 0 0 0,1 1 0 0 0,-1-1 0 0 0,-1 1 0 0 0,1 0 0 0 0,0 1 0 0 0,-12-4 0 0 0,-26-11 429 0 0,-5-5-129 0 0,-1 2 0 0 0,-1 3 1 0 0,-58-12-1 0 0,15 4-360 0 0,74 17-125 0 0,0 0 0 0 0,0-2 0 0 0,1 0 0 0 0,0-1 0 0 0,-27-22 0 0 0,24 17-41 0 0,-1 1 0 0 0,0 1 0 0 0,-26-11 0 0 0,31 18 15 0 0,-14-7 2 0 0,31 14 12 0 0,-1-1-1 0 0,1 0 1 0 0,0 0-1 0 0,0 0 1 0 0,0 0-1 0 0,0 0 1 0 0,0 0-1 0 0,1-1 1 0 0,-1 1-1 0 0,0 0 1 0 0,0 0-1 0 0,1-1 1 0 0,-1 1-1 0 0,1 0 0 0 0,-1-1 1 0 0,1 1-1 0 0,0-1 1 0 0,-1 1-1 0 0,1 0 1 0 0,0-1-1 0 0,0-1 1 0 0,1 2-1 0 0,0 0 0 0 0,0 0 0 0 0,0 1 0 0 0,1-1 0 0 0,-1 0 0 0 0,0 1 0 0 0,0-1 0 0 0,1 1 1 0 0,-1 0-1 0 0,0-1 0 0 0,1 1 0 0 0,-1 0 0 0 0,0 0 0 0 0,1 0 0 0 0,-1 0 0 0 0,1 0 0 0 0,-1 0 0 0 0,2 1 0 0 0,4-2-28 0 0,20-3-55 0 0,-22 3 13 0 0,1 1 13 0 0,86-15 694 0 0,103-12 1134 0 0,37 4-1294 0 0,-83 17-4243 0 0,-143 6 2997 0 0,0 0 0 0 0,0 0 0 0 0,0 0 0 0 0,0 0 0 0 0,0 1 0 0 0,-1 0 0 0 0,1 1 0 0 0,0-1 0 0 0,6 3 0 0 0,-11-3 618 0 0,-1-1 0 0 0,1 0 0 0 0,-1 1 0 0 0,0-1 0 0 0,1 0 0 0 0,-1 1 0 0 0,0-1-1 0 0,1 0 1 0 0,-1 1 0 0 0,0-1 0 0 0,0 1 0 0 0,1-1 0 0 0,-1 1 0 0 0,0-1 0 0 0,0 1 0 0 0,0-1 0 0 0,1 1-1 0 0,-1-1 1 0 0,0 1 0 0 0,0-1 0 0 0,0 1 0 0 0,0-1 0 0 0,0 1 0 0 0,0-1 0 0 0,0 1 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4:07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1601 0 0,'0'0'3521'0'0,"32"12"161"0"0,1 9 80 0 0,65 21 880 0 0,26 20 0 0 0,-26-20-2881 0 0,-33-22-1761 0 0,-32-5-240 0 0,-1-2 0 0 0,1-13-17689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4:08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13 400 0 0,'-1'-12'6860'0'0,"1"19"-815"0"0,1 7-2187 0 0,4-3-3666 0 0,6-5 23 0 0,0-1 0 0 0,0-1 0 0 0,22 7 0 0 0,-1-1 85 0 0,73 27 854 0 0,170 86 0 0 0,-84-24-554 0 0,-159-79-787 0 0,-30-18-103 0 0,0-1 0 0 0,0 0 0 0 0,0 1 0 0 0,0-1 0 0 0,0 0-1 0 0,1 0 1 0 0,-1 0 0 0 0,0-1 0 0 0,0 1 0 0 0,1-1-1 0 0,-1 1 1 0 0,0-1 0 0 0,1 0 0 0 0,2 1 0 0 0,-4-1 91 0 0,0 0 0 0 0,0 0-1 0 0,0 0 1 0 0,-1 0 0 0 0,1 0 0 0 0,0 0 0 0 0,0 0 0 0 0,0 0 0 0 0,0 0 0 0 0,0 0 0 0 0,0 0 0 0 0,-1 0-1 0 0,1-1 1 0 0,0 1 0 0 0,0 0 0 0 0,0-1 0 0 0,-1 1 0 0 0,1-1 0 0 0,0 1 0 0 0,0-1 0 0 0,-1 1 0 0 0,1-1-1 0 0,0 1 1 0 0,-1-1 0 0 0,1 0 0 0 0,-1 1 0 0 0,1-1 0 0 0,0 0 0 0 0,-1 1 0 0 0,1-3 0 0 0,-17-12-5524 0 0,15 14 5448 0 0,1 0 1 0 0,-1 0-1 0 0,0 0 0 0 0,1 0 1 0 0,-1 0-1 0 0,1 0 1 0 0,0 0-1 0 0,-1 0 0 0 0,1 0 1 0 0,0 0-1 0 0,-1 0 0 0 0,1-1 1 0 0,0 1-1 0 0,0 0 0 0 0,0 0 1 0 0,0-2-1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4:09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2321 0 0,'3'-5'8673'0'0,"4"6"-5736"0"0,17 9-3770 0 0,-9-2 2102 0 0,75 36 705 0 0,-3 5 0 0 0,132 96 0 0 0,-201-129-1862 0 0,0 1 0 0 0,-1 0 0 0 0,21 30 0 0 0,7 6-346 0 0,-18-24-780 0 0,-26-27 726 0 0,0 0-1 0 0,1 0 1 0 0,-1 0-1 0 0,0-1 1 0 0,0 1 0 0 0,1 0-1 0 0,-1-1 1 0 0,1 1 0 0 0,-1-1-1 0 0,1 1 1 0 0,0-1 0 0 0,0 0-1 0 0,-1 0 1 0 0,1 1 0 0 0,4 0-1 0 0,-1 0-326 0 0,-5-2 550 0 0,0 0 0 0 0,0 0 0 0 0,-1 0 0 0 0,1 0 0 0 0,0 1 0 0 0,0-1 1 0 0,0 0-1 0 0,0 0 0 0 0,0 0 0 0 0,-1 0 0 0 0,1 0 0 0 0,0 0 0 0 0,0 0 0 0 0,0 0 0 0 0,0 0 0 0 0,0 0 0 0 0,-1 1 1 0 0,1-1-1 0 0,0 0 0 0 0,0 0 0 0 0,0 0 0 0 0,0 0 0 0 0,0 0 0 0 0,0 1 0 0 0,0-1 0 0 0,0 0 0 0 0,0 0 1 0 0,0 0-1 0 0,0 0 0 0 0,0 1 0 0 0,0-1 0 0 0,0 0 0 0 0,0 0 0 0 0,0 0 0 0 0,0 0 0 0 0,0 1 0 0 0,0-1 0 0 0,0 0 1 0 0,0 0-1 0 0,0 0 0 0 0,0 0 0 0 0,0 1 0 0 0,0-1 0 0 0,0 0 0 0 0,0 0 0 0 0,0 0 0 0 0,0 0 0 0 0,0 0 1 0 0,0 1-1 0 0,0-1 0 0 0,1 0 0 0 0,-1 0 0 0 0,0 0 0 0 0,0 0 0 0 0,0 0 0 0 0,0 0 0 0 0,0 0 0 0 0,1 0 0 0 0,-1 1 1 0 0,0-1-1 0 0,0 0 0 0 0,0 0 0 0 0,0 0 0 0 0,0 0 0 0 0,1 0 0 0 0,-1 0 0 0 0,-27 7-5204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4:09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66 310 1281 0 0,'-32'0'1840'0'0,"-1"-8"-239"0"0,33 2 160 0 0,0-1 160 0 0,0-7 160 0 0,0 7-80 0 0,33-13-160 0 0,-1-1-241 0 0,27-14-399 0 0,6-7-321 0 0,66-12-480 0 0,0 6-1680 0 0,-33 13-2962 0 0,-1 22-3121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4:10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777 312 240 0 0,'28'5'414'0'0,"-28"-5"-386"0"0,0 0 1 0 0,0 0-1 0 0,1 0 1 0 0,-1 0-1 0 0,0 0 0 0 0,0 0 1 0 0,0 0-1 0 0,1 0 1 0 0,-1 0-1 0 0,0 0 1 0 0,0 0-1 0 0,1 0 1 0 0,-1 0-1 0 0,0 0 1 0 0,0 0-1 0 0,0 0 1 0 0,1 1-1 0 0,-1-1 1 0 0,0 0-1 0 0,0 0 1 0 0,0 0-1 0 0,0 0 1 0 0,1 0-1 0 0,-1 1 0 0 0,0-1 1 0 0,0 0-1 0 0,0 0 1 0 0,0 0-1 0 0,0 1 1 0 0,0-1-1 0 0,1 0 1 0 0,-1 0-1 0 0,0 0 1 0 0,0 1-1 0 0,0-1 1 0 0,0 0-1 0 0,0 0 1 0 0,0 1-1 0 0,0-1 1 0 0,0 0-1 0 0,0 0 1 0 0,0 0-1 0 0,0 1 1 0 0,0-1-1 0 0,0 0 0 0 0,0 0 1 0 0,0 1-1 0 0,0-1 1 0 0,-1 0-1 0 0,1 0 1 0 0,0 1-1 0 0,0-2-30 0 0,0 1-1 0 0,-1-1 1 0 0,1 1 0 0 0,0-1-1 0 0,-1 1 1 0 0,1-1-1 0 0,0 1 1 0 0,-1 0-1 0 0,1-1 1 0 0,-1 1 0 0 0,1-1-1 0 0,0 1 1 0 0,-1 0-1 0 0,1 0 1 0 0,-1-1-1 0 0,1 1 1 0 0,-1 0 0 0 0,1 0-1 0 0,-1-1 1 0 0,1 1-1 0 0,-1 0 1 0 0,1 0-1 0 0,-1 0 1 0 0,0 0 0 0 0,1 0-1 0 0,-1 0 1 0 0,1 0-1 0 0,-1 0 1 0 0,1 0-1 0 0,-1 0 1 0 0,1 0 0 0 0,-1 0-1 0 0,-1 1 1 0 0,2-1 13 0 0,-1 0 1 0 0,1 0-1 0 0,-1 1 1 0 0,1-1-1 0 0,-1 0 0 0 0,1 0 1 0 0,-1 0-1 0 0,1 0 1 0 0,-1 0-1 0 0,1 0 1 0 0,-1 0-1 0 0,1 0 1 0 0,-1 0-1 0 0,1-1 1 0 0,-1 1-1 0 0,1 0 0 0 0,-1 0 1 0 0,1 0-1 0 0,-1-1 1 0 0,1 1-1 0 0,-1 0 1 0 0,1 0-1 0 0,-1-1 1 0 0,1 1-1 0 0,-1 0 1 0 0,1-1-1 0 0,0 1 0 0 0,-1-1 1 0 0,1 1-1 0 0,0 0 1 0 0,-1-1-1 0 0,1 1 1 0 0,-1-1 493 0 0,-4-1 268 0 0,-14-1 2156 0 0,-74-18 4423 0 0,84 18-6971 0 0,-1 0-1 0 0,1-1 1 0 0,0 0 0 0 0,0 0-1 0 0,1-1 1 0 0,-1 0 0 0 0,-12-10-1 0 0,0 1-31 0 0,-1 0 0 0 0,0 2 0 0 0,-1 1-1 0 0,-29-11 1 0 0,13 6 108 0 0,-6-9 464 0 0,33 18-564 0 0,0 1-1 0 0,-1 0 1 0 0,-13-5 0 0 0,-99-30 1164 0 0,124 40-1512 0 0,-27-11 280 0 0,-36-9 0 0 0,31 12-196 0 0,33 9-91 0 0,0 0-1 0 0,0 0 1 0 0,-1 0-1 0 0,1 0 0 0 0,0 0 1 0 0,0 0-1 0 0,-1-1 1 0 0,1 1-1 0 0,0 0 1 0 0,0 0-1 0 0,0 0 1 0 0,-1 0-1 0 0,1 0 0 0 0,0 0 1 0 0,0-1-1 0 0,0 1 1 0 0,-1 0-1 0 0,1 0 1 0 0,0 0-1 0 0,0 0 0 0 0,0-1 1 0 0,0 1-1 0 0,0 0 1 0 0,-1 0-1 0 0,1-1 1 0 0,0 1-1 0 0,0 0 1 0 0,0 0-1 0 0,0-1 0 0 0,0 1 1 0 0,0 0-1 0 0,0 0 1 0 0,0-1-1 0 0,0 1 1 0 0,0 0-1 0 0,0-1 1 0 0,0 1 3 0 0,1-4 0 0 0,-29 2 11 0 0,22 2 211 0 0,12 0-160 0 0,85-2 145 0 0,-19 5-24 0 0,46 4-96 0 0,405 42-1785 0 0,-468-37-1121 0 0,-55-12 2655 0 0,1 0 0 0 0,-1 0 0 0 0,1 0 0 0 0,-1 0 0 0 0,1 1 1 0 0,-1-1-1 0 0,1 0 0 0 0,-1 0 0 0 0,1 1 0 0 0,-1-1 1 0 0,1 0-1 0 0,-1 1 0 0 0,0-1 0 0 0,1 0 0 0 0,-1 1 0 0 0,1-1 1 0 0,-1 1-1 0 0,0-1 0 0 0,0 1 0 0 0,1-1 0 0 0,-1 0 0 0 0,0 1 1 0 0,0-1-1 0 0,1 1 0 0 0,-1 0 0 0 0,0-1 0 0 0,0 1 1 0 0,0-1-1 0 0,0 1 0 0 0,0-1 0 0 0,0 2 0 0 0,0 5-6577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4:11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2561 0 0,'32'14'3762'0'0,"34"7"-80"0"0,32-2 79 0 0,32 10-79 0 0,1-17-1521 0 0,-7-3-1441 0 0,-26-9-880 0 0,0-9-1040 0 0,-33 9-1762 0 0,0 0-3120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4:13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33 289 2881 0 0,'-5'-2'624'0'0,"3"1"-377"0"0,0 0 0 0 0,0 0-1 0 0,0 0 1 0 0,0 0 0 0 0,0 0 0 0 0,0 0 0 0 0,0-1 0 0 0,0 1 0 0 0,-2-3 0 0 0,-1-14 5731 0 0,10 17-4524 0 0,17 1-227 0 0,-14-4 473 0 0,-5 0-1399 0 0,10-5 286 0 0,0 0 0 0 0,15-14 0 0 0,5-16-93 0 0,-32 38-485 0 0,-1 0 0 0 0,1 0 0 0 0,0 1 1 0 0,-1-1-1 0 0,1 0 0 0 0,-1 0 1 0 0,1 0-1 0 0,-1 0 0 0 0,1 0 0 0 0,-1 0 1 0 0,0 0-1 0 0,0 0 0 0 0,1 0 1 0 0,-1 0-1 0 0,0 0 0 0 0,0 0 0 0 0,0 0 1 0 0,0-2-1 0 0,4-13 55 0 0,3 5-35 0 0,-5 9-25 0 0,1-1 1 0 0,-1 0-1 0 0,0 0 0 0 0,-1-1 0 0 0,1 1 1 0 0,-1 0-1 0 0,1 0 0 0 0,-1-1 1 0 0,0 1-1 0 0,0-1 0 0 0,0 1 0 0 0,-1-1 1 0 0,1 0-1 0 0,-1-6 0 0 0,0-53 49 0 0,3 63-13 0 0,-1 1-1 0 0,1-1 0 0 0,-1 0 0 0 0,0 1 0 0 0,1 0 0 0 0,-1 0 0 0 0,1-1 1 0 0,-1 1-1 0 0,0 1 0 0 0,0-1 0 0 0,1 0 0 0 0,-1 0 0 0 0,0 1 0 0 0,3 3 0 0 0,7 5 244 0 0,0 1-1 0 0,-1 0 1 0 0,-1 0 0 0 0,16 22-1 0 0,35 62 1199 0 0,-3-4-213 0 0,-31-52-564 0 0,30 53 0 0 0,-49-75-559 0 0,-1-1 0 0 0,0 1 0 0 0,6 25 0 0 0,-2 17 228 0 0,1-28-222 0 0,-9-26-191 0 0,-1 1-1 0 0,0 0 1 0 0,0 0-1 0 0,0 0 1 0 0,-1 0-1 0 0,1 0 1 0 0,-1 12-1 0 0,-3-1-47 0 0,-9 2-2264 0 0,8-17 1660 0 0,1 0 0 0 0,0-1 0 0 0,-1 1 0 0 0,1 0 1 0 0,-1-1-1 0 0,1 1 0 0 0,-1-1 0 0 0,0 0 0 0 0,-3 1 1 0 0,-17 3-4998 0 0,-10-4-2915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4:14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57 800 0 0,'-27'7'14487'0'0,"49"-7"-13009"0"0,124-7 2833 0 0,18-1-2857 0 0,-74 0-1260 0 0,61-8 292 0 0,75-6-6461 0 0,-214 20 4761 0 0,9 1-710 0 0,-16 17-9852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4:14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24 640 0 0,'0'0'7310'0'0,"5"0"-6189"0"0,58-8 1103 0 0,-26 1-1251 0 0,26 1 285 0 0,-27 5-899 0 0,-12 0 28 0 0,1 1 0 0 0,42 5 1 0 0,-63-4-335 0 0,-1 0 0 0 0,1 0 0 0 0,0 1 0 0 0,-1 0 0 0 0,1 0 0 0 0,-1 0 0 0 0,0 0 0 0 0,1 1 0 0 0,-1-1 0 0 0,0 1 0 0 0,-1 0-1 0 0,1-1 1 0 0,0 2 0 0 0,3 5 0 0 0,12 11 353 0 0,-17-19-391 0 0,0-1 0 0 0,0 1 0 0 0,0 0 0 0 0,0-1 0 0 0,0 1 0 0 0,0 0 0 0 0,0 0 0 0 0,-1 0-1 0 0,1 0 1 0 0,0 0 0 0 0,-1 0 0 0 0,1 0 0 0 0,-1 0 0 0 0,1 0 0 0 0,-1 0 0 0 0,1 0 0 0 0,-1 0-1 0 0,0 0 1 0 0,1 0 0 0 0,-1 0 0 0 0,0 1 0 0 0,0-1 0 0 0,0 0 0 0 0,0 0 0 0 0,0 0 0 0 0,0 0-1 0 0,0 0 1 0 0,0 1 0 0 0,-1-1 0 0 0,1 0 0 0 0,0 0 0 0 0,-1 0 0 0 0,1 0 0 0 0,-1 0 0 0 0,1 0-1 0 0,-1 0 1 0 0,1 0 0 0 0,-1 0 0 0 0,-1 1 0 0 0,-5 12 110 0 0,6-11-89 0 0,1-1 0 0 0,-1 1 0 0 0,0 0 0 0 0,1-1 0 0 0,-1 1 0 0 0,1 0 0 0 0,0 0 0 0 0,0 4 0 0 0,0-4 3 0 0,0 0-1 0 0,0 0 1 0 0,0-1-1 0 0,0 1 0 0 0,-1 0 1 0 0,1 0-1 0 0,-1 0 1 0 0,0-1-1 0 0,0 1 0 0 0,-1 3 1 0 0,-20 27 441 0 0,13-13-122 0 0,8-17-279 0 0,0 0 0 0 0,0 0 1 0 0,0 0-1 0 0,-1 0 0 0 0,0 0 0 0 0,1 0 1 0 0,-1-1-1 0 0,0 1 0 0 0,0 0 0 0 0,-1-1 1 0 0,1 0-1 0 0,0 1 0 0 0,-5 2 0 0 0,-57 44 2002 0 0,55-42-1935 0 0,-1 0 0 0 0,1-1-1 0 0,-1 0 1 0 0,0-1 0 0 0,0 0 0 0 0,0 0-1 0 0,-1-1 1 0 0,0-1 0 0 0,1 0-1 0 0,-1 0 1 0 0,-1-1 0 0 0,-18 2-1 0 0,20-3-54 0 0,-1 0 0 0 0,1-1 0 0 0,-1 0-1 0 0,1 0 1 0 0,-12-2 0 0 0,-7-1 31 0 0,-23-3 225 0 0,-26-9 189 0 0,50 7-445 0 0,22 7-59 0 0,5 1-25 0 0,-1 0-1 0 0,1 0 1 0 0,-1-1 0 0 0,0 1 0 0 0,1 0-1 0 0,-1-1 1 0 0,1 1 0 0 0,-1-1 0 0 0,1 0-1 0 0,-1 1 1 0 0,1-1 0 0 0,-1 0 0 0 0,1 0-1 0 0,0 0 1 0 0,-1 0 0 0 0,1 0 0 0 0,0 0-1 0 0,0 0 1 0 0,0 0 0 0 0,0-1 0 0 0,0 1-1 0 0,-1-2 1 0 0,2 2-5 0 0,1 0 1 0 0,0 0-1 0 0,-1 1 0 0 0,1-1 1 0 0,0 0-1 0 0,-1 1 0 0 0,1-1 1 0 0,0 1-1 0 0,0-1 0 0 0,0 1 1 0 0,-1-1-1 0 0,1 1 0 0 0,0-1 1 0 0,0 1-1 0 0,0 0 0 0 0,0 0 1 0 0,0-1-1 0 0,0 1 0 0 0,0 0 1 0 0,0 0-1 0 0,0 0 0 0 0,0 0 1 0 0,0 0-1 0 0,0 0 0 0 0,0 0 1 0 0,1 1-1 0 0,1-1 2 0 0,99-13-66 0 0,55 12 36 0 0,100 28 86 0 0,-185-17-32 0 0,-57-9-80 0 0,221 32 335 0 0,-64 0-1888 0 0,-168-32 1057 0 0,33 6-1667 0 0,-36-7 1948 0 0,0 1-1 0 0,0-1 1 0 0,-1 0-1 0 0,1 0 1 0 0,0 1-1 0 0,0-1 0 0 0,-1 0 1 0 0,1 0-1 0 0,0 0 1 0 0,0 0-1 0 0,0 0 1 0 0,0 0-1 0 0,-1 0 0 0 0,1-1 1 0 0,0 1-1 0 0,0 0 1 0 0,-1 0-1 0 0,1 0 1 0 0,0-1-1 0 0,0 1 1 0 0,-1-1-1 0 0,1 1 0 0 0,0 0 1 0 0,-1-1-1 0 0,1 1 1 0 0,0-1-1 0 0,-1 1 1 0 0,1-1-1 0 0,-1 0 0 0 0,1 1 1 0 0,-1-1-1 0 0,1-1 1 0 0,-6-6-5042 0 0,-22-5 453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4:19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222 325 5603 0 0,'-11'6'854'0'0,"5"-4"-412"0"0,1 0-1 0 0,-1 1 1 0 0,1 0 0 0 0,0-1 0 0 0,0 2 0 0 0,0-1 0 0 0,0 1 0 0 0,1-1 0 0 0,-1 1 0 0 0,1 1 0 0 0,0-1 0 0 0,0 0 0 0 0,1 1 0 0 0,-7 10 0 0 0,-21 69 2173 0 0,28-73-2408 0 0,2-1 1 0 0,-1 1 0 0 0,1 0-1 0 0,1 0 1 0 0,1 18 0 0 0,-1-2 160 0 0,1-17-191 0 0,0 1 0 0 0,0 0 1 0 0,1-1-1 0 0,1 0 0 0 0,0 1 0 0 0,0-1 1 0 0,6 13-1 0 0,-4-12-35 0 0,-3-2 3 0 0,0 0 0 0 0,0 1 0 0 0,0-1 0 0 0,-1 1 0 0 0,-1-1 0 0 0,0 1-1 0 0,0-1 1 0 0,-2 13 0 0 0,0 15 339 0 0,2 244 1410 0 0,0-272-1859 0 0,-1 0 1 0 0,0 0-1 0 0,-1-1 0 0 0,0 1 1 0 0,0-1-1 0 0,-7 16 0 0 0,-1 4 38 0 0,-1 26 34 0 0,-11 6 53 0 0,11-4 93 0 0,-11-7 134 0 0,12-1 67 0 0,-1-23-243 0 0,8-19-169 0 0,1 0 0 0 0,-1 0-1 0 0,1 0 1 0 0,1 0 0 0 0,-1 0 0 0 0,1 0-1 0 0,0 0 1 0 0,-1 11 0 0 0,2 106 971 0 0,0-122-999 0 0,1 0 0 0 0,-1 0-1 0 0,0 0 1 0 0,0 0 0 0 0,0 0-1 0 0,1 0 1 0 0,-1 0 0 0 0,0 0-1 0 0,1 0 1 0 0,-1 0 0 0 0,1-1-1 0 0,-1 1 1 0 0,1 0 0 0 0,0 0-1 0 0,-1 0 1 0 0,1 0-1 0 0,0-1 1 0 0,-1 1 0 0 0,1 0-1 0 0,0-1 1 0 0,0 1 0 0 0,0-1-1 0 0,-1 1 1 0 0,3 0 0 0 0,27 9 177 0 0,-9-4-110 0 0,48 37 333 0 0,51 2-228 0 0,-114-42-190 0 0,-1-1-1 0 0,1 1 1 0 0,-1 0-1 0 0,10 7 1 0 0,8 3-94 0 0,-20-12 108 0 0,-1 0-1 0 0,1 0 1 0 0,-1 1-1 0 0,0-1 1 0 0,1 1-1 0 0,-1-1 1 0 0,0 1-1 0 0,4 3 1 0 0,7 5 38 0 0,73 32 163 0 0,24 13 18 0 0,-98-48-248 0 0,0 0 0 0 0,0-2-1 0 0,1 1 1 0 0,14 3 0 0 0,33 13 22 0 0,-11-4 238 0 0,79 17 1 0 0,-17-5 368 0 0,-28-12-534 0 0,0-4 0 0 0,164 7-1 0 0,-196-20-53 0 0,86-9 0 0 0,-86 3-12 0 0,1 1 0 0 0,450-31 855 0 0,-378 33-561 0 0,1 5 0 0 0,131 21 0 0 0,-146-7-31 0 0,395 40 588 0 0,-211-33-554 0 0,-99-5-41 0 0,-118-14-161 0 0,265 30 276 0 0,-212-20-381 0 0,186-1 0 0 0,19 0 0 0 0,-277-8 0 0 0,401 56 0 0 0,-309-37 0 0 0,-7-1 0 0 0,-50-6 0 0 0,37 10 0 0 0,-3 1 0 0 0,-61-15 0 0 0,73 26 0 0 0,-114-31 0 0 0,0-2 0 0 0,29 6 0 0 0,47 1 0 0 0,41 7 0 0 0,-91-12 0 0 0,56 3 0 0 0,-57-8 0 0 0,581 17 0 0 0,-470-32 0 0 0,191-39 0 0 0,-274 38 0 0 0,243-57 0 0 0,-131 18 0 0 0,-36 15 0 0 0,-74 19 0 0 0,69-3 0 0 0,-76 12 0 0 0,-15-1 0 0 0,9-1 0 0 0,-18 7 0 0 0,109-3 0 0 0,-6 6 0 0 0,-73 1 0 0 0,71-3 0 0 0,-127 0 0 0 0,0-1 0 0 0,42-12 0 0 0,-14 2 0 0 0,172-42-259 0 0,-87 15-154 0 0,-126 37 389 0 0,2 1-10 0 0,0-1 0 0 0,-1 0 0 0 0,15-7 0 0 0,1 2 34 0 0,98-14 80 0 0,-48 4-94 0 0,-51 15-39 0 0,-3-1 26 0 0,-14-4-106 0 0,-3 6 119 0 0,10-8-83 0 0,-15 8 92 0 0,0 0 0 0 0,0 0-1 0 0,-1 0 1 0 0,1 0 0 0 0,0-1 0 0 0,-1 1 0 0 0,0 0-1 0 0,1 0 1 0 0,-1 0 0 0 0,0 0 0 0 0,0-4-1 0 0,0 4 12 0 0,0 0 0 0 0,0-1 0 0 0,0 1 0 0 0,0 0 0 0 0,-1-1 0 0 0,1 1-1 0 0,-1 0 1 0 0,1-1 0 0 0,-1 1 0 0 0,0 0 0 0 0,0 0 0 0 0,0 0 0 0 0,0 0-1 0 0,0 0 1 0 0,0 0 0 0 0,-1 0 0 0 0,1 0 0 0 0,-1 0 0 0 0,-2-2 0 0 0,-6-7 50 0 0,-9-18 125 0 0,17 25-171 0 0,-1 0 1 0 0,1 0-1 0 0,-1 0 1 0 0,0 0-1 0 0,0 1 1 0 0,0-1-1 0 0,-1 1 1 0 0,1-1-1 0 0,-1 1 1 0 0,0 0-1 0 0,-7-4 1 0 0,-152-88 215 0 0,58 33-220 0 0,95 55-27 0 0,-1-1-1 0 0,1 0 0 0 0,0 0 0 0 0,1-1 0 0 0,0 0 1 0 0,-12-17-1 0 0,9-5-73 0 0,8 15 56 0 0,1 11 38 0 0,1 0-1 0 0,-1 0 0 0 0,0 1 1 0 0,0-1-1 0 0,-1 1 0 0 0,0 0 1 0 0,-4-5-1 0 0,6 7 4 0 0,-1-1 1 0 0,0 1-1 0 0,1-1 0 0 0,0 0 0 0 0,-1 0 0 0 0,1 0 1 0 0,0 0-1 0 0,1 0 0 0 0,-1 0 0 0 0,0-1 1 0 0,1 1-1 0 0,0 0 0 0 0,0-1 0 0 0,0 0 0 0 0,0 1 1 0 0,1-1-1 0 0,-1-6 0 0 0,1 8-4 0 0,0 1-1 0 0,0-1 1 0 0,-1 0 0 0 0,1 0-1 0 0,0 0 1 0 0,-1 0 0 0 0,1 0-1 0 0,-1 1 1 0 0,0-1 0 0 0,1 0-1 0 0,-1 0 1 0 0,0 1 0 0 0,0-1-1 0 0,0 0 1 0 0,0 1 0 0 0,0-1-1 0 0,-1 1 1 0 0,1 0 0 0 0,-3-3-1 0 0,3 3-1 0 0,0 0 0 0 0,-1 0-1 0 0,1-1 1 0 0,0 1 0 0 0,0-1-1 0 0,-1 1 1 0 0,1-1 0 0 0,0 0-1 0 0,1 1 1 0 0,-1-1 0 0 0,0 0-1 0 0,0 0 1 0 0,1 1 0 0 0,-1-1-1 0 0,1 0 1 0 0,0 0 0 0 0,-1 0-1 0 0,1 0 1 0 0,0-3 0 0 0,0 5 4 0 0,1-6-115 0 0,-1 0 0 0 0,0 0 0 0 0,0 1-1 0 0,0-1 1 0 0,0 0 0 0 0,-1 0 0 0 0,0 0 0 0 0,-1 1 0 0 0,1-1-1 0 0,-1 1 1 0 0,0-1 0 0 0,0 1 0 0 0,-1-1 0 0 0,0 1 0 0 0,0 0-1 0 0,0 0 1 0 0,0 1 0 0 0,-5-6 0 0 0,5 6-112 0 0,-1-1 1 0 0,1 0-1 0 0,-1-1 0 0 0,2 1 1 0 0,-1 0-1 0 0,-3-10 0 0 0,-7-14-694 0 0,2 13 577 0 0,9 14 319 0 0,1 0 0 0 0,-1 0 0 0 0,1 1 0 0 0,0-2-1 0 0,-1 1 1 0 0,1 0 0 0 0,0 0 0 0 0,0 0 0 0 0,0-1-1 0 0,1 1 1 0 0,-1 0 0 0 0,0-1 0 0 0,1 1 0 0 0,-1 0-1 0 0,1-4 1 0 0,0-4-55 0 0,-1 8 71 0 0,1 0 0 0 0,-1 0 1 0 0,1-1-1 0 0,0 1 1 0 0,0 0-1 0 0,0 0 0 0 0,0-1 1 0 0,0 1-1 0 0,1 0 1 0 0,-1 0-1 0 0,1 0 0 0 0,-1 0 1 0 0,1 0-1 0 0,0-1 1 0 0,0 1-1 0 0,2-3 0 0 0,7 0 32 0 0,-9 5-18 0 0,0 0 0 0 0,0-1 0 0 0,0 1 1 0 0,0-1-1 0 0,0 1 0 0 0,0-1 1 0 0,0 1-1 0 0,0-1 0 0 0,-1 0 1 0 0,1 1-1 0 0,0-1 0 0 0,0 0 1 0 0,-1 0-1 0 0,1 1 0 0 0,0-1 1 0 0,-1 0-1 0 0,1 0 0 0 0,-1 0 0 0 0,1 0 1 0 0,-1 0-1 0 0,1 0 0 0 0,-1 0 1 0 0,0 0-1 0 0,0 0 0 0 0,1 0 1 0 0,-1 0-1 0 0,0 0 0 0 0,0 0 1 0 0,0 0-1 0 0,0 0 0 0 0,0 0 1 0 0,0 0-1 0 0,0-1 0 0 0,-1 1 0 0 0,1-1 1 0 0,0-2-4 0 0,0 0 0 0 0,0 0 0 0 0,0-1 0 0 0,-1 1 0 0 0,1 0 0 0 0,-1 0 0 0 0,0 0 0 0 0,0 0 0 0 0,-1-1 0 0 0,1 2 0 0 0,-1-1 0 0 0,0 0 0 0 0,0 0 0 0 0,0 0 0 0 0,-1 1 0 0 0,1 0 0 0 0,-1-1 0 0 0,0 1 0 0 0,-4-4 0 0 0,3 3 13 0 0,1 0 0 0 0,-1-1 1 0 0,1 1-1 0 0,0-1 0 0 0,1 0 1 0 0,-1 0-1 0 0,-2-7 0 0 0,-6-12 23 0 0,1 12 10 0 0,9 11-41 0 0,0 0 1 0 0,-1 0-1 0 0,1 0 0 0 0,0 0 1 0 0,0-1-1 0 0,0 1 0 0 0,0 0 0 0 0,1 0 1 0 0,-1-1-1 0 0,0 1 0 0 0,0 0 1 0 0,1-1-1 0 0,-1 1 0 0 0,1-1 0 0 0,-1 1 1 0 0,1-1-1 0 0,-1 1 0 0 0,1-1 1 0 0,0 1-1 0 0,0-1 0 0 0,0 0 0 0 0,0 1 1 0 0,0-1-1 0 0,0 1 0 0 0,0-1 1 0 0,1 1-1 0 0,-1-1 0 0 0,1 1 0 0 0,0-3 1 0 0,9-11 14 0 0,-8 12-13 0 0,0 1 0 0 0,-1-1 0 0 0,1 0 0 0 0,0 1 0 0 0,-1-1-1 0 0,1 0 1 0 0,-1 0 0 0 0,0 0 0 0 0,0 0 0 0 0,0 0 0 0 0,-1-1 0 0 0,1 1 0 0 0,-1-5-1 0 0,0-2-8 0 0,0 8-1 0 0,-1 0-1 0 0,1-1 0 0 0,0 1 0 0 0,0 0 1 0 0,0-1-1 0 0,0 1 0 0 0,0 0 0 0 0,1 0 0 0 0,-1-1 1 0 0,1 1-1 0 0,-1 0 0 0 0,1 0 0 0 0,0 0 0 0 0,2-4 1 0 0,4-1-26 0 0,-5 6 58 0 0,-1 1 0 0 0,1-1 1 0 0,-1 0-1 0 0,1 0 0 0 0,-1 0 0 0 0,0-1 0 0 0,1 1 0 0 0,-1 0 0 0 0,0 0 0 0 0,0-1 1 0 0,0 1-1 0 0,0-1 0 0 0,0 1 0 0 0,0-1 0 0 0,-1 1 0 0 0,1-1 0 0 0,0 0 0 0 0,-1 1 0 0 0,1-1 1 0 0,-1 0-1 0 0,1 1 0 0 0,-1-1 0 0 0,0 0 0 0 0,0 0 0 0 0,0 1 0 0 0,0-1 0 0 0,0 0 1 0 0,0 1-1 0 0,-1-1 0 0 0,1 0 0 0 0,0 0 0 0 0,-1 1 0 0 0,1-1 0 0 0,-1 0 0 0 0,0 1 1 0 0,0-1-1 0 0,1 1 0 0 0,-3-3 0 0 0,-7-8 65 0 0,0 0 0 0 0,0 1 0 0 0,-1 0 0 0 0,0 1 0 0 0,-1 1 0 0 0,0 0 0 0 0,0 0 0 0 0,-1 1 0 0 0,-17-8 0 0 0,12 9 12 0 0,0 0 38 0 0,1-1 1 0 0,-17-10-1 0 0,-101-47 254 0 0,81 46-400 0 0,43 6-133 0 0,-31-2 184 0 0,0 2 0 0 0,0 3 1 0 0,-45-6-1 0 0,44 8 131 0 0,-93-21 271 0 0,37 4-513 0 0,-111-45 0 0 0,33 15-43 0 0,22 8 33 0 0,16 3-77 0 0,-168-30 1 0 0,-117-29 52 0 0,256 74 134 0 0,120 22-43 0 0,-95-3-1 0 0,52 6-16 0 0,25-2 40 0 0,-135-7 81 0 0,148 11-90 0 0,-54-10 0 0 0,51 4 11 0 0,-60 1 0 0 0,-73 16 245 0 0,110-6-248 0 0,-76 6 2 0 0,-228 0-209 0 0,260-10 256 0 0,-41-3-24 0 0,-63 1-235 0 0,-192 37 538 0 0,66 14 640 0 0,224-34-687 0 0,-138-1 0 0 0,134-15-217 0 0,30 0 25 0 0,-1 3-1 0 0,-106 17 1 0 0,14 3-108 0 0,76-9 0 0 0,-52 2 0 0 0,-79-20 0 0 0,17-5 0 0 0,12 1 0 0 0,-142 23 0 0 0,102-4 0 0 0,-126-3 0 0 0,266-7 0 0 0,97-1 0 0 0,11 0 0 0 0,-1 1 0 0 0,-29 0 0 0 0,19-2 0 0 0,15 1 0 0 0,0 0 0 0 0,0 1 0 0 0,0 0 0 0 0,0 1 0 0 0,-13 1 0 0 0,8-1 0 0 0,1 0 0 0 0,-30-4 0 0 0,19 1 0 0 0,-67-3 0 0 0,22 2 0 0 0,45 2 0 0 0,-37 1 0 0 0,25 5-1 0 0,-1 1-1 0 0,1 2 1 0 0,-52 17 0 0 0,85-23-80 0 0,0 1 0 0 0,1 0 0 0 0,0 0 0 0 0,-1 0 1 0 0,1 0-1 0 0,0 0 0 0 0,0 1 0 0 0,0 0 0 0 0,1-1 1 0 0,-1 1-1 0 0,1 0 0 0 0,-1 0 0 0 0,1 0 0 0 0,-4 7 1 0 0,-12 15-1043 0 0,-13 7-1896 0 0,2-3-4220 0 0,29-28 6539 0 0,-1 0 0 0 0,1 0-1 0 0,-1 0 1 0 0,1-1 0 0 0,-1 1-1 0 0,1 0 1 0 0,-1 0 0 0 0,1 0-1 0 0,0 0 1 0 0,0 0 0 0 0,-1 0-1 0 0,1 0 1 0 0,0 0 0 0 0,0 0-1 0 0,0 2 1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15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0 296 2721 0 0,'1'-1'122'0'0,"0"-1"1"0"0,0 1-1 0 0,-1 0 0 0 0,1 0 0 0 0,0-1 1 0 0,1 1-1 0 0,-1 0 0 0 0,0 0 0 0 0,0 0 0 0 0,0 0 1 0 0,1 0-1 0 0,-1 1 0 0 0,0-1 0 0 0,1 0 1 0 0,-1 1-1 0 0,1-1 0 0 0,-1 1 0 0 0,3-1 0 0 0,-2 0 197 0 0,31-25 2270 0 0,-28 21-2220 0 0,1 0 0 0 0,0 0 0 0 0,1 1 0 0 0,-1-1 0 0 0,8-2 0 0 0,123-59 2198 0 0,172-56 1 0 0,-276 112-2333 0 0,48-7-1 0 0,-65 14-222 0 0,-10 2 361 0 0,-12 7 27 0 0,-11-2-276 0 0,10-2-74 0 0,-1 0 0 0 0,1 0 0 0 0,0 0 0 0 0,-12 6 0 0 0,-16 11 203 0 0,-36 28-1 0 0,-46 25-210 0 0,104-65-29 0 0,0 0 0 0 0,-21 16 1 0 0,-15 22 306 0 0,17-26-176 0 0,23-15-117 0 0,0 1 0 0 0,1 0 0 0 0,0 0 0 0 0,0 1 0 0 0,0 0 0 0 0,1 0 0 0 0,0 1 0 0 0,0 0-1 0 0,-10 14 1 0 0,-9 15 334 0 0,-40 41-1 0 0,60-67-616 0 0,11-5-43 0 0,19-6-309 0 0,-14 0 357 0 0,24 3-320 0 0,28-1-2462 0 0,-54-2 1962 0 0,0 1 0 0 0,0-2-1 0 0,0 1 1 0 0,0-1 0 0 0,13-5-1 0 0,17-9-2889 0 0,22-16 479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16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518 239 240 0 0,'-5'1'961'0'0,"-228"63"7944"0"0,118-32-6659 0 0,102-29-2168 0 0,1 0 0 0 0,0 1-1 0 0,0 0 1 0 0,1 1-1 0 0,-1 1 1 0 0,1 0 0 0 0,0 0-1 0 0,0 1 1 0 0,1 0-1 0 0,-10 10 1 0 0,17-15-54 0 0,1 0 0 0 0,-1 0-1 0 0,1 0 1 0 0,0 1 0 0 0,0-1-1 0 0,0 1 1 0 0,1-1 0 0 0,-1 1 0 0 0,0 0-1 0 0,1 0 1 0 0,0-1 0 0 0,-1 1 0 0 0,1 0-1 0 0,0 0 1 0 0,1 0 0 0 0,-1 1 0 0 0,1-1-1 0 0,-1 0 1 0 0,1 0 0 0 0,0 0-1 0 0,0 0 1 0 0,0 0 0 0 0,1 6 0 0 0,-1 5-7 0 0,1-9-14 0 0,-1 0 0 0 0,1 0 0 0 0,0-1 0 0 0,0 1 0 0 0,0 0 0 0 0,0-1 0 0 0,1 1 0 0 0,0-1 0 0 0,0 0 0 0 0,0 1 0 0 0,1-1 0 0 0,-1 0 0 0 0,1 0 0 0 0,0 0 0 0 0,0-1 0 0 0,0 1 0 0 0,1-1 0 0 0,-1 0 0 0 0,1 1 0 0 0,7 3 0 0 0,-2-1 7 0 0,0-1-1 0 0,0-1 0 0 0,0 1 0 0 0,0-1 1 0 0,1-1-1 0 0,0 0 0 0 0,0 0 0 0 0,19 2 1 0 0,36-1-57 0 0,-1-3 1 0 0,73-7 0 0 0,-114 5 25 0 0,21-3 49 0 0,0-2 0 0 0,0-2 0 0 0,-1-2 0 0 0,0-1 0 0 0,-1-3 1 0 0,0-1-1 0 0,-1-2 0 0 0,62-36 0 0 0,-88 44 31 0 0,-1 0 1 0 0,0-1-1 0 0,0-1 0 0 0,-1 0 1 0 0,0-1-1 0 0,-1-1 0 0 0,0 0 0 0 0,10-16 1 0 0,-20 26-41 0 0,-1 0 0 0 0,1-1 0 0 0,-1 1 0 0 0,0-1 0 0 0,0 1 0 0 0,0-1 0 0 0,-1 1 0 0 0,1-1 0 0 0,-1 0 1 0 0,0 1-1 0 0,0-1 0 0 0,0 0 0 0 0,-1 1 0 0 0,1-1 0 0 0,-2-4 0 0 0,-2-4 114 0 0,0 0 0 0 0,-1 0-1 0 0,-6-11 1 0 0,7 13 4 0 0,-2 0 33 0 0,0 0-1 0 0,0 1 0 0 0,-1-1 1 0 0,0 1-1 0 0,0 1 0 0 0,-1-1 0 0 0,0 1 1 0 0,-1 0-1 0 0,0 1 0 0 0,0 0 0 0 0,-20-11 1 0 0,16 9-27 0 0,-15-9 188 0 0,-1-1 23 0 0,-36-19 1 0 0,51 31-357 0 0,0 2 0 0 0,0-1-1 0 0,-1 2 1 0 0,1 0 0 0 0,-22-2 0 0 0,27 4-99 0 0,-1 2 1 0 0,1-1-1 0 0,-1 1 0 0 0,1 1 1 0 0,-1 0-1 0 0,1 0 0 0 0,-1 1 1 0 0,1 0-1 0 0,0 0 0 0 0,-17 8 1 0 0,25-9-10 0 0,0 0 1 0 0,0 0-1 0 0,0 0 1 0 0,-1 1-1 0 0,2-1 1 0 0,-1 0-1 0 0,0 1 1 0 0,0-1-1 0 0,0 1 1 0 0,1-1-1 0 0,-1 1 1 0 0,0 0-1 0 0,1-1 1 0 0,0 1-1 0 0,-1 0 1 0 0,1-1-1 0 0,0 1 0 0 0,0 0 1 0 0,0-1-1 0 0,0 1 1 0 0,0 0-1 0 0,0-1 1 0 0,0 1-1 0 0,2 3 1 0 0,-2 6-1035 0 0,0 33-3872 0 0,0-1-2040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02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34 206 1201 0 0,'0'0'1307'0'0,"-6"-2"-240"0"0,1 0-770 0 0,-17-3 2581 0 0,22-3 1557 0 0,0-11-2347 0 0,1 17-2028 0 0,-1 0 1 0 0,1 0-1 0 0,-1 0 1 0 0,1 0-1 0 0,0 0 1 0 0,0 1-1 0 0,0-1 1 0 0,0 0-1 0 0,0 0 1 0 0,0 1-1 0 0,0-1 1 0 0,0 0-1 0 0,1 1 1 0 0,-1 0-1 0 0,1-1 1 0 0,-1 1-1 0 0,1 0 1 0 0,0-1-1 0 0,-1 1 1 0 0,1 0-1 0 0,0 0 1 0 0,0 1-1 0 0,0-1 1 0 0,-1 0-1 0 0,4 0 1 0 0,19-14 220 0 0,-15 7-161 0 0,1 0 1 0 0,0 0-1 0 0,0 1 1 0 0,1 0-1 0 0,0 1 1 0 0,0 0-1 0 0,0 1 1 0 0,23-7-1 0 0,96-21 168 0 0,-116 30-233 0 0,1 0-9 0 0,0 0-1 0 0,28 1 1 0 0,-18 1-9 0 0,-6-1-26 0 0,0 0 1 0 0,0 2 0 0 0,36 4-1 0 0,-31-2-44 0 0,-17-1 44 0 0,0 0 1 0 0,-1 1-1 0 0,0 0 1 0 0,1 0-1 0 0,-1 0 1 0 0,11 6-1 0 0,-15-7 10 0 0,0 0-1 0 0,0 0 0 0 0,0 0 1 0 0,0 0-1 0 0,0 1 0 0 0,0-1 1 0 0,-1 1-1 0 0,1-1 0 0 0,-1 1 0 0 0,1-1 1 0 0,-1 1-1 0 0,1 0 0 0 0,-1 0 1 0 0,0-1-1 0 0,0 1 0 0 0,0 0 1 0 0,0 0-1 0 0,0 0 0 0 0,0 0 1 0 0,0 4-1 0 0,-2-3 16 0 0,0 0 0 0 0,0 0 0 0 0,-1 0 0 0 0,1 0-1 0 0,-1 0 1 0 0,0-1 0 0 0,0 1 0 0 0,0-1 0 0 0,0 1 0 0 0,0-1 0 0 0,0 0 0 0 0,-5 3 0 0 0,-22 23 417 0 0,-62 44 1 0 0,86-68-413 0 0,-1-1 1 0 0,0 0-1 0 0,0 0 0 0 0,0-1 1 0 0,-1 1-1 0 0,1-1 1 0 0,-1-1-1 0 0,1 1 0 0 0,-1-1 1 0 0,-11 0-1 0 0,1 1 91 0 0,-26 4 775 0 0,-78 1 0 0 0,99-8-623 0 0,18-2-136 0 0,27-6-102 0 0,2 0-84 0 0,-14 4 32 0 0,0 0 0 0 0,0 0 0 0 0,0 1 0 0 0,1 0 0 0 0,-1 1 0 0 0,1 0 0 0 0,0 1 0 0 0,0 1 0 0 0,15-1 0 0 0,-4 1-19 0 0,0 1 0 0 0,-1 2 0 0 0,41 6 0 0 0,-50-5 23 0 0,-1 1 0 0 0,0 0 0 0 0,1 1 0 0 0,15 8 0 0 0,-3-1 12 0 0,-14-7 41 0 0,0 1 0 0 0,0 1 0 0 0,-1 0 0 0 0,0 0 0 0 0,0 1 0 0 0,-1 0 0 0 0,1 1 0 0 0,-2 0-1 0 0,1 1 1 0 0,11 18 0 0 0,-11-17 55 0 0,15 24 212 0 0,-24-34-312 0 0,1 0 0 0 0,0 1 1 0 0,-1-1-1 0 0,1 0 0 0 0,-1 1 0 0 0,1-1 1 0 0,-1 0-1 0 0,0 1 0 0 0,0-1 0 0 0,0 1 1 0 0,1-1-1 0 0,-1 0 0 0 0,-1 1 0 0 0,1-1 1 0 0,0 1-1 0 0,0-1 0 0 0,0 0 0 0 0,-1 1 1 0 0,1-1-1 0 0,-1 0 0 0 0,1 1 0 0 0,-1-1 1 0 0,0 2-1 0 0,-21 17-139 0 0,-2 2 265 0 0,5-8-24 0 0,14-11-86 0 0,0 0 1 0 0,0 0 0 0 0,-1-1-1 0 0,1 0 1 0 0,0 0 0 0 0,-1 0-1 0 0,1-1 1 0 0,-1 0 0 0 0,-6 1-1 0 0,-25 3 357 0 0,1-2 0 0 0,-1-1 0 0 0,0-2 0 0 0,-44-6 0 0 0,-267-6 3102 0 0,283 12-3334 0 0,64 0-206 0 0,1 0 1 0 0,0 0-1 0 0,0 0 0 0 0,-1 0 0 0 0,1 0 1 0 0,0 0-1 0 0,0 0 0 0 0,-1 0 0 0 0,1 0 1 0 0,0 0-1 0 0,0 1 0 0 0,0-1 1 0 0,-1 0-1 0 0,1 0 0 0 0,0 0 0 0 0,0 0 1 0 0,-1 0-1 0 0,1 1 0 0 0,0-1 0 0 0,0 0 1 0 0,0 0-1 0 0,0 0 0 0 0,-1 0 1 0 0,1 1-1 0 0,0-1 0 0 0,0 0 0 0 0,0 0 1 0 0,0 0-1 0 0,0 1 0 0 0,0-1 0 0 0,-1 0 1 0 0,1 0-1 0 0,0 1 0 0 0,0-1 1 0 0,0 0-1 0 0,0 0 0 0 0,0 1 0 0 0,0-1 1 0 0,0 0-1 0 0,0 0 0 0 0,0 1 1 0 0,0-1-1 0 0,0 0 0 0 0,0 0 0 0 0,0 1 1 0 0,1-1-1 0 0,-1 0 0 0 0,0 0 0 0 0,0 1 1 0 0,0 1-781 0 0,0-1 311 0 0,0 1 0 0 0,0-1 0 0 0,1 1 0 0 0,-1-1 0 0 0,0 1 0 0 0,0 0 0 0 0,1-1 0 0 0,-1 1 0 0 0,1-1 0 0 0,0 0 0 0 0,1 3 0 0 0,25 28-8610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02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15 640 0 0,'-20'5'739'0'0,"14"-3"-435"0"0,1 0-1 0 0,0-1 1 0 0,-1 0 0 0 0,1 0 0 0 0,-8 0-1 0 0,-19-1 1392 0 0,33-4 1606 0 0,-2 4-3233 0 0,1 0 0 0 0,0-1 0 0 0,0 1 0 0 0,0 0 1 0 0,0 0-1 0 0,0 0 0 0 0,0-1 0 0 0,0 1 0 0 0,0 0 0 0 0,0 0 0 0 0,0-1 0 0 0,-1 1 0 0 0,1 0 1 0 0,0 0-1 0 0,0-1 0 0 0,1 1 0 0 0,-1 0 0 0 0,0 0 0 0 0,0-1 0 0 0,0 1 0 0 0,0 0 0 0 0,0 0 1 0 0,0-1-1 0 0,0 1 0 0 0,0 0 0 0 0,0 0 0 0 0,0 0 0 0 0,1-1 0 0 0,-1 1 0 0 0,0 0 0 0 0,0 0 1 0 0,0 0-1 0 0,0-1 0 0 0,1 1 0 0 0,-1 0 0 0 0,0 0 0 0 0,0 0 0 0 0,0 0 0 0 0,1 0 0 0 0,-1 0 1 0 0,0-1-1 0 0,0 1 0 0 0,1 0 0 0 0,-1 0 0 0 0,0 0 0 0 0,0 0 0 0 0,1 0 0 0 0,-1 0 0 0 0,0 0 0 0 0,0 0 1 0 0,1 0-1 0 0,346 6 892 0 0,-124-12-5082 0 0,-207 5 822 0 0,-5-6 1577 0 0,-32 1-1351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03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0 480 0 0,'0'9'961'0'0,"-33"-3"-241"0"0,33 0-160 0 0,0 2-160 0 0,-33 13 161 0 0,33 6 159 0 0,0 21 240 0 0,0 0-159 0 0,0-13-321 0 0,33-8-240 0 0,-33 15 0 0 0,0-1 321 0 0,0-7-401 0 0,0-14-721 0 0,-33-32-4961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11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21 80 0 0,'-60'0'2535'0'0,"55"0"-1722"0"0,10-1-559 0 0,82-12 306 0 0,-68 10-500 0 0,0 1 0 0 0,-1 1 0 0 0,29 1 1 0 0,-20 3-26 0 0,-1 2 0 0 0,36 11 1 0 0,-21-4 44 0 0,0 2 0 0 0,55 26 0 0 0,-90-37-61 0 0,-1-1 0 0 0,0 1 0 0 0,0 0 0 0 0,-1 1 0 0 0,1-1 0 0 0,-1 1 0 0 0,1 0 0 0 0,-1 0 0 0 0,0 0 0 0 0,-1 0 0 0 0,5 7 0 0 0,-7-9-11 0 0,0-1 0 0 0,-1 1-1 0 0,1-1 1 0 0,-1 1-1 0 0,1-1 1 0 0,-1 1-1 0 0,0 0 1 0 0,0-1 0 0 0,1 1-1 0 0,-1 0 1 0 0,0 0-1 0 0,-1-1 1 0 0,1 1-1 0 0,0 0 1 0 0,0-1-1 0 0,-1 1 1 0 0,1-1 0 0 0,-1 1-1 0 0,1 0 1 0 0,-1-1-1 0 0,0 1 1 0 0,1-1-1 0 0,-1 1 1 0 0,-2 1 0 0 0,-4 4 74 0 0,-1 1 1 0 0,0-1-1 0 0,0-1 1 0 0,-1 0-1 0 0,0 0 1 0 0,0 0-1 0 0,0-1 1 0 0,-16 5-1 0 0,2 1 631 0 0,0-1 0 0 0,-37 9 0 0 0,50-17-292 0 0,1 0 0 0 0,0 0 0 0 0,0-1 0 0 0,-1 0 1 0 0,1-1-1 0 0,0 0 0 0 0,-1 0 0 0 0,1-1 0 0 0,-13-3 0 0 0,18 3-404 0 0,1 0 1 0 0,-1 0-1 0 0,0-1 0 0 0,1 1 1 0 0,-1-1-1 0 0,1 0 0 0 0,0 0 1 0 0,0 0-1 0 0,-1 0 0 0 0,1-1 1 0 0,1 1-1 0 0,-1-1 0 0 0,0 0 1 0 0,1 0-1 0 0,-1 0 0 0 0,1 0 1 0 0,0 0-1 0 0,0 0 0 0 0,0-1 1 0 0,0 1-1 0 0,1-1 0 0 0,-1 1 1 0 0,-1-8-1 0 0,-10-20-2247 0 0,1 20 722 0 0,11 10 1271 0 0,0 1 1 0 0,0-1 0 0 0,0 0-1 0 0,0 1 1 0 0,0-1-1 0 0,0 0 1 0 0,0 0-1 0 0,0 0 1 0 0,0 0-1 0 0,1 0 1 0 0,-1 0 0 0 0,0 0-1 0 0,1 0 1 0 0,-1 0-1 0 0,1-1 1 0 0,-1 1-1 0 0,1 0 1 0 0,-1 0-1 0 0,1 0 1 0 0,0-1 0 0 0,-1-1-1 0 0,1-6-2938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12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1 80 0 0,'0'0'320'0'0,"0"0"-306"0"0,0 0 0 0 0,0 0-1 0 0,0 0 1 0 0,0 0 0 0 0,0 0 0 0 0,0 1-1 0 0,-1-1 1 0 0,1 0 0 0 0,0 0-1 0 0,0 0 1 0 0,0 0 0 0 0,0 1 0 0 0,0-1-1 0 0,0 0 1 0 0,0 0 0 0 0,0 0-1 0 0,0 0 1 0 0,0 1 0 0 0,0-1 0 0 0,0 0-1 0 0,0 0 1 0 0,0 0 0 0 0,0 1-1 0 0,0-1 1 0 0,0 0 0 0 0,0 0 0 0 0,0 0-1 0 0,0 0 1 0 0,0 1 0 0 0,1-1 0 0 0,-1 0-1 0 0,0 0 1 0 0,0 0 0 0 0,0 0-1 0 0,0 0 1 0 0,0 1 0 0 0,0-1 0 0 0,0 0-1 0 0,1 0 1 0 0,-1 0 0 0 0,0 0-1 0 0,0 0 1 0 0,0 0 0 0 0,0 0 0 0 0,1 0-1 0 0,-1 1 1 0 0,0-1 0 0 0,0 0-1 0 0,0 0 1 0 0,0 0 0 0 0,1 0 0 0 0,-1 0-1 0 0,0 0 1 0 0,0 0 0 0 0,0 0 0 0 0,0 0-1 0 0,1 0 1 0 0,-1 0 0 0 0,0 0-1 0 0,0 0 1 0 0,0 0 0 0 0,1 0 0 0 0,-1-1-1 0 0,0 1 1 0 0,0 0 0 0 0,0 0-1 0 0,0 0 1 0 0,1 0 0 0 0,-1 0 0 0 0,113 0 2387 0 0,-108 0-1134 0 0,-10 0-854 0 0,-26 2 42 0 0,1 2-1 0 0,-1 2 0 0 0,-31 9 0 0 0,-1 0 37 0 0,50-13-399 0 0,-1 1 0 0 0,1 1-1 0 0,-1 0 1 0 0,1 1 0 0 0,0 0-1 0 0,1 1 1 0 0,-21 13 0 0 0,32-17-87 0 0,0 1-1 0 0,0-1 1 0 0,0 1 0 0 0,0 0-1 0 0,1-1 1 0 0,-1 1 0 0 0,1 0-1 0 0,-1 0 1 0 0,1 0 0 0 0,0-1-1 0 0,0 1 1 0 0,0 0 0 0 0,1 0-1 0 0,-1 0 1 0 0,1-1 0 0 0,-1 1-1 0 0,1 0 1 0 0,0 0 0 0 0,2 4-1 0 0,9 10 105 0 0,0-1 0 0 0,1 0 0 0 0,0 0 0 0 0,1-2 0 0 0,1 1-1 0 0,20 13 1 0 0,-29-23-57 0 0,2 3-11 0 0,0-1 1 0 0,0 0-1 0 0,1-1 0 0 0,0 0 1 0 0,0 0-1 0 0,1-1 0 0 0,-1 0 1 0 0,1-1-1 0 0,13 4 0 0 0,4 0-65 0 0,0-1-1 0 0,30 4 1 0 0,-47-10-101 0 0,-1 0 1 0 0,1-1-1 0 0,0 0 0 0 0,-1 0 0 0 0,1-1 1 0 0,0-1-1 0 0,-1 1 0 0 0,1-2 1 0 0,14-4-1 0 0,-7 0-802 0 0,32-16-2948 0 0,-17-2 1073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13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550 414 3362 0 0,'-39'4'4211'0'0,"22"-2"-1512"0"0,46-2-2006 0 0,-20 0-613 0 0,0 1 0 0 0,-1 0 0 0 0,1 0 0 0 0,10 3 0 0 0,-2 0 100 0 0,0 0 0 0 0,0-1-1 0 0,0-1 1 0 0,0-1 0 0 0,26-1-1 0 0,-40 0-136 0 0,8 0 222 0 0,1 0-1 0 0,-1-1 1 0 0,0-1 0 0 0,0 0 0 0 0,0 0 0 0 0,14-5 0 0 0,-25 7-155 0 0,0 0-89 0 0,0-1 1 0 0,0 1-1 0 0,0 0 1 0 0,-1 0 0 0 0,1 0-1 0 0,0 0 1 0 0,0 0-1 0 0,0 0 1 0 0,0 0 0 0 0,-1 0-1 0 0,1 0 1 0 0,0 0-1 0 0,0-1 1 0 0,0 1 0 0 0,0 0-1 0 0,0 0 1 0 0,-1 0-1 0 0,1 0 1 0 0,0 0 0 0 0,0-1-1 0 0,0 1 1 0 0,0 0-1 0 0,0 0 1 0 0,0 0 0 0 0,0 0-1 0 0,0-1 1 0 0,0 1-1 0 0,0 0 1 0 0,-1 0 0 0 0,1 0-1 0 0,0-1 1 0 0,0 1-1 0 0,0 0 1 0 0,0 0 0 0 0,0 0-1 0 0,0-1 1 0 0,1 1-1 0 0,-1 0 1 0 0,0 0 0 0 0,0 0-1 0 0,0-1 1 0 0,0 1-1 0 0,0 0 1 0 0,0 0 0 0 0,0 0-1 0 0,0 0 1 0 0,0-1-1 0 0,0 1 1 0 0,1 0 0 0 0,-1 0-1 0 0,0 0 1 0 0,0 0-1 0 0,0 0 1 0 0,0 0 0 0 0,0-1-1 0 0,1 1 1 0 0,-1 0-1 0 0,0 0 1 0 0,0 0 0 0 0,1 0-1 0 0,-69-29 666 0 0,0 3 0 0 0,-1 4 0 0 0,-2 2 0 0 0,0 3 0 0 0,-1 4 0 0 0,0 3 0 0 0,-144-2 0 0 0,177 10-560 0 0,-14 3 80 0 0,74-6-221 0 0,-15 4-106 0 0,-6 0 133 0 0,0-1-1 0 0,1 1 1 0 0,-1-1-1 0 0,1 1 1 0 0,-1-1-1 0 0,1 1 1 0 0,0-1-1 0 0,-1 1 1 0 0,1-1-1 0 0,0 1 1 0 0,0 0-1 0 0,0 0 1 0 0,0-1-1 0 0,0 1 1 0 0,0 0-1 0 0,0 0 0 0 0,1 0 1 0 0,-1 0-1 0 0,0 0 1 0 0,1 0-1 0 0,-1 1 1 0 0,0-1-1 0 0,1 0 1 0 0,-1 1-1 0 0,1-1 1 0 0,1 0-1 0 0,54-13 415 0 0,-39 10-257 0 0,45-9-324 0 0,176-44 1075 0 0,-205 46-2842 0 0,45-23-1 0 0,-60 25-721 0 0,-2-1 1 0 0,1-1-1 0 0,25-21 1 0 0,-5-4-4028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22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80 0 0,'0'-6'0'0'0,"0"-2"0"0"0,0 1 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24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1041 188 480 0 0,'0'-6'1674'0'0,"1"5"-1312"0"0,-1-1 0 0 0,0 0 0 0 0,1 0 0 0 0,-1 0 0 0 0,0 1 0 0 0,0-1 0 0 0,0 0 0 0 0,0 0 0 0 0,-1 0 0 0 0,1 0 0 0 0,0 1-1 0 0,-1-1 1 0 0,1 0 0 0 0,-1 0 0 0 0,0 1 0 0 0,1-1 0 0 0,-1 0 0 0 0,-2-1 0 0 0,-8-2-94 0 0,-1 1 0 0 0,0 1 0 0 0,0 0-1 0 0,0 1 1 0 0,0 0 0 0 0,0 0 0 0 0,-1 2 0 0 0,1-1 0 0 0,0 2 0 0 0,-1 0 0 0 0,-17 3 0 0 0,8-3-122 0 0,15 3 43 0 0,4-1-138 0 0,-5-2 53 0 0,2-2-1 0 0,-40 9-56 0 0,-33 9 99 0 0,72-14-132 0 0,-26 12 146 0 0,22-10-93 0 0,-18 3-106 0 0,26-3 11 0 0,-9 2-21 0 0,4-2 24 0 0,0 0 1 0 0,0 0 0 0 0,-11 10-1 0 0,8 4 79 0 0,-49 45 26 0 0,41-48-65 0 0,-12 11-62 0 0,29-26 52 0 0,1 1 0 0 0,0-1 0 0 0,-1 1-1 0 0,1 0 1 0 0,0-1 0 0 0,0 1 0 0 0,0 0-1 0 0,0 0 1 0 0,0 0 0 0 0,1 0 0 0 0,-1 0-1 0 0,0 0 1 0 0,1 0 0 0 0,-1 4 0 0 0,1-3 12 0 0,-1 0 0 0 0,0 0-1 0 0,1 0 1 0 0,-1 0 0 0 0,0 0 0 0 0,0-1 0 0 0,-1 1 0 0 0,1 0 0 0 0,-1 0 0 0 0,1-1 0 0 0,-1 1 0 0 0,0-1 0 0 0,0 0-1 0 0,0 1 1 0 0,-3 2 0 0 0,-42 32-87 0 0,23-22 12 0 0,13-7 16 0 0,-1-1 0 0 0,1 2 1 0 0,0 0-1 0 0,-12 12 0 0 0,16-14 54 0 0,-19 20 155 0 0,1 1 0 0 0,2 2 0 0 0,-27 41 0 0 0,17-18 266 0 0,23-38-402 0 0,0 1 0 0 0,0 0 0 0 0,2 1-1 0 0,-13 33 1 0 0,10 14 143 0 0,1-30-139 0 0,6-23-30 0 0,0 0 1 0 0,1 1-1 0 0,1 0 0 0 0,0 0 0 0 0,0 16 0 0 0,1 5 89 0 0,0-22-58 0 0,1 0-1 0 0,0 0 0 0 0,0 0 1 0 0,1 0-1 0 0,5 19 1 0 0,-5-27-36 0 0,0 0 0 0 0,1 1 0 0 0,0-1 0 0 0,-1 0 0 0 0,1 0 0 0 0,0 0 0 0 0,1 0 0 0 0,-1 0 0 0 0,0 0 0 0 0,1-1 0 0 0,0 1 0 0 0,-1-1 0 0 0,1 0 0 0 0,0 0 0 0 0,0 0 0 0 0,0 0 0 0 0,1 0 0 0 0,-1-1 0 0 0,0 1 0 0 0,1-1 0 0 0,4 2 0 0 0,6 0-21 0 0,0 0 0 0 0,0 0 0 0 0,1-1 1 0 0,-1-1-1 0 0,0-1 0 0 0,23-1 0 0 0,88-16 51 0 0,-78 9-21 0 0,91-18-15 0 0,55-7 26 0 0,-174 30-23 0 0,6 0-18 0 0,1 1-1 0 0,29 1 1 0 0,-18 0 34 0 0,-1 2 1 0 0,1 2-1 0 0,0 1 0 0 0,-1 2 1 0 0,37 11-1 0 0,-55-11 14 0 0,62 14 0 0 0,-48-15-81 0 0,1-5 41 0 0,122-5 182 0 0,-147 5-165 0 0,21 1 58 0 0,-1-2 0 0 0,30-3 0 0 0,-15-1-21 0 0,-25 3-41 0 0,121-18-3 0 0,-118 16 6 0 0,0-2 0 0 0,-1 0 1 0 0,0-1-1 0 0,34-17 0 0 0,-1 1 85 0 0,-45 20-71 0 0,0 0 0 0 0,0 0 0 0 0,-1-1 0 0 0,1 0 0 0 0,-1 0 0 0 0,0-1 0 0 0,0 0-1 0 0,10-9 1 0 0,4-8 74 0 0,-14 14-48 0 0,1 0 0 0 0,0 1 1 0 0,0 0-1 0 0,11-8 0 0 0,11 1 43 0 0,-24 12-63 0 0,0-1 0 0 0,0 1 0 0 0,-1-1 0 0 0,1 0 0 0 0,0-1 0 0 0,-1 0 0 0 0,0 1 1 0 0,7-8-1 0 0,-1-5-5 0 0,-9 14-22 0 0,-1 0-1 0 0,0 0 1 0 0,1 0-1 0 0,0 0 1 0 0,-1 0-1 0 0,1 0 1 0 0,0 1-1 0 0,0-1 1 0 0,0 1-1 0 0,0-1 1 0 0,0 1-1 0 0,4-2 1 0 0,4-2-6 0 0,-9 5 9 0 0,0 0 1 0 0,0 0-1 0 0,1-1 1 0 0,-1 1-1 0 0,0 0 0 0 0,0-1 1 0 0,0 1-1 0 0,0-1 1 0 0,0 0-1 0 0,0 1 0 0 0,0-1 1 0 0,0 0-1 0 0,-1 1 1 0 0,1-1-1 0 0,0 0 1 0 0,0 0-1 0 0,0 0 0 0 0,-1 0 1 0 0,1 0-1 0 0,-1 0 1 0 0,1 0-1 0 0,0 0 1 0 0,-1 0-1 0 0,0 0 0 0 0,1 0 1 0 0,-1 0-1 0 0,0 0 1 0 0,1-3-1 0 0,-1 3 1 0 0,0 1-1 0 0,0-1 1 0 0,0 0-1 0 0,1 0 1 0 0,-1 0 0 0 0,0 0-1 0 0,1 0 1 0 0,-1 1-1 0 0,0-1 1 0 0,1 0 0 0 0,-1 0-1 0 0,1 0 1 0 0,-1 1 0 0 0,1-1-1 0 0,-1 0 1 0 0,1 1-1 0 0,0-1 1 0 0,-1 1 0 0 0,1-1-1 0 0,0 1 1 0 0,0-1-1 0 0,-1 1 1 0 0,1-1 0 0 0,0 1-1 0 0,0-1 1 0 0,0 1-1 0 0,0 0 1 0 0,-1 0 0 0 0,1-1-1 0 0,0 1 1 0 0,0 0-1 0 0,0 0 1 0 0,1 0 0 0 0,4-1 13 0 0,-6 0-13 0 0,1 1 1 0 0,-1 0-1 0 0,0 0 1 0 0,1 0-1 0 0,-1 0 0 0 0,0 0 1 0 0,0 0-1 0 0,1-1 1 0 0,-1 1-1 0 0,0 0 0 0 0,1 0 1 0 0,-1 0-1 0 0,0-1 1 0 0,0 1-1 0 0,0 0 0 0 0,1 0 1 0 0,-1-1-1 0 0,0 1 0 0 0,0 0 1 0 0,0 0-1 0 0,0-1 1 0 0,1 1-1 0 0,-1 0 0 0 0,0-1 1 0 0,0 1-1 0 0,0 0 1 0 0,0-1-1 0 0,0 1 0 0 0,0 0 1 0 0,0 0-1 0 0,0-1 1 0 0,0 1-1 0 0,0 0 0 0 0,0-1 1 0 0,0 1-1 0 0,0 0 1 0 0,0-1-1 0 0,0 1 0 0 0,-1-1 1 0 0,1 1 1 0 0,0 0 0 0 0,0-1 0 0 0,0 1-1 0 0,0 0 1 0 0,0-1 0 0 0,0 1 0 0 0,0 0 0 0 0,0-1 0 0 0,0 1 0 0 0,0 0 0 0 0,0-1 0 0 0,0 1 0 0 0,0 0 0 0 0,0-1 0 0 0,0 1 0 0 0,0 0 0 0 0,0-1 0 0 0,0 1 0 0 0,1 0 0 0 0,-1 0-1 0 0,0-1 1 0 0,0 1 0 0 0,0 0 0 0 0,0-1 0 0 0,1 1 0 0 0,-1 0 0 0 0,0 0 0 0 0,0 0 0 0 0,1-1 0 0 0,-1 1 0 0 0,0 0 0 0 0,0 0 0 0 0,1 0 0 0 0,-1-1 0 0 0,0 1 0 0 0,0 0 0 0 0,1 0 0 0 0,-1 0-1 0 0,1 0 1 0 0,5-2 15 0 0,-5 1-11 0 0,0 1 1 0 0,0 0-1 0 0,0-1 1 0 0,1 1-1 0 0,-1 0 0 0 0,0-1 1 0 0,0 1-1 0 0,0-1 1 0 0,0 0-1 0 0,-1 1 0 0 0,1-1 1 0 0,0 0-1 0 0,0 0 1 0 0,0 1-1 0 0,0-1 0 0 0,-1 0 1 0 0,1 0-1 0 0,0 0 1 0 0,-1 0-1 0 0,1 0 0 0 0,-1 0 1 0 0,1 0-1 0 0,-1 0 1 0 0,1 0-1 0 0,-1 0 0 0 0,0 0 1 0 0,1-1-1 0 0,-1 1 1 0 0,0 0-1 0 0,0 0 0 0 0,0 0 1 0 0,0 0-1 0 0,0 0 1 0 0,0-1-1 0 0,0 1 0 0 0,-1-1 1 0 0,1 1-1 0 0,0 0 1 0 0,0 0-1 0 0,0 0 1 0 0,0 0-1 0 0,1 0 1 0 0,-1 0-1 0 0,0 0 0 0 0,0 0 1 0 0,1 0-1 0 0,-1 0 1 0 0,0 0-1 0 0,1 0 1 0 0,-1 0-1 0 0,1 0 1 0 0,0 1-1 0 0,-1-1 0 0 0,1 0 1 0 0,-1 0-1 0 0,1 1 1 0 0,0-1-1 0 0,0 0 1 0 0,-1 1-1 0 0,1-1 1 0 0,0 1-1 0 0,0-1 1 0 0,0 1-1 0 0,0-1 0 0 0,1 0 1 0 0,-1 1 2 0 0,0 0 0 0 0,0-1 0 0 0,0 1 1 0 0,0-1-1 0 0,0 0 0 0 0,0 1 0 0 0,0-1 0 0 0,-1 0 1 0 0,1 1-1 0 0,0-1 0 0 0,0 0 0 0 0,-1 0 0 0 0,1 0 1 0 0,0 1-1 0 0,-1-1 0 0 0,1 0 0 0 0,-1 0 0 0 0,1 0 0 0 0,-1 0 1 0 0,1 0-1 0 0,-1 0 0 0 0,0 0 0 0 0,0 0 0 0 0,1-1 1 0 0,-1 1-1 0 0,0 0 0 0 0,0 0 0 0 0,0-1 0 0 0,0-72 805 0 0,0 72-802 0 0,0 0 0 0 0,-1 1 0 0 0,1-1-1 0 0,0 1 1 0 0,0-1 0 0 0,-1 0 0 0 0,1 1 0 0 0,-1-1 0 0 0,0 1-1 0 0,1-1 1 0 0,-1 1 0 0 0,0 0 0 0 0,0-1 0 0 0,0 1-1 0 0,0 0 1 0 0,0-1 0 0 0,0 1 0 0 0,0 0 0 0 0,-3-2 0 0 0,-7-10 85 0 0,10 11-80 0 0,0 0 0 0 0,0-1 0 0 0,1 1 0 0 0,-1 0 0 0 0,1 0 0 0 0,-1 0 1 0 0,1 0-1 0 0,0-1 0 0 0,0 1 0 0 0,0-3 0 0 0,0 2 5 0 0,0 1 0 0 0,0-1 0 0 0,0 1 1 0 0,0-1-1 0 0,0 0 0 0 0,-1 1 0 0 0,0-1 0 0 0,1 1 0 0 0,-1-1 0 0 0,0 1 0 0 0,-1-3 0 0 0,-20-24 152 0 0,11 6-46 0 0,10 19-95 0 0,-1-1-1 0 0,0 1 1 0 0,0 0-1 0 0,0 0 1 0 0,-1 1-1 0 0,1-1 1 0 0,-1 0-1 0 0,0 1 1 0 0,-4-5-1 0 0,-1 1-7 0 0,0 1 0 0 0,0 0 0 0 0,0 0 1 0 0,-1 1-1 0 0,0 0 0 0 0,0 0 0 0 0,0 1 0 0 0,-15-4 0 0 0,-20-9 176 0 0,-20-13 148 0 0,27 12 277 0 0,0 1 0 0 0,-76-21 1 0 0,106 36-568 0 0,-1 0 0 0 0,0-1 0 0 0,1 0 0 0 0,-1 0-1 0 0,1 0 1 0 0,0-1 0 0 0,-9-6 0 0 0,-19-9 30 0 0,29 15-72 0 0,0 0-1 0 0,0 0 1 0 0,1 0 0 0 0,-1-1 0 0 0,1 1 0 0 0,0-1-1 0 0,0-1 1 0 0,-5-7 0 0 0,4 6 5 0 0,5 6-16 0 0,1 0-1 0 0,-1 0 0 0 0,1 0 1 0 0,-1 0-1 0 0,0 0 0 0 0,1-1 1 0 0,0 1-1 0 0,-1 0 0 0 0,1 0 1 0 0,0 0-1 0 0,0-1 0 0 0,-1 1 1 0 0,1 0-1 0 0,0 0 0 0 0,0-2 1 0 0,1 1-2 0 0,-1 1 0 0 0,0 0 0 0 0,0 0 0 0 0,-1-1 0 0 0,1 1 0 0 0,0 0 0 0 0,0 0 0 0 0,-1 0 1 0 0,1-1-1 0 0,0 1 0 0 0,-1 0 0 0 0,1 0 0 0 0,-1 0 0 0 0,-1-2 0 0 0,-7-5 8 0 0,8 7-8 0 0,-1 1-1 0 0,1-1 0 0 0,0 0 0 0 0,0 0 0 0 0,0 0 1 0 0,0 0-1 0 0,0 0 0 0 0,0 0 0 0 0,0 0 1 0 0,0 0-1 0 0,0 0 0 0 0,1 0 0 0 0,-1-1 0 0 0,0 1 1 0 0,1 0-1 0 0,-1-1 0 0 0,1 1 0 0 0,-1 0 1 0 0,1-1-1 0 0,-1-2 0 0 0,1 4-1 0 0,0-1-1 0 0,0 0 1 0 0,0 1-1 0 0,-1-1 1 0 0,1 1-1 0 0,0-1 1 0 0,-1 0-1 0 0,1 1 0 0 0,0-1 1 0 0,-1 1-1 0 0,1-1 1 0 0,0 1-1 0 0,-1-1 1 0 0,1 1-1 0 0,-1 0 1 0 0,1-1-1 0 0,-1 1 1 0 0,1-1-1 0 0,-1 1 1 0 0,1 0-1 0 0,-1-1 1 0 0,1 1-1 0 0,-1 0 1 0 0,0 0-1 0 0,1 0 1 0 0,-1-1-1 0 0,1 1 1 0 0,-1 0-1 0 0,0 0 1 0 0,1 0-1 0 0,-1 0 1 0 0,0 0-1 0 0,1 0 1 0 0,-2 0-1 0 0,1 0 3 0 0,1 0-1 0 0,-1 0 1 0 0,1 0 0 0 0,-1 0-1 0 0,1 0 1 0 0,-1 0-1 0 0,0 0 1 0 0,1 0-1 0 0,-1 0 1 0 0,1 0-1 0 0,-1 0 1 0 0,1 0 0 0 0,-1-1-1 0 0,1 1 1 0 0,-1 0-1 0 0,1 0 1 0 0,-1-1-1 0 0,1 1 1 0 0,-1 0 0 0 0,1-1-1 0 0,-1 1 1 0 0,1 0-1 0 0,0-1 1 0 0,-1 1-1 0 0,1-1 1 0 0,-1 1 0 0 0,1-1-1 0 0,0 1 1 0 0,0-1-1 0 0,-1 1 1 0 0,1-1-1 0 0,0 1 1 0 0,-1-2-1 0 0,1 1 2 0 0,0 1 0 0 0,0-1 0 0 0,0 1 0 0 0,-1-1 0 0 0,1 1 0 0 0,0-1-1 0 0,-1 1 1 0 0,1-1 0 0 0,0 1 0 0 0,-1-1 0 0 0,1 1 0 0 0,-1-1 0 0 0,1 1-1 0 0,0-1 1 0 0,-1 1 0 0 0,1 0 0 0 0,-1-1 0 0 0,0 1 0 0 0,1 0 0 0 0,-1 0-1 0 0,1-1 1 0 0,-1 1 0 0 0,1 0 0 0 0,-1 0 0 0 0,0 0 0 0 0,1 0-1 0 0,-1-1 1 0 0,1 1 0 0 0,-1 0 0 0 0,0 0 0 0 0,1 0 0 0 0,-2 1 0 0 0,2-1-1 0 0,-1 0 1 0 0,0 0 0 0 0,1 0 0 0 0,-1 0 0 0 0,0 0 0 0 0,1 0 0 0 0,-1 0-1 0 0,1 0 1 0 0,-1-1 0 0 0,0 1 0 0 0,1 0 0 0 0,-1 0 0 0 0,1 0-1 0 0,-1-1 1 0 0,1 1 0 0 0,-1 0 0 0 0,1-1 0 0 0,-1 1 0 0 0,1 0 0 0 0,-1-1-1 0 0,1 1 1 0 0,-1-1 0 0 0,1 1 0 0 0,-1 0 0 0 0,1-1 0 0 0,0 1 0 0 0,-1-1-1 0 0,1 0 1 0 0,0 1 0 0 0,0-1 0 0 0,-1 1 0 0 0,1-2 0 0 0,2-2 61 0 0,-4 1 45 0 0,-19-9 14 0 0,20 11-121 0 0,-17-8 86 0 0,-1 0 1 0 0,0 2-1 0 0,-33-9 0 0 0,-73-5 443 0 0,55 20-366 0 0,37 1-94 0 0,6 0-19 0 0,-1 0-134 0 0,23 0-187 0 0,4 1 147 0 0,1 0 0 0 0,-1 0 1 0 0,1 0-1 0 0,-1 0 0 0 0,1-1 1 0 0,-1 1-1 0 0,0 0 0 0 0,1 0 0 0 0,-1-1 1 0 0,0 1-1 0 0,0 0 0 0 0,0-1 1 0 0,0 1-1 0 0,1-1 0 0 0,-1 1 1 0 0,0-1-1 0 0,0 1 0 0 0,0-1 0 0 0,0 1 1 0 0,0-1-1 0 0,0 0 0 0 0,0 0 1 0 0,0 0-1 0 0,0 0 0 0 0,0 1 0 0 0,-2-2 1 0 0,-11 5-1318 0 0,-57 26-5806 0 0,-49 26-3602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28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0 852 80 0 0,'12'-6'1122'0'0,"0"1"-1"0"0,1 0 1 0 0,-1 1-1 0 0,1 1 1 0 0,15-3-1 0 0,67-6 1282 0 0,-90 11-2384 0 0,544-47 1875 0 0,-428 35-1151 0 0,129-31 0 0 0,-174 26-122 0 0,0-4-1 0 0,119-52 1 0 0,-114 39-54 0 0,114-31 0 0 0,-173 60-405 0 0,-1 2 0 0 0,1 0 0 0 0,32-1 0 0 0,1 0 311 0 0,-40 3-262 0 0,0 1 0 0 0,-1 0 0 0 0,1 0 0 0 0,0 1 1 0 0,15 3-1 0 0,-4-1 103 0 0,0 0 0 0 0,33-4 0 0 0,-18 1-122 0 0,-30 0-147 0 0,0 0 1 0 0,1 0-1 0 0,-1-1 1 0 0,0-1 0 0 0,0 0-1 0 0,13-6 1 0 0,21-4 128 0 0,75-22 693 0 0,-56 13-239 0 0,66-32 0 0 0,39-14 117 0 0,-147 61-589 0 0,-1-1 0 0 0,34-18-1 0 0,-44 22-82 0 0,-1-1 0 0 0,1 1 0 0 0,15-3 0 0 0,20-9 222 0 0,-43 15-263 0 0,-1 0-16 0 0,0 0 0 0 0,0 0 0 0 0,0 0 1 0 0,0 1-1 0 0,1-1 0 0 0,-1 1 0 0 0,0 0 1 0 0,0 0-1 0 0,0-1 0 0 0,0 1 1 0 0,4 1-1 0 0,21-1 171 0 0,54-6 0 0 0,-64 4-161 0 0,91-16 293 0 0,44-4 16 0 0,10 3-128 0 0,30-4-14 0 0,91 4 434 0 0,-251 18-509 0 0,0 2 1 0 0,53 8-1 0 0,-1 0 87 0 0,18-2 74 0 0,95 2 82 0 0,-93-10-188 0 0,-2-1 10 0 0,-1 4-1 0 0,136 21 1 0 0,-106 0-53 0 0,287 62 220 0 0,-348-70-257 0 0,0-2 1 0 0,0-3-1 0 0,1-3 0 0 0,77-3 1 0 0,210 2 79 0 0,-341-5-106 0 0,-12 3-40 0 0,0-3 26 0 0,22-1 40 0 0,-27 6 310 0 0,0-10-245 0 0,0 2 2 0 0,-27-3-67 0 0,20 1-25 0 0,4 0-69 0 0,-182-94 428 0 0,170 91-286 0 0,0 0 0 0 0,-1 1 1 0 0,-20-5-1 0 0,18 6 84 0 0,1-1 0 0 0,-29-13 0 0 0,27 9-71 0 0,-27-12 159 0 0,-19-8-166 0 0,39 22-704 0 0,-28-9-2825 0 0,8-4-3591 0 0,31 15-1207 0 0,-4 13 4076 0 0,15-5 2969 0 0,-28 22-6429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29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0 7123 0 0,'-97'36'4562'0'0,"-1"-9"-3921"0"0,65 0-1282 0 0,0-6-1119 0 0,1-1-3443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49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6 240 0 0,'-15'-2'140'0'0,"0"0"-1"0"0,0 1 0 0 0,0 1 1 0 0,-28 3-1 0 0,-5-1 205 0 0,42-2-118 0 0,12 0-52 0 0,15 0-27 0 0,-15 0 3294 0 0,-6 0-3437 0 0,0 0 1 0 0,-1 1-1 0 0,1-1 1 0 0,0 0-1 0 0,0 0 0 0 0,0 0 1 0 0,0 0-1 0 0,0 1 0 0 0,0-1 1 0 0,0 0-1 0 0,0 0 1 0 0,0 0-1 0 0,0 1 0 0 0,0-1 1 0 0,0 0-1 0 0,0 0 0 0 0,0 0 1 0 0,0 0-1 0 0,0 1 0 0 0,0-1 1 0 0,0 0-1 0 0,0 0 1 0 0,0 0-1 0 0,0 1 0 0 0,0-1 1 0 0,0 0-1 0 0,0 0 0 0 0,0 0 1 0 0,0 0-1 0 0,0 1 1 0 0,1-1-1 0 0,-1 0 0 0 0,0 0 1 0 0,0 0-1 0 0,0 0 0 0 0,0 0 1 0 0,0 0-1 0 0,0 1 1 0 0,1-1-1 0 0,-1 0 0 0 0,0 0 1 0 0,0 0-1 0 0,0 0 0 0 0,0 0 1 0 0,1 0-1 0 0,-1 0 0 0 0,0 0 1 0 0,0 0-1 0 0,0 0 1 0 0,1 0-1 0 0,-1 0 0 0 0,0 0 1 0 0,0 0-1 0 0,0 0 0 0 0,0 0 1 0 0,1 0-1 0 0,-1 0 1 0 0,22 5 137 0 0,0 0 1 0 0,0-2 0 0 0,0-1-1 0 0,24 0 1 0 0,109-6 651 0 0,-3-6-421 0 0,-128 9-750 0 0,39 4 1 0 0,-19 0-1192 0 0,-39-3-192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50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0 160 0 0,'-33'21'1281'0'0,"0"15"-241"0"0,1 5-400 0 0,32-1-399 0 0,-33-5-241 0 0,66 27 960 0 0,-33 13 160 0 0,-33-19-639 0 0,33-8-401 0 0,0-15-160 0 0,0-12-320 0 0,33-21-641 0 0,-33-21-1440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53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295 194 800 0 0,'-131'-14'481'0'0,"66"8"-161"0"0,32-9-80 0 0,1-12-160 0 0,-1 0-160 0 0,33-2-80 0 0,0 2 80 0 0,0 6-160 0 0,0 0-81 0 0,0 15-319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54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1 135 1040 0 0,'0'-1'147'0'0,"0"-1"0"0"0,0 1 0 0 0,1 0 0 0 0,-1 0 0 0 0,1 0 0 0 0,-1 0 0 0 0,1 0-1 0 0,0 0 1 0 0,-1-1 0 0 0,1 1 0 0 0,0 1 0 0 0,0-1 0 0 0,-1 0 0 0 0,1 0-1 0 0,0 0 1 0 0,0 0 0 0 0,2-1 0 0 0,25-15 1076 0 0,-10 6-247 0 0,4-2-504 0 0,0 2-1 0 0,0 0 1 0 0,1 1 0 0 0,0 2 0 0 0,1 0 0 0 0,0 1 0 0 0,44-5 0 0 0,-30 8-418 0 0,1 2 1 0 0,0 2-1 0 0,0 1 1 0 0,-1 2-1 0 0,1 2 1 0 0,-1 2-1 0 0,0 1 1 0 0,-1 2-1 0 0,0 1 0 0 0,0 2 1 0 0,54 28-1 0 0,-84-38-42 0 0,0 1 1 0 0,-1 0-1 0 0,0 0 0 0 0,0 1 0 0 0,0-1 0 0 0,-1 1 0 0 0,7 7 0 0 0,-10-9 4 0 0,0 0 0 0 0,0 1 0 0 0,0-1 0 0 0,-1 0 0 0 0,1 1 0 0 0,-1-1 0 0 0,0 1 0 0 0,0-1 0 0 0,0 1 0 0 0,-1 0 0 0 0,1-1 0 0 0,-1 1 0 0 0,0 6 0 0 0,0-6 7 0 0,0 0 0 0 0,-1 0 0 0 0,1 0 0 0 0,-1 0 0 0 0,0 0 1 0 0,0 0-1 0 0,-1 0 0 0 0,1 0 0 0 0,-1 0 0 0 0,0-1 1 0 0,0 1-1 0 0,0-1 0 0 0,0 1 0 0 0,0-1 0 0 0,-1 0 0 0 0,0 0 1 0 0,1 0-1 0 0,-1 0 0 0 0,-6 4 0 0 0,-6 8 114 0 0,3-4 30 0 0,1 0 0 0 0,-2-1 1 0 0,1 0-1 0 0,-1 0 0 0 0,-1-2 0 0 0,-21 11 0 0 0,15-8 23 0 0,-12 7 188 0 0,12-6-131 0 0,1-2 0 0 0,-1 0 1 0 0,-1-1-1 0 0,-41 12 1 0 0,55-20-226 0 0,-11 4-17 0 0,1 0 0 0 0,-1-2 0 0 0,0 0 0 0 0,1-2 0 0 0,-1 0-1 0 0,0 0 1 0 0,0-2 0 0 0,-29-4 0 0 0,5-2-413 0 0,-69-21 0 0 0,92 22-445 0 0,1-1 0 0 0,1-1 0 0 0,-31-19 0 0 0,-11-18-4070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54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1 1441 0 0,'-163'62'2721'0'0,"39"-1"-1120"0"0,58 22-401 0 0,1 0 641 0 0,32 13 80 0 0,99-13-480 0 0,32-29-721 0 0,26-13-720 0 0,72-14-640 0 0,-33-18-321 0 0,0-36-1280 0 0,0-29-3762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55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0 1521 0 0,'-96'5'4352'0'0,"8"-1"3355"0"0,181-13-6947 0 0,-7 11-387 0 0,132 4 294 0 0,98 0 75 0 0,286 9-990 0 0,-382-9-2186 0 0,-92-5-2202 0 0,-111-1-967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56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841 59 720 0 0,'0'0'1321'0'0,"6"0"-187"0"0,-3 0-824 0 0,-2-1-252 0 0,0 1 1 0 0,0 0 0 0 0,-1 0-1 0 0,1-1 1 0 0,0 1-1 0 0,-1 0 1 0 0,1 0 0 0 0,0 0-1 0 0,-1 0 1 0 0,1 0 0 0 0,0 0-1 0 0,0 0 1 0 0,-1 0-1 0 0,1 0 1 0 0,0 0 0 0 0,-1 1-1 0 0,1-1 1 0 0,0 0-1 0 0,-1 0 1 0 0,1 1 0 0 0,0-1-1 0 0,-1 0 1 0 0,1 1 0 0 0,0-1-1 0 0,-1 1 1 0 0,1-1-1 0 0,-1 1 1 0 0,1-1 0 0 0,-1 1-1 0 0,1-1 1 0 0,-1 1-1 0 0,0 0 1 0 0,1-1 0 0 0,-1 1-1 0 0,0-1 1 0 0,1 1-1 0 0,-1 0 1 0 0,0-1 0 0 0,1 2-1 0 0,4-1 249 0 0,-3-1-266 0 0,-1 0-28 0 0,0 0-1 0 0,0-1 1 0 0,0 1 0 0 0,0 0 0 0 0,0 0-1 0 0,0 0 1 0 0,0 0 0 0 0,0 0 0 0 0,0 0-1 0 0,0 0 1 0 0,0 1 0 0 0,1-1 0 0 0,-1 0-1 0 0,0 1 1 0 0,0-1 0 0 0,0 0 0 0 0,0 1-1 0 0,0-1 1 0 0,-1 1 0 0 0,1 0 0 0 0,0-1-1 0 0,0 1 1 0 0,1 1 0 0 0,4 0 134 0 0,48 3 119 0 0,-48-4 215 0 0,-6-1-440 0 0,0-1 0 0 0,0 1 0 0 0,0 0 0 0 0,1-1-1 0 0,-1 1 1 0 0,0-1 0 0 0,0 1 0 0 0,0 0 0 0 0,0-1 0 0 0,0 1 0 0 0,0 0 0 0 0,0-1 0 0 0,0 1 0 0 0,0-1 0 0 0,0 1 0 0 0,0 0 0 0 0,0-1 0 0 0,0 1 0 0 0,0 0 0 0 0,0-1 0 0 0,-1 1 0 0 0,1 0 0 0 0,0-1-1 0 0,0 1 1 0 0,0 0 0 0 0,0-1 0 0 0,-1 1 0 0 0,1 0 0 0 0,0-1 0 0 0,0 1 0 0 0,-1 0 0 0 0,1 0 0 0 0,0-1 0 0 0,-1 1 0 0 0,1 0 0 0 0,0 0 0 0 0,0-1 0 0 0,-1 1 0 0 0,1 0 0 0 0,-1 0 0 0 0,1 0 0 0 0,-1 0 0 0 0,-59-9 1012 0 0,-130-45 2736 0 0,180 52-3663 0 0,-1-1 1 0 0,0 1 0 0 0,1 1 0 0 0,-1 0-1 0 0,0 1 1 0 0,1 0 0 0 0,-1 0 0 0 0,0 1-1 0 0,0 1 1 0 0,1 0 0 0 0,-1 0-1 0 0,1 1 1 0 0,-14 5 0 0 0,19-4-130 0 0,0 0 0 0 0,0 1 0 0 0,0-1 0 0 0,1 1 0 0 0,-1 0 0 0 0,1 1 0 0 0,1-1 0 0 0,-1 0 0 0 0,1 1 0 0 0,0 0 0 0 0,0 0 1 0 0,-3 9-1 0 0,1-4 1 0 0,3-6-36 0 0,1 0 1 0 0,0 0-1 0 0,0 0 1 0 0,0 0-1 0 0,0 0 1 0 0,1 0-1 0 0,0 1 1 0 0,0-1-1 0 0,1 6 1 0 0,-1 7 78 0 0,1-17-49 0 0,-1-1 0 0 0,0 1-1 0 0,0-1 1 0 0,1 1-1 0 0,-1-1 1 0 0,0 1 0 0 0,1-1-1 0 0,-1 0 1 0 0,0 1-1 0 0,1-1 1 0 0,-1 0 0 0 0,1 1-1 0 0,-1-1 1 0 0,0 0-1 0 0,1 1 1 0 0,-1-1 0 0 0,1 0-1 0 0,-1 0 1 0 0,1 0-1 0 0,-1 1 1 0 0,1-1 0 0 0,-1 0-1 0 0,1 0 1 0 0,-1 0-1 0 0,1 0 1 0 0,-1 0-1 0 0,1 0 1 0 0,-1 0 0 0 0,1 0-1 0 0,-1 0 1 0 0,1 0-1 0 0,-1 0 1 0 0,1 0 0 0 0,-1-1-1 0 0,1 1 1 0 0,-1 0-1 0 0,1 0 1 0 0,0-1 0 0 0,14 2-225 0 0,-9-2 153 0 0,75-23-6 0 0,-59 16 82 0 0,1 0 0 0 0,0 2 0 0 0,0 1 0 0 0,28-3-1 0 0,-44 8 8 0 0,2-1-18 0 0,0 0 1 0 0,1 1-1 0 0,-1 0 1 0 0,1 1-1 0 0,-1 0 1 0 0,11 2-1 0 0,-18-2 17 0 0,0 0-1 0 0,0 0 1 0 0,1 0-1 0 0,-1 0 1 0 0,0 0-1 0 0,0 0 1 0 0,0 1-1 0 0,0-1 1 0 0,0 1-1 0 0,0-1 1 0 0,0 1-1 0 0,-1 0 1 0 0,1-1-1 0 0,-1 1 0 0 0,1 0 1 0 0,-1 0-1 0 0,1 0 1 0 0,-1 1-1 0 0,0-1 1 0 0,0 0-1 0 0,0 0 1 0 0,-1 1-1 0 0,1-1 1 0 0,0 0-1 0 0,-1 1 1 0 0,1-1-1 0 0,-1 0 1 0 0,0 1-1 0 0,0-1 1 0 0,0 5-1 0 0,0 0 13 0 0,-1 0 0 0 0,1 1 0 0 0,-1-1-1 0 0,-1 0 1 0 0,1 0 0 0 0,-1 0 0 0 0,-1 0 0 0 0,1 0 0 0 0,-1 0 0 0 0,0 0-1 0 0,-1-1 1 0 0,-7 12 0 0 0,-3-1 68 0 0,-1 0 0 0 0,-1-1 0 0 0,-18 15 0 0 0,11-10 184 0 0,8-10 3 0 0,1 0 0 0 0,-2 0 1 0 0,1-1-1 0 0,-1-1 0 0 0,-1-1 1 0 0,0 0-1 0 0,0-1 1 0 0,-19 4-1 0 0,-6 1 590 0 0,0-3 1 0 0,-59 6-1 0 0,75-14-715 0 0,1 0 0 0 0,0-1-1 0 0,0-2 1 0 0,0 0 0 0 0,0-2 0 0 0,0-1-1 0 0,1-1 1 0 0,-32-11 0 0 0,43 12-295 0 0,1 0 0 0 0,0-1 1 0 0,0 0-1 0 0,0-1 0 0 0,1 0 0 0 0,0 0 1 0 0,0-2-1 0 0,1 1 0 0 0,-11-13 1 0 0,19 19 66 0 0,1 1 1 0 0,0-1-1 0 0,0 1 1 0 0,1-1 0 0 0,-1 0-1 0 0,0 1 1 0 0,1-1-1 0 0,-1 0 1 0 0,1 0 0 0 0,-1 0-1 0 0,1 1 1 0 0,0-1-1 0 0,-1 0 1 0 0,1 0 0 0 0,0 0-1 0 0,1 0 1 0 0,-1 0-1 0 0,0 0 1 0 0,0 1 0 0 0,1-1-1 0 0,-1 0 1 0 0,2-2 0 0 0,0-2-454 0 0,1 1 1 0 0,0 0 0 0 0,0 0 0 0 0,1 0 0 0 0,4-5 0 0 0,-4 5-212 0 0,29-35-6709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57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63 2081 0 0,'-33'-15'2641'0'0,"0"3"-400"0"0,1 3-480 0 0,32 3-480 0 0,0 0-321 0 0,32 6-320 0 0,1-8-240 0 0,0 8-159 0 0,91 0-81 0 0,72 0-80 0 0,130 0-320 0 0,-130 8-161 0 0,-105-16-559 0 0,-25 1-721 0 0,-1 7-1040 0 0,-65 7-3282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57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83 1201 0 0,'-33'-6'880'0'0,"33"-2"-160"0"0,0 2 161 0 0,33-1 159 0 0,-33-1 1 0 0,59-4-81 0 0,-27 3 1 0 0,66 3-81 0 0,196 0 160 0 0,65-2-559 0 0,-169 1-1762 0 0,-60 7-3361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58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262 234 560 0 0,'31'-41'1388'0'0,"2"3"-1"0"0,66-62 0 0 0,-76 76-758 0 0,-19 20-403 0 0,-1 0 1 0 0,1 0-1 0 0,0 0 1 0 0,0 1-1 0 0,9-6 1 0 0,-9 7 346 0 0,-4 4-26 0 0,0-1-509 0 0,0 0 1 0 0,0 1-1 0 0,0-1 0 0 0,-1 0 0 0 0,1 0 1 0 0,0 1-1 0 0,-1-1 0 0 0,1 0 0 0 0,-1 0 1 0 0,1 0-1 0 0,-1 0 0 0 0,1 1 0 0 0,-1-1 1 0 0,0 0-1 0 0,0 0 0 0 0,1 0 0 0 0,-3 1 1 0 0,-31 23 286 0 0,-19 8 18 0 0,-61 41 392 0 0,96-60-583 0 0,0 1 1 0 0,0 0 0 0 0,2 1-1 0 0,-18 21 1 0 0,-9 23 140 0 0,3-19-58 0 0,27-28-111 0 0,0 0-1 0 0,0 1 1 0 0,1 0 0 0 0,-17 27 0 0 0,29-40-131 0 0,-1-1 1 0 0,1 1-1 0 0,-1-1 1 0 0,1 1-1 0 0,0-1 0 0 0,-1 1 1 0 0,1-1-1 0 0,0 1 0 0 0,-1-1 1 0 0,1 1-1 0 0,0-1 0 0 0,0 1 1 0 0,-1 0-1 0 0,1-1 1 0 0,0 1-1 0 0,0-1 0 0 0,0 1 1 0 0,0 0-1 0 0,0-1 0 0 0,0 1 1 0 0,0 0-1 0 0,0-1 0 0 0,0 1 1 0 0,0-1-1 0 0,0 1 1 0 0,1 0-1 0 0,-1-1 0 0 0,0 1 1 0 0,0-1-1 0 0,0 1 0 0 0,1-1 1 0 0,-1 1-1 0 0,0 0 0 0 0,1-1 1 0 0,-1 1-1 0 0,1-1 0 0 0,-1 0 1 0 0,0 1-1 0 0,1-1 1 0 0,0 1-1 0 0,22 0-853 0 0,-20-1 738 0 0,5-1-615 0 0,-1-1 0 0 0,0 1 0 0 0,0-1 0 0 0,0 0 0 0 0,0-1 0 0 0,0 1 0 0 0,9-6 0 0 0,16-12-2744 0 0</inkml:trace>
  <inkml:trace contextRef="#ctx0" brushRef="#br0" timeOffset="1">615 207 400 0 0,'-43'10'1841'0'0,"1"2"0"0"0,-64 28 0 0 0,104-39-1798 0 0,-4 1 81 0 0,0 1 0 0 0,0-1-1 0 0,1 1 1 0 0,-1 1 0 0 0,1-1 0 0 0,0 1 0 0 0,-8 6 0 0 0,12-8-88 0 0,-1 0 1 0 0,1 0-1 0 0,0 0 0 0 0,-1 0 0 0 0,1 1 1 0 0,0-1-1 0 0,1 0 0 0 0,-1 0 1 0 0,0 1-1 0 0,0-1 0 0 0,1 0 1 0 0,0 1-1 0 0,-1-1 0 0 0,1 1 0 0 0,0-1 1 0 0,0 1-1 0 0,0-1 0 0 0,1 0 1 0 0,-1 1-1 0 0,1-1 0 0 0,-1 1 0 0 0,1-1 1 0 0,0 0-1 0 0,0 1 0 0 0,0-1 1 0 0,1 3-1 0 0,2 1 9 0 0,-1 0 1 0 0,1 0-1 0 0,0-1 0 0 0,0 0 1 0 0,1 1-1 0 0,-1-1 0 0 0,1-1 0 0 0,0 1 1 0 0,1-1-1 0 0,-1 0 0 0 0,1 0 1 0 0,11 6-1 0 0,8 2 29 0 0,48 17 0 0 0,-58-23-37 0 0,17 3-44 0 0,0 0 0 0 0,1-2 1 0 0,-1-2-1 0 0,1 0 0 0 0,60-2 1 0 0,-41-2 2 0 0,0-2 0 0 0,0-3 0 0 0,0-2 0 0 0,-1-2 1 0 0,0-2-1 0 0,68-24 0 0 0,-96 26-4 0 0,-1-1-1 0 0,1-1 1 0 0,-2-1 0 0 0,1-1-1 0 0,-2 0 1 0 0,22-18 0 0 0,-31 21 89 0 0,-1 1 0 0 0,0-1 1 0 0,-1-1-1 0 0,0 1 1 0 0,-1-2-1 0 0,0 1 1 0 0,0-1-1 0 0,-1 0 1 0 0,-1-1-1 0 0,0 0 1 0 0,0 0-1 0 0,6-21 0 0 0,-11 29-9 0 0,0-1-1 0 0,0 1 0 0 0,-1-1 0 0 0,1 1 0 0 0,-1-1 0 0 0,0 1 0 0 0,0-1 1 0 0,-1 1-1 0 0,1 0 0 0 0,-1-1 0 0 0,0 1 0 0 0,0-1 0 0 0,0 1 1 0 0,-1 0-1 0 0,0 0 0 0 0,0 0 0 0 0,0 0 0 0 0,0 0 0 0 0,0 0 0 0 0,-1 0 1 0 0,0 1-1 0 0,1-1 0 0 0,-2 1 0 0 0,1 0 0 0 0,0 0 0 0 0,0 0 0 0 0,-1 0 1 0 0,0 1-1 0 0,1-1 0 0 0,-7-2 0 0 0,-8-4 86 0 0,0 1 0 0 0,-1 1 0 0 0,0 0 0 0 0,0 2 0 0 0,-23-5 1 0 0,-1 2-231 0 0,-2 2 0 0 0,1 2 0 0 0,-1 1 1 0 0,-70 6-1 0 0,-71 22-4326 0 0,82-5-1390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00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1466 93 80 0 0,'0'0'2535'0'0,"0"0"-2414"0"0,0-1 0 0 0,1 0 1 0 0,-1 1-1 0 0,0-1 1 0 0,0 0-1 0 0,0 0 1 0 0,0 1-1 0 0,0-1 0 0 0,0 0 1 0 0,0 0-1 0 0,0 1 1 0 0,0-1-1 0 0,0 0 1 0 0,0 0-1 0 0,0 1 0 0 0,-1-1 1 0 0,1 0-1 0 0,0 1 1 0 0,-1-1-1 0 0,1 0 1 0 0,0 1-1 0 0,-1-1 1 0 0,1 0-1 0 0,-1 1 0 0 0,1-1 1 0 0,0 1-1 0 0,-1-1 1 0 0,-1 0-1 0 0,-19-5 546 0 0,13 2 279 0 0,5 1-771 0 0,-7-1 2 0 0,0 0 0 0 0,-1 1 0 0 0,1 1 1 0 0,-1 0-1 0 0,1 0 0 0 0,-1 1 0 0 0,-17 0 1 0 0,-83 11 765 0 0,2-1-183 0 0,11-3-280 0 0,81-5-401 0 0,1 1-1 0 0,-26 5 1 0 0,23-3-24 0 0,-1-1 0 0 0,-35 1-1 0 0,-17-3 253 0 0,1 3 0 0 0,-1 4 0 0 0,-120 27 0 0 0,186-33-282 0 0,0 0 1 0 0,0 1 0 0 0,0-1-1 0 0,0 1 1 0 0,1 0 0 0 0,-8 5-1 0 0,-15 9 76 0 0,-9-5-37 0 0,30-11-45 0 0,-1 1 0 0 0,1 1 0 0 0,-1-1 1 0 0,-12 8-1 0 0,8-2-6 0 0,-14 5 1 0 0,-34 6 212 0 0,59-19-221 0 0,1 0 0 0 0,0 0 0 0 0,0 0-1 0 0,-1 0 1 0 0,1 1 0 0 0,0-1-1 0 0,-1 0 1 0 0,1 0 0 0 0,0 0 0 0 0,0 0-1 0 0,0 0 1 0 0,-1 1 0 0 0,1-1-1 0 0,0 0 1 0 0,0 0 0 0 0,-1 0 0 0 0,1 1-1 0 0,0-1 1 0 0,0 0 0 0 0,0 0 0 0 0,0 1-1 0 0,0-1 1 0 0,-1 0 0 0 0,1 0-1 0 0,0 1 1 0 0,0-1 0 0 0,0 0 0 0 0,0 0-1 0 0,0 1 1 0 0,0-1 0 0 0,0 0-1 0 0,0 1 1 0 0,0-1 0 0 0,0 1-3 0 0,0-1 0 0 0,0 0 0 0 0,0 0 0 0 0,0 0 0 0 0,0 1 0 0 0,0-1 0 0 0,0 0 0 0 0,0 0 0 0 0,0 1 0 0 0,0-1 0 0 0,0 0 0 0 0,0 0 0 0 0,0 0 0 0 0,-1 1 1 0 0,1-1-1 0 0,0 0 0 0 0,0 0 0 0 0,0 0 0 0 0,0 0 0 0 0,0 1 0 0 0,0-1 0 0 0,-1 0 0 0 0,1 0 0 0 0,0 0 0 0 0,0 0 0 0 0,0 0 0 0 0,-1 1 0 0 0,1-1 0 0 0,0 0 0 0 0,0 0 0 0 0,0 0 0 0 0,-1 0 0 0 0,1 0 0 0 0,0 0 0 0 0,0 0 0 0 0,0 0 0 0 0,-1 0 0 0 0,1 0 0 0 0,-7 2 8 0 0,1 0-1 0 0,0 0 0 0 0,0 1 1 0 0,0 0-1 0 0,0 0 0 0 0,0 0 1 0 0,0 1-1 0 0,1 0 0 0 0,-6 5 1 0 0,-11 5 110 0 0,-44 39-320 0 0,65-50 207 0 0,0-1 0 0 0,0 1 0 0 0,0-1 0 0 0,0 1 0 0 0,0-1 0 0 0,1 1 0 0 0,-1 0 0 0 0,1-1 0 0 0,0 1 0 0 0,-1 0 0 0 0,1-1 0 0 0,0 1 0 0 0,1 0 0 0 0,-1-1 0 0 0,1 5 0 0 0,0 4-53 0 0,-1 73-354 0 0,0-82 395 0 0,0-1 1 0 0,1 0-1 0 0,-1 0 0 0 0,0 0 0 0 0,1 0 0 0 0,-1 0 0 0 0,1 0 1 0 0,-1 0-1 0 0,1 0 0 0 0,0 0 0 0 0,-1 0 0 0 0,1 0 0 0 0,0 0 1 0 0,0 0-1 0 0,0 0 0 0 0,-1-1 0 0 0,1 1 0 0 0,0 0 0 0 0,0-1 1 0 0,0 1-1 0 0,0-1 0 0 0,0 1 0 0 0,0-1 0 0 0,1 1 0 0 0,0-1 1 0 0,5 4-17 0 0,2 2 29 0 0,-1 0 0 0 0,1-1 1 0 0,0 0-1 0 0,1-1 0 0 0,15 5 1 0 0,9 5 21 0 0,-21-9-19 0 0,0 0 1 0 0,1 0 0 0 0,15 3-1 0 0,38 11 9 0 0,-26-7-20 0 0,0-1 0 0 0,1-2 0 0 0,44 2 0 0 0,135 6 0 0 0,-206-16 0 0 0,403 21 80 0 0,-394-20-82 0 0,1-1 0 0 0,-1-2 0 0 0,0-1-1 0 0,0 0 1 0 0,32-8 0 0 0,-39 5 15 0 0,-1-1 1 0 0,1 0-1 0 0,-1-1 0 0 0,-1-1 1 0 0,1 0-1 0 0,-1-1 0 0 0,-1-1 1 0 0,19-15-1 0 0,-9 5 47 0 0,0-2 0 0 0,-2 0 0 0 0,-1-1 0 0 0,0-2 0 0 0,-2 0 0 0 0,-1-1 0 0 0,18-33 0 0 0,-16 24 68 0 0,-14 26-41 0 0,0 0-1 0 0,-1 0 1 0 0,0-1-1 0 0,-1 0 1 0 0,0 0 0 0 0,0 0-1 0 0,-1 0 1 0 0,-1-1 0 0 0,1 1-1 0 0,0-22 1 0 0,-2 29-24 0 0,-2 0 1 0 0,1-1-1 0 0,0 1 1 0 0,-1 0-1 0 0,1 0 1 0 0,-1-1-1 0 0,0 1 1 0 0,0 0-1 0 0,0 0 1 0 0,-1 0 0 0 0,1 0-1 0 0,-1 0 1 0 0,1 1-1 0 0,-1-1 1 0 0,0 0-1 0 0,0 1 1 0 0,0-1-1 0 0,-1 1 1 0 0,-2-3-1 0 0,-3 0 151 0 0,0-1-1 0 0,-1 1 1 0 0,0 0-1 0 0,-17-6 1 0 0,-12-6 396 0 0,4 0-311 0 0,-1 1 0 0 0,-1 1 0 0 0,0 3 0 0 0,-1 1 0 0 0,0 1 0 0 0,-67-7 0 0 0,45 11-1209 0 0,-1 3 0 0 0,1 3-1 0 0,-96 11 1 0 0,128-11-3545 0 0,22 0 1000 0 0,-1 0-1107 0 0,-21 0 520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02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102 127 640 0 0,'-27'-6'867'0'0,"27"6"-812"0"0,-1 0 0 0 0,1 0 0 0 0,0 0 0 0 0,0 0-1 0 0,-1 0 1 0 0,1 0 0 0 0,0 0 0 0 0,0 0-1 0 0,0 0 1 0 0,-1 0 0 0 0,1 0 0 0 0,0 0 0 0 0,0 0-1 0 0,-1 0 1 0 0,1 0 0 0 0,0 0 0 0 0,0 0 0 0 0,0-1-1 0 0,0 1 1 0 0,-1 0 0 0 0,1 0 0 0 0,0 0 0 0 0,0 0-1 0 0,0 0 1 0 0,0-1 0 0 0,-1 1 0 0 0,1 0 0 0 0,0 0-1 0 0,0 0 1 0 0,0-1 0 0 0,0 1 0 0 0,0 0-1 0 0,0 0 1 0 0,0 0 0 0 0,0-1 0 0 0,0 1 0 0 0,0 0-1 0 0,0 0 1 0 0,0-1 0 0 0,0 1 0 0 0,0 0 0 0 0,0 0-1 0 0,0 0 1 0 0,0-1 0 0 0,0 1 0 0 0,0 0-33 0 0,0-1-1 0 0,0 1 1 0 0,0 0 0 0 0,0 0 0 0 0,0 0-1 0 0,0-1 1 0 0,0 1 0 0 0,0 0 0 0 0,0 0-1 0 0,0 0 1 0 0,0-1 0 0 0,0 1 0 0 0,0 0-1 0 0,0 0 1 0 0,0 0 0 0 0,0 0 0 0 0,0-1 0 0 0,0 1-1 0 0,-1 0 1 0 0,1 0 0 0 0,0 0 0 0 0,0 0-1 0 0,0-1 1 0 0,0 1 0 0 0,0 0 0 0 0,0 0-1 0 0,-1 0 1 0 0,1 0 0 0 0,0 0 0 0 0,0-1-1 0 0,0 1 1 0 0,0 0 0 0 0,-1 0 0 0 0,1 0 0 0 0,0 0-1 0 0,0 0 1 0 0,0 0 0 0 0,0 0 0 0 0,-1 0-1 0 0,1 0 1 0 0,0 0 0 0 0,0 0 0 0 0,0 0-1 0 0,-1 0 1 0 0,1 0 0 0 0,-8-1 262 0 0,7 1-224 0 0,1 0 1 0 0,-1 0-1 0 0,0 0 0 0 0,0 0 0 0 0,1 0 0 0 0,-1 0 0 0 0,0 0 0 0 0,1 0 0 0 0,-1 0 0 0 0,0 0 0 0 0,0 0 0 0 0,1-1 0 0 0,-1 1 1 0 0,0 0-1 0 0,1-1 0 0 0,-1 1 0 0 0,1 0 0 0 0,-1-1 0 0 0,0 1 0 0 0,1-1 0 0 0,-1 1 0 0 0,1-1 0 0 0,-1 1 0 0 0,1-1 0 0 0,-1 1 0 0 0,1-1 1 0 0,0 1-1 0 0,-1-1 0 0 0,1 0 0 0 0,0 1 0 0 0,-1-1 0 0 0,1 0 0 0 0,0 1 0 0 0,0-1 0 0 0,0 0 0 0 0,-1 1 0 0 0,1-1 0 0 0,0 0 1 0 0,0 0-1 0 0,0 1 0 0 0,0-1 0 0 0,0 0 0 0 0,0 1 0 0 0,1-3 1587 0 0,-1 2-1392 0 0,0 1-245 0 0,0 0 1 0 0,0 0-1 0 0,0 0 1 0 0,0-1-1 0 0,0 1 1 0 0,0 0-1 0 0,0 0 1 0 0,0-1-1 0 0,0 1 1 0 0,0 0-1 0 0,1 0 1 0 0,-1 0-1 0 0,-1-1 1 0 0,1 1-1 0 0,0 0 1 0 0,0 0-1 0 0,0-1 1 0 0,0 1-1 0 0,0 0 1 0 0,0 0-1 0 0,0 0 1 0 0,0-1-1 0 0,0 1 1 0 0,0 0-1 0 0,0 0 1 0 0,-1 0-1 0 0,1-1 1 0 0,0 1-1 0 0,0 0 1 0 0,0 0-1 0 0,0 0 1 0 0,0 0-1 0 0,-1 0 1 0 0,1-1-1 0 0,0 1 1 0 0,0 0-1 0 0,0 0 1 0 0,-1 0-1 0 0,1 0 1 0 0,0 0-1 0 0,0 0 1 0 0,0 0-1 0 0,-1 0 1 0 0,1 0-1 0 0,0 0 1 0 0,0 0-1 0 0,-1 0 1 0 0,1 0-1 0 0,0 0 1 0 0,0 0-1 0 0,-1 0 1 0 0,-2 0 60 0 0,1 1-41 0 0,0-1 1 0 0,1 0-1 0 0,-1 1 0 0 0,1-1 1 0 0,-1 0-1 0 0,0 0 1 0 0,1 0-1 0 0,-1 0 1 0 0,0 0-1 0 0,1-1 1 0 0,-1 1-1 0 0,-2-1 1 0 0,1-1 158 0 0,9-1-130 0 0,24 1 360 0 0,106-11 915 0 0,407-36 1640 0 0,-534 48-2896 0 0,39-4 659 0 0,0 2 1 0 0,1 2 0 0 0,85 10-1 0 0,-100 0 341 0 0,-30-7-992 0 0,1-1 0 0 0,-1 0 0 0 0,0 0 0 0 0,0 0 1 0 0,1-1-1 0 0,6 1 0 0 0,158-8 488 0 0,-145 6-1452 0 0,45 3 0 0 0,-59-1-631 0 0,1 0 1 0 0,-1 1-1 0 0,18 6 0 0 0,-25-5-978 0 0,-11 4-441 0 0,-47 18-4036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03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77 240 0 0,'0'0'1601'0'0,"5"1"-801"0"0,17 3-13 0 0,-17-3-66 0 0,-4 0-640 0 0,0 0 1 0 0,0 0-1 0 0,0 0 0 0 0,0-1 1 0 0,0 1-1 0 0,0-1 1 0 0,1 1-1 0 0,-1 0 1 0 0,0-1-1 0 0,0 0 1 0 0,1 1-1 0 0,-1-1 1 0 0,0 0-1 0 0,0 0 1 0 0,1 1-1 0 0,-1-1 1 0 0,0 0-1 0 0,2 0 1 0 0,0 0 130 0 0,-2 0-195 0 0,-1 0-1 0 0,1 1 1 0 0,-1-1-1 0 0,0 0 0 0 0,1 1 1 0 0,-1-1-1 0 0,0 0 0 0 0,1 1 1 0 0,-1-1-1 0 0,0 1 1 0 0,1-1-1 0 0,-1 0 0 0 0,0 1 1 0 0,0-1-1 0 0,1 1 0 0 0,-1-1 1 0 0,0 1-1 0 0,0-1 1 0 0,0 1-1 0 0,0-1 0 0 0,0 1 1 0 0,0-1-1 0 0,0 1 0 0 0,0-1 1 0 0,0 1-1 0 0,0-1 1 0 0,0 1-1 0 0,0-1 0 0 0,0 1 1 0 0,0-1-1 0 0,0 0 0 0 0,0 1 1 0 0,-1 0-1 0 0,1 0 11 0 0,0-1 0 0 0,0 1 0 0 0,-1 0-1 0 0,1-1 1 0 0,0 1 0 0 0,0 0 0 0 0,0-1 0 0 0,0 1-1 0 0,0-1 1 0 0,0 1 0 0 0,0 0 0 0 0,0-1-1 0 0,0 1 1 0 0,0 0 0 0 0,1-1 0 0 0,-1 1 0 0 0,0 0-1 0 0,0-1 1 0 0,1 1 0 0 0,-1-1 0 0 0,0 1 0 0 0,1 0-1 0 0,-1-1 1 0 0,0 1 0 0 0,1-1 0 0 0,-1 1 0 0 0,1-1-1 0 0,-1 0 1 0 0,1 1 0 0 0,0 0 0 0 0,124 60 1880 0 0,-114-57-1772 0 0,-1 0 0 0 0,1 0 1 0 0,0-1-1 0 0,0-1 0 0 0,0 0 0 0 0,18 1 0 0 0,13 2 266 0 0,153 3 669 0 0,-3-2-112 0 0,155 35 1030 0 0,-244-14-774 0 0,136-1 917 0 0,66 10-1074 0 0,-223-19-726 0 0,10 1 71 0 0,234 24 332 0 0,-225-35-374 0 0,0-5 0 0 0,104-10 1 0 0,15-12 149 0 0,-168 13-138 0 0,0-3 1 0 0,54-18-1 0 0,-45 11-31 0 0,-39 12-165 0 0,0-1-1 0 0,30-13 0 0 0,-7 2 113 0 0,-32 12-138 0 0,0 0 1 0 0,-1 0-1 0 0,0-1 1 0 0,18-11-1 0 0,-14 4 93 0 0,1 2-1 0 0,19-11 0 0 0,-7 6 139 0 0,-28 15-366 0 0,-1 1 0 0 0,1-1 0 0 0,-1 1 0 0 0,0-1 0 0 0,1 1 0 0 0,-1-1 0 0 0,1 0 0 0 0,-1 1 0 0 0,0-1 0 0 0,1 1 0 0 0,-1-1 0 0 0,0 0 0 0 0,0 1 0 0 0,0-1 0 0 0,1 0 0 0 0,-1 1 0 0 0,0-1 0 0 0,0 0 0 0 0,0 1 0 0 0,0-1 0 0 0,0 0 0 0 0,0 1 0 0 0,0-1 0 0 0,-1-1 0 0 0,1 2-1 0 0,0-1 0 0 0,0 0-1 0 0,0 1 1 0 0,0-1 0 0 0,0 0 0 0 0,0 1 0 0 0,0-1-1 0 0,0 0 1 0 0,0 0 0 0 0,0 1 0 0 0,1-1 0 0 0,-1 0-1 0 0,0 1 1 0 0,0-1 0 0 0,0 1 0 0 0,1-1 0 0 0,-1 0-1 0 0,1 1 1 0 0,-1-1 0 0 0,0 1 0 0 0,1-1 0 0 0,-1 1-1 0 0,1-1 1 0 0,0 0 0 0 0,4-1 65 0 0,-4 2-61 0 0,0 0 0 0 0,0 0 1 0 0,0 0-1 0 0,0 0 0 0 0,0 0 1 0 0,0-1-1 0 0,0 1 0 0 0,0 0 1 0 0,0-1-1 0 0,0 1 0 0 0,0 0 1 0 0,0-1-1 0 0,-1 1 0 0 0,1-1 1 0 0,0 0-1 0 0,0 1 0 0 0,-1-1 1 0 0,1 0-1 0 0,0 1 0 0 0,-1-1 1 0 0,1 0-1 0 0,0 0 0 0 0,-1 0 1 0 0,1 1-1 0 0,-1-1 0 0 0,1-2 1 0 0,0 2-7 0 0,1 0 1 0 0,-1 1-1 0 0,0-1 1 0 0,0 1 0 0 0,1-1-1 0 0,-1 1 1 0 0,1-1-1 0 0,-1 1 1 0 0,0-1 0 0 0,1 1-1 0 0,-1 0 1 0 0,1 0-1 0 0,-1 0 1 0 0,1 0 0 0 0,-1 0-1 0 0,1 0 1 0 0,1 1-1 0 0,-3-1 2 0 0,6-4 100 0 0,-6 7 78 0 0,0-2-258 0 0,0-2-1 0 0,0-1 77 0 0,-1 1 0 0 0,1 0 0 0 0,0-1 1 0 0,0 1-1 0 0,1-1 0 0 0,-1 1 0 0 0,0 0 0 0 0,0-1 0 0 0,1 1 0 0 0,-1 0 0 0 0,1-1 0 0 0,-1 1 0 0 0,1 0 1 0 0,-1-1-1 0 0,2-1 0 0 0,12 0 122 0 0,-6 3-132 0 0,-30-8-1881 0 0,22 8 1766 0 0,-1 0 1 0 0,1-1 0 0 0,-1 1 0 0 0,1-1-1 0 0,-1 1 1 0 0,1 0 0 0 0,-1-1-1 0 0,1 1 1 0 0,0-1 0 0 0,-1 1 0 0 0,1-1-1 0 0,0 1 1 0 0,-1-1 0 0 0,1 1-1 0 0,0-1 1 0 0,0 1 0 0 0,-1-1-1 0 0,1 1 1 0 0,0-1 0 0 0,0 0 0 0 0,0 1-1 0 0,0-1 1 0 0,0 1 0 0 0,0-1-1 0 0,0 0 1 0 0,0 1 0 0 0,0-1 0 0 0,0 1-1 0 0,0-1 1 0 0,0 0 0 0 0,0 1-1 0 0,1-1 1 0 0,-1 1 0 0 0,0-1 0 0 0,0 1-1 0 0,1-1 1 0 0,-1 1 0 0 0,0-1-1 0 0,1 1 1 0 0,-1-1 0 0 0,0 1 0 0 0,1-1-1 0 0,-1 1 1 0 0,1-1 0 0 0,20-22-4278 0 0,-18 21 3415 0 0,-2 0 636 0 0,-1 1 1 0 0,1-1-1 0 0,0 1 0 0 0,-1 0 0 0 0,0-1 0 0 0,1 1 0 0 0,-1-1 0 0 0,0 0 1 0 0,1 1-1 0 0,-1-1 0 0 0,0 1 0 0 0,-1-3 0 0 0,1 2-47 0 0,0 1-1 0 0,0-1 1 0 0,0 1-1 0 0,0-1 1 0 0,1 0-1 0 0,-1 1 1 0 0,0-1-1 0 0,1 1 1 0 0,-1-1-1 0 0,1 1 1 0 0,-1-1 0 0 0,1 1-1 0 0,0-1 1 0 0,1-1-1 0 0,25-18-3999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04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777 15 480 0 0,'-98'0'3842'0'0,"-32"0"560"0"0,-1 6-560 0 0,0 15-1681 0 0,66 0-561 0 0,-33-1-159 0 0,33 7-640 0 0,6-6-481 0 0,59-6-320 0 0,0-9-721 0 0,33-12-479 0 0,-33-3-1 0 0,26-11 161 0 0,7-1-481 0 0,-1-6-1040 0 0,1-6-1041 0 0,32-3-320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05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2161 0 0,'0'15'2561'0'0,"0"12"641"0"0,-33 35 79 0 0,66 15-1760 0 0,-1-17-1041 0 0,-32-3-480 0 0,66-10-80 0 0,-34-20-320 0 0,1-6-1281 0 0,-33-15-2881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07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15 560 0 0,'-2'-2'6711'0'0,"9"-1"-5978"0"0,-4 3-253 0 0,-2 0-369 0 0,0 0 1 0 0,0 0 0 0 0,0 0 0 0 0,0 0-1 0 0,0 0 1 0 0,0 0 0 0 0,1 0-1 0 0,-1 0 1 0 0,0 0 0 0 0,0 0 0 0 0,0-1-1 0 0,0 1 1 0 0,0 0 0 0 0,0-1 0 0 0,0 1-1 0 0,0-1 1 0 0,0 1 0 0 0,-1-1-1 0 0,1 1 1 0 0,0-1 0 0 0,0 0 0 0 0,0 1-1 0 0,0-3 2642 0 0,-1 16-2192 0 0,1-6-493 0 0,0-1 0 0 0,0 0 0 0 0,0 0 1 0 0,1 0-1 0 0,0 0 0 0 0,0-1 1 0 0,0 1-1 0 0,1 0 0 0 0,0-1 0 0 0,0 1 1 0 0,1-1-1 0 0,-1 0 0 0 0,8 8 1 0 0,10 16 282 0 0,-15-19-204 0 0,-1 0-1 0 0,0 0 1 0 0,-1 1 0 0 0,0 0 0 0 0,0 0-1 0 0,-1 0 1 0 0,-1 0 0 0 0,0 0-1 0 0,0 1 1 0 0,-1-1 0 0 0,-1 23 0 0 0,0-19-51 0 0,1 0 0 0 0,0 0 0 0 0,1 0 1 0 0,1 0-1 0 0,0 0 0 0 0,1 0 0 0 0,0-1 1 0 0,2 0-1 0 0,-1 0 0 0 0,2 0 0 0 0,0-1 0 0 0,0 1 1 0 0,14 16-1 0 0,-10-18-326 0 0,0 0 1 0 0,1 0 0 0 0,0-1-1 0 0,1-1 1 0 0,0 0-1 0 0,0-1 1 0 0,1 0-1 0 0,1-1 1 0 0,23 10 0 0 0,-36-18 28 0 0,0 1 0 0 0,0-1 0 0 0,0 1 0 0 0,0 0 0 0 0,0 0 1 0 0,0 0-1 0 0,0 0 0 0 0,0 0 0 0 0,0 0 0 0 0,-1 0 0 0 0,1 0 1 0 0,2 3-1 0 0,-5-3 3 0 0,0-1 1 0 0,1 1 0 0 0,-1-1-1 0 0,0 1 1 0 0,0 0 0 0 0,1-1-1 0 0,-1 1 1 0 0,0-1 0 0 0,0 0-1 0 0,0 1 1 0 0,0-1 0 0 0,0 0-1 0 0,0 1 1 0 0,0-1-1 0 0,1 0 1 0 0,-1 0 0 0 0,0 0-1 0 0,0 0 1 0 0,0 0 0 0 0,0 0-1 0 0,0 0 1 0 0,-1 0 0 0 0,-31 1-5940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07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1 343 1521 0 0,'0'-6'1680'0'0,"32"0"-79"0"0,34-15-160 0 0,31-15 0 0 0,191-53 319 0 0,-60 14-1119 0 0,-97 34-801 0 0,0 5-1761 0 0,-33 3-3042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08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22 80 0 0,'-33'-7'2241'0'0,"33"1"2081"0"0,0-2-1120 0 0,33 8-2002 0 0,-1 0-159 0 0,1 0-321 0 0,32 0-80 0 0,-39 8-240 0 0,40-2-80 0 0,-1-6-239 0 0,0 7-402 0 0,-32-7-639 0 0,32 6-961 0 0,-32-6-720 0 0,0 14-1121 0 0,-33 1 321 0 0</inkml:trace>
  <inkml:trace contextRef="#ctx0" brushRef="#br0" timeOffset="1">0 227 640 0 0,'33'0'2321'0'0,"-33"-6"0"0"0,65 0-400 0 0,0-9-480 0 0,59 15-1121 0 0,-26-6-1921 0 0,66 0-2240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08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22 330 480 0 0,'0'-1'120'0'0,"0"1"0"0"0,0-1-1 0 0,0 0 1 0 0,0 1 0 0 0,0-1 0 0 0,0 0 0 0 0,-1 0-1 0 0,1 1 1 0 0,0-1 0 0 0,0 0 0 0 0,-1 1-1 0 0,1-1 1 0 0,0 0 0 0 0,-1 1 0 0 0,1-1-1 0 0,0 1 1 0 0,-1-1 0 0 0,1 1 0 0 0,-1-1-1 0 0,1 1 1 0 0,-1-1 0 0 0,1 1 0 0 0,-1-1-1 0 0,0 1 1 0 0,1-1 0 0 0,-1 1 0 0 0,0 0-1 0 0,1 0 1 0 0,-1-1 0 0 0,0 1 0 0 0,1 0-1 0 0,-1 0 1 0 0,0 0 0 0 0,0-1 0 0 0,-6-3 637 0 0,13-2-119 0 0,0 0 0 0 0,0 0-1 0 0,0 1 1 0 0,1 0 0 0 0,13-9 0 0 0,16-11 657 0 0,126-95 1869 0 0,-9 7-1299 0 0,-148 106-1691 0 0,-5 10-50 0 0,-1 6 3 0 0,-14 8 22 0 0,-55 42 288 0 0,-36 35 264 0 0,91-78-571 0 0,0 1 0 0 0,1 0 0 0 0,1 1 0 0 0,-21 38 0 0 0,19-26-70 0 0,2 0 0 0 0,0 1 0 0 0,-10 43 0 0 0,12-12 46 0 0,3-42-127 0 0,7-18 13 0 0,0 1-1 0 0,0-1 1 0 0,0 0-1 0 0,0 1 1 0 0,0-1-1 0 0,1 1 1 0 0,-1-1-1 0 0,0 5 0 0 0,2-6-16 0 0,-1 0 0 0 0,0 0 0 0 0,0 0 0 0 0,1 0-1 0 0,-1-1 1 0 0,1 1 0 0 0,-1 0 0 0 0,1 0 0 0 0,-1-1 0 0 0,1 1-1 0 0,-1 0 1 0 0,1-1 0 0 0,0 1 0 0 0,-1 0 0 0 0,1-1-1 0 0,0 1 1 0 0,0-1 0 0 0,-1 1 0 0 0,1-1 0 0 0,0 0-1 0 0,0 1 1 0 0,0-1 0 0 0,-1 0 0 0 0,1 1 0 0 0,0-1-1 0 0,0 0 1 0 0,0 0 0 0 0,0 0 0 0 0,1 0 0 0 0,2 1-419 0 0,0-1-1 0 0,-1 1 1 0 0,1-1 0 0 0,0 0 0 0 0,-1 0 0 0 0,1-1 0 0 0,0 1 0 0 0,-1-1 0 0 0,1 1-1 0 0,-1-1 1 0 0,1-1 0 0 0,-1 1 0 0 0,1 0 0 0 0,-1-1 0 0 0,0 1 0 0 0,5-4 0 0 0,19-21-6400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09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90 1601 0 0,'0'0'68'0'0,"0"1"0"0"0,0 0 0 0 0,0-1 0 0 0,0 1 0 0 0,-1 0 0 0 0,1-1 0 0 0,0 1 0 0 0,0 0 0 0 0,0-1 0 0 0,-1 1 0 0 0,1-1 0 0 0,0 1 0 0 0,0 0 0 0 0,-1-1 0 0 0,1 1 0 0 0,-1-1 0 0 0,1 1 0 0 0,0-1 0 0 0,-1 1 0 0 0,1-1 0 0 0,-1 1 0 0 0,1-1 0 0 0,-1 0 0 0 0,0 1 1 0 0,1-1-1 0 0,-1 0 0 0 0,1 1 0 0 0,-1-1 0 0 0,0 0 0 0 0,-27 12 1266 0 0,0-1 1 0 0,-36 9-1 0 0,30-10 79 0 0,-57 24 0 0 0,-7 17 108 0 0,94-49-1470 0 0,1 0 0 0 0,0 1 0 0 0,0-1 0 0 0,0 1 0 0 0,0 0 0 0 0,0 0 0 0 0,0 0 0 0 0,1 1 0 0 0,0-1 0 0 0,-1 0 0 0 0,-2 7 0 0 0,5-8-30 0 0,-1 0 0 0 0,0 0 1 0 0,1 0-1 0 0,-1 0 0 0 0,1 0 1 0 0,-1 0-1 0 0,1 0 0 0 0,0 0 1 0 0,0 0-1 0 0,0 0 0 0 0,0 0 1 0 0,0 0-1 0 0,1 0 0 0 0,-1 0 1 0 0,0 0-1 0 0,1 0 0 0 0,0 0 1 0 0,-1 0-1 0 0,1 0 0 0 0,0 0 0 0 0,0-1 1 0 0,0 1-1 0 0,0 0 0 0 0,0 0 1 0 0,1-1-1 0 0,1 2 0 0 0,5 5 0 0 0,1-1 0 0 0,1 0 0 0 0,-1-1 1 0 0,1 0-1 0 0,0-1 0 0 0,1 0 0 0 0,-1 0 0 0 0,1-1 0 0 0,0-1 0 0 0,0 0 0 0 0,0 0 0 0 0,12 1 0 0 0,14 1 30 0 0,-1-2 0 0 0,68-1 0 0 0,-56-5-51 0 0,96-18 0 0 0,-119 16 0 0 0,-1-1 0 0 0,0-2 0 0 0,0 0 0 0 0,-1-2 0 0 0,35-19 0 0 0,-48 23-15 0 0,-1-2-1 0 0,0 1 1 0 0,0-1 0 0 0,0 0-1 0 0,-1-1 1 0 0,0 0-1 0 0,-1 0 1 0 0,0-1 0 0 0,0 0-1 0 0,-1 0 1 0 0,-1-1 0 0 0,9-19-1 0 0,-14 29 15 0 0,4-5-2 0 0,-1-1 1 0 0,0 1 0 0 0,-1-1 0 0 0,1 0 0 0 0,-1 0 0 0 0,1-10 0 0 0,-3 14 9 0 0,0 0 0 0 0,0 0-1 0 0,-1 0 1 0 0,1 1 0 0 0,-1-1 0 0 0,1 0 0 0 0,-1 1-1 0 0,0-1 1 0 0,0 0 0 0 0,-1 1 0 0 0,1-1 0 0 0,0 1 0 0 0,-1 0-1 0 0,1-1 1 0 0,-1 1 0 0 0,0 0 0 0 0,0 0 0 0 0,0 0-1 0 0,-4-3 1 0 0,-4-4-57 0 0,-1 1 0 0 0,-1 0 0 0 0,1 1 0 0 0,-1 0 0 0 0,0 1 0 0 0,-1 0 0 0 0,1 1 0 0 0,-1 0 0 0 0,0 1 0 0 0,-1 1 0 0 0,1 0 0 0 0,-1 1 0 0 0,1 0 0 0 0,-1 1 0 0 0,1 1 0 0 0,-1 0 0 0 0,0 0 0 0 0,1 2 0 0 0,-28 5 0 0 0,9 12-2258 0 0,-1 8-1587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10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20 640 0 0,'1'-2'2907'0'0,"-7"-3"-2119"0"0,4 5-337 0 0,0 0-253 0 0,1 0 0 0 0,-1 0-1 0 0,1-1 1 0 0,-1 1 0 0 0,1 0 0 0 0,-1-1 0 0 0,1 1 0 0 0,-1-1 0 0 0,1 0 0 0 0,-1 1 0 0 0,1-1 0 0 0,0 0 0 0 0,-1 0 0 0 0,1 0 0 0 0,0 0-1 0 0,-2-2 1829 0 0,-2 3-345 0 0,-17 1 1093 0 0,28-1-2451 0 0,6 4 153 0 0,3 18 526 0 0,1 7-348 0 0,1-1-1 0 0,37 45 1 0 0,-47-64-602 0 0,1 0 0 0 0,0 0 0 0 0,0-1 0 0 0,1-1-1 0 0,0 1 1 0 0,1-1 0 0 0,10 6 0 0 0,-2-2-27 0 0,-7-3-329 0 0,0-1-1 0 0,0 0 1 0 0,1-1 0 0 0,0 0-1 0 0,0-1 1 0 0,0 0 0 0 0,1-1-1 0 0,0 0 1 0 0,0-1-1 0 0,19 2 1 0 0,-19-6-3586 0 0,-10-1 2471 0 0,25-4-4557 0 0</inkml:trace>
  <inkml:trace contextRef="#ctx0" brushRef="#br0" timeOffset="1">34 317 4162 0 0,'-33'6'5923'0'0,"33"-12"-4723"0"0,33 0-319 0 0,-1-9-81 0 0,1 1-80 0 0,-1-14-79 0 0,34-5-81 0 0,32-44-800 0 0,-33 9-2802 0 0,0-7-5522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10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1366 90 1281 0 0,'0'-1'85'0'0,"0"1"0"0"0,-1-1 0 0 0,1 1 1 0 0,0-1-1 0 0,0 1 0 0 0,-1-1 1 0 0,1 1-1 0 0,0-1 0 0 0,-1 1 0 0 0,1-1 1 0 0,0 1-1 0 0,-1-1 0 0 0,1 1 1 0 0,-1 0-1 0 0,1-1 0 0 0,0 1 1 0 0,-1 0-1 0 0,1 0 0 0 0,-1-1 0 0 0,1 1 1 0 0,-1 0-1 0 0,1 0 0 0 0,-1-1 1 0 0,1 1-1 0 0,-1 0 0 0 0,0 0 0 0 0,1 0 1 0 0,-1 0-1 0 0,1 0 0 0 0,-1 0 1 0 0,1 0-1 0 0,-1 0 0 0 0,1 0 0 0 0,-2 0 1 0 0,-11-3 1502 0 0,9-5 2443 0 0,4 8-3796 0 0,0-1 0 0 0,1 0 0 0 0,-1 0 1 0 0,0 1-1 0 0,0-1 0 0 0,1 0 1 0 0,-1 1-1 0 0,0-1 0 0 0,1 0 0 0 0,-1 1 1 0 0,1-1-1 0 0,-1 0 0 0 0,1 1 1 0 0,-1-1-1 0 0,1 1 0 0 0,-1-1 0 0 0,1 1 1 0 0,0-1-1 0 0,-1 1 0 0 0,1-1 1 0 0,-1 1-1 0 0,1 0 0 0 0,1-1 0 0 0,25-8 1348 0 0,20 5-1342 0 0,-41 4-68 0 0,-1 0-26 0 0,17 0-81 0 0,5 2-111 0 0,-40 2 107 0 0,10-3-52 0 0,-3 0 310 0 0,0-3-216 0 0,1 0 0 0 0,-1 0-1 0 0,-1 0 1 0 0,1 1 0 0 0,0 0 0 0 0,0 0-1 0 0,-11 1 1 0 0,-22-3 280 0 0,-117-25 803 0 0,-2 20-146 0 0,148 8-950 0 0,0 1 0 0 0,0-1-1 0 0,-20 5 1 0 0,14-1 39 0 0,-14 4 13 0 0,27-5-152 0 0,-3 0 7 0 0,-10 7-89 0 0,15-7 87 0 0,0-1 0 0 0,0 1 1 0 0,1-1-1 0 0,-1 1 0 0 0,0-1 1 0 0,1 1-1 0 0,0 0 0 0 0,-1-1 1 0 0,1 1-1 0 0,1 3 0 0 0,-1 93 71 0 0,0-96-64 0 0,0-1 0 0 0,0 0-1 0 0,0 0 1 0 0,1 0 0 0 0,-1 0-1 0 0,0 0 1 0 0,1 0 0 0 0,0 0-1 0 0,0 0 1 0 0,-1 0 0 0 0,1 0 0 0 0,0 0-1 0 0,1 0 1 0 0,-1-1 0 0 0,0 1-1 0 0,0 0 1 0 0,1-1 0 0 0,1 3-1 0 0,-1-3-9 0 0,-1 0-1 0 0,1 1 1 0 0,-1 0-1 0 0,0-1 0 0 0,0 1 1 0 0,0 0-1 0 0,1-1 1 0 0,-2 1-1 0 0,1 0 0 0 0,0 0 1 0 0,0 0-1 0 0,-1 0 0 0 0,1 0 1 0 0,-1 0-1 0 0,1 0 1 0 0,-1 0-1 0 0,0 0 0 0 0,0 2 1 0 0,6-3-127 0 0,-6-1 117 0 0,2 1 4 0 0,-1-1-1 0 0,0 0 0 0 0,1 0 0 0 0,-1 0 0 0 0,1 0 0 0 0,-1 0 0 0 0,1 0 0 0 0,-1 0 1 0 0,1 0-1 0 0,-1-1 0 0 0,0 1 0 0 0,1-1 0 0 0,-1 1 0 0 0,1-1 0 0 0,-1 1 0 0 0,0-1 0 0 0,2-1 1 0 0,-3 1-188 0 0,18 0 223 0 0,-1-1-1 0 0,1 0 1 0 0,-1-2-1 0 0,32-9 1 0 0,-28 6 21 0 0,0 1 0 0 0,0 2 0 0 0,31-4 1 0 0,-32 7-79 0 0,0 1 0 0 0,1 0 0 0 0,-1 2 0 0 0,0 0 0 0 0,25 7 0 0 0,-38-7 26 0 0,-1 0 0 0 0,0 0 0 0 0,0 1 1 0 0,0-1-1 0 0,0 1 0 0 0,0 1 1 0 0,0-1-1 0 0,-1 1 0 0 0,6 5 0 0 0,-8-6 7 0 0,0 0 0 0 0,-1 0 0 0 0,0 0 0 0 0,1 0 0 0 0,-1 0 0 0 0,0 1 0 0 0,-1-1 0 0 0,1 1 0 0 0,-1-1 0 0 0,1 1 0 0 0,-1 0 0 0 0,0-1 0 0 0,0 1 0 0 0,-1 0 0 0 0,1 0 0 0 0,-1 0 0 0 0,0 4 0 0 0,0 0 31 0 0,-1 0 0 0 0,-1 0-1 0 0,1 0 1 0 0,-1 0 0 0 0,-1 0 0 0 0,0 0-1 0 0,0 0 1 0 0,0-1 0 0 0,-1 0 0 0 0,0 1 0 0 0,0-1-1 0 0,-1-1 1 0 0,0 1 0 0 0,0-1 0 0 0,-1 0-1 0 0,1 0 1 0 0,-1 0 0 0 0,-1-1 0 0 0,-8 6-1 0 0,-11 8 232 0 0,-1-2 0 0 0,-1-1-1 0 0,-56 23 1 0 0,32-18 336 0 0,-2-4-1 0 0,-69 15 1 0 0,-108 10 673 0 0,213-39-1203 0 0,-50 8-229 0 0,-2-2 0 0 0,1-4 0 0 0,-1-2 1 0 0,-104-11-1 0 0,154 6-719 0 0,0-1 0 0 0,1-2 0 0 0,-1 0 0 0 0,1-1 0 0 0,0 0 1 0 0,1-2-1 0 0,0 0 0 0 0,-25-16 0 0 0,21 9-4060 0 0,-27-25-1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17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36 2081 0 0,'-33'-8'7523'0'0,"66"1"-5362"0"0,0 1-1360 0 0,-1 6-241 0 0,1-6-240 0 0,32 6-80 0 0,1-8-80 0 0,-1 8-160 0 0,0 0-240 0 0,1 8-320 0 0,-1-8-801 0 0,-32 12-1280 0 0,32 9-961 0 0,-33 0 1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17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1121 0 0,'33'0'1680'0'0,"-1"-6"1"0"0,34 12 0 0 0,-34-6-241 0 0,66 21-79 0 0,66 0-400 0 0,-34 0-1522 0 0,-32-7-2400 0 0,-33-14-1841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18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83 350 1521 0 0,'-8'-1'1298'0'0,"0"1"0"0"0,1-1 1 0 0,-1-1-1 0 0,1 1 1 0 0,-15-7-1 0 0,21 8-1209 0 0,1 0 1 0 0,0 0 0 0 0,-1 0-1 0 0,1 0 1 0 0,0-1-1 0 0,-1 1 1 0 0,1 0-1 0 0,-1 0 1 0 0,1-1-1 0 0,0 1 1 0 0,0 0-1 0 0,-1-1 1 0 0,1 1 0 0 0,0 0-1 0 0,0-1 1 0 0,-1 1-1 0 0,1 0 1 0 0,0-1-1 0 0,0 1 1 0 0,0 0-1 0 0,-1-1 1 0 0,1 1-1 0 0,0-1 1 0 0,0 1 0 0 0,0 0-1 0 0,0-1 1 0 0,0 1-1 0 0,0-1 1 0 0,0 1-1 0 0,0-1 1 0 0,-4-8 976 0 0,-5 3-446 0 0,9 6-598 0 0,0 0-1 0 0,0 0 1 0 0,0 0-1 0 0,0 0 1 0 0,0 0 0 0 0,1 0-1 0 0,-1 0 1 0 0,0 0-1 0 0,0 0 1 0 0,0-1-1 0 0,0 1 1 0 0,0 0 0 0 0,0 0-1 0 0,0 0 1 0 0,1 0-1 0 0,-1 0 1 0 0,0 0-1 0 0,0-1 1 0 0,0 1 0 0 0,0 0-1 0 0,0 0 1 0 0,0 0-1 0 0,0 0 1 0 0,0-1 0 0 0,0 1-1 0 0,0 0 1 0 0,0 0-1 0 0,0 0 1 0 0,0 0-1 0 0,0-1 1 0 0,0 1 0 0 0,0 0-1 0 0,0 0 1 0 0,0 0-1 0 0,0 0 1 0 0,0 0 0 0 0,0-1-1 0 0,0 1 1 0 0,0 0-1 0 0,0 0 1 0 0,0 0-1 0 0,-1 0 1 0 0,1 0 0 0 0,0-1-1 0 0,0 1 1 0 0,0 0-1 0 0,0 0 1 0 0,0 0 0 0 0,0 0-1 0 0,0 0 1 0 0,-1 0-1 0 0,1 0 1 0 0,0-1-1 0 0,0 1 1 0 0,0 0 0 0 0,0 0-1 0 0,0 0 1 0 0,-1 0-1 0 0,1 0 1 0 0,0 0-1 0 0,0 0 1 0 0,0 0 0 0 0,0 0-1 0 0,-1 0 1 0 0,1 0-1 0 0,11-10 603 0 0,-1-2 161 0 0,18-14 404 0 0,-13 15-883 0 0,3-2 5 0 0,1 0 1 0 0,38-19-1 0 0,61-31 183 0 0,62-30-41 0 0,-169 88-494 0 0,0 0-1 0 0,1 0 0 0 0,0 1 0 0 0,-1 0 0 0 0,1 1 0 0 0,22-2 0 0 0,-33 5 40 0 0,-1 0-1 0 0,1 0 1 0 0,-1 0-1 0 0,0 0 1 0 0,1 0-1 0 0,-1 1 1 0 0,0-1-1 0 0,1 0 1 0 0,-1 0-1 0 0,0 1 1 0 0,1-1-1 0 0,-1 0 1 0 0,0 0-1 0 0,0 1 1 0 0,1-1 0 0 0,-1 0-1 0 0,0 1 1 0 0,0-1-1 0 0,0 0 1 0 0,1 1-1 0 0,-1-1 1 0 0,0 1-1 0 0,0-1 1 0 0,0 0-1 0 0,0 1 1 0 0,0-1-1 0 0,0 0 1 0 0,0 1-1 0 0,0-1 1 0 0,0 1 0 0 0,0-1-1 0 0,0 0 1 0 0,0 1-1 0 0,0-1 1 0 0,0 1-1 0 0,0-1 1 0 0,0 0-1 0 0,-1 1 1 0 0,-5 18 138 0 0,-5-1-9 0 0,-2-1 0 0 0,-17 19-1 0 0,-3 2 14 0 0,-17 36 18 0 0,31-46-113 0 0,0 0 0 0 0,-33 34 1 0 0,-95 99-60 0 0,126-139 168 0 0,-23 31-1 0 0,43-52-170 0 0,0 1-1 0 0,0-1 1 0 0,1 1 0 0 0,-1-1-1 0 0,1 0 1 0 0,-1 1-1 0 0,1-1 1 0 0,0 1 0 0 0,-1-1-1 0 0,1 1 1 0 0,0-1-1 0 0,0 1 1 0 0,0-1-1 0 0,0 3 1 0 0,0 0-562 0 0,1-6 339 0 0,-1-1 0 0 0,1 1 0 0 0,-1 0 0 0 0,1 0 0 0 0,0-1 0 0 0,0 1 0 0 0,0 0 0 0 0,0 0 0 0 0,0 0 0 0 0,0 0 0 0 0,0 0 0 0 0,1 0 0 0 0,-1 1 0 0 0,1-1 0 0 0,0 0 0 0 0,-1 1 0 0 0,3-3 0 0 0,7-6-1350 0 0,9-11-1404 0 0,-12 13 1381 0 0,-1 1 1 0 0,0-1 0 0 0,11-17-1 0 0,-17 23 1261 0 0,0-1 0 0 0,0 0-1 0 0,0 0 1 0 0,-1 1 0 0 0,1-1-1 0 0,-1 0 1 0 0,0 0 0 0 0,0 0 0 0 0,0-4-1 0 0,0 7 274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19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801 173 1121 0 0,'0'-1'73'0'0,"1"1"1"0"0,-1-1 0 0 0,0 1 0 0 0,0-1 0 0 0,0 1 0 0 0,0-1 0 0 0,1 1 0 0 0,-1-1 0 0 0,0 1 0 0 0,0-1 0 0 0,1 1 0 0 0,-1-1 0 0 0,0 1 0 0 0,1 0 0 0 0,-1-1 0 0 0,0 1 0 0 0,1 0 0 0 0,-1-1-1 0 0,1 1 1 0 0,-1 0 0 0 0,1 0 0 0 0,-1-1 0 0 0,1 1 0 0 0,-1 0 0 0 0,1 0 0 0 0,-1 0 0 0 0,1-1 0 0 0,-1 1 0 0 0,1 0 0 0 0,-1 0 0 0 0,1 0 0 0 0,-1 0 0 0 0,1 0 0 0 0,0 0 0 0 0,-1 0 0 0 0,1 0 0 0 0,-1 0 0 0 0,1 0-1 0 0,0 0 1 0 0,-1 0 0 0 0,1 0 0 0 0,-1 0 0 0 0,1 0 0 0 0,-1-1 0 0 0,0 1 0 0 0,1 0 0 0 0,-1 0 0 0 0,1 0 0 0 0,-1-1 0 0 0,1 1 0 0 0,-1 0 0 0 0,1-1 0 0 0,-1 1 0 0 0,0 0 0 0 0,1-1 0 0 0,-1 1 0 0 0,0-1 0 0 0,1 1 0 0 0,-1-1 0 0 0,0 1 0 0 0,0 0 0 0 0,1-1 0 0 0,-1 1 0 0 0,0-1 0 0 0,0 1 0 0 0,0-1 0 0 0,0 0-1 0 0,1 0 45 0 0,0 0-1 0 0,0 0 0 0 0,0 0 0 0 0,0 0 0 0 0,0 0 0 0 0,0 0 0 0 0,0 0 0 0 0,0 0 0 0 0,0 1 0 0 0,1-1 0 0 0,-1 0 0 0 0,0 1 0 0 0,0-1 0 0 0,1 1 1 0 0,-1-1-1 0 0,0 1 0 0 0,1 0 0 0 0,-1 0 0 0 0,0 0 0 0 0,1-1 0 0 0,1 1 0 0 0,2 0 242 0 0,44-9 1368 0 0,72-3 0 0 0,8-1-1139 0 0,-64 8-436 0 0,-38 3-68 0 0,39-6 0 0 0,-51 6-43 0 0,0 0-1 0 0,23 0 1 0 0,19-3 157 0 0,-48 4-45 0 0,-1 0 1 0 0,1 0-1 0 0,-1 1 0 0 0,16 1 0 0 0,-16 0-38 0 0,-3-1 232 0 0,-10 0 106 0 0,-50 0 2962 0 0,50 0-2988 0 0,-1 0-14 0 0,-6-1 141 0 0,-1-1 0 0 0,1 0-1 0 0,-23-8 1 0 0,-18-4 780 0 0,7 1-645 0 0,31 8-549 0 0,1 1-1 0 0,0 1 1 0 0,-1 0-1 0 0,-17-1 1 0 0,13 3-74 0 0,2 0 1 0 0,1 0 0 0 0,-24-5 0 0 0,29 2-25 0 0,2 2 1 0 0,-37 1 58 0 0,42 1-124 0 0,0 0 0 0 0,0 1-1 0 0,-1 0 1 0 0,1-1-1 0 0,0 1 1 0 0,0 1-1 0 0,0-1 1 0 0,0 0 0 0 0,0 1-1 0 0,0 0 1 0 0,0 0-1 0 0,1 0 1 0 0,-1 1-1 0 0,0-1 1 0 0,1 1 0 0 0,0 0-1 0 0,0 0 1 0 0,0 0-1 0 0,0 0 1 0 0,0 0-1 0 0,1 1 1 0 0,-1-1-1 0 0,1 1 1 0 0,0 0 0 0 0,0 0-1 0 0,0 0 1 0 0,1 0-1 0 0,0 0 1 0 0,-1 0-1 0 0,1 0 1 0 0,0 0 0 0 0,1 0-1 0 0,-1 1 1 0 0,1-1-1 0 0,0 0 1 0 0,0 6-1 0 0,0 7 13 0 0,-1-13 30 0 0,0-1-1 0 0,1 1 0 0 0,0-1 1 0 0,0 1-1 0 0,0 0 0 0 0,0-1 0 0 0,1 1 1 0 0,0 0-1 0 0,-1-1 0 0 0,1 1 1 0 0,0-1-1 0 0,3 6 0 0 0,7-1 14 0 0,-10-8-39 0 0,0 0 0 0 0,0 1 0 0 0,0-1 0 0 0,-1 1-1 0 0,1-1 1 0 0,0 1 0 0 0,0 0 0 0 0,0-1 0 0 0,0 1-1 0 0,-1 0 1 0 0,1 0 0 0 0,0-1 0 0 0,0 1 0 0 0,-1 0-1 0 0,1 0 1 0 0,-1 0 0 0 0,1 0 0 0 0,-1 0 0 0 0,1 0-1 0 0,-1 0 1 0 0,0 0 0 0 0,1 2 0 0 0,5 0-180 0 0,0 1 143 0 0,2-2 40 0 0,37-1 12 0 0,117-13-48 0 0,-95 4 0 0 0,-27 8-47 0 0,-39 0 86 0 0,1 0-1 0 0,-1 0 1 0 0,0 0 0 0 0,0 0-1 0 0,0 1 1 0 0,0-1-1 0 0,0 0 1 0 0,0 0 0 0 0,0 1-1 0 0,-1-1 1 0 0,1 1-1 0 0,0-1 1 0 0,0 1-1 0 0,0-1 1 0 0,0 1 0 0 0,0-1-1 0 0,-1 1 1 0 0,1 0-1 0 0,0 0 1 0 0,0-1 0 0 0,-1 1-1 0 0,1 0 1 0 0,-1 0-1 0 0,1 0 1 0 0,0 0-1 0 0,-1-1 1 0 0,0 1 0 0 0,1 0-1 0 0,-1 0 1 0 0,0 0-1 0 0,1 0 1 0 0,-1 2 0 0 0,1 5 44 0 0,-1-1 0 0 0,0 0 0 0 0,0 1 0 0 0,-1-1 0 0 0,1 0 1 0 0,-2 1-1 0 0,1-1 0 0 0,-1 0 0 0 0,0 0 0 0 0,-1 0 0 0 0,0 0 0 0 0,0-1 1 0 0,0 1-1 0 0,-1-1 0 0 0,0 1 0 0 0,-7 8 0 0 0,-3-1 179 0 0,-1 0 0 0 0,0-1 0 0 0,-1-1 0 0 0,0-1 0 0 0,-30 16 0 0 0,-82 33 1114 0 0,65-35-642 0 0,0-4-1 0 0,-67 15 1 0 0,71-23-512 0 0,0-1 1 0 0,0-4-1 0 0,-1-2 0 0 0,0-2 1 0 0,-72-6-1 0 0,96-1-531 0 0,0-1-1 0 0,-61-16 1 0 0,79 15-130 0 0,0 0 0 0 0,1-2-1 0 0,-1 0 1 0 0,1-1 0 0 0,1 0 0 0 0,-25-18 0 0 0,38 24 266 0 0,1 1 1 0 0,0-1-1 0 0,0 0 1 0 0,0 0-1 0 0,0 0 1 0 0,0 0-1 0 0,0 0 1 0 0,1 0-1 0 0,-1 0 1 0 0,1-1-1 0 0,-1 1 1 0 0,1 0-1 0 0,0-1 1 0 0,0 0-1 0 0,0 1 0 0 0,0-1 1 0 0,1 1-1 0 0,-1-1 1 0 0,1 0-1 0 0,-1-5 1 0 0,2 2-807 0 0,0-1 0 0 0,1 1-1 0 0,-1 0 1 0 0,1 0 0 0 0,0 0 0 0 0,6-11 0 0 0,-6 13 370 0 0,29-64-11236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15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581 28 560 0 0,'-27'0'2321'0'0,"26"0"-1962"0"0,1-1 0 0 0,-1 1 0 0 0,1-1 0 0 0,-1 1 0 0 0,1-1 0 0 0,-1 1 0 0 0,1-1 0 0 0,-1 1 0 0 0,1-1 0 0 0,0 0 0 0 0,-1 1 0 0 0,1-1 0 0 0,0 1 0 0 0,0-1 0 0 0,-1 0 0 0 0,1 1 0 0 0,0-1 0 0 0,0 0 0 0 0,0 1 0 0 0,0-1 0 0 0,0 0 1 0 0,0 0-1 0 0,0 1 0 0 0,0-1 0 0 0,0 0 0 0 0,0 1 0 0 0,0-1 0 0 0,0 0 0 0 0,1 0 0 0 0,-1-2 449 0 0,1 3-764 0 0,-1-1 1 0 0,0 1-1 0 0,0 0 1 0 0,1-1-1 0 0,-1 1 1 0 0,0 0-1 0 0,0-1 1 0 0,1 1-1 0 0,-1 0 1 0 0,0-1-1 0 0,1 1 1 0 0,-1 0-1 0 0,1 0 1 0 0,-1-1-1 0 0,0 1 1 0 0,1 0-1 0 0,-1 0 1 0 0,1 0-1 0 0,-1 0 1 0 0,1-1-1 0 0,-1 1 1 0 0,1 0-1 0 0,-1 0 1 0 0,0 0-1 0 0,1 0 1 0 0,-1 0-1 0 0,1 0 1 0 0,-1 0-1 0 0,1 0 0 0 0,14 1-83 0 0,-14-1 131 0 0,-1 0-77 0 0,0 0-1 0 0,0 0 1 0 0,0 0 0 0 0,1 0-1 0 0,-1 0 1 0 0,0 0 0 0 0,0 0-1 0 0,1 0 1 0 0,-1 0-1 0 0,0 0 1 0 0,0 0 0 0 0,0 0-1 0 0,1 0 1 0 0,-1 0 0 0 0,0 1-1 0 0,0-1 1 0 0,0 0-1 0 0,1 0 1 0 0,-1 0 0 0 0,0 0-1 0 0,0 0 1 0 0,0 1 0 0 0,0-1-1 0 0,1 0 1 0 0,-1 0-1 0 0,0 0 1 0 0,0 0 0 0 0,0 1-1 0 0,0-1 1 0 0,0 0-1 0 0,0 0 1 0 0,0 0 0 0 0,0 1-1 0 0,0-1 1 0 0,1 0 0 0 0,-1 0-1 0 0,0 1 1 0 0,0-1-1 0 0,0 0 1 0 0,0 1 0 0 0,4 7 279 0 0,18 4-43 0 0,1 0 1 0 0,-1-2-1 0 0,2 0 1 0 0,33 8-1 0 0,103 20 248 0 0,-119-30-347 0 0,-19-3-70 0 0,2 0 24 0 0,0-1 0 0 0,47 2 0 0 0,11 4 54 0 0,-81-10-150 0 0,1 0 0 0 0,-1 0 1 0 0,1 0-1 0 0,-1 0 0 0 0,0 0 1 0 0,1 0-1 0 0,-1-1 0 0 0,1 1 0 0 0,-1 0 1 0 0,0-1-1 0 0,1 1 0 0 0,-1-1 1 0 0,3-1-1 0 0,11-2 499 0 0,-21-3 612 0 0,-43-27 853 0 0,44 30-1871 0 0,-1-1 1 0 0,1 1-1 0 0,-1 0 0 0 0,-1 1 0 0 0,1-1 0 0 0,0 1 1 0 0,-1 0-1 0 0,0 1 0 0 0,1 0 0 0 0,-1 0 1 0 0,0 0-1 0 0,0 1 0 0 0,0 0 0 0 0,0 0 0 0 0,-1 1 1 0 0,-11 1-1 0 0,-15 1 10 0 0,1 1 0 0 0,-48 13 0 0 0,16-2-59 0 0,1 2-1 0 0,-122 51 1 0 0,178-63-71 0 0,1 0 1 0 0,0 0 0 0 0,1 1-1 0 0,-1-1 1 0 0,1 2 0 0 0,0-1-1 0 0,0 1 1 0 0,-7 8 0 0 0,-19 23-304 0 0,31-36 318 0 0,1-1 0 0 0,-1 1 0 0 0,0-1 0 0 0,1 1 0 0 0,-1-1 0 0 0,1 1 0 0 0,0 0 0 0 0,-1-1 0 0 0,1 1 0 0 0,-1 0 0 0 0,1-1 0 0 0,0 1 0 0 0,-1 0 0 0 0,1-1 0 0 0,0 1 0 0 0,0 0 0 0 0,0 0 0 0 0,0-1 0 0 0,-1 1 0 0 0,1 0 0 0 0,0 0 0 0 0,0-1 0 0 0,0 1 0 0 0,1 0 0 0 0,-1 0 0 0 0,0-1 0 0 0,0 1 0 0 0,0 0 0 0 0,0 0 0 0 0,1-1 0 0 0,-1 1 0 0 0,0 0 0 0 0,1-1 0 0 0,-1 1 0 0 0,1 0 0 0 0,-1-1 0 0 0,1 1 0 0 0,-1-1 0 0 0,1 1 0 0 0,-1-1 0 0 0,2 2 0 0 0,20 8-88 0 0,-17-8 10 0 0,0-2 14 0 0,148 0 132 0 0,-80-2 61 0 0,23 2 40 0 0,-94 1-165 0 0,56 2 75 0 0,86 16 0 0 0,-126-15-63 0 0,-1 1-1 0 0,0 0 1 0 0,0 1 0 0 0,-1 1 0 0 0,0 1 0 0 0,0 0-1 0 0,0 1 1 0 0,27 21 0 0 0,-40-28-6 0 0,0 0 0 0 0,0 1 0 0 0,-1-1-1 0 0,1 1 1 0 0,-1-1 0 0 0,0 1 0 0 0,0 0 0 0 0,0 0 0 0 0,0 0 0 0 0,0 0 0 0 0,-1 0 0 0 0,1 0 0 0 0,-1 1 0 0 0,0-1-1 0 0,0 0 1 0 0,0 1 0 0 0,1 5 0 0 0,-3-5 4 0 0,1-1-1 0 0,0 0 1 0 0,-1 0 0 0 0,0 0-1 0 0,0 0 1 0 0,0 0 0 0 0,0 0-1 0 0,0 0 1 0 0,0 0 0 0 0,-1-1-1 0 0,0 1 1 0 0,1 0 0 0 0,-1-1-1 0 0,0 1 1 0 0,0-1-1 0 0,0 0 1 0 0,-1 1 0 0 0,1-1-1 0 0,-1 0 1 0 0,-3 2 0 0 0,-20 13 253 0 0,0 0 0 0 0,-2-2 0 0 0,0-1 1 0 0,-1-2-1 0 0,0 0 0 0 0,-1-2 1 0 0,0-1-1 0 0,0-2 0 0 0,-37 5 0 0 0,11-5 179 0 0,-1-3-1 0 0,0-2 0 0 0,0-2 0 0 0,-62-9 1 0 0,76 2-480 0 0,0-2 0 0 0,0-1 0 0 0,-69-28 0 0 0,97 33-7 0 0,-106-45-758 0 0,105 42 460 0 0,1 0-1 0 0,0-1 1 0 0,0-1-1 0 0,-25-21 1 0 0,35 26 117 0 0,0 0 0 0 0,0-1 0 0 0,1 1-1 0 0,0-1 1 0 0,-1 0 0 0 0,-3-9 0 0 0,7 14 87 0 0,0-1 0 0 0,1 0 1 0 0,-1 0-1 0 0,0 0 0 0 0,0-1 0 0 0,1 1 0 0 0,-1 0 1 0 0,1 0-1 0 0,0 0 0 0 0,0 0 0 0 0,0 0 0 0 0,0-1 1 0 0,0 1-1 0 0,0 0 0 0 0,0 0 0 0 0,1 0 0 0 0,-1 0 1 0 0,1 0-1 0 0,0 0 0 0 0,-1 0 0 0 0,1 0 0 0 0,0 0 1 0 0,0 0-1 0 0,3-3 0 0 0,0 0-406 0 0,1 1-1 0 0,1 0 1 0 0,-1 0 0 0 0,1 0 0 0 0,-1 1-1 0 0,1-1 1 0 0,0 1 0 0 0,0 1 0 0 0,0-1-1 0 0,9-1 1 0 0,132-33-10035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16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9 240 0 0,'-6'-1'1281'0'0,"-24"-3"1496"0"0,0 1 2049 0 0,36 14-2251 0 0,6 1-2066 0 0,1-1-1 0 0,21 14 1 0 0,-1 0-74 0 0,92 71 778 0 0,-28-22-586 0 0,-83-64-644 0 0,0-1 0 0 0,0 0 0 0 0,1 0 0 0 0,0-2 0 0 0,0 0 0 0 0,29 9-1 0 0,-37-15-182 0 0,0 0-1 0 0,0 0 1 0 0,0 0-1 0 0,0-1 1 0 0,9-1-1 0 0,-7 1-316 0 0,-3-3-3440 0 0,-6 3 3816 0 0,0-1-1 0 0,0 1 0 0 0,0-1 0 0 0,0 1 0 0 0,0-1 1 0 0,-1 1-1 0 0,1-1 0 0 0,0 1 0 0 0,0-1 0 0 0,0 1 0 0 0,0-1 1 0 0,0 1-1 0 0,-1 0 0 0 0,1-1 0 0 0,0 1 0 0 0,0-1 0 0 0,-1 1 1 0 0,1-1-1 0 0,0 1 0 0 0,-1 0 0 0 0,1-1 0 0 0,-1 1 1 0 0,1 0-1 0 0,0-1 0 0 0,-1 1 0 0 0,-21-7-2646 0 0,17 1 120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16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132 298 2001 0 0,'-66'6'3602'0'0,"34"-6"-241"0"0,32-6-800 0 0,-33 6-880 0 0,66-9-881 0 0,-33 3-319 0 0,32-6-81 0 0,1-3-80 0 0,32-20 0 0 0,66-5 80 0 0,-7-16 81 0 0,72-6-642 0 0,-66 20-2000 0 0,-97 21-3601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21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1206 93 400 0 0,'125'6'2828'0'0,"-33"2"827"0"0,-87-8-2548 0 0,-5 0-969 0 0,0 0-1 0 0,0-1 0 0 0,0 1 1 0 0,0-1-1 0 0,0 1 0 0 0,0 0 1 0 0,0-1-1 0 0,0 1 0 0 0,-1 0 1 0 0,1-1-1 0 0,0 1 0 0 0,0 0 1 0 0,0 0-1 0 0,0-1 0 0 0,-1 1 1 0 0,1 0-1 0 0,0-1 0 0 0,0 1 1 0 0,-1 0-1 0 0,1 0 0 0 0,0-1 1 0 0,0 1-1 0 0,-1 0 0 0 0,1 0 1 0 0,0 0-1 0 0,-1 0 0 0 0,1-1 1 0 0,0 1-1 0 0,-1 0 0 0 0,-19-1-97 0 0,13 2 442 0 0,-176 15 1814 0 0,150-11-2110 0 0,6-1-19 0 0,1 0 1 0 0,0 3-1 0 0,0 0 1 0 0,1 1-1 0 0,-44 21 1 0 0,28-11 14 0 0,-111 42 178 0 0,124-48-226 0 0,-36 18-95 0 0,42-10-239 0 0,-39 4 257 0 0,-3 0 447 0 0,56-21-509 0 0,1-1 1 0 0,-1 0 0 0 0,1-1 0 0 0,-1 0 0 0 0,-14 0 0 0 0,14-1 1 0 0,0 0 0 0 0,0 1 0 0 0,0 0 0 0 0,0 0 1 0 0,0 1-1 0 0,0 0 0 0 0,1 0 0 0 0,-1 1 0 0 0,-13 6 0 0 0,-20 20 106 0 0,-50 45 0 0 0,-5 5 25 0 0,93-77-123 0 0,1-1 1 0 0,0 1 0 0 0,-1-1 0 0 0,1 1-1 0 0,0 0 1 0 0,0 0 0 0 0,0 0-1 0 0,0 0 1 0 0,1 0 0 0 0,-1 0 0 0 0,1 1-1 0 0,-1-1 1 0 0,1 1 0 0 0,0-1-1 0 0,-1 1 1 0 0,1-1 0 0 0,1 1 0 0 0,-1 0-1 0 0,0-1 1 0 0,1 1 0 0 0,-1 0-1 0 0,1 0 1 0 0,0-1 0 0 0,0 1 0 0 0,0 0-1 0 0,0 0 1 0 0,1 4 0 0 0,-1-6-3 0 0,0 0 1 0 0,0 0 0 0 0,0-1-1 0 0,0 1 1 0 0,0 0-1 0 0,0 0 1 0 0,-1 0 0 0 0,1 0-1 0 0,0 0 1 0 0,-1 0-1 0 0,1-1 1 0 0,0 1 0 0 0,-1 0-1 0 0,1 0 1 0 0,-1 0-1 0 0,1-1 1 0 0,-1 1 0 0 0,1 0-1 0 0,-1-1 1 0 0,0 1 0 0 0,1-1-1 0 0,-1 1 1 0 0,0 0-1 0 0,0-1 1 0 0,1 0 0 0 0,-1 1-1 0 0,0-1 1 0 0,0 1-1 0 0,-1-1 1 0 0,1 1-3 0 0,0-1 1 0 0,0 1-1 0 0,0-1 0 0 0,0 1 0 0 0,0-1 1 0 0,0 1-1 0 0,0-1 0 0 0,0 1 1 0 0,0 0-1 0 0,1-1 0 0 0,-1 1 0 0 0,0 0 1 0 0,1 0-1 0 0,-1 0 0 0 0,0 0 1 0 0,1 0-1 0 0,-1-1 0 0 0,1 1 0 0 0,-1 0 1 0 0,1 0-1 0 0,0 0 0 0 0,-1 0 0 0 0,1 0 1 0 0,0 1-1 0 0,0-1 0 0 0,-1 0 1 0 0,1 0-1 0 0,0 0 0 0 0,0 2 0 0 0,1-1 4 0 0,-1-1-1 0 0,0 0 1 0 0,0 1-1 0 0,-1-1 1 0 0,1 1-1 0 0,0-1 1 0 0,0 1-1 0 0,-1-1 1 0 0,1 1-1 0 0,-1-1 0 0 0,1 1 1 0 0,-1-1-1 0 0,1 0 1 0 0,-1 1-1 0 0,0-1 1 0 0,0 0-1 0 0,0 0 1 0 0,0 0-1 0 0,0 0 0 0 0,0 0 1 0 0,0 1-1 0 0,0-2 1 0 0,0 1-1 0 0,-2 1 1 0 0,-8 7 70 0 0,11-8-71 0 0,-1 0-1 0 0,0 0 1 0 0,1 0-1 0 0,-1 0 0 0 0,1 0 1 0 0,-1 0-1 0 0,1 0 1 0 0,-1 0-1 0 0,1 0 1 0 0,0 0-1 0 0,0 1 1 0 0,0-1-1 0 0,-1 0 0 0 0,1 0 1 0 0,0 0-1 0 0,1 2 1 0 0,-1-1-3 0 0,0-1 1 0 0,0 1 0 0 0,0-1-1 0 0,-1 1 1 0 0,1-1 0 0 0,0 1-1 0 0,0-1 1 0 0,-1 1 0 0 0,1-1-1 0 0,-1 1 1 0 0,0-1 0 0 0,-1 3-1 0 0,-52 63-187 0 0,52-62 227 0 0,0 0 0 0 0,1 0 0 0 0,0 0 1 0 0,0 0-1 0 0,0 1 0 0 0,0-1 1 0 0,1 0-1 0 0,0 0 0 0 0,0 0 1 0 0,0 0-1 0 0,2 9 0 0 0,0 5 77 0 0,-3-18-115 0 0,1 0 0 0 0,0 0 0 0 0,0 1-1 0 0,0-1 1 0 0,0 0 0 0 0,0 0 0 0 0,0 0 0 0 0,1 1-1 0 0,-1-1 1 0 0,0 0 0 0 0,1 0 0 0 0,-1 0 0 0 0,0 0 0 0 0,1 1-1 0 0,-1-1 1 0 0,1 0 0 0 0,0 0 0 0 0,-1 0 0 0 0,1 0-1 0 0,0 0 1 0 0,0-1 0 0 0,0 1 0 0 0,0 0 0 0 0,-1 0 0 0 0,1 0-1 0 0,0-1 1 0 0,0 1 0 0 0,1 0 0 0 0,-1-1 0 0 0,0 1-1 0 0,2 0 1 0 0,5 3 1 0 0,-4-1 7 0 0,1 0 1 0 0,0 0 0 0 0,0 0 0 0 0,0-1 0 0 0,8 4 0 0 0,15 8 63 0 0,-16-3-51 0 0,-10-9-17 0 0,1 0-1 0 0,-1-1 0 0 0,0 1 0 0 0,1 0 0 0 0,-1-1 1 0 0,1 1-1 0 0,0-1 0 0 0,3 2 0 0 0,147 70 140 0 0,-110-50-118 0 0,-32-17-28 0 0,1-1 0 0 0,0 0 0 0 0,0-1 0 0 0,23 5 0 0 0,18 4 0 0 0,32 8-375 0 0,123 14-1 0 0,5 0-154 0 0,-110-9 463 0 0,-78-18 44 0 0,-11-2-34 0 0,13 1 31 0 0,-4-5 17 0 0,1-1 0 0 0,-1-1 0 0 0,1-2 0 0 0,-1 0 0 0 0,34-7 0 0 0,23-3 249 0 0,-75 12-225 0 0,0 0-1 0 0,0-1 0 0 0,-1 0 0 0 0,1 1 1 0 0,0-2-1 0 0,-1 1 0 0 0,1 0 0 0 0,-1-1 0 0 0,0 0 1 0 0,1 0-1 0 0,-1-1 0 0 0,0 1 0 0 0,0-1 1 0 0,4-3-1 0 0,32-15 34 0 0,-33 19-38 0 0,-1-1 0 0 0,1 0-1 0 0,-1-1 1 0 0,1 0 0 0 0,7-6 0 0 0,1-6 62 0 0,-14 14-62 0 0,1 0-1 0 0,0 0 1 0 0,0 0 0 0 0,0 0 0 0 0,1 0-1 0 0,-1 1 1 0 0,0-1 0 0 0,5-2 0 0 0,59-44 630 0 0,-62 45-538 0 0,1 0-1 0 0,-1 0 1 0 0,0 0 0 0 0,1-1-1 0 0,-2 1 1 0 0,6-7 0 0 0,22-18 613 0 0,-24 23-583 0 0,-1 0-1 0 0,1 0 1 0 0,-1-1-1 0 0,0 1 1 0 0,-1-1-1 0 0,1-1 1 0 0,-1 1-1 0 0,7-14 1 0 0,-1 4 45 0 0,147-196 1224 0 0,-61 107-1281 0 0,-93 101-121 0 0,0-1 1 0 0,-1 0-1 0 0,1 1 1 0 0,-2-1 0 0 0,1-1-1 0 0,0 1 1 0 0,-1 0-1 0 0,0-1 1 0 0,2-7 0 0 0,4-10-23 0 0,13-19-57 0 0,-11 6 187 0 0,-2 18-32 0 0,-6 13-67 0 0,0 0 0 0 0,0 0 0 0 0,0 0 0 0 0,0-1 0 0 0,-1 1 0 0 0,0-1-1 0 0,0 1 1 0 0,0-11 0 0 0,-1 8-23 0 0,1-1 0 0 0,0 1 0 0 0,1-1 0 0 0,0 1-1 0 0,0 0 1 0 0,6-13 0 0 0,-5 13-14 0 0,0 0 1 0 0,0-1-1 0 0,-1 1 0 0 0,0-1 1 0 0,-1 1-1 0 0,2-15 1 0 0,-2-17-88 0 0,0 24 84 0 0,-1 1 0 0 0,0-1 0 0 0,-1 0 0 0 0,0 1 1 0 0,-5-19-1 0 0,-5 5-23 0 0,8 24 35 0 0,1-1 0 0 0,-1 0 1 0 0,1 1-1 0 0,1-1 0 0 0,-1 0 0 0 0,1 0 0 0 0,-1-12 0 0 0,2 16 18 0 0,-1 0-1 0 0,0 0 1 0 0,1 0-1 0 0,-1 0 1 0 0,0 0-1 0 0,0 0 1 0 0,0 0-1 0 0,0 0 1 0 0,0 1-1 0 0,0-1 1 0 0,0 0-1 0 0,-1 1 1 0 0,1-1 0 0 0,-1 1-1 0 0,1-1 1 0 0,-1 1-1 0 0,0 0 1 0 0,1 0-1 0 0,-1 0 1 0 0,0 0-1 0 0,0 0 1 0 0,0 0-1 0 0,0 0 1 0 0,0 0-1 0 0,0 1 1 0 0,0-1-1 0 0,0 1 1 0 0,-2-1-1 0 0,-14-3 112 0 0,0 1-1 0 0,-24-2 0 0 0,12 1-174 0 0,19 3 48 0 0,1-1 0 0 0,-1 1 0 0 0,0 1 0 0 0,1 0 0 0 0,-12 2 0 0 0,-1-1-7 0 0,-31 1 23 0 0,0 3 1 0 0,-75 16-1 0 0,-4 0 140 0 0,-112 5-111 0 0,12-10-81 0 0,230-16 46 0 0,1 0 12 0 0,1 0-1 0 0,0 0 1 0 0,-1 0 0 0 0,1 0-1 0 0,0 0 1 0 0,0 0 0 0 0,-1 0 0 0 0,1 0-1 0 0,0 0 1 0 0,-1 1 0 0 0,1-1-1 0 0,0 1 1 0 0,0-1 0 0 0,0 1-1 0 0,0-1 1 0 0,-1 1 0 0 0,1 0-1 0 0,0 0 1 0 0,0-1 0 0 0,0 1-1 0 0,0 0 1 0 0,0 0 0 0 0,-1 2-1 0 0,2-2-96 0 0,-5 7-667 0 0,3-8 744 0 0,0 2 1 0 0,0-1 0 0 0,0 0 0 0 0,0 0 0 0 0,0 1-1 0 0,0-1 1 0 0,1 1 0 0 0,-1-1 0 0 0,1 1 0 0 0,-3 2-1 0 0,3-1-4 0 0,0 0-1 0 0,0 0 1 0 0,0 0-1 0 0,1 0 0 0 0,-1 0 1 0 0,1 0-1 0 0,-1 0 0 0 0,1 0 1 0 0,1 6-1 0 0,-1-6-8 0 0,0-1 33 0 0,1-1 1 0 0,-1 1-1 0 0,0-1 1 0 0,0 1 0 0 0,0-1-1 0 0,0 1 1 0 0,0-1-1 0 0,0 1 1 0 0,0-1-1 0 0,0 1 1 0 0,0-1 0 0 0,-1 1-1 0 0,1-1 1 0 0,-1 1-1 0 0,1-1 1 0 0,-1 0 0 0 0,0 1-1 0 0,1-1 1 0 0,-1 0-1 0 0,-1 2 1 0 0,-5-1 0 0 0,6-2 8 0 0,0 1 0 0 0,0-1 0 0 0,0 0 1 0 0,0 0-1 0 0,0 1 0 0 0,0-1 0 0 0,0 1 0 0 0,0-1 1 0 0,0 1-1 0 0,0-1 0 0 0,1 1 0 0 0,-1 0 0 0 0,0-1 1 0 0,0 1-1 0 0,1 0 0 0 0,-1 0 0 0 0,0 0 0 0 0,1-1 1 0 0,-1 1-1 0 0,0 0 0 0 0,1 0 0 0 0,-1 0 0 0 0,1 0 1 0 0,0 0-1 0 0,-1 0 0 0 0,1 0 0 0 0,0 0 1 0 0,0 0-1 0 0,-1 0 0 0 0,1 0 0 0 0,0 0 0 0 0,0 0 1 0 0,0 0-1 0 0,0 0 0 0 0,0 1 0 0 0,1 0 0 0 0,-1-81-15927 0 0,0 57 11246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30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13 1121 0 0,'-27'-5'1827'0'0,"27"4"-1721"0"0,0 1 0 0 0,1 0-1 0 0,-1 0 1 0 0,0 0 0 0 0,0 0 0 0 0,0 0 0 0 0,0 0 0 0 0,0-1-1 0 0,0 1 1 0 0,1 0 0 0 0,-1 0 0 0 0,0 0 0 0 0,0 0 0 0 0,0-1-1 0 0,0 1 1 0 0,0 0 0 0 0,0 0 0 0 0,0 0 0 0 0,0 0 0 0 0,0-1-1 0 0,0 1 1 0 0,0 0 0 0 0,0 0 0 0 0,0 0 0 0 0,0-1 0 0 0,0 1-1 0 0,0 0 1 0 0,0 0 0 0 0,0 0 0 0 0,0 0 0 0 0,0-1-1 0 0,0 1 1 0 0,0 0 0 0 0,0 0 0 0 0,-1 0 0 0 0,1 0 0 0 0,0-1-1 0 0,0 1 1 0 0,0 0 0 0 0,0 0 0 0 0,0 0 0 0 0,0 0 0 0 0,0 0-1 0 0,-1-1 1 0 0,23 1 1041 0 0,-17 0 2162 0 0,1 1-3003 0 0,11 2-91 0 0,0 0 0 0 0,-1 1-1 0 0,1 1 1 0 0,-1 1 0 0 0,0 0-1 0 0,0 1 1 0 0,-1 1 0 0 0,1 0-1 0 0,-2 1 1 0 0,16 12-1 0 0,94 102 2281 0 0,-92-83-2171 0 0,-27-32-308 0 0,1-1-1 0 0,0 1 0 0 0,0-1 0 0 0,10 8 0 0 0,11 7-439 0 0,0-1 0 0 0,2-2 0 0 0,0-1-1 0 0,49 23 1 0 0,-23-18-2924 0 0,-54-23 3119 0 0,-1 1 1 0 0,1-1 0 0 0,0 1-1 0 0,0-1 1 0 0,-1 1-1 0 0,1-1 1 0 0,0 1-1 0 0,-1 0 1 0 0,1-1-1 0 0,-1 1 1 0 0,1 0-1 0 0,-1 0 1 0 0,1-1-1 0 0,-1 1 1 0 0,0 0-1 0 0,1 0 1 0 0,-1 0-1 0 0,0 0 1 0 0,0-1-1 0 0,1 1 1 0 0,-1 0-1 0 0,0 0 1 0 0,0 0-1 0 0,0 0 1 0 0,0 0 0 0 0,0 0-1 0 0,0 0 222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31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33 379 1601 0 0,'0'0'3201'0'0,"-32"-6"-159"0"0,32-3-321 0 0,0-3-480 0 0,0-9-480 0 0,32 7-401 0 0,1-7-319 0 0,32-6-321 0 0,1-9-80 0 0,-1 3-159 0 0,59-8 159 0 0,7-7-80 0 0,-34-8-2161 0 0,1 22-4481 0 0,-65 14-3523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32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1 240 0 0,'0'0'3882'0'0,"6"0"-2188"0"0,85 3 3228 0 0,8 0-3748 0 0,212 17-153 0 0,-302-19-1028 0 0,2 0-42 0 0,-2-1-115 0 0,-1 0 0 0 0,1 1 0 0 0,-1 1 0 0 0,0-1 0 0 0,1 1 0 0 0,-1 1 0 0 0,15 6 0 0 0,4 4-4248 0 0,-22-12 3515 0 0,1 1-2718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32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1521 0 0,'0'-7'4002'0'0,"0"-1"-2642"0"0,32 2 1281 0 0,-32 0-1440 0 0,33-3-1 0 0,0 3-79 0 0,-33 0-1 0 0,32 6-159 0 0,1-6-81 0 0,32 6-239 0 0,33 12-161 0 0,33 9-80 0 0,58 20-640 0 0,-26-7-1441 0 0,-97-13-3121 0 0,-34-7-4002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34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1 240 0 0,'-6'1'307'0'0,"-21"4"106"0"0,27-2-118 0 0,0-2-268 0 0,0-1 0 0 0,0 1 0 0 0,-1-1 0 0 0,1 1 0 0 0,0 0 0 0 0,0-1 0 0 0,0 1 0 0 0,0-1 1 0 0,0 1-1 0 0,0-1 0 0 0,0 1 0 0 0,0 0 0 0 0,0-1 0 0 0,1 1 0 0 0,-1-1 0 0 0,0 1 0 0 0,0-1 0 0 0,0 1 0 0 0,1-1 0 0 0,-1 1 0 0 0,0-1 1 0 0,1 1-1 0 0,-1-1 0 0 0,0 1 0 0 0,1-1 0 0 0,-1 1 0 0 0,0-1 0 0 0,1 0 0 0 0,-1 1 0 0 0,2 0 0 0 0,94 21 1547 0 0,-86-19-1405 0 0,0 1-1 0 0,0 0 1 0 0,11 6 0 0 0,-10-4-11 0 0,1-1 0 0 0,0 0 0 0 0,22 6 1 0 0,129 30 868 0 0,-92-22-640 0 0,-21-8 59 0 0,91 34 1 0 0,-132-41-332 0 0,0 0-1 0 0,0 0 0 0 0,0 1 1 0 0,-1 0-1 0 0,1 1 0 0 0,8 8 1 0 0,-9-10-30 0 0,-1-1 1 0 0,0 1 0 0 0,1-1-1 0 0,0 0 1 0 0,0-1 0 0 0,0 0-1 0 0,0 0 1 0 0,8 0 0 0 0,31 9 263 0 0,-12-2-36 0 0,-1-1 0 0 0,45 4 1 0 0,34 7 254 0 0,-15-3-340 0 0,-54-9-162 0 0,1 1 0 0 0,51 17 0 0 0,-29-7 32 0 0,-53-15-66 0 0,-1 0 1 0 0,1 1-1 0 0,14 6 0 0 0,187 65 218 0 0,-207-72-233 0 0,252 65 917 0 0,-246-66-906 0 0,135 22 197 0 0,-124-23 28 0 0,48-4 0 0 0,-8-1 268 0 0,-6 3-105 0 0,-26-1-184 0 0,39 4 1 0 0,31 16 135 0 0,-85-14 96 0 0,1 0 0 0 0,0-1 1 0 0,0 0-1 0 0,0-2 0 0 0,0 0 0 0 0,0-2 0 0 0,33-4 1 0 0,79-27 1362 0 0,-39 17-1333 0 0,-71 9-408 0 0,0 2 0 0 0,1 0 0 0 0,0 2 0 0 0,-1 0 1 0 0,1 1-1 0 0,32 4 0 0 0,-8-2 31 0 0,-14-4 112 0 0,34 0 116 0 0,-66 3-361 0 0,0 0 1 0 0,0-1-1 0 0,0 1 1 0 0,0 0-1 0 0,0 0 0 0 0,1 0 1 0 0,-1 0-1 0 0,0 0 1 0 0,0 0-1 0 0,0 0 1 0 0,0 0-1 0 0,1 0 1 0 0,-1 0-1 0 0,0 0 1 0 0,0 0-1 0 0,0 0 1 0 0,0 0-1 0 0,1 0 1 0 0,-1 0-1 0 0,0 0 1 0 0,0 0-1 0 0,0 0 1 0 0,0 0-1 0 0,1 0 1 0 0,-1 0-1 0 0,0 1 0 0 0,0-1 1 0 0,0 0-1 0 0,0 0 1 0 0,0 0-1 0 0,0 0 1 0 0,1 0-1 0 0,-1 0 1 0 0,0 0-1 0 0,0 1 1 0 0,0-1-1 0 0,0 0 1 0 0,0 0-1 0 0,0 0 1 0 0,0 0-1 0 0,0 0 1 0 0,0 1-1 0 0,1-1 1 0 0,-1 0-1 0 0,0 0 1 0 0,0 0-1 0 0,0 0 1 0 0,0 0-1 0 0,0 1 0 0 0,0-1 1 0 0,0 0-1 0 0,0 0 1 0 0,0 0-1 0 0,0 0 1 0 0,0 1-1 0 0,0-1 1 0 0,-1 0-1 0 0,1 0 1 0 0,0 0-1 0 0,0 1 1 0 0,-5 1-3427 0 0,-28 6-1587 0 0,-27 4-1814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35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0 150 80 0 0,'6'0'1067'0'0,"12"-3"1587"0"0,0 0 1 0 0,27-8-1 0 0,-1 0-185 0 0,-17 3-1621 0 0,0-1 0 0 0,-1-2 1 0 0,-1 0-1 0 0,27-17 1 0 0,-20 4-42 0 0,-28 20-675 0 0,1 0 1 0 0,0 0-1 0 0,0 1 0 0 0,0-1 0 0 0,9-3 0 0 0,8 2-38 0 0,-21 5-94 0 0,-1 0 0 0 0,0 0 1 0 0,1 0-1 0 0,-1 1 1 0 0,0-1-1 0 0,1 0 1 0 0,-1 0-1 0 0,0 0 0 0 0,0 0 1 0 0,1 1-1 0 0,-1-1 1 0 0,0 0-1 0 0,1 0 0 0 0,-1 1 1 0 0,0-1-1 0 0,0 0 1 0 0,0 1-1 0 0,1-1 0 0 0,-1 0 1 0 0,0 0-1 0 0,0 1 1 0 0,0-1-1 0 0,0 0 0 0 0,0 1 1 0 0,1-1-1 0 0,-1 1 1 0 0,0-1-1 0 0,0 0 0 0 0,0 1 1 0 0,0-1-1 0 0,0 0 1 0 0,0 1-1 0 0,0-1 0 0 0,0 0 1 0 0,0 1-1 0 0,0-1 1 0 0,-1 0-1 0 0,1 1 1 0 0,0-1-1 0 0,0 1 0 0 0,-6 20 50 0 0,-5 4 123 0 0,-1 0 0 0 0,-21 30 0 0 0,2-4 109 0 0,-40 94 291 0 0,67-138-563 0 0,-1 1 0 0 0,2 0 0 0 0,-1-1 0 0 0,1 1 0 0 0,0 1 0 0 0,0-1 0 0 0,1 0 0 0 0,0 1 0 0 0,1-1 0 0 0,0 1 0 0 0,0 12 0 0 0,1-23-103 0 0,0 1-1 0 0,0-1 0 0 0,1 0 1 0 0,-1 1-1 0 0,0-1 0 0 0,1 1 1 0 0,-1-1-1 0 0,1 1 0 0 0,0-1 1 0 0,0 1-1 0 0,-1 0 1 0 0,1-1-1 0 0,0 1 0 0 0,0 0 1 0 0,0 0-1 0 0,0-1 0 0 0,1 1 1 0 0,-1 0-1 0 0,0 0 0 0 0,2-1 1 0 0,7-8-702 0 0,1-18-1459 0 0,-2 13 899 0 0,-2 2-801 0 0,1 0 1 0 0,0 0-1 0 0,20-21 0 0 0,4 6-1206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36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94 1121 0 0,'1'-1'95'0'0,"0"0"1"0"0,0 0 0 0 0,0 0 0 0 0,-1 0 0 0 0,1 0 0 0 0,1 0-1 0 0,-1 0 1 0 0,0 0 0 0 0,0 0 0 0 0,0 1 0 0 0,0-1 0 0 0,1 0 0 0 0,-1 1-1 0 0,0-1 1 0 0,0 1 0 0 0,1 0 0 0 0,-1-1 0 0 0,3 1 0 0 0,-1-1 203 0 0,11-7 10 0 0,1 0-1 0 0,-1 2 1 0 0,1-1-1 0 0,0 2 0 0 0,0 0 1 0 0,1 1-1 0 0,19-3 0 0 0,8 2 500 0 0,74 0-1 0 0,-116 5-677 0 0,0 0-76 0 0,0 1 0 0 0,0-1 0 0 0,0 0 0 0 0,0 0 0 0 0,0 0 0 0 0,0 0 0 0 0,1 0 1 0 0,-1 0-1 0 0,0 0 0 0 0,0 0 0 0 0,0 0 0 0 0,0-1 0 0 0,0 1 0 0 0,0 0 0 0 0,0-1 0 0 0,0 1 0 0 0,0-1 0 0 0,0 1 0 0 0,0-1 0 0 0,0 1 0 0 0,0-1 1 0 0,-1 0-1 0 0,3-2 2534 0 0,-4 3-2534 0 0,1 0 0 0 0,-1 0 1 0 0,0 1-1 0 0,1-1 0 0 0,-1 0 0 0 0,0 0 0 0 0,1 0 0 0 0,-1 0 0 0 0,1 0 1 0 0,-1 0-1 0 0,0 0 0 0 0,1 0 0 0 0,-1 0 0 0 0,0 0 0 0 0,1 0 0 0 0,-1 0 1 0 0,1-1-1 0 0,-1 1 0 0 0,0 0 0 0 0,1 0 0 0 0,-2-1 0 0 0,1 0 38 0 0,-1 0 0 0 0,0 0 0 0 0,0 1 0 0 0,0-1 1 0 0,0 0-1 0 0,0 1 0 0 0,-1 0 0 0 0,1-1 0 0 0,0 1 0 0 0,0 0 0 0 0,0 0 0 0 0,-3 1 0 0 0,-97-6 1495 0 0,-93 18 149 0 0,159-9-1430 0 0,-1 3 1 0 0,1 1-1 0 0,-57 20 1 0 0,86-25-300 0 0,0 0 0 0 0,0 0 1 0 0,0 0-1 0 0,1 1 1 0 0,-1 0-1 0 0,1 0 1 0 0,0 1-1 0 0,-7 6 0 0 0,13-10-6 0 0,-1-1 0 0 0,1 0 0 0 0,0 1-1 0 0,-1-1 1 0 0,1 1 0 0 0,0 0-1 0 0,-1-1 1 0 0,1 1 0 0 0,0-1 0 0 0,0 1-1 0 0,0-1 1 0 0,-1 1 0 0 0,1 0-1 0 0,0-1 1 0 0,0 1 0 0 0,0-1 0 0 0,0 1-1 0 0,0 0 1 0 0,0-1 0 0 0,0 1-1 0 0,0-1 1 0 0,0 1 0 0 0,0 0 0 0 0,1-1-1 0 0,-1 1 1 0 0,0-1 0 0 0,0 1-1 0 0,0 0 1 0 0,1-1 0 0 0,-1 1 0 0 0,0-1-1 0 0,1 1 1 0 0,-1-1 0 0 0,0 1-1 0 0,1-1 1 0 0,-1 0 0 0 0,2 1 0 0 0,20 12 14 0 0,-18-12-18 0 0,61 25-10 0 0,-33-19-40 0 0,164 2 26 0 0,-187-9 11 0 0,28 2-95 0 0,-36-2 108 0 0,0 0 1 0 0,0 0 0 0 0,0 0 0 0 0,-1 1-1 0 0,1-1 1 0 0,0 0 0 0 0,0 1 0 0 0,0-1-1 0 0,0 0 1 0 0,-1 1 0 0 0,1-1-1 0 0,0 1 1 0 0,0-1 0 0 0,-1 1 0 0 0,1 0-1 0 0,0-1 1 0 0,-1 1 0 0 0,1 0 0 0 0,0-1-1 0 0,-1 1 1 0 0,1 0 0 0 0,-1 0-1 0 0,0-1 1 0 0,1 1 0 0 0,-1 0 0 0 0,1 0-1 0 0,-1 0 1 0 0,0 0 0 0 0,0 0-1 0 0,0-1 1 0 0,1 3 0 0 0,-1 7 11 0 0,0-8 3 0 0,1 1 1 0 0,-1-1 0 0 0,0 0 0 0 0,0 1 0 0 0,0-1 0 0 0,-1 1 0 0 0,1-1-1 0 0,0 1 1 0 0,-1-1 0 0 0,0 0 0 0 0,1 1 0 0 0,-1-1 0 0 0,0 0 0 0 0,0 0-1 0 0,0 0 1 0 0,-1 0 0 0 0,-1 3 0 0 0,-7 4 13 0 0,0 0-1 0 0,0-1 1 0 0,-1 0-1 0 0,0-1 1 0 0,0 0-1 0 0,-1-1 1 0 0,0 0 0 0 0,0-1-1 0 0,0-1 1 0 0,-1 0-1 0 0,-16 4 1 0 0,2-4-127 0 0,-1 0 0 0 0,1-2 0 0 0,-42-2 0 0 0,55-2-513 0 0,-1 0 1 0 0,1 0 0 0 0,0-2 0 0 0,0 0 0 0 0,0 0 0 0 0,1-1-1 0 0,-1-1 1 0 0,-16-10 0 0 0,-36-23-6043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36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2161 0 0,'0'0'117'0'0,"0"1"-1"0"0,0-1 1 0 0,-1 1-1 0 0,1-1 1 0 0,0 0-1 0 0,-1 1 1 0 0,1-1-1 0 0,0 0 1 0 0,-1 1 0 0 0,1-1-1 0 0,0 0 1 0 0,-1 1-1 0 0,1-1 1 0 0,0 0-1 0 0,-1 0 1 0 0,1 1-1 0 0,-1-1 1 0 0,1 0 0 0 0,-1 0-1 0 0,1 0 1 0 0,-1 0-1 0 0,1 0 1 0 0,0 0-1 0 0,-1 1 1 0 0,1-1-1 0 0,-1 0 1 0 0,1 0 0 0 0,-1 0-1 0 0,0-1 1 0 0,-14 1 5337 0 0,54 2-3313 0 0,65 12 0 0 0,63 6-127 0 0,773-22-13 0 0,-829-10-3254 0 0,11-1-5818 0 0,-56 12 68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37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72 160 0 0,'-5'0'2001'0'0,"-2"0"-1894"0"0,-2 0 808 0 0,13-1 633 0 0,52-5 3859 0 0,-40 3-5094 0 0,0 1 1 0 0,0 1-1 0 0,0 1 1 0 0,24 2-1 0 0,-14 0 111 0 0,34-3-1 0 0,-27-4-22 0 0,-33 6-147 0 0,0-1-235 0 0,0 0 1 0 0,0 1-1 0 0,0-1 1 0 0,0 0-1 0 0,0 0 1 0 0,0 0-1 0 0,0 1 1 0 0,0-1-1 0 0,0 0 1 0 0,0 0-1 0 0,0 0 1 0 0,0 1-1 0 0,0-1 1 0 0,0 0-1 0 0,0 0 1 0 0,0 0-1 0 0,0 0 1 0 0,0 1-1 0 0,0-1 1 0 0,0 0-1 0 0,0 0 1 0 0,0 0-1 0 0,0 1 1 0 0,-1-1-1 0 0,1 0 1 0 0,0 0-1 0 0,0 0 1 0 0,0 0-1 0 0,0 1 1 0 0,0-1-1 0 0,0 0 1 0 0,-1 0-1 0 0,1 0 1 0 0,0 0-1 0 0,0 0 1 0 0,0 0-1 0 0,0 0 1 0 0,-1 1-1 0 0,1-1 1 0 0,0 0-1 0 0,0 0 1 0 0,0 0-1 0 0,-1 0 1 0 0,1 0-1 0 0,0 0 1 0 0,0 0-1 0 0,0 0 1 0 0,-1 0-1 0 0,1 0 1 0 0,0 0-1 0 0,0 0 1 0 0,0 0-1 0 0,-1 0 1 0 0,-19 3 229 0 0,0 0-1 0 0,0-1 1 0 0,0-1 0 0 0,-1 0-1 0 0,-36-5 1 0 0,-111-25 873 0 0,102 14-455 0 0,0 4 0 0 0,-85-4 0 0 0,149 15-660 0 0,0 0 0 0 0,0 0-1 0 0,0 0 1 0 0,0 0 0 0 0,0 0 0 0 0,0 0-1 0 0,0 1 1 0 0,0-1 0 0 0,0 1-1 0 0,0-1 1 0 0,0 1 0 0 0,-3 2 0 0 0,1-1-1 0 0,4-2-7 0 0,-1 0 1 0 0,1 0 0 0 0,0 0-1 0 0,-1 1 1 0 0,1-1-1 0 0,0 0 1 0 0,0 0 0 0 0,-1 0-1 0 0,1 1 1 0 0,0-1-1 0 0,0 0 1 0 0,-1 0 0 0 0,1 1-1 0 0,0-1 1 0 0,0 0-1 0 0,-1 0 1 0 0,1 1 0 0 0,0-1-1 0 0,0 0 1 0 0,0 1-1 0 0,0-1 1 0 0,0 0 0 0 0,0 1-1 0 0,-1-1 1 0 0,1 0-1 0 0,0 1 1 0 0,0-1 0 0 0,0 1-1 0 0,0-1 1 0 0,0 0 0 0 0,0 1-1 0 0,0-1 1 0 0,1 1-1 0 0,-2 3 2 0 0,1 0 0 0 0,-1-1 0 0 0,0 1 0 0 0,0 0 0 0 0,-1 0 0 0 0,1-1 0 0 0,-1 1 0 0 0,1-1-1 0 0,-1 1 1 0 0,-3 3 0 0 0,4-5 6 0 0,-1 0-1 0 0,1 0 0 0 0,-1 0 0 0 0,1 0 1 0 0,0 0-1 0 0,0 1 0 0 0,0-1 0 0 0,0 0 1 0 0,0 1-1 0 0,0-1 0 0 0,1 0 0 0 0,-1 1 1 0 0,1-1-1 0 0,0 1 0 0 0,0-1 0 0 0,0 1 1 0 0,0-1-1 0 0,0 1 0 0 0,0-1 0 0 0,1 1 1 0 0,-1-1-1 0 0,1 1 0 0 0,0 2 0 0 0,2-1-10 0 0,0-1 0 0 0,0 1 0 0 0,0-1 0 0 0,0 0 0 0 0,0 0-1 0 0,1 0 1 0 0,-1 0 0 0 0,1 0 0 0 0,0-1 0 0 0,-1 0 0 0 0,1 0-1 0 0,1 0 1 0 0,-1 0 0 0 0,0 0 0 0 0,9 1 0 0 0,14-3-76 0 0,119-20 95 0 0,-98 11 14 0 0,1 3 0 0 0,0 1 0 0 0,0 2 0 0 0,62 6 0 0 0,-97-2-27 0 0,1 1 1 0 0,-1 1 0 0 0,0 0-1 0 0,27 10 1 0 0,-39-12 3 0 0,0 0-1 0 0,0 0 1 0 0,0 0-1 0 0,-1 0 1 0 0,1 0-1 0 0,0 0 1 0 0,0 0-1 0 0,-1 0 1 0 0,1 1-1 0 0,0-1 1 0 0,-1 1 0 0 0,1-1-1 0 0,-1 1 1 0 0,0-1-1 0 0,1 1 1 0 0,-1 0-1 0 0,0 0 1 0 0,0 0-1 0 0,0 0 1 0 0,-1 0-1 0 0,1 0 1 0 0,0 0-1 0 0,-1 0 1 0 0,1 0 0 0 0,-1 0-1 0 0,1 0 1 0 0,-1 0-1 0 0,0 0 1 0 0,0 0-1 0 0,0 0 1 0 0,0 1-1 0 0,-1 2 1 0 0,-1 1 49 0 0,0 0 0 0 0,0 1 0 0 0,-1-1 0 0 0,0-1 0 0 0,0 1 0 0 0,0 0 0 0 0,-1-1 1 0 0,1 1-1 0 0,-6 5 0 0 0,-5 3 325 0 0,0 0 0 0 0,-1-1 0 0 0,0 0 0 0 0,-1-1 0 0 0,-1-1 0 0 0,0-1 0 0 0,0 0 0 0 0,-21 8 0 0 0,-13 3 1171 0 0,-84 22 1 0 0,97-33-1128 0 0,-2 0 0 0 0,1-3 0 0 0,-1-1 1 0 0,-73 1-1 0 0,99-8-710 0 0,0 0 1 0 0,0-1-1 0 0,1 0 1 0 0,-1-1-1 0 0,1-1 0 0 0,0 0 1 0 0,-18-8-1 0 0,23 8-359 0 0,0-1 0 0 0,0 1 0 0 0,1-1 0 0 0,0-1-1 0 0,0 0 1 0 0,0 0 0 0 0,1 0 0 0 0,-1-1 0 0 0,2 1 0 0 0,-1-1 0 0 0,1-1-1 0 0,-6-10 1 0 0,-22-43-10720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30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4 267 160 0 0,'-1'-12'2666'0'0,"0"9"-2282"0"0,1 0 0 0 0,-1 0 1 0 0,1 0-1 0 0,0 0 0 0 0,0 0 1 0 0,0-1-1 0 0,0 1 0 0 0,1 0 1 0 0,-1 0-1 0 0,1 0 0 0 0,0 0 1 0 0,0 0-1 0 0,0 1 0 0 0,2-6 1 0 0,5 2-100 0 0,-6 4-199 0 0,1 0-1 0 0,-1 1 1 0 0,0-2 0 0 0,0 1-1 0 0,0 0 1 0 0,0 0-1 0 0,0-1 1 0 0,0 1 0 0 0,-1-1-1 0 0,3-3 1 0 0,1-2-32 0 0,1 0-1 0 0,-1 1 1 0 0,2 0 0 0 0,-1 1-1 0 0,1-1 1 0 0,0 1 0 0 0,0 0-1 0 0,1 1 1 0 0,0 0 0 0 0,0 0-1 0 0,14-6 1 0 0,34-23 116 0 0,-46 27-147 0 0,0 0 0 0 0,1 1 0 0 0,-1 0-1 0 0,2 1 1 0 0,-1 0 0 0 0,0 1 0 0 0,1 0 0 0 0,0 1 0 0 0,-1 0 0 0 0,2 1 0 0 0,-1 0 0 0 0,0 1 0 0 0,18 0 0 0 0,-12 3-20 0 0,-1 0-1 0 0,0 1 1 0 0,0 0-1 0 0,0 1 1 0 0,-1 1-1 0 0,1 1 1 0 0,-1 1-1 0 0,-1 0 1 0 0,23 13-1 0 0,-17-7 13 0 0,9 3 21 0 0,-2 1 1 0 0,0 2-1 0 0,39 32 0 0 0,-65-48-29 0 0,0 0 0 0 0,0 0 0 0 0,0-1-1 0 0,0 1 1 0 0,-1 0 0 0 0,1 1 0 0 0,-1-1-1 0 0,1 0 1 0 0,-1 0 0 0 0,0 1 0 0 0,-1-1-1 0 0,1 0 1 0 0,0 1 0 0 0,-1-1 0 0 0,0 1-1 0 0,0-1 1 0 0,0 1 0 0 0,0-1 0 0 0,-1 0-1 0 0,1 1 1 0 0,-2 4 0 0 0,-1 0 15 0 0,0 1 1 0 0,0-2 0 0 0,-1 1-1 0 0,0 0 1 0 0,0-1 0 0 0,-9 12-1 0 0,-5 9 73 0 0,12-18-60 0 0,-1 0 0 0 0,1-1 1 0 0,-1 0-1 0 0,-1 0 1 0 0,-10 9-1 0 0,4-7-1 0 0,-1-1 0 0 0,1-1 0 0 0,-2-1 1 0 0,1 0-1 0 0,-1-1 0 0 0,0 0 0 0 0,-1-2 0 0 0,1 0 0 0 0,-27 5 0 0 0,5-4-422 0 0,0-2-1 0 0,-1-2 0 0 0,-51-3 0 0 0,25-5-2652 0 0,0-8-1735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31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1 1040 0 0,'-26'0'1121'0'0,"-39"6"160"0"0,32 8 239 0 0,-65 22 641 0 0,0 12-240 0 0,33-1-880 0 0,65-5-481 0 0,0 0-160 0 0,33 5 160 0 0,-1 1-240 0 0,1-6-240 0 0,65-15-160 0 0,32-13 160 0 0,27-22-480 0 0,6-4-880 0 0,1-24-2802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31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740 468 320 0 0,'27'10'1014'0'0,"-19"-5"418"0"0,-10-4-756 0 0,-1-3 134 0 0,11-1 1021 0 0,14-1-937 0 0,-22 4-856 0 0,-1 0 1 0 0,1 0-1 0 0,0 0 1 0 0,0 0-1 0 0,0 0 1 0 0,0 0-1 0 0,0 0 1 0 0,-1-1-1 0 0,1 1 1 0 0,0 0-1 0 0,0 0 1 0 0,0 0-1 0 0,0 0 1 0 0,0 0 0 0 0,0-1-1 0 0,0 1 1 0 0,0 0-1 0 0,-1 0 1 0 0,1 0-1 0 0,0 0 1 0 0,0 0-1 0 0,0-1 1 0 0,0 1-1 0 0,0 0 1 0 0,0 0-1 0 0,0 0 1 0 0,0 0 0 0 0,0-1-1 0 0,0 1 1 0 0,0 0-1 0 0,0 0 1 0 0,0 0-1 0 0,0-1 1 0 0,0 1-1 0 0,0 0 1 0 0,1 0-1 0 0,-1 0 1 0 0,0 0-1 0 0,0 0 1 0 0,0-1 0 0 0,0 1-1 0 0,0 0 1 0 0,0 0-1 0 0,0 0 1 0 0,0 0-1 0 0,1 0 1 0 0,-1 0-1 0 0,0-1 1 0 0,0 1-1 0 0,0 0 1 0 0,0 0-1 0 0,0 0 1 0 0,1 0-1 0 0,-67-14 3471 0 0,-42-7-1041 0 0,18 10-1235 0 0,-55-9 324 0 0,120 16-1257 0 0,0-2-1 0 0,1-1 1 0 0,-36-14-1 0 0,41 11-10 0 0,0 0 0 0 0,-30-23-1 0 0,38 25-197 0 0,0 0 0 0 0,-1 0 0 0 0,0 2 0 0 0,-13-7 0 0 0,-2-1 157 0 0,21 9-190 0 0,6 5-52 0 0,-1 0 0 0 0,1-1 0 0 0,0 1 0 0 0,-1 0 0 0 0,1 0 0 0 0,0 0 0 0 0,-1-1 0 0 0,1 1 0 0 0,0 0 0 0 0,0-1 0 0 0,-1 1 0 0 0,1 0 0 0 0,0-1-1 0 0,0 1 1 0 0,-1 0 0 0 0,1-1 0 0 0,0 1 0 0 0,0 0 0 0 0,0-1 0 0 0,0 1 0 0 0,0-1 0 0 0,0 1 0 0 0,0 0 0 0 0,-1-1 0 0 0,1 1 0 0 0,0-1 0 0 0,0 1-4 0 0,0 0 0 0 0,1-1 0 0 0,-1 1 0 0 0,-1 0 0 0 0,1 0 0 0 0,0-1 0 0 0,0 1 0 0 0,0 0 0 0 0,0 0 0 0 0,0 0 0 0 0,0-1 0 0 0,0 1 0 0 0,0 0 0 0 0,0 0 0 0 0,0 0 0 0 0,0-1 0 0 0,0 1 0 0 0,-1 0 1 0 0,1 0-1 0 0,0 0 0 0 0,0 0 0 0 0,0 0 0 0 0,0-1 0 0 0,-1 1 0 0 0,1 0 0 0 0,0 0 0 0 0,0 0 0 0 0,0 0 0 0 0,0 0 0 0 0,-1 0 0 0 0,1 0 0 0 0,0 0 0 0 0,0 0 0 0 0,-1-1 0 0 0,1 1 0 0 0,0 0 0 0 0,0 0 1 0 0,-1 0-1 0 0,-6 0 31 0 0,7 0-26 0 0,-1 0 1 0 0,0 1-1 0 0,1-1 0 0 0,-1 0 1 0 0,1 0-1 0 0,-1 0 0 0 0,0 0 1 0 0,0 0-1 0 0,1 0 1 0 0,-1 0-1 0 0,0 0 0 0 0,1 0 1 0 0,-1-1-1 0 0,1 1 0 0 0,-1 0 1 0 0,0 0-1 0 0,1-1 0 0 0,-1 1 1 0 0,0 0-1 0 0,1-1 0 0 0,-1 1 1 0 0,1 0-1 0 0,-1-1 0 0 0,1 1 1 0 0,-1-1-1 0 0,1 1 0 0 0,-1-1 1 0 0,1 1-1 0 0,0-1 1 0 0,-1 1-1 0 0,1-1 0 0 0,0 1 1 0 0,-1-1-1 0 0,1 0 0 0 0,0 1 1 0 0,0-1-1 0 0,-1 0 0 0 0,1 0 1 0 0,-5 0 72 0 0,-17 1 0 0 0,22-1-77 0 0,0 1 0 0 0,0 0 0 0 0,0 0 0 0 0,1 0 0 0 0,-1 0 0 0 0,0 0 0 0 0,0 0 0 0 0,0 0 0 0 0,0 0 0 0 0,0 0 0 0 0,0-1 0 0 0,0 1 0 0 0,1 0 0 0 0,-1 0 0 0 0,0 0 0 0 0,0 0 0 0 0,0 0 0 0 0,0-1 0 0 0,0 1 0 0 0,0 0 0 0 0,0 0 0 0 0,0 0 0 0 0,0 0 0 0 0,0-1 0 0 0,0 1 0 0 0,0 0 0 0 0,0 0 0 0 0,0 0 0 0 0,0 0 0 0 0,0-1 0 0 0,0 1 0 0 0,0 0 0 0 0,0 0 0 0 0,0 0 0 0 0,0 0 0 0 0,0 0 1 0 0,0-1-1 0 0,0 1 0 0 0,0 0 0 0 0,-1 0 0 0 0,1 0 0 0 0,0 0 0 0 0,0 0 0 0 0,0-1 0 0 0,0 1 0 0 0,0 0 0 0 0,0 0 0 0 0,0 0 0 0 0,-1 0 0 0 0,1 0 0 0 0,0 0 0 0 0,0 0 0 0 0,87-17 235 0 0,-7 4-143 0 0,221-33 251 0 0,-193 31-238 0 0,309-45 105 0 0,-358 52-690 0 0,45-8-2423 0 0,-43-2-2167 0 0,-23-3-3897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32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0 233 240 0 0,'8'-3'825'0'0,"-7"3"-693"0"0,0 0-1 0 0,1-1 1 0 0,-1 1 0 0 0,0 0-1 0 0,0-1 1 0 0,0 1-1 0 0,0-1 1 0 0,0 1 0 0 0,1-1-1 0 0,-1 0 1 0 0,0 1 0 0 0,0-1-1 0 0,0 0 1 0 0,-1 0-1 0 0,1 0 1 0 0,0 1 0 0 0,0-1-1 0 0,0 0 1 0 0,-1 0 0 0 0,1 0-1 0 0,0 0 1 0 0,-1-1-1 0 0,1 1 1 0 0,-1 0 0 0 0,1 0-1 0 0,-1 0 1 0 0,0 0 0 0 0,1-2-1 0 0,-1 2 10 0 0,0 0 0 0 0,0 0-1 0 0,0 0 1 0 0,1 0 0 0 0,-1 0-1 0 0,0 0 1 0 0,1 0 0 0 0,-1 0-1 0 0,0 0 1 0 0,1 0 0 0 0,-1 1 0 0 0,1-1-1 0 0,0 0 1 0 0,-1 0 0 0 0,1 1-1 0 0,0-1 1 0 0,-1 0 0 0 0,1 1-1 0 0,0-1 1 0 0,0 0 0 0 0,-1 1-1 0 0,1-1 1 0 0,2 0 0 0 0,24-9 1453 0 0,-8 4-215 0 0,10-18 1262 0 0,-25 20-2449 0 0,0 0-1 0 0,0 1 1 0 0,0-1 0 0 0,0 1 0 0 0,1 0-1 0 0,0 0 1 0 0,7-3 0 0 0,-6 3-89 0 0,0 0 1 0 0,0-1-1 0 0,0 0 1 0 0,-1 0-1 0 0,1 0 0 0 0,-1-1 1 0 0,9-9-1 0 0,-12 12-98 0 0,-1 0 0 0 0,1 0 0 0 0,0 1-1 0 0,0-1 1 0 0,0 0 0 0 0,0 1 0 0 0,0 0 0 0 0,0-1-1 0 0,3 0 1 0 0,5-3-26 0 0,22-15 7 0 0,-31 20 12 0 0,-1 0 0 0 0,1-1 0 0 0,-1 1 0 0 0,1-1 0 0 0,-1 1 0 0 0,1-1 0 0 0,-1 1 0 0 0,1-1-1 0 0,-1 0 1 0 0,1 1 0 0 0,-1-1 0 0 0,0 0 0 0 0,1 1 0 0 0,-1-1 0 0 0,0 0 0 0 0,0 1 0 0 0,0-1-1 0 0,1 0 1 0 0,-1 1 0 0 0,0-1 0 0 0,0 0 0 0 0,0 0 0 0 0,0 1 0 0 0,0-1 0 0 0,0 0 0 0 0,0 1 0 0 0,-1-1-1 0 0,1 0 1 0 0,0 0 0 0 0,-1 0 0 0 0,1-11-26 0 0,0 11-39 0 0,0 2 52 0 0,0 1-1 0 0,0-1 1 0 0,1 1-1 0 0,-1-1 1 0 0,0 0 0 0 0,0 1-1 0 0,0-1 1 0 0,-1 0-1 0 0,1 1 1 0 0,0-1-1 0 0,0 0 1 0 0,-1 1-1 0 0,1-1 1 0 0,-1 0-1 0 0,1 1 1 0 0,-1-1-1 0 0,0 0 1 0 0,1 0-1 0 0,-1 0 1 0 0,0 0-1 0 0,0 0 1 0 0,0 0-1 0 0,0 0 1 0 0,-1 2 0 0 0,-25 26 8 0 0,6-7 67 0 0,2 0 0 0 0,-23 34 0 0 0,29-34 26 0 0,5-13 28 0 0,2 1 1 0 0,-1 1 0 0 0,2 0-1 0 0,-1-1 1 0 0,1 2 0 0 0,1-1-1 0 0,0 0 1 0 0,1 1 0 0 0,0 0 0 0 0,-3 24-1 0 0,6-30-85 0 0,0 0-1 0 0,-1 0 1 0 0,0 0-1 0 0,0 0 1 0 0,-1-1-1 0 0,1 1 0 0 0,-1 0 1 0 0,0-1-1 0 0,-1 1 1 0 0,1-1-1 0 0,-1 0 1 0 0,-1 0-1 0 0,1 0 1 0 0,-4 5-1 0 0,5-8-25 0 0,-17 29 42 0 0,19-30-48 0 0,0-1 1 0 0,0 1-1 0 0,0-1 1 0 0,0 1-1 0 0,0 0 1 0 0,0-1-1 0 0,0 1 1 0 0,0-1-1 0 0,1 1 1 0 0,-1 0 0 0 0,0-1-1 0 0,0 1 1 0 0,0-1-1 0 0,1 1 1 0 0,-1-1-1 0 0,0 1 1 0 0,0-1-1 0 0,1 1 1 0 0,-1-1-1 0 0,1 1 1 0 0,-1-1-1 0 0,0 1 1 0 0,1-1 0 0 0,-1 1-1 0 0,1-1 1 0 0,-1 0-1 0 0,1 1 1 0 0,-1-1-1 0 0,1 0 1 0 0,0 0-1 0 0,-1 1 1 0 0,1-1-1 0 0,-1 0 1 0 0,1 0-1 0 0,-1 0 1 0 0,1 0 0 0 0,0 0-1 0 0,-1 1 1 0 0,1-1-1 0 0,0 0 1 0 0,10-2-745 0 0,-3 0-184 0 0,25-12-1786 0 0,-32 13 2339 0 0,0 1 1 0 0,0-1 0 0 0,0 0-1 0 0,1 1 1 0 0,-1-1-1 0 0,0 0 1 0 0,0 0-1 0 0,0 0 1 0 0,0 0-1 0 0,0 0 1 0 0,0 0-1 0 0,-1 0 1 0 0,1 0-1 0 0,0 0 1 0 0,0 0-1 0 0,-1-1 1 0 0,1 1-1 0 0,-1 0 1 0 0,1 0 0 0 0,-1-1-1 0 0,1-1 1 0 0,-1-16-3639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33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264 194 1441 0 0,'-13'9'919'0'0,"0"1"-1"0"0,-1-2 1 0 0,0 0 0 0 0,-29 12 0 0 0,27-14-338 0 0,2 0-1 0 0,-1 2 1 0 0,1 0-1 0 0,-25 19 0 0 0,30-20-385 0 0,0 0-1 0 0,1 1 0 0 0,0 0 0 0 0,-13 18 0 0 0,19-24-152 0 0,0 1 1 0 0,1 0-1 0 0,-1-1 0 0 0,1 1 1 0 0,0 0-1 0 0,0 0 0 0 0,0-1 1 0 0,0 1-1 0 0,1 0 1 0 0,-1 0-1 0 0,1 0 0 0 0,0 0 1 0 0,-1 0-1 0 0,1 0 1 0 0,1 0-1 0 0,-1 0 0 0 0,0 0 1 0 0,1 0-1 0 0,-1 0 0 0 0,1 0 1 0 0,0 0-1 0 0,0 0 1 0 0,3 4-1 0 0,-1-1-12 0 0,1-1 0 0 0,0 0 1 0 0,0-1-1 0 0,0 1 0 0 0,1-1 0 0 0,-1 1 0 0 0,1-1 1 0 0,0-1-1 0 0,0 1 0 0 0,1-1 0 0 0,-1 0 0 0 0,1 0 1 0 0,-1 0-1 0 0,13 3 0 0 0,-4-2 23 0 0,0 0 1 0 0,0-1-1 0 0,1 0 1 0 0,-1-1-1 0 0,22 0 1 0 0,-14-4 189 0 0,-1 0 1 0 0,1-1-1 0 0,-1-1 0 0 0,0-1 1 0 0,0-1-1 0 0,-1-1 1 0 0,28-13-1 0 0,-25 7 53 0 0,0 0-1 0 0,-1-2 1 0 0,-1 0 0 0 0,0-1-1 0 0,29-30 1 0 0,-21 19 38 0 0,-14 14-169 0 0,-3 2-6 0 0,0 0 0 0 0,0 0 0 0 0,11-17 1 0 0,-20 24-77 0 0,0-1 0 0 0,0 0 0 0 0,0 0 0 0 0,-1 0 0 0 0,0-1 0 0 0,0 1 0 0 0,0 0 0 0 0,-1-1 0 0 0,0 1 0 0 0,0-1 0 0 0,0 1 0 0 0,-1-11 0 0 0,0 12 2 0 0,0 0-1 0 0,0-1 1 0 0,-1 1 0 0 0,0-1 0 0 0,0 1-1 0 0,0 0 1 0 0,0 0 0 0 0,-1 0 0 0 0,1 0-1 0 0,-1 0 1 0 0,0 0 0 0 0,0 0 0 0 0,-1 0-1 0 0,1 1 1 0 0,-1-1 0 0 0,0 1 0 0 0,0 0-1 0 0,0 0 1 0 0,0 0 0 0 0,0 0 0 0 0,-7-4-1 0 0,-1-3 133 0 0,3 3-190 0 0,0 0 0 0 0,0 0 0 0 0,0 1 0 0 0,-1 0 1 0 0,0 1-1 0 0,0 0 0 0 0,0 0 0 0 0,-1 1 0 0 0,0 0 1 0 0,0 1-1 0 0,0 0 0 0 0,0 0 0 0 0,0 1 0 0 0,-1 0 1 0 0,1 1-1 0 0,0 0 0 0 0,-1 1 0 0 0,1 0 0 0 0,-1 1 1 0 0,1 0-1 0 0,-1 0 0 0 0,1 1 0 0 0,0 1 0 0 0,0 0 1 0 0,-15 6-1 0 0,6-3-478 0 0,16-6 292 0 0,0 1 1 0 0,0 0-1 0 0,0-1 0 0 0,0 2 0 0 0,1-1 1 0 0,-1 0-1 0 0,1 0 0 0 0,-1 1 0 0 0,1 0 1 0 0,-1-1-1 0 0,1 1 0 0 0,0 0 0 0 0,-1 0 1 0 0,1 0-1 0 0,0 0 0 0 0,1 1 0 0 0,-3 2 1 0 0,0 1-359 0 0,3-6 290 0 0,0 1 0 0 0,0 0-1 0 0,0 0 1 0 0,0 0 0 0 0,0 0 0 0 0,1 0-1 0 0,-1 0 1 0 0,0 0 0 0 0,1 1 0 0 0,-1-1 0 0 0,1 0-1 0 0,0 0 1 0 0,-1 0 0 0 0,1 1 0 0 0,-1 1-1 0 0,2-1-119 0 0,0 0-1 0 0,0-1 1 0 0,0 1-1 0 0,0 0 1 0 0,0 0-1 0 0,1-1 1 0 0,-1 1-1 0 0,0-1 1 0 0,1 1-1 0 0,-1-1 1 0 0,1 1-1 0 0,-1-1 1 0 0,3 1-1 0 0,29 25-6068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34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54 1361 0 0,'1'0'57'0'0,"-1"0"0"0"0,0 0 0 0 0,0 0 0 0 0,0 0 0 0 0,0 0 1 0 0,0-1-1 0 0,0 1 0 0 0,0 0 0 0 0,0 0 0 0 0,0 0 0 0 0,1 0 1 0 0,-1-1-1 0 0,0 1 0 0 0,0 0 0 0 0,0 0 0 0 0,0 0 0 0 0,0 0 1 0 0,0-1-1 0 0,0 1 0 0 0,0 0 0 0 0,0 0 0 0 0,0 0 1 0 0,0-1-1 0 0,0 1 0 0 0,0 0 0 0 0,0 0 0 0 0,-1 0 0 0 0,1 0 1 0 0,0-1-1 0 0,0 1 0 0 0,0 0 0 0 0,0 0 0 0 0,0 0 0 0 0,0 0 1 0 0,0 0-1 0 0,0-1 0 0 0,-1 1 0 0 0,1 0 0 0 0,0 0 0 0 0,0 0 1 0 0,0 0-1 0 0,0 0 0 0 0,0 0 0 0 0,-1 0 0 0 0,1 0 0 0 0,0-1 1 0 0,0 1-1 0 0,0 0 0 0 0,0 0 0 0 0,-1 0 0 0 0,1 0 0 0 0,0 0 1 0 0,0 0-1 0 0,0 0 0 0 0,-1 0 0 0 0,1 0 0 0 0,0 0 0 0 0,0 0 1 0 0,0 0-1 0 0,0 0 0 0 0,-1 0 0 0 0,1 0 0 0 0,0 1 0 0 0,0-1 1 0 0,0 0-1 0 0,0 0 0 0 0,-1 0 0 0 0,1 0 0 0 0,0 0 0 0 0,-5 0-517 0 0,-44-1 7857 0 0,33-2-4283 0 0,-1 2-2706 0 0,16 1-356 0 0,1 0 1 0 0,0 1-1 0 0,-1-1 1 0 0,1 0-1 0 0,-1 1 1 0 0,1-1 0 0 0,0 0-1 0 0,-1 0 1 0 0,1 1-1 0 0,0-1 1 0 0,0 1-1 0 0,-1-1 1 0 0,1 0 0 0 0,0 1-1 0 0,0-1 1 0 0,-1 1-1 0 0,1-1 1 0 0,0 1-1 0 0,0-1 1 0 0,0 0 0 0 0,0 1-1 0 0,0-1 1 0 0,0 1-1 0 0,0-1 1 0 0,0 1-1 0 0,0-1 1 0 0,0 1 0 0 0,0-1-1 0 0,0 1 1 0 0,0-1-1 0 0,0 1 1 0 0,0-1-1 0 0,0 1 1 0 0,0-1 0 0 0,1 0-1 0 0,-1 1 1 0 0,0-1-1 0 0,0 1 1 0 0,1-1-1 0 0,-1 0 1 0 0,0 1 0 0 0,0-1-1 0 0,1 1 1 0 0,-1-1-1 0 0,0 0 1 0 0,1 0-1 0 0,-1 1 1 0 0,1-1 0 0 0,-1 0-1 0 0,1 1 1 0 0,91 6 536 0 0,-71-4-423 0 0,-1-1 1 0 0,1-1-1 0 0,-1 0 1 0 0,1-1-1 0 0,-1-2 1 0 0,1 0-1 0 0,31-8 1 0 0,8-6 686 0 0,-27-4-319 0 0,-33 20-583 0 0,1 0 0 0 0,-1-1 0 0 0,1 1 0 0 0,-1-1 1 0 0,1 1-1 0 0,-1-1 0 0 0,1 0 0 0 0,-1 1 0 0 0,0-1 0 0 0,1 1 0 0 0,-1-1 0 0 0,0 0 0 0 0,1 1 1 0 0,-1-1-1 0 0,0 0 0 0 0,0 1 0 0 0,0-1 0 0 0,0 0 0 0 0,1 1 0 0 0,-1-1 0 0 0,0 0 0 0 0,0 1 1 0 0,0-1-1 0 0,-1 0 0 0 0,1-1 0 0 0,-2-4-3487 0 0,-24 2-8798 0 0,21 4 8225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3:35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118 154 560 0 0,'-7'0'657'0'0,"-1"0"0"0"0,1 0-1 0 0,-1-1 1 0 0,1 0 0 0 0,0-1 0 0 0,-1 0-1 0 0,1 0 1 0 0,0 0 0 0 0,0-1-1 0 0,0 0 1 0 0,0 0 0 0 0,-9-7-1 0 0,2-3 1184 0 0,22 0-264 0 0,-2 7-1176 0 0,-5 5-302 0 0,-1 0 0 0 0,1 1 0 0 0,-1-1 0 0 0,1 0 0 0 0,-1 0 0 0 0,1 0 0 0 0,-1 0 1 0 0,1 0-1 0 0,-1 0 0 0 0,0 0 0 0 0,1 0 0 0 0,-1 0 0 0 0,0 0 0 0 0,0 0 0 0 0,0 0 1 0 0,0 0-1 0 0,0-3 0 0 0,0 4-47 0 0,0-1 0 0 0,0 0 0 0 0,0 0 0 0 0,0 0 0 0 0,0 1 0 0 0,0-1 0 0 0,0 0 0 0 0,0 0-1 0 0,1 0 1 0 0,-1 1 0 0 0,0-1 0 0 0,0 0 0 0 0,1 0 0 0 0,-1 1 0 0 0,1-1 0 0 0,-1 0 0 0 0,1 1 0 0 0,0-2 0 0 0,10-5 295 0 0,0 0 0 0 0,1 1 0 0 0,0 1-1 0 0,0 0 1 0 0,15-4 0 0 0,-21 6-260 0 0,10-1-24 0 0,0 0 0 0 0,0 2-1 0 0,0-1 1 0 0,1 2 0 0 0,-1 0-1 0 0,1 1 1 0 0,21 3 0 0 0,-31-3-74 0 0,-1 0 1 0 0,0 1-1 0 0,1 0 0 0 0,-1 0 1 0 0,0 0-1 0 0,0 1 1 0 0,0 0-1 0 0,0 0 0 0 0,-1 1 1 0 0,1 0-1 0 0,0 0 1 0 0,-1 0-1 0 0,0 0 1 0 0,0 1-1 0 0,0 0 0 0 0,0 0 1 0 0,-1 1-1 0 0,7 7 1 0 0,-7-7 1 0 0,-2 0 0 0 0,1 0 0 0 0,0 0 0 0 0,-1 1 0 0 0,0-1 0 0 0,0 1 0 0 0,-1 0 0 0 0,1-1 0 0 0,-1 1 0 0 0,-1 0 0 0 0,1 0 0 0 0,-1 0 0 0 0,0 0 0 0 0,0 0 0 0 0,0 0 0 0 0,-1 0 0 0 0,-3 10 0 0 0,3-12 22 0 0,0 0 0 0 0,0 0 0 0 0,0-1 0 0 0,-1 1 0 0 0,1-1 0 0 0,-1 1 1 0 0,0-1-1 0 0,0 0 0 0 0,0 1 0 0 0,-1-1 0 0 0,1 0 0 0 0,-1-1 1 0 0,-3 5-1 0 0,-1-2 28 0 0,0-1-1 0 0,0 0 1 0 0,-1 0 0 0 0,-11 5 0 0 0,-29 15 97 0 0,33-16-56 0 0,0-1 0 0 0,-22 9 0 0 0,11-6 77 0 0,46-15-141 0 0,-1 2 0 0 0,0 0 1 0 0,34-1-1 0 0,27-3-20 0 0,-66 5-12 0 0,0 1 0 0 0,1 0 0 0 0,-1 0 0 0 0,0 2 0 0 0,0 0 0 0 0,18 3 0 0 0,-13-1-13 0 0,23 4 68 0 0,0 2 0 0 0,0 1 0 0 0,-1 3 0 0 0,-1 1 0 0 0,0 2 0 0 0,56 32 0 0 0,-96-48-40 0 0,35 25-40 0 0,-35-25 41 0 0,1 1-1 0 0,-1-1 1 0 0,1 1 0 0 0,-1-1 0 0 0,1 1 0 0 0,-1 0 0 0 0,1-1 0 0 0,-1 1 0 0 0,0 0 0 0 0,1-1 0 0 0,-1 1-1 0 0,0 0 1 0 0,1-1 0 0 0,-1 1 0 0 0,0 0 0 0 0,0-1 0 0 0,0 1 0 0 0,1 0 0 0 0,-1 0 0 0 0,0-1-1 0 0,0 1 1 0 0,0 0 0 0 0,0 0 0 0 0,-1-1 0 0 0,1 1 0 0 0,0 0 0 0 0,0 0 0 0 0,0-1 0 0 0,-1 1 0 0 0,1 0-1 0 0,0-1 1 0 0,0 1 0 0 0,-1 0 0 0 0,1-1 0 0 0,-1 1 0 0 0,1 0 0 0 0,-1-1 0 0 0,1 1 0 0 0,-1-1 0 0 0,1 1-1 0 0,-1-1 1 0 0,1 1 0 0 0,-1-1 0 0 0,-1 1 0 0 0,-28 18 293 0 0,-2-1-1 0 0,-58 24 0 0 0,-32 2-193 0 0,-142 30 1 0 0,246-71-603 0 0,0 0 0 0 0,-21-1 0 0 0,-13-4-4520 0 0,-69-10 0 0 0,113 11 4539 0 0,-62-11-5346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39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15 80 0 0,'0'6'1361'0'0,"-32"1"-1201"0"0,64-14-320 0 0,-32 1 80 0 0,33-2-401 0 0,-33 2-79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42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682 0 480 0 0,'-16'1'233'0'0,"0"1"0"0"0,1 0-1 0 0,-1 1 1 0 0,1 0 0 0 0,0 2-1 0 0,0-1 1 0 0,0 2 0 0 0,-20 10 0 0 0,-18 12 563 0 0,38-21-578 0 0,0 1 0 0 0,1 0-1 0 0,-20 15 1 0 0,24-16-123 0 0,-1 0 1 0 0,0-1-1 0 0,-1 0 0 0 0,1-1 1 0 0,-1 0-1 0 0,-17 4 1 0 0,18-6-30 0 0,1 0 1 0 0,-1 1-1 0 0,1 1 1 0 0,0 0 0 0 0,0 0-1 0 0,0 1 1 0 0,-11 8-1 0 0,20-14-62 0 0,1 1-1 0 0,-1-1 1 0 0,1 1-1 0 0,0-1 1 0 0,-1 1-1 0 0,1 0 1 0 0,0-1-1 0 0,-1 1 1 0 0,1-1-1 0 0,0 1 1 0 0,-1 0-1 0 0,1-1 1 0 0,0 1-1 0 0,0-1 1 0 0,0 1-1 0 0,0 0 1 0 0,0-1-1 0 0,0 1 1 0 0,0 0-1 0 0,0 0 1 0 0,0 0 0 0 0,0 0 0 0 0,0-1 0 0 0,0 1 0 0 0,0 0 0 0 0,0-1 0 0 0,0 1-1 0 0,-1 0 1 0 0,1-1 0 0 0,0 1 0 0 0,0 0 0 0 0,0-1 0 0 0,-1 1 0 0 0,1-1 0 0 0,0 1 0 0 0,-1 0 0 0 0,1-1 0 0 0,0 1 0 0 0,-1-1 0 0 0,1 1 0 0 0,-1-1 0 0 0,0 1 0 0 0,-7 5 16 0 0,7-5-17 0 0,-1 0-1 0 0,1 0 1 0 0,0 0 0 0 0,-1 1 0 0 0,1-1 0 0 0,0 0-1 0 0,-1 1 1 0 0,1-1 0 0 0,0 1 0 0 0,0-1 0 0 0,0 1 0 0 0,1-1-1 0 0,-1 1 1 0 0,0 0 0 0 0,0-1 0 0 0,1 1 0 0 0,-1 0-1 0 0,1 0 1 0 0,0 0 0 0 0,-1-1 0 0 0,1 1 0 0 0,0 0-1 0 0,0 0 1 0 0,0 0 0 0 0,1 3 0 0 0,-1-2-9 0 0,0-1 1 0 0,0 1 0 0 0,-1 0-1 0 0,1 0 1 0 0,-1 0-1 0 0,1 0 1 0 0,-1 0-1 0 0,0 0 1 0 0,0-1-1 0 0,0 1 1 0 0,-1 0-1 0 0,1-1 1 0 0,0 1-1 0 0,-1-1 1 0 0,0 0 0 0 0,-3 5-1 0 0,-14 20 6 0 0,-36 60 66 0 0,44-53-52 0 0,-10-5-1 0 0,-12 32 40 0 0,31-57-47 0 0,1 1-1 0 0,-1 0 0 0 0,1 0 1 0 0,1 0-1 0 0,-1 0 0 0 0,1 0 0 0 0,-1 0 1 0 0,1 0-1 0 0,2 9 0 0 0,-2 4 9 0 0,1-16-14 0 0,-1 1 0 0 0,0-1 0 0 0,0 1-1 0 0,1-1 1 0 0,-1 0 0 0 0,1 1 0 0 0,0-1 0 0 0,0 1 0 0 0,0-1-1 0 0,0 0 1 0 0,0 0 0 0 0,0 0 0 0 0,1 0 0 0 0,-1 0 0 0 0,1 0 0 0 0,1 2-1 0 0,8 10 31 0 0,-1 6 21 0 0,-9-17-47 0 0,1 0-1 0 0,-1 0 1 0 0,1 0-1 0 0,0 0 1 0 0,0-1-1 0 0,0 1 1 0 0,0 0-1 0 0,0-1 1 0 0,1 1-1 0 0,-1-1 1 0 0,5 3-1 0 0,15 13 69 0 0,31 30 0 0 0,-30-25-69 0 0,-16-17-3 0 0,0-1 0 0 0,0 0 0 0 0,0 0 0 0 0,1 0 0 0 0,0-1 0 0 0,0 0 0 0 0,0-1 0 0 0,13 4 0 0 0,-10-3 0 0 0,98 29 24 0 0,-71-22-3 0 0,37 15 0 0 0,-62-21-46 0 0,35 16 92 0 0,0-2-1 0 0,77 19 0 0 0,-45-19-21 0 0,96 18-170 0 0,247 17 31 0 0,-391-50 332 0 0,0 1 0 0 0,0 1 0 0 0,-1 2 0 0 0,0 1 0 0 0,45 20 0 0 0,-29-15 384 0 0,1-1 1 0 0,0-3-1 0 0,85 7 1 0 0,-74-11-367 0 0,111 26-1 0 0,64 30 399 0 0,-207-55-573 0 0,-6-2 28 0 0,0 1-1 0 0,0 1 1 0 0,-1 1 0 0 0,0 1 0 0 0,19 11-1 0 0,-1-1 277 0 0,0-1 1 0 0,62 20-1 0 0,93 17 396 0 0,-149-43-690 0 0,31 4 121 0 0,1-3 0 0 0,117 5 0 0 0,-75-10-48 0 0,127 7 23 0 0,21 12-27 0 0,-139-16-90 0 0,-20-1-78 0 0,120-4 0 0 0,65-34-28 0 0,-72 3 258 0 0,128 4-342 0 0,-284 19 122 0 0,137 0 206 0 0,-163 4-177 0 0,1 2 0 0 0,0 2 0 0 0,41 11 0 0 0,-69-14-29 0 0,2 0 13 0 0,1 0-1 0 0,-1 1 1 0 0,0 1-1 0 0,0 0 1 0 0,-1 0-1 0 0,0 2 1 0 0,0-1 0 0 0,11 10-1 0 0,32 11-107 0 0,-53-25 105 0 0,0 1 0 0 0,1-1 0 0 0,-1 0 0 0 0,1-1 1 0 0,-1 1-1 0 0,1 0 0 0 0,0-1 0 0 0,-1 1 0 0 0,6 1 0 0 0,-5-2 0 0 0,-3-1-8 0 0,0 0 0 0 0,0 0 0 0 0,1 0 0 0 0,-1 0-1 0 0,0 0 1 0 0,0 0 0 0 0,1 1 0 0 0,-1-1 0 0 0,0 0 0 0 0,1 0 0 0 0,-1 0-1 0 0,0 0 1 0 0,0 1 0 0 0,0-1 0 0 0,1 0 0 0 0,-1 0 0 0 0,0 0-1 0 0,0 1 1 0 0,0-1 0 0 0,0 0 0 0 0,1 0 0 0 0,-1 1 0 0 0,0-1-1 0 0,0 0 1 0 0,0 0 0 0 0,0 1 0 0 0,0-1 0 0 0,0 0 0 0 0,0 1 0 0 0,0-1-1 0 0,0 0 1 0 0,0 0 0 0 0,0 1 0 0 0,5 6 199 0 0,3-4-4 0 0,0-1 0 0 0,0 0 0 0 0,0 0 1 0 0,1-1-1 0 0,-1 0 0 0 0,14 0 0 0 0,60-3 568 0 0,-51 0-621 0 0,138-6 448 0 0,321-55 0 0 0,-344 24-408 0 0,-63 21-108 0 0,231-40 218 0 0,-27 21-283 0 0,-99 3 156 0 0,-185 33-164 0 0,58-15 192 0 0,-44 11-85 0 0,-1 1 0 0 0,31-3 0 0 0,14-2 82 0 0,-11 1 83 0 0,62-2-1 0 0,-46 0 31 0 0,-56 10-294 0 0,1-1 0 0 0,0 0 1 0 0,0-1-1 0 0,-1 0 0 0 0,14-5 0 0 0,-3 1-12 0 0,136-42 146 0 0,6 0 333 0 0,-69 28-138 0 0,-1-5 1 0 0,106-42-1 0 0,-195 65-346 0 0,0 0 0 0 0,0 0-1 0 0,0 0 1 0 0,0-1 0 0 0,-1 1 0 0 0,1-1-1 0 0,-1 0 1 0 0,1 0 0 0 0,4-6-1 0 0,25-44-342 0 0,-32 50 324 0 0,10-17-204 0 0,-1 0 0 0 0,-1-1 0 0 0,10-35 1 0 0,-14 33-81 0 0,2-38 1 0 0,-3 18 38 0 0,8-24-43 0 0,-6 40 330 0 0,-2 0 1 0 0,2-41-1 0 0,-6-93 87 0 0,-6 156-52 0 0,-203-91 690 0 0,97 41-474 0 0,-71-35-28 0 0,89 42-83 0 0,-108-40 0 0 0,168 78-46 0 0,-1 0-1 0 0,-1 3 1 0 0,-55-6 0 0 0,-104 6-235 0 0,92 5 206 0 0,-127 4-204 0 0,74 2 14 0 0,-33-3 203 0 0,-175-2 312 0 0,-175-5-75 0 0,109 6-121 0 0,229-6-94 0 0,-243-2-24 0 0,130 20-285 0 0,2 1 20 0 0,-324 4-364 0 0,372 3-1235 0 0,204-12-914 0 0,0 2 0 0 0,-73 23 0 0 0,96-22-4360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43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15 800 0 0,'0'-9'1601'0'0,"0"3"3521"0"0,32 12-4321 0 0,-6 30-161 0 0,105 53 241 0 0,-33-20-561 0 0,-65-21-320 0 0,-1-7 0 0 0,34-14 0 0 0,-1 2-160 0 0,-32-16-1761 0 0,-33 1-2641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43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1 344 960 0 0,'0'-13'1361'0'0,"32"-1"-80"0"0,34-13-1 0 0,25-15 241 0 0,170-62 640 0 0,-32 23-1361 0 0,-99 40-2000 0 0,-32 20-2482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44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680 433 1281 0 0,'1'1'107'0'0,"-1"0"0"0"0,0 0 0 0 0,1 0 1 0 0,-1 0-1 0 0,0 0 0 0 0,1 0 0 0 0,-1 0 0 0 0,1 0 1 0 0,0 0-1 0 0,-1 0 0 0 0,1 0 0 0 0,0-1 1 0 0,0 1-1 0 0,-1 0 0 0 0,1 0 0 0 0,0-1 1 0 0,0 1-1 0 0,0-1 0 0 0,0 1 0 0 0,0-1 1 0 0,0 1-1 0 0,1 0 0 0 0,29 11 1798 0 0,-19-8-1247 0 0,-10-3-550 0 0,0 0 0 0 0,0 0 0 0 0,-1 0 0 0 0,1-1 0 0 0,0 1 1 0 0,0-1-1 0 0,0 1 0 0 0,0-1 0 0 0,0 1 0 0 0,0-1 0 0 0,4 0 1 0 0,0 0 100 0 0,-1 0 1352 0 0,-3-2-638 0 0,-9-3-619 0 0,-41-11 1402 0 0,0 2 0 0 0,-93-14 0 0 0,90 19-915 0 0,-25-5 323 0 0,-228-49 2161 0 0,298 62-2982 0 0,1 0-53 0 0,-55-18 321 0 0,52 19-496 0 0,7 0-46 0 0,0 0-1 0 0,-1 0 0 0 0,1 1 1 0 0,0-1-1 0 0,-1-1 0 0 0,1 1 1 0 0,0 0-1 0 0,-1 0 0 0 0,1 0 0 0 0,0-1 1 0 0,0 1-1 0 0,-1 0 0 0 0,1-1 1 0 0,0 0-1 0 0,0 1 0 0 0,-1-1 1 0 0,1 0-1 0 0,-1 0 0 0 0,2 0 222 0 0,0 0 53 0 0,0 0-290 0 0,0 1 0 0 0,0 0 0 0 0,0 0 0 0 0,0 0 0 0 0,0-1 0 0 0,0 1 0 0 0,0 0 0 0 0,0 0 0 0 0,0 0 0 0 0,0 0-1 0 0,0-1 1 0 0,0 1 0 0 0,0 0 0 0 0,0 0 0 0 0,0 0 0 0 0,0-1 0 0 0,0 1 0 0 0,0 0 0 0 0,0 0 0 0 0,0 0 0 0 0,0-1 0 0 0,0 1-1 0 0,0 0 1 0 0,0 0 0 0 0,0 0 0 0 0,1 0 0 0 0,-1-1 0 0 0,0 1 0 0 0,0 0 0 0 0,0 0 0 0 0,0 0 0 0 0,0 0 0 0 0,0 0 0 0 0,1 0 0 0 0,-1-1-1 0 0,0 1 1 0 0,0 0 0 0 0,0 0 0 0 0,0 0 0 0 0,1 0 0 0 0,-1 0 0 0 0,0 0 0 0 0,0 0 0 0 0,0 0 0 0 0,1 0 0 0 0,-1 0 0 0 0,0 0-1 0 0,0 0 1 0 0,0 0 0 0 0,1 0 0 0 0,-1 0 0 0 0,0 0 0 0 0,0 0 0 0 0,1 0 0 0 0,135-24-30 0 0,206-57 201 0 0,17-20-3296 0 0,-240 61-3441 0 0,-101 32 3002 0 0,0-1-1 0 0,22-15 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45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230 148 720 0 0,'-29'1'1450'0'0,"-9"1"770"0"0,0-1 1 0 0,-48-5-1 0 0,80 3-2021 0 0,-18-5 1700 0 0,23 5-1745 0 0,0 0 0 0 0,0 0 0 0 0,1 0 0 0 0,-1 0 0 0 0,0 0 1 0 0,1 1-1 0 0,-1-1 0 0 0,1-1 0 0 0,0 1 0 0 0,-1 0 1 0 0,1 0-1 0 0,0 0 0 0 0,-1 0 0 0 0,1 0 0 0 0,0 0 1 0 0,0 0-1 0 0,0 0 0 0 0,0 0 0 0 0,0-1 0 0 0,0 0 0 0 0,1 1-111 0 0,-1 0 0 0 0,1 0 0 0 0,-1 0 0 0 0,1 0 0 0 0,0 0 0 0 0,-1 0 0 0 0,1 0 0 0 0,0 0 0 0 0,0 1 0 0 0,0-1-1 0 0,-1 0 1 0 0,1 0 0 0 0,0 1 0 0 0,0-1 0 0 0,0 0 0 0 0,0 1 0 0 0,0-1 0 0 0,0 1 0 0 0,0 0 0 0 0,1-1-1 0 0,-1 1 1 0 0,0 0 0 0 0,2-1 0 0 0,42-9 596 0 0,-15 4-160 0 0,25-9 95 0 0,85-11 0 0 0,-106 21-441 0 0,221-31 614 0 0,-254 35-732 0 0,1 1 0 0 0,0-1 0 0 0,-1 1 1 0 0,1 0-1 0 0,0 0 0 0 0,0 0 0 0 0,-1 0 1 0 0,1 0-1 0 0,0 0 0 0 0,0 1 0 0 0,-1-1 1 0 0,1 0-1 0 0,0 1 0 0 0,0-1 0 0 0,-1 1 1 0 0,4 1-1 0 0,-5-1 0 0 0,0-1 0 0 0,1 1 0 0 0,-1 0 0 0 0,1 0 0 0 0,-1-1 0 0 0,0 1 0 0 0,0 0 0 0 0,1-1 0 0 0,-1 1 0 0 0,0 0 0 0 0,0 0 0 0 0,0 0 0 0 0,0-1 0 0 0,0 1 0 0 0,0 0 0 0 0,0 0 0 0 0,0-1 0 0 0,0 1 0 0 0,-1 1 0 0 0,-12 31 359 0 0,-8 6-40 0 0,-45 89 360 0 0,63-121-673 0 0,0 0 1 0 0,0-1 0 0 0,0 1-1 0 0,1 0 1 0 0,0 0 0 0 0,0 0-1 0 0,-2 15 1 0 0,5-14-3 0 0,0 1 0 0 0,0-1 0 0 0,1 1-1 0 0,4 10 1 0 0,-3-9 10 0 0,-1 0 1 0 0,0 0-1 0 0,0 0 0 0 0,0 16 0 0 0,-3 0 18 0 0,1-14-37 0 0,-1-1 0 0 0,1 1 0 0 0,1-1 0 0 0,0 1 0 0 0,5 18 0 0 0,15 18 30 0 0,-13-28-82 0 0,-7-14-50 0 0,1 0 1 0 0,1 0-1 0 0,-1 0 0 0 0,1 0 1 0 0,0 0-1 0 0,0-1 0 0 0,1 0 1 0 0,6 8-1 0 0,-2-4-227 0 0,30 33-1133 0 0,-35-40 997 0 0,-1 0-1 0 0,0 0 1 0 0,1 0-1 0 0,0 0 0 0 0,-1-1 1 0 0,1 1-1 0 0,0-1 1 0 0,0 0-1 0 0,0 1 1 0 0,0-2-1 0 0,0 1 1 0 0,0 0-1 0 0,0 0 0 0 0,4-1 1 0 0,-7 1 301 0 0,0-1 0 0 0,1 0 0 0 0,-1 0 0 0 0,0 0 0 0 0,0 0 0 0 0,0 0 0 0 0,0 0 0 0 0,1 0 0 0 0,-1 0 0 0 0,0 0 0 0 0,0 0 0 0 0,0 0 0 0 0,0 0 0 0 0,1 0 0 0 0,-1 0 1 0 0,0 0-1 0 0,0 0 0 0 0,0-1 0 0 0,0 1 0 0 0,0 0 0 0 0,1 0 0 0 0,-1 0 0 0 0,0 0 0 0 0,0 0 0 0 0,0 0 0 0 0,0 0 0 0 0,1-1-308 0 0,-1 1 308 0 0,0 0 0 0 0,0 0 0 0 0,0 0 0 0 0,0 0 0 0 0,0-1 0 0 0,0 1 0 0 0,0 0 0 0 0,0 0 0 0 0,0 0 1 0 0,0 0-1 0 0,0-1 0 0 0,0 1 0 0 0,1 0 0 0 0,-1 0 0 0 0,0 0 0 0 0,0 0 0 0 0,-1-1 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45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1 221 3041 0 0,'0'-6'2642'0'0,"0"-1"-321"0"0,0-1-240 0 0,32 2-321 0 0,34-9-319 0 0,-1-12-320 0 0,131-14 79 0 0,-39-7-1040 0 0,-27 21-2321 0 0,-65 6-2801 0 0,-32 15 240 0 0,-33-3 960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47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941 289 320 0 0,'-158'-6'4762'0'0,"106"8"-3976"0"0,1 3 0 0 0,-1 2 0 0 0,-98 26-1 0 0,123-27-646 0 0,1 1-44 0 0,-1 1 0 0 0,1 1-1 0 0,1 1 1 0 0,-1 1 0 0 0,2 1 0 0 0,0 2 0 0 0,0 0 0 0 0,-34 28 0 0 0,2-6 108 0 0,38-26-99 0 0,1 0 0 0 0,0 1 0 0 0,-21 20 0 0 0,33-28-87 0 0,1 1 1 0 0,1 0-1 0 0,-1 1 1 0 0,1-1-1 0 0,0 0 1 0 0,0 1-1 0 0,0 0 1 0 0,0 0-1 0 0,1 0 0 0 0,0 0 1 0 0,0 0-1 0 0,0 1 1 0 0,1-1-1 0 0,-1 0 1 0 0,1 1-1 0 0,1-1 1 0 0,-1 8-1 0 0,1 337 890 0 0,0-345-892 0 0,1 0-1 0 0,0 1 0 0 0,0-1 0 0 0,1 0 1 0 0,-1 0-1 0 0,1 0 0 0 0,0 0 0 0 0,1 0 1 0 0,-1-1-1 0 0,1 1 0 0 0,0-1 0 0 0,0 1 1 0 0,0-1-1 0 0,1 0 0 0 0,6 6 0 0 0,14 19 39 0 0,14 24 244 0 0,55 71-128 0 0,-87-118-161 0 0,1 1-1 0 0,0-1 0 0 0,0 0 0 0 0,0-1 0 0 0,1 0 0 0 0,11 6 0 0 0,12 9-3 0 0,12 19 294 0 0,-33-29-183 0 0,0-1 1 0 0,0 0-1 0 0,15 9 1 0 0,13 4-35 0 0,0-3 1 0 0,1-1-1 0 0,67 21 0 0 0,130 23 191 0 0,-74-21-202 0 0,-74-20 25 0 0,0-3-1 0 0,112 7 1 0 0,176-9 356 0 0,-286-14-386 0 0,204-20 769 0 0,-213 9-600 0 0,0 4-1 0 0,105 5 0 0 0,-145 6-69 0 0,1 2 0 0 0,-1 2 0 0 0,42 16 0 0 0,-2-1 48 0 0,-29-11-19 0 0,0-3 0 0 0,1-1 1 0 0,56 1-1 0 0,54 8-118 0 0,0 0 130 0 0,-31-6 104 0 0,-3 1 36 0 0,68-7 454 0 0,117 10-277 0 0,-217-7-90 0 0,0-5 0 0 0,1-4 0 0 0,-1-5 0 0 0,128-20 1 0 0,-191 19-431 0 0,-3 1 35 0 0,-1-1 0 0 0,1-1 0 0 0,-1-2 0 0 0,53-21-1 0 0,76-46 460 0 0,62-26-58 0 0,-123 66-358 0 0,-88 33-70 0 0,-9 2-8 0 0,0 0 0 0 0,0 0 0 0 0,0 0 0 0 0,0 0 0 0 0,-1 0 0 0 0,1 0 0 0 0,0-1 1 0 0,0 1-1 0 0,0 0 0 0 0,0-1 0 0 0,0 1 0 0 0,0 0 0 0 0,-1-1 0 0 0,1 1 0 0 0,0-1 0 0 0,0 1 0 0 0,-1-1 0 0 0,1 0 0 0 0,0 1 0 0 0,-1-1 0 0 0,1 0 0 0 0,0 1 0 0 0,-1-1 1 0 0,1 0-1 0 0,-1 0 0 0 0,1 0 0 0 0,-1 1 0 0 0,0-1 0 0 0,1 0 0 0 0,-1 0 0 0 0,0 0 0 0 0,0 0 0 0 0,1-1 0 0 0,0-1 2 0 0,0 1 1 0 0,0-1-1 0 0,0 1 0 0 0,0-1 0 0 0,1 1 1 0 0,-1 0-1 0 0,1 0 0 0 0,0 0 1 0 0,-1 0-1 0 0,1 0 0 0 0,0 0 0 0 0,0 0 1 0 0,0 1-1 0 0,1-1 0 0 0,-1 1 0 0 0,0-1 1 0 0,0 1-1 0 0,1 0 0 0 0,2-1 0 0 0,17-14 5 0 0,10-25-9 0 0,-30 38-1 0 0,-1 0 1 0 0,0-1 0 0 0,0 1 0 0 0,0 0 0 0 0,0 0 0 0 0,0-1 0 0 0,-1 1 0 0 0,1 0 0 0 0,-1-1 0 0 0,0 1 0 0 0,0 0-1 0 0,-1-1 1 0 0,0-5 0 0 0,0-9-25 0 0,0 14 14 0 0,0 0 1 0 0,0 0-1 0 0,0 0 1 0 0,0 0-1 0 0,-1 0 1 0 0,1 0-1 0 0,-1 0 1 0 0,0 0-1 0 0,0 1 0 0 0,-1-1 1 0 0,1 1-1 0 0,-1-1 1 0 0,1 1-1 0 0,-1 0 1 0 0,0 0-1 0 0,-4-3 1 0 0,-22-26-131 0 0,18 16 89 0 0,0 2 0 0 0,-2 0 0 0 0,0 0 1 0 0,0 1-1 0 0,-22-16 0 0 0,1 0 29 0 0,25 22 60 0 0,0 0 0 0 0,-1 1 0 0 0,0 0-1 0 0,-14-7 1 0 0,14 9-39 0 0,1-1 1 0 0,0 0-1 0 0,0-1 0 0 0,0 0 0 0 0,-14-13 1 0 0,-10-17 54 0 0,22 23-19 0 0,-1 1-1 0 0,0 0 0 0 0,-22-16 0 0 0,5 10 11 0 0,-51-20-1 0 0,43 21 27 0 0,-35-22 0 0 0,35 18 36 0 0,-67-27-1 0 0,71 34-166 0 0,0-1-1 0 0,-48-31 1 0 0,-56-38 108 0 0,67 44-27 0 0,-174-104 60 0 0,10 21-147 0 0,177 91 39 0 0,42 22 61 0 0,0 2 1 0 0,0 0 0 0 0,-1 0-1 0 0,1 2 1 0 0,-20-6-1 0 0,-120-30-164 0 0,-141-34 596 0 0,8 28-385 0 0,-189-21-220 0 0,443 63 160 0 0,-12-2 27 0 0,-10-2 630 0 0,-114-6-1 0 0,-113 10-502 0 0,243 6-14 0 0,-5 0-113 0 0,-65-7-1 0 0,9 2 120 0 0,44 3-118 0 0,42 1-78 0 0,0 1 0 0 0,0 0 1 0 0,-16 3-1 0 0,-34 1 82 0 0,40-4-76 0 0,-9-1 103 0 0,-1 3 0 0 0,-34 5 0 0 0,-14 1-341 0 0,44-4 127 0 0,0 0 0 0 0,-51 14 0 0 0,17 2-28 0 0,29-9 45 0 0,-66 26-1 0 0,91-28 128 0 0,0 1 0 0 0,1 1 0 0 0,-26 20-1 0 0,-19 13 11 0 0,-95 58-259 0 0,147-95 79 0 0,1 1 0 0 0,0 0 0 0 0,-12 12 1 0 0,18-16-263 0 0,1 0 1 0 0,-1-1-1 0 0,0 1 1 0 0,0 0-1 0 0,0-1 1 0 0,-1 0-1 0 0,1 0 0 0 0,-1-1 1 0 0,1 1-1 0 0,-1-1 1 0 0,0 0-1 0 0,0 0 1 0 0,0 0-1 0 0,0-1 1 0 0,-7 1-1 0 0,5-6-4024 0 0,3 0 2184 0 0,-23-20-7448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53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2081 0 0,'0'0'7123'0'0,"5"0"-6336"0"0,250 7 4029 0 0,-97 13-3362 0 0,37-4-187 0 0,1 4-480 0 0,185 21 509 0 0,-284-29-1151 0 0,97 21-74 0 0,-109-17 114 0 0,137 9-1 0 0,75-12 219 0 0,503 11 4156 0 0,-354-25-3478 0 0,-55 2-334 0 0,-276 2-535 0 0,-25-1-118 0 0,97 15 0 0 0,41 14 546 0 0,-183-26-529 0 0,105 18 98 0 0,2-1-209 0 0,-85-7 21 0 0,-25-3 12 0 0,203 18-8 0 0,-180-25-104 0 0,134 12 66 0 0,329-15 0 0 0,17-41 173 0 0,63-3 160 0 0,-430 30-208 0 0,259-11 163 0 0,-8 44 58 0 0,-21 52 242 0 0,-398-71-576 0 0,120 19 414 0 0,-49-7-19 0 0,132 7-1 0 0,-44-18-44 0 0,268-31-1 0 0,-162 5 49 0 0,-138 15-293 0 0,236-20 166 0 0,-199 3-265 0 0,554-24-5 0 0,-689 49 0 0 0,-7 0 0 0 0,-5 1 0 0 0,-26-1-2 0 0,-1 0 0 0 0,0 0 1 0 0,0 0-1 0 0,0 0 0 0 0,0 0 0 0 0,1 0 0 0 0,-1-1 0 0 0,0 1 1 0 0,0 0-1 0 0,0 0 0 0 0,0 0 0 0 0,1 0 0 0 0,-1 0 0 0 0,0 0 1 0 0,0 0-1 0 0,0 0 0 0 0,0 0 0 0 0,1 0 0 0 0,-1 1 0 0 0,0-1 1 0 0,0 0-1 0 0,0 0 0 0 0,0 0 0 0 0,1 0 0 0 0,-1 0 1 0 0,0 0-1 0 0,0 0 0 0 0,0 0 0 0 0,0 0 0 0 0,0 1 0 0 0,1-1 1 0 0,-1 0-1 0 0,0 0 0 0 0,0 0 0 0 0,0 0 0 0 0,0 0 0 0 0,0 0 1 0 0,0 1-1 0 0,0-1 0 0 0,0 0 0 0 0,1 0 0 0 0,-1 0 0 0 0,0 0 1 0 0,0 1-1 0 0,0-1 0 0 0,0 0 0 0 0,0 0 0 0 0,0 0 1 0 0,0 1-1 0 0,0-1 0 0 0,0 0 0 0 0,0 0 0 0 0,0 0 0 0 0,0 0 1 0 0,0 1-1 0 0,-1-1 0 0 0,1 0 0 0 0,0 0 0 0 0,0 0 0 0 0,0 0 1 0 0,0 1-1 0 0,0-1 0 0 0,0 0 0 0 0,0 0 0 0 0,0 0 0 0 0,0 0 1 0 0,-1 0-1 0 0,1 1 0 0 0,-10 4-2153 0 0,-61 3-5454 0 0,-76 4-7985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55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45 2801 0 0,'0'-1'229'0'0,"0"0"0"0"0,0 0 0 0 0,0 0 0 0 0,0 0 1 0 0,0 1-1 0 0,0-1 0 0 0,-1 0 0 0 0,1 0 0 0 0,0 0 0 0 0,0 0 0 0 0,-1 0 0 0 0,1 0 0 0 0,0 0 0 0 0,-1 0 0 0 0,1 1 0 0 0,-1-1 0 0 0,1 0 0 0 0,-1 0 0 0 0,1 1 0 0 0,-1-1 0 0 0,0 0 0 0 0,1 1 0 0 0,-1-1 0 0 0,0 0 0 0 0,0 1 0 0 0,1-1 0 0 0,-1 1 1 0 0,0 0-1 0 0,0-1 0 0 0,0 1 0 0 0,0-1 0 0 0,0 1 0 0 0,1 0 0 0 0,-1 0 0 0 0,0-1 0 0 0,-1 1 0 0 0,-6-2 354 0 0,22 5 5549 0 0,27 3-3762 0 0,29 6-2002 0 0,-19-2 726 0 0,1-3 0 0 0,79 3 0 0 0,244-10 200 0 0,-345-3-954 0 0,-49 0 601 0 0,13 0-316 0 0,6 3-614 0 0,0 0 1 0 0,0 0-1 0 0,0 0 1 0 0,0-1 0 0 0,0 1-1 0 0,1 0 1 0 0,-1 0-1 0 0,-1 0 1 0 0,1-1-1 0 0,0 1 1 0 0,0 0-1 0 0,0 0 1 0 0,0 0-1 0 0,0 0 1 0 0,0-1-1 0 0,0 1 1 0 0,0 0 0 0 0,0 0-1 0 0,0 0 1 0 0,0 0-1 0 0,0-1 1 0 0,0 1-1 0 0,-1 0 1 0 0,1 0-1 0 0,0 0 1 0 0,0 0-1 0 0,0 0 1 0 0,0 0 0 0 0,0-1-1 0 0,0 1 1 0 0,-1 0-1 0 0,1 0 1 0 0,0 0-1 0 0,0 0 1 0 0,0 0-1 0 0,0 0 1 0 0,-1 0-1 0 0,1 0 1 0 0,0 0-1 0 0,0 0 1 0 0,0 0 0 0 0,-1 0-1 0 0,1 0 1 0 0,0 0-1 0 0,0 0 1 0 0,0 0-1 0 0,0 0 1 0 0,-1 0-1 0 0,1 0 1 0 0,0 0-1 0 0,-72-16 1090 0 0,-74-7-1 0 0,128 21-1021 0 0,-18-3-90 0 0,-1 1 0 0 0,0 2 0 0 0,0 2 1 0 0,0 1-1 0 0,-54 9 0 0 0,34 0-9 0 0,45-9-8 0 0,0 0 1 0 0,0 2-1 0 0,1-1 1 0 0,-1 1-1 0 0,0 1 1 0 0,1 0-1 0 0,-18 9 1 0 0,18-8-12 0 0,-1 4-253 0 0,11-6 197 0 0,0-1 0 0 0,1 0 0 0 0,-1 0 0 0 0,0 1 0 0 0,1-1 0 0 0,0 0 0 0 0,-1 1 0 0 0,1-1 0 0 0,1 4 0 0 0,-1-5 87 0 0,0 0-1 0 0,1 0 1 0 0,-1 0-1 0 0,1-1 1 0 0,-1 1-1 0 0,1 0 1 0 0,-1-1-1 0 0,1 1 1 0 0,0 0-1 0 0,-1-1 1 0 0,1 1-1 0 0,0-1 1 0 0,0 1 0 0 0,-1-1-1 0 0,1 1 1 0 0,0-1-1 0 0,0 1 1 0 0,0-1-1 0 0,-1 0 1 0 0,1 1-1 0 0,0-1 1 0 0,0 0-1 0 0,0 0 1 0 0,0 0-1 0 0,0 0 1 0 0,0 0 0 0 0,0 0-1 0 0,1 0 1 0 0,35 2-113 0 0,-31-3 100 0 0,94 0-28 0 0,-44-2 88 0 0,0 3-1 0 0,95 13 1 0 0,-69 1-46 0 0,108 33 1 0 0,-185-46 2 0 0,-1 1 1 0 0,0-1 0 0 0,-1 1-1 0 0,1 0 1 0 0,0 0 0 0 0,0 0 0 0 0,-1 0-1 0 0,1 0 1 0 0,-1 1 0 0 0,0 0 0 0 0,0 0-1 0 0,0 0 1 0 0,0 0 0 0 0,0 0-1 0 0,-1 1 1 0 0,1-1 0 0 0,-1 1 0 0 0,0-1-1 0 0,0 1 1 0 0,0 0 0 0 0,-1 0 0 0 0,3 8-1 0 0,-3-8 20 0 0,-1 1-1 0 0,0 0 0 0 0,0-1 0 0 0,-1 1 1 0 0,1-1-1 0 0,-1 1 0 0 0,0-1 1 0 0,0 1-1 0 0,0-1 0 0 0,-1 1 1 0 0,0-1-1 0 0,1 0 0 0 0,-1 0 0 0 0,-1 0 1 0 0,1 0-1 0 0,-1 0 0 0 0,-5 6 1 0 0,-3 4 74 0 0,-1 0 0 0 0,-1-1 0 0 0,0-1 0 0 0,0 0 0 0 0,-1-1 0 0 0,-1 0 0 0 0,-25 14 0 0 0,-9 1 197 0 0,14-6 104 0 0,-1-1 0 0 0,0-2-1 0 0,-2-2 1 0 0,-55 16 0 0 0,56-24-519 0 0,-1-2 0 0 0,0-2 0 0 0,1-1 0 0 0,-69-6 0 0 0,89 1-371 0 0,0-1 0 0 0,1 0 1 0 0,-1-1-1 0 0,1-1 0 0 0,0-1 1 0 0,1 0-1 0 0,-18-12 0 0 0,12 8-127 0 0,-80-47-3419 0 0,81 45 1490 0 0,2 0-1 0 0,-27-24 0 0 0,39 31 803 0 0,1 0 0 0 0,0 0 0 0 0,0 0 0 0 0,1-1-1 0 0,0 0 1 0 0,-5-12 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56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21 1761 0 0,'-5'-1'2227'0'0,"-23"-9"8328"0"0,28 21-8144 0 0,-1-9-2226 0 0,8 1-116 0 0,58 3 491 0 0,-21-2-191 0 0,0-3 0 0 0,53-6 0 0 0,-43 2-90 0 0,125-5 670 0 0,-119 8-936 0 0,-60-8-5863 0 0,0 1-1373 0 0,0 1 2661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57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1121 0 0,'6'-1'1293'0'0,"36"-9"944"0"0,-21 5-701 0 0,36-5 1 0 0,4 5-106 0 0,-31 2-997 0 0,0 1 1 0 0,49 4-1 0 0,-72-1-411 0 0,-1 0 1 0 0,1 0-1 0 0,0 0 0 0 0,-1 1 1 0 0,1 0-1 0 0,-1 0 1 0 0,0 1-1 0 0,1 0 0 0 0,-1 0 1 0 0,-1 1-1 0 0,12 7 0 0 0,-17-11-17 0 0,1 1 0 0 0,-1-1 0 0 0,0 1-1 0 0,1-1 1 0 0,-1 1 0 0 0,0-1 0 0 0,0 1 0 0 0,1-1-1 0 0,-1 1 1 0 0,0-1 0 0 0,0 1 0 0 0,0-1-1 0 0,0 1 1 0 0,1-1 0 0 0,-1 1 0 0 0,0 0 0 0 0,0-1-1 0 0,0 1 1 0 0,0-1 0 0 0,-1 1 0 0 0,1-1 0 0 0,0 1-1 0 0,0-1 1 0 0,0 1 0 0 0,0-1 0 0 0,0 1 0 0 0,-1-1-1 0 0,1 1 1 0 0,0-1 0 0 0,0 1 0 0 0,-1-1-1 0 0,1 1 1 0 0,0-1 0 0 0,-1 1 0 0 0,1-1 0 0 0,-1 0-1 0 0,1 1 1 0 0,0-1 0 0 0,-1 0 0 0 0,1 1 0 0 0,-1-1-1 0 0,1 0 1 0 0,-1 1 0 0 0,0-1 0 0 0,-21 12 240 0 0,6-6 100 0 0,0 0 1 0 0,0-1-1 0 0,-22 4 0 0 0,-1 0 350 0 0,0 0 845 0 0,-79 9 0 0 0,108-18-1304 0 0,-10 1 56 0 0,20-1-257 0 0,-1-1-1 0 0,1 1 1 0 0,-1 0-1 0 0,1 0 0 0 0,0 0 1 0 0,-1 0-1 0 0,1-1 1 0 0,-1 1-1 0 0,1 0 0 0 0,0 0 1 0 0,-1-1-1 0 0,1 1 1 0 0,0 0-1 0 0,-1 0 0 0 0,1-1 1 0 0,0 1-1 0 0,0-1 0 0 0,-1 1 1 0 0,1 0-1 0 0,0-1 1 0 0,0 1-1 0 0,-1 0 0 0 0,1-1 1 0 0,0 1-1 0 0,0-1 1 0 0,0 1-1 0 0,0-1 0 0 0,0 1 1 0 0,0 0-1 0 0,0-1 0 0 0,0 1 1 0 0,0-1-1 0 0,0 0 1 0 0,5 0 57 0 0,55-7-160 0 0,168-5 134 0 0,-176 13-127 0 0,86 1-107 0 0,-111 4 87 0 0,-16-4 14 0 0,5-1 52 0 0,-32 0 1 0 0,-3-1-548 0 0,0 0 1 0 0,-32-6-1 0 0,32 3-2391 0 0,1-2 0 0 0,-25-9 0 0 0,11 1-1784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57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23 1201 0 0,'0'-1'523'0'0,"0"0"1"0"0,1 0 0 0 0,-1 0-1 0 0,0 1 1 0 0,0-1 0 0 0,0 0-1 0 0,0 0 1 0 0,1 0 0 0 0,-1 1-1 0 0,0-1 1 0 0,1 0 0 0 0,-1 0-1 0 0,0 1 1 0 0,1-1 0 0 0,-1 0 0 0 0,1 1-1 0 0,-1-1 1 0 0,2-1 0 0 0,15-4 2793 0 0,34 6-4808 0 0,-22 1 2520 0 0,-1-1-849 0 0,0 2 1 0 0,0 1-1 0 0,50 11 0 0 0,33 5 155 0 0,-4-3-190 0 0,-69-8-125 0 0,27 5 10 0 0,82 27 0 0 0,-142-38-15 0 0,-1-1 0 0 0,1 1 0 0 0,-1 0 0 0 0,0 0 0 0 0,0 0 0 0 0,0 1 0 0 0,0-1 0 0 0,0 1-1 0 0,0 0 1 0 0,-1 0 0 0 0,1 1 0 0 0,4 4 0 0 0,-8-7 6 0 0,1 1 0 0 0,0-1 0 0 0,0 1-1 0 0,-1 0 1 0 0,1-1 0 0 0,-1 1 0 0 0,1-1 0 0 0,-1 1 0 0 0,0 0-1 0 0,0-1 1 0 0,0 1 0 0 0,0 0 0 0 0,0-1 0 0 0,0 1-1 0 0,0 0 1 0 0,0-1 0 0 0,0 1 0 0 0,-1-1 0 0 0,1 1-1 0 0,-1 0 1 0 0,1-1 0 0 0,-1 1 0 0 0,-1 1 0 0 0,-3 4 120 0 0,-1 0 0 0 0,0 0 1 0 0,0 0-1 0 0,0-1 1 0 0,-1 0-1 0 0,0 0 0 0 0,0-1 1 0 0,-1 0-1 0 0,-13 7 1 0 0,-33 20 1923 0 0,-2-4 1 0 0,-81 31-1 0 0,107-49-1580 0 0,0-2 0 0 0,-1-1 0 0 0,1-1 0 0 0,-1-2 0 0 0,0-1 0 0 0,-56-2 0 0 0,-44-13-292 0 0,111 9-472 0 0,0-1 0 0 0,0-1 1 0 0,1 0-1 0 0,-20-9 0 0 0,33 10-43 0 0,1 1-1 0 0,0-1 1 0 0,0 0-1 0 0,0 0 1 0 0,0-1-1 0 0,0 0 1 0 0,1 0-1 0 0,0 0 1 0 0,0 0-1 0 0,1 0 1 0 0,-1-1-1 0 0,1 0 1 0 0,0 1-1 0 0,0-1 1 0 0,1 0-1 0 0,-3-10 1 0 0,4 13 25 0 0,1 1 1 0 0,-1-1 0 0 0,1 0 0 0 0,-1 0-1 0 0,1 0 1 0 0,0 1 0 0 0,0-1-1 0 0,0 0 1 0 0,0 0 0 0 0,0 0 0 0 0,1 1-1 0 0,-1-1 1 0 0,1 0 0 0 0,0 1-1 0 0,0-1 1 0 0,0 0 0 0 0,0 1 0 0 0,2-4-1 0 0,4-2-1277 0 0,0-1 0 0 0,0 1 0 0 0,1 0 0 0 0,17-13 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58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743 76 320 0 0,'163'-20'3188'0'0,"-103"-1"-747"0"0,-60 21-2409 0 0,1 0 0 0 0,-1 0-1 0 0,0 0 1 0 0,0-1 0 0 0,1 1-1 0 0,-1 0 1 0 0,0 0 0 0 0,1 0-1 0 0,-1 0 1 0 0,0 0 0 0 0,0 0-1 0 0,0-1 1 0 0,1 1 0 0 0,-1 0-1 0 0,0 0 1 0 0,0 0 0 0 0,0 0-1 0 0,1-1 1 0 0,-1 1 0 0 0,0 0-1 0 0,0 0 1 0 0,0-1-1 0 0,0 1 1 0 0,1 0 0 0 0,-1 0-1 0 0,0-1 1 0 0,0 1 0 0 0,0 0-1 0 0,0 0 1 0 0,0-1 0 0 0,0 1-1 0 0,0 0 1 0 0,0-1 0 0 0,0 1-1 0 0,0 0 1 0 0,0 0 0 0 0,0-1-1 0 0,0 1 1 0 0,0 0 0 0 0,0-1-1 0 0,0 1 1 0 0,0 0 0 0 0,0 0-1 0 0,-1-1 1 0 0,1 1 0 0 0,0 0-1 0 0,0 0 1 0 0,0-1 0 0 0,0 1-1 0 0,-1 0 1 0 0,1 0 0 0 0,0 0-1 0 0,0-1 1 0 0,0 1-1 0 0,-1 0 1 0 0,1 0 0 0 0,0 0-1 0 0,0 0 1 0 0,-1 0 0 0 0,1-1-1 0 0,0 1 1 0 0,0 0 0 0 0,-1 0-1 0 0,1 0 1 0 0,0 0 0 0 0,-1 0-1 0 0,-10-4 353 0 0,-1 0-1 0 0,1 0 1 0 0,-1 1-1 0 0,0 1 0 0 0,0 0 1 0 0,-16 0-1 0 0,-91 4 808 0 0,97-1-957 0 0,-207 15 1568 0 0,182-10-1275 0 0,1 2-1 0 0,-1 1 1 0 0,-46 18-1 0 0,-43 28 1555 0 0,123-50-1802 0 0,-1 1-1 0 0,2 0 0 0 0,-22 14 0 0 0,29-17-160 0 0,0 1-1 0 0,0-1 0 0 0,1 1 1 0 0,-1 1-1 0 0,1-1 0 0 0,0 0 1 0 0,0 1-1 0 0,1 0 0 0 0,-1 0 1 0 0,1 0-1 0 0,-3 7 0 0 0,5-10-88 0 0,1 0 0 0 0,-1 0-1 0 0,1 0 1 0 0,-1 0-1 0 0,1 0 1 0 0,0 0-1 0 0,0 0 1 0 0,0 0-1 0 0,0 0 1 0 0,0 0 0 0 0,0 0-1 0 0,0 0 1 0 0,1 0-1 0 0,-1 0 1 0 0,1 0-1 0 0,0 0 1 0 0,-1 0-1 0 0,1 0 1 0 0,0 0-1 0 0,0-1 1 0 0,0 1 0 0 0,0 0-1 0 0,0-1 1 0 0,1 1-1 0 0,-1-1 1 0 0,3 4-1 0 0,4 1-7 0 0,-1 0 0 0 0,1-1 0 0 0,0 1 0 0 0,12 5 0 0 0,-19-11-16 0 0,37 18-5 0 0,0-3 0 0 0,1-1 0 0 0,0-2 0 0 0,58 10 0 0 0,161 21-668 0 0,-210-39-229 0 0,0-2 0 0 0,0-3 1 0 0,71-9-1 0 0,-69 1-2252 0 0,62-20 1 0 0,46-23-7070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4:59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62 640 0 0,'-29'-6'1788'0'0,"-35"-1"-1"0"0,59 7-253 0 0,4-1-1416 0 0,1 1 0 0 0,0-1 1 0 0,-1 0-1 0 0,1 0 0 0 0,-1 0 0 0 0,1 1 0 0 0,-1-1 0 0 0,1 0 0 0 0,-1 1 0 0 0,0-1 0 0 0,1 0 0 0 0,-1 1 0 0 0,0-1 0 0 0,1 1 1 0 0,-1-1-1 0 0,0 1 0 0 0,0-1 0 0 0,0 1 0 0 0,1 0 0 0 0,-1-1 0 0 0,0 1 0 0 0,0 0 0 0 0,0 0 0 0 0,0-1 0 0 0,0 1 1 0 0,0 0-1 0 0,1 0 0 0 0,-1 0 0 0 0,0 0 0 0 0,0 0 0 0 0,0 0 0 0 0,-1 1 0 0 0,-11-3 2241 0 0,-140-19 7112 0 0,153 21-9413 0 0,1 0-1 0 0,-1 0 0 0 0,0 0 1 0 0,0-1-1 0 0,0 1 0 0 0,0 0 1 0 0,0 0-1 0 0,0 0 0 0 0,0 0 1 0 0,1 0-1 0 0,-1 0 0 0 0,0-1 1 0 0,0 1-1 0 0,0 0 0 0 0,0 0 1 0 0,0 0-1 0 0,0 0 0 0 0,0 0 1 0 0,0-1-1 0 0,0 1 0 0 0,0 0 1 0 0,0 0-1 0 0,0 0 0 0 0,0 0 1 0 0,0-1-1 0 0,0 1 0 0 0,0 0 1 0 0,0 0-1 0 0,0 0 0 0 0,0 0 1 0 0,0 0-1 0 0,0-1 0 0 0,0 1 1 0 0,0 0-1 0 0,0 0 0 0 0,0 0 1 0 0,0 0-1 0 0,-1 0 0 0 0,1-1 1 0 0,0 1-1 0 0,0 0 0 0 0,0 0 1 0 0,0 0-1 0 0,0 0 0 0 0,0 0 1 0 0,-1 0-1 0 0,22-3 25 0 0,-1 0 0 0 0,1 2 0 0 0,29 2 0 0 0,12-1-36 0 0,84 0-153 0 0,627 21-1414 0 0,-727-16 1228 0 0,65 16-1 0 0,-106-20 214 0 0,-10 6 320 0 0,-44 13 299 0 0,17-5-155 0 0,-44 13 1 0 0,-83 15 1257 0 0,-101 30 1518 0 0,91-14-1607 0 0,-200 66 95 0 0,363-123-1860 0 0,0 0-1 0 0,0 0 0 0 0,-1-1 1 0 0,1 0-1 0 0,-1 0 1 0 0,0 0-1 0 0,1-1 0 0 0,-8-1 1 0 0,12 1 43 0 0,0 0 0 0 0,0-1 1 0 0,0 1-1 0 0,0-1 0 0 0,0 0 0 0 0,0 0 1 0 0,1 0-1 0 0,-1 0 0 0 0,0 0 1 0 0,0 0-1 0 0,1 0 0 0 0,-1 0 0 0 0,1-1 1 0 0,-1 1-1 0 0,1-1 0 0 0,-1 1 1 0 0,1-1-1 0 0,0 0 0 0 0,0 1 0 0 0,0-1 1 0 0,0 0-1 0 0,0 0 0 0 0,-1-2 0 0 0,1 1-197 0 0,0-1 0 0 0,0 1 0 0 0,1 0-1 0 0,-1-1 1 0 0,1 1 0 0 0,0-1-1 0 0,0 1 1 0 0,0 0 0 0 0,0-1-1 0 0,1 1 1 0 0,-1-1 0 0 0,3-5-1 0 0,24-62-7663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01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1 421 2401 0 0,'0'-2'7233'0'0,"-1"2"-7158"0"0,1-1 1 0 0,0 1-1 0 0,0-1 1 0 0,0 1-1 0 0,0 0 1 0 0,0-1-1 0 0,0 1 1 0 0,0-1-1 0 0,0 1 1 0 0,0-1-1 0 0,0 1 1 0 0,0 0-1 0 0,0-1 1 0 0,1 1 0 0 0,-1-1-1 0 0,0 1 1 0 0,0 0-1 0 0,0-1 1 0 0,0 1-1 0 0,1 0 1 0 0,-1-1-1 0 0,0 1 1 0 0,0 0-1 0 0,1-1 1 0 0,-1 1-1 0 0,0 0 1 0 0,1 0-1 0 0,-1-1 1 0 0,0 1-1 0 0,1 0 1 0 0,-1 0-1 0 0,0-1 1 0 0,1 1-1 0 0,-1 0 1 0 0,1 0-1 0 0,5-3 410 0 0,3-1 63 0 0,1 0 1 0 0,-1-1 0 0 0,0-1 0 0 0,13-10-1 0 0,152-109 1706 0 0,-43 31-1600 0 0,-36 25-526 0 0,10-8-282 0 0,-104 76 133 0 0,0 1 1 0 0,-1-1-1 0 0,1 1 1 0 0,0 0-1 0 0,0 0 0 0 0,0-1 1 0 0,-1 1-1 0 0,1 0 1 0 0,0 0-1 0 0,0 0 1 0 0,0 0-1 0 0,0 0 1 0 0,0 0-1 0 0,-1 0 1 0 0,1 0-1 0 0,0 0 0 0 0,0 1 1 0 0,0-1-1 0 0,-1 0 1 0 0,1 0-1 0 0,0 1 1 0 0,0-1-1 0 0,-1 1 1 0 0,1-1-1 0 0,0 0 0 0 0,0 1 1 0 0,-1-1-1 0 0,1 1 1 0 0,-1 0-1 0 0,1-1 1 0 0,0 1-1 0 0,-1-1 1 0 0,1 1-1 0 0,-1 0 1 0 0,1 0-1 0 0,-1 0 0 0 0,-16 40-32 0 0,5 46 200 0 0,4-52-25 0 0,-3 0 0 0 0,-1 0 1 0 0,-1-1-1 0 0,-2 0 0 0 0,-30 53 0 0 0,-48 55 986 0 0,37-67 172 0 0,54-74-1083 0 0,7-10-231 0 0,12-15-169 0 0,8-7-133 0 0,23-24-1022 0 0,38-22-2470 0 0,11-28-3362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02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612 218 320 0 0,'0'0'4349'0'0,"-5"0"-2588"0"0,-75 8 2725 0 0,-50 18-2049 0 0,91-18-1904 0 0,11-2-211 0 0,0 1 0 0 0,0 1 0 0 0,1 1 0 0 0,0 2-1 0 0,1 0 1 0 0,0 2 0 0 0,-45 31 0 0 0,28-19 32 0 0,36-22-289 0 0,0 1 1 0 0,1-1-1 0 0,-1 1 1 0 0,1 1-1 0 0,-11 9 1 0 0,17-13-58 0 0,-1-1 1 0 0,1 1-1 0 0,-1 0 1 0 0,1 0-1 0 0,-1 0 1 0 0,1 0-1 0 0,0 0 1 0 0,0 0-1 0 0,-1 0 0 0 0,1 0 1 0 0,0 0-1 0 0,0 0 1 0 0,0 0-1 0 0,0 0 1 0 0,0 0-1 0 0,0-1 1 0 0,0 1-1 0 0,1 0 1 0 0,-1 0-1 0 0,0 0 0 0 0,0 0 1 0 0,1 0-1 0 0,-1 0 1 0 0,1 0-1 0 0,-1 0 1 0 0,1 0-1 0 0,-1-1 1 0 0,1 1-1 0 0,-1 0 1 0 0,1 0-1 0 0,0-1 0 0 0,-1 1 1 0 0,1 0-1 0 0,0-1 1 0 0,0 1-1 0 0,1 0 1 0 0,38 26 417 0 0,-28-20-231 0 0,-2 0-125 0 0,0-1 1 0 0,1 0 0 0 0,0-1-1 0 0,0 0 1 0 0,0-1 0 0 0,0 0 0 0 0,1-1-1 0 0,0 0 1 0 0,20 2 0 0 0,58 7-147 0 0,-30-4 100 0 0,72 1 1 0 0,-104-11-27 0 0,-1-1 0 0 0,-1-2 0 0 0,1 0 0 0 0,-1-2 0 0 0,0-1 1 0 0,42-18-1 0 0,-58 21 2 0 0,-1 1 0 0 0,0-1 0 0 0,0-1 0 0 0,0 0 0 0 0,-1 0 0 0 0,0-1 0 0 0,0 1 0 0 0,0-2 0 0 0,10-12 0 0 0,-16 18 0 0 0,2-3 20 0 0,0 0 1 0 0,0 0 0 0 0,-1 0 0 0 0,1-1 0 0 0,-1 1-1 0 0,-1-1 1 0 0,1 0 0 0 0,-1 0 0 0 0,0 1 0 0 0,0-1-1 0 0,-1-1 1 0 0,1 1 0 0 0,-1 0 0 0 0,-1 0 0 0 0,1 0-1 0 0,-2-13 1 0 0,0 5 135 0 0,-2 1-1 0 0,0-1 0 0 0,0 0 0 0 0,-1 1 1 0 0,-1 0-1 0 0,-8-15 0 0 0,8 16-26 0 0,-1 2-1 0 0,0-1 0 0 0,-1 1 0 0 0,-1 0 1 0 0,1 0-1 0 0,-1 1 0 0 0,-1 0 1 0 0,0 0-1 0 0,-16-12 0 0 0,-4 2 71 0 0,-1 1 1 0 0,-32-15-1 0 0,50 27-146 0 0,0-1 19 0 0,-1 2-1 0 0,1 0 0 0 0,-1 0 0 0 0,-1 1 0 0 0,-14-3 0 0 0,27 7-104 0 0,1 0 0 0 0,-1 0-1 0 0,1 0 1 0 0,-1 0 0 0 0,1 0-1 0 0,-1 0 1 0 0,1 0 0 0 0,-1 0 0 0 0,1 0-1 0 0,-1 1 1 0 0,1-1 0 0 0,-1 0-1 0 0,1 0 1 0 0,-1 0 0 0 0,1 1-1 0 0,-1-1 1 0 0,1 0 0 0 0,0 0-1 0 0,-1 1 1 0 0,1-1 0 0 0,-1 0-1 0 0,1 1 1 0 0,0-1 0 0 0,-1 1 0 0 0,1-1-1 0 0,0 0 1 0 0,0 1 0 0 0,-1-1-1 0 0,1 1 1 0 0,0-1 0 0 0,0 1-1 0 0,0-1 1 0 0,-1 1 0 0 0,1-1-1 0 0,0 1 1 0 0,0-1 0 0 0,0 1-1 0 0,0-1 1 0 0,0 1 0 0 0,0 0-1 0 0,-2 4-667 0 0,-5 0-246 0 0,6-4 670 0 0,0-1-1 0 0,0 1 1 0 0,0 0-1 0 0,0-1 1 0 0,0 1 0 0 0,0 0-1 0 0,0 0 1 0 0,0 0 0 0 0,1 0-1 0 0,-1 0 1 0 0,0 0-1 0 0,1 0 1 0 0,-1 0 0 0 0,0 0-1 0 0,1 0 1 0 0,-1 1 0 0 0,1-1-1 0 0,0 0 1 0 0,0 0-1 0 0,-1 0 1 0 0,1 1 0 0 0,0-1-1 0 0,0 0 1 0 0,0 0-1 0 0,0 0 1 0 0,0 1 0 0 0,0-1-1 0 0,1 2 1 0 0,-1 36-8794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05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1041 8 80 0 0,'60'0'5002'0'0,"-54"0"-3628"0"0,-1 0-173 0 0,17 0-147 0 0,-22 0-1009 0 0,0 0 0 0 0,-1 0 0 0 0,1 0 1 0 0,0-1-1 0 0,0 1 0 0 0,0 0 0 0 0,0 0 0 0 0,0 0 1 0 0,0 0-1 0 0,0 0 0 0 0,0 0 0 0 0,0-1 1 0 0,0 1-1 0 0,0 0 0 0 0,0 0 0 0 0,0 0 0 0 0,0 0 1 0 0,0 0-1 0 0,0 0 0 0 0,0-1 0 0 0,0 1 1 0 0,0 0-1 0 0,0 0 0 0 0,0 0 0 0 0,0 0 0 0 0,0 0 1 0 0,0-1-1 0 0,0 1 0 0 0,0 0 0 0 0,0 0 1 0 0,0 0-1 0 0,0 0 0 0 0,0 0 0 0 0,0-1 1 0 0,0 1-1 0 0,0 0 0 0 0,0 0 0 0 0,0 0 0 0 0,1 0 1 0 0,-1 0-1 0 0,-22-1 809 0 0,17 1 2294 0 0,-1 0-2348 0 0,-16 0-13 0 0,17 0 654 0 0,-1 0-801 0 0,-31-1 487 0 0,11 0-542 0 0,-1 1-1 0 0,-46 7 1 0 0,21-5-16 0 0,39-3-427 0 0,0 1 1 0 0,0 1-1 0 0,0 0 0 0 0,-18 4 1 0 0,5-1 59 0 0,-35 1 1 0 0,-37 5-181 0 0,55-4-59 0 0,32-5 2 0 0,1 0 0 0 0,-1 1 0 0 0,1 0 1 0 0,0 1-1 0 0,-1 0 0 0 0,-13 7 1 0 0,-17 6-131 0 0,17-7 74 0 0,-31 16 0 0 0,4 3 153 0 0,28-16 54 0 0,-39 28-1 0 0,35-19-21 0 0,23-18-81 0 0,-1 0 1 0 0,1 0 0 0 0,-1 0 0 0 0,1 0 0 0 0,-1-1-1 0 0,0 1 1 0 0,0-1 0 0 0,0 0 0 0 0,0-1 0 0 0,-10 2-1 0 0,-21 10-338 0 0,35-12 315 0 0,1-1 0 0 0,-1 0 0 0 0,1 0 0 0 0,-1 1 0 0 0,1-1 0 0 0,0 0-1 0 0,-1 1 1 0 0,1-1 0 0 0,-1 1 0 0 0,1-1 0 0 0,0 0 0 0 0,0 1 0 0 0,-1-1 0 0 0,1 1 0 0 0,0-1-1 0 0,0 1 1 0 0,-1-1 0 0 0,1 1 0 0 0,0-1 0 0 0,0 1 0 0 0,0-1 0 0 0,0 1 0 0 0,0-1 0 0 0,0 2-1 0 0,1 3 91 0 0,-1-4-77 0 0,0 0 0 0 0,0 0 0 0 0,0 0-1 0 0,0 0 1 0 0,-1-1 0 0 0,1 1 0 0 0,0 0 0 0 0,-1 0 0 0 0,1 0 0 0 0,-1 0 0 0 0,1 0 0 0 0,-1 0-1 0 0,1 0 1 0 0,-1-1 0 0 0,0 1 0 0 0,1 0 0 0 0,-1 0 0 0 0,0-1 0 0 0,0 1 0 0 0,1 0 0 0 0,-1-1-1 0 0,0 1 1 0 0,0-1 0 0 0,0 1 0 0 0,-1 0 0 0 0,1-1-2 0 0,0 0-1 0 0,0 1 1 0 0,0 0 0 0 0,0-1-1 0 0,0 1 1 0 0,0-1 0 0 0,0 1 0 0 0,0 0-1 0 0,0 0 1 0 0,0 0 0 0 0,1 0-1 0 0,-1-1 1 0 0,0 1 0 0 0,1 0-1 0 0,-1 0 1 0 0,1 0 0 0 0,-1 0 0 0 0,1 0-1 0 0,-1 1 1 0 0,1-1 0 0 0,-1 0-1 0 0,1 0 1 0 0,0 0 0 0 0,0 0 0 0 0,0 3-1 0 0,0-3 4 0 0,0 1 0 0 0,0-1 1 0 0,0 1-1 0 0,0-1 0 0 0,0 1 0 0 0,0-1 0 0 0,-1 1 0 0 0,1-1 0 0 0,0 1 1 0 0,-1-1-1 0 0,1 0 0 0 0,-1 1 0 0 0,0-1 0 0 0,1 1 0 0 0,-1-1 0 0 0,0 0 0 0 0,0 0 1 0 0,0 1-1 0 0,0-1 0 0 0,0 0 0 0 0,0 0 0 0 0,0 0 0 0 0,0 0 0 0 0,0 0 1 0 0,-2 1-1 0 0,-8 6 48 0 0,10-4-38 0 0,-1 0 0 0 0,1 0 0 0 0,0 0 0 0 0,0 0-1 0 0,1 0 1 0 0,-1 0 0 0 0,1 1 0 0 0,0-1 0 0 0,0 0-1 0 0,0 0 1 0 0,1 8 0 0 0,0-4-33 0 0,-1 209 779 0 0,0-216-754 0 0,0 0 0 0 0,1 0-1 0 0,-1 0 1 0 0,0 0 0 0 0,0 0-1 0 0,1 0 1 0 0,-1 0 0 0 0,1 0 0 0 0,-1 1-1 0 0,1-2 1 0 0,0 1 0 0 0,-1 0-1 0 0,1 0 1 0 0,0 0 0 0 0,0 0-1 0 0,-1 0 1 0 0,1-1 0 0 0,0 1-1 0 0,0 0 1 0 0,0-1 0 0 0,0 1-1 0 0,0 0 1 0 0,0-1 0 0 0,0 1 0 0 0,0-1-1 0 0,2 1 1 0 0,4 3-26 0 0,15 11-64 0 0,11 12 158 0 0,-31-26-73 0 0,-1 1 1 0 0,1-1-1 0 0,-1 1 0 0 0,0 0 1 0 0,0-1-1 0 0,0 1 0 0 0,0 0 1 0 0,0 0-1 0 0,0 0 1 0 0,0 0-1 0 0,0 0 0 0 0,-1 0 1 0 0,1 0-1 0 0,-1 0 0 0 0,1 1 1 0 0,-1 1-1 0 0,0-1 2 0 0,0 0-1 0 0,1 1 1 0 0,0-1-1 0 0,-1 0 1 0 0,1 0-1 0 0,0 0 1 0 0,0 0-1 0 0,1 0 1 0 0,-1 0-1 0 0,1 0 1 0 0,-1 0-1 0 0,1-1 1 0 0,3 4-1 0 0,4 9 43 0 0,2 6 51 0 0,-9-15-87 0 0,1-1 0 0 0,-1 0 0 0 0,1 0 1 0 0,1 0-1 0 0,-1 0 0 0 0,7 6 0 0 0,9 8-13 0 0,1-2-1 0 0,1 0 1 0 0,0-1-1 0 0,1-1 1 0 0,38 19 0 0 0,-51-28 31 0 0,-1 0 0 0 0,0 0 0 0 0,0 1 0 0 0,11 13 1 0 0,-11-11-18 0 0,-7-9-12 0 0,-1 1-1 0 0,1 0 0 0 0,-1-1 1 0 0,1 1-1 0 0,-1 0 0 0 0,1-1 0 0 0,-1 1 1 0 0,0 0-1 0 0,1-1 0 0 0,-1 1 1 0 0,0 0-1 0 0,1 0 0 0 0,-1-1 1 0 0,0 1-1 0 0,0 0 0 0 0,0 0 1 0 0,0 0-1 0 0,0 1 0 0 0,0-1 0 0 0,0-1 0 0 0,0 1 0 0 0,0-1 0 0 0,0 1 0 0 0,0 0 0 0 0,0-1 0 0 0,0 1 0 0 0,0-1 0 0 0,0 1 0 0 0,1 0 0 0 0,-1-1 0 0 0,0 1 0 0 0,0-1 0 0 0,1 1 0 0 0,-1-1 0 0 0,0 1 0 0 0,1-1 0 0 0,-1 1 0 0 0,0-1 0 0 0,1 1 0 0 0,-1-1 0 0 0,1 1 0 0 0,52 30 166 0 0,-13-8-32 0 0,5 0-146 0 0,2 2 30 0 0,-42-20-6 0 0,0-2-1 0 0,0 1 1 0 0,0 0 0 0 0,1-1 0 0 0,-1 0 0 0 0,1 0 0 0 0,-1-1 0 0 0,1 0 0 0 0,0 0 0 0 0,0 0 0 0 0,10 1-1 0 0,7 2 6 0 0,0-1-1 0 0,0-2 0 0 0,0 0 0 0 0,0-2 0 0 0,38-3 1 0 0,18-1 66 0 0,74-4 205 0 0,230-43-1 0 0,-277 35-239 0 0,-54 8-41 0 0,11-1-40 0 0,115-31 1 0 0,-144 30-28 0 0,-25 8 74 0 0,1 0 0 0 0,-1-1 0 0 0,0 0 0 0 0,0 0 1 0 0,0-1-1 0 0,0 0 0 0 0,-1-1 0 0 0,0 0 1 0 0,0 0-1 0 0,0-1 0 0 0,0 0 0 0 0,-1 0 1 0 0,11-13-1 0 0,-7 5 86 0 0,-1 0-1 0 0,0-1 1 0 0,-1 0 0 0 0,-1-1 0 0 0,0 1 0 0 0,-1-2 0 0 0,-1 1-1 0 0,7-28 1 0 0,-7 9 26 0 0,-1-1-1 0 0,-1 0 0 0 0,-3-46 0 0 0,1 42-120 0 0,-1 29 37 0 0,0 0-1 0 0,0 1 0 0 0,-1-1 0 0 0,-1 0 0 0 0,0 0 0 0 0,0 0 0 0 0,-6-19 0 0 0,-15-10 82 0 0,11 6-186 0 0,-11 6-68 0 0,16 19 294 0 0,-1 1 0 0 0,-1 0 0 0 0,1 0 0 0 0,-2 1 0 0 0,-14-11 0 0 0,-20-19 468 0 0,31 27-575 0 0,-1-1 0 0 0,0 2 1 0 0,-1-1-1 0 0,0 2 0 0 0,-1 0 1 0 0,1 1-1 0 0,-22-7 0 0 0,27 10-1 0 0,-1 1 0 0 0,0 0 0 0 0,0 0 0 0 0,-15-1-1 0 0,16 3 11 0 0,-1-1-1 0 0,1 0 0 0 0,0-1 1 0 0,-1 0-1 0 0,-9-4 0 0 0,-74-33 433 0 0,85 36-433 0 0,0 0 0 0 0,-1 1-1 0 0,0 0 1 0 0,1 1 0 0 0,-1 0 0 0 0,-10-1 0 0 0,12 2-28 0 0,0-1 1 0 0,-1 1-1 0 0,1-1 1 0 0,0 0-1 0 0,-11-6 1 0 0,12 4 4 0 0,4 3-35 0 0,0 0 1 0 0,0 0 0 0 0,1 0 0 0 0,-1 0-1 0 0,0 0 1 0 0,0 0 0 0 0,0 0-1 0 0,0 1 1 0 0,0-1 0 0 0,0 1-1 0 0,0 0 1 0 0,0-1 0 0 0,0 1 0 0 0,-3 0-1 0 0,-50-9 106 0 0,40 5-70 0 0,-1 2 1 0 0,-28-2-1 0 0,-186-12 1189 0 0,166 10-789 0 0,-29-1-118 0 0,88 2-295 0 0,5 3 14 0 0,-1 2-779 0 0,1-1 623 0 0,0 1 0 0 0,0 0 0 0 0,0-1 0 0 0,0 1 0 0 0,0 0-1 0 0,-1-1 1 0 0,1 1 0 0 0,0 0 0 0 0,0-1 0 0 0,0 1 0 0 0,0 0 0 0 0,0-1 0 0 0,0 1 0 0 0,0-1-1 0 0,0 1 1 0 0,1 0 0 0 0,-1-1 0 0 0,0 1 0 0 0,0 0 0 0 0,0-1 0 0 0,0 1 0 0 0,0 0 0 0 0,0-1-1 0 0,1 1 1 0 0,-1 0 0 0 0,0 0 0 0 0,0-1 0 0 0,1 1 0 0 0,-1 0 0 0 0,0 0 0 0 0,0-1 0 0 0,1 1-1 0 0,-1 0 1 0 0,0 0 0 0 0,1 0 0 0 0,-1-1 0 0 0,0 1 0 0 0,0 0 0 0 0,1 0 0 0 0,-1 0 0 0 0,1 0-1 0 0,7-2-1476 0 0,-1 0-1 0 0,1 0 1 0 0,-1 1 0 0 0,1 0-1 0 0,0 1 1 0 0,-1 0-1 0 0,1 0 1 0 0,0 1-1 0 0,-1 0 1 0 0,15 3-1 0 0,38 18-5169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07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24 102 320 0 0,'-3'0'605'0'0,"-18"-7"2424"0"0,45 6 1194 0 0,-24 1-4174 0 0,0 0 0 0 0,0 0-1 0 0,0 0 1 0 0,0-1 0 0 0,0 1 0 0 0,0 0 0 0 0,0 0-1 0 0,-1 0 1 0 0,1 0 0 0 0,0 0 0 0 0,0-1-1 0 0,0 1 1 0 0,0 0 0 0 0,0 0 0 0 0,0 0 0 0 0,0-1-1 0 0,0 1 1 0 0,0 0 0 0 0,0 0 0 0 0,0 0 0 0 0,0 0-1 0 0,0-1 1 0 0,0 1 0 0 0,0 0 0 0 0,0 0-1 0 0,0 0 1 0 0,0 0 0 0 0,0-1 0 0 0,0 1 0 0 0,1 0-1 0 0,-1 0 1 0 0,0 0 0 0 0,0 0 0 0 0,0-1 0 0 0,0 1-1 0 0,0 0 1 0 0,0 0 0 0 0,0 0 0 0 0,1 0-1 0 0,-1 0 1 0 0,0 0 0 0 0,0 0 0 0 0,0-1 0 0 0,0 1-1 0 0,1 0 1 0 0,-1 0 0 0 0,0 0 0 0 0,0 0 0 0 0,0 0-1 0 0,0 0 1 0 0,1 0 0 0 0,-1 0 0 0 0,0 0-1 0 0,0 0 1 0 0,0 0 0 0 0,1 0 0 0 0,-1 0 0 0 0,0 0-1 0 0,0 0 1 0 0,0 0 0 0 0,0 0 0 0 0,1 0 0 0 0,-1 0-1 0 0,0 0 1 0 0,0 0 0 0 0,0 0 0 0 0,0 1-1 0 0,1-1 1 0 0,-1 0 0 0 0,27 0 1805 0 0,-27 0-1820 0 0,0 0 0 0 0,0 0 0 0 0,0 0 1 0 0,-1 1-1 0 0,1-1 0 0 0,0 0 0 0 0,0 0 0 0 0,0 0 0 0 0,0 0 0 0 0,0 1 0 0 0,0-1 0 0 0,0 0 1 0 0,0 0-1 0 0,0 0 0 0 0,0 0 0 0 0,0 1 0 0 0,0-1 0 0 0,0 0 0 0 0,0 0 0 0 0,0 0 0 0 0,0 1 1 0 0,0-1-1 0 0,0 0 0 0 0,0 0 0 0 0,0 0 0 0 0,0 0 0 0 0,0 1 0 0 0,0-1 0 0 0,0 0 0 0 0,0 0 1 0 0,0 0-1 0 0,0 0 0 0 0,1 0 0 0 0,-1 1 0 0 0,0-1 0 0 0,0 0 0 0 0,0 0 0 0 0,0 0 0 0 0,0 0 1 0 0,0 0-1 0 0,1 0 0 0 0,-1 1 0 0 0,0-1 0 0 0,0 0 0 0 0,0 0 0 0 0,0 0 0 0 0,1 0 0 0 0,-1 0 1 0 0,0 0-1 0 0,0 0 0 0 0,0 0 0 0 0,0 0 0 0 0,1 0 0 0 0,-1 0 0 0 0,0 0 0 0 0,0 0 0 0 0,0 0 1 0 0,1 0-1 0 0,-1 0 0 0 0,0 0 0 0 0,0 0 0 0 0,0 0 0 0 0,0 0 0 0 0,1 0 0 0 0,-1 0 0 0 0,0 0 1 0 0,0-1-1 0 0,0 1 0 0 0,0 0 0 0 0,126 10 1980 0 0,-30 1-1032 0 0,42 5 331 0 0,-128-16-1251 0 0,141 5 1612 0 0,-127-5-1152 0 0,0-2 1 0 0,0-1-1 0 0,0 0 1 0 0,33-11-1 0 0,1-13 703 0 0,-18 7-889 0 0,25-21-2484 0 0,-52 36-246 0 0,0 0-1 0 0,0 1 1 0 0,0 0 0 0 0,1 1-1 0 0,13-1 1 0 0,-27 4 2282 0 0,0-1 0 0 0,0 1 0 0 0,1 0 0 0 0,-1 0 0 0 0,0 0 0 0 0,0 0 0 0 0,0 0 0 0 0,0 0 0 0 0,1 0 0 0 0,-1 0 0 0 0,0 0 0 0 0,0 0 0 0 0,0 0 0 0 0,0 0 0 0 0,1 0 0 0 0,-1 0 0 0 0,0 1 0 0 0,0-1 0 0 0,0 0 0 0 0,0 0 0 0 0,1 0 0 0 0,-1 0 0 0 0,0 0 0 0 0,0 0 0 0 0,0 0 0 0 0,0 0 0 0 0,0 0 0 0 0,0 1 0 0 0,1-1 0 0 0,-1 0 0 0 0,0 0 0 0 0,0 0 0 0 0,0 0 0 0 0,0 0 0 0 0,0 1 0 0 0,0-1 0 0 0,0 0 0 0 0,0 0 0 0 0,0 0 0 0 0,0 0 0 0 0,0 1 0 0 0,0-1 0 0 0,0 0 0 0 0,0 0 0 0 0,0 0 0 0 0,0 0 0 0 0,0 1 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07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7 480 0 0,'0'0'2695'0'0,"1"0"-2599"0"0,-1 0 1 0 0,0 0 0 0 0,0 0-1 0 0,0 0 1 0 0,0 0-1 0 0,0-1 1 0 0,0 1 0 0 0,0 0-1 0 0,0 0 1 0 0,1 0 0 0 0,-1 0-1 0 0,0-1 1 0 0,0 1-1 0 0,0 0 1 0 0,0 0 0 0 0,0 0-1 0 0,0-1 1 0 0,0 1-1 0 0,0 0 1 0 0,0 0 0 0 0,0 0-1 0 0,0 0 1 0 0,0-1 0 0 0,0 1-1 0 0,0 0 1 0 0,0 0-1 0 0,0 0 1 0 0,-1 0 0 0 0,1-1-1 0 0,0 1 1 0 0,0 0-1 0 0,0 0 1 0 0,0 0 0 0 0,0 0-1 0 0,0-1 1 0 0,0 1 0 0 0,-1 0-1 0 0,1 0 1 0 0,0 0-1 0 0,0 0 1 0 0,0 0 0 0 0,0 0-1 0 0,0 0 1 0 0,-1 0-1 0 0,1-1 1 0 0,0 1 0 0 0,0 0-1 0 0,0 0 1 0 0,0 0 0 0 0,-1 0-1 0 0,1 0 1 0 0,0 0-1 0 0,0 0 1 0 0,0 0 0 0 0,0 0-1 0 0,-1 0 1 0 0,1 0-1 0 0,0 0 1 0 0,0 0 0 0 0,0 0-1 0 0,-1 0 1 0 0,1 0 0 0 0,0 0-1 0 0,0 1 1 0 0,0-1-1 0 0,0 0 1 0 0,-1 0 0 0 0,1 0-1 0 0,0 0 1 0 0,-22 0 2637 0 0,25 0-2620 0 0,-1 0 0 0 0,0 1 0 0 0,1-1 0 0 0,-1 1-1 0 0,0-1 1 0 0,0 1 0 0 0,1 0 0 0 0,-1-1 0 0 0,0 1-1 0 0,0 1 1 0 0,0-1 0 0 0,2 1 0 0 0,31 27 461 0 0,12 14-115 0 0,96 66 0 0 0,-74-61-454 0 0,25 16 295 0 0,-44-35-1266 0 0,2-2 0 0 0,107 40 0 0 0,-104-48-3530 0 0,-55-19 4255 0 0,1 0 0 0 0,-1 0 0 0 0,1 0-1 0 0,-1 0 1 0 0,1 0 0 0 0,-1 0 0 0 0,1 0 0 0 0,-1 0 0 0 0,1 1 0 0 0,-1-1 0 0 0,0 0 0 0 0,1 0-1 0 0,-1 1 1 0 0,1-1 0 0 0,-1 0 0 0 0,0 0 0 0 0,1 1 0 0 0,-1-1 0 0 0,0 0 0 0 0,1 1 0 0 0,-1-1 0 0 0,0 1-1 0 0,0-1 1 0 0,1 0 0 0 0,-1 1 0 0 0,0-1 0 0 0,0 1 0 0 0,0-1 0 0 0,1 1 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08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1 364 720 0 0,'0'0'5043'0'0,"0"-6"-2722"0"0,0-8-160 0 0,32-14-80 0 0,1-7-321 0 0,65-25 321 0 0,98-32-160 0 0,-33 32-1200 0 0,-71 25-1202 0 0,38 14-2800 0 0,-32 8-3602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09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36 880 0 0,'-68'-11'4196'0'0,"0"3"-1"0"0,-1 3 0 0 0,-133 8 0 0 0,200-3-4099 0 0,1 1-1 0 0,-1-1 0 0 0,1 0 0 0 0,-1 1 0 0 0,1-1 0 0 0,-1 0 0 0 0,1 0 1 0 0,-1 0-1 0 0,1 0 0 0 0,-1 0 0 0 0,1 0 0 0 0,-1-1 0 0 0,1 1 1 0 0,-1 0-1 0 0,1-1 0 0 0,-1 1 0 0 0,1-1 0 0 0,0 1 0 0 0,-1-1 0 0 0,1 0 1 0 0,-2-1-1 0 0,-12-6 786 0 0,-7 7 66 0 0,44 1-693 0 0,-17 1-108 0 0,0 6-132 0 0,37 8-15 0 0,0-3 0 0 0,85 15 0 0 0,-39-10 84 0 0,496 84 14 0 0,-504-89-21 0 0,355 31 4 0 0,-257-30-320 0 0,-145-12 147 0 0,-33-1 93 0 0,0 0 0 0 0,0 0 1 0 0,-1 0-1 0 0,1 0 0 0 0,0 0 0 0 0,0 0 1 0 0,0 0-1 0 0,0-1 0 0 0,0 1 0 0 0,-1 0 1 0 0,1 0-1 0 0,0 0 0 0 0,0 0 0 0 0,0-1 1 0 0,0 1-1 0 0,0 0 0 0 0,0 0 0 0 0,0 0 1 0 0,0 0-1 0 0,0-1 0 0 0,-1 1 0 0 0,1 0 1 0 0,0 0-1 0 0,0 0 0 0 0,0-1 1 0 0,0 1-1 0 0,0 0 0 0 0,0 0 0 0 0,0 0 1 0 0,0-1-1 0 0,1 1 0 0 0,-1 0 0 0 0,0 0 1 0 0,0 0-1 0 0,0-1 0 0 0,0 1 0 0 0,0 0 1 0 0,0 0-1 0 0,0 0 0 0 0,0 0 0 0 0,0-1 1 0 0,1 1-1 0 0,-1 0 0 0 0,0 0 1 0 0,0 0-1 0 0,0 0 0 0 0,0 0 0 0 0,0 0 1 0 0,1-1-1 0 0,-1 1 0 0 0,-103 0 934 0 0,60 0-627 0 0,0 2-1 0 0,0 2 1 0 0,0 1 0 0 0,1 3 0 0 0,0 1 0 0 0,1 2-1 0 0,-70 29 1 0 0,-155 88 1014 0 0,144-86-1157 0 0,59-22-141 0 0,26-7-130 0 0,-68 14 0 0 0,105-27 38 0 0,-1 0 0 0 0,0 1 0 0 0,0-1 0 0 0,0 0 0 0 0,0 0 0 0 0,0 0 0 0 0,0 0 0 0 0,0 0 0 0 0,0 0 0 0 0,0-1 0 0 0,0 1 1 0 0,0 0-1 0 0,0 0 0 0 0,0-1 0 0 0,0 1 0 0 0,1 0 0 0 0,-1-1 0 0 0,0 1 0 0 0,0-1 0 0 0,0 1 0 0 0,0-1 0 0 0,1 1 0 0 0,-1-1 0 0 0,0 0 0 0 0,1 0 0 0 0,-1 1 0 0 0,0-1 0 0 0,0-1 0 0 0,1 1-171 0 0,-1-1 0 0 0,1 0-1 0 0,-1 0 1 0 0,1 1 0 0 0,0-1 0 0 0,0 0 0 0 0,-1 0 0 0 0,1 0 0 0 0,1 1 0 0 0,-1-1-1 0 0,0 0 1 0 0,0 0 0 0 0,1 0 0 0 0,-1 1 0 0 0,1-1 0 0 0,-1 0 0 0 0,1 1-1 0 0,0-1 1 0 0,1-2 0 0 0,2-1-883 0 0,0-1 0 0 0,0 1 0 0 0,1-1-1 0 0,0 1 1 0 0,0 1 0 0 0,1-1 0 0 0,-1 1 0 0 0,1 0-1 0 0,10-6 1 0 0,16-11-4333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09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60 201 2241 0 0,'-15'3'1761'0'0,"10"-2"-855"0"0,0 0-1 0 0,0 0 0 0 0,1 0 1 0 0,-1-1-1 0 0,0 0 0 0 0,0 0 1 0 0,-5 0-1 0 0,10 0-821 0 0,0 0-1 0 0,0 0 1 0 0,0-1 0 0 0,0 1-1 0 0,1 0 1 0 0,-1 0 0 0 0,0 0-1 0 0,0 0 1 0 0,0 0-1 0 0,0-1 1 0 0,1 1 0 0 0,-1 0-1 0 0,0 0 1 0 0,0 0 0 0 0,0 0-1 0 0,0-1 1 0 0,0 1-1 0 0,0 0 1 0 0,0 0 0 0 0,0 0-1 0 0,0-1 1 0 0,0 1 0 0 0,0 0-1 0 0,0 0 1 0 0,0 0-1 0 0,0-1 1 0 0,0 1 0 0 0,0 0-1 0 0,0 0 1 0 0,0 0 0 0 0,0-1-1 0 0,0 1 1 0 0,0 0 0 0 0,0 0-1 0 0,0 0 1 0 0,0-1-1 0 0,0 1 1 0 0,0 0 0 0 0,0 0-1 0 0,0 0 1 0 0,0 0 0 0 0,-1-1-1 0 0,1 1 1 0 0,0 0-1 0 0,0 0 1 0 0,0 0 0 0 0,0 0-1 0 0,-1 0 1 0 0,1-1 0 0 0,0 1-1 0 0,0 0 1 0 0,23-10 633 0 0,1-1 0 0 0,-2-1 0 0 0,27-18 0 0 0,82-57 657 0 0,-104 67-1214 0 0,-21 14-115 0 0,-5 4-43 0 0,1 0 0 0 0,-1 1 0 0 0,0-1-1 0 0,1 1 1 0 0,0-1 0 0 0,-1 1 0 0 0,1 0 0 0 0,0-1 0 0 0,0 1-1 0 0,-1 0 1 0 0,1 0 0 0 0,0 1 0 0 0,0-1 0 0 0,0 0 0 0 0,0 1-1 0 0,0-1 1 0 0,1 1 0 0 0,3-1 0 0 0,15 0-82 0 0,-21 1 75 0 0,0 0 0 0 0,0 0 1 0 0,0 0-1 0 0,0 0 0 0 0,-1 0 0 0 0,1 0 0 0 0,0 1 1 0 0,0-1-1 0 0,0 0 0 0 0,0 0 0 0 0,0 0 1 0 0,-1 0-1 0 0,1 0 0 0 0,0 0 0 0 0,0 1 1 0 0,0-1-1 0 0,0 0 0 0 0,0 0 0 0 0,0 0 1 0 0,0 0-1 0 0,0 1 0 0 0,0-1 0 0 0,0 0 0 0 0,0 0 1 0 0,0 0-1 0 0,0 0 0 0 0,0 1 0 0 0,0-1 1 0 0,0 0-1 0 0,0 0 0 0 0,0 0 0 0 0,0 0 1 0 0,0 1-1 0 0,0-1 0 0 0,0 0 0 0 0,0 0 1 0 0,0 0-1 0 0,0 0 0 0 0,0 1 0 0 0,0-1 1 0 0,0 0-1 0 0,0 0 0 0 0,0 0 0 0 0,1 0 0 0 0,-1 0 1 0 0,0 1-1 0 0,0-1 0 0 0,0 0 0 0 0,0 0 1 0 0,0 0-1 0 0,0 0 0 0 0,1 0 0 0 0,-1 0 1 0 0,0 0-1 0 0,0 1 0 0 0,-1-1-5 0 0,-1 2-23 0 0,-1-1 0 0 0,1 1 1 0 0,0 0-1 0 0,0 0 0 0 0,0-1 0 0 0,0 1 0 0 0,0 1 1 0 0,0-1-1 0 0,0 0 0 0 0,1 0 0 0 0,-1 1 1 0 0,1-1-1 0 0,0 1 0 0 0,0-1 0 0 0,0 1 0 0 0,0-1 1 0 0,-1 6-1 0 0,-20 43-261 0 0,11 7 174 0 0,-11-14 334 0 0,11-8 199 0 0,1-18-233 0 0,8-15-142 0 0,0 0-1 0 0,0 0 0 0 0,0 0 1 0 0,1 1-1 0 0,-1-1 1 0 0,1 1-1 0 0,0 0 1 0 0,0-1-1 0 0,0 1 1 0 0,0 0-1 0 0,1-1 1 0 0,-1 9-1 0 0,1 230 483 0 0,27-256-1160 0 0,-26 14 612 0 0,0-1 0 0 0,-1 0 0 0 0,1 0 0 0 0,-1 1 1 0 0,1-1-1 0 0,-1 0 0 0 0,1 0 0 0 0,-1 0 0 0 0,0 0 0 0 0,1 0 0 0 0,-1 0 0 0 0,0 0 0 0 0,0 0 0 0 0,0 0 0 0 0,0 0 1 0 0,0 0-1 0 0,0 0 0 0 0,0-1 0 0 0,0 0-56 0 0,0 1 1 0 0,0-1 0 0 0,0 0-1 0 0,0 1 1 0 0,1-1 0 0 0,-1 1-1 0 0,0-1 1 0 0,1 1 0 0 0,-1-1-1 0 0,1 1 1 0 0,-1-1-1 0 0,2-1 1 0 0,6-8-613 0 0,-6 9 361 0 0,0 0 0 0 0,0-1 0 0 0,0 1 0 0 0,0-1 0 0 0,-1 1 0 0 0,0-1 0 0 0,1 0 0 0 0,-1 0 0 0 0,0 1 0 0 0,0-1 0 0 0,0 0 0 0 0,-1 0 0 0 0,1 0 0 0 0,-1 0 0 0 0,0-6 0 0 0,0 6-260 0 0,0-1-1 0 0,1 0 1 0 0,-1 0 0 0 0,0 1 0 0 0,1-1-1 0 0,0 0 1 0 0,2-6 0 0 0,24-30-4301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10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456 107 2321 0 0,'-5'2'2508'0'0,"-84"14"2251"0"0,-18 5-1941 0 0,71-11-1868 0 0,1 1 1 0 0,0 2-1 0 0,-44 22 0 0 0,72-30-835 0 0,1-1 0 0 0,0 1 0 0 0,0 0 0 0 0,0 0 0 0 0,0 0 0 0 0,1 1 0 0 0,0 0 0 0 0,-6 9 0 0 0,4-6-56 0 0,6-9-51 0 0,1 1-1 0 0,-1 0 1 0 0,1-1-1 0 0,0 1 1 0 0,-1-1-1 0 0,1 1 1 0 0,0 0-1 0 0,-1-1 1 0 0,1 1-1 0 0,0 0 1 0 0,0-1-1 0 0,0 1 1 0 0,0 0-1 0 0,-1 0 1 0 0,1-1-1 0 0,0 1 0 0 0,0 0 1 0 0,0-1-1 0 0,1 1 1 0 0,-1 0-1 0 0,0-1 1 0 0,0 1-1 0 0,0 0 1 0 0,0-1-1 0 0,1 1 1 0 0,-1 0-1 0 0,0-1 1 0 0,1 1-1 0 0,-1 0 1 0 0,0-1-1 0 0,1 1 1 0 0,-1-1-1 0 0,2 2 1 0 0,19 14 169 0 0,-16-13-129 0 0,10 7 93 0 0,-8-5-107 0 0,0 0-1 0 0,1-1 0 0 0,-1 0 0 0 0,1 0 0 0 0,0-1 1 0 0,8 3-1 0 0,37 7 20 0 0,0-2 1 0 0,86 5-1 0 0,-120-14-29 0 0,0-1 1 0 0,0 0-1 0 0,0-2 0 0 0,1 0 0 0 0,-1-2 1 0 0,0 0-1 0 0,-1-1 0 0 0,1 0 0 0 0,-1-2 1 0 0,27-11-1 0 0,-19 6 142 0 0,-1 0 1 0 0,45-29-1 0 0,-61 34-69 0 0,0 0-1 0 0,-1 0 1 0 0,0-1-1 0 0,0 0 1 0 0,-1-1-1 0 0,0 0 1 0 0,0 0-1 0 0,-1 0 1 0 0,0-1-1 0 0,9-17 1 0 0,-14 23-63 0 0,1-1 1 0 0,-1 1 0 0 0,0-1-1 0 0,0 1 1 0 0,-1-1 0 0 0,1 1 0 0 0,-1-1-1 0 0,0 0 1 0 0,1 1 0 0 0,-2-1-1 0 0,1 0 1 0 0,0 1 0 0 0,-1-1 0 0 0,0 1-1 0 0,1-1 1 0 0,-1 1 0 0 0,-1-1-1 0 0,1 1 1 0 0,-1 0 0 0 0,1-1 0 0 0,-1 1-1 0 0,0 0 1 0 0,0 0 0 0 0,-4-4-1 0 0,-4-4 46 0 0,0 1-1 0 0,-1 0 1 0 0,0 1-1 0 0,-21-14 1 0 0,6 5 29 0 0,20 14-50 0 0,1-1 1 0 0,-1 1-1 0 0,0 1 1 0 0,0-1-1 0 0,0 1 1 0 0,0 0-1 0 0,-1 0 1 0 0,-11-2 0 0 0,14 4-113 0 0,1 1 0 0 0,0 0 0 0 0,0 0 0 0 0,0 0 1 0 0,0 0-1 0 0,0 1 0 0 0,0-1 0 0 0,0 1 1 0 0,0 0-1 0 0,0 0 0 0 0,0 0 0 0 0,0 0 0 0 0,0 0 1 0 0,0 1-1 0 0,1-1 0 0 0,-1 1 0 0 0,0 0 0 0 0,-2 2 1 0 0,4-3 16 0 0,1-1 0 0 0,0 0 1 0 0,-1 0-1 0 0,1 0 1 0 0,0 1-1 0 0,0-1 1 0 0,0 0-1 0 0,-1 1 0 0 0,1-1 1 0 0,0 0-1 0 0,0 0 1 0 0,0 1-1 0 0,0-1 0 0 0,-1 0 1 0 0,1 1-1 0 0,0-1 1 0 0,0 0-1 0 0,0 1 1 0 0,0-1-1 0 0,0 0 0 0 0,0 1 1 0 0,0-1-1 0 0,0 0 1 0 0,0 1-1 0 0,0-1 0 0 0,0 0 1 0 0,0 1-1 0 0,0-1 1 0 0,0 0-1 0 0,1 1 1 0 0,-1-1-1 0 0,0 0 0 0 0,0 1 1 0 0,0-1-1 0 0,0 0 1 0 0,1 1-1 0 0,-1-1 0 0 0,0 0 1 0 0,0 0-1 0 0,0 1 1 0 0,1-1-1 0 0,-1 0 1 0 0,0 0-1 0 0,0 0 0 0 0,1 1 1 0 0,17 10-1439 0 0,-14-9 943 0 0,33 20-3377 0 0,23 11-3189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11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76 1361 0 0,'-114'-3'10191'0'0,"-1"0"-3455"0"0,98 3-5981 0 0,-31 0 4453 0 0,48-4-4634 0 0,0 7-441 0 0,5-2-40 0 0,311-8 1095 0 0,-180-1-895 0 0,-131 8-563 0 0,0-1-1 0 0,0 1 1 0 0,-1-1-1 0 0,1 0 1 0 0,0 0 0 0 0,0-1-1 0 0,-1 1 1 0 0,1-1-1 0 0,0 0 1 0 0,7-5-1 0 0,-12 7 92 0 0,1 0-1 0 0,-1-1 1 0 0,0 1-1 0 0,1 0 0 0 0,-1 0 1 0 0,1-1-1 0 0,-1 1 0 0 0,0 0 1 0 0,1-1-1 0 0,-1 1 0 0 0,0 0 1 0 0,1-1-1 0 0,-1 1 0 0 0,0-1 1 0 0,0 1-1 0 0,1 0 0 0 0,-1-1 1 0 0,0 1-1 0 0,0-1 0 0 0,0 1 1 0 0,0-1-1 0 0,1 1 1 0 0,-1-1-1 0 0,0 1 0 0 0,0-1 1 0 0,0 1-1 0 0,0 0 0 0 0,0-1 1 0 0,0 1-1 0 0,0-1 0 0 0,0 1 1 0 0,-1-1-1 0 0,1 1 0 0 0,0-1 1 0 0,0 1-1 0 0,0-1 0 0 0,0 1 1 0 0,-1-1-1 0 0,1 1 0 0 0,0 0 1 0 0,0-1-1 0 0,-1 1 1 0 0,1-1-1 0 0,0 1 0 0 0,-1 0 1 0 0,1-1-1 0 0,0 1 0 0 0,-1 0 1 0 0,1 0-1 0 0,-1-1 0 0 0,1 1 1 0 0,0 0-1 0 0,-1 0 0 0 0,1-1 1 0 0,-1 1-1 0 0,1 0 0 0 0,-1 0 1 0 0,-19-8-4689 0 0,14 1-521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11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902 34 1040 0 0,'-22'0'2695'0'0,"17"0"-187"0"0,10 0-441 0 0,17 0 695 0 0,-24 3-1438 0 0,9 1-1101 0 0,25 1 835 0 0,-15-3 9 0 0,-33-1-577 0 0,5-6 1177 0 0,-147-13 3782 0 0,34 6-4175 0 0,87 7-875 0 0,14 1-109 0 0,0 2-1 0 0,-25 0 0 0 0,48 4-280 0 0,1-1-22 0 0,-1 0 0 0 0,0 0 0 0 0,0 0 0 0 0,0 0 0 0 0,0 0 0 0 0,0 0 0 0 0,0 1 0 0 0,-1-1-1 0 0,1 0 1 0 0,0 0 0 0 0,-1 0 0 0 0,1 0 0 0 0,0 0 0 0 0,-1 0 0 0 0,1 0 0 0 0,-1 0 0 0 0,0 0-1 0 0,0 1 1 0 0,-4 2-4 0 0,3-3 19 0 0,0 1 0 0 0,1-1 0 0 0,-1 0-1 0 0,1 1 1 0 0,-1-1 0 0 0,1 0 0 0 0,0 1 0 0 0,-1 0 0 0 0,1-1-1 0 0,0 1 1 0 0,0 0 0 0 0,0 0 0 0 0,0 0 0 0 0,0-1 0 0 0,1 1-1 0 0,-1 0 1 0 0,1 0 0 0 0,-1 0 0 0 0,1 0 0 0 0,0 0-1 0 0,-1 0 1 0 0,1 0 0 0 0,1 4 0 0 0,-2 7 61 0 0,0-9-38 0 0,1 0-1 0 0,-1 0 1 0 0,1 1 0 0 0,0-1 0 0 0,0 0 0 0 0,1 0-1 0 0,-1 0 1 0 0,1 1 0 0 0,0-1 0 0 0,0 0-1 0 0,3 7 1 0 0,7-1 25 0 0,-10-9-44 0 0,0 0 0 0 0,0 0 0 0 0,0-1 0 0 0,1 1 1 0 0,-1 0-1 0 0,0 0 0 0 0,0 0 0 0 0,-1 0 0 0 0,1 0 1 0 0,0 1-1 0 0,0-1 0 0 0,0 0 0 0 0,-1 0 0 0 0,1 0 1 0 0,-1 1-1 0 0,1-1 0 0 0,-1 0 0 0 0,1 1 0 0 0,-1 1 1 0 0,0 0 46 0 0,6-8-813 0 0,38-5 878 0 0,-10 2-96 0 0,1 1-1 0 0,-1 2 1 0 0,1 2 0 0 0,44 0-1 0 0,-43 6-50 0 0,-1 2 0 0 0,58 15-1 0 0,-81-17 33 0 0,1 0 1 0 0,-1 1-1 0 0,0 1 0 0 0,0 0 0 0 0,-1 1 0 0 0,1 0 0 0 0,-1 1 1 0 0,-1 0-1 0 0,1 1 0 0 0,13 12 0 0 0,-23-17 12 0 0,1-1-1 0 0,0 1 1 0 0,-1 0-1 0 0,0 0 1 0 0,0 0-1 0 0,0 1 1 0 0,0-1-1 0 0,0 0 1 0 0,-1 0-1 0 0,1 0 1 0 0,-1 1 0 0 0,0-1-1 0 0,0 0 1 0 0,0 1-1 0 0,0-1 1 0 0,-1 0-1 0 0,1 0 1 0 0,-1 1-1 0 0,0-1 1 0 0,0 0 0 0 0,-2 5-1 0 0,1-5 18 0 0,0 0-1 0 0,0 0 1 0 0,0-1 0 0 0,0 1-1 0 0,-1 0 1 0 0,1-1 0 0 0,-1 1-1 0 0,0-1 1 0 0,1 0 0 0 0,-1 0 0 0 0,0 0-1 0 0,-6 2 1 0 0,-44 17 426 0 0,46-18-394 0 0,-77 22 936 0 0,-141 24 1 0 0,-329 7-3096 0 0,542-56 1699 0 0,4 1-201 0 0,1 0 0 0 0,-1-1 0 0 0,0-1 0 0 0,-15-1 0 0 0,20 1-6 0 0,0 0-1 0 0,0 0 0 0 0,0-1 1 0 0,0 1-1 0 0,0 0 0 0 0,0-1 1 0 0,0 0-1 0 0,0 0 1 0 0,-2-2-1 0 0,-28-33-9894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13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98 117 1441 0 0,'-92'0'12579'0'0,"86"0"-7417"0"0,12 0-4508 0 0,109 1 614 0 0,58 5-9 0 0,56 1-150 0 0,-78-8-290 0 0,-15-4-165 0 0,-128 5-612 0 0,0 0 0 0 0,0-1 0 0 0,0 0 1 0 0,-1 0-1 0 0,14-4 0 0 0,-20 4-104 0 0,0 0-1 0 0,-1 0 1 0 0,1 0-1 0 0,0 0 1 0 0,-1 0 0 0 0,1 0-1 0 0,-1 0 1 0 0,1 0-1 0 0,-1 0 1 0 0,1-1-1 0 0,-1 1 1 0 0,0 0-1 0 0,0 0 1 0 0,1 0 0 0 0,-1-1-1 0 0,0 1 1 0 0,0 0-1 0 0,0 0 1 0 0,-1 0-1 0 0,1-1 1 0 0,0 1 0 0 0,-1-2-1 0 0,1-4-1516 0 0,-1 5 1139 0 0,1 0 0 0 0,-1 0 0 0 0,1 0 0 0 0,-1 0 0 0 0,1 0 0 0 0,-1 0-1 0 0,0 0 1 0 0,0 0 0 0 0,0 0 0 0 0,0 0 0 0 0,-1 1 0 0 0,1-1-1 0 0,0 0 1 0 0,-1 1 0 0 0,1-1 0 0 0,-1 1 0 0 0,-1-2 0 0 0,-34-23-5421 0 0,28 21 4317 0 0,-23-12-3391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14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1 560 0 0,'0'0'10925'0'0,"6"0"-9417"0"0,-3 0-1301 0 0,0 1 0 0 0,0-1 0 0 0,0 1 0 0 0,0-1 0 0 0,-1 1 0 0 0,1 0 0 0 0,0 0 0 0 0,0 0 0 0 0,-1 1 0 0 0,5 2 0 0 0,29 12 530 0 0,235 82 957 0 0,-219-77-1448 0 0,97 31 269 0 0,-52-29-732 0 0,-31-11-4955 0 0,-39-12-991 0 0,-26 0 6002 0 0,-1-1 0 0 0,0 1 0 0 0,0 0 1 0 0,1 0-1 0 0,-1 0 0 0 0,0 0 0 0 0,0 0 0 0 0,1 0 1 0 0,-1 0-1 0 0,0 0 0 0 0,0 0 0 0 0,0-1 1 0 0,1 1-1 0 0,-1 0 0 0 0,0 0 0 0 0,0 0 0 0 0,0 0 1 0 0,1-1-1 0 0,-1 1 0 0 0,0 0 0 0 0,0 0 0 0 0,0 0 1 0 0,0-1-1 0 0,0 1 0 0 0,0 0 0 0 0,1 0 0 0 0,-1-1 1 0 0,0 1-1 0 0,0 0 0 0 0,0 0 0 0 0,0-1 0 0 0,0 1 1 0 0,0 0-1 0 0,0 0 0 0 0,0-1 0 0 0,0 1 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14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34 194 4802 0 0,'-33'6'5123'0'0,"33"3"1600"0"0,33-18-6163 0 0,32-3-80 0 0,0-3 0 0 0,0-12-160 0 0,92-29-1600 0 0,72-33-8164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15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44 3041 0 0,'-18'-2'703'0'0,"3"-1"1439"0"0,1 1 0 0 0,-1 1 0 0 0,-21 1 0 0 0,30-5 806 0 0,5 5-2706 0 0,0 0-147 0 0,0 0-1 0 0,-1 0 1 0 0,1 0-1 0 0,0 0 1 0 0,0 0-1 0 0,-1 0 1 0 0,1 0 0 0 0,0 0-1 0 0,0 0 1 0 0,0-1-1 0 0,-1 1 1 0 0,1 0-1 0 0,0-1 1 0 0,0 1 0 0 0,0-1-1 0 0,0 1 1 0 0,0-1-1 0 0,0 0 1 0 0,0 1-1 0 0,-2-3 1 0 0,3 3-63 0 0,0-1-1 0 0,1 1 1 0 0,-1-1-1 0 0,0 1 1 0 0,0-1-1 0 0,1 1 1 0 0,-1-1-1 0 0,0 1 1 0 0,1-1-1 0 0,-1 1 1 0 0,0 0-1 0 0,1-1 1 0 0,-1 1-1 0 0,1 0 1 0 0,-1-1-1 0 0,1 1 1 0 0,-1 0-1 0 0,1-1 1 0 0,-1 1-1 0 0,1 0 1 0 0,-1 0 0 0 0,1 0-1 0 0,-1 0 1 0 0,1-1-1 0 0,-1 1 1 0 0,1 0-1 0 0,0 0 1 0 0,-1 0-1 0 0,1 0 1 0 0,-1 0-1 0 0,1 0 1 0 0,-1 0-1 0 0,1 0 1 0 0,-1 1-1 0 0,1-1 1 0 0,0 0-1 0 0,0 0-9 0 0,-1 1 0 0 0,1-1 0 0 0,-1 0 0 0 0,1 0 0 0 0,-1 0 0 0 0,1 0 0 0 0,-1 0 0 0 0,1 0 0 0 0,-1 0 0 0 0,1 0 0 0 0,-1 0 0 0 0,1 0 0 0 0,-1 0 0 0 0,1 0-1 0 0,-1 0 1 0 0,1 0 0 0 0,-1-1 0 0 0,0 1 0 0 0,1 0 0 0 0,-1 0 0 0 0,1 0 0 0 0,-1-1 0 0 0,1 1 0 0 0,-1 0 0 0 0,0-1 0 0 0,1 1 0 0 0,-1 0 0 0 0,1-1 0 0 0,-1 1 0 0 0,0 0-1 0 0,0-1 1 0 0,1 1 0 0 0,-1-1 0 0 0,1 0 0 0 0,-1 0 0 0 0,1 0 1 0 0,0 1-1 0 0,0-1 0 0 0,0 0 0 0 0,0 1 0 0 0,1-1 0 0 0,-1 1 1 0 0,0-1-1 0 0,0 1 0 0 0,0-1 0 0 0,0 1 0 0 0,1 0 0 0 0,-1-1 1 0 0,0 1-1 0 0,0 0 0 0 0,0 0 0 0 0,1 0 0 0 0,-1 0 0 0 0,0 0 1 0 0,0 0-1 0 0,0 1 0 0 0,3 0 0 0 0,0-1 42 0 0,38-1 106 0 0,-29 0-141 0 0,0 1 1 0 0,0 0-1 0 0,-1 2 1 0 0,1-1-1 0 0,17 5 1 0 0,188 40 276 0 0,-131-27-246 0 0,111 21-36 0 0,-155-34-25 0 0,0-3 0 0 0,80-3-1 0 0,-3-12 2 0 0,-120 11 6 0 0,-1 1 0 0 0,1 0 0 0 0,0 0 0 0 0,0 0 0 0 0,0 0 0 0 0,0 0-1 0 0,-1 0 1 0 0,1 0 0 0 0,0 0 0 0 0,0 0 0 0 0,0-1 0 0 0,0 1 0 0 0,0 0-1 0 0,0 0 1 0 0,0 0 0 0 0,-1 0 0 0 0,1 0 0 0 0,0-1 0 0 0,0 1 0 0 0,0 0-1 0 0,0 0 1 0 0,0 0 0 0 0,0 0 0 0 0,0-1 0 0 0,0 1 0 0 0,0 0-1 0 0,0 0 1 0 0,0 0 0 0 0,0-1 0 0 0,0 1 0 0 0,0 0 0 0 0,0 0 0 0 0,0 0-1 0 0,0 0 1 0 0,0-1 0 0 0,0 1 0 0 0,0 0 0 0 0,0 0 0 0 0,0 0 0 0 0,0 0-1 0 0,0-1 1 0 0,1 1 0 0 0,-1 0 0 0 0,0 0 0 0 0,0 0 0 0 0,0 0 0 0 0,0 0-1 0 0,0-1 1 0 0,0 1 0 0 0,1 0 0 0 0,-1 0 0 0 0,0 0 0 0 0,0 0-1 0 0,0 0 1 0 0,0 0 0 0 0,1 0 0 0 0,-6-1 97 0 0,0 0 0 0 0,1 0 0 0 0,-1 1 0 0 0,0 0 0 0 0,1 0 0 0 0,-1 0 1 0 0,0 1-1 0 0,0-1 0 0 0,1 1 0 0 0,-9 3 0 0 0,-31 14 559 0 0,1 2 1 0 0,-66 41-1 0 0,85-48-484 0 0,0-1-1 0 0,0-1 1 0 0,-30 9-1 0 0,-4 1 47 0 0,29-8-114 0 0,21-9-104 0 0,-1 0 1 0 0,0 0-1 0 0,0-1 0 0 0,0 0 1 0 0,0 0-1 0 0,0-1 1 0 0,0-1-1 0 0,-1 1 0 0 0,-11-1 1 0 0,17-4-2082 0 0,4 2 1799 0 0,-1 1 1 0 0,1-1-1 0 0,0 1 0 0 0,-1-1 0 0 0,1 1 1 0 0,0-1-1 0 0,0 1 0 0 0,0-1 0 0 0,-1 1 1 0 0,1-1-1 0 0,0 1 0 0 0,0-1 1 0 0,0 0-1 0 0,0 1 0 0 0,0-1 0 0 0,0 1 1 0 0,0-1-1 0 0,0 1 0 0 0,0-1 0 0 0,0 0 1 0 0,0 1-1 0 0,1-1 0 0 0,-1 1 1 0 0,0-1-1 0 0,0 1 0 0 0,0-1 0 0 0,1 1 1 0 0,-1-1-1 0 0,0 1 0 0 0,1-1 0 0 0,-1 1 1 0 0,0-1-1 0 0,1 1 0 0 0,-1 0 0 0 0,1-1 1 0 0,-1 1-1 0 0,0 0 0 0 0,1-1 1 0 0,-1 1-1 0 0,1-1 0 0 0,27-8-4659 0 0,4-4 359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16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30 3442 0 0,'-14'-7'1463'0'0,"14"8"-1267"0"0,0-1-1 0 0,0 0 0 0 0,0 0 1 0 0,0 1-1 0 0,0-1 1 0 0,0 0-1 0 0,0 1 0 0 0,0-1 1 0 0,0 0-1 0 0,0 1 0 0 0,0-1 1 0 0,0 0-1 0 0,0 1 0 0 0,0-1 1 0 0,0 0-1 0 0,0 0 1 0 0,0 1-1 0 0,0-1 0 0 0,0 0 1 0 0,-1 1-1 0 0,1-1 0 0 0,0 0 1 0 0,0 0-1 0 0,0 1 1 0 0,0-1-1 0 0,-1 0 0 0 0,1 0 1 0 0,0 0-1 0 0,0 1 0 0 0,0-1 1 0 0,-1 0-1 0 0,1 0 0 0 0,0 0 1 0 0,-1 0-1 0 0,1 1 1 0 0,0-1-1 0 0,0 0 0 0 0,-1 0 1 0 0,1 0-1 0 0,0 0 0 0 0,-1 0 1 0 0,1 0-1 0 0,0 0 0 0 0,0 0 1 0 0,-1 0-1 0 0,1 0 1 0 0,-6-3 6606 0 0,6 3-6789 0 0,0 0 1 0 0,0-1-1 0 0,0 1 1 0 0,0 0-1 0 0,0 0 1 0 0,0 0 0 0 0,0 0-1 0 0,0-1 1 0 0,0 1-1 0 0,-1 0 1 0 0,1 0-1 0 0,0 0 1 0 0,0 0 0 0 0,0-1-1 0 0,0 1 1 0 0,0 0-1 0 0,0 0 1 0 0,0 0-1 0 0,0-1 1 0 0,0 1 0 0 0,0 0-1 0 0,0 0 1 0 0,1 0-1 0 0,-1 0 1 0 0,0-1-1 0 0,0 1 1 0 0,0 0 0 0 0,0 0-1 0 0,0 0 1 0 0,0 0-1 0 0,0-1 1 0 0,0 1-1 0 0,0 0 1 0 0,1 0 0 0 0,-1 0-1 0 0,0 0 1 0 0,0 0-1 0 0,0 0 1 0 0,0-1-1 0 0,0 1 1 0 0,1 0 0 0 0,-1 0-1 0 0,0 0 1 0 0,0 0-1 0 0,0 0 1 0 0,0 0-1 0 0,1 0 1 0 0,-1 0-1 0 0,0 0 1 0 0,0 0 0 0 0,0 0-1 0 0,1 0 1 0 0,-1 0-1 0 0,0 0 1 0 0,0 0-1 0 0,0 0 1 0 0,1 0 0 0 0,18-5 331 0 0,0 1 1 0 0,0 1 0 0 0,38-1 0 0 0,73 5 105 0 0,-64 0-418 0 0,-55 4 47 0 0,11-5 467 0 0,-70-5 155 0 0,-50 1 1 0 0,21 1-347 0 0,-80 1 344 0 0,92 3-373 0 0,55-1-300 0 0,0 0 0 0 0,1 1 0 0 0,-1 1 0 0 0,1-1 0 0 0,0 1 0 0 0,-1 1 0 0 0,-8 3 0 0 0,15-5-20 0 0,0 1 1 0 0,1-1 0 0 0,-1 0 0 0 0,1 0 0 0 0,-1 1 0 0 0,1 0-1 0 0,-1-1 1 0 0,1 1 0 0 0,0 0 0 0 0,0 0 0 0 0,0 0 0 0 0,0 0-1 0 0,0 1 1 0 0,1-1 0 0 0,-1 0 0 0 0,0 1 0 0 0,1 0-1 0 0,0-1 1 0 0,0 1 0 0 0,0 0 0 0 0,0-1 0 0 0,0 1 0 0 0,0 0-1 0 0,1 0 1 0 0,-1 0 0 0 0,1 2 0 0 0,0-2 3 0 0,0-1-1 0 0,1 1 1 0 0,-1-1 0 0 0,1 0 0 0 0,-1 1 0 0 0,1-1-1 0 0,0 0 1 0 0,0 1 0 0 0,0-1 0 0 0,0 0-1 0 0,0 0 1 0 0,0 0 0 0 0,1 0 0 0 0,-1 0-1 0 0,1 0 1 0 0,2 2 0 0 0,0 0-3 0 0,1 0 1 0 0,0 0-1 0 0,0-1 0 0 0,0 1 1 0 0,1-1-1 0 0,8 3 0 0 0,-3-1-21 0 0,1-1-1 0 0,-1-1 1 0 0,1 0-1 0 0,0 0 1 0 0,0-1-1 0 0,19 0 1 0 0,-3-3-19 0 0,0-1 0 0 0,-1-1 1 0 0,1-2-1 0 0,-1 0 0 0 0,0-2 1 0 0,-1-1-1 0 0,38-17 0 0 0,-46 18-10 0 0,0 1 0 0 0,27-6-1 0 0,-40 11 42 0 0,-1 0 0 0 0,1 0-1 0 0,0 0 1 0 0,0 1 0 0 0,0 0-1 0 0,0 0 1 0 0,0 0 0 0 0,-1 0-1 0 0,1 1 1 0 0,0 0 0 0 0,0 0-1 0 0,-1 0 1 0 0,1 1 0 0 0,5 2-1 0 0,-10-4 7 0 0,1 1 0 0 0,-1-1 0 0 0,1 1 0 0 0,-1-1 0 0 0,1 1 0 0 0,-1 0 0 0 0,0-1 0 0 0,1 1 0 0 0,-1 0 0 0 0,0-1 0 0 0,1 1 0 0 0,-1 0 0 0 0,0-1 0 0 0,0 1 0 0 0,0 0 0 0 0,1 0 0 0 0,-1-1 0 0 0,0 1 0 0 0,0 0 0 0 0,0 0 0 0 0,0-1 0 0 0,0 1 0 0 0,-1 1 0 0 0,1-2-5 0 0,-1 9 50 0 0,0-1 0 0 0,0 0 0 0 0,-1 0-1 0 0,0 0 1 0 0,-1 0 0 0 0,0 0 0 0 0,0 0-1 0 0,-1-1 1 0 0,1 0 0 0 0,-2 1 0 0 0,1-1-1 0 0,-1-1 1 0 0,0 1 0 0 0,0-1-1 0 0,-1 1 1 0 0,0-2 0 0 0,0 1 0 0 0,-7 4-1 0 0,-14 11 235 0 0,0-2 0 0 0,-2-1 0 0 0,-38 19 0 0 0,53-32-280 0 0,1-1-1 0 0,-1 0 1 0 0,0-1-1 0 0,1 0 0 0 0,-1-1 1 0 0,-1 0-1 0 0,1-1 0 0 0,0-1 1 0 0,-18-2-1 0 0,4 2-157 0 0,6 0-202 0 0,-10 0-821 0 0,-64-7 0 0 0,80 4-447 0 0,0-1 1 0 0,-1-1 0 0 0,-17-7-1 0 0,-32-20-8621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19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1359 256 560 0 0,'59'1'4749'0'0,"-58"-1"-4631"0"0,-1 0-1 0 0,0 0 1 0 0,1 0-1 0 0,-1 0 1 0 0,0 1-1 0 0,0-1 1 0 0,1 0-1 0 0,-1 0 1 0 0,0 0-1 0 0,0 0 1 0 0,1 0 0 0 0,-1 0-1 0 0,0 1 1 0 0,0-1-1 0 0,0 0 1 0 0,1 0-1 0 0,-1 0 1 0 0,0 0-1 0 0,0 1 1 0 0,0-1-1 0 0,0 0 1 0 0,1 0-1 0 0,-1 1 1 0 0,0-1-1 0 0,0 0 1 0 0,0 0 0 0 0,0 1-1 0 0,0-1 1 0 0,0 0-1 0 0,0 0 1 0 0,0 1-1 0 0,0-1 1 0 0,0 0-1 0 0,0 0 1 0 0,0 1-1 0 0,0-1 1 0 0,0 0-1 0 0,0 1 1 0 0,0-1 0 0 0,0 0-1 0 0,0 1 1 0 0,0 1 1548 0 0,-1-3-1536 0 0,-1 0 0 0 0,1 0 1 0 0,0 1-1 0 0,-1-1 0 0 0,1 1 0 0 0,0-1 0 0 0,-1 1 0 0 0,1-1 1 0 0,-1 1-1 0 0,1 0 0 0 0,0 0 0 0 0,-1 0 0 0 0,1 0 0 0 0,-1 0 0 0 0,1 0 1 0 0,-1 0-1 0 0,-1 0 0 0 0,3 0 22 0 0,-7 0 299 0 0,0-1 0 0 0,1-1 0 0 0,-1 1 0 0 0,1-1 0 0 0,-1 0 1 0 0,1-1-1 0 0,0 1 0 0 0,0-1 0 0 0,-10-6 0 0 0,-14-7 533 0 0,-23-9 522 0 0,30 13-851 0 0,-37-13-1 0 0,52 22-586 0 0,-7-1 82 0 0,0-2-1 0 0,1 0 1 0 0,-26-15 0 0 0,30 15-60 0 0,0 0 0 0 0,-1 1 0 0 0,0 1 0 0 0,1 0-1 0 0,-13-3 1 0 0,-26-11 238 0 0,25 11-193 0 0,0 1 0 0 0,0 0 0 0 0,-1 2 0 0 0,0 1-1 0 0,1 1 1 0 0,-1 1 0 0 0,0 1 0 0 0,-35 4 0 0 0,53-2-103 0 0,-1-1 1 0 0,1 1-1 0 0,0 1 1 0 0,-11 4-1 0 0,-11 4 46 0 0,-106 22 187 0 0,57-16-90 0 0,-30 11 25 0 0,103-27-191 0 0,-5 1 14 0 0,-1 1 1 0 0,0 0-1 0 0,0 0 1 0 0,1 1 0 0 0,0 0-1 0 0,-15 9 1 0 0,-16 4 119 0 0,32-14-132 0 0,1 0 1 0 0,0 0-1 0 0,0 1 0 0 0,-9 6 1 0 0,-21 22-79 0 0,35-30 67 0 0,0 0-1 0 0,1 0 0 0 0,0 0 1 0 0,-1 0-1 0 0,1 1 1 0 0,0-1-1 0 0,0 1 0 0 0,0-1 1 0 0,1 1-1 0 0,-1 0 1 0 0,0-1-1 0 0,1 1 0 0 0,0 0 1 0 0,0 0-1 0 0,0 0 1 0 0,0 0-1 0 0,0 1 0 0 0,1-1 1 0 0,-1 0-1 0 0,1 0 0 0 0,0 6 1 0 0,0-3-12 0 0,-1-1-1 0 0,0 0 1 0 0,1 1 0 0 0,-2-1 0 0 0,1 0 0 0 0,-1 1 0 0 0,0-1-1 0 0,0 0 1 0 0,-4 7 0 0 0,4-7-4 0 0,-1-1 0 0 0,1 1 1 0 0,0-1-1 0 0,1 1 0 0 0,-1 0 0 0 0,1-1 0 0 0,0 1 0 0 0,0 0 1 0 0,0 8-1 0 0,1 235 483 0 0,0-242-432 0 0,1-1 1 0 0,0 1 0 0 0,-1 0 0 0 0,2-1 0 0 0,-1 0-1 0 0,1 1 1 0 0,-1-1 0 0 0,1 0 0 0 0,1 0 0 0 0,3 6-1 0 0,2 7 12 0 0,1 3-21 0 0,-7-16-20 0 0,-1-1 1 0 0,1 1 0 0 0,0-1 0 0 0,0 0-1 0 0,1 0 1 0 0,0 0 0 0 0,-1 0 0 0 0,1 0-1 0 0,7 6 1 0 0,3 1 3 0 0,1-1 0 0 0,1 0 0 0 0,0-1 0 0 0,0-1 0 0 0,1 0 0 0 0,0-1-1 0 0,0-1 1 0 0,20 5 0 0 0,-12-3 1 0 0,-1 1-1 0 0,23 12 0 0 0,95 54 257 0 0,-48-38-269 0 0,-28-12-23 0 0,28 10 52 0 0,-88-32-42 0 0,0-1 0 0 0,0 1 0 0 0,0 0 0 0 0,0 1 0 0 0,0-1 0 0 0,6 7 0 0 0,18 11 120 0 0,8-4-76 0 0,39 12 1 0 0,31 13 9 0 0,-95-36-37 0 0,0 1 0 0 0,0 1 1 0 0,14 10-1 0 0,-24-16-5 0 0,0-1-1 0 0,-1 0 1 0 0,1-1 0 0 0,0 1 0 0 0,0 0 0 0 0,-1 0 0 0 0,1-1 0 0 0,0 1-1 0 0,0-1 1 0 0,0 0 0 0 0,2 1 0 0 0,-3-1 2 0 0,-1 0 0 0 0,1 0-1 0 0,-1-1 1 0 0,1 1 0 0 0,-1 0 0 0 0,1 0-1 0 0,-1 0 1 0 0,1 1 0 0 0,-1-1 0 0 0,1 0-1 0 0,-1 0 1 0 0,1 0 0 0 0,-1 0 0 0 0,1 0-1 0 0,-1 1 1 0 0,1-1 0 0 0,-1 0 0 0 0,0 0-1 0 0,1 1 1 0 0,-1-1 0 0 0,1 0 0 0 0,-1 1-1 0 0,0-1 1 0 0,1 0 0 0 0,-1 1 0 0 0,0-1-1 0 0,1 1 1 0 0,-1-1 0 0 0,0 0 0 0 0,0 1-1 0 0,1-1 1 0 0,-1 1 0 0 0,0 0 0 0 0,1 0 1 0 0,0 0 0 0 0,0 0 0 0 0,0-1 0 0 0,0 1 0 0 0,0 0 0 0 0,0-1 0 0 0,0 1 0 0 0,0-1 0 0 0,1 1 0 0 0,-1-1 0 0 0,0 0 0 0 0,0 1 0 0 0,0-1 0 0 0,1 0 0 0 0,-1 0 0 0 0,0 0 0 0 0,0 0 0 0 0,1 0 0 0 0,-1 0 0 0 0,2 0 0 0 0,-1 0 0 0 0,23 3 17 0 0,44 1 1 0 0,5 1 173 0 0,-36-2-112 0 0,60-3-1 0 0,-38-2-48 0 0,14-2 21 0 0,-12-1-35 0 0,91-16-96 0 0,-61-5-67 0 0,-85 25 153 0 0,-1-1-1 0 0,0-1 1 0 0,0 1-1 0 0,0-1 1 0 0,0 0-1 0 0,0 0 1 0 0,0-1-1 0 0,-1 0 1 0 0,1 0-1 0 0,-1 0 1 0 0,0-1-1 0 0,-1 0 1 0 0,1 0-1 0 0,-1 0 1 0 0,0 0-1 0 0,6-10 1 0 0,1-38 207 0 0,-8 42-178 0 0,4-15 90 0 0,-2-1-1 0 0,0 1 1 0 0,2-44 0 0 0,-6 33-29 0 0,0 23-78 0 0,-1 0-1 0 0,0 0 0 0 0,-1 0 0 0 0,0-1 0 0 0,-4-15 1 0 0,-17-20 75 0 0,14 25 10 0 0,6 18-74 0 0,0 0 0 0 0,0 0 0 0 0,-1 0-1 0 0,0 1 1 0 0,0-1 0 0 0,-1 1 0 0 0,-7-11-1 0 0,-9-8 79 0 0,-26-26 0 0 0,42 47-67 0 0,0-1 0 0 0,1 1 1 0 0,-1-1-1 0 0,1 0 0 0 0,0 0 1 0 0,0 0-1 0 0,-2-7 0 0 0,3 7-30 0 0,-1-1 0 0 0,0 1-1 0 0,1 1 1 0 0,-1-1 0 0 0,-1 0 0 0 0,1 1-1 0 0,-7-8 1 0 0,-87-77 70 0 0,92 85-78 0 0,1-1-1 0 0,-1 0 1 0 0,1 0-1 0 0,1 0 0 0 0,-1 0 1 0 0,1-1-1 0 0,0 1 1 0 0,-4-10-1 0 0,4 8-9 0 0,-1-1 0 0 0,0 1 0 0 0,0-1 0 0 0,-9-8 0 0 0,6 8 5 0 0,-1 0 0 0 0,-1 0-1 0 0,0 1 1 0 0,0 1-1 0 0,-15-9 1 0 0,15 9 19 0 0,0 1 1 0 0,1-1 0 0 0,-1-1 0 0 0,1 0 0 0 0,-13-14 0 0 0,8 8-30 0 0,-1 1 0 0 0,0 0 0 0 0,-1 0 1 0 0,0 2-1 0 0,-1 0 0 0 0,0 0 1 0 0,-23-9-1 0 0,-10-6-86 0 0,36 17 108 0 0,0 0-1 0 0,0 1 1 0 0,-1 1-1 0 0,0 0 1 0 0,-1 1-1 0 0,1 0 1 0 0,-1 1-1 0 0,0 1 1 0 0,0 0-1 0 0,-18 0 1 0 0,-114-23 658 0 0,-86-1-2281 0 0,153 20-8129 0 0,3-1-1791 0 0,38 0 4825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26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24 249 560 0 0,'0'0'1534'0'0,"-5"-12"12033"0"0,-13 11-12768 0 0,25 1 563 0 0,47-6-55 0 0,-38 3-1208 0 0,-1 2 1 0 0,26 0 0 0 0,12-1 174 0 0,20-5 353 0 0,240-14 1294 0 0,-219 17-1479 0 0,35 1-17 0 0,67 24 136 0 0,-87-4-220 0 0,-17-1-122 0 0,-40-13-16 0 0,58-4 0 0 0,-17 0 351 0 0,-72 2-441 0 0,1 2 1 0 0,33 7-1 0 0,-23-3-39 0 0,5 2 15 0 0,24 3-5 0 0,25 4-20 0 0,-47-7-141 0 0,-20-6 55 0 0,0-1 0 0 0,-1-1 1 0 0,1-1-1 0 0,0 0 0 0 0,0-2 0 0 0,30-5 1 0 0,-23 3 90 0 0,48-2 0 0 0,17 0 118 0 0,-85 6 53 0 0,-7-1-186 0 0,0 0 0 0 0,0 0-1 0 0,-1 0 1 0 0,1 1-1 0 0,0-1 1 0 0,0 0 0 0 0,0 1-1 0 0,0-1 1 0 0,-1 1-1 0 0,1 0 1 0 0,0-1 0 0 0,0 1-1 0 0,-1 0 1 0 0,1 0 0 0 0,0 0-1 0 0,0 0 1 0 0,-1 0-1 0 0,1 0 1 0 0,-2 0 0 0 0,1 0 87 0 0,-133-41 2367 0 0,86 27-2107 0 0,37 12-337 0 0,0-1-1 0 0,0 0 0 0 0,0-1 0 0 0,0-1 0 0 0,1 0 1 0 0,0 0-1 0 0,-15-10 0 0 0,4-1-15 0 0,3 3-4 0 0,2 0-1 0 0,-20-19 1 0 0,34 29-116 0 0,0 0 1 0 0,-1-1 0 0 0,1 1 0 0 0,0-1 0 0 0,1 0-1 0 0,-1 0 1 0 0,1 0 0 0 0,0 0 0 0 0,0 0 0 0 0,0-1 0 0 0,0 1-1 0 0,1-1 1 0 0,0 1 0 0 0,0-1 0 0 0,-1-8 0 0 0,2 11-60 0 0,0 1 0 0 0,0-1 0 0 0,0 0 0 0 0,0 0 0 0 0,0 1 0 0 0,0-1 0 0 0,0 0 0 0 0,1 1 0 0 0,-1-1 1 0 0,1 0-1 0 0,-1 1 0 0 0,1-1 0 0 0,0 1 0 0 0,-1-1 0 0 0,3-2 0 0 0,-1 3-41 0 0,-1 0-1 0 0,1 0 1 0 0,-1 0 0 0 0,1 1-1 0 0,0-1 1 0 0,0 0 0 0 0,0 1-1 0 0,-1-1 1 0 0,1 1-1 0 0,0 0 1 0 0,0 0 0 0 0,3 0-1 0 0,0-1-250 0 0,3 0-648 0 0,-1 1-1 0 0,0-1 1 0 0,0 1-1 0 0,10 2 1 0 0,-6 0-689 0 0,0 1 0 0 0,-1 1 0 0 0,0-1 0 0 0,11 7 0 0 0,93 42-8138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27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0 102 320 0 0,'0'-12'720'0'0,"0"-3"-159"0"0,0-6-241 0 0,0 7-160 0 0,0 1-160 0 0,0-1-160 0 0,0 8-80 0 0,0-1-240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28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610 1 1601 0 0,'0'0'1907'0'0,"-5"0"-53"0"0,-135 7 7703 0 0,-68 19-6601 0 0,195-24-2837 0 0,0-1 0 0 0,0 2 0 0 0,1 0 0 0 0,-1 0 0 0 0,1 1 0 0 0,-1 1 0 0 0,2 0 0 0 0,-1 1 0 0 0,0 0 0 0 0,1 0 0 0 0,0 1 0 0 0,-12 11 0 0 0,2-2 4 0 0,14-11-91 0 0,1 0-1 0 0,0 0 1 0 0,0 0-1 0 0,-8 10 0 0 0,-13 30 103 0 0,27-45-141 0 0,0 1 1 0 0,0-1-1 0 0,0 1 1 0 0,1-1-1 0 0,-1 1 0 0 0,0-1 1 0 0,0 1-1 0 0,0-1 1 0 0,1 0-1 0 0,-1 1 1 0 0,0-1-1 0 0,0 1 1 0 0,1-1-1 0 0,-1 0 1 0 0,0 1-1 0 0,1-1 0 0 0,-1 0 1 0 0,0 1-1 0 0,1-1 1 0 0,-1 0-1 0 0,1 0 1 0 0,-1 1-1 0 0,1-1 1 0 0,-1 0-1 0 0,0 0 1 0 0,1 0-1 0 0,-1 0 0 0 0,1 1 1 0 0,-1-1-1 0 0,2 0 1 0 0,22 1-850 0 0,-15-3 204 0 0,0 1-1 0 0,0-1 1 0 0,16-5-1 0 0,-18 4-156 0 0,-1 0 0 0 0,1 0 0 0 0,-1-1-1 0 0,0 0 1 0 0,0 0 0 0 0,0 0 0 0 0,-1-1-1 0 0,6-5 1 0 0,0-19-3700 0 0,16-10 454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28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1 240 0 0,'6'9'2112'0'0,"-3"-6"-2071"0"0,-1 0 0 0 0,1 0 0 0 0,-1 1 0 0 0,0-1 1 0 0,0 1-1 0 0,0-1 0 0 0,3 8 0 0 0,6 62 1040 0 0,0-31-278 0 0,-7-31-401 0 0,-1 0 0 0 0,0 0 0 0 0,-1 0 0 0 0,0 1 0 0 0,0 13 0 0 0,-2 44 2199 0 0,0-218-1534 0 0,0 148-1060 0 0,0-1 0 0 0,0 1 0 0 0,0-1 0 0 0,0 1 1 0 0,0-1-1 0 0,0 1 0 0 0,1 0 0 0 0,-1-1 0 0 0,1 1 0 0 0,-1-1 0 0 0,1 1 1 0 0,-1 0-1 0 0,1-1 0 0 0,0 1 0 0 0,0 0 0 0 0,-1 0 0 0 0,1-1 0 0 0,0 1 1 0 0,0 0-1 0 0,0 0 0 0 0,0 0 0 0 0,1 0 0 0 0,-1 0 0 0 0,2 0 0 0 0,-2 0 38 0 0,0 0-1 0 0,0 0 0 0 0,0 0 0 0 0,0 1 0 0 0,0-1 0 0 0,0 0 0 0 0,0 0 0 0 0,0 0 0 0 0,0 0 0 0 0,-1 0 0 0 0,1-1 0 0 0,0 1 0 0 0,-1 0 1 0 0,1 0-1 0 0,0 0 0 0 0,-1-1 0 0 0,0 1 0 0 0,1 0 0 0 0,-1-1 0 0 0,0 1 0 0 0,0 0 0 0 0,1-1 0 0 0,-1 1 0 0 0,-1-2 0 0 0,1 4-9 0 0,0 0-1 0 0,-1 0 0 0 0,1 1 1 0 0,0-1-1 0 0,-1 0 0 0 0,0 0 0 0 0,1 0 1 0 0,-1 0-1 0 0,0 0 0 0 0,1 0 0 0 0,-1 0 1 0 0,0 0-1 0 0,0 0 0 0 0,0 0 0 0 0,0-1 1 0 0,0 1-1 0 0,-2 1 0 0 0,-10 11 203 0 0,2 34 417 0 0,4-22-410 0 0,2-12-162 0 0,1 1-1 0 0,1-1 1 0 0,0 1-1 0 0,1-1 1 0 0,-1 21-1 0 0,3-29-733 0 0,0-7-1403 0 0,0-8-4002 0 0,0 4 1295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30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13 1601 0 0,'-11'-2'1463'0'0,"-4"-2"2039"0"0,0 2 1 0 0,0 0 0 0 0,-27 0-1 0 0,47 7-2594 0 0,-3-5-849 0 0,-1 0-32 0 0,1-1 0 0 0,-1 1 0 0 0,1 0 0 0 0,-1 0 1 0 0,1 1-1 0 0,-1-1 0 0 0,1 0 0 0 0,-1 0 0 0 0,1 1 0 0 0,-1-1 0 0 0,1 1 1 0 0,-1-1-1 0 0,1 1 0 0 0,-1 0 0 0 0,3 1 0 0 0,-4-1 133 0 0,21 4-13 0 0,-15-3-120 0 0,15 3 337 0 0,0-1 0 0 0,1-1 0 0 0,-1-1 0 0 0,1-1-1 0 0,-1-1 1 0 0,25-2 0 0 0,357 11 1064 0 0,-378-7-1351 0 0,0-1 3 0 0,43 9-1 0 0,-8 11 178 0 0,-57-20-300 0 0,9 4 102 0 0,0-3-728 0 0,-22-2-5363 0 0,-4-2 2252 0 0,0-4-1509 0 0,-13-1 567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31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1 185 560 0 0,'0'0'2615'0'0,"5"-2"-147"0"0,-5 2-2482 0 0,1 0 212 0 0,1 0 0 0 0,-1 0 1 0 0,0 0-1 0 0,0-1 0 0 0,1 1 1 0 0,-1 0-1 0 0,0-1 1 0 0,0 1-1 0 0,0-1 0 0 0,0 1 1 0 0,0-1-1 0 0,0 0 0 0 0,0 1 1 0 0,0-1-1 0 0,0 0 0 0 0,0 0 1 0 0,0 0-1 0 0,0 0 0 0 0,0 1 1 0 0,-1-1-1 0 0,1 0 0 0 0,0-1 1 0 0,-1 1-1 0 0,1 0 0 0 0,-1 0 1 0 0,1 0-1 0 0,-1 0 1 0 0,1 0-1 0 0,-1 0 0 0 0,0-1 1 0 0,0 1-1 0 0,1 0 0 0 0,-1 0 1 0 0,0-1-1 0 0,0 1 0 0 0,0 0 1 0 0,-1-2-1 0 0,0-12 1208 0 0,1 11-1226 0 0,-1 1 1 0 0,1-1 0 0 0,0 0-1 0 0,-1 1 1 0 0,2-1 0 0 0,-1 1-1 0 0,0-1 1 0 0,1 1 0 0 0,-1-1-1 0 0,1 1 1 0 0,0-1 0 0 0,0 1-1 0 0,3-4 1 0 0,15-13 299 0 0,2 2 1 0 0,26-19-1 0 0,-41 31-442 0 0,-6 6-21 0 0,-1 8 35 0 0,1 14 15 0 0,1-10-20 0 0,-1 0-1 0 0,-1 1 1 0 0,-4 23-1 0 0,-5 2 54 0 0,5-21-81 0 0,1 0-1 0 0,1 0 0 0 0,-3 33 0 0 0,6-45-93 0 0,0 0 0 0 0,-1 0 0 0 0,0 0 1 0 0,0 0-1 0 0,0 0 0 0 0,-1 0 0 0 0,0 0 0 0 0,-3 7 0 0 0,-3 14-1225 0 0,8-25 1119 0 0,0 1 0 0 0,1-1 0 0 0,-1 1 1 0 0,1-1-1 0 0,-1 1 0 0 0,1-1 0 0 0,0 0 0 0 0,0 1 0 0 0,-1-1 0 0 0,1 0 0 0 0,0 0 0 0 0,0 1 1 0 0,3 1-1 0 0,0 2-848 0 0,-3-4 668 0 0,-1-1 0 0 0,1 1 0 0 0,-1 0 0 0 0,1 0 0 0 0,-1 0 0 0 0,1 0 0 0 0,-1 0 0 0 0,0 0 0 0 0,1 0 0 0 0,-1 0 0 0 0,0 0 0 0 0,0 0 0 0 0,0 0 0 0 0,0 0 0 0 0,0 2 0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32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517 0 880 0 0,'-26'5'1433'0'0,"1"1"0"0"0,0 1-1 0 0,0 2 1 0 0,-32 14 0 0 0,13 10-113 0 0,31-24-1077 0 0,5-4-114 0 0,1 0 0 0 0,0 0 0 0 0,0 1 1 0 0,0-1-1 0 0,1 1 0 0 0,0 1 0 0 0,0-1 0 0 0,1 1 0 0 0,-10 15 0 0 0,-114 192 2833 0 0,87-151-2282 0 0,36-55-615 0 0,0-1 0 0 0,0 1-1 0 0,1 0 1 0 0,0 1 0 0 0,1-1 0 0 0,-1 1 0 0 0,2 0-1 0 0,-1 0 1 0 0,1 0 0 0 0,1 1 0 0 0,-1-1 0 0 0,2 1-1 0 0,-2 16 1 0 0,3 98 629 0 0,0-120-675 0 0,0 0 0 0 0,0-1 0 0 0,1 1 0 0 0,-1 0 1 0 0,1 0-1 0 0,0 0 0 0 0,0 0 0 0 0,0-1 0 0 0,1 1 1 0 0,-1 0-1 0 0,1-1 0 0 0,0 1 0 0 0,4 6 0 0 0,0-5-52 0 0,-1 1-1 0 0,1-1 0 0 0,0 0 1 0 0,0 0-1 0 0,12 7 0 0 0,-15-10-58 0 0,0-1 0 0 0,0 1 0 0 0,0-1-1 0 0,1 0 1 0 0,-1 1 0 0 0,0-1 0 0 0,0-1-1 0 0,1 1 1 0 0,-1 0 0 0 0,1-1 0 0 0,4 1-1 0 0,72-7-3015 0 0,-14-5-2321 0 0</inkml:trace>
  <inkml:trace contextRef="#ctx0" brushRef="#br0" timeOffset="1">2300 227 160 0 0,'5'1'1241'0'0,"22"6"-299"0"0,-1 2 1 0 0,1 0 0 0 0,-2 2-1 0 0,0 1 1 0 0,36 22 0 0 0,-57-31-760 0 0,1 0 0 0 0,-1 1 0 0 0,1-1 0 0 0,-1 1 0 0 0,0 0 1 0 0,0 0-1 0 0,-1 0 0 0 0,1 1 0 0 0,-1-1 0 0 0,0 1 1 0 0,0 0-1 0 0,-1 0 0 0 0,1 0 0 0 0,-1 0 0 0 0,3 11 0 0 0,-2 0 307 0 0,-1 0 0 0 0,0 0 0 0 0,-1 0 0 0 0,-2 18 0 0 0,1-8 79 0 0,0-21-461 0 0,0-1-1 0 0,-1 1 1 0 0,1 0 0 0 0,-1-1 0 0 0,0 0-1 0 0,0 1 1 0 0,-1-1 0 0 0,1 0 0 0 0,-1 1-1 0 0,0-1 1 0 0,0 0 0 0 0,0 0 0 0 0,-5 5-1 0 0,0-1 124 0 0,0 0 0 0 0,-1 0 0 0 0,-17 12 0 0 0,18-15-108 0 0,1 0 0 0 0,-1 1 1 0 0,1 0-1 0 0,0 0 0 0 0,0 1 1 0 0,-7 9-1 0 0,11-12-50 0 0,0 1 0 0 0,0-1 1 0 0,1 1-1 0 0,-1-1 0 0 0,1 1 0 0 0,-1 6 1 0 0,-2 8 160 0 0,-1-7-56 0 0,0 0 0 0 0,0 0 0 0 0,-9 13 1 0 0,-12 27 362 0 0,15-10-154 0 0,-1-27-266 0 0,11-14-127 0 0,0 0 1 0 0,-1 0 0 0 0,1 0 0 0 0,0 0-1 0 0,0 0 1 0 0,0 0 0 0 0,0 1 0 0 0,1-1-1 0 0,-1 0 1 0 0,0 1 0 0 0,0-1 0 0 0,1 1-1 0 0,-1-1 1 0 0,1 0 0 0 0,-1 1 0 0 0,1-1-1 0 0,-1 4 1 0 0,1-5-18 0 0,0 0 0 0 0,0 0-1 0 0,0 1 1 0 0,0-1 0 0 0,0 0-1 0 0,0 0 1 0 0,0 0-1 0 0,0 0 1 0 0,0 0 0 0 0,1 0-1 0 0,-1 1 1 0 0,0-1 0 0 0,0 0-1 0 0,0 0 1 0 0,0 0 0 0 0,0 0-1 0 0,0 0 1 0 0,0 0 0 0 0,0 0-1 0 0,0 0 1 0 0,0 0 0 0 0,0 1-1 0 0,1-1 1 0 0,-1 0 0 0 0,0 0-1 0 0,0 0 1 0 0,0 0 0 0 0,0 0-1 0 0,0 0 1 0 0,0 0 0 0 0,0 0-1 0 0,1 0 1 0 0,-1 0 0 0 0,0 0-1 0 0,0 0 1 0 0,0 0 0 0 0,0 0-1 0 0,0 0 1 0 0,0 0 0 0 0,1 0-1 0 0,-1 0 1 0 0,0 0-1 0 0,0 0 1 0 0,0 0 0 0 0,0 0-1 0 0,0 0 1 0 0,0 0 0 0 0,0 0-1 0 0,1 0 1 0 0,-1 0 0 0 0,0-1-1 0 0,0 1 1 0 0,0 0 0 0 0,0 0-1 0 0,0 0 1 0 0,0 0 0 0 0,0 0-1 0 0,0 0 1 0 0,0 0 0 0 0,0 0-1 0 0,1-1 1 0 0,-1 1 0 0 0,0 0-1 0 0,21-9-5005 0 0,-20 9 4576 0 0,0-1-1 0 0,-1 1 1 0 0,1-1-1 0 0,-1 0 1 0 0,1 0-1 0 0,-1 1 0 0 0,0-1 1 0 0,1 0-1 0 0,-1 0 1 0 0,0 0-1 0 0,1 1 1 0 0,-1-1-1 0 0,0 0 1 0 0,0 0-1 0 0,0 0 1 0 0,0 0-1 0 0,0 1 1 0 0,0-1-1 0 0,0-2 0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32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2241 0 0,'0'14'2801'0'0,"65"34"1281"0"0,33 35-320 0 0,-33-8-2241 0 0,0-19-881 0 0,-65-8-240 0 0,33-15-240 0 0,32-18-240 0 0,-32-1-1200 0 0,0-14-3363 0 0,-66-8-3200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33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0 187 320 0 0,'33'-8'2401'0'0,"-1"-4"-240"0"0,1-9-480 0 0,32-21-1841 0 0,66-62-5122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34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 4162 0 0,'-65'62'3281'0'0,"0"1"-1600"0"0,32-3-400 0 0,1 17-161 0 0,32 4 1 0 0,0 2-81 0 0,-33-6-159 0 0,66-2-241 0 0,-1-7-320 0 0,1-20-320 0 0,32-12-800 0 0,33-24-2962 0 0,-33-4-4322 0 0</inkml:trace>
  <inkml:trace contextRef="#ctx0" brushRef="#br0" timeOffset="1">745 516 1921 0 0,'-73'7'6005'0'0,"60"-5"-4875"0"0,0-1-1 0 0,0 1 1 0 0,0-2 0 0 0,0 0 0 0 0,0-1-1 0 0,-20-3 1 0 0,6-8 2258 0 0,30 11-3144 0 0,23-6 2215 0 0,37-6 0 0 0,198 6-2752 0 0,-160 7-3953 0 0,21 0-5181 0 0,-30 0 3491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35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34 2161 0 0,'0'-13'2401'0'0,"0"7"-240"0"0,0-2-160 0 0,0 1-240 0 0,0 14-80 0 0,32 1-241 0 0,1 4-239 0 0,26 24-241 0 0,6 26 1 0 0,33-2-481 0 0,-65-18-320 0 0,-33-7-160 0 0,32-8 80 0 0,-32 0-800 0 0,0-6-2242 0 0,0-6-2480 0 0,0 6-881 0 0</inkml:trace>
  <inkml:trace contextRef="#ctx0" brushRef="#br0" timeOffset="1">0 510 3842 0 0,'0'-6'2641'0'0,"0"-3"-320"0"0,33-3-240 0 0,0-17-160 0 0,58-19 80 0 0,105-75 640 0 0,0 13-2161 0 0,-65 41-3121 0 0,-66 19-3282 0 0,0 17-2481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35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6 240 0 0,'0'-6'5283'0'0,"0"12"-2962"0"0,33 23-240 0 0,65 61 560 0 0,-33-1-960 0 0,-32 1-401 0 0,-33 5-159 0 0,0 9-81 0 0,0-8 1 0 0,0-7-321 0 0,-33-12-480 0 0,-32-17-80 0 0,0-18-960 0 0,-33-27-4002 0 0,-59-15-5843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36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7 480 0 0,'-11'-3'448'0'0,"0"0"277"0"0,0 3 5892 0 0,17 5-4189 0 0,1-4-2323 0 0,-6-1-40 0 0,0 0 0 0 0,-1 0 0 0 0,1 0 1 0 0,0 0-1 0 0,0 0 0 0 0,-1 0 0 0 0,1 0 0 0 0,0 0 1 0 0,0 0-1 0 0,-1 0 0 0 0,1 1 0 0 0,0-1 0 0 0,-1 0 1 0 0,1 0-1 0 0,0 1 0 0 0,-1-1 0 0 0,1 1 0 0 0,0-1 1 0 0,-1 0-1 0 0,1 1 0 0 0,-1-1 0 0 0,1 1 0 0 0,-1-1 1 0 0,1 1-1 0 0,-1 0 0 0 0,1-1 0 0 0,-1 1 0 0 0,0 0 0 0 0,1-1 1 0 0,-1 1-1 0 0,0 0 0 0 0,1-1 0 0 0,-1 1 0 0 0,0 0 1 0 0,0-1-1 0 0,0 1 0 0 0,0 0 0 0 0,0 0 0 0 0,0-1 1 0 0,0 1-1 0 0,0 0 0 0 0,0 1 0 0 0,0-1 162 0 0,0 14 200 0 0,-1-12-409 0 0,1-1 1 0 0,-1 1-1 0 0,-1 0 0 0 0,1 0 1 0 0,0-1-1 0 0,0 1 0 0 0,-1-1 1 0 0,0 1-1 0 0,1-1 0 0 0,-1 0 1 0 0,0 1-1 0 0,0-1 1 0 0,0 0-1 0 0,-1 0 0 0 0,1 0 1 0 0,0-1-1 0 0,-1 1 0 0 0,-3 1 1 0 0,-23 23 205 0 0,25-22-172 0 0,1 1-1 0 0,0-1 0 0 0,0 1 1 0 0,0 0-1 0 0,1 0 0 0 0,0 0 1 0 0,-1 0-1 0 0,2 0 0 0 0,-1 1 1 0 0,-1 6-1 0 0,1 6 183 0 0,1 0 0 0 0,0 19 1 0 0,1-26-108 0 0,-2 0 1 0 0,1 0 0 0 0,-1 0 0 0 0,-1 0-1 0 0,-5 17 1 0 0,4-18-13 0 0,1 0-1 0 0,0 1 1 0 0,1 0 0 0 0,0 0-1 0 0,-1 17 1 0 0,4-15 24 0 0,0-1 1 0 0,1 0 0 0 0,0 0 0 0 0,1 0-1 0 0,0 0 1 0 0,9 19 0 0 0,-8-20-64 0 0,1 4 37 0 0,-5-13-105 0 0,0-1 0 0 0,1 1 1 0 0,-1 0-1 0 0,1-1 0 0 0,-1 1 1 0 0,1 0-1 0 0,0-1 0 0 0,0 1 1 0 0,-1-1-1 0 0,1 1 0 0 0,0-1 1 0 0,0 1-1 0 0,1-1 0 0 0,-1 0 1 0 0,0 1-1 0 0,0-1 1 0 0,1 0-1 0 0,-1 0 0 0 0,1 0 1 0 0,-1 0-1 0 0,1 0 0 0 0,-1 0 1 0 0,1 0-1 0 0,-1-1 0 0 0,1 1 1 0 0,0-1-1 0 0,2 1 0 0 0,23 6-114 0 0,-27-7 57 0 0,1 0 1 0 0,-1 0-1 0 0,1 0 0 0 0,-1 0 1 0 0,1 1-1 0 0,-1-1 1 0 0,0 0-1 0 0,1 0 1 0 0,-1 0-1 0 0,1-1 1 0 0,-1 1-1 0 0,1 0 0 0 0,-1 0 1 0 0,1 0-1 0 0,-1 0 1 0 0,0 0-1 0 0,1 0 1 0 0,-1-1-1 0 0,1 1 1 0 0,-1 0-1 0 0,0 0 0 0 0,1 0 1 0 0,-1-1-1 0 0,1 0 1 0 0,-1 1 48 0 0,2-1-567 0 0,1-1 0 0 0,-1 1 0 0 0,1-1 0 0 0,-1 0 0 0 0,0 0 0 0 0,0 0 0 0 0,4-5 0 0 0,-5 5-172 0 0,0-1-1 0 0,-1 1 0 0 0,1-1 0 0 0,0 1 1 0 0,-1-1-1 0 0,1 1 0 0 0,-1-1 0 0 0,0 1 1 0 0,0-1-1 0 0,0-3 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37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1201 0 0,'0'0'2961'0'0,"0"6"-160"0"0,33-6 1441 0 0,-33 6-2881 0 0,0 3-161 0 0,33 3-239 0 0,-33-4-241 0 0,65 5-160 0 0,-33-5-79 0 0,34 5-161 0 0,-1 1-80 0 0,98 1 0 0 0,-32-3-720 0 0,26 3-1761 0 0,-59-9-2241 0 0,-33 9-1521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38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384 0 560 0 0,'-145'11'9356'0'0,"8"-1"3272"0"0,132-10-10534 0 0,5 1-2048 0 0,0 0 0 0 0,1-1-1 0 0,-1 1 1 0 0,1 0 0 0 0,-1-1 0 0 0,1 1-1 0 0,-1 0 1 0 0,1-1 0 0 0,0 1 0 0 0,-1-1 0 0 0,1 1-1 0 0,0-1 1 0 0,-1 1 0 0 0,1-1 0 0 0,0 0-1 0 0,-1 1 1 0 0,1-1 0 0 0,0 0 0 0 0,0 1 0 0 0,0-1-1 0 0,-1 0 1 0 0,1 0 0 0 0,0 0 0 0 0,0 0-1 0 0,0 0 1 0 0,-1 0 0 0 0,1 0 0 0 0,0 0 0 0 0,0 0-1 0 0,0 0 1 0 0,-1 0 0 0 0,1-1 0 0 0,1 1-1 0 0,6 0 120 0 0,180 17-91 0 0,429 54 532 0 0,-615-71-602 0 0,59 12 144 0 0,-22 3-193 0 0,2-4 33 0 0,-28-8 24 0 0,-13-3-11 0 0,0 0 0 0 0,0 0 1 0 0,0 0-1 0 0,0 0 0 0 0,-1 0 1 0 0,1 0-1 0 0,0 0 0 0 0,0 0 1 0 0,0 0-1 0 0,0 1 0 0 0,0-1 1 0 0,0 0-1 0 0,0 0 0 0 0,-1 0 1 0 0,1 0-1 0 0,0 0 0 0 0,0 0 1 0 0,0 0-1 0 0,0 1 0 0 0,0-1 1 0 0,0 0-1 0 0,0 0 0 0 0,0 0 1 0 0,0 0-1 0 0,0 0 0 0 0,0 1 1 0 0,0-1-1 0 0,0 0 0 0 0,0 0 1 0 0,0 0-1 0 0,0 0 0 0 0,0 0 1 0 0,0 1-1 0 0,0-1 0 0 0,0 0 1 0 0,0 0-1 0 0,0 0 0 0 0,0 0 1 0 0,0 0-1 0 0,0 1 0 0 0,0-1 1 0 0,0 0-1 0 0,0 0 0 0 0,0 0 1 0 0,0 0-1 0 0,0 0 0 0 0,1 0 1 0 0,-1 1-1 0 0,0-1 0 0 0,0 0 1 0 0,0 0-1 0 0,0 0 0 0 0,0 0 1 0 0,0 0-1 0 0,0 0 0 0 0,1 0 1 0 0,-1 0-1 0 0,0 0 0 0 0,0 0 1 0 0,-21 6 145 0 0,16-4 37 0 0,2 0-107 0 0,0 3-18 0 0,-103 55 357 0 0,-57 19-62 0 0,52-26-30 0 0,-67 22 54 0 0,29-14-170 0 0,111-44-169 0 0,-20 11-358 0 0,-90 28-1 0 0,139-53-176 0 0,-1-1 1 0 0,1 0-1 0 0,-1 0 0 0 0,0-1 1 0 0,0 0-1 0 0,0-1 0 0 0,-15-2 1 0 0,21 2 45 0 0,-5-2-2056 0 0,12-3-951 0 0,24-8-6214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41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1121 0 0,'0'0'18982'0'0,"6"0"-18849"0"0,21 0 187 0 0,-27 28 80 0 0,-1-27-420 0 0,0 0-1 0 0,1 0 0 0 0,-1-1 1 0 0,0 1-1 0 0,0-1 1 0 0,0 1-1 0 0,0-1 1 0 0,0 1-1 0 0,0-1 0 0 0,0 0 1 0 0,0 1-1 0 0,0-1 1 0 0,0 0-1 0 0,0 0 0 0 0,0 0 1 0 0,0 0-1 0 0,0 0 1 0 0,0 0-1 0 0,0 0 0 0 0,0 0 1 0 0,0 0-1 0 0,0 0 1 0 0,0 0-1 0 0,-2-1 0 0 0,-4 1-731 0 0,8 5-3702 0 0,-7-5 264 0 0,-21-3-52 0 0,-6 7-800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42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646 0 80 0 0,'-13'0'1517'0'0,"0"1"1"0"0,1 0-1 0 0,-19 5 0 0 0,0 2 245 0 0,2 1-1 0 0,-47 21 1 0 0,27-9-190 0 0,-84 37 1682 0 0,111-47-2846 0 0,1 1 1 0 0,1 0-1 0 0,0 2 0 0 0,-20 18 1 0 0,-4 15 258 0 0,23-27-405 0 0,12-13-136 0 0,0 2 0 0 0,0-1 0 0 0,1 1 0 0 0,-11 16 1 0 0,16-21-78 0 0,1-1-1 0 0,0 1 1 0 0,1 0 0 0 0,-1 0 0 0 0,1 0 0 0 0,-1 0 0 0 0,1 0 0 0 0,1 0 0 0 0,-1 1 0 0 0,0-1 0 0 0,1 0 0 0 0,0 0 0 0 0,0 1 0 0 0,0-1 0 0 0,1 0 0 0 0,-1 0 0 0 0,3 9 0 0 0,19 46 618 0 0,-17-40-487 0 0,-3-10-80 0 0,0-1 0 0 0,1 0 0 0 0,0 0 0 0 0,6 13 0 0 0,-7-18-90 0 0,1 0-1 0 0,-1 0 1 0 0,1 0-1 0 0,0 0 1 0 0,0 0-1 0 0,0-1 1 0 0,0 1-1 0 0,0-1 1 0 0,0 0-1 0 0,1 1 1 0 0,-1-2-1 0 0,1 1 1 0 0,4 1 0 0 0,-2-1-71 0 0,0 0 0 0 0,0-1 1 0 0,0 0-1 0 0,0 0 1 0 0,1 0-1 0 0,-1-1 1 0 0,0 0-1 0 0,1 0 1 0 0,-1-1-1 0 0,0 0 1 0 0,0 0-1 0 0,12-4 0 0 0,-9 3-453 0 0,0-2-1 0 0,-1 1 0 0 0,1-1 0 0 0,-1-1 0 0 0,0 1 1 0 0,13-11-1 0 0,11-5-1444 0 0,-6 7 378 0 0,-16 9 610 0 0,-1-1 0 0 0,1 0 1 0 0,-1 0-1 0 0,0-1 0 0 0,-1 0 0 0 0,9-8 0 0 0,15-20-3725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42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21 2241 0 0,'-33'7'3442'0'0,"0"-1"1520"0"0,1-6-400 0 0,-1 0-80 0 0,66 0-3281 0 0,32 0-801 0 0,-32 0 0 0 0,32-6-160 0 0,0 6 0 0 0,0-7-80 0 0,1-1-320 0 0,32 2-560 0 0,-33 6-1041 0 0,33-6-1601 0 0,26 12-4801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43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2 392 560 0 0,'-1'-11'2560'0'0,"1"8"-2190"0"0,0 1 1 0 0,0-1 0 0 0,-1 1 0 0 0,2-1-1 0 0,-1 1 1 0 0,0-1 0 0 0,0 1 0 0 0,1-1 0 0 0,-1 1-1 0 0,1-1 1 0 0,0 1 0 0 0,0 0 0 0 0,1-4-1 0 0,20-22 1471 0 0,-11 5-838 0 0,-9 18-871 0 0,-1 1-1 0 0,1 0 1 0 0,1 0 0 0 0,-1-1-1 0 0,0 2 1 0 0,1-1 0 0 0,0 0-1 0 0,6-6 1 0 0,18-20 388 0 0,-20 18-350 0 0,-6 10-149 0 0,0 0-1 0 0,0 0 0 0 0,0 1 0 0 0,0-1 0 0 0,0 0 0 0 0,0 1 1 0 0,1-1-1 0 0,-1 1 0 0 0,1-1 0 0 0,-1 1 0 0 0,1 0 0 0 0,-1 0 1 0 0,1-1-1 0 0,-1 1 0 0 0,1 0 0 0 0,0 0 0 0 0,0 1 0 0 0,0-1 1 0 0,3-1-1 0 0,0 0 32 0 0,-3 2-39 0 0,-1 0 0 0 0,0 0 0 0 0,1-1-1 0 0,-1 1 1 0 0,1-1 0 0 0,-1 1 0 0 0,1-1-1 0 0,-1 0 1 0 0,0 1 0 0 0,0-1 0 0 0,1 0 0 0 0,-1 0-1 0 0,0 0 1 0 0,0 0 0 0 0,0 0 0 0 0,0 0-1 0 0,0 0 1 0 0,0 0 0 0 0,0-1 0 0 0,0 1 0 0 0,0-2-1 0 0,-1 314 3310 0 0,0-305-3376 0 0,0 0 1 0 0,0 0 0 0 0,0 0-1 0 0,-1 0 1 0 0,0 0 0 0 0,0 0-1 0 0,-1 0 1 0 0,0-1 0 0 0,0 1-1 0 0,0 0 1 0 0,-1-1 0 0 0,1 0-1 0 0,-1 1 1 0 0,-5 5-1 0 0,3 1-1551 0 0</inkml:trace>
  <inkml:trace contextRef="#ctx0" brushRef="#br0" timeOffset="1">296 1 2321 0 0,'0'0'6016'0'0,"5"1"-3455"0"0,38 6 267 0 0,-25-5-2440 0 0,0 1 1 0 0,-1 0 0 0 0,1 2 0 0 0,-1 0 0 0 0,1 1 0 0 0,29 15 0 0 0,-20-5-205 0 0,-2 0 1 0 0,0 2-1 0 0,0 0 1 0 0,-2 2-1 0 0,26 28 1 0 0,-44-43-98 0 0,-1 1 0 0 0,0-1 1 0 0,0 1-1 0 0,-1 0 0 0 0,0 0 0 0 0,0 1 1 0 0,0-1-1 0 0,-1 1 0 0 0,0-1 1 0 0,0 1-1 0 0,-1 0 0 0 0,1-1 0 0 0,-1 1 1 0 0,-1 0-1 0 0,0 0 0 0 0,0 0 1 0 0,-1 10-1 0 0,-3 2 268 0 0,0 1 0 0 0,-2-1 0 0 0,0 0 0 0 0,-13 26 0 0 0,-1 7 261 0 0,11-26-211 0 0,-1-1 0 0 0,-18 32 0 0 0,23-48-336 0 0,-1-1 0 0 0,0 0 0 0 0,-1 0 1 0 0,1 0-1 0 0,-1 0 0 0 0,-1-1 0 0 0,0 0 1 0 0,0-1-1 0 0,-10 7 0 0 0,4-5-108 0 0,0 0 0 0 0,-1-1 0 0 0,0-1 0 0 0,-1 0 0 0 0,1-1 0 0 0,-1 0 1 0 0,-19 2-1 0 0,-7-2-1115 0 0,-56 1 0 0 0,90-6 958 0 0,-12 1-1042 0 0,0-1-1 0 0,-1-1 0 0 0,1-1 1 0 0,0 0-1 0 0,0-2 0 0 0,-28-8 1 0 0,-17-9-4138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44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14 1441 0 0,'-38'-6'2483'0'0,"-1"2"0"0"0,0 1 0 0 0,-45 3 0 0 0,28 0 844 0 0,51 0-1606 0 0,10 7 53 0 0,179 79 1666 0 0,-113-49-2651 0 0,-36-20-474 0 0,0 0-7 0 0,0 1 0 0 0,-2 1 0 0 0,52 40 0 0 0,-55-38-276 0 0,0-1 0 0 0,1-1 0 0 0,1-2 0 0 0,36 14 0 0 0,-22-7-1576 0 0,-40-22 100 0 0,-1 1-1 0 0,0 0 1 0 0,0 0-1 0 0,0 1 1 0 0,0-1 0 0 0,0 1-1 0 0,5 6 1 0 0,-32-7-4866 0 0</inkml:trace>
  <inkml:trace contextRef="#ctx0" brushRef="#br0" timeOffset="1">288 421 1841 0 0,'-26'0'3762'0'0,"26"-8"800"0"0,26-4-3042 0 0,-26-3-159 0 0,33-12-80 0 0,65-50 479 0 0,65-33-239 0 0,-32 29-961 0 0,-66 33-960 0 0,-32 27-1841 0 0,32 7-2721 0 0,0 14-2321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44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1601 0 0,'0'9'1921'0'0,"0"18"1040"0"0,33 35 1041 0 0,-33 0-1681 0 0,0-14-1361 0 0,32 6-319 0 0,-32 9-81 0 0,33-22-320 0 0,-33-5-160 0 0,32-18-320 0 0,1-3-1361 0 0,0-9-3361 0 0,-33-12-2642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45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2241 0 0,'0'0'2481'0'0,"32"14"-160"0"0,34-7-240 0 0,-1 5-400 0 0,98-4 0 0 0,-6-1-481 0 0,6-7-720 0 0,-32 0-800 0 0,-1 0-2481 0 0,-64 0-1521 0 0,-1 0-1361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45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745 24 160 0 0,'2'-4'8146'0'0,"2"2"-4822"0"0,16 1-3812 0 0,-13 2 3352 0 0,-7 3 1617 0 0,0-7-2879 0 0,0 2-975 0 0,-158 2 2188 0 0,81-4-2137 0 0,-9-2-236 0 0,63 1-253 0 0,-1 1 0 0 0,1 1 0 0 0,-1 1 0 0 0,1 1 0 0 0,-29 3 0 0 0,43-1-129 0 0,-1-1-1 0 0,1 1 1 0 0,0 0 0 0 0,-1 1-1 0 0,1 0 1 0 0,0 0 0 0 0,-15 9-1 0 0,21-10-42 0 0,0 0 0 0 0,0 1 0 0 0,0-1 0 0 0,0 0 0 0 0,1 1 0 0 0,-1 0 0 0 0,1 0 0 0 0,-1-1 0 0 0,1 1 0 0 0,0 1 0 0 0,0-1 0 0 0,1 0 0 0 0,-1 0 0 0 0,1 1 0 0 0,-1-1 0 0 0,1 1-1 0 0,0-1 1 0 0,0 1 0 0 0,1 0 0 0 0,-1-1 0 0 0,1 1 0 0 0,0 5 0 0 0,0-7-11 0 0,0-1-1 0 0,0 1 0 0 0,1-1 1 0 0,-1 1-1 0 0,0-1 1 0 0,1 0-1 0 0,-1 1 1 0 0,1-1-1 0 0,0 1 0 0 0,0-1 1 0 0,-1 0-1 0 0,1 1 1 0 0,0-1-1 0 0,0 0 1 0 0,0 0-1 0 0,0 0 0 0 0,0 0 1 0 0,0 0-1 0 0,1 0 1 0 0,-1 0-1 0 0,0 0 0 0 0,1 0 1 0 0,-1-1-1 0 0,0 1 1 0 0,1 0-1 0 0,-1-1 1 0 0,1 1-1 0 0,-1-1 0 0 0,1 0 1 0 0,-1 1-1 0 0,2-1 1 0 0,30 7 34 0 0,-22-7-47 0 0,1 0 0 0 0,-1 0 1 0 0,1-1-1 0 0,-1 0 1 0 0,14-4-1 0 0,24-3 7 0 0,87-11 133 0 0,-106 15-146 0 0,1 3-1 0 0,-1 0 1 0 0,1 2 0 0 0,32 5-1 0 0,-61-6 17 0 0,1 1 0 0 0,0-1 0 0 0,0 1 0 0 0,-1 0 0 0 0,1 0 0 0 0,-1 0 0 0 0,1 0 1 0 0,-1 1-1 0 0,1-1 0 0 0,-1 1 0 0 0,0-1 0 0 0,1 1 0 0 0,-1 0 0 0 0,0 0 0 0 0,0 0 0 0 0,0 0 0 0 0,-1 0 0 0 0,1 0 0 0 0,0 1 0 0 0,-1-1 0 0 0,1 0 0 0 0,-1 1 0 0 0,0 0 0 0 0,0-1 0 0 0,0 1 0 0 0,0-1 0 0 0,0 6 0 0 0,0-4 29 0 0,-1 0 0 0 0,0 0 0 0 0,0 1 0 0 0,-1-1-1 0 0,1 0 1 0 0,-1 1 0 0 0,0-1 0 0 0,0 0 0 0 0,0 0 0 0 0,-1 0 0 0 0,0 0 0 0 0,1 0 0 0 0,-1 0 0 0 0,0-1-1 0 0,-1 1 1 0 0,-4 5 0 0 0,-6 6 69 0 0,0-1-1 0 0,-1-1 1 0 0,-1 0-1 0 0,0 0 1 0 0,-1-2 0 0 0,0 0-1 0 0,-1-1 1 0 0,0-1-1 0 0,0 0 1 0 0,-1-1-1 0 0,0-1 1 0 0,-21 5 0 0 0,19-8-252 0 0,-1-2 1 0 0,1 0 0 0 0,-1-1 0 0 0,1-1 0 0 0,-29-4 0 0 0,-106-25-3569 0 0,47 8-5681 0 0,44 12-685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54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876 177 640 0 0,'-1'-6'3275'0'0,"7"4"867"0"0,13 2 1048 0 0,-43 0-749 0 0,25-2-3510 0 0,-8-1-675 0 0,-47-3 1265 0 0,25 0-1041 0 0,15 3-397 0 0,0 0 1 0 0,0 1-1 0 0,-18 0 1 0 0,-5 0 27 0 0,28 1-65 0 0,0 0 0 0 0,1 1 0 0 0,-1 0 0 0 0,0 0 0 0 0,-13 3 0 0 0,-13-1 74 0 0,29-2-88 0 0,0 0 0 0 0,0 1 1 0 0,1-1-1 0 0,-1 1 1 0 0,0 0-1 0 0,-5 2 0 0 0,-34 11 105 0 0,34-11-108 0 0,0 1 0 0 0,0 0 1 0 0,-15 7-1 0 0,-3 7-123 0 0,0 1 1 0 0,-43 39 0 0 0,31-33 252 0 0,22-14-158 0 0,19-11-2 0 0,-1 0-1 0 0,1 1 1 0 0,0-1 0 0 0,-1 0 0 0 0,1 0-1 0 0,0 0 1 0 0,0 1 0 0 0,-1-1 0 0 0,1 0 0 0 0,0 0-1 0 0,0 1 1 0 0,0-1 0 0 0,-1 0 0 0 0,1 1-1 0 0,0-1 1 0 0,0 0 0 0 0,0 1 0 0 0,0-1 0 0 0,0 0-1 0 0,0 1 1 0 0,0-1 0 0 0,0 0 0 0 0,-1 1-1 0 0,1-1 1 0 0,0 0 0 0 0,0 1 0 0 0,1-1 0 0 0,-1 1-1 0 0,0-1 5 0 0,0 1-1 0 0,0-1 0 0 0,0 1 0 0 0,0-1 0 0 0,0 1 0 0 0,0-1 0 0 0,0 1 0 0 0,-1-1 1 0 0,1 1-1 0 0,0-1 0 0 0,0 1 0 0 0,0-1 0 0 0,0 0 0 0 0,-1 1 0 0 0,1-1 1 0 0,0 1-1 0 0,0-1 0 0 0,-1 0 0 0 0,1 1 0 0 0,0-1 0 0 0,-1 1 0 0 0,1-1 1 0 0,0 0-1 0 0,-1 1 0 0 0,1-1 0 0 0,-1 0 0 0 0,1 0 0 0 0,-1 1 0 0 0,-53 38 359 0 0,33-20-428 0 0,17-16 79 0 0,0 0 1 0 0,0 0 0 0 0,1 0-1 0 0,-1 1 1 0 0,1 0 0 0 0,-1 0-1 0 0,1 0 1 0 0,1 0 0 0 0,-1 0-1 0 0,0 0 1 0 0,1 1-1 0 0,0-1 1 0 0,0 1 0 0 0,0 0-1 0 0,1-1 1 0 0,-1 1 0 0 0,1 0-1 0 0,0 5 1 0 0,1 1 28 0 0,1-8-32 0 0,-1-1 0 0 0,0 1 0 0 0,1-1 0 0 0,-1 1-1 0 0,-1-1 1 0 0,1 1 0 0 0,0-1 0 0 0,0 1 0 0 0,-1-1-1 0 0,0 0 1 0 0,1 1 0 0 0,-1-1 0 0 0,0 1 0 0 0,-2 2-1 0 0,-6 5 27 0 0,7-9-36 0 0,1 0 0 0 0,-1 1 0 0 0,1-1 0 0 0,0 1 0 0 0,-1-1-1 0 0,1 1 1 0 0,0 0 0 0 0,0-1 0 0 0,0 1 0 0 0,0 0 0 0 0,1 0 0 0 0,-1 0 0 0 0,0 0 0 0 0,1 0 0 0 0,-1-1 0 0 0,1 1 0 0 0,0 0 0 0 0,-1 0 0 0 0,1 3 0 0 0,0-2 20 0 0,0 0 0 0 0,0 0-1 0 0,-1 0 1 0 0,1 1 0 0 0,-1-1 0 0 0,0 0 0 0 0,0 0 0 0 0,0 0 0 0 0,0 0 0 0 0,-1 0 0 0 0,1 0 0 0 0,-1 0 0 0 0,0-1-1 0 0,-2 4 1 0 0,-6 10-9 0 0,9-14-6 0 0,0 0-1 0 0,0 1 1 0 0,1-1-1 0 0,-1 0 1 0 0,1 1-1 0 0,-1-1 0 0 0,1 1 1 0 0,0-1-1 0 0,0 4 1 0 0,0-3 6 0 0,1 0 0 0 0,-2-1 0 0 0,1 1 1 0 0,0-1-1 0 0,0 1 0 0 0,-1-1 0 0 0,1 1 0 0 0,-1-1 1 0 0,0 1-1 0 0,-2 4 0 0 0,-7 6 12 0 0,8-11-26 0 0,1 0 0 0 0,-1 0 0 0 0,0 1 0 0 0,1-1 1 0 0,0 0-1 0 0,-1 1 0 0 0,1-1 0 0 0,0 0 0 0 0,0 1 0 0 0,0-1 0 0 0,1 1 0 0 0,-1 0 1 0 0,1-1-1 0 0,-1 1 0 0 0,1 2 0 0 0,0 332 698 0 0,0-336-705 0 0,1 0 0 0 0,0 0-1 0 0,-1 0 1 0 0,1 0 0 0 0,0 0 0 0 0,0 0 0 0 0,0 0 0 0 0,0-1 0 0 0,-1 1 0 0 0,1 0 0 0 0,0 0 0 0 0,1-1 0 0 0,-1 1 0 0 0,0 0 0 0 0,0-1 0 0 0,0 1 0 0 0,0-1 0 0 0,0 0 0 0 0,0 1 0 0 0,1-1 0 0 0,-1 0 0 0 0,2 0 0 0 0,0 1-29 0 0,14 12-29 0 0,-16-11 73 0 0,1-1 0 0 0,-1 0 0 0 0,1 1 0 0 0,0-1-1 0 0,-1 0 1 0 0,1 0 0 0 0,0-1 0 0 0,0 1 0 0 0,0 0 0 0 0,2 0-1 0 0,15 6-51 0 0,1-2-1 0 0,39 7 0 0 0,-45-10 61 0 0,0 1 1 0 0,0 0-1 0 0,18 8 0 0 0,-8-3-61 0 0,3 5-31 0 0,-24-11 73 0 0,0 1 0 0 0,0-1 0 0 0,0 0 0 0 0,1 0 1 0 0,-1 0-1 0 0,1 0 0 0 0,-1 0 0 0 0,1-1 0 0 0,-1 0 0 0 0,8 2 1 0 0,5 2 14 0 0,1 3 40 0 0,37 12 51 0 0,-21-7-33 0 0,-29-9-63 0 0,1-1-1 0 0,0 1 1 0 0,0-1-1 0 0,0-1 1 0 0,0 1-1 0 0,1-1 1 0 0,-1 0-1 0 0,1 0 1 0 0,8 1-1 0 0,29 11 53 0 0,25 10-49 0 0,2-4-1 0 0,0-2 0 0 0,1-4 1 0 0,73 6-1 0 0,-102-15-5 0 0,1-1 0 0 0,-1-2 0 0 0,54-5 0 0 0,25-15 165 0 0,-73 9-110 0 0,-16 2 19 0 0,22 6-61 0 0,-1 1-9 0 0,-46 0 5 0 0,-2 0 58 0 0,1 0 0 0 0,16 0-41 0 0,10-9 54 0 0,1 3 0 0 0,-33 6-76 0 0,0 0 0 0 0,1 0-1 0 0,-1 0 1 0 0,0 1-1 0 0,0-1 1 0 0,0 0 0 0 0,1-1-1 0 0,-1 1 1 0 0,0 0 0 0 0,0 0-1 0 0,0 0 1 0 0,1 0-1 0 0,-1 0 1 0 0,0 0 0 0 0,0 0-1 0 0,0 0 1 0 0,1 0-1 0 0,-1 0 1 0 0,0 0 0 0 0,0-1-1 0 0,0 1 1 0 0,0 0-1 0 0,1 0 1 0 0,-1 0 0 0 0,0 0-1 0 0,0 0 1 0 0,0-1-1 0 0,0 1 1 0 0,0 0 0 0 0,0 0-1 0 0,0 0 1 0 0,1-1-1 0 0,-1 1 1 0 0,0 0 0 0 0,0 0-1 0 0,0 0 1 0 0,0-1 0 0 0,0 1-1 0 0,0 0 1 0 0,0 0-1 0 0,0 0 1 0 0,0-1 0 0 0,5-6 81 0 0,14-4 226 0 0,0 0 0 0 0,30-23 0 0 0,-39 24-226 0 0,-8 8-70 0 0,1 0 1 0 0,-1 0-1 0 0,0 0 1 0 0,1 1 0 0 0,-1-1-1 0 0,1 0 1 0 0,-1 1-1 0 0,1 0 1 0 0,3-2-1 0 0,-1 1 13 0 0,0-1 0 0 0,0 0 0 0 0,0 0 0 0 0,0 0 0 0 0,6-8 0 0 0,18-10 125 0 0,-22 17-130 0 0,-5 4-17 0 0,-1 0 0 0 0,0-1 0 0 0,1 0 0 0 0,-1 1-1 0 0,0-1 1 0 0,1 0 0 0 0,-1 1 0 0 0,0-1 0 0 0,0 0 0 0 0,0 0-1 0 0,0 0 1 0 0,1 0 0 0 0,-1 0 0 0 0,-1 0 0 0 0,1-1 0 0 0,0 1-1 0 0,0 0 1 0 0,0 0 0 0 0,-1-1 0 0 0,1 1 0 0 0,0 0-1 0 0,-1-1 1 0 0,1 1 0 0 0,-1 0 0 0 0,0-1 0 0 0,1 1 0 0 0,-1-3-1 0 0,0 2 5 0 0,0 1-1 0 0,0 0 1 0 0,0-1-1 0 0,1 1 1 0 0,-1 0-1 0 0,0-1 0 0 0,1 1 1 0 0,-1 0-1 0 0,1 0 1 0 0,0 0-1 0 0,-1-1 1 0 0,1 1-1 0 0,0 0 1 0 0,-1 0-1 0 0,1 0 1 0 0,0 0-1 0 0,0 0 0 0 0,0 0 1 0 0,0 0-1 0 0,0 1 1 0 0,0-1-1 0 0,0 0 1 0 0,0 0-1 0 0,2 0 1 0 0,6-6 47 0 0,3-9 26 0 0,14-12-6 0 0,-18 21-74 0 0,0-2 0 0 0,0 1-1 0 0,-1-1 1 0 0,8-13 0 0 0,15-20 10 0 0,67-69 24 0 0,-19 24-101 0 0,-63 66-6 0 0,0-1 0 0 0,-1 0 0 0 0,12-25 0 0 0,6-10-50 0 0,-30 53 110 0 0,23-43-100 0 0,-14 3 83 0 0,2 24 25 0 0,-12 18-5 0 0,1 0 1 0 0,-1 0 0 0 0,0 0 0 0 0,1 0 0 0 0,-1 0 0 0 0,0 0 0 0 0,0 0 0 0 0,0-1 0 0 0,0 1 0 0 0,-1 0 0 0 0,1 0 0 0 0,-1-1 0 0 0,1 1 0 0 0,-1-5 0 0 0,0-13-101 0 0,0 20 108 0 0,0 0-1 0 0,0 0 1 0 0,0-1 0 0 0,0 1-1 0 0,0 0 1 0 0,0-1 0 0 0,0 1-1 0 0,0 0 1 0 0,0-1 0 0 0,0 1 0 0 0,0 0-1 0 0,0 0 1 0 0,0-1 0 0 0,0 1-1 0 0,0 0 1 0 0,0-1 0 0 0,0 1 0 0 0,0 0-1 0 0,-1 0 1 0 0,1-1 0 0 0,0 1-1 0 0,0 0 1 0 0,0 0 0 0 0,0-1-1 0 0,-1 1 1 0 0,1 0 0 0 0,0 0 0 0 0,0 0-1 0 0,-1 0 1 0 0,1-1 0 0 0,0 1-1 0 0,0 0 1 0 0,-1 0 0 0 0,1 0-1 0 0,0 0 1 0 0,-1 0 0 0 0,1-1 0 0 0,-33-4-55 0 0,4 5 157 0 0,0 1-1 0 0,-54 10 1 0 0,46-4 69 0 0,-28 0 822 0 0,-66 0 0 0 0,121-8-850 0 0,1 0 0 0 0,0 0 0 0 0,0-1 0 0 0,0 0 0 0 0,0-1 0 0 0,0 0 0 0 0,0-1 0 0 0,1 1 1 0 0,-9-7-1 0 0,16 10-142 0 0,1 0 1 0 0,-1-1 0 0 0,1 1 0 0 0,-1 0-1 0 0,1-1 1 0 0,0 1 0 0 0,-1-1 0 0 0,1 1-1 0 0,0-1 1 0 0,-1 1 0 0 0,1-1-1 0 0,0 1 1 0 0,0-1 0 0 0,-1 1 0 0 0,1-1-1 0 0,0 1 1 0 0,0-1 0 0 0,0 1 0 0 0,0-1-1 0 0,0 1 1 0 0,0-1 0 0 0,0 1 0 0 0,0-1-1 0 0,0-1 1 0 0,0 2-2 0 0,0-1 0 0 0,0 1 1 0 0,0-1-1 0 0,0 0 0 0 0,0 1 0 0 0,0-1 0 0 0,0 0 1 0 0,-1 1-1 0 0,1-1 0 0 0,0 0 0 0 0,0 1 0 0 0,0-1 1 0 0,-1 1-1 0 0,1-1 0 0 0,0 1 0 0 0,-1-1 0 0 0,1 1 0 0 0,-1-1 1 0 0,1 1-1 0 0,-1-2 0 0 0,-9-3 22 0 0,9 4-20 0 0,0 1 1 0 0,0-1 0 0 0,0 1 0 0 0,0-1 0 0 0,0 0 0 0 0,0 1-1 0 0,0-1 1 0 0,0 0 0 0 0,1 0 0 0 0,-1 1 0 0 0,0-1-1 0 0,0 0 1 0 0,1 0 0 0 0,-1 0 0 0 0,0 0 0 0 0,1 0 0 0 0,-1 0-1 0 0,1 0 1 0 0,-1 0 0 0 0,1 0 0 0 0,-1-1 0 0 0,1 1-1 0 0,0 0 1 0 0,0 0 0 0 0,0 0 0 0 0,0 0 0 0 0,-1 0 0 0 0,2-3-1 0 0,-2 3 0 0 0,1 0-1 0 0,0 0 1 0 0,0 0-1 0 0,-1-1 0 0 0,1 1 1 0 0,-1 0-1 0 0,1 0 1 0 0,-1 0-1 0 0,1 0 0 0 0,-1 0 1 0 0,1 0-1 0 0,-1 0 1 0 0,0 0-1 0 0,0 0 0 0 0,0 0 1 0 0,0 0-1 0 0,1 1 1 0 0,-1-1-1 0 0,0 0 0 0 0,0 0 1 0 0,-1 1-1 0 0,1-1 1 0 0,0 1-1 0 0,0-1 0 0 0,0 1 1 0 0,-2-1-1 0 0,-3-2 13 0 0,6 3-14 0 0,-1-1 0 0 0,1 1-1 0 0,-1-1 1 0 0,1 1-1 0 0,-1 0 1 0 0,1-1-1 0 0,-1 1 1 0 0,1-1-1 0 0,0 0 1 0 0,-1 1 0 0 0,1-1-1 0 0,0 1 1 0 0,-1-1-1 0 0,1 1 1 0 0,0-1-1 0 0,0 0 1 0 0,0 1-1 0 0,-1-1 1 0 0,1 0 0 0 0,0 1-1 0 0,0-1 1 0 0,0 0-1 0 0,0 1 1 0 0,0-1-1 0 0,0 0 1 0 0,0 1-1 0 0,1-1 1 0 0,-1 0 0 0 0,0 0-1 0 0,0 0 0 0 0,0 1 0 0 0,1-1 0 0 0,-1 1 0 0 0,0-1 0 0 0,0 1-1 0 0,0-1 1 0 0,0 1 0 0 0,0-1 0 0 0,0 1 0 0 0,0-1 0 0 0,0 0 0 0 0,0 1 0 0 0,0-1-1 0 0,-1 1 1 0 0,1-1 0 0 0,0 1 0 0 0,0-1 0 0 0,0 1 0 0 0,-1-1 0 0 0,1 1 0 0 0,0-1 0 0 0,0 1-1 0 0,-1-1 1 0 0,1 1 0 0 0,-1-1 0 0 0,1 1 0 0 0,0 0 0 0 0,-1-1 0 0 0,-9-2-2 0 0,10 3 2 0 0,-1 0 1 0 0,0-1-1 0 0,0 1 1 0 0,0 0-1 0 0,1 0 0 0 0,-1 0 1 0 0,0-1-1 0 0,0 1 1 0 0,1 0-1 0 0,-1-1 1 0 0,0 1-1 0 0,1 0 0 0 0,-1-1 1 0 0,0 1-1 0 0,1-1 1 0 0,-1 1-1 0 0,1-1 1 0 0,-1 1-1 0 0,0-1 1 0 0,1 0-1 0 0,0 1 0 0 0,-1-1 1 0 0,1 0-1 0 0,-1 1 1 0 0,1-1-1 0 0,0 0 1 0 0,-1 0-1 0 0,1 1 0 0 0,0-1 1 0 0,0 0-1 0 0,0 0 1 0 0,-1 1-1 0 0,1-1 1 0 0,0-1-1 0 0,-1 1 3 0 0,1-1 1 0 0,-1 1-1 0 0,0 0 0 0 0,0 0 0 0 0,0 0 0 0 0,0 1 1 0 0,-1-1-1 0 0,1 0 0 0 0,0 0 0 0 0,0 1 1 0 0,0-1-1 0 0,-1 0 0 0 0,1 1 0 0 0,0-1 0 0 0,-1 1 1 0 0,1 0-1 0 0,0-1 0 0 0,-1 1 0 0 0,-1 0 1 0 0,1-1-2 0 0,-9-5-2 0 0,-15-5-3 0 0,23 7 3 0 0,0-1 16 0 0,-52-23 51 0 0,-43-69 400 0 0,98 96-463 0 0,-1 1 1 0 0,1-1-1 0 0,-1 1 1 0 0,1-1-1 0 0,-1 1 1 0 0,1-1 0 0 0,0 1-1 0 0,-1-1 1 0 0,1 0-1 0 0,0 1 1 0 0,-1-1-1 0 0,1 1 1 0 0,0-1-1 0 0,0 0 1 0 0,0 1-1 0 0,0-1 1 0 0,-1 0 0 0 0,1 1-1 0 0,0-1 1 0 0,0 0-1 0 0,1 0 1 0 0,-1 0-2 0 0,0 1-1 0 0,0-1 1 0 0,0 1 0 0 0,0-1 0 0 0,0 1 0 0 0,0-1 0 0 0,0 1-1 0 0,-1-1 1 0 0,1 1 0 0 0,0-1 0 0 0,0 1 0 0 0,0-1-1 0 0,0 1 1 0 0,-1-1 0 0 0,1 1 0 0 0,0-1 0 0 0,0 1 0 0 0,-1-1-1 0 0,1 1 1 0 0,0 0 0 0 0,-1-1 0 0 0,1 1 0 0 0,0 0-1 0 0,-1-1 1 0 0,0 1 0 0 0,-9-5 35 0 0,9 5-37 0 0,1 0 0 0 0,-1 0 0 0 0,0 0 0 0 0,0-1 1 0 0,0 1-1 0 0,0-1 0 0 0,1 1 0 0 0,-1 0 1 0 0,0-1-1 0 0,0 1 0 0 0,1-1 0 0 0,-1 0 0 0 0,0 1 1 0 0,1-1-1 0 0,-1 1 0 0 0,0-1 0 0 0,1 0 1 0 0,-1 0-1 0 0,1 1 0 0 0,-1-1 0 0 0,1 0 0 0 0,0 0 1 0 0,-1 0-1 0 0,1 1 0 0 0,0-1 0 0 0,-1 0 0 0 0,1 0 1 0 0,0 0-1 0 0,0 0 0 0 0,0 0 0 0 0,0 0 1 0 0,0 0-1 0 0,0 0 0 0 0,0-1 0 0 0,0 2 0 0 0,0-1 1 0 0,0 1-1 0 0,-1-1 0 0 0,1 0 0 0 0,0 1 0 0 0,-1-1 1 0 0,1 1-1 0 0,0-1 0 0 0,-1 1 0 0 0,1-1 1 0 0,0 1-1 0 0,-1-1 0 0 0,1 1 0 0 0,-1 0 0 0 0,1-1 1 0 0,-1 1-1 0 0,1 0 0 0 0,-1-1 0 0 0,1 1 0 0 0,-1 0 1 0 0,0 0-1 0 0,1-1 0 0 0,-1 1 0 0 0,1 0 0 0 0,-1 0 1 0 0,0 0-1 0 0,1 0 0 0 0,-1 0 0 0 0,1 0 1 0 0,-1 0-1 0 0,0 0 0 0 0,0 0 0 0 0,0 0 0 0 0,1 0 1 0 0,-1 0-1 0 0,0 0 0 0 0,1 0 0 0 0,-1 0 0 0 0,0 0 1 0 0,1 0-1 0 0,-1 0 0 0 0,1 0 0 0 0,-1 0 1 0 0,0-1-1 0 0,1 1 0 0 0,-1 0 0 0 0,1 0 0 0 0,-1-1 1 0 0,1 1-1 0 0,-1 0 0 0 0,1-1 0 0 0,-1 1 0 0 0,1 0 1 0 0,-1-1-1 0 0,1 1 0 0 0,-1-1 0 0 0,1 1 1 0 0,0-1-1 0 0,-1 1 0 0 0,1-1 0 0 0,0 1 0 0 0,-1-1 1 0 0,1 1-1 0 0,0-1 0 0 0,-1-1 0 0 0,1 2 0 0 0,0-1 0 0 0,0 1 0 0 0,0-1 0 0 0,0 1 0 0 0,0 0 0 0 0,0-1 0 0 0,-1 1 0 0 0,1-1 0 0 0,0 1 0 0 0,0-1 0 0 0,0 1 0 0 0,-1-1 0 0 0,1 1 0 0 0,0 0 0 0 0,-1-1 0 0 0,1 1 0 0 0,0 0 0 0 0,-1-1 0 0 0,1 1 0 0 0,-1 0 0 0 0,1-1 0 0 0,-1 1 0 0 0,1 0 0 0 0,0 0 1 0 0,-1-1-1 0 0,1 1 0 0 0,-1 0 0 0 0,1 0 0 0 0,-1 0 0 0 0,1 0 0 0 0,-1 0 0 0 0,1 0 0 0 0,-1 0 0 0 0,1 0 0 0 0,-1 0 0 0 0,0 0 0 0 0,1 0 0 0 0,-1 0 1 0 0,1 0-1 0 0,-1 0 1 0 0,1 0-1 0 0,-1 0 1 0 0,1 0 0 0 0,-1 0-1 0 0,1 0 1 0 0,-1-1-1 0 0,1 1 1 0 0,-1 0-1 0 0,1 0 1 0 0,0 0-1 0 0,-1 0 1 0 0,1-1-1 0 0,-1 1 1 0 0,1 0 0 0 0,-1-1-1 0 0,1 1 1 0 0,0 0-1 0 0,-1-1 1 0 0,1 1-1 0 0,0 0 1 0 0,-1-1-1 0 0,1 1 1 0 0,0 0 0 0 0,0-1-1 0 0,-1 1 1 0 0,1-1-1 0 0,0 1 1 0 0,0-1-1 0 0,0 1 1 0 0,0-1-1 0 0,0 1 1 0 0,-1-1 0 0 0,1 0 0 0 0,0 1 0 0 0,0-1 0 0 0,-1 1 1 0 0,1 0-1 0 0,0-1 0 0 0,0 1 1 0 0,-1 0-1 0 0,1-1 0 0 0,0 1 0 0 0,-1 0 1 0 0,1-1-1 0 0,0 1 0 0 0,-1 0 0 0 0,1-1 1 0 0,-1 1-1 0 0,1 0 0 0 0,-1 0 0 0 0,1 0 1 0 0,0-1-1 0 0,-1 1 0 0 0,1 0 1 0 0,-1 0-1 0 0,1 0 0 0 0,-1 0 0 0 0,1 0 1 0 0,-1 0-1 0 0,1 0 0 0 0,-1 0 0 0 0,0 0 1 0 0,-13 0 3 0 0,13 0 0 0 0,-6 0 20 0 0,0 0 1 0 0,-1-1 0 0 0,1 0-1 0 0,0-1 1 0 0,0 0 0 0 0,0 0-1 0 0,-8-4 1 0 0,2 1-1 0 0,0 1-1 0 0,0 1 1 0 0,-1-1-1 0 0,1 2 1 0 0,-23-2-1 0 0,34 4-18 0 0,-60-7 6 0 0,54 6-15 0 0,-1 0 1 0 0,1 1-1 0 0,-1 0 0 0 0,1 0 0 0 0,-1 1 1 0 0,-11 2-1 0 0,17-3 1 0 0,-52 8-86 0 0,-107 31 1 0 0,64-11 112 0 0,93-27-18 0 0,0 1 0 0 0,1 0 0 0 0,-1 0 0 0 0,1 0 0 0 0,0 0 0 0 0,-1 1 0 0 0,-4 3 0 0 0,-21 10 8 0 0,-20 4-31 0 0,36-13 19 0 0,0-1 0 0 0,0-1 0 0 0,-18 4-1 0 0,5-3 64 0 0,25-5-67 0 0,2-1-10 0 0,0 0 1 0 0,0 0-1 0 0,0 0 0 0 0,0 0 0 0 0,0 0 0 0 0,0 0 0 0 0,0-1 0 0 0,0 1 0 0 0,0 0 0 0 0,0 0 0 0 0,0 0 0 0 0,0 0 1 0 0,0 0-1 0 0,0 0 0 0 0,-1 0 0 0 0,1-1 0 0 0,0 1 0 0 0,0 0 0 0 0,0 0 0 0 0,0 0 0 0 0,0 0 0 0 0,0 0 0 0 0,0 0 1 0 0,0 0-1 0 0,0 0 0 0 0,0 0 0 0 0,0 0 0 0 0,-1-1 0 0 0,1 1 0 0 0,0 0 0 0 0,0 0 0 0 0,0 0 0 0 0,0 0 1 0 0,0 0-1 0 0,0 0 0 0 0,0 0 0 0 0,-1 0 0 0 0,1 0 0 0 0,0 0 0 0 0,0 0 0 0 0,0 0 0 0 0,0 0 0 0 0,0 0 0 0 0,0 0 1 0 0,0 0-1 0 0,-1 0 0 0 0,1 0 0 0 0,0 0 0 0 0,0 0 0 0 0,0 0 0 0 0,0 0 0 0 0,0 0 0 0 0,0 0 0 0 0,0 1 0 0 0,0-1 1 0 0,-1 0-1 0 0,2-14-1654 0 0,-1 7 670 0 0,0 3 277 0 0,0 1-1 0 0,-1 0 1 0 0,2-1 0 0 0,-1 1 0 0 0,0 0-1 0 0,1 0 1 0 0,-1 0 0 0 0,1-1 0 0 0,0 1 0 0 0,2-4-1 0 0,18-28-7205 0 0,-19 31 6917 0 0,-1 0 1 0 0,0 0 0 0 0,0 0-1 0 0,-1-1 1 0 0,1 1 0 0 0,-1 0-1 0 0,0-6 1 0 0,0 9 804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56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 1201 0 0,'2'1'8893'0'0,"-9"3"-7982"0"0,-113 23 6012 0 0,94-25-6043 0 0,20-3-719 0 0,5 1-113 0 0,1 0 1 0 0,-1 0 0 0 0,1 1 0 0 0,0-1-1 0 0,-1 0 1 0 0,1 0 0 0 0,0 1 0 0 0,-1-1-1 0 0,1 0 1 0 0,0 1 0 0 0,-1-1-1 0 0,1 0 1 0 0,0 1 0 0 0,0-1 0 0 0,-1 1-1 0 0,1-1 1 0 0,0 0 0 0 0,0 1 0 0 0,0-1-1 0 0,0 1 1 0 0,-1-1 0 0 0,1 0-1 0 0,0 1 1 0 0,0-1 0 0 0,0 1 0 0 0,0-1-1 0 0,0 1 1 0 0,0-1 0 0 0,0 0 0 0 0,0 2-1 0 0,1 12 520 0 0,-1-14-565 0 0,0 2 17 0 0,1 0 1 0 0,-1 0-1 0 0,1 0 1 0 0,-1 0 0 0 0,1 0-1 0 0,-1 0 1 0 0,1-1 0 0 0,0 1-1 0 0,0 0 1 0 0,0 0-1 0 0,0-1 1 0 0,0 1 0 0 0,1-1-1 0 0,-1 1 1 0 0,0-1-1 0 0,1 1 1 0 0,-1-1 0 0 0,1 0-1 0 0,-1 0 1 0 0,1 0-1 0 0,0 0 1 0 0,-1 0 0 0 0,1 0-1 0 0,0 0 1 0 0,0 0-1 0 0,0-1 1 0 0,3 2 0 0 0,29 17 69 0 0,37 36 403 0 0,114 60 268 0 0,-172-107-829 0 0,0-1 1 0 0,24 9-1 0 0,-26-12 133 0 0,0 1-1 0 0,0 1 1 0 0,0 0-1 0 0,12 9 1 0 0,-8-4 170 0 0,0-1 1 0 0,19 9 0 0 0,-11-11-276 0 0,-18-7-134 0 0,-9 11-12393 0 0,-10-9 7913 0 0,4-2 3067 0 0,-21 4-2389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57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64 405 4482 0 0,'-6'0'1759'0'0,"0"0"0"0"0,0-1 0 0 0,0 0 0 0 0,0 0 0 0 0,-9-4 0 0 0,1-1-121 0 0,13 6-1610 0 0,1 0 0 0 0,0 0 0 0 0,0 0 0 0 0,0 0 0 0 0,-1 0 0 0 0,1 0-1 0 0,0 0 1 0 0,0 0 0 0 0,0 0 0 0 0,0 0 0 0 0,-1-1 0 0 0,1 1 0 0 0,0 0 0 0 0,0 0-1 0 0,0 0 1 0 0,0 0 0 0 0,-1 0 0 0 0,1 0 0 0 0,0-1 0 0 0,0 1 0 0 0,0 0 0 0 0,0 0-1 0 0,0 0 1 0 0,0-1 0 0 0,0 1 0 0 0,0 0 0 0 0,0 0 0 0 0,0 0 0 0 0,-1 0 0 0 0,1-1-1 0 0,0 1 1 0 0,0 0 0 0 0,0 0 0 0 0,0 0 0 0 0,0-1 0 0 0,0 1 0 0 0,0 0 0 0 0,1 0-1 0 0,-1 0 1 0 0,0-1 0 0 0,0 1 0 0 0,0 0 0 0 0,0 0 0 0 0,0 0 0 0 0,0 0 0 0 0,0-1-1 0 0,0 1 1 0 0,0 0 0 0 0,0 0 0 0 0,1 0 0 0 0,-1 0 0 0 0,0-1 0 0 0,0 1 0 0 0,0 0-1 0 0,0 0 1 0 0,0 0 0 0 0,1 0 0 0 0,-1 0 0 0 0,0 0 0 0 0,0 0 0 0 0,0 0-1 0 0,1-1 1 0 0,-1 1 0 0 0,0 0 0 0 0,0 0 0 0 0,1 0 0 0 0,1-2 120 0 0,1 0 123 0 0,0-1 1 0 0,0 0-1 0 0,0 0 1 0 0,0 0 0 0 0,0-1-1 0 0,-1 1 1 0 0,0-1-1 0 0,0 1 1 0 0,0-1-1 0 0,2-4 1 0 0,2-1-23 0 0,0 1 1 0 0,0 1-1 0 0,1-1 0 0 0,0 1 1 0 0,1 0-1 0 0,-1 1 1 0 0,1 0-1 0 0,0 0 1 0 0,1 0-1 0 0,17-7 1 0 0,12-10 380 0 0,2-2-100 0 0,132-79 1373 0 0,-134 84-1704 0 0,1 1-1 0 0,80-25 1 0 0,-100 38-386 0 0,-1 2 0 0 0,1 0 0 0 0,0 0 1 0 0,0 2-1 0 0,22 0 0 0 0,-21 8-2298 0 0,-17-4 1581 0 0,0 0 0 0 0,0 1 0 0 0,0-1 0 0 0,0 1 0 0 0,-1 0 0 0 0,1 0 0 0 0,-1 0 0 0 0,0 0 0 0 0,0 0 0 0 0,0 0 1 0 0,0 0-1 0 0,-1 1 0 0 0,3 5 0 0 0,-2 0-1348 0 0,-1-1 0 0 0,0 0 1 0 0,0 1-1 0 0,-1 15 0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5:59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846 351 2321 0 0,'-4'-14'6283'0'0,"-12"4"-3809"0"0,9 7-1373 0 0,2 0-169 0 0,0 0 0 0 0,-1 0-1 0 0,0 1 1 0 0,1 0 0 0 0,-12-3 0 0 0,-15-5 1641 0 0,21 6-2204 0 0,0 1 0 0 0,0 1 1 0 0,0 0-1 0 0,-17-1 0 0 0,-25-4 639 0 0,2-2-172 0 0,35 7-521 0 0,0 0-1 0 0,1-1 1 0 0,-23-9 0 0 0,10 4 153 0 0,-44-8 0 0 0,-19-6 303 0 0,15-2 107 0 0,-108-37 1819 0 0,162 56-2390 0 0,22 5-189 0 0,-9-9 929 0 0,18 5-541 0 0,19 2-291 0 0,21 1-215 0 0,-26 0 0 0 0,40 4 0 0 0,-31 0 0 0 0,1-2 0 0 0,59-5 0 0 0,99-4 0 0 0,-113 3 0 0 0,-39 4 0 0 0,78-15 0 0 0,46-16 0 0 0,-108 24 0 0 0,-50 3-3040 0 0,-5-13-14235 0 0,0 14 13587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02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 80 0 0,'-9'0'289'0'0,"-71"2"1410"0"0,72-1-1472 0 0,1-1 0 0 0,0 1-1 0 0,0 1 1 0 0,0-1 0 0 0,0 1-1 0 0,0 0 1 0 0,-12 7 0 0 0,17-8-118 0 0,0 1-1 0 0,-1 0 1 0 0,1-1 0 0 0,0 0 0 0 0,-1 0 0 0 0,1 0 0 0 0,-1 0-1 0 0,1 0 1 0 0,-6 1 0 0 0,4-1 17 0 0,-1 0 274 0 0,-1-1-160 0 0,-19 1-128 0 0,23 1-135 0 0,0 0 49 0 0,-29-1 259 0 0,31-2 540 0 0,0-3-516 0 0,6 2 3773 0 0,-1 0-3602 0 0,17-1 2548 0 0,-22 4-2035 0 0,0 0-969 0 0,0-1 0 0 0,0 1 0 0 0,0-1 1 0 0,0 0-1 0 0,0 1 0 0 0,0-1 0 0 0,0 1 0 0 0,0-1 1 0 0,0 1-1 0 0,0-1 0 0 0,0 1 0 0 0,0-1 0 0 0,1 0 1 0 0,-1 1-1 0 0,0-1 0 0 0,0 1 0 0 0,0-1 0 0 0,1 0 0 0 0,-1 1 1 0 0,0-1-1 0 0,0 0 0 0 0,1 1 0 0 0,-1-1 0 0 0,0 0 1 0 0,1 1-1 0 0,-1-1 0 0 0,0 0 0 0 0,1 1 0 0 0,26 7 243 0 0,0 0 0 0 0,39 6-1 0 0,-33-8-185 0 0,96 34 492 0 0,-104-38-316 0 0,-1 0 0 0 0,0-2 0 0 0,28-3-1 0 0,-46 2-149 0 0,30 1-3771 0 0,-1 0-5118 0 0,-8 0 4887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03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1192 146 1201 0 0,'-22'-5'4019'0'0,"1"0"1"0"0,-29-12-1 0 0,25 9-750 0 0,17 7-2682 0 0,3-4 232 0 0,10 4 1950 0 0,82 15-2262 0 0,-72-11-407 0 0,0-1 1 0 0,0-1 0 0 0,29 0 0 0 0,-35-1-37 0 0,11-2 65 0 0,26 9-5 0 0,-21-4-73 0 0,-12-5 405 0 0,-13 1-14 0 0,0 1-431 0 0,0 0 1 0 0,0 0-1 0 0,0 0 1 0 0,0-1-1 0 0,0 1 0 0 0,0 0 1 0 0,0 0-1 0 0,0 0 1 0 0,0 0-1 0 0,0-1 1 0 0,0 1-1 0 0,0 0 0 0 0,0 0 1 0 0,0 0-1 0 0,0-1 1 0 0,0 1-1 0 0,0 0 1 0 0,0 0-1 0 0,0 0 1 0 0,0 0-1 0 0,0-1 0 0 0,0 1 1 0 0,0 0-1 0 0,0 0 1 0 0,0 0-1 0 0,0 0 1 0 0,-1-1-1 0 0,1 1 1 0 0,0 0-1 0 0,0 0 0 0 0,0 0 1 0 0,0 0-1 0 0,0 0 1 0 0,-1 0-1 0 0,1-1 1 0 0,0 1-1 0 0,0 0 0 0 0,0 0 1 0 0,0 0-1 0 0,-1 0 1 0 0,1 0-1 0 0,0 0 1 0 0,0 0-1 0 0,0 0 1 0 0,0 0-1 0 0,-1 0 0 0 0,1 0 1 0 0,0 0-1 0 0,0 0 1 0 0,0 0-1 0 0,0 0 1 0 0,-1 0-1 0 0,1 0 1 0 0,0 0-1 0 0,0 0 0 0 0,-1 0 1 0 0,-23-7 792 0 0,0-1-1 0 0,-25-12 1 0 0,21 8-347 0 0,-18-4 297 0 0,0 2 1 0 0,-61-11-1 0 0,18 5-149 0 0,83 19-659 0 0,1 2-39 0 0,-4 3-20 0 0,1 0-1 0 0,0 1 1 0 0,-1 0-1 0 0,2 1 1 0 0,-1-1 0 0 0,1 2-1 0 0,0-1 1 0 0,0 1 0 0 0,-10 13-1 0 0,16-19 112 0 0,1 0 0 0 0,-1 1 0 0 0,1-1 0 0 0,0 0 0 0 0,-1 0 0 0 0,1 1 0 0 0,0-1-1 0 0,0 0 1 0 0,0 1 0 0 0,0-1 0 0 0,0 0 0 0 0,0 1 0 0 0,0-1 0 0 0,0 0 0 0 0,1 1 0 0 0,-1-1 0 0 0,0 0 0 0 0,1 1-1 0 0,-1-1 1 0 0,1 0 0 0 0,0 0 0 0 0,-1 0 0 0 0,1 0 0 0 0,0 1 0 0 0,0-1 0 0 0,0 0 0 0 0,-1 0 0 0 0,1-1 0 0 0,0 1 0 0 0,0 0-1 0 0,1 0 1 0 0,-1 0 0 0 0,0 0 0 0 0,0-1 0 0 0,1 1 0 0 0,5 5 24 0 0,0-1-29 0 0,1 1 0 0 0,0-1 0 0 0,0 0 0 0 0,0-1 0 0 0,0 0 0 0 0,1 0 0 0 0,0-1 0 0 0,0 0 0 0 0,0 0 0 0 0,13 1 0 0 0,9 4-76 0 0,-8-3 41 0 0,40 5 0 0 0,-47-9 30 0 0,0 1-1 0 0,0 1 0 0 0,0 0 1 0 0,24 9-1 0 0,-39-12 14 0 0,-1 0 0 0 0,0 1-1 0 0,1-1 1 0 0,-1 0 0 0 0,0 0 0 0 0,1 0 0 0 0,-1 1-1 0 0,1-1 1 0 0,-1 0 0 0 0,0 1 0 0 0,0-1 0 0 0,1 0-1 0 0,-1 1 1 0 0,0-1 0 0 0,0 0 0 0 0,1 1 0 0 0,-1-1-1 0 0,0 1 1 0 0,0-1 0 0 0,0 0 0 0 0,1 1 0 0 0,-1-1-1 0 0,0 1 1 0 0,0-1 0 0 0,0 1 0 0 0,0 0 0 0 0,-1 3-10 0 0,1-2-8 0 0,-1-1-1 0 0,1 0 0 0 0,0 0 1 0 0,0 1-1 0 0,0-1 0 0 0,-1 0 1 0 0,1 0-1 0 0,0 0 0 0 0,-1 1 1 0 0,0-1-1 0 0,1 0 0 0 0,-1 0 1 0 0,1 0-1 0 0,-1 0 0 0 0,0 0 1 0 0,0 0-1 0 0,0 0 0 0 0,0 0 1 0 0,0 0-1 0 0,-29 17-242 0 0,27-16 233 0 0,-41 18 38 0 0,0-2-1 0 0,-2-1 1 0 0,0-3 0 0 0,-63 12-1 0 0,14-10 337 0 0,-119 6 0 0 0,146-21-348 0 0,-1-3 1 0 0,-96-15-1 0 0,108 10-64 0 0,57 7 62 0 0,-17-1-259 0 0,0-1 0 0 0,1 0 0 0 0,-1-1 0 0 0,1-1 0 0 0,0-1 0 0 0,0 0 0 0 0,1-1 0 0 0,-18-9 0 0 0,31 15-3 0 0,0-1 1 0 0,1 0-1 0 0,-1-1 0 0 0,0 1 0 0 0,1 0 1 0 0,-1 0-1 0 0,0-1 0 0 0,1 1 0 0 0,0-1 0 0 0,-1 1 1 0 0,1-1-1 0 0,0 0 0 0 0,0 1 0 0 0,0-1 0 0 0,0 0 1 0 0,0 0-1 0 0,0 0 0 0 0,0 0 0 0 0,0-3 1 0 0,2 3-513 0 0,-1-1 0 0 0,1 1 0 0 0,0-1 0 0 0,0 0 0 0 0,1 1 0 0 0,-1 0 0 0 0,0-1 0 0 0,1 1 0 0 0,0 0 0 0 0,-1 0 0 0 0,1-1 0 0 0,0 1 0 0 0,3-1 0 0 0,-5 2 756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06:06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3050 416 400 0 0,'0'0'104'0'0,"0"-1"1"0"0,-1 1-1 0 0,1 0 0 0 0,0-1 0 0 0,0 1 0 0 0,-1-1 1 0 0,1 1-1 0 0,0 0 0 0 0,-1-1 0 0 0,1 1 0 0 0,0 0 1 0 0,-1-1-1 0 0,1 1 0 0 0,-1 0 0 0 0,1-1 0 0 0,-1 1 1 0 0,1 0-1 0 0,0 0 0 0 0,-1 0 0 0 0,1 0 0 0 0,-1-1 1 0 0,1 1-1 0 0,-1 0 0 0 0,1 0 0 0 0,-1 0 0 0 0,1 0 1 0 0,-1 0-1 0 0,1 0 0 0 0,-1 0 0 0 0,1 0 0 0 0,-1 0 1 0 0,1 0-1 0 0,-1 1 0 0 0,1-1 0 0 0,-1 0 0 0 0,0 0 10 0 0,1 1 0 0 0,-1-1-1 0 0,1 0 1 0 0,-1 0 0 0 0,1 0-1 0 0,-1 0 1 0 0,0 0 0 0 0,1 0-1 0 0,-1 0 1 0 0,1 0 0 0 0,-1 0-1 0 0,1 0 1 0 0,-1 0 0 0 0,1 0-1 0 0,-1 0 1 0 0,1 0 0 0 0,-1 0-1 0 0,1-1 1 0 0,-1 1 0 0 0,1 0-1 0 0,-1 0 1 0 0,1-1 0 0 0,-1 1-1 0 0,1 0 1 0 0,-1-1 0 0 0,1 1-1 0 0,0 0 1 0 0,-1-1 0 0 0,1 1-1 0 0,-1-1 1 0 0,1 1 0 0 0,0-1-1 0 0,0 1 1 0 0,-1-1 0 0 0,1 1-1 0 0,0-1 1 0 0,-1 0 0 0 0,1 0 117 0 0,0 0 0 0 0,-1 0 1 0 0,1 0-1 0 0,-1 0 0 0 0,1 0 1 0 0,-1 0-1 0 0,0 0 0 0 0,0 0 1 0 0,1 0-1 0 0,-1 1 0 0 0,0-1 1 0 0,0 0-1 0 0,0 0 0 0 0,0 1 1 0 0,0-1-1 0 0,0 0 0 0 0,0 1 1 0 0,-1-1-1 0 0,-27-14 3227 0 0,14 7-1814 0 0,-1 0-1062 0 0,0 1-1 0 0,0 1 0 0 0,-1 1 1 0 0,1 0-1 0 0,-1 1 0 0 0,0 1 0 0 0,-29-3 1 0 0,5 1 76 0 0,-6-1-15 0 0,-68 0 1 0 0,87 5-490 0 0,-115 3 614 0 0,19 1-242 0 0,-33-3 488 0 0,147-1-878 0 0,-1 0 0 0 0,1-1 0 0 0,0-1 0 0 0,-14-4 1 0 0,-3-1-85 0 0,27 8-51 0 0,-1 0-1 0 0,1 0 1 0 0,0 0-1 0 0,-1 0 1 0 0,1 0-1 0 0,0 0 1 0 0,0 0-1 0 0,-1 0 1 0 0,1 0-1 0 0,0-1 1 0 0,0 1-1 0 0,-1 0 1 0 0,1 0 0 0 0,0 0-1 0 0,0 0 1 0 0,0-1-1 0 0,-1 1 1 0 0,1 0-1 0 0,0 0 1 0 0,0 0-1 0 0,0-1 1 0 0,0 1-1 0 0,-1 0 1 0 0,1 0-1 0 0,0-1 1 0 0,0 1-1 0 0,0 0 1 0 0,0 0-1 0 0,0-1 1 0 0,0 1-1 0 0,0 0 1 0 0,0-1-1 0 0,0 1 1 0 0,0 0-1 0 0,0 0 1 0 0,0-1-1 0 0,0 1 1 0 0,0 0-1 0 0,0-1 1 0 0,0 1-1 0 0,0 0 1 0 0,0-1 1 0 0,0 1 0 0 0,0-1 0 0 0,0 1 1 0 0,0 0-1 0 0,0-1 0 0 0,0 1 0 0 0,0 0 0 0 0,0-1 0 0 0,0 1 1 0 0,0-1-1 0 0,0 1 0 0 0,0 0 0 0 0,0-1 0 0 0,0 1 0 0 0,0 0 1 0 0,0-1-1 0 0,-1 1 0 0 0,1 0 0 0 0,0-1 0 0 0,0 1 1 0 0,0 0-1 0 0,-1-1 0 0 0,1 1 0 0 0,0 0 0 0 0,0 0 0 0 0,-1-1 1 0 0,1 1-1 0 0,0 0 0 0 0,-1 0 0 0 0,1-1 0 0 0,0 1 1 0 0,-1 0-1 0 0,-31-10 130 0 0,21 7-88 0 0,0 0-1 0 0,0-1 1 0 0,-11-5 0 0 0,14 5-43 0 0,0 0 0 0 0,0 1 1 0 0,0 0-1 0 0,-1 1 1 0 0,1-1-1 0 0,-1 1 0 0 0,0 1 1 0 0,-10-1-1 0 0,-37-7 13 0 0,-133-20 190 0 0,162 25-181 0 0,-16-2 28 0 0,12 2 12 0 0,0 1 0 0 0,-33 0 0 0 0,-159-9 257 0 0,188 9-297 0 0,28 2-16 0 0,-1 0 0 0 0,1 1 0 0 0,-1-1 0 0 0,0 2 1 0 0,1-1-1 0 0,-1 1 0 0 0,-7 2 0 0 0,-3-1 8 0 0,1 0-1 0 0,0-1 1 0 0,-21-1 0 0 0,-30 1 153 0 0,58 0-157 0 0,4-1-12 0 0,-43-5 71 0 0,24 4-123 0 0,1 2 0 0 0,-1 0 0 0 0,1 2 0 0 0,-1 1 0 0 0,1 0 0 0 0,-30 11 0 0 0,22-5-68 0 0,1 1 0 0 0,0 2 1 0 0,-49 27-1 0 0,72-34 103 0 0,1 0 0 0 0,-1 0-1 0 0,1 0 1 0 0,0 1 0 0 0,1 0 0 0 0,0 1-1 0 0,0-1 1 0 0,0 1 0 0 0,1 0-1 0 0,-5 11 1 0 0,3-6-35 0 0,0-1 0 0 0,-17 20 0 0 0,2-11-97 0 0,-26 22 0 0 0,-2 1 37 0 0,-27 24 191 0 0,18-18-236 0 0,41-36 154 0 0,0 0 0 0 0,-20 11 1 0 0,-13 10 67 0 0,45-28-24 0 0,7-6-48 0 0,-1 0 0 0 0,0 0 0 0 0,1 0 0 0 0,-1 0 0 0 0,1-1 0 0 0,-1 1 0 0 0,1 0 0 0 0,-1 0 0 0 0,1-1-1 0 0,-1 1 1 0 0,1 0 0 0 0,0-1 0 0 0,-1 1 0 0 0,1 0 0 0 0,0-1 0 0 0,0 1 0 0 0,0-1 0 0 0,-1 0 0 0 0,1 1 0 0 0,0-1 0 0 0,0 0 0 0 0,0 1 0 0 0,0-1 0 0 0,0 0 0 0 0,-1 0 0 0 0,1 0 0 0 0,0 0-1 0 0,0 1 1 0 0,0-1 0 0 0,0-1 0 0 0,0 1 0 0 0,1 0 0 0 0,1 0-33 0 0,133 36-172 0 0,3-8 511 0 0,146 39-276 0 0,-227-52 25 0 0,1-3 0 0 0,0-2 0 0 0,105 4 0 0 0,-87-9 12 0 0,120 23 1 0 0,-185-26-49 0 0,0 1 0 0 0,0-2 0 0 0,20 1 0 0 0,36 3 25 0 0,247 20 37 0 0,-250-22-66 0 0,365 17 140 0 0,-250-23-104 0 0,-119 0 32 0 0,0 2-1 0 0,77 9 0 0 0,-78 0 9 0 0,21 5 34 0 0,-67-10-121 0 0,10 1-21 0 0,0 2 0 0 0,39 15-1 0 0,-14-2-85 0 0,-30-12-25 0 0,0 1-1 0 0,25 13 1 0 0,20 14-110 0 0,-43-25 355 0 0,-1 1 0 0 0,33 23-1 0 0,-49-30-71 0 0,1-1-1 0 0,0 0 0 0 0,0 0 1 0 0,0 0-1 0 0,0 0 1 0 0,0-1-1 0 0,1 0 0 0 0,-1 0 1 0 0,8 2-1 0 0,20 7 134 0 0,-21-7-128 0 0,0 0 1 0 0,1 0-1 0 0,-1-1 0 0 0,22 2 1 0 0,25 4 78 0 0,44 12 13 0 0,87 18 159 0 0,-153-30-206 0 0,404 87 693 0 0,-422-92-725 0 0,0 1-1 0 0,19 8 1 0 0,-17-6 1 0 0,-1 0 1 0 0,32 4 0 0 0,-50-11-57 0 0,21 4 26 0 0,44 12 1 0 0,-42-10-13 0 0,-1-2-1 0 0,45 4 1 0 0,-29-5 25 0 0,-17 1-18 0 0,-1-2 0 0 0,32-1-1 0 0,-11-1-69 0 0,244 13 550 0 0,-189-7-215 0 0,1-2 17 0 0,58 3 35 0 0,-123-5-308 0 0,-29-3-14 0 0,1 1 0 0 0,-1 1 1 0 0,0-1-1 0 0,0 1 1 0 0,0 0-1 0 0,0 0 0 0 0,0 0 1 0 0,0 1-1 0 0,0-1 1 0 0,0 1-1 0 0,8 5 0 0 0,-6-4 17 0 0,-1-1 0 0 0,1 0 0 0 0,-1 0 0 0 0,1-1-1 0 0,12 1 1 0 0,-6 0 11 0 0,28 7 8 0 0,68 24 0 0 0,-48-9-34 0 0,-28-10-15 0 0,25 21-3 0 0,-48-29 0 0 0,0 1 0 0 0,0-1 0 0 0,0 0 0 0 0,1-1 0 0 0,-1 0 0 0 0,1-1 0 0 0,1 0 0 0 0,20 4 0 0 0,-15-5 0 0 0,6 0 0 0 0,30-2 0 0 0,-38-1 0 0 0,30-1 0 0 0,21-4 0 0 0,-55 2 0 0 0,0 1 0 0 0,0-1 0 0 0,0-1 0 0 0,0 0 0 0 0,-1 0 0 0 0,0-1 0 0 0,0 0 0 0 0,13-10 0 0 0,96-58 0 0 0,11-8 0 0 0,-71 44 0 0 0,-39 25 0 0 0,32-23 0 0 0,3-11 0 0 0,151-121 0 0 0,-180 149 0 0 0,8-7 0 0 0,-2-8 0 0 0,-31 32 0 0 0,0 0 0 0 0,-1 1 0 0 0,0-1 0 0 0,1 1 0 0 0,-1-1 0 0 0,1 0 0 0 0,-1 0 0 0 0,0 1 0 0 0,1-1 0 0 0,-1 0 0 0 0,0 0 0 0 0,0 1 0 0 0,0-1 0 0 0,1 0 0 0 0,-1 0 0 0 0,0 1 0 0 0,0-1 0 0 0,0 0 0 0 0,0 0 0 0 0,0 0 0 0 0,-1 1 0 0 0,1-2 0 0 0,0 1 0 0 0,0 1 0 0 0,-1-1 0 0 0,1 0 0 0 0,0 0 0 0 0,0 1 0 0 0,0-1 0 0 0,0 0 0 0 0,0 1 0 0 0,0-1 0 0 0,0 0 0 0 0,1 1 0 0 0,-1-1 0 0 0,0 0 0 0 0,0 1 0 0 0,0-1 0 0 0,1 0 0 0 0,-1 1 0 0 0,0-1 0 0 0,1 0 0 0 0,-1 1 0 0 0,0-1 0 0 0,1 1 0 0 0,-1-1 0 0 0,1 1 0 0 0,-1-1 0 0 0,1 1 0 0 0,0-1 0 0 0,21-11 0 0 0,-22 12 0 0 0,1 0 0 0 0,-1 0 0 0 0,0 0 0 0 0,0 0 0 0 0,0 0 0 0 0,1 0 0 0 0,-1 0 0 0 0,0 0 0 0 0,0 0 0 0 0,0 0 0 0 0,0-1 0 0 0,1 1 0 0 0,-1 0 0 0 0,0 0 0 0 0,0 0 0 0 0,0 0 0 0 0,0-1 0 0 0,0 1 0 0 0,1 0 0 0 0,-1 0 0 0 0,0 0 0 0 0,0 0 0 0 0,0-1 0 0 0,0 1 0 0 0,0 0 0 0 0,0 0 0 0 0,0 0 0 0 0,0-1 0 0 0,0 1 0 0 0,0 0 0 0 0,0 0 0 0 0,0-1 0 0 0,0 1 0 0 0,0 0 0 0 0,0 0 0 0 0,0 0 0 0 0,0-1 0 0 0,0 1 0 0 0,0 0 0 0 0,0 0 0 0 0,0 0 0 0 0,0-1 0 0 0,0 1 0 0 0,-1 0 0 0 0,1 0 0 0 0,0 0 0 0 0,0-1 0 0 0,0 1 0 0 0,0 0 0 0 0,0 0 0 0 0,-1 0 0 0 0,1 0 0 0 0,0 0 0 0 0,0-1 0 0 0,0 1 0 0 0,0 0 0 0 0,-1 0 0 0 0,1 0 0 0 0,0 0 0 0 0,0 0 0 0 0,0 0 0 0 0,-1 0 0 0 0,-6-4 0 0 0,6 4 0 0 0,0-1 0 0 0,0 1 0 0 0,0-1 0 0 0,0 1 0 0 0,-1-1 0 0 0,1 0 0 0 0,0 0 0 0 0,0 1 0 0 0,0-1 0 0 0,0 0 0 0 0,1 0 0 0 0,-1 0 0 0 0,0 0 0 0 0,0 0 0 0 0,0 0 0 0 0,1 0 0 0 0,-1 0 0 0 0,1 0 0 0 0,-1 0 0 0 0,1-1 0 0 0,-1 1 0 0 0,1 0 0 0 0,0 0 0 0 0,-1-1 0 0 0,1 1 0 0 0,0 0 0 0 0,0-3 0 0 0,0 1 0 0 0,-1 0 0 0 0,1 0 0 0 0,-1 1 0 0 0,0-1 0 0 0,1 0 0 0 0,-1 0 0 0 0,0 0 0 0 0,-1 1 0 0 0,1-1 0 0 0,0 0 0 0 0,-1 1 0 0 0,0 0 0 0 0,1-1 0 0 0,-1 1 0 0 0,0 0 0 0 0,0 0 0 0 0,-1 0 0 0 0,1 0 0 0 0,0 0 0 0 0,-3-2 0 0 0,-1-1 0 0 0,-7-7 0 0 0,1 0 0 0 0,1-1 0 0 0,0 0 0 0 0,0-1 0 0 0,2 0 0 0 0,0-1 0 0 0,-8-16 0 0 0,13 22 0 0 0,0-1 0 0 0,-1 0 0 0 0,0 0 0 0 0,-1 0 0 0 0,0 0 0 0 0,0 1 0 0 0,-1 0 0 0 0,0 1 0 0 0,-13-13 0 0 0,-4 2 0 0 0,11 9 0 0 0,0 0 0 0 0,1-1 0 0 0,-19-22 0 0 0,20 19 0 0 0,0 1 0 0 0,-1 0 0 0 0,-1 1 0 0 0,0 0 0 0 0,0 1 0 0 0,-1 1 0 0 0,-1 0 0 0 0,-19-10 0 0 0,10 9 0 0 0,15 8 0 0 0,-1-2 0 0 0,1 1 0 0 0,0-1 0 0 0,0-1 0 0 0,-14-10 0 0 0,1 0 0 0 0,-1 0 0 0 0,-1 1 0 0 0,-1 1 0 0 0,0 2 0 0 0,-1 0 0 0 0,-38-11 0 0 0,21 7 0 0 0,-63-32 0 0 0,88 40 0 0 0,-1 0 0 0 0,0 1 0 0 0,-23-4 0 0 0,-7-4 0 0 0,1-11 0 0 0,-17-1 0 0 0,-80-24 0 0 0,12 6 0 0 0,76 22 0 0 0,0 3 0 0 0,-100-21 0 0 0,21 21 0 0 0,-77-3 0 0 0,138 18 0 0 0,-273-24 0 0 0,185 16 0 0 0,130 13 0 0 0,-16 0 0 0 0,9-2 0 0 0,26-1 0 0 0,-99-6 0 0 0,73 8 0 0 0,-263-1 0 0 0,47 4 0 0 0,-65 12 0 0 0,285-12 0 0 0,-52 5 0 0 0,53-1 0 0 0,1 1 0 0 0,-39 14 0 0 0,-19 6 0 0 0,-104 29 0 0 0,152-42 0 0 0,-1-1 0 0 0,0-2 0 0 0,0-2 0 0 0,-54 3 0 0 0,99-11 0 0 0,0-1 0 0 0,-1 0 0 0 0,1 0 0 0 0,0 0 0 0 0,0 0 0 0 0,-1 0 0 0 0,1 0 0 0 0,0 1 0 0 0,-1-1 0 0 0,1 0 0 0 0,0 0 0 0 0,0 0 0 0 0,-1 0 0 0 0,1 0 0 0 0,0 0 0 0 0,-1 0 0 0 0,1-1 0 0 0,0 1 0 0 0,-1 0 0 0 0,1 0 0 0 0,0 0 0 0 0,0 0 0 0 0,-1 0 0 0 0,1 0 0 0 0,0 0 0 0 0,-1-1 0 0 0,1 1 0 0 0,0 0 0 0 0,0 0 0 0 0,0 0 0 0 0,-1-1 0 0 0,1 1 0 0 0,0 0 0 0 0,0 0 0 0 0,0-1 0 0 0,-1 1 0 0 0,1 0 0 0 0,0 0 0 0 0,0-1 0 0 0,0 1 0 0 0,0 0 0 0 0,0-1 0 0 0,0 1 0 0 0,-1-1 0 0 0,2 0-46 0 0,0 0 1 0 0,0-1-1 0 0,0 1 0 0 0,0 0 1 0 0,0 0-1 0 0,0 0 0 0 0,0 0 1 0 0,0 0-1 0 0,0 0 0 0 0,0 0 1 0 0,1 0-1 0 0,-1 0 0 0 0,0 1 1 0 0,0-1-1 0 0,1 0 0 0 0,-1 1 0 0 0,1-1 1 0 0,-1 1-1 0 0,1-1 0 0 0,-1 1 1 0 0,3 0-1 0 0,0-1-723 0 0,58-17-7395 0 0,-39 13 4250 0 0,-1-2-1 0 0,40-16 0 0 0,30-21-3808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32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37 400 0 0,'0'0'881'0'0,"0"-1"-869"0"0,0 1-1 0 0,1 0 1 0 0,-1 0 0 0 0,0 0 0 0 0,0 0 0 0 0,0 0 0 0 0,0-1 0 0 0,0 1 0 0 0,0 0 0 0 0,0 0 0 0 0,0 0 0 0 0,1-1 0 0 0,-1 1 0 0 0,0 0 0 0 0,0 0 0 0 0,0 0 0 0 0,0 0 0 0 0,0-1 0 0 0,0 1 0 0 0,0 0-1 0 0,0 0 1 0 0,0 0 0 0 0,0-1 0 0 0,0 1 0 0 0,-1 0 0 0 0,1 0 0 0 0,0 0 0 0 0,0-1 0 0 0,0 1 0 0 0,0 0 0 0 0,0 0 0 0 0,0 0 0 0 0,0 0 0 0 0,0-1 0 0 0,0 1 0 0 0,-1 0 0 0 0,1 0 0 0 0,0 0-1 0 0,0 0 1 0 0,0 0 0 0 0,0 0 0 0 0,-1-1 0 0 0,1 1 0 0 0,0 0 0 0 0,0 0 0 0 0,0 0 0 0 0,0 0 0 0 0,-1 0 0 0 0,1 0 0 0 0,0 0 0 0 0,0 0 0 0 0,0 0 0 0 0,-1 0 0 0 0,1 0 0 0 0,0 0 0 0 0,0 0-1 0 0,0 0 1 0 0,-1 0 0 0 0,1 0 0 0 0,0 0 0 0 0,0 0 0 0 0,0 0 0 0 0,0 0 0 0 0,-1 0 0 0 0,1 0 0 0 0,0 1 0 0 0,-22-8 735 0 0,30 6-584 0 0,-7 1-106 0 0,-1 0 0 0 0,1 1 0 0 0,0-1 1 0 0,-1 0-1 0 0,1 0 0 0 0,0-1 0 0 0,0 1 1 0 0,-1 0-1 0 0,1 0 0 0 0,0 0 0 0 0,-1 0 1 0 0,1-1-1 0 0,0 1 0 0 0,-1 0 0 0 0,1 0 1 0 0,0-1-1 0 0,-1 1 0 0 0,1-1 0 0 0,-1 1 1 0 0,1-1-1 0 0,0 1 0 0 0,-1-1 0 0 0,1 1 0 0 0,-1-1 1 0 0,0 1-1 0 0,1-1 0 0 0,-1 1 0 0 0,1-1 1 0 0,-1 0-1 0 0,0 1 0 0 0,1-1 0 0 0,-1 0 1 0 0,0-8 11203 0 0,0 8-11075 0 0,0 0 135 0 0,0 2 639 0 0,0-1-951 0 0,0 0 0 0 0,1 1 0 0 0,-1-1 0 0 0,0 0 0 0 0,0 0 0 0 0,0 0 0 0 0,0 0 0 0 0,0 1 0 0 0,0-1 0 0 0,0 0 0 0 0,0 0 0 0 0,0 0-1 0 0,0 0 1 0 0,1 1 0 0 0,-1-1 0 0 0,0 0 0 0 0,0 0 0 0 0,0 0 0 0 0,0 0 0 0 0,0 1 0 0 0,0-1 0 0 0,0 0 0 0 0,-1 0 0 0 0,1 0 0 0 0,0 1 0 0 0,0-1 0 0 0,0 0 0 0 0,0 0 0 0 0,0 0 0 0 0,0 0 0 0 0,0 0 0 0 0,0 1 0 0 0,0-1 0 0 0,0 0 0 0 0,0 0 0 0 0,-1 0-1 0 0,1 0 1 0 0,0 0 0 0 0,0 1 0 0 0,0-1 0 0 0,0 0 0 0 0,0 0 0 0 0,-1 0 0 0 0,1 0 0 0 0,0 0 0 0 0,0 0 0 0 0,0 0 0 0 0,0 0 0 0 0,-1 0 0 0 0,1 0 0 0 0,0 0 0 0 0,0 0 0 0 0,0 0 0 0 0,-1 0 0 0 0,1 0 0 0 0,0 0 0 0 0,0 0 0 0 0,0 0 0 0 0,0 0-1 0 0,-1 0 1 0 0,1 0 0 0 0,0 0 0 0 0,0 0 0 0 0,0 0 0 0 0,0 0 0 0 0,-1 0 0 0 0,1 0 0 0 0,0 0 0 0 0,0-1 0 0 0,-27 1 565 0 0,27 30 706 0 0,-1-29-1263 0 0,1 0 0 0 0,0 0 0 0 0,1 1-1 0 0,-1-1 1 0 0,0 0 0 0 0,0 0 0 0 0,0 0 0 0 0,1 0-1 0 0,-1 0 1 0 0,0 0 0 0 0,1 0 0 0 0,-1 0 0 0 0,1 0-1 0 0,-1 0 1 0 0,1-1 0 0 0,-1 1 0 0 0,1 0 0 0 0,0 0 0 0 0,-1 0-1 0 0,1-1 1 0 0,0 1 0 0 0,0 0 0 0 0,0-1 0 0 0,-1 1-1 0 0,1 0 1 0 0,0-1 0 0 0,2 1 0 0 0,-2 0 5 0 0,0-1 0 0 0,0 1 0 0 0,0 0 0 0 0,0-1 0 0 0,0 1-1 0 0,0 0 1 0 0,0 0 0 0 0,0-1 0 0 0,0 1 0 0 0,0 0 0 0 0,0 0 0 0 0,-1 0 0 0 0,1 0 0 0 0,0 0 0 0 0,-1 0 0 0 0,1 0 0 0 0,-1 1 0 0 0,1-1 0 0 0,-1 0 0 0 0,0 0 0 0 0,1 0 0 0 0,-1 0 0 0 0,0 1 0 0 0,0-1 0 0 0,0 0 0 0 0,0 0-1 0 0,0 1 1 0 0,0 0 0 0 0,0-1-7 0 0,0 0-1 0 0,0 1 1 0 0,0-1-1 0 0,0 0 1 0 0,0 0-1 0 0,0 0 1 0 0,0 0-1 0 0,1 0 1 0 0,-1 1-1 0 0,0-1 1 0 0,1 0-1 0 0,-1 0 1 0 0,1 0-1 0 0,-1 0 1 0 0,1 0-1 0 0,-1 0 1 0 0,1 0-1 0 0,0 0 0 0 0,-1 0 1 0 0,1 0-1 0 0,0 0 1 0 0,0-1-1 0 0,0 1 1 0 0,0 0-1 0 0,0 0 1 0 0,0-1-1 0 0,0 1 1 0 0,0-1-1 0 0,0 1 1 0 0,2 0-1 0 0,5 4 31 0 0,-7-5-37 0 0,0 1 0 0 0,-1-1 0 0 0,0 1 0 0 0,1 0 0 0 0,-1-1 0 0 0,1 1 0 0 0,-1 0 0 0 0,0 0 0 0 0,1-1 0 0 0,-1 1 0 0 0,0 0 0 0 0,0 0 0 0 0,0-1 0 0 0,1 1 0 0 0,-1 0 0 0 0,0 0 0 0 0,0 0 0 0 0,0-1 0 0 0,0 1 0 0 0,-1 1-1 0 0,1-1 2 0 0,0-1 0 0 0,0 1 0 0 0,0-1 0 0 0,0 1 0 0 0,0-1 0 0 0,0 1 0 0 0,0-1 0 0 0,0 1 0 0 0,0-1 0 0 0,0 1 0 0 0,0 0 0 0 0,0-1 0 0 0,0 1 0 0 0,0-1 0 0 0,0 1-1 0 0,1-1 1 0 0,-1 1 0 0 0,0-1 0 0 0,0 0 0 0 0,1 1 0 0 0,-1-1 0 0 0,0 1 0 0 0,0-1 0 0 0,1 1 0 0 0,-1-1 0 0 0,1 0 0 0 0,-1 1 0 0 0,0-1 0 0 0,1 0 0 0 0,-1 1 0 0 0,1-1-1 0 0,21 2 32 0 0,-22-2-38 0 0,1 0-1 0 0,-1 0 0 0 0,0 0 1 0 0,0 0-1 0 0,0 0 0 0 0,1 0 1 0 0,-1 0-1 0 0,0 0 0 0 0,0 0 0 0 0,0 1 1 0 0,1-1-1 0 0,-1 0 0 0 0,0 0 1 0 0,0 0-1 0 0,0 0 0 0 0,1 0 1 0 0,-1 0-1 0 0,0 0 0 0 0,0 1 1 0 0,0-1-1 0 0,0 0 0 0 0,0 0 0 0 0,1 0 1 0 0,-1 0-1 0 0,0 0 0 0 0,0 1 1 0 0,0-1-1 0 0,0 0 0 0 0,0 0 1 0 0,0 0-1 0 0,0 1 0 0 0,0-1 0 0 0,0 0 1 0 0,1 0-1 0 0,-1 0 0 0 0,0 1 1 0 0,0-1-1 0 0,0 0 0 0 0,0 0 1 0 0,0 1-1 0 0,0-1-1 0 0,-1 0 1 0 0,1 1-1 0 0,1-1 1 0 0,-1 0-1 0 0,0 1 0 0 0,0-1 1 0 0,0 0-1 0 0,0 1 1 0 0,0-1-1 0 0,0 0 1 0 0,0 0-1 0 0,0 1 0 0 0,0-1 1 0 0,1 0-1 0 0,-1 1 1 0 0,0-1-1 0 0,0 0 1 0 0,0 0-1 0 0,1 0 0 0 0,-1 1 1 0 0,0-1-1 0 0,0 0 1 0 0,0 0-1 0 0,1 0 1 0 0,-1 1-1 0 0,0-1 0 0 0,1 0 1 0 0,-1 0-1 0 0,0 0 1 0 0,1 0-1 0 0,21 6-13 0 0,10 14 133 0 0,-30-18-93 0 0,-1 0-1 0 0,0 0 1 0 0,-1 0-1 0 0,1 0 1 0 0,0 0 0 0 0,0 0-1 0 0,-1 0 1 0 0,1 1 0 0 0,-1-1-1 0 0,0 0 1 0 0,0 0-1 0 0,0 0 1 0 0,0 0 0 0 0,0 1-1 0 0,0-1 1 0 0,0 0 0 0 0,-2 4-1 0 0,2 2 109 0 0,0-7-127 0 0,0 0-1 0 0,0 0 1 0 0,0 1 0 0 0,-1-1 0 0 0,1 0 0 0 0,0 0 0 0 0,0 0 0 0 0,-1 0 0 0 0,1 0 0 0 0,-1 1 0 0 0,1-1 0 0 0,-1 0 0 0 0,1 0 0 0 0,-1 0 0 0 0,0 0 0 0 0,1-1 0 0 0,-1 1 0 0 0,0 0 0 0 0,0 0 0 0 0,0 0 0 0 0,0 0 0 0 0,0-1 0 0 0,0 1 0 0 0,-2 1 0 0 0,2-2 6 0 0,0 1 0 0 0,0 0 0 0 0,0-1 0 0 0,0 1 0 0 0,0 0-1 0 0,0 0 1 0 0,0 0 0 0 0,0 0 0 0 0,0 0 0 0 0,0 0 0 0 0,0 0 0 0 0,1 1 0 0 0,-1-1-1 0 0,0 0 1 0 0,1 0 0 0 0,-1 1 0 0 0,1-1 0 0 0,-1 0 0 0 0,1 1 0 0 0,0-1-1 0 0,-1 0 1 0 0,1 1 0 0 0,0-1 0 0 0,0 0 0 0 0,0 2 0 0 0,0-2-5 0 0,0 0 0 0 0,0 0 0 0 0,0-1 0 0 0,1 1 0 0 0,-1 0 0 0 0,0-1 0 0 0,0 1 0 0 0,0 0 1 0 0,1 0-1 0 0,-1-1 0 0 0,0 1 0 0 0,1-1 0 0 0,-1 1 0 0 0,0 0 0 0 0,1-1 0 0 0,-1 1 0 0 0,1-1 0 0 0,-1 1 0 0 0,1-1 0 0 0,0 1 1 0 0,-1-1-1 0 0,1 1 0 0 0,-1-1 0 0 0,1 0 0 0 0,0 1 0 0 0,-1-1 0 0 0,1 0 0 0 0,0 1 0 0 0,-1-1 0 0 0,1 0 0 0 0,1 0 0 0 0,-1 0 6 0 0,0 1 1 0 0,0-1-1 0 0,0 0 0 0 0,-1 1 0 0 0,1-1 0 0 0,0 0 0 0 0,0 1 0 0 0,0-1 0 0 0,0 1 0 0 0,-1-1 0 0 0,1 1 0 0 0,0 0 0 0 0,0-1 0 0 0,-1 1 0 0 0,1 0 0 0 0,-1-1 0 0 0,1 1 0 0 0,0 0 0 0 0,-1 0 0 0 0,0 0 0 0 0,1 0 0 0 0,-1-1 0 0 0,1 1 0 0 0,-1 0 0 0 0,0 0 1 0 0,0 0-1 0 0,1 0 0 0 0,-1 0 0 0 0,0 0 0 0 0,0 0 0 0 0,0 0 0 0 0,0 1 0 0 0,0 81 799 0 0,0-83-811 0 0,0 1 0 0 0,0 0 0 0 0,0 0 0 0 0,-1-1 0 0 0,1 1 0 0 0,0 0 0 0 0,0-1 0 0 0,0 1 1 0 0,-1-1-1 0 0,1 1 0 0 0,0 0 0 0 0,-1-1 0 0 0,1 1 0 0 0,-1-1 0 0 0,1 1 0 0 0,0-1 1 0 0,-1 1-1 0 0,1-1 0 0 0,-1 1 0 0 0,1-1 0 0 0,-1 1 0 0 0,0-1 0 0 0,1 0 0 0 0,-1 1 1 0 0,1-1-1 0 0,-1 0 0 0 0,0 0 0 0 0,1 1 0 0 0,-1-1 0 0 0,0 0 0 0 0,1 0 0 0 0,-1 0 1 0 0,0 0-1 0 0,1 0 0 0 0,-2 0 0 0 0,1 0 0 0 0,0 0 1 0 0,1 0 0 0 0,-1 0-1 0 0,1 0 1 0 0,-1 0-1 0 0,0 0 1 0 0,1 1-1 0 0,-1-1 1 0 0,1 0-1 0 0,-1 0 1 0 0,1 0-1 0 0,-1 1 1 0 0,0-1 0 0 0,1 0-1 0 0,-1 1 1 0 0,1-1-1 0 0,-1 0 1 0 0,1 1-1 0 0,-1-1 1 0 0,1 0-1 0 0,0 1 1 0 0,-1-1 0 0 0,1 1-1 0 0,0-1 1 0 0,-1 1-1 0 0,1-1 1 0 0,0 1-1 0 0,-1-1 1 0 0,1 1-1 0 0,0 0 1 0 0,0-1-1 0 0,0 1 1 0 0,-1-1 0 0 0,1 1-1 0 0,0 0 1 0 0,0 7 31 0 0,-1-5-10 0 0,1 0 0 0 0,-1-1 1 0 0,1 1-1 0 0,0 0 0 0 0,0-1 0 0 0,0 1 0 0 0,0 0 1 0 0,1-1-1 0 0,-1 1 0 0 0,1 0 0 0 0,0-1 0 0 0,-1 1 1 0 0,1-1-1 0 0,3 5 0 0 0,5-1-6 0 0,4 4 28 0 0,-12-8-52 0 0,0 1 0 0 0,0-1-1 0 0,0 0 1 0 0,-1 1 0 0 0,0-1 0 0 0,1 1-1 0 0,-1-1 1 0 0,0 0 0 0 0,0 4-1 0 0,0 84 553 0 0,-6-84-507 0 0,-8 4-186 0 0,16-7-45 0 0,10-2-85 0 0,-17 0 228 0 0,-10-4-1194 0 0,14 2 987 0 0,1 0-1 0 0,-1 0 0 0 0,0 0 0 0 0,1 0 0 0 0,-1 0 1 0 0,0 0-1 0 0,1 0 0 0 0,-1 0 0 0 0,1 0 0 0 0,0 0 1 0 0,-1 0-1 0 0,1-1 0 0 0,0 1 0 0 0,0 0 0 0 0,0 0 1 0 0,0 0-1 0 0,0-1 0 0 0,0-1 0 0 0,0-1-546 0 0,0-1 1 0 0,-1 1-1 0 0,1-1 0 0 0,-1 1 0 0 0,0-1 0 0 0,0 1 0 0 0,-1 0 1 0 0,-3-8-1 0 0,-49-82-10003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32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1 160 0 0,'0'8'320'0'0,"-33"-8"-400"0"0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33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1 560 0 0,'0'-1'1521'0'0,"0"2"-854"0"0,0 21 1641 0 0,0-21-2236 0 0,0 0 1 0 0,0 1-1 0 0,0-1 1 0 0,-1 0 0 0 0,1 0-1 0 0,0 0 1 0 0,0 0 0 0 0,-1 0-1 0 0,1 0 1 0 0,0 0-1 0 0,-1 0 1 0 0,1 0 0 0 0,-1 0-1 0 0,1 0 1 0 0,-1 0-1 0 0,0 0 1 0 0,1 0 0 0 0,-1 0-1 0 0,0 0 1 0 0,0 0-1 0 0,0-1 1 0 0,1 1 0 0 0,-1 0-1 0 0,0-1 1 0 0,0 1 0 0 0,0 0-1 0 0,-2 0 1 0 0,2-1-18 0 0,0 1 0 0 0,0-1 0 0 0,0 1 0 0 0,0-1 0 0 0,0 1 0 0 0,0-1 0 0 0,1 1 0 0 0,-1 0 0 0 0,0 0 0 0 0,0-1 0 0 0,0 1 1 0 0,1 0-1 0 0,-1 0 0 0 0,1 0 0 0 0,-1 0 0 0 0,0 0 0 0 0,1 0 0 0 0,0 0 0 0 0,-1 0 0 0 0,1 0 0 0 0,0 0 0 0 0,-1 0 0 0 0,1 0 0 0 0,0 0 0 0 0,0 0 0 0 0,0 0 1 0 0,0 2-1 0 0,0-2-2 0 0,0 0 1 0 0,0 0 0 0 0,0 1-1 0 0,0-1 1 0 0,0 0 0 0 0,-1 0-1 0 0,1 0 1 0 0,0 0 0 0 0,-1 0 0 0 0,1 0-1 0 0,0 0 1 0 0,-1 0 0 0 0,1 0-1 0 0,-1 0 1 0 0,0 0 0 0 0,1 0-1 0 0,-1-1 1 0 0,0 1 0 0 0,1 0-1 0 0,-1 0 1 0 0,0-1 0 0 0,0 1 0 0 0,0 0-1 0 0,0-1 1 0 0,1 1 0 0 0,-1-1-1 0 0,-2 2 1 0 0,2-2-13 0 0,0 1-1 0 0,0-1 1 0 0,0 1 0 0 0,0-1-1 0 0,0 1 1 0 0,0-1-1 0 0,0 1 1 0 0,0 0 0 0 0,0 0-1 0 0,1-1 1 0 0,-1 1 0 0 0,0 0-1 0 0,1 0 1 0 0,-1 0 0 0 0,0 0-1 0 0,1 0 1 0 0,-1 0-1 0 0,1 0 1 0 0,0 0 0 0 0,-1 0-1 0 0,1 0 1 0 0,0 0 0 0 0,-1 0-1 0 0,1 0 1 0 0,0 0 0 0 0,0 1-1 0 0,0 1 1 0 0,0-1 38 0 0,0 1 1 0 0,0-1-1 0 0,-1 1 1 0 0,1-1-1 0 0,-1 1 1 0 0,0-1-1 0 0,0 0 1 0 0,0 1-1 0 0,0-1 1 0 0,0 0-1 0 0,0 0 1 0 0,-1 0-1 0 0,1 0 1 0 0,-4 4-1 0 0,4-4-4 0 0,-1 0-1 0 0,0 0 0 0 0,1 0 1 0 0,-1 0-1 0 0,1 1 0 0 0,0-1 1 0 0,0 1-1 0 0,0-1 0 0 0,0 1 1 0 0,0-1-1 0 0,0 1 0 0 0,1 0 1 0 0,-1-1-1 0 0,1 6 1 0 0,0-6-22 0 0,0 0 0 0 0,-1 1 1 0 0,1-1-1 0 0,0 0 0 0 0,0 0 1 0 0,-1 0-1 0 0,0 0 0 0 0,1 0 1 0 0,-1 0-1 0 0,0 0 0 0 0,0 0 0 0 0,0 0 1 0 0,0 0-1 0 0,0 0 0 0 0,0 0 1 0 0,-1-1-1 0 0,1 1 0 0 0,-1 0 1 0 0,1-1-1 0 0,-4 3 0 0 0,-2 2 81 0 0,7-5-127 0 0,0-1-1 0 0,0 0 0 0 0,-1 0 0 0 0,1 1 0 0 0,0-1 0 0 0,0 0 0 0 0,-1 0 0 0 0,1 1 0 0 0,0-1 0 0 0,0 0 0 0 0,0 1 0 0 0,0-1 0 0 0,-1 0 1 0 0,1 1-1 0 0,0-1 0 0 0,0 0 0 0 0,0 1 0 0 0,0-1 0 0 0,0 0 0 0 0,0 1 0 0 0,0-1 0 0 0,0 1 0 0 0,0-1 0 0 0,0 0 0 0 0,0 1 0 0 0,0-1 1 0 0,0 0-1 0 0,0 1 0 0 0,1-1 0 0 0,-1 0 0 0 0,0 1 0 0 0,0-1 0 0 0,0 0 0 0 0,0 1 0 0 0,1-1 0 0 0,-1 0 0 0 0,0 0 0 0 0,0 1 0 0 0,1-1 0 0 0,-1 0 1 0 0,0 0-1 0 0,0 1 0 0 0,1-1 0 0 0,-1 0 0 0 0,0 0 0 0 0,1 0 0 0 0,-1 1 0 0 0,0-1 0 0 0,1 0 0 0 0,-1 0 0 0 0,1 0 0 0 0,16 6-34 0 0,-16-6 21 0 0,4 2-1058 0 0,-4-13-6621 0 0,-1-14 4124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34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1 160 0 0,'-5'0'1107'0'0,"-17"0"-80"0"0,22 0-968 0 0,0 0-1 0 0,0 0 0 0 0,0 0 1 0 0,1 1-1 0 0,-1-1 1 0 0,0 0-1 0 0,0 0 0 0 0,0 0 1 0 0,0 0-1 0 0,0 0 0 0 0,0 1 1 0 0,0-1-1 0 0,0 0 0 0 0,0 0 1 0 0,0 0-1 0 0,0 0 1 0 0,0 1-1 0 0,0-1 0 0 0,0 0 1 0 0,0 0-1 0 0,0 0 0 0 0,0 0 1 0 0,0 1-1 0 0,0-1 0 0 0,0 0 1 0 0,0 0-1 0 0,0 0 0 0 0,0 0 1 0 0,0 1-1 0 0,0-1 1 0 0,0 0-1 0 0,0 0 0 0 0,0 0 1 0 0,0 0-1 0 0,0 1 0 0 0,0-1 1 0 0,-1 0-1 0 0,1 0 0 0 0,0 0 1 0 0,4 0 111 0 0,-3 0-144 0 0,-1-1 1 0 0,1 1 0 0 0,0 0 0 0 0,-1 0-1 0 0,1-1 1 0 0,0 1 0 0 0,-1 0 0 0 0,1 0-1 0 0,0 0 1 0 0,0 0 0 0 0,-1 0 0 0 0,1 0 0 0 0,0 0-1 0 0,-1 0 1 0 0,1 1 0 0 0,0-1 0 0 0,-1 0-1 0 0,1 0 1 0 0,0 1 0 0 0,-1-1 0 0 0,1 0-1 0 0,-1 0 1 0 0,1 1 0 0 0,0-1 0 0 0,-1 1-1 0 0,1-1 1 0 0,-1 1 0 0 0,1-1 0 0 0,-1 1-1 0 0,1-1 1 0 0,-1 1 0 0 0,0-1 0 0 0,1 1-1 0 0,-1-1 1 0 0,1 1 0 0 0,-1 0 0 0 0,0-1-1 0 0,0 1 1 0 0,1 0 0 0 0,-1-1 0 0 0,0 1-1 0 0,0 0 1 0 0,0-1 0 0 0,0 2 0 0 0,0-1-9 0 0,0 0 0 0 0,0 0 0 0 0,0-1 0 0 0,0 1 0 0 0,1 0 0 0 0,-1 0 0 0 0,0 0 0 0 0,0-1 0 0 0,1 1 0 0 0,-1 0 0 0 0,0 0 0 0 0,1-1 1 0 0,-1 1-1 0 0,1 0 0 0 0,-1-1 0 0 0,1 1 0 0 0,-1 0 0 0 0,1-1 0 0 0,-1 1 0 0 0,1-1 0 0 0,0 1 0 0 0,-1-1 0 0 0,1 1 0 0 0,0-1 0 0 0,-1 1 0 0 0,1-1 0 0 0,0 0 0 0 0,0 1 1 0 0,-1-1-1 0 0,1 0 0 0 0,1 1 0 0 0,-1-1 2 0 0,0 0 0 0 0,0 0 1 0 0,-1 1-1 0 0,1-1 0 0 0,0 0 0 0 0,0 1 1 0 0,0-1-1 0 0,-1 1 0 0 0,1-1 1 0 0,0 1-1 0 0,0-1 0 0 0,-1 1 0 0 0,1 0 1 0 0,0-1-1 0 0,-1 1 0 0 0,1 0 1 0 0,-1-1-1 0 0,1 1 0 0 0,-1 0 1 0 0,1 0-1 0 0,-1 0 0 0 0,0-1 0 0 0,1 1 1 0 0,-1 0-1 0 0,0 0 0 0 0,0 0 1 0 0,1 0-1 0 0,-1 0 0 0 0,0 0 0 0 0,0 0 1 0 0,0 1-1 0 0,0 8 266 0 0,-1-6-199 0 0,1 0 1 0 0,0 0-1 0 0,0 0 1 0 0,1-1-1 0 0,-1 1 1 0 0,1 0-1 0 0,-1 0 1 0 0,1 0-1 0 0,2 4 1 0 0,19 23 512 0 0,-11 6 53 0 0,-6-29-489 0 0,0 0 0 0 0,1 0 0 0 0,0 0 0 0 0,0-1 0 0 0,1 0 0 0 0,12 11 0 0 0,-18-18-151 0 0,-1 1 0 0 0,1-1 0 0 0,-1 1 0 0 0,1-1 1 0 0,-1 1-1 0 0,1 0 0 0 0,-1-1 0 0 0,0 1 0 0 0,1-1 0 0 0,-1 1 1 0 0,0-1-1 0 0,0 1 0 0 0,1 0 0 0 0,-1-1 0 0 0,0 1 1 0 0,0 0-1 0 0,0-1 0 0 0,0 1 0 0 0,0 0 0 0 0,0-1 0 0 0,0 2 1 0 0,0-1-4 0 0,0-1 0 0 0,0 1 1 0 0,0-1-1 0 0,0 1 1 0 0,0-1-1 0 0,0 1 0 0 0,0-1 1 0 0,0 1-1 0 0,0-1 1 0 0,0 1-1 0 0,0-1 0 0 0,1 1 1 0 0,-1-1-1 0 0,0 1 1 0 0,0-1-1 0 0,1 0 0 0 0,-1 1 1 0 0,0-1-1 0 0,0 1 1 0 0,1-1-1 0 0,-1 0 0 0 0,0 1 1 0 0,1-1-1 0 0,-1 0 0 0 0,1 1 1 0 0,21 7 216 0 0,-17-1-121 0 0,-5-9-76 0 0,0 1 0 0 0,-1 0 0 0 0,1 0 0 0 0,-1 0 0 0 0,1 0-1 0 0,-1 0 1 0 0,0-1 0 0 0,1 1 0 0 0,-1 0 0 0 0,0 0 0 0 0,0 1-1 0 0,0-1 1 0 0,0 0 0 0 0,0 0 0 0 0,0 0 0 0 0,0 1 0 0 0,0-1-1 0 0,0 0 1 0 0,0 1 0 0 0,0-1 0 0 0,0 1 0 0 0,0-1 0 0 0,0 1-1 0 0,-1 0 1 0 0,-1-1 0 0 0,-38-5 1035 0 0,-89 0 3457 0 0,70 0-2908 0 0,54 5-573 0 0,12 1-1175 0 0,48-7-106 0 0,-52 7 225 0 0,-1 0-1 0 0,1-1 0 0 0,0 1 0 0 0,-1 0 0 0 0,1 0 1 0 0,-1 0-1 0 0,1 0 0 0 0,0 0 0 0 0,-1 0 1 0 0,1 0-1 0 0,0 1 0 0 0,-1-1 0 0 0,1 1 1 0 0,-1-1-1 0 0,1 1 0 0 0,2 1 0 0 0,4 1-36 0 0,54 7-183 0 0,-46-8 138 0 0,0 1 0 0 0,0 0 0 0 0,-1 0 0 0 0,23 10 0 0 0,33 15-210 0 0,-49-23 294 0 0,-31-7 51 0 0,-1 0 1 0 0,1 0 0 0 0,0-1 0 0 0,0 0 0 0 0,0-1-1 0 0,1 0 1 0 0,-1 0 0 0 0,1-1 0 0 0,-8-5 0 0 0,-51-26 373 0 0,39 27-292 0 0,21 8-69 0 0,0-2 1 0 0,-1 1-1 0 0,1-1 1 0 0,0 0-1 0 0,0 0 1 0 0,-9-7-1 0 0,13 8-15 0 0,0-1-1 0 0,0 1 1 0 0,0 0 0 0 0,0 0-1 0 0,0 0 1 0 0,0 0-1 0 0,0 1 1 0 0,-6-3-1 0 0,9 4-33 0 0,0 0-1 0 0,0 0 0 0 0,0 0 1 0 0,1 0-1 0 0,-1 0 0 0 0,0 0 1 0 0,0-1-1 0 0,0 1 0 0 0,0 0 1 0 0,0 0-1 0 0,0 0 0 0 0,0 0 1 0 0,0 0-1 0 0,0 0 0 0 0,0 0 1 0 0,0 0-1 0 0,0-1 0 0 0,0 1 1 0 0,1 0-1 0 0,-1 0 0 0 0,0 0 1 0 0,0 0-1 0 0,0 0 0 0 0,0 0 1 0 0,0-1-1 0 0,0 1 0 0 0,0 0 1 0 0,0 0-1 0 0,0 0 0 0 0,0 0 1 0 0,0 0-1 0 0,-1 0 0 0 0,1-1 1 0 0,0 1-1 0 0,0 0 0 0 0,0 0 1 0 0,0 0-1 0 0,0 0 0 0 0,0 0 1 0 0,0 0-1 0 0,0 0 0 0 0,0-1 1 0 0,0 1-1 0 0,0 0 0 0 0,0 0 1 0 0,-1 0-1 0 0,1 0 0 0 0,0 0 1 0 0,0 0-1 0 0,39 2 34 0 0,-33 0-153 0 0,0-1-1 0 0,0 0 1 0 0,0-1-1 0 0,0 0 1 0 0,0 1-1 0 0,0-2 1 0 0,0 1-1 0 0,0-1 0 0 0,0 0 1 0 0,0 0-1 0 0,9-4 1 0 0,-15 5 47 0 0,1 0-1 0 0,-1 0 1 0 0,0 0 0 0 0,1-1 0 0 0,-1 1-1 0 0,0 0 1 0 0,1 0 0 0 0,-1-1 0 0 0,0 1 0 0 0,1 0-1 0 0,-1-1 1 0 0,0 1 0 0 0,0-1 0 0 0,1 1-1 0 0,-1 0 1 0 0,0-1 0 0 0,0 1 0 0 0,0-1 0 0 0,1 1-1 0 0,-1 0 1 0 0,0-1 0 0 0,0 1 0 0 0,0-1-1 0 0,0 1 1 0 0,0-1 0 0 0,0 1 0 0 0,0-1 0 0 0,5-12-2097 0 0,-4 12 1959 0 0,0 0 0 0 0,0 0 0 0 0,0 0 0 0 0,0 0 0 0 0,0 0 0 0 0,0 0 0 0 0,-1 0 1 0 0,1 0-1 0 0,0 0 0 0 0,-1-1 0 0 0,1 1 0 0 0,0 0 0 0 0,-1-1 0 0 0,0 1 0 0 0,1 0 0 0 0,-1-1 0 0 0,0 1 0 0 0,1 0 0 0 0,-1-1 0 0 0,0 1 1 0 0,0-1-1 0 0,0 1 0 0 0,-1 0 0 0 0,1-1 0 0 0,0 1 0 0 0,0-1 0 0 0,-1 1 0 0 0,1 0 0 0 0,-1-1 0 0 0,1 1 0 0 0,-1 0 0 0 0,-1-3 0 0 0,-5-17-2100 0 0,5 11 1164 0 0,0 1 1 0 0,1-1-1 0 0,0 0 1 0 0,1-14-1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35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63 1761 0 0,'-92'-7'9164'0'0,"91"8"-9036"0"0,-1-1-1 0 0,1 0 1 0 0,0 0-1 0 0,0 0 1 0 0,0 0-1 0 0,0-1 1 0 0,0 1-1 0 0,0 0 1 0 0,0 0-1 0 0,0-1 1 0 0,0 1-1 0 0,0 0 1 0 0,0-1-1 0 0,0 1 1 0 0,0-1-1 0 0,0 1 1 0 0,-1-2-1 0 0,-10-1 2940 0 0,16-2-2560 0 0,16 2-400 0 0,-1 2-1 0 0,0 0 1 0 0,30 3-1 0 0,-3 0-38 0 0,248 10-2282 0 0,-289-12 1767 0 0,34-4-834 0 0,-37 4 1045 0 0,-1 0 0 0 0,0 0-1 0 0,0-1 1 0 0,0 1-1 0 0,-1 0 1 0 0,1-1-1 0 0,0 1 1 0 0,0-1-1 0 0,0 1 1 0 0,0-1-1 0 0,0 1 1 0 0,0-1-1 0 0,-1 0 1 0 0,1 0-1 0 0,0 1 1 0 0,0-1 0 0 0,-1 0-1 0 0,1 0 1 0 0,-1 0-1 0 0,1 0 1 0 0,-1 1-1 0 0,1-1 1 0 0,-1 0-1 0 0,1 0 1 0 0,-1 0-1 0 0,0 0 1 0 0,0 0-1 0 0,1 0 1 0 0,-1 0 0 0 0,0-2-1 0 0,0 2 98 0 0,0 0-1 0 0,0 1 1 0 0,0-1-1 0 0,0 1 1 0 0,0-1-1 0 0,0 0 1 0 0,0 1-1 0 0,-1-1 1 0 0,1 1 0 0 0,0-1-1 0 0,0 1 1 0 0,-1-1-1 0 0,1 1 1 0 0,0-1-1 0 0,0 1 1 0 0,-1-1-1 0 0,1 1 1 0 0,-1-1-1 0 0,1 1 1 0 0,0-1-1 0 0,-2 0 1 0 0,-25-13-2649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36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1 240 0 0,'0'6'2241'0'0,"0"0"1281"0"0,0 9 1760 0 0,-65 18 1281 0 0,32 8-2721 0 0,33-5-2401 0 0,0-3-241 0 0,33 17-79 0 0,-33-11-481 0 0,33-3-400 0 0,-1-9-160 0 0,-32-13-800 0 0,0-1-2082 0 0,0-5-3440 0 0,0-22-2803 0 0,0-7 3283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39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2 204 560 0 0,'0'0'4095'0'0,"0"0"-4062"0"0,0 0-1 0 0,-1 0 1 0 0,1-1-1 0 0,0 1 1 0 0,0 0-1 0 0,0 0 1 0 0,0 0-1 0 0,0-1 1 0 0,0 1-1 0 0,0 0 1 0 0,0 0-1 0 0,-1 0 0 0 0,1-1 1 0 0,0 1-1 0 0,0 0 1 0 0,0 0-1 0 0,0-1 1 0 0,0 1-1 0 0,0 0 1 0 0,0 0-1 0 0,1 0 1 0 0,-1-1-1 0 0,0 1 0 0 0,0 0 1 0 0,0 0-1 0 0,0-1 1 0 0,0 1-1 0 0,0 0 1 0 0,0 0-1 0 0,0 0 1 0 0,0 0-1 0 0,1-1 1 0 0,-1 1-1 0 0,0 0 1 0 0,0 0-1 0 0,0 0 0 0 0,0 0 1 0 0,1-1-1 0 0,-1 1 1 0 0,0 0-1 0 0,0 0 1 0 0,0 0-1 0 0,0 0 1 0 0,1 0-1 0 0,-1 0 1 0 0,0 0-1 0 0,0 0 1 0 0,1 0-1 0 0,-1 0 0 0 0,0-1 1 0 0,0 1-1 0 0,0 0 1 0 0,1 0-1 0 0,-1 0 1 0 0,0 0-1 0 0,0 1 1 0 0,1-1-1 0 0,-1 0 1 0 0,0 0-1 0 0,16 0 429 0 0,-5 0 3894 0 0,-11-4-1377 0 0,0 8-661 0 0,0-6-2159 0 0,0 2-153 0 0,1 0 1 0 0,-1 0-1 0 0,0 0 0 0 0,0 0 1 0 0,0-1-1 0 0,0 1 1 0 0,0 0-1 0 0,0 0 1 0 0,0 0-1 0 0,0 0 1 0 0,0-1-1 0 0,0 1 1 0 0,0 0-1 0 0,0 0 1 0 0,0 0-1 0 0,0 0 0 0 0,0 0 1 0 0,0-1-1 0 0,0 1 1 0 0,0 0-1 0 0,0 0 1 0 0,0 0-1 0 0,0 0 1 0 0,-1 0-1 0 0,1-1 1 0 0,0 1-1 0 0,0 0 1 0 0,0 0-1 0 0,0 0 0 0 0,0 0 1 0 0,0 0-1 0 0,0 0 1 0 0,0-1-1 0 0,-1 1 1 0 0,1 0-1 0 0,0 0 1 0 0,0 0-1 0 0,0 0 1 0 0,0 0-1 0 0,0 0 1 0 0,-1 0-1 0 0,1 0 0 0 0,0 0 1 0 0,0 0-1 0 0,0 0 1 0 0,0 0-1 0 0,0 0 1 0 0,-1 0-1 0 0,1 0 1 0 0,0 0-1 0 0,0 0 1 0 0,0 0-1 0 0,0 0 1 0 0,-1 0-1 0 0,1 0 1 0 0,0 0-1 0 0,0 0 0 0 0,0 0 1 0 0,0 0-1 0 0,0 0 1 0 0,-1 0-1 0 0,1 0 1 0 0,0 1-1 0 0,-22-1 155 0 0,22-1-134 0 0,-1 1 0 0 0,1 0 0 0 0,0 0 0 0 0,-1-1 0 0 0,1 1 0 0 0,-1 0 0 0 0,1-1 0 0 0,0 1 0 0 0,-1 0 0 0 0,1-1 0 0 0,0 1 0 0 0,0-1 0 0 0,-1 1 0 0 0,1-1 0 0 0,0 1 0 0 0,0 0 0 0 0,0-1 0 0 0,-1 1 0 0 0,1-1 0 0 0,0 1 0 0 0,0-1 0 0 0,0 1 0 0 0,0-1 0 0 0,0 1 0 0 0,0-1 0 0 0,0 1 0 0 0,0-1 0 0 0,0 0 0 0 0,1-17 382 0 0,-1 15-316 0 0,0 2-88 0 0,0 1 0 0 0,1-1 0 0 0,-1 1-1 0 0,0-1 1 0 0,0 1 0 0 0,1-1 0 0 0,-1 1 0 0 0,1-1-1 0 0,-1 1 1 0 0,0 0 0 0 0,1-1 0 0 0,-1 1 0 0 0,1-1-1 0 0,-1 1 1 0 0,1 0 0 0 0,-1-1 0 0 0,1 1-1 0 0,-1 0 1 0 0,1 0 0 0 0,-1 0 0 0 0,1-1 0 0 0,0 1-1 0 0,-1 0 1 0 0,1 0 0 0 0,-1 0 0 0 0,1 0 0 0 0,0 0-1 0 0,-1 0 1 0 0,1 0 0 0 0,-1 0 0 0 0,1 0 0 0 0,0 0-1 0 0,-1 0 1 0 0,1 0 0 0 0,0 1 0 0 0,-1-1-3 0 0,1 0 1 0 0,-1 0-1 0 0,1 1 1 0 0,-1-1-1 0 0,1 0 1 0 0,-1 0-1 0 0,1 0 1 0 0,-1 0-1 0 0,1 0 1 0 0,-1 0-1 0 0,1 0 1 0 0,-1 0 0 0 0,1 0-1 0 0,-1-1 1 0 0,1 1-1 0 0,-1 0 1 0 0,1 0-1 0 0,-1 0 1 0 0,1 0-1 0 0,-1-1 1 0 0,0 1-1 0 0,1 0 1 0 0,-1 0-1 0 0,1-1 1 0 0,-1 1-1 0 0,0 0 1 0 0,1-1-1 0 0,-1 1 1 0 0,0-1-1 0 0,1 1 1 0 0,-1 0-1 0 0,0-1 1 0 0,6 0 51 0 0,48-4 201 0 0,-21 10 226 0 0,-28-5-93 0 0,1 0-294 0 0,16 0-13 0 0,-17 0 80 0 0,-3-1-149 0 0,-1 1 0 0 0,1-1 0 0 0,-1 1 0 0 0,1 0 0 0 0,0 0 0 0 0,-1 0 0 0 0,1-1 0 0 0,-1 2 0 0 0,1-1 0 0 0,0 0 0 0 0,-1 0 0 0 0,4 1 0 0 0,-2 0 20 0 0,3-1 115 0 0,-1 0 1 0 0,50 0 120 0 0,-50 0-200 0 0,0-1-1 0 0,2 0 16 0 0,0 0 0 0 0,0 0 0 0 0,-1 1 0 0 0,1 0 0 0 0,0 1 0 0 0,12 2 0 0 0,-12-2-27 0 0,-1-1 0 0 0,0 1 0 0 0,0-1 0 0 0,13-2 0 0 0,-10 1 18 0 0,-1 1 0 0 0,1 0 0 0 0,0 0 0 0 0,9 2 0 0 0,37 3 167 0 0,-50-5-160 0 0,0 0-13 0 0,17 0-40 0 0,-16-1 26 0 0,26-4 201 0 0,-20 5-142 0 0,-12 0-107 0 0,1 0 1 0 0,0 0-1 0 0,0 1 1 0 0,0-1-1 0 0,0 0 0 0 0,-1 0 1 0 0,1 0-1 0 0,0 0 1 0 0,0 0-1 0 0,0 0 1 0 0,0 0-1 0 0,-1 0 0 0 0,1-1 1 0 0,0 1-1 0 0,0 0 1 0 0,0 0-1 0 0,-1-1 1 0 0,1 1-1 0 0,0 0 0 0 0,0-1 1 0 0,-1 1-1 0 0,1-1 1 0 0,0 1-1 0 0,-1-1 1 0 0,2 0-1 0 0,3-1 128 0 0,17 2-26 0 0,-16 0 27 0 0,-6 0-122 0 0,1-1 0 0 0,-1 0 1 0 0,1 1-1 0 0,-1-1 1 0 0,1 1-1 0 0,-1-1 1 0 0,1 0-1 0 0,0 1 0 0 0,-1-1 1 0 0,1 1-1 0 0,0 0 1 0 0,0-1-1 0 0,-1 1 1 0 0,1 0-1 0 0,0-1 0 0 0,0 1 1 0 0,-1 0-1 0 0,1 0 1 0 0,0-1-1 0 0,0 1 0 0 0,0 0 1 0 0,0 0-1 0 0,-1 0 1 0 0,1 0-1 0 0,0 0 1 0 0,1 1-1 0 0,31-1 871 0 0,-26 0-808 0 0,-2 0 6 0 0,8 0 35 0 0,-6 2-101 0 0,38-5 80 0 0,-12-1-148 0 0,-6 3 26 0 0,-21 1-39 0 0,-29-4-1 0 0,18 3 80 0 0,5 1-6 0 0,0 0 1 0 0,0 0-1 0 0,-1 0 0 0 0,1 0 0 0 0,0 0 0 0 0,0 0 0 0 0,-1 0 0 0 0,1 0 1 0 0,0-1-1 0 0,0 1 0 0 0,0 0 0 0 0,-1 0 0 0 0,1 0 0 0 0,0 0 1 0 0,0 0-1 0 0,-1 0 0 0 0,1 0 0 0 0,0-1 0 0 0,0 1 0 0 0,0 0 1 0 0,0 0-1 0 0,-1 0 0 0 0,1 0 0 0 0,0-1 0 0 0,0 1 0 0 0,0 0 1 0 0,0 0-1 0 0,0 0 0 0 0,0-1 0 0 0,-1 1 0 0 0,1 0 0 0 0,0 0 1 0 0,0-1-1 0 0,0 1 0 0 0,0 0 0 0 0,0 0 0 0 0,0-1 0 0 0,0 1 1 0 0,0 0-1 0 0,0 0 0 0 0,0-1 0 0 0,0 1 0 0 0,0 0 0 0 0,0-1 1 0 0,1 1 2 0 0,-1 0 0 0 0,0 0 1 0 0,0-1-1 0 0,0 1 1 0 0,0 0-1 0 0,0 0 0 0 0,0-1 1 0 0,0 1-1 0 0,0 0 1 0 0,0-1-1 0 0,0 1 0 0 0,-1 0 1 0 0,1 0-1 0 0,0-1 0 0 0,0 1 1 0 0,0 0-1 0 0,0-1 1 0 0,0 1-1 0 0,0 0 0 0 0,0 0 1 0 0,-1 0-1 0 0,1-1 1 0 0,0 1-1 0 0,0 0 0 0 0,0 0 1 0 0,-1 0-1 0 0,1-1 1 0 0,0 1-1 0 0,0 0 0 0 0,-1 0 1 0 0,1 0-1 0 0,0 0 1 0 0,0-1-1 0 0,-1 1 0 0 0,1 0 1 0 0,-1 0-1 0 0,-74-28 1522 0 0,-100-40 698 0 0,162 65-8758 0 0,12 3 6282 0 0,0 0 1 0 0,0 0-1 0 0,0 0 0 0 0,0 1 0 0 0,0-1 0 0 0,0 0 1 0 0,0 1-1 0 0,0-1 0 0 0,1 1 0 0 0,-1-1 1 0 0,0 1-1 0 0,0-1 0 0 0,0 1 0 0 0,1 0 0 0 0,-1-1 1 0 0,0 1-1 0 0,1 0 0 0 0,-1-1 0 0 0,0 1 0 0 0,1 0 1 0 0,-1 0-1 0 0,1 0 0 0 0,0 0 0 0 0,-2 1 0 0 0,1 2-1243 0 0,0 1 0 0 0,0-1 0 0 0,0 0 0 0 0,0 0 0 0 0,1 1 0 0 0,0-1 0 0 0,0 9 0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40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56 160 0 0,'0'-1'15'0'0,"0"0"-1"0"0,0-1 1 0 0,0 1-1 0 0,0-1 1 0 0,-1 1-1 0 0,1 0 1 0 0,0-1-1 0 0,-1 1 1 0 0,1 0-1 0 0,-1 0 1 0 0,0-1-1 0 0,1 1 1 0 0,-1 0-1 0 0,0 0 1 0 0,0 0-1 0 0,0 0 0 0 0,1 0 1 0 0,-1 0-1 0 0,0 0 1 0 0,-1 0-1 0 0,1 0 1 0 0,0 0-1 0 0,0 1 1 0 0,0-1-1 0 0,0 0 1 0 0,-3 0-1 0 0,-2-3-18 0 0,2 3 12 0 0,2-9 1 0 0,3 0 1 0 0,-1 9 56 0 0,0 2 1 0 0,-6 3-54 0 0,-48 6 81 0 0,43-5 306 0 0,10-5-341 0 0,-1 0-28 0 0,0 0 0 0 0,1 0 1 0 0,-1 0-1 0 0,1 0 0 0 0,-1 0 1 0 0,1 0-1 0 0,-1 0 0 0 0,1 1 1 0 0,-1-1-1 0 0,1 0 0 0 0,-1 1 1 0 0,1-1-1 0 0,0 1 0 0 0,-1 0 1 0 0,-1 1-1 0 0,3-1 289 0 0,1 1 390 0 0,-8 4-446 0 0,-20 1 1844 0 0,27-13-1164 0 0,0 6-882 0 0,0-1 1 0 0,-1 1 0 0 0,1 0-1 0 0,0-1 1 0 0,0 1-1 0 0,0-1 1 0 0,0 1-1 0 0,0-1 1 0 0,0 1-1 0 0,0-1 1 0 0,0 1 0 0 0,0 0-1 0 0,0-1 1 0 0,0 1-1 0 0,0-1 1 0 0,0 1-1 0 0,0-1 1 0 0,0 1 0 0 0,0-1-1 0 0,0 1 1 0 0,1-1-1 0 0,-1 1 1 0 0,0 0-1 0 0,0-1 1 0 0,0 1-1 0 0,1-1 1 0 0,-1 1 0 0 0,0 0-1 0 0,1-1 1 0 0,-1 1-1 0 0,0 0 1 0 0,1-1-1 0 0,-1 1 1 0 0,0 0 0 0 0,1 0-1 0 0,-1-1 1 0 0,1 1-1 0 0,21 0 672 0 0,-16 0 1080 0 0,-12 0-854 0 0,-86 6 3509 0 0,81-6-4246 0 0,1 1 0 0 0,-1 0 1 0 0,1 0-1 0 0,-1 1 0 0 0,1 0 0 0 0,0 1 0 0 0,0 0 0 0 0,0 1 0 0 0,0 0 1 0 0,-18 11-1 0 0,26-14-138 0 0,-1 0 0 0 0,1 1 0 0 0,-1 0 0 0 0,1-1 0 0 0,0 1 0 0 0,0 0 0 0 0,0 0 0 0 0,0 0 0 0 0,0 1 0 0 0,1-1 1 0 0,-4 5-1 0 0,1 10-2386 0 0,3 6-8918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40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28 145 640 0 0,'0'-1'37'0'0,"0"0"0"0"0,0 0-1 0 0,0 0 1 0 0,0 0 0 0 0,0 0 0 0 0,0 0-1 0 0,0 0 1 0 0,0 0 0 0 0,-1 0-1 0 0,1 0 1 0 0,0 0 0 0 0,-1 0 0 0 0,1 0-1 0 0,-1 1 1 0 0,1-1 0 0 0,-1 0-1 0 0,1 0 1 0 0,-1 0 0 0 0,0 0 0 0 0,1 1-1 0 0,-1-1 1 0 0,0 0 0 0 0,0 1-1 0 0,1-1 1 0 0,-1 0 0 0 0,0 1 0 0 0,0-1-1 0 0,0 1 1 0 0,0 0 0 0 0,0-1-1 0 0,0 1 1 0 0,0 0 0 0 0,0-1-1 0 0,-1 1 1 0 0,-5-3 92 0 0,7 3-122 0 0,0 0 0 0 0,1 0 0 0 0,-1 0 0 0 0,0 0 0 0 0,0 0-1 0 0,1 0 1 0 0,-1 0 0 0 0,0 0 0 0 0,0 0 0 0 0,1 0 0 0 0,-1 0 0 0 0,0-1-1 0 0,0 1 1 0 0,1 0 0 0 0,-1 0 0 0 0,0 0 0 0 0,0 0 0 0 0,0-1 0 0 0,0 1-1 0 0,1 0 1 0 0,-1 0 0 0 0,0 0 0 0 0,0-1 0 0 0,0 1 0 0 0,0 0 0 0 0,0 0 0 0 0,0-1-1 0 0,0 1 1 0 0,1 0 0 0 0,-1 0 0 0 0,0-1 0 0 0,0 1 0 0 0,0 0 0 0 0,0 0-1 0 0,0-1 1 0 0,0 1 0 0 0,0 0 0 0 0,0 0 0 0 0,0-1 0 0 0,0 1 0 0 0,0 0-1 0 0,-1 0 1 0 0,1-1 0 0 0,0 1 0 0 0,0 0 0 0 0,0 0 0 0 0,0-1 0 0 0,0 1-1 0 0,0 0 1 0 0,-1 0 0 0 0,1 0 0 0 0,0-1 0 0 0,0 1 0 0 0,0 0 0 0 0,0 0-1 0 0,-1 0 1 0 0,1 0 0 0 0,0-1 0 0 0,0 1 0 0 0,-1 0 0 0 0,1 0 0 0 0,0 0-1 0 0,0 0 1 0 0,0 0 0 0 0,-1 0 0 0 0,1 0 0 0 0,0 0 0 0 0,0 0 0 0 0,-1 0-1 0 0,23-3 101 0 0,-17-1-53 0 0,-5 23 66 0 0,0-13 97 0 0,0-12 166 0 0,6 4 737 0 0,53-25 3629 0 0,1 6-1909 0 0,-27 9-1559 0 0,37-8 1 0 0,-29 12-608 0 0,65-5 0 0 0,-30 7-275 0 0,22-2-540 0 0,-87 8-591 0 0,1 1-1 0 0,-1-1 0 0 0,0 2 1 0 0,0 0-1 0 0,0 0 1 0 0,14 5-1 0 0,-24-7 621 0 0,-1 0 0 0 0,0 0 0 0 0,0 0 0 0 0,1 1-1 0 0,-1-1 1 0 0,0 0 0 0 0,1 0 0 0 0,-1 0 0 0 0,0 0 0 0 0,0 0 0 0 0,1 1 0 0 0,-1-1-1 0 0,0 0 1 0 0,0 0 0 0 0,0 0 0 0 0,1 1 0 0 0,-1-1 0 0 0,0 0 0 0 0,0 0-1 0 0,0 1 1 0 0,0-1 0 0 0,1 0 0 0 0,-1 0 0 0 0,0 1 0 0 0,0-1 0 0 0,0 0-1 0 0,0 1 1 0 0,0-1 0 0 0,0 0 0 0 0,0 1 0 0 0,0-1 0 0 0,0 0 0 0 0,0 0 0 0 0,0 1-1 0 0,0-1 1 0 0,0 0 0 0 0,0 1 0 0 0,0-1 0 0 0,0 0 0 0 0,0 1 0 0 0,0-1-1 0 0,0 0 1 0 0,-1 0 0 0 0,1 1 0 0 0,0-1 0 0 0,0 0 0 0 0,0 0 0 0 0,0 1 0 0 0,-1-1-1 0 0,1 0 1 0 0,0 0 0 0 0,0 0 0 0 0,-1 1 0 0 0,1-1 0 0 0,0 0 0 0 0,0 0-1 0 0,-1 0 1 0 0,1 0 0 0 0,0 1 0 0 0,0-1 0 0 0,-1 0 0 0 0,1 0 0 0 0,-1 0-1 0 0,-26 13-3315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41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0 800 0 0,'0'0'1361'0'0,"33"0"80"0"0,-33 6 79 0 0,0 1 161 0 0,0 22 720 0 0,32 39 1361 0 0,-32 15-561 0 0,-32-22-2320 0 0,32-5-1121 0 0,0-8-961 0 0,-33 0-3121 0 0,7-21-4002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54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13 960 0 0,'5'-7'4497'0'0,"13"3"-4038"0"0,-8 3 2669 0 0,-10 5 1127 0 0,0 2 218 0 0,-6-4-4704 0 0,-15-2 698 0 0,20 0-423 0 0,1 0 0 0 0,0 0 0 0 0,-1 1-1 0 0,1-1 1 0 0,0 0 0 0 0,-1 0 0 0 0,1 0-1 0 0,0 0 1 0 0,-1 1 0 0 0,1-1 0 0 0,0 0 0 0 0,-1 0-1 0 0,1 1 1 0 0,0-1 0 0 0,0 0 0 0 0,-1 1-1 0 0,1-1 1 0 0,0 0 0 0 0,0 1 0 0 0,0-1 0 0 0,-1 0-1 0 0,1 1 1 0 0,0-1 0 0 0,0 0 0 0 0,0 1-1 0 0,0-1 1 0 0,0 1 0 0 0,0-1 0 0 0,0 0-1 0 0,0 1 1 0 0,0-1 0 0 0,0 0 0 0 0,0 1 0 0 0,0-1-1 0 0,0 1 1 0 0,0-1 0 0 0,0 0 0 0 0,0 1-1 0 0,0-1 1 0 0,0 0 0 0 0,1 1 0 0 0,5 14 518 0 0,4-10-416 0 0,3 6 270 0 0,-13-9-354 0 0,1 0 1 0 0,0 0 0 0 0,0 1-1 0 0,-1-1 1 0 0,1 0-1 0 0,-1 1 1 0 0,0-1-1 0 0,0 1 1 0 0,0 2 0 0 0,0-3-43 0 0,0-1 1 0 0,-1 1-1 0 0,1-1 1 0 0,0 0-1 0 0,1 1 1 0 0,-1-1-1 0 0,0 0 1 0 0,0 1-1 0 0,0-1 1 0 0,1 0-1 0 0,-1 1 1 0 0,1-1-1 0 0,-1 0 1 0 0,1 0-1 0 0,0 1 1 0 0,-1-1-1 0 0,1 0 1 0 0,0 0-1 0 0,0 0 1 0 0,0 0-1 0 0,0 0 1 0 0,0 0-1 0 0,0 0 1 0 0,0 0-1 0 0,0 0 1 0 0,0 0-1 0 0,0-1 1 0 0,0 1-1 0 0,3 0 1 0 0,3 4 4 0 0,-6-3 2 0 0,0 0 0 0 0,1 1 0 0 0,-2-1 0 0 0,1 1 0 0 0,0-1 0 0 0,0 1 1 0 0,-1-1-1 0 0,0 1 0 0 0,1-1 0 0 0,-1 1 0 0 0,0-1 0 0 0,0 1 0 0 0,0 0 0 0 0,-1-1 0 0 0,0 5 1 0 0,1-2 31 0 0,0-4-49 0 0,0 0 0 0 0,0 0-1 0 0,1 0 1 0 0,-1 0 0 0 0,0 0-1 0 0,0 0 1 0 0,0 0-1 0 0,0 1 1 0 0,0-1 0 0 0,0 0-1 0 0,-1 0 1 0 0,1 0 0 0 0,0 0-1 0 0,-1 0 1 0 0,1 0-1 0 0,0 0 1 0 0,-1 0 0 0 0,1 0-1 0 0,-1 0 1 0 0,0 0 0 0 0,1 0-1 0 0,-1 0 1 0 0,0-1 0 0 0,1 1-1 0 0,-1 0 1 0 0,0 0-1 0 0,0-1 1 0 0,0 1 0 0 0,0 0-1 0 0,1-1 1 0 0,-1 1 0 0 0,0-1-1 0 0,0 1 1 0 0,0-1-1 0 0,0 1 1 0 0,-1-1 0 0 0,1 0-1 0 0,0 0 1 0 0,0 1 0 0 0,0-1-1 0 0,-1 0 1 0 0,-2 0-14 0 0,4 1 19 0 0,-1 0 1 0 0,0 0 0 0 0,1-1-1 0 0,-1 1 1 0 0,1 0 0 0 0,-1 0 0 0 0,1 0-1 0 0,-1 0 1 0 0,1 0 0 0 0,-1 0-1 0 0,1 0 1 0 0,0 0 0 0 0,0-1 0 0 0,-1 1-1 0 0,1 0 1 0 0,0 0 0 0 0,0 0-1 0 0,0 0 1 0 0,0 0 0 0 0,0 0-1 0 0,0 0 1 0 0,0 0 0 0 0,1 0 0 0 0,-1 0-1 0 0,1 2 1 0 0,-1 2 82 0 0,0 96 1076 0 0,0-100-1170 0 0,0 0 0 0 0,0-1-1 0 0,1 1 1 0 0,-1-1 0 0 0,0 1-1 0 0,1-1 1 0 0,-1 1-1 0 0,0-1 1 0 0,1 1 0 0 0,-1-1-1 0 0,0 1 1 0 0,1-1 0 0 0,-1 1-1 0 0,1-1 1 0 0,-1 0 0 0 0,1 1-1 0 0,-1-1 1 0 0,1 0-1 0 0,-1 1 1 0 0,1-1 0 0 0,0 0-1 0 0,-1 0 1 0 0,1 1 0 0 0,-1-1-1 0 0,1 0 1 0 0,0 0 0 0 0,-1 0-1 0 0,1 0 1 0 0,-1 0 0 0 0,1 0-1 0 0,0 0 1 0 0,0 0-1 0 0,0 0 1 0 0,-1 0 0 0 0,1 0-1 0 0,0 0 1 0 0,-1 0 0 0 0,1 0-1 0 0,0 0 1 0 0,-1 0 0 0 0,1 0-1 0 0,-1 0 1 0 0,1 0-1 0 0,0 0 1 0 0,-1 1 0 0 0,1-1-1 0 0,-1 0 1 0 0,1 0 0 0 0,-1 1-1 0 0,1-1 1 0 0,-1 0 0 0 0,1 1-1 0 0,-1-1 1 0 0,1 1-1 0 0,-1-1 1 0 0,1 0 0 0 0,-1 1-1 0 0,0-1 1 0 0,1 1 0 0 0,-1-1-1 0 0,0 1 1 0 0,1 0 0 0 0,-1-1-1 0 0,0 1 1 0 0,1 0-1 0 0,-1 96 784 0 0,-1-95-780 0 0,1 1-1 0 0,0-1 1 0 0,0 0-1 0 0,-1 0 0 0 0,1 0 1 0 0,-1 0-1 0 0,0 0 0 0 0,1 0 1 0 0,-1 0-1 0 0,0 0 1 0 0,0 0-1 0 0,-1 0 0 0 0,1 0 1 0 0,0 0-1 0 0,0-1 0 0 0,-4 4 1 0 0,4-4 9 0 0,-1 1 0 0 0,1 0 1 0 0,-1-1-1 0 0,1 1 1 0 0,0 0-1 0 0,0 0 0 0 0,0 0 1 0 0,0 0-1 0 0,0 0 1 0 0,0 0-1 0 0,0 1 0 0 0,1-1 1 0 0,-1 0-1 0 0,1 0 1 0 0,-1 1-1 0 0,1 3 0 0 0,1 8 72 0 0,0-10-63 0 0,-1-1 0 0 0,1 1 0 0 0,-1-1 1 0 0,0 1-1 0 0,0-1 0 0 0,0 1 0 0 0,-1-1 0 0 0,1 1 1 0 0,-1-1-1 0 0,1 1 0 0 0,-1-1 0 0 0,0 1 0 0 0,-4 5 1 0 0,-3-2 42 0 0,6-6-52 0 0,1 0-1 0 0,-1 0 1 0 0,1 1 0 0 0,0-1 0 0 0,-1 0 0 0 0,1 0 0 0 0,0 1 0 0 0,0-1-1 0 0,0 1 1 0 0,0-1 0 0 0,0 1 0 0 0,0-1 0 0 0,1 1 0 0 0,-1-1-1 0 0,1 1 1 0 0,-1 0 0 0 0,1-1 0 0 0,-1 1 0 0 0,1 0 0 0 0,0 0 0 0 0,0-1-1 0 0,-1 1 1 0 0,1 0 0 0 0,1 0 0 0 0,-1 3 0 0 0,0 248 904 0 0,6-251-960 0 0,-2-1 5 0 0,-3-1 21 0 0,-1 1 1 0 0,1-1-1 0 0,-1 0 0 0 0,1 0 1 0 0,-1 1-1 0 0,1-1 0 0 0,0 0 1 0 0,-1 0-1 0 0,1 0 0 0 0,0 0 1 0 0,-1 0-1 0 0,1 0 0 0 0,0 0 1 0 0,-1 0-1 0 0,1 0 0 0 0,0 0 1 0 0,-1 0-1 0 0,1 0 0 0 0,-1 0 1 0 0,1 0-1 0 0,0 0 0 0 0,-1-1 1 0 0,1 1-1 0 0,0 0 0 0 0,-1-1 1 0 0,1 1-1 0 0,-1 0 0 0 0,1-1 1 0 0,-1 1-1 0 0,1-1 0 0 0,-1 1 1 0 0,1 0-1 0 0,-1-1 0 0 0,0 0 1 0 0,1 1-1 0 0,-1-1 0 0 0,1 1 1 0 0,-1-1-1 0 0,0 1 0 0 0,0-1 1 0 0,1 0-1 0 0,-1 1 0 0 0,0-1 1 0 0,0 1-1 0 0,0-1 0 0 0,0 0 0 0 0,0 1 1 0 0,0-1-1 0 0,0 0 0 0 0,0 1 1 0 0,0-1-1 0 0,0 0 0 0 0,0 1 1 0 0,0-2-1 0 0,-1 1 17 0 0,0 0-1 0 0,1-1 1 0 0,-1 1-1 0 0,0 0 1 0 0,0 0 0 0 0,0 0-1 0 0,0 0 1 0 0,0 0-1 0 0,0 0 1 0 0,0 0-1 0 0,-1 0 1 0 0,1 0 0 0 0,0 0-1 0 0,-1 1 1 0 0,1-1-1 0 0,0 0 1 0 0,-4 0-1 0 0,1-1 19 0 0,3 1-18 0 0,1 1-1 0 0,-1-1 1 0 0,1 1 0 0 0,-1-1 0 0 0,1 1 0 0 0,0-1-1 0 0,-1 0 1 0 0,1 1 0 0 0,0-1 0 0 0,0 1 0 0 0,-1-1-1 0 0,1 0 1 0 0,0 1 0 0 0,0-1 0 0 0,0 0 0 0 0,0 1 0 0 0,0-1-1 0 0,0 0 1 0 0,0 1 0 0 0,0-2 0 0 0,0 2 1 0 0,0-1 1 0 0,0 0 0 0 0,0 1-1 0 0,0-1 1 0 0,0 0-1 0 0,-1 1 1 0 0,1-1 0 0 0,0 0-1 0 0,0 1 1 0 0,0-1-1 0 0,0 0 1 0 0,-1 1 0 0 0,1-1-1 0 0,0 1 1 0 0,-1-1-1 0 0,1 0 1 0 0,0 1 0 0 0,-1-1-1 0 0,1 1 1 0 0,-1-1-1 0 0,0 0 1 0 0,-54-25 222 0 0,49 23-315 0 0,-1 1 0 0 0,1 0-1 0 0,-1 0 1 0 0,0 0 0 0 0,0 1 0 0 0,0 0 0 0 0,0 0 0 0 0,0 1 0 0 0,-10 1 0 0 0,-18-3-4439 0 0,7-5-5472 0 0,1 0 4129 0 0,-6 0 1055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54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0 240 720 0 0,'26'-21'1601'0'0,"7"3"-240"0"0,32-39-641 0 0,1-17-1520 0 0,-34 5-2082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55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10 240 0 0,'1'-10'3087'0'0,"-1"14"567"0"0,-6 24-524 0 0,-9 2-1429 0 0,-19 28 0 0 0,-4 11 727 0 0,-6 25 773 0 0,8-44-1553 0 0,28-41-1281 0 0,1 0 0 0 0,0 1-1 0 0,1-1 1 0 0,0 2 0 0 0,0-1 0 0 0,-5 15-1 0 0,0 26 1035 0 0,3-25-698 0 0,3-15-369 0 0,2 1 0 0 0,0-1 0 0 0,0 0 1 0 0,1 1-1 0 0,-1 14 0 0 0,1-6-1564 0 0,9-36-6264 0 0,15-4-70 0 0,-21 18 6915 0 0,0 0 0 0 0,-1 0-1 0 0,1 1 1 0 0,0-1-1 0 0,-1 0 1 0 0,1 0 0 0 0,-1 0-1 0 0,0 0 1 0 0,1 1-1 0 0,-1-1 1 0 0,0 0 0 0 0,-1-2-1 0 0,1 4 635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55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61 1521 0 0,'4'-11'6271'0'0,"10"9"-4290"0"0,-14 2-1908 0 0,1 0 0 0 0,-1 1 0 0 0,1-1 0 0 0,-1 0 0 0 0,1 0 0 0 0,-1 0 0 0 0,0 0 0 0 0,1 0 0 0 0,-1 0 0 0 0,1 0 1 0 0,-1 0-1 0 0,1 0 0 0 0,-1 0 0 0 0,1 0 0 0 0,-1 0 0 0 0,1 0 0 0 0,-1 0 0 0 0,0-1 0 0 0,1 1 0 0 0,-1 0 0 0 0,1 0 0 0 0,-1 0 0 0 0,0-1 0 0 0,1 1 0 0 0,-1 0 0 0 0,0-1 0 0 0,1 1 0 0 0,-1 0 0 0 0,0 0 0 0 0,1-1 0 0 0,-1 1 0 0 0,0-1 0 0 0,1 1 0 0 0,-1 0 0 0 0,0-1 0 0 0,0 1 0 0 0,0-1 0 0 0,1 1 0 0 0,-1 0 0 0 0,0-1 0 0 0,0 1 0 0 0,0-1 0 0 0,0 1 0 0 0,0-1 0 0 0,1 0-13 0 0,0 0 0 0 0,0 0-1 0 0,0 0 1 0 0,0 0 0 0 0,0 0-1 0 0,1 0 1 0 0,-1 1 0 0 0,0-1-1 0 0,0 1 1 0 0,1-1 0 0 0,-1 1-1 0 0,0-1 1 0 0,1 1 0 0 0,-1-1-1 0 0,0 1 1 0 0,1 0-1 0 0,2 0 1 0 0,4-2 94 0 0,10-4-134 0 0,1 0 0 0 0,0 2 0 0 0,1 0 0 0 0,-1 1 0 0 0,0 1 0 0 0,1 1 0 0 0,36 2 0 0 0,-54 0 26 0 0,0-1 0 0 0,0 0-1 0 0,0 1 1 0 0,0-1 0 0 0,0 1 0 0 0,-1 0 0 0 0,1 0 0 0 0,0-1 0 0 0,0 1 0 0 0,-1 0 0 0 0,1 0 0 0 0,0 1 0 0 0,-1-1 0 0 0,1 0 0 0 0,1 3 0 0 0,-2-3 46 0 0,0 0 0 0 0,-1 1 0 0 0,1-1 0 0 0,-1 0 0 0 0,1 0 0 0 0,-1 0 0 0 0,1 0 0 0 0,-1 1 0 0 0,0-1 0 0 0,0 0 0 0 0,0 0 0 0 0,0 1 0 0 0,0-1 0 0 0,0 0 0 0 0,0 0 0 0 0,0 1 0 0 0,0-1 0 0 0,0 0 1 0 0,-1 0-1 0 0,1 0 0 0 0,0 1 0 0 0,-1-1 0 0 0,1 0 0 0 0,-1 0 0 0 0,0 0 0 0 0,1 0 0 0 0,-1 0 0 0 0,0 0 0 0 0,0 0 0 0 0,-1 1 0 0 0,-4 5 295 0 0,-1-1 0 0 0,0-1 0 0 0,0 0 1 0 0,0 0-1 0 0,-1 0 0 0 0,-12 5 0 0 0,-5 4 331 0 0,-108 58 1233 0 0,33-28-6716 0 0,40-25-2172 0 0,-5-5-1814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56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66 250 560 0 0,'0'-20'3575'0'0,"0"-48"-1320"0"0,0 66-2242 0 0,0 0 0 0 0,0 0 1 0 0,0 0-1 0 0,0 1 1 0 0,1-1-1 0 0,-1 0 0 0 0,0 1 1 0 0,1-1-1 0 0,-1 0 1 0 0,1 1-1 0 0,0-1 1 0 0,0 0-1 0 0,-1 1 0 0 0,1-1 1 0 0,0 1-1 0 0,0-1 1 0 0,1 1-1 0 0,-1 0 0 0 0,0-1 1 0 0,0 1-1 0 0,3-2 1 0 0,-3 2-6 0 0,0 0 0 0 0,1 0 1 0 0,-1 0-1 0 0,0 0 1 0 0,0 0-1 0 0,0-1 1 0 0,0 1-1 0 0,0 0 0 0 0,0-1 1 0 0,0 1-1 0 0,-1-1 1 0 0,1 1-1 0 0,0-1 0 0 0,-1 1 1 0 0,1-1-1 0 0,-1 0 1 0 0,0 1-1 0 0,0-1 1 0 0,1 0-1 0 0,-1 1 0 0 0,0-3 1 0 0,-1 1 0 0 0,1 1-1 0 0,0 0 1 0 0,0 0 0 0 0,0 0 0 0 0,0 0-1 0 0,0 0 1 0 0,0 0 0 0 0,0 0-1 0 0,1-1 1 0 0,-1 1 0 0 0,1 0 0 0 0,0 0-1 0 0,-1 0 1 0 0,1 0 0 0 0,0 0 0 0 0,0 1-1 0 0,0-1 1 0 0,1 0 0 0 0,-1 0 0 0 0,0 1-1 0 0,1-1 1 0 0,-1 1 0 0 0,1-1 0 0 0,-1 1-1 0 0,1-1 1 0 0,0 1 0 0 0,0 0 0 0 0,3-2-1 0 0,-5 3-4 0 0,1 0 0 0 0,-1-1-1 0 0,1 1 1 0 0,-1 0 0 0 0,0 0 0 0 0,1-1-1 0 0,-1 1 1 0 0,0 0 0 0 0,1-1 0 0 0,-1 1-1 0 0,0 0 1 0 0,1-1 0 0 0,-1 1 0 0 0,0-1-1 0 0,0 1 1 0 0,1 0 0 0 0,-1-1 0 0 0,0 1-1 0 0,0-1 1 0 0,0 1 0 0 0,0-1 0 0 0,1 1-1 0 0,-1-1 1 0 0,0 1 0 0 0,0-1 0 0 0,0 1-1 0 0,0-1 1 0 0,0 0 0 0 0,0 1-2 0 0,-1-1-1 0 0,1 1 1 0 0,0 0 0 0 0,0-1 0 0 0,0 1 0 0 0,0 0-1 0 0,0-1 1 0 0,1 1 0 0 0,-1 0 0 0 0,0-1-1 0 0,0 1 1 0 0,0 0 0 0 0,0-1 0 0 0,0 1 0 0 0,0 0-1 0 0,0-1 1 0 0,1 1 0 0 0,-1 0 0 0 0,0 0-1 0 0,0-1 1 0 0,0 1 0 0 0,1 0 0 0 0,-1 0-1 0 0,0-1 1 0 0,1 1 0 0 0,-1 0 0 0 0,0 0 0 0 0,1-1-1 0 0,5-1 29 0 0,-5 2-24 0 0,0 0 0 0 0,0 0 0 0 0,0 0 1 0 0,0 0-1 0 0,0-1 0 0 0,0 1 0 0 0,0 0 0 0 0,1-1 1 0 0,-1 1-1 0 0,0-1 0 0 0,-1 1 0 0 0,1-1 1 0 0,0 0-1 0 0,0 1 0 0 0,0-1 0 0 0,0 0 0 0 0,0 0 1 0 0,-1 0-1 0 0,1 1 0 0 0,1-3 0 0 0,-2 1 328 0 0,0 4 127 0 0,0-2-445 0 0,0 1-1 0 0,0-1 1 0 0,0 0 0 0 0,0 0 0 0 0,0 0-1 0 0,0 1 1 0 0,-1-1 0 0 0,1 0 0 0 0,0 0-1 0 0,0 0 1 0 0,0 1 0 0 0,0-1 0 0 0,0 0-1 0 0,0 0 1 0 0,0 1 0 0 0,0-1-1 0 0,1 0 1 0 0,-1 0 0 0 0,0 0 0 0 0,0 1-1 0 0,0-1 1 0 0,0 0 0 0 0,0 0 0 0 0,0 0-1 0 0,0 1 1 0 0,0-1 0 0 0,0 0 0 0 0,1 0-1 0 0,-1 0 1 0 0,0 0 0 0 0,0 1-1 0 0,0-1 1 0 0,0 0 0 0 0,1 0 0 0 0,-1 0-1 0 0,0 0 1 0 0,0 0 0 0 0,0 0 0 0 0,1 0-1 0 0,-1 0 1 0 0,0 1 0 0 0,0-1 0 0 0,0 0-1 0 0,1 0 1 0 0,-1 0 0 0 0,0 0-1 0 0,30 9 1099 0 0,33 14 0 0 0,-57-20-1044 0 0,-5-3-35 0 0,0 0 0 0 0,1 1 0 0 0,-1-1 0 0 0,0 1 0 0 0,0-1 0 0 0,0 1 0 0 0,0-1 0 0 0,0 1 0 0 0,0 0 0 0 0,0 0 0 0 0,0-1 0 0 0,0 1 0 0 0,-1 0-1 0 0,1 0 1 0 0,0 0 0 0 0,0 0 0 0 0,-1 0 0 0 0,1 0 0 0 0,0 0 0 0 0,-1 0 0 0 0,1 0 0 0 0,-1 0 0 0 0,0 0 0 0 0,1 0 0 0 0,-1 0 0 0 0,0 1 0 0 0,0-1 0 0 0,1 0 0 0 0,-1 0 0 0 0,0 0 0 0 0,0 1 0 0 0,0-1 0 0 0,-1 0 0 0 0,1 1 0 0 0,0 0 23 0 0,0-1 0 0 0,0 1 1 0 0,-1-1-1 0 0,1 0 0 0 0,0 1 0 0 0,-1-1 0 0 0,1 0 1 0 0,-1 1-1 0 0,0-1 0 0 0,1 0 0 0 0,-1 0 0 0 0,0 0 1 0 0,0 1-1 0 0,1-1 0 0 0,-1 0 0 0 0,0 0 0 0 0,0 0 1 0 0,0 0-1 0 0,-1 0 0 0 0,1-1 0 0 0,-2 2 0 0 0,-2 1 250 0 0,0 0 0 0 0,0-1-1 0 0,0 0 1 0 0,0 0 0 0 0,-11 2 0 0 0,-8 0 1663 0 0,-46 2 1 0 0,64-6-1665 0 0,-12 2 360 0 0,12-1-348 0 0,1 0-1 0 0,-1-1 0 0 0,1 0 1 0 0,-1 0-1 0 0,1-1 1 0 0,-1 1-1 0 0,-6-3 1 0 0,-1 2 38 0 0,13-1-184 0 0,18-1 164 0 0,10 0-320 0 0,6 0-397 0 0,50 0 0 0 0,-75 3 273 0 0,0 1 0 0 0,0 0 0 0 0,0 1 0 0 0,-1 0-1 0 0,1 0 1 0 0,0 1 0 0 0,-1 0 0 0 0,1 0 0 0 0,-1 1 0 0 0,8 5 0 0 0,-16-9 107 0 0,1 0 0 0 0,-1 0 0 0 0,0 0 0 0 0,0 0 0 0 0,0 0 0 0 0,1 0 0 0 0,-1 0 0 0 0,0 0 0 0 0,0 0 0 0 0,0 0 0 0 0,0 0 0 0 0,1 0 0 0 0,-1 1 0 0 0,0-1 0 0 0,0 0 0 0 0,0 0 0 0 0,0 0 0 0 0,0 0 0 0 0,1 0 0 0 0,-1 1 0 0 0,0-1 0 0 0,0 0 0 0 0,0 0 0 0 0,0 0 0 0 0,0 1 0 0 0,0-1 0 0 0,0 0 0 0 0,0 0 0 0 0,0 0 0 0 0,0 1 0 0 0,0-1 0 0 0,0 0 0 0 0,0 0 0 0 0,0 0 0 0 0,0 0 0 0 0,0 1 0 0 0,0-1 0 0 0,0 0 0 0 0,0 0 0 0 0,0 0 0 0 0,0 1 0 0 0,0-1 0 0 0,0 0 0 0 0,0 0 0 0 0,0 0 0 0 0,0 1 0 0 0,-1-1 0 0 0,1 0 0 0 0,0 0 0 0 0,0 0 0 0 0,0 0 0 0 0,0 0 0 0 0,0 1 0 0 0,0-1 0 0 0,-1 0 0 0 0,1 0 0 0 0,0 0 0 0 0,0 0 0 0 0,0 0 0 0 0,-1 0 0 0 0,1 0 0 0 0,0 0 0 0 0,0 0 0 0 0,0 0 0 0 0,-1 1 0 0 0,-14 10 114 0 0,12-7-2 0 0,-2-1-1 0 0,1 0 0 0 0,0 0 0 0 0,-1 0 1 0 0,1 0-1 0 0,-1-1 0 0 0,0 1 0 0 0,0-1 1 0 0,-5 1-1 0 0,-136 32 1370 0 0,137-34-1568 0 0,0 1-560 0 0,1-1 0 0 0,-1 0 0 0 0,1 0 0 0 0,-14-2 0 0 0,13-1-6857 0 0,2 0 3840 0 0,-7-6 1898 0 0,11 6 214 0 0,3 2 1380 0 0,-1 0 1 0 0,1-1-1 0 0,0 1 1 0 0,-1 0 0 0 0,1-1-1 0 0,-1 1 1 0 0,1-1 0 0 0,0 1-1 0 0,0 0 1 0 0,-1-1 0 0 0,1 1-1 0 0,0-1 1 0 0,0 1-1 0 0,-1-1 1 0 0,1 1 0 0 0,0-1-1 0 0,0 1 1 0 0,0-1 0 0 0,0 1-1 0 0,0-1 1 0 0,0 1 0 0 0,0-1-1 0 0,0 1 1 0 0,0-1 0 0 0,0 0-1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57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2 288 160 0 0,'-1'4'5989'0'0,"1"-4"-5773"0"0,0-1-1 0 0,0 1 1 0 0,0-1 0 0 0,0 1 0 0 0,0 0 0 0 0,0-1 0 0 0,0 1-1 0 0,1-1 1 0 0,-1 1 0 0 0,0 0 0 0 0,0-1 0 0 0,0 1 0 0 0,0 0 0 0 0,1-1-1 0 0,-1 1 1 0 0,0 0 0 0 0,0-1 0 0 0,1 1 0 0 0,-1 0 0 0 0,0-1-1 0 0,1 1 1 0 0,-1 0 0 0 0,0 0 0 0 0,1 0 0 0 0,-1-1 0 0 0,0 1-1 0 0,1 0 1 0 0,0 0 53 0 0,0 0-180 0 0,0 0 0 0 0,1 0 0 0 0,-1 1 0 0 0,0-1 0 0 0,0 0 0 0 0,0 0 0 0 0,0 0 0 0 0,0-1 0 0 0,0 1 0 0 0,0 0 0 0 0,0 0 0 0 0,0-1 0 0 0,0 1 0 0 0,0 0 0 0 0,0-1 1 0 0,0 1-1 0 0,0-1 0 0 0,0 1 0 0 0,0-1 0 0 0,0 0 0 0 0,0 1 0 0 0,0-1 0 0 0,0 0 0 0 0,0-1 0 0 0,-1 1-41 0 0,1 0 1 0 0,-1 1 0 0 0,0-1 0 0 0,0 0-1 0 0,1 0 1 0 0,-1 0 0 0 0,0 1 0 0 0,1-1-1 0 0,-1 0 1 0 0,1 0 0 0 0,-1 1-1 0 0,1-1 1 0 0,-1 0 0 0 0,1 1 0 0 0,-1-1-1 0 0,1 0 1 0 0,0 1 0 0 0,-1-1 0 0 0,1 1-1 0 0,0-1 1 0 0,0 1 0 0 0,-1 0-1 0 0,1-1 1 0 0,0 1 0 0 0,0 0 0 0 0,-1-1-1 0 0,1 1 1 0 0,0 0 0 0 0,0 0 0 0 0,1 0-1 0 0,7-4 296 0 0,-4 1-61 0 0,0-1 1 0 0,0-1-1 0 0,-1 1 1 0 0,1-1-1 0 0,5-7 1 0 0,-6 7-99 0 0,1 0 1 0 0,-1 0 0 0 0,1 1-1 0 0,0-1 1 0 0,8-5 0 0 0,-9 8-112 0 0,-1-1 1 0 0,0 0-1 0 0,0 0 1 0 0,0 0-1 0 0,0 0 1 0 0,0 0-1 0 0,-1 0 1 0 0,0-1-1 0 0,1 1 1 0 0,1-7 0 0 0,-1 6-8 0 0,-1-1 1 0 0,1 1 0 0 0,0 0-1 0 0,0 0 1 0 0,0 0 0 0 0,7-6-1 0 0,6-3 110 0 0,1 0 0 0 0,0 2 0 0 0,30-15-1 0 0,-43 23-156 0 0,-2 3-12 0 0,-1-1 1 0 0,1 1-1 0 0,0-1 0 0 0,-1 0 1 0 0,1 1-1 0 0,-1-1 0 0 0,0 0 0 0 0,1 0 1 0 0,-1 0-1 0 0,0 0 0 0 0,1 0 1 0 0,-1-1-1 0 0,0 1 0 0 0,0 0 0 0 0,0 0 1 0 0,0-1-1 0 0,0 1 0 0 0,0-1 1 0 0,-1 1-1 0 0,1-1 0 0 0,0 1 0 0 0,-1-1 1 0 0,1 0-1 0 0,0-1 0 0 0,-2 1 8 0 0,0 2-16 0 0,1 0 0 0 0,0 0 1 0 0,0 0-1 0 0,0 0 0 0 0,0 0 0 0 0,0 0 0 0 0,0 0 0 0 0,0 0 0 0 0,0 0 0 0 0,0 0 0 0 0,0 0 0 0 0,0 0 0 0 0,-1 0 0 0 0,1 0 1 0 0,0 0-1 0 0,0 0 0 0 0,0-1 0 0 0,0 1 0 0 0,0 0 0 0 0,0 0 0 0 0,0 0 0 0 0,0 0 0 0 0,0 0 0 0 0,0 0 0 0 0,0 0 0 0 0,0 0 1 0 0,0 0-1 0 0,0-1 0 0 0,0 1 0 0 0,0 0 0 0 0,0 0 0 0 0,0 0 0 0 0,0 0 0 0 0,0 0 0 0 0,0 0 0 0 0,0 0 0 0 0,0 0 0 0 0,0 0 1 0 0,0 0-1 0 0,0-1 0 0 0,0 1 0 0 0,0 0 0 0 0,1 0 0 0 0,-1 0 0 0 0,0 0 0 0 0,0 0 0 0 0,0 0 0 0 0,0 0 0 0 0,0 0 0 0 0,0 0 1 0 0,0 0-1 0 0,0 0 0 0 0,0 0 0 0 0,0 0 0 0 0,0 0 0 0 0,0 0 0 0 0,1 0 0 0 0,-1-1 0 0 0,0 1 0 0 0,0 0 0 0 0,0 0 0 0 0,28-9 46 0 0,-28 9-26 0 0,1 0-1 0 0,-1 1 1 0 0,0-1 0 0 0,1 0 0 0 0,-1 0-1 0 0,0 0 1 0 0,0 0 0 0 0,1 0 0 0 0,-1 0-1 0 0,0 0 1 0 0,1 1 0 0 0,-1-1 0 0 0,0 0-1 0 0,0 0 1 0 0,1 0 0 0 0,-1 1 0 0 0,0-1-1 0 0,0 0 1 0 0,1 0 0 0 0,-1 1 0 0 0,0-1-1 0 0,0 0 1 0 0,0 1 0 0 0,0-1 0 0 0,1 0-1 0 0,-1 1 1 0 0,0-1 0 0 0,0 0 0 0 0,0 0-1 0 0,0 1 1 0 0,0-1 0 0 0,0 0 0 0 0,0 1-1 0 0,0-1 1 0 0,0 0 0 0 0,0 1 0 0 0,0-1-1 0 0,0 0 1 0 0,0 1 0 0 0,0-1 0 0 0,0 0-1 0 0,0 1 1 0 0,-1-1 0 0 0,1 0 0 0 0,0 1-1 0 0,0-1 1 0 0,-1 5 346 0 0,2 0-164 0 0,-1 0 0 0 0,1 0 0 0 0,0 0 0 0 0,0 0 1 0 0,0 0-1 0 0,1 0 0 0 0,-1 0 0 0 0,5 8 0 0 0,8 23 860 0 0,-4 38 606 0 0,4-38-1036 0 0,-12-31-615 0 0,0-1 0 0 0,0 1 1 0 0,0 0-1 0 0,-1 0 0 0 0,1 0 0 0 0,-1 0 0 0 0,0 0 0 0 0,0 9 1 0 0,-2-3 14 0 0,0-8-14 0 0,1-1-1 0 0,0 1 0 0 0,0-1 1 0 0,0 1-1 0 0,0 0 1 0 0,0-1-1 0 0,0 1 0 0 0,0-1 1 0 0,1 1-1 0 0,0-1 1 0 0,-1 1-1 0 0,1-1 0 0 0,0 1 1 0 0,2 3-1 0 0,5-1-106 0 0,7 4-109 0 0,-11-3-4851 0 0,-3-17-191 0 0,-1-20-4577 0 0,-6 11 6026 0 0,-21-12 122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58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98 153 400 0 0,'-33'6'9685'0'0,"1"0"-2322"0"0,-1-12-3601 0 0,33 0-2162 0 0,0-1-719 0 0,33-7 79 0 0,32-1 161 0 0,-39-6 239 0 0,72-6 81 0 0,33 0-240 0 0,-33 7-81 0 0,-33 5-560 0 0,33 9-1280 0 0,-33 6-3522 0 0,-32 6-3762 0 0,-1-6 241 0 0,-32 8 1520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27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877 100 1040 0 0,'0'-16'14576'0'0,"0"10"-13611"0"0,1 5-843 0 0,-1 0 0 0 0,0 0 0 0 0,-1 0 0 0 0,1 1 0 0 0,0-1 1 0 0,0 0-1 0 0,0 0 0 0 0,0 0 0 0 0,-1 0 0 0 0,1 0 0 0 0,-1 0 0 0 0,1 0 0 0 0,0 0 0 0 0,-1 0 0 0 0,1 1 1 0 0,-1-1-1 0 0,0 0 0 0 0,1 0 0 0 0,-1 1 0 0 0,0-1 0 0 0,1 0 0 0 0,-1 1 0 0 0,0-1 0 0 0,0 1 0 0 0,0-1 1 0 0,1 1-1 0 0,-1-1 0 0 0,0 1 0 0 0,0-1 0 0 0,0 1 0 0 0,0 0 0 0 0,0 0 0 0 0,0-1 0 0 0,0 1 0 0 0,0 0 1 0 0,0 0-1 0 0,-1 0 0 0 0,-2-1-547 0 0,4 1 453 0 0,-1 0 0 0 0,1-1 0 0 0,-1 1 0 0 0,1 0-1 0 0,-1-1 1 0 0,1 1 0 0 0,0-1 0 0 0,-1 1 0 0 0,1-1 0 0 0,0 1 0 0 0,-1-1-1 0 0,1 0 1 0 0,0 1 0 0 0,-1-1 0 0 0,1 1 0 0 0,0-1 0 0 0,0 1-1 0 0,0-1 1 0 0,0 0 0 0 0,0 1 0 0 0,0-1 0 0 0,0 0 0 0 0,0 1 0 0 0,0-1-1 0 0,0 0 1 0 0,1-18 414 0 0,-1 17-301 0 0,0 0 13 0 0,0 2-150 0 0,0 0-1 0 0,0 0 1 0 0,0 0 0 0 0,0-1 0 0 0,1 1 0 0 0,-1 0 0 0 0,0 0 0 0 0,0 0 0 0 0,0-1-1 0 0,0 1 1 0 0,0 0 0 0 0,0 0 0 0 0,0 0 0 0 0,0 0 0 0 0,-1-1 0 0 0,1 1-1 0 0,0 0 1 0 0,0 0 0 0 0,0 0 0 0 0,0 0 0 0 0,0-1 0 0 0,0 1 0 0 0,0 0-1 0 0,0 0 1 0 0,0 0 0 0 0,0 0 0 0 0,-1 0 0 0 0,1-1 0 0 0,0 1 0 0 0,0 0-1 0 0,0 0 1 0 0,0 0 0 0 0,0 0 0 0 0,-1 0 0 0 0,1 0 0 0 0,0 0 0 0 0,0 0 0 0 0,0-1-1 0 0,0 1 1 0 0,-1 0 0 0 0,1 0 0 0 0,0 0 0 0 0,0 0 0 0 0,0 0 0 0 0,0 0-1 0 0,-1 0 1 0 0,1 0 0 0 0,0 0 0 0 0,0 0 0 0 0,0 0 0 0 0,-1 0 0 0 0,1 0-1 0 0,0 0 1 0 0,0 1 0 0 0,0-1 0 0 0,-1 0 0 0 0,-26 1 9 0 0,-18 4-13 0 0,37-1-4 0 0,1-1-5 0 0,-25 6-204 0 0,4-3 279 0 0,-74 33-226 0 0,37-9 227 0 0,60-29-69 0 0,1 1 0 0 0,-1 0 0 0 0,1 1 0 0 0,0-1 0 0 0,0 1 0 0 0,-5 3-1 0 0,-27 15 18 0 0,33-20-29 0 0,2-1 10 0 0,0 0 0 0 0,-1 0-1 0 0,1 0 1 0 0,0 0 0 0 0,0 0 0 0 0,0 0-1 0 0,0 1 1 0 0,0-1 0 0 0,0 0 0 0 0,0 1-1 0 0,0-1 1 0 0,0 1 0 0 0,0-1 0 0 0,0 1-1 0 0,0 0 1 0 0,0-1 0 0 0,1 1 0 0 0,-1 0-1 0 0,0-1 1 0 0,0 1 0 0 0,1 0 0 0 0,-1 0-1 0 0,0 0 1 0 0,0 1 0 0 0,0-1 6 0 0,0 0 0 0 0,1 0 1 0 0,-1 0-1 0 0,0 0 0 0 0,0 0 0 0 0,0 0 1 0 0,0 0-1 0 0,0-1 0 0 0,0 1 0 0 0,0 0 1 0 0,-1-1-1 0 0,1 1 0 0 0,0-1 1 0 0,0 1-1 0 0,0-1 0 0 0,-1 1 0 0 0,1-1 1 0 0,0 0-1 0 0,-2 0 0 0 0,-1 1-7 0 0,-27 21-58 0 0,22-15 40 0 0,1-1 0 0 0,-1-1 0 0 0,0 1 1 0 0,0-1-1 0 0,-20 7 0 0 0,24-10 39 0 0,0 0-1 0 0,-1 1 1 0 0,1 0 0 0 0,0 0 0 0 0,1 0 0 0 0,-1 1 0 0 0,1 0 0 0 0,-1 0-1 0 0,1 0 1 0 0,0 0 0 0 0,-5 7 0 0 0,4-4-6 0 0,-1-1 0 0 0,0 0 0 0 0,0 0 0 0 0,-13 9 0 0 0,10-10 37 0 0,-5 6 19 0 0,13-9-59 0 0,1 0 1 0 0,-1 0-1 0 0,0 1 0 0 0,1-1 1 0 0,-1 0-1 0 0,1 1 1 0 0,0-1-1 0 0,-1 1 0 0 0,2 3 1 0 0,-1 84-62 0 0,-1-87 47 0 0,1-1 1 0 0,-1 1-1 0 0,0-1 0 0 0,1 1 0 0 0,-1-1 0 0 0,-1 1 1 0 0,1-1-1 0 0,0 1 0 0 0,0-1 0 0 0,-1 0 0 0 0,1 0 1 0 0,-1 0-1 0 0,0 0 0 0 0,0 0 0 0 0,1 0 0 0 0,-1 0 0 0 0,-1-1 1 0 0,1 1-1 0 0,0-1 0 0 0,0 1 0 0 0,-4 1 0 0 0,-18 16 10 0 0,-9 21-176 0 0,33-40 166 0 0,-1 0-1 0 0,1 0 0 0 0,-1 1 1 0 0,1-1-1 0 0,-1 1 1 0 0,1-1-1 0 0,0 0 1 0 0,-1 1-1 0 0,1-1 1 0 0,0 1-1 0 0,-1-1 1 0 0,1 1-1 0 0,0-1 1 0 0,0 1-1 0 0,-1-1 1 0 0,1 1-1 0 0,0-1 0 0 0,0 1 1 0 0,0-1-1 0 0,0 1 1 0 0,-1-1-1 0 0,1 1 1 0 0,0 0-1 0 0,0-1 1 0 0,0 1-1 0 0,1 0 1 0 0,-1-1 8 0 0,0 1 0 0 0,0-1 1 0 0,0 0-1 0 0,0 0 1 0 0,0 1-1 0 0,0-1 0 0 0,0 0 1 0 0,0 1-1 0 0,0-1 1 0 0,0 0-1 0 0,0 1 0 0 0,-1-1 1 0 0,1 0-1 0 0,0 1 1 0 0,0-1-1 0 0,0 0 0 0 0,0 0 1 0 0,0 1-1 0 0,-1-1 1 0 0,1 0-1 0 0,0 0 0 0 0,0 1 1 0 0,0-1-1 0 0,-1 0 1 0 0,1 0-1 0 0,0 0 0 0 0,0 1 1 0 0,-1-1-1 0 0,1 0 1 0 0,-1 0-1 0 0,-53 30-54 0 0,52-27 50 0 0,1 0 0 0 0,0 1 1 0 0,0-1-1 0 0,0 0 0 0 0,0 1 1 0 0,1-1-1 0 0,-1 0 0 0 0,1 1 1 0 0,0-1-1 0 0,0 1 0 0 0,0-1 1 0 0,1 0-1 0 0,0 6 0 0 0,-1-1 1 0 0,1-7-6 0 0,0 0 0 0 0,-1 0 0 0 0,1 0 0 0 0,0 0 1 0 0,0 0-1 0 0,0 0 0 0 0,-1 0 0 0 0,1-1 0 0 0,0 1 1 0 0,0 0-1 0 0,0 0 0 0 0,0-1 0 0 0,0 1 1 0 0,1-1-1 0 0,-1 1 0 0 0,0-1 0 0 0,0 1 0 0 0,0-1 1 0 0,0 0-1 0 0,1 1 0 0 0,-1-1 0 0 0,0 0 0 0 0,2 0 1 0 0,-1 0-20 0 0,17 8-68 0 0,-18-8 96 0 0,0 0-1 0 0,0 0 1 0 0,0 0-1 0 0,0 0 1 0 0,0 1 0 0 0,-1-1-1 0 0,1 0 1 0 0,0 0-1 0 0,0 1 1 0 0,0-1 0 0 0,-1 1-1 0 0,1-1 1 0 0,0 1-1 0 0,0-1 1 0 0,-1 1 0 0 0,1-1-1 0 0,-1 1 1 0 0,1-1 0 0 0,0 1-1 0 0,-1 0 1 0 0,1 0-1 0 0,-1-1 1 0 0,1 1 0 0 0,0 1-1 0 0,-1-1 0 0 0,1 0-1 0 0,0 0 1 0 0,-1 0 0 0 0,1 0-1 0 0,0 0 1 0 0,0 0 0 0 0,-1-1-1 0 0,1 1 1 0 0,0 0 0 0 0,0 0-1 0 0,0-1 1 0 0,0 1 0 0 0,0-1-1 0 0,0 1 1 0 0,0-1 0 0 0,1 1-1 0 0,-1-1 1 0 0,0 1-1 0 0,0-1 1 0 0,0 0 0 0 0,0 0-1 0 0,2 0 1 0 0,1 1 8 0 0,12 11 53 0 0,11 4 12 0 0,28 4 87 0 0,-48-15-64 0 0,0 0 0 0 0,0 1 1 0 0,-1 0-1 0 0,1 0 0 0 0,-1 0 1 0 0,-1 1-1 0 0,1 0 0 0 0,8 14 1 0 0,-7-9 169 0 0,-6-10-238 0 0,-1-1 0 0 0,1 1 1 0 0,0 0-1 0 0,0-1 0 0 0,0 1 0 0 0,0-1 0 0 0,0 1 0 0 0,0-1 0 0 0,0 1 0 0 0,1-1 0 0 0,-1 0 0 0 0,0 0 1 0 0,1 0-1 0 0,-1 0 0 0 0,1 0 0 0 0,0 0 0 0 0,-1 0 0 0 0,4 1 0 0 0,0 1 65 0 0,1 3-93 0 0,-5-6-4 0 0,1 0 5 0 0,-1 0-1 0 0,0 0 0 0 0,0 0 0 0 0,1 0 0 0 0,-1 0 1 0 0,0 0-1 0 0,1 0 0 0 0,-1 0 0 0 0,0 1 0 0 0,0-1 1 0 0,1 0-1 0 0,-1 1 0 0 0,0-1 0 0 0,0 1 0 0 0,0-1 1 0 0,0 1-1 0 0,1 0 0 0 0,-1 0 0 0 0,1 1 0 0 0,-1-1 7 0 0,0 0 0 0 0,-1 0 0 0 0,1 0 0 0 0,0 0 0 0 0,0 0 0 0 0,0 0 0 0 0,0 0 0 0 0,1-1 0 0 0,-1 1 0 0 0,0 0 0 0 0,0-1 0 0 0,0 1 0 0 0,1 0 0 0 0,-1-1 0 0 0,0 0 0 0 0,1 1 0 0 0,-1-1 0 0 0,3 1 0 0 0,-1 0 34 0 0,30 24 266 0 0,-33-25-303 0 0,0 0 1 0 0,1 0-1 0 0,-1 0 0 0 0,0 1 1 0 0,1-1-1 0 0,-1 0 1 0 0,0 0-1 0 0,1 1 1 0 0,-1-1-1 0 0,0 0 1 0 0,1 0-1 0 0,-1 1 1 0 0,0-1-1 0 0,0 0 0 0 0,0 1 1 0 0,1-1-1 0 0,-1 0 1 0 0,0 1-1 0 0,0-1 1 0 0,0 1-1 0 0,0-1 1 0 0,0 0-1 0 0,0 1 1 0 0,0-1-1 0 0,0 0 0 0 0,1 1 1 0 0,-2 0-1 0 0,1-1 0 0 0,0 0-1 0 0,0 0 1 0 0,0 1-1 0 0,0-1 1 0 0,1 0-1 0 0,-1 0 1 0 0,0 1-1 0 0,0-1 1 0 0,0 0-1 0 0,0 1 1 0 0,0-1-1 0 0,0 0 1 0 0,0 0-1 0 0,0 0 1 0 0,1 1-1 0 0,-1-1 1 0 0,0 0-1 0 0,0 0 1 0 0,0 1-1 0 0,0-1 1 0 0,1 0-1 0 0,-1 0 1 0 0,0 0-1 0 0,0 0 1 0 0,0 1-1 0 0,1-1 1 0 0,-1 0-1 0 0,0 0 1 0 0,0 0-1 0 0,1 0 1 0 0,-1 0-1 0 0,1 0 1 0 0,10 4 109 0 0,0 0 0 0 0,1-1 0 0 0,-1-1 0 0 0,1 0 1 0 0,0-1-1 0 0,0 0 0 0 0,15-1 0 0 0,93-8 521 0 0,-93 5-479 0 0,228-38 819 0 0,-97 14-601 0 0,-135 23-447 0 0,1-1 0 0 0,26-10 0 0 0,-11 3-211 0 0,-15 3-617 0 0,-1 0 0 0 0,0-2-1 0 0,39-24 1 0 0,2-1-1825 0 0,-36 16 1190 0 0,-24 17 1329 0 0,0 0 0 0 0,-1 0 0 0 0,1 1 0 0 0,1-1 0 0 0,-1 1 0 0 0,0 0 0 0 0,5-2 0 0 0,-5 3 223 0 0,-2 1-88 0 0,0-1 1 0 0,0 1-1 0 0,0-1 0 0 0,0 0 0 0 0,-1 0 0 0 0,1 1 1 0 0,0-1-1 0 0,0 0 0 0 0,-1 0 0 0 0,1-1 0 0 0,1 0 1 0 0,-2 0 101 0 0,0 0 0 0 0,0 0 0 0 0,0 0 0 0 0,-1 0 0 0 0,1 0 0 0 0,-1 0 0 0 0,1 0 0 0 0,-1 0 0 0 0,0 0 0 0 0,0-1 0 0 0,0 1 0 0 0,0-3 0 0 0,0 4 23 0 0,0 0 0 0 0,0 0 0 0 0,0 0 0 0 0,0 0 0 0 0,0 1 0 0 0,0-1 0 0 0,0 0 0 0 0,-1 0 0 0 0,1 0 0 0 0,0 0 0 0 0,-1 1 0 0 0,1-1 0 0 0,0 0 0 0 0,-1 0 0 0 0,1 1 0 0 0,-1-1 0 0 0,1 0 0 0 0,-1 1 0 0 0,1-1 0 0 0,-1 0 0 0 0,1 1 0 0 0,-1-1 0 0 0,0 1 0 0 0,1-1 0 0 0,-1 1 0 0 0,0-1 0 0 0,0 1 0 0 0,1-1 0 0 0,-1 1 0 0 0,0 0 0 0 0,0 0 0 0 0,0-1 0 0 0,0 1 17 0 0,0-1-1 0 0,0 1 0 0 0,0 0 0 0 0,0-1 0 0 0,0 1 0 0 0,0-1 0 0 0,0 1 0 0 0,0-1 0 0 0,0 0 0 0 0,1 1 0 0 0,-1-1 0 0 0,0 0 0 0 0,0 0 0 0 0,1 1 0 0 0,-1-1 0 0 0,1 0 0 0 0,-1 0 0 0 0,1 0 0 0 0,-1 0 0 0 0,1 0 1 0 0,-1 0-1 0 0,1 0 0 0 0,0 0 0 0 0,-1 0 0 0 0,1 0 0 0 0,0 0 0 0 0,0 0 0 0 0,0 0 0 0 0,0 0 0 0 0,0 0 0 0 0,0 0 0 0 0,0-1 0 0 0,0-66 2733 0 0,0 67-2789 0 0,0 0-1 0 0,0 1 1 0 0,0-1 0 0 0,0 0-1 0 0,0 0 1 0 0,0 0-1 0 0,-1 0 1 0 0,1 0-1 0 0,0 1 1 0 0,-1-1-1 0 0,1 0 1 0 0,0 0-1 0 0,-1 0 1 0 0,1 1-1 0 0,-1-1 1 0 0,1 0-1 0 0,-1 1 1 0 0,1-1-1 0 0,-1 0 1 0 0,0 1 0 0 0,1-1-1 0 0,-1 1 1 0 0,0-1-1 0 0,0 1 1 0 0,1-1-1 0 0,-1 1 1 0 0,0-1-1 0 0,0 1 1 0 0,0 0-1 0 0,1 0 1 0 0,-2-1-1 0 0,1 1-1 0 0,0 0-1 0 0,0 0 0 0 0,0-1 1 0 0,1 1-1 0 0,-1 0 0 0 0,0-1 1 0 0,0 1-1 0 0,1-1 0 0 0,-1 1 0 0 0,0-1 1 0 0,0 1-1 0 0,1-1 0 0 0,-1 1 1 0 0,1-1-1 0 0,-1 0 0 0 0,1 1 1 0 0,-1-1-1 0 0,1 0 0 0 0,-1 0 1 0 0,1 1-1 0 0,-1-1 0 0 0,1 0 1 0 0,0 0-1 0 0,-1 1 0 0 0,1-1 1 0 0,0 0-1 0 0,0 0 0 0 0,0 0 0 0 0,0 0 1 0 0,0 0-1 0 0,0 0 0 0 0,0-6 124 0 0,1 5-109 0 0,-1-1 0 0 0,0 1-1 0 0,1-1 1 0 0,-1 1-1 0 0,0 0 1 0 0,0-1-1 0 0,0 1 1 0 0,-1-1-1 0 0,1 1 1 0 0,0 0 0 0 0,-1-1-1 0 0,0 1 1 0 0,1 0-1 0 0,-1-1 1 0 0,0 1-1 0 0,-2-3 1 0 0,-3 4-15 0 0,5 1-9 0 0,0 0 0 0 0,0 0 0 0 0,0 0 0 0 0,1 0 1 0 0,-1-1-1 0 0,0 1 0 0 0,0 0 0 0 0,0 0 0 0 0,0-1 0 0 0,1 1 0 0 0,-1 0 1 0 0,0-1-1 0 0,0 1 0 0 0,0-1 0 0 0,1 1 0 0 0,-1-1 0 0 0,0 1 0 0 0,1-1 0 0 0,-1 0 1 0 0,1 1-1 0 0,-1-1 0 0 0,0 0 0 0 0,1 1 0 0 0,0-1 0 0 0,-1 0 0 0 0,1 0 1 0 0,-1 0-1 0 0,1 1 0 0 0,0-1 0 0 0,-1 0 0 0 0,1 0 0 0 0,0-1 0 0 0,0 1 2 0 0,0 0-1 0 0,0 0 0 0 0,0 1 0 0 0,0-1 1 0 0,0 0-1 0 0,-1 0 0 0 0,1 0 0 0 0,0 0 0 0 0,0 1 1 0 0,-1-1-1 0 0,1 0 0 0 0,0 0 0 0 0,-1 0 1 0 0,1 1-1 0 0,-1-1 0 0 0,1 0 0 0 0,-1 1 1 0 0,1-1-1 0 0,-1 0 0 0 0,0 1 0 0 0,1-1 0 0 0,-1 1 1 0 0,0-1-1 0 0,1 1 0 0 0,-1-1 0 0 0,0 1 1 0 0,0 0-1 0 0,1-1 0 0 0,-1 1 0 0 0,0 0 1 0 0,-1-1-1 0 0,1 1 0 0 0,0 0 0 0 0,0 0 1 0 0,0-1-1 0 0,1 1 0 0 0,-1 0 0 0 0,0-1 1 0 0,0 1-1 0 0,0-1 0 0 0,1 1 0 0 0,-1-1 1 0 0,0 1-1 0 0,1-1 0 0 0,-1 0 1 0 0,0 1-1 0 0,1-1 0 0 0,-1 0 0 0 0,1 1 1 0 0,-1-1-1 0 0,1 0 0 0 0,-1 0 0 0 0,1 1 1 0 0,0-1-1 0 0,-1 0 0 0 0,1 0 0 0 0,0 0 1 0 0,0 0-1 0 0,-1 0 0 0 0,1 1 1 0 0,0-1-1 0 0,0 0 0 0 0,0-2 0 0 0,1-7 3 0 0,-1 7 2 0 0,1 0 0 0 0,-1 0 0 0 0,0 0 0 0 0,0 0-1 0 0,0 0 1 0 0,0 0 0 0 0,-1 0 0 0 0,1-1 0 0 0,-1 1 0 0 0,0 0 0 0 0,0 0 0 0 0,-2-4-1 0 0,-7-3 31 0 0,9 9-27 0 0,-1 0 0 0 0,1 0 0 0 0,0 0 0 0 0,0 0 1 0 0,0 0-1 0 0,-1 0 0 0 0,1-1 0 0 0,0 1 0 0 0,0-1 0 0 0,1 1 0 0 0,-1 0 0 0 0,0-1 0 0 0,0 0 0 0 0,1 1 1 0 0,-1-1-1 0 0,1 1 0 0 0,-1-1 0 0 0,1 0 0 0 0,0 1 0 0 0,0-4 0 0 0,1-12 91 0 0,-1 13-77 0 0,1-1 0 0 0,-1 1 0 0 0,1-1 0 0 0,-1 0 0 0 0,0 1 1 0 0,-1-1-1 0 0,1 1 0 0 0,-1-1 0 0 0,0 1 0 0 0,0-1 0 0 0,0 1 0 0 0,-3-5 0 0 0,-6 0-10 0 0,8 8-19 0 0,1 0 1 0 0,0 1-1 0 0,0-1 1 0 0,0 0-1 0 0,0 0 0 0 0,-1 0 1 0 0,2 0-1 0 0,-1-1 0 0 0,0 1 1 0 0,0 0-1 0 0,0 0 1 0 0,0-1-1 0 0,1 1 0 0 0,-1 0 1 0 0,1-1-1 0 0,-1 1 1 0 0,1 0-1 0 0,-1-1 0 0 0,1 1 1 0 0,0-1-1 0 0,0 1 0 0 0,0-1 1 0 0,0 1-1 0 0,0-1 1 0 0,0-1-1 0 0,0 2 5 0 0,0 0 1 0 0,0 0 0 0 0,0 0-1 0 0,0 0 1 0 0,-1 0-1 0 0,1 0 1 0 0,0 0-1 0 0,-1 0 1 0 0,1 0-1 0 0,0 0 1 0 0,-1 1-1 0 0,1-1 1 0 0,-1 0-1 0 0,1 0 1 0 0,-1 0-1 0 0,0 0 1 0 0,1 1-1 0 0,-1-1 1 0 0,0 0-1 0 0,1 1 1 0 0,-1-1-1 0 0,0 0 1 0 0,0 1-1 0 0,0-1 1 0 0,0 1-1 0 0,1 0 1 0 0,-3-1-1 0 0,2 0 4 0 0,0 1-1 0 0,0-1 1 0 0,0 1-1 0 0,0-1 0 0 0,0 1 1 0 0,0-1-1 0 0,1 1 0 0 0,-1-1 1 0 0,0 0-1 0 0,0 0 1 0 0,0 1-1 0 0,1-1 0 0 0,-1 0 1 0 0,0 0-1 0 0,1 0 1 0 0,-1 0-1 0 0,1 1 0 0 0,-1-1 1 0 0,1 0-1 0 0,0 0 1 0 0,-1 0-1 0 0,1 0 0 0 0,0 0 1 0 0,0 0-1 0 0,-1-1 1 0 0,1 1-1 0 0,0-2 0 0 0,0-75 318 0 0,0 76-319 0 0,0 1 0 0 0,-1 0-1 0 0,1 0 1 0 0,0 0 0 0 0,-1 0-1 0 0,0 0 1 0 0,1 0 0 0 0,-1 0-1 0 0,1 0 1 0 0,-1 0 0 0 0,0 0-1 0 0,0 0 1 0 0,0 0 0 0 0,1 0-1 0 0,-1 0 1 0 0,0 1 0 0 0,0-1-1 0 0,0 0 1 0 0,0 1 0 0 0,0-1-1 0 0,0 1 1 0 0,-1-1 0 0 0,1 1-1 0 0,0-1 1 0 0,-1 1 0 0 0,-4-3 8 0 0,6 3-7 0 0,-1 0 0 0 0,1-1 0 0 0,0 1 0 0 0,-1 0 0 0 0,1 0 1 0 0,0-1-1 0 0,-1 1 0 0 0,1 0 0 0 0,0-1 0 0 0,-1 1 0 0 0,1 0 0 0 0,0-1 0 0 0,0 1 0 0 0,-1 0 0 0 0,1-1 0 0 0,0 1 0 0 0,0-1 0 0 0,0 1 0 0 0,0 0 0 0 0,-1-1 0 0 0,1 1 0 0 0,0-1 1 0 0,0 1-1 0 0,0 0 0 0 0,0-1 0 0 0,0 1 0 0 0,0-1 0 0 0,0 1 0 0 0,0-1 0 0 0,0 1 0 0 0,1 0 0 0 0,-1-1 0 0 0,0 0 2 0 0,0 1-1 0 0,0 0 1 0 0,0-1-1 0 0,0 1 1 0 0,0 0-1 0 0,0 0 1 0 0,0-1 0 0 0,0 1-1 0 0,0 0 1 0 0,0-1-1 0 0,0 1 1 0 0,0 0-1 0 0,0-1 1 0 0,0 1-1 0 0,0 0 1 0 0,0 0-1 0 0,0-1 1 0 0,0 1 0 0 0,0 0-1 0 0,-1-1 1 0 0,1 1-1 0 0,0 0 1 0 0,0 0-1 0 0,0-1 1 0 0,0 1-1 0 0,-1 0 1 0 0,1 0-1 0 0,0-1 1 0 0,0 1 0 0 0,-1 0-1 0 0,1 0 1 0 0,0 0-1 0 0,0 0 1 0 0,-1-1-1 0 0,1 1 1 0 0,0 0-1 0 0,-1 0 1 0 0,1 0-1 0 0,0 0 1 0 0,-1 0 0 0 0,-5-3-232 0 0,-1 1 0 0 0,0 1 1 0 0,0-1-1 0 0,-11 0 0 0 0,1 1-1675 0 0,-1 2 0 0 0,1 0 0 0 0,-22 4 0 0 0,-81 13-8542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3:51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47 3041 0 0,'-36'18'1535'0'0,"5"-2"733"0"0,-59 22-1 0 0,82-36-1668 0 0,1-1 1 0 0,0 0-1 0 0,-1 0 1 0 0,1 0-1 0 0,-1-1 0 0 0,-7-1 1 0 0,9 1-648 0 0,1 0 1409 0 0,4-9-461 0 0,1 8-886 0 0,-1-1 1 0 0,1 0-1 0 0,0 1 1 0 0,0-1-1 0 0,0 0 0 0 0,0 0 1 0 0,0 1-1 0 0,0-1 1 0 0,0 0-1 0 0,1 1 0 0 0,-1-1 1 0 0,1 0-1 0 0,-1 1 1 0 0,1-1-1 0 0,-1 1 1 0 0,1-1-1 0 0,0 1 0 0 0,1-3 1 0 0,5-1-32 0 0,0-2-364 0 0,0 1 0 0 0,0 1 1 0 0,1 0-1 0 0,16-9 0 0 0,-2 4-544 0 0,21-7-3472 0 0,-38 16 3685 0 0,16-4-628 0 0,-14-2-2318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8:43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230 381 1121 0 0,'-6'0'1013'0'0,"3"0"-1115"0"0,-14 3 1979 0 0,16-2-1424 0 0,0 0 0 0 0,0 1 0 0 0,1-1-1 0 0,-1 0 1 0 0,0 0 0 0 0,1 0 0 0 0,-1 1-1 0 0,1-1 1 0 0,0 0 0 0 0,-1 1 0 0 0,1-1-1 0 0,0 0 1 0 0,0 1 0 0 0,0-1 0 0 0,0 0-1 0 0,0 1 1 0 0,0 1 0 0 0,0-3-385 0 0,-1 1-1 0 0,1-1 1 0 0,0 1 0 0 0,-1-1 0 0 0,1 1-1 0 0,0-1 1 0 0,-1 0 0 0 0,1 1 0 0 0,-1-1-1 0 0,1 0 1 0 0,0 0 0 0 0,-1 1 0 0 0,1-1-1 0 0,-1 0 1 0 0,1 0 0 0 0,-1 1 0 0 0,1-1-1 0 0,-1 0 1 0 0,0 0 0 0 0,1 0 0 0 0,-1 0-1 0 0,1 0 1 0 0,-1 0 0 0 0,1 0 0 0 0,-1 0-1 0 0,1 0 1 0 0,-1 0 0 0 0,1 0 0 0 0,-1 0 0 0 0,0-1-1 0 0,0 1-14 0 0,1 0 1 0 0,-1 0-1 0 0,1 0 0 0 0,-1-1 0 0 0,0 1 0 0 0,1 0 0 0 0,-1 0 1 0 0,1 0-1 0 0,-1 0 0 0 0,0 0 0 0 0,1 0 0 0 0,-1 1 0 0 0,1-1 1 0 0,-1 0-1 0 0,0 0 0 0 0,1 0 0 0 0,-1 0 0 0 0,1 1 1 0 0,-1-1-1 0 0,1 0 0 0 0,-1 1 0 0 0,1-1 0 0 0,-1 0 0 0 0,1 1 1 0 0,-1-1-1 0 0,1 0 0 0 0,0 1 0 0 0,-1-1 0 0 0,1 1 0 0 0,-1-1 1 0 0,1 1-1 0 0,-1 0 0 0 0,-4 1 1041 0 0,5-2-1077 0 0,-5-1 232 0 0,1 1 0 0 0,-1 0 1 0 0,0 1-1 0 0,1-1 0 0 0,-1 1 1 0 0,-7 2-1 0 0,11-2-161 0 0,0 0-1 0 0,-1-1 1 0 0,1 1-1 0 0,0 0 1 0 0,0 0 0 0 0,0 0-1 0 0,-1 0 1 0 0,1 0-1 0 0,0 0 1 0 0,0 0 0 0 0,1 0-1 0 0,-1 0 1 0 0,0 1 0 0 0,0-1-1 0 0,0 0 1 0 0,1 1-1 0 0,-1-1 1 0 0,1 0 0 0 0,-1 1-1 0 0,1-1 1 0 0,0 0-1 0 0,-1 1 1 0 0,1-1 0 0 0,0 1-1 0 0,0-1 1 0 0,0 1-1 0 0,0 1 1 0 0,0-1-68 0 0,0-1 0 0 0,0 1 0 0 0,-1-1 0 0 0,1 0 0 0 0,-1 1 0 0 0,1-1 0 0 0,-1 0 0 0 0,1 1 0 0 0,-1-1 0 0 0,1 0 0 0 0,-1 0 0 0 0,0 1 0 0 0,0-1 0 0 0,0 0 0 0 0,0 0-1 0 0,0 0 1 0 0,0 0 0 0 0,0 0 0 0 0,0 0 0 0 0,0-1 0 0 0,-3 2 0 0 0,-5 6 75 0 0,-2 12 105 0 0,-11-1 120 0 0,11 10 133 0 0,1-14-212 0 0,8-13-172 0 0,0 0 0 0 0,1 0 1 0 0,-1 0-1 0 0,1 0 0 0 0,-1 1 0 0 0,1-1 0 0 0,0 0 0 0 0,0 1 1 0 0,0-1-1 0 0,1 0 0 0 0,-1 1 0 0 0,0-1 0 0 0,1 1 0 0 0,0-1 1 0 0,-1 5-1 0 0,1-8-18 0 0,0 0 0 0 0,-1 0 0 0 0,1 0 0 0 0,0-1 0 0 0,0 1 0 0 0,0 0 0 0 0,0 0 0 0 0,0 0 0 0 0,1 0 0 0 0,-1 0 0 0 0,0 0 0 0 0,0 0 0 0 0,1 0 0 0 0,-1 0 0 0 0,0 0 0 0 0,1 0 0 0 0,-1 0 0 0 0,1 0 0 0 0,-1 0 0 0 0,1 0 0 0 0,0 1 0 0 0,-1-1 0 0 0,1 0 0 0 0,0 0 0 0 0,0 1 0 0 0,0-1 0 0 0,-1 0 0 0 0,1 1 0 0 0,0-1 0 0 0,0 1 0 0 0,0-1 0 0 0,0 1 0 0 0,2-1 0 0 0,7-5-11 0 0,-9 6-23 0 0,0-1 0 0 0,-1 1 0 0 0,1-1 0 0 0,-1 1 0 0 0,1-1 0 0 0,-1 0 0 0 0,0 1 0 0 0,1-1 0 0 0,-1 1 0 0 0,0-1 0 0 0,1 0 1 0 0,-1 0-1 0 0,0 1 0 0 0,0-1 0 0 0,1 0 0 0 0,-1 0 0 0 0,0 1 0 0 0,0-1 0 0 0,0 0 0 0 0,0 0 0 0 0,0-1 0 0 0,4-16 221 0 0,3 6-127 0 0,-1 0-1 0 0,0 0 0 0 0,8-24 0 0 0,-7 19 0 0 0,1 1 0 0 0,0 1 1 0 0,12-16-1 0 0,-9 15 27 0 0,-1-1 1 0 0,13-30-1 0 0,-12 6-3 0 0,-6 33-129 0 0,0 0 1 0 0,1 0 0 0 0,0 0 0 0 0,0 1-1 0 0,1 0 1 0 0,12-11 0 0 0,-17 15 8 0 0,-1 1-1 0 0,0-1 1 0 0,0 0 0 0 0,0 0 0 0 0,0 0 0 0 0,-1 1-1 0 0,1-1 1 0 0,-1 0 0 0 0,0 0 0 0 0,1 0 0 0 0,-1 0-1 0 0,-1 0 1 0 0,1 0 0 0 0,0 0 0 0 0,-1-3 0 0 0,0-6 165 0 0,1 8-117 0 0,0 2-30 0 0,1 1 0 0 0,-1 0 0 0 0,0-1 0 0 0,0 1 0 0 0,1-1 0 0 0,-1 1 0 0 0,0-1 0 0 0,-1 1 0 0 0,1-1 0 0 0,0 1 0 0 0,0 0 0 0 0,-1-1 0 0 0,1 1 0 0 0,0-1 0 0 0,-1 1 0 0 0,1 0 0 0 0,-1-1 0 0 0,0 1 0 0 0,0 0 0 0 0,-1-2 0 0 0,0 2-5 0 0,-1 1 0 0 0,1-1 0 0 0,0 0 1 0 0,-1 0-1 0 0,1-1 0 0 0,0 1 0 0 0,0 0 1 0 0,0-1-1 0 0,0 1 0 0 0,0-1 1 0 0,-3-3-1 0 0,5 4-20 0 0,-1 1 0 0 0,1 0 0 0 0,0-1 0 0 0,0 1 0 0 0,0-1 0 0 0,0 1 0 0 0,-1-1 0 0 0,1 1 0 0 0,0-1 0 0 0,0 1 0 0 0,0-1 0 0 0,0 1 0 0 0,0-1 0 0 0,0 1 0 0 0,1-1 0 0 0,-1 1 0 0 0,0-1 0 0 0,0 1 0 0 0,0-1 0 0 0,0 1 0 0 0,0-1 0 0 0,1 1 0 0 0,-1-2 0 0 0,2-2 71 0 0,-2-44 1163 0 0,0 48-1234 0 0,0-1 1 0 0,1 1-1 0 0,-1-1 1 0 0,0 1-1 0 0,0 0 1 0 0,1-1 0 0 0,-1 1-1 0 0,0-1 1 0 0,1 1-1 0 0,-1 0 1 0 0,0-1-1 0 0,1 1 1 0 0,-1 0-1 0 0,1-1 1 0 0,-1 1-1 0 0,0 0 1 0 0,1 0-1 0 0,-1-1 1 0 0,1 1-1 0 0,-1 0 1 0 0,1 0-1 0 0,-1 0 1 0 0,1 0 0 0 0,-1 0-1 0 0,1 0 1 0 0,-1 0-1 0 0,1 0 1 0 0,-1 0-1 0 0,1 0 1 0 0,-1 0-1 0 0,1 0 1 0 0,-1 0-1 0 0,1 0 1 0 0,-1 0-1 0 0,1 0 1 0 0,0 1-1 0 0,-1-1 5 0 0,1 0 0 0 0,-1 0 0 0 0,1 0 0 0 0,-1 1 0 0 0,1-1 0 0 0,-1 0 0 0 0,1 0 0 0 0,-1 0 0 0 0,1 0 0 0 0,-1 0 0 0 0,1 0 0 0 0,0 0 0 0 0,-1 0 0 0 0,1-1 0 0 0,-1 1 0 0 0,1 0 0 0 0,-1 0 0 0 0,1 0 0 0 0,-1 0 0 0 0,1-1 0 0 0,-1 1 0 0 0,1 0 0 0 0,-1 0 0 0 0,0-1 0 0 0,1 1 0 0 0,-1 0 0 0 0,1-1 0 0 0,-1 1 0 0 0,0-1 0 0 0,1 1 0 0 0,-1 0 0 0 0,0-1 0 0 0,1 1 0 0 0,-1-1 0 0 0,0 1-1 0 0,0-1 1 0 0,1 0 0 0 0,-1 0 3 0 0,0 0 0 0 0,1 1-1 0 0,-1-1 1 0 0,0 0-1 0 0,1 1 1 0 0,-1-1-1 0 0,1 0 1 0 0,-1 1-1 0 0,1-1 1 0 0,0 0-1 0 0,-1 1 1 0 0,1-1-1 0 0,-1 1 1 0 0,1-1-1 0 0,0 1 1 0 0,0-1-1 0 0,-1 1 1 0 0,1 0-1 0 0,0-1 1 0 0,0 1-1 0 0,-1 0 1 0 0,1 0-1 0 0,0 0 1 0 0,0-1 0 0 0,0 1-1 0 0,-1 0 1 0 0,1 0-1 0 0,0 0 1 0 0,0 0-1 0 0,0 0 1 0 0,0 0-1 0 0,1 1 1 0 0,13-3 325 0 0,23-2-264 0 0,0 1 0 0 0,0 2 0 0 0,76 9 0 0 0,-28-2-47 0 0,-25-4-47 0 0,-14-1-1087 0 0,68 11 0 0 0,-123-11-7761 0 0,-22 5 3827 0 0,-57 2-5912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8:43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15 160 0 0,'0'0'190'0'0,"-1"0"-1"0"0,1 1 1 0 0,0-1 0 0 0,0 0-1 0 0,0 1 1 0 0,0-1 0 0 0,-1 1 0 0 0,1-1-1 0 0,0 0 1 0 0,0 1 0 0 0,0-1-1 0 0,0 1 1 0 0,0-1 0 0 0,0 1-1 0 0,0-1 1 0 0,0 0 0 0 0,0 1-1 0 0,1-1 1 0 0,-1 1 0 0 0,0-1-1 0 0,0 0 1 0 0,0 1 0 0 0,0-1-1 0 0,0 1 1 0 0,1-1 0 0 0,-1 0-1 0 0,0 1 1 0 0,0-1 0 0 0,1 0-1 0 0,-1 1 1 0 0,0-1 0 0 0,1 0 0 0 0,-1 0-1 0 0,0 1 1 0 0,1-1 0 0 0,-1 0-1 0 0,0 0 1 0 0,1 1 0 0 0,-1-1-1 0 0,1 0 1 0 0,59 5 6200 0 0,109-17 1413 0 0,16 6-4428 0 0,-120 5-4362 0 0,-60 0-3048 0 0,-5-1 2377 0 0,-10-1-759 0 0,-56 1-4093 0 0,-53-5-1307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8:45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28 880 0 0,'0'-1'91'0'0,"1"0"0"0"0,-1 0-1 0 0,0 0 1 0 0,0 0 0 0 0,1 0-1 0 0,-1 0 1 0 0,1 1 0 0 0,-1-1-1 0 0,0 0 1 0 0,1 0 0 0 0,0 0-1 0 0,-1 1 1 0 0,1-1-1 0 0,-1 0 1 0 0,1 1 0 0 0,0-1-1 0 0,0 1 1 0 0,-1-1 0 0 0,1 1-1 0 0,0-1 1 0 0,0 1 0 0 0,0-1-1 0 0,-1 1 1 0 0,1 0 0 0 0,0-1-1 0 0,0 1 1 0 0,0 0 0 0 0,0 0-1 0 0,0 0 1 0 0,0 0-1 0 0,0 0 1 0 0,0 0 0 0 0,0 0-1 0 0,-1 0 1 0 0,1 0 0 0 0,0 0-1 0 0,0 0 1 0 0,0 0 0 0 0,0 1-1 0 0,0-1 1 0 0,0 0 0 0 0,0 1-1 0 0,1 0 1 0 0,-14-5 8411 0 0,-36-4-6693 0 0,43 8-1315 0 0,-1 0-94 0 0,-19 0 320 0 0,-48 7 1 0 0,69-7-689 0 0,-26 9 124 0 0,29-8-154 0 0,-1-1 1 0 0,1 1-1 0 0,0-1 1 0 0,0 1-1 0 0,0 0 1 0 0,0-1-1 0 0,0 1 1 0 0,0 0-1 0 0,0 0 1 0 0,0 0-1 0 0,0 0 1 0 0,1 0-1 0 0,-1 0 1 0 0,0 0-1 0 0,1 0 1 0 0,-1 0-1 0 0,0 0 1 0 0,1 0 0 0 0,-1 0-1 0 0,1 1 1 0 0,0-1-1 0 0,-1 0 1 0 0,1 0-1 0 0,0 0 1 0 0,0 2-1 0 0,0 0 1 0 0,0-1-1 0 0,0 0 1 0 0,-1 1-1 0 0,1-1 1 0 0,0 0-1 0 0,-1 0 0 0 0,0 1 1 0 0,1-1-1 0 0,-1 0 1 0 0,0 0-1 0 0,0 0 1 0 0,0 1-1 0 0,-1-1 1 0 0,1 0-1 0 0,0-1 1 0 0,-1 1-1 0 0,1 0 1 0 0,-4 2-1 0 0,-3 6 18 0 0,6-7-14 0 0,1 1 0 0 0,0-1 0 0 0,-1 0 0 0 0,2 1 0 0 0,-1-1 1 0 0,0 1-1 0 0,1-1 0 0 0,-1 0 0 0 0,1 1 0 0 0,0 0 0 0 0,0-1 0 0 0,1 1 0 0 0,0 4 1 0 0,0 7 0 0 0,-1-14-7 0 0,1 0 0 0 0,-1 0 0 0 0,0 1 0 0 0,1-1 0 0 0,-1 0 0 0 0,1 0 0 0 0,-1 0-1 0 0,1 0 1 0 0,0 0 0 0 0,-1 0 0 0 0,1 0 0 0 0,0 0 0 0 0,0 0 0 0 0,0 0 0 0 0,0 0 0 0 0,0 0 0 0 0,0-1 0 0 0,0 1-1 0 0,0 0 1 0 0,0-1 0 0 0,0 1 0 0 0,0-1 0 0 0,0 1 0 0 0,0-1 0 0 0,2 1 0 0 0,2 1-11 0 0,0-1 0 0 0,0 0 1 0 0,0 0-1 0 0,-1 0 0 0 0,10 0 1 0 0,23-2-22 0 0,0-1 1 0 0,46-8 0 0 0,-62 6 16 0 0,0-2 1 0 0,35-12-1 0 0,-13 2-21 0 0,-30 11-34 0 0,5-1-20 0 0,34-16 1 0 0,-49 21-2 0 0,-1 0 0 0 0,1 0 0 0 0,-1 0 0 0 0,1-1 0 0 0,-1 1-1 0 0,1-1 1 0 0,-1 0 0 0 0,0 0 0 0 0,0 0 0 0 0,0 0 0 0 0,0 0-1 0 0,0 0 1 0 0,-1 0 0 0 0,1-1 0 0 0,0 1 0 0 0,-1 0 0 0 0,0-1-1 0 0,0 0 1 0 0,1 1 0 0 0,-2-1 0 0 0,2-4 0 0 0,-2 6-8 0 0,0 0 0 0 0,0 0 0 0 0,0 0 0 0 0,0 1 0 0 0,0-1 0 0 0,0 0 0 0 0,0 0 0 0 0,-1 0 0 0 0,1 0 0 0 0,0 1 0 0 0,-1-1 0 0 0,1 0 0 0 0,0 0 0 0 0,-1 0 0 0 0,1 1 0 0 0,-1-1 0 0 0,0 0 0 0 0,1 1 0 0 0,-1-1 0 0 0,1 1 0 0 0,-1-1 0 0 0,0 0 0 0 0,-1 0 0 0 0,-21-6-1293 0 0,18 6 1051 0 0,-55-6-2847 0 0,-5 6-867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8:45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97 560 0 0,'65'-13'2241'0'0,"-32"-1"-80"0"0,-7-1-640 0 0,6-6-1361 0 0,1 9-1361 0 0,0-3-799 0 0,-33 9-161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8:46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1 192 480 0 0,'1'0'83'0'0,"1"-1"0"0"0,-1 0 0 0 0,1 0 0 0 0,0 0 0 0 0,-1 0 0 0 0,1 0 0 0 0,-1 0 0 0 0,0 0 0 0 0,1 0 0 0 0,-1 0 0 0 0,0-1 0 0 0,0 1 0 0 0,0-1 0 0 0,0 1 0 0 0,1-2 0 0 0,2-28 2385 0 0,-4 27-2235 0 0,0 3-165 0 0,0 0 0 0 0,0 0 0 0 0,0 0 0 0 0,0 0 0 0 0,0 1 0 0 0,0-1 1 0 0,0 0-1 0 0,1 0 0 0 0,-1 0 0 0 0,0 0 0 0 0,1 0 0 0 0,-1 1 0 0 0,1-1 0 0 0,-1 0 0 0 0,1 0 0 0 0,-1 0 1 0 0,1 1-1 0 0,0-1 0 0 0,-1 0 0 0 0,1 1 0 0 0,0-1 0 0 0,-1 1 0 0 0,1-1 0 0 0,0 1 0 0 0,0-1 1 0 0,0 1-1 0 0,-1-1 0 0 0,1 1 0 0 0,1-1 0 0 0,-1 1 44 0 0,0 0 1 0 0,0-1-1 0 0,0 1 1 0 0,0-1-1 0 0,0 1 1 0 0,0-1-1 0 0,0 1 0 0 0,0-1 1 0 0,-1 0-1 0 0,1 1 1 0 0,0-1-1 0 0,0 0 0 0 0,-1 0 1 0 0,1 0-1 0 0,-1 0 1 0 0,1 1-1 0 0,0-1 1 0 0,-1 0-1 0 0,0 0 0 0 0,1 0 1 0 0,-1 0-1 0 0,1 0 1 0 0,-1 0-1 0 0,0 0 0 0 0,0 0 1 0 0,0 0-1 0 0,0 0 1 0 0,0 0-1 0 0,0-2 1 0 0,1-4 1425 0 0,-1 5-1233 0 0,1 1 0 0 0,-1-1 0 0 0,0 0 1 0 0,0 0-1 0 0,0 1 0 0 0,0-1 0 0 0,0 0 0 0 0,0 0 0 0 0,0 0 1 0 0,0 1-1 0 0,-1-1 0 0 0,1 0 0 0 0,-1 1 0 0 0,1-1 1 0 0,-1 0-1 0 0,0 1 0 0 0,0-1 0 0 0,-1-2 0 0 0,-6 1-42 0 0,7 3-196 0 0,1 0 0 0 0,-1 0 0 0 0,0 0-1 0 0,0 0 1 0 0,0 0 0 0 0,0-1 0 0 0,0 1 0 0 0,0 0-1 0 0,1-1 1 0 0,-1 1 0 0 0,0-1 0 0 0,0 1 0 0 0,1-1-1 0 0,-1 1 1 0 0,0-1 0 0 0,1 0 0 0 0,-1 1 0 0 0,0-1-1 0 0,1 0 1 0 0,-1 1 0 0 0,1-1 0 0 0,-1 0 0 0 0,1 0-1 0 0,-1 1 1 0 0,1-1 0 0 0,0 0 0 0 0,-1 0 0 0 0,1 0-1 0 0,0 0 1 0 0,0 0 0 0 0,0 1 0 0 0,0-1 0 0 0,-1 0-1 0 0,1 0 1 0 0,0 0 0 0 0,1-1 0 0 0,4-1 413 0 0,36-4-428 0 0,1 2 1 0 0,-1 2-1 0 0,1 1 1 0 0,73 8-1 0 0,56-3-9492 0 0,-106-8 4798 0 0,0-1 387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8:47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1 199 720 0 0,'0'-2'76'0'0,"0"1"-1"0"0,0-1 1 0 0,0 0-1 0 0,1 1 1 0 0,-1-1-1 0 0,0 0 0 0 0,1 1 1 0 0,0-1-1 0 0,-1 1 1 0 0,1-1-1 0 0,0 1 1 0 0,0-1-1 0 0,0 1 1 0 0,0-1-1 0 0,0 1 1 0 0,0 0-1 0 0,0 0 0 0 0,0-1 1 0 0,0 1-1 0 0,3-1 1 0 0,6-8 354 0 0,-5 4-67 0 0,-3 2-161 0 0,1 1-1 0 0,-1 0 0 0 0,1 0 1 0 0,0 0-1 0 0,0 0 0 0 0,0 1 1 0 0,5-5-1 0 0,-3-1 1184 0 0,-5 7-1344 0 0,0 1 1 0 0,0 0-1 0 0,0 0 0 0 0,0 0 0 0 0,0-1 1 0 0,0 1-1 0 0,0 0 0 0 0,0 0 1 0 0,1 0-1 0 0,-1-1 0 0 0,0 1 0 0 0,0 0 1 0 0,0 0-1 0 0,0 0 0 0 0,0 0 1 0 0,0-1-1 0 0,0 1 0 0 0,0 0 0 0 0,1 0 1 0 0,-1 0-1 0 0,0 0 0 0 0,0-1 0 0 0,0 1 1 0 0,0 0-1 0 0,0 0 0 0 0,1 0 1 0 0,-1 0-1 0 0,0 0 0 0 0,0 0 0 0 0,0 0 1 0 0,1 0-1 0 0,-1-1 0 0 0,0 1 1 0 0,0 0-1 0 0,0 0 0 0 0,1 0 0 0 0,-1 0 1 0 0,0 0-1 0 0,0 0 0 0 0,0 0 0 0 0,1 0 1 0 0,-1 0-1 0 0,0 0 0 0 0,33 0 1707 0 0,-4 3-1716 0 0,-25 0-38 0 0,3-3 10 0 0,-6 0 0 0 0,0 0 0 0 0,0 0 0 0 0,0 0 1 0 0,-1 0-1 0 0,1 0 0 0 0,0 0 1 0 0,0 0-1 0 0,-1 1 0 0 0,1-1 0 0 0,0 0 1 0 0,-1 0-1 0 0,1 1 0 0 0,0-1 0 0 0,0 0 1 0 0,-1 1-1 0 0,1-1 0 0 0,0 0 1 0 0,-1 1-1 0 0,1-1 0 0 0,-1 1 0 0 0,1-1 1 0 0,-1 1-1 0 0,1-1 0 0 0,-1 1 1 0 0,1 0-1 0 0,-1-1 0 0 0,1 1 0 0 0,-1 0 1 0 0,0-1-1 0 0,1 1 0 0 0,-1 0 1 0 0,0 0-1 0 0,0-1 0 0 0,0 1 0 0 0,1 0 1 0 0,-1-1-1 0 0,0 1 0 0 0,0 0 1 0 0,0 0-1 0 0,0 0 0 0 0,0-1 0 0 0,0 1 1 0 0,0 0-1 0 0,-1 0 0 0 0,1 1 1 0 0,0 0 50 0 0,0 0 0 0 0,0 1 1 0 0,-1-1-1 0 0,1 1 0 0 0,-1-1 1 0 0,1 0-1 0 0,-1 1 1 0 0,0-1-1 0 0,0 0 0 0 0,0 0 1 0 0,0 0-1 0 0,0 0 0 0 0,0 0 1 0 0,-1 0-1 0 0,1 0 1 0 0,-1 0-1 0 0,1 0 0 0 0,-1 0 1 0 0,0-1-1 0 0,1 1 1 0 0,-3 1-1 0 0,1-1-20 0 0,2-1 1 0 0,1-1 0 0 0,-1 1 0 0 0,1-1 0 0 0,-1 1-1 0 0,1 0 1 0 0,0-1 0 0 0,-1 1 0 0 0,1-1 0 0 0,0 1 0 0 0,0 0-1 0 0,-1-1 1 0 0,1 1 0 0 0,0-1 0 0 0,0 1 0 0 0,0 0-1 0 0,0-1 1 0 0,0 1 0 0 0,0 0 0 0 0,0 1 0 0 0,0-2-10 0 0,0 0 0 0 0,0 0 0 0 0,0 1 0 0 0,0-1 0 0 0,0 0 0 0 0,0 1 0 0 0,0-1 0 0 0,0 0 1 0 0,0 1-1 0 0,0-1 0 0 0,0 0 0 0 0,0 0 0 0 0,0 1 0 0 0,-1-1 0 0 0,1 0 0 0 0,0 1 0 0 0,0-1 0 0 0,0 0 1 0 0,0 0-1 0 0,0 1 0 0 0,-1-1 0 0 0,1 0 0 0 0,0 0 0 0 0,0 0 0 0 0,0 1 0 0 0,-1-1 0 0 0,1 0 0 0 0,0 0 1 0 0,0 0-1 0 0,-1 0 0 0 0,1 1 0 0 0,0-1 0 0 0,0 0 0 0 0,-1 0 0 0 0,1 0 0 0 0,0 0 0 0 0,-1 0 0 0 0,1 0 1 0 0,-22 1 546 0 0,15-4 395 0 0,3 0-709 0 0,-9-1 158 0 0,-18-9 396 0 0,30 12-762 0 0,0 0 1 0 0,-1 0-1 0 0,1 0 1 0 0,0 0-1 0 0,0 0 0 0 0,0-1 1 0 0,0 1-1 0 0,0 0 1 0 0,0-1-1 0 0,0 1 1 0 0,1-1-1 0 0,-1 1 1 0 0,0 0-1 0 0,1-1 0 0 0,-1 0 1 0 0,1 1-1 0 0,0-1 1 0 0,0 1-1 0 0,-1-1 1 0 0,1 1-1 0 0,0-3 0 0 0,0 1 18 0 0,-1-1 0 0 0,1 1-1 0 0,-1 0 1 0 0,0 0 0 0 0,0-1-1 0 0,0 1 1 0 0,0 0 0 0 0,-1 0-1 0 0,1 0 1 0 0,-3-3 0 0 0,-5-16 216 0 0,10 21-270 0 0,-1-1 1 0 0,0 1-1 0 0,0 0 1 0 0,1 0-1 0 0,-1-1 0 0 0,1 1 1 0 0,-1 0-1 0 0,1 0 1 0 0,0 0-1 0 0,-1 0 1 0 0,1-1-1 0 0,0 1 0 0 0,1-1 1 0 0,0 0 1 0 0,-1 1 1 0 0,0-1 0 0 0,0 0-1 0 0,1 1 1 0 0,-1-1 0 0 0,-1 0-1 0 0,1 0 1 0 0,0 1-1 0 0,0-1 1 0 0,-1 0 0 0 0,1 0-1 0 0,-1 0 1 0 0,1 0 0 0 0,-1-4-1 0 0,1 4-14 0 0,-1 0 0 0 0,0 0 0 0 0,1 0 1 0 0,0-1-1 0 0,-1 1 0 0 0,1 0 0 0 0,0 0 0 0 0,0 1 0 0 0,0-1 0 0 0,0 0 0 0 0,1 0 0 0 0,-1 0 0 0 0,0 1 0 0 0,1-1 1 0 0,-1 0-1 0 0,1 1 0 0 0,0 0 0 0 0,-1-1 0 0 0,1 1 0 0 0,0 0 0 0 0,0 0 0 0 0,0 0 0 0 0,0 0 0 0 0,0 0 0 0 0,0 0 1 0 0,0 1-1 0 0,0-1 0 0 0,0 1 0 0 0,0-1 0 0 0,1 1 0 0 0,-1 0 0 0 0,2 0 0 0 0,2-1-47 0 0,-1 0 1 0 0,0 1-1 0 0,1 0 0 0 0,-1 0 0 0 0,0 0 1 0 0,1 1-1 0 0,-1 0 0 0 0,0 0 0 0 0,0 0 1 0 0,0 1-1 0 0,0-1 0 0 0,6 4 0 0 0,-9-3 40 0 0,-1 1-1 0 0,0-1 0 0 0,0 0 0 0 0,0 1 1 0 0,-1-1-1 0 0,1 1 0 0 0,-1-1 0 0 0,1 1 0 0 0,-1-1 1 0 0,0 1-1 0 0,0 0 0 0 0,0-1 0 0 0,0 1 1 0 0,0-1-1 0 0,-2 6 0 0 0,2 2 1 0 0,0 78 871 0 0,0-87-907 0 0,0-2 67 0 0,0-2-14 0 0,0 1 0 0 0,0-1 1 0 0,0 0-1 0 0,0 1 0 0 0,0-1 1 0 0,1 1-1 0 0,0-1 0 0 0,-1 1 0 0 0,3-4 1 0 0,8-2 95 0 0,0 3-84 0 0,1-3 58 0 0,-10 7-71 0 0,-1-1 0 0 0,1 1 0 0 0,0 0 0 0 0,0 0 0 0 0,0 0 0 0 0,0 0 0 0 0,0 1 0 0 0,0-1 0 0 0,0 0 0 0 0,0 1 0 0 0,3-1 0 0 0,25-5 126 0 0,55-2 0 0 0,-76 7-116 0 0,0 1 0 0 0,0 1-1 0 0,0 0 1 0 0,-1 0 0 0 0,1 0-1 0 0,0 1 1 0 0,-1 1 0 0 0,1-1-1 0 0,15 9 1 0 0,-20-5-43 0 0,-4-5 15 0 0,0-1 0 0 0,0 0 1 0 0,0 0-1 0 0,0 1 0 0 0,0-1 1 0 0,0 0-1 0 0,0 1 0 0 0,0-1 1 0 0,0 0-1 0 0,0 0 1 0 0,0 1-1 0 0,0-1 0 0 0,1 0 1 0 0,-1 1-1 0 0,0-1 0 0 0,0 0 1 0 0,0 0-1 0 0,0 1 0 0 0,1-1 1 0 0,-1 0-1 0 0,0 0 0 0 0,0 0 1 0 0,1 1-1 0 0,-1-1 0 0 0,0 0 1 0 0,0 0-1 0 0,1 0 1 0 0,-1 0-1 0 0,0 0 0 0 0,0 0 1 0 0,1 1-1 0 0,-1-1 0 0 0,1 0 1 0 0,6 2-989 0 0,8 3 1533 0 0,-11 0-5364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8:48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1 640 0 0,'-33'14'1761'0'0,"33"-7"400"0"0,-32 22 400 0 0,-1 4 721 0 0,33 2-81 0 0,0 7-480 0 0,0-30-479 0 0,33-3-722 0 0,-1-3-719 0 0,34-6-561 0 0,-34 0-80 0 0,1 0-240 0 0,32-6-160 0 0,-32-3-721 0 0,0-11-1040 0 0,-33-22-2241 0 0,0-18-3921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8:49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 11 1121 0 0,'0'-11'9010'0'0,"0"16"-3801"0"0,-5 5-1994 0 0,-3-1-2659 0 0,1 0 0 0 0,1 0 0 0 0,-1 1 0 0 0,2 0 0 0 0,-1 0 0 0 0,-5 15 0 0 0,-19 72 1970 0 0,22-68-1824 0 0,-2 1 0 0 0,-23 52 0 0 0,-38 28 429 0 0,18-33-448 0 0,48-70-683 0 0,-76 117 575 0 0,67-106-1242 0 0,0 0 0 0 0,-2-2-1 0 0,1 0 1 0 0,-25 19 0 0 0,7-14-7924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8:49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132 145 1040 0 0,'3'0'374'0'0,"1"0"-1"0"0,0-1 1 0 0,-1 1-1 0 0,1-1 1 0 0,-1 1 0 0 0,1-1-1 0 0,-1 0 1 0 0,1 0-1 0 0,-1-1 1 0 0,1 1-1 0 0,-1-1 1 0 0,0 0-1 0 0,0 0 1 0 0,0 0-1 0 0,0 0 1 0 0,0 0-1 0 0,0 0 1 0 0,-1-1-1 0 0,1 0 1 0 0,2-4-1 0 0,4 0 536 0 0,0 1 0 0 0,0 0-1 0 0,0 1 1 0 0,15-8 0 0 0,-14 9-100 0 0,-1-1 1 0 0,1-1-1 0 0,-1 1 0 0 0,13-12 1 0 0,6-7 1679 0 0,-23 21-2177 0 0,-4 2-246 0 0,0 0 1 0 0,0 0-1 0 0,0 1 0 0 0,0-1 1 0 0,1 0-1 0 0,-1 1 0 0 0,0-1 1 0 0,0 1-1 0 0,1-1 0 0 0,-1 1 1 0 0,0-1-1 0 0,1 1 1 0 0,-1 0-1 0 0,1 0 0 0 0,-1 0 1 0 0,0 0-1 0 0,1 0 0 0 0,-1 0 1 0 0,1 0-1 0 0,1 1 0 0 0,1-1 88 0 0,-4 1-128 0 0,1-1 0 0 0,-1 1 0 0 0,1-1 0 0 0,-1 1 0 0 0,1-1 0 0 0,-1 1 0 0 0,1-1 0 0 0,-1 1 0 0 0,0-1 0 0 0,1 1 0 0 0,-1 0 0 0 0,0-1 0 0 0,1 1 0 0 0,-1 0 0 0 0,0-1 0 0 0,0 1 0 0 0,1 0 0 0 0,-1-1 0 0 0,0 1 0 0 0,0 0 0 0 0,0-1 0 0 0,0 1 0 0 0,0 0 0 0 0,0 0 0 0 0,0-1 0 0 0,0 1 0 0 0,-1 0 0 0 0,1 0 0 0 0,-6 26 127 0 0,-15 14-22 0 0,12-25-63 0 0,1 0-1 0 0,-9 25 1 0 0,6 8 132 0 0,-1-27-132 0 0,10-20-60 0 0,1 1 0 0 0,-1-1 0 0 0,1 1 1 0 0,-1 0-1 0 0,1 0 0 0 0,0 0 0 0 0,0 0 0 0 0,0 0 0 0 0,0 0 0 0 0,0 0 0 0 0,1 0 0 0 0,-1 6 0 0 0,1 36 19 0 0,1-45-725 0 0,-1-15 365 0 0,0 11 312 0 0,0 1 1 0 0,0-1 0 0 0,0 1 0 0 0,-1-1-1 0 0,1 0 1 0 0,-1 1 0 0 0,0-1-1 0 0,-2-5 1 0 0,-2 2-3 0 0,-31-39-121 0 0,33 43 123 0 0,0 0-1 0 0,1 1 1 0 0,-1 0 0 0 0,0-1-1 0 0,0 1 1 0 0,-1 0-1 0 0,1 0 1 0 0,0 1-1 0 0,-1-1 1 0 0,1 1 0 0 0,-1 0-1 0 0,1 0 1 0 0,-8-2-1 0 0,1 2 33 0 0,-1 1-1 0 0,1 0 1 0 0,-1 0-1 0 0,1 1 1 0 0,0 0-1 0 0,0 1 1 0 0,-1 0-1 0 0,1 0 1 0 0,0 1-1 0 0,0 1 1 0 0,1 0-1 0 0,-1 0 1 0 0,-16 10-1 0 0,23-11 16 0 0,0 0 0 0 0,0 0 0 0 0,0-1 0 0 0,0 2 1 0 0,0-1-1 0 0,1 0 0 0 0,-1 1 0 0 0,1-1 0 0 0,0 1 0 0 0,0-1 0 0 0,0 1 0 0 0,1 0 0 0 0,-1 0 0 0 0,1 0 1 0 0,0 0-1 0 0,0 0 0 0 0,0 0 0 0 0,1 0 0 0 0,-1 1 0 0 0,1-1 0 0 0,0 0 0 0 0,1 8 0 0 0,-1-7 36 0 0,1-1-1 0 0,-1 1 1 0 0,1-1-1 0 0,0 1 1 0 0,0-1-1 0 0,1 1 1 0 0,-1-1-1 0 0,1 0 1 0 0,0 0-1 0 0,0 1 1 0 0,0-1-1 0 0,1-1 1 0 0,-1 1-1 0 0,1 0 1 0 0,0-1-1 0 0,0 1 1 0 0,0-1-1 0 0,1 0 1 0 0,4 4-1 0 0,1 0-68 0 0,1-1 0 0 0,0 0 0 0 0,1 0 0 0 0,0-1 0 0 0,19 7 0 0 0,-17-9-548 0 0,-1 1 1 0 0,1-2 0 0 0,0 1 0 0 0,0-2 0 0 0,0 0 0 0 0,0 0 0 0 0,0-2 0 0 0,0 1-1 0 0,23-5 1 0 0,-24 3-294 0 0,-5 2-190 0 0,1-2-1 0 0,-1 1 1 0 0,1-1-1 0 0,-1 0 1 0 0,1 0-1 0 0,-1-1 1 0 0,0 0 0 0 0,0 0-1 0 0,-1-1 1 0 0,1 0-1 0 0,0 0 1 0 0,10-10-1 0 0,16-19-2469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8:50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1071 75 1121 0 0,'2'0'177'0'0,"0"-1"1"0"0,-1 1-1 0 0,1 0 1 0 0,-1-1 0 0 0,1 1-1 0 0,-1-1 1 0 0,0 0 0 0 0,1 1-1 0 0,-1-1 1 0 0,0 0-1 0 0,1 0 1 0 0,-1 0 0 0 0,0 0-1 0 0,0 0 1 0 0,0 0 0 0 0,0 0-1 0 0,0 0 1 0 0,0 0 0 0 0,2-3-1 0 0,-4 2 64 0 0,0 1-1 0 0,-1-1 1 0 0,1 1 0 0 0,0 0-1 0 0,-1 0 1 0 0,1-1 0 0 0,-1 1-1 0 0,1 0 1 0 0,-1 0 0 0 0,1 0-1 0 0,-1 1 1 0 0,0-1-1 0 0,1 0 1 0 0,-1 0 0 0 0,0 1-1 0 0,-2-1 1 0 0,-19-7 1099 0 0,0 0-1 0 0,-1 1 1 0 0,0 2-1 0 0,0 1 1 0 0,-33-3-1 0 0,-127 8 3457 0 0,178-1-4665 0 0,-1 0-29 0 0,0 0 0 0 0,0 0 0 0 0,0 1 0 0 0,0 0 0 0 0,0 0 0 0 0,0 1 0 0 0,1 0 0 0 0,-1 0 0 0 0,0 0 0 0 0,-10 6 0 0 0,16-7-99 0 0,1-1 0 0 0,0 0-1 0 0,0 0 1 0 0,-1 0-1 0 0,1 1 1 0 0,0-1 0 0 0,0 0-1 0 0,-1 0 1 0 0,1 1 0 0 0,0-1-1 0 0,0 0 1 0 0,0 1-1 0 0,-1-1 1 0 0,1 0 0 0 0,0 1-1 0 0,0-1 1 0 0,0 0-1 0 0,0 1 1 0 0,0-1 0 0 0,0 0-1 0 0,0 1 1 0 0,0-1-1 0 0,0 0 1 0 0,0 1 0 0 0,0-1-1 0 0,0 1 1 0 0,0-1 0 0 0,0 0-1 0 0,0 1 1 0 0,0-1-1 0 0,0 0 1 0 0,0 1 0 0 0,0-1-1 0 0,1 0 1 0 0,-1 1-1 0 0,0-1 1 0 0,0 0 0 0 0,0 0-1 0 0,1 1 1 0 0,-1-1-1 0 0,0 0 1 0 0,0 1 0 0 0,1-1-1 0 0,-1 0 1 0 0,1 1 0 0 0,31 39 75 0 0,-23-26-45 0 0,2 0-1 0 0,-1-2 0 0 0,2 1 0 0 0,12 10 1 0 0,2-4 41 0 0,-19-15-64 0 0,-1 0-1 0 0,1 1 1 0 0,-1-1-1 0 0,0 1 1 0 0,-1 1-1 0 0,1-1 1 0 0,-1 1-1 0 0,8 10 1 0 0,19 52 3 0 0,-31-66 3 0 0,0 0-1 0 0,-1 0 1 0 0,0 0-1 0 0,1 0 1 0 0,-1 1 0 0 0,0-1-1 0 0,0 0 1 0 0,0 0-1 0 0,-1 0 1 0 0,1 1-1 0 0,0-1 1 0 0,-1 0 0 0 0,1 0-1 0 0,-1 0 1 0 0,0 0-1 0 0,0 0 1 0 0,0 0-1 0 0,0 0 1 0 0,0 0 0 0 0,0 0-1 0 0,0 0 1 0 0,-1-1-1 0 0,1 1 1 0 0,-1 0 0 0 0,1-1-1 0 0,-1 1 1 0 0,0-1-1 0 0,1 0 1 0 0,-1 1-1 0 0,-2 0 1 0 0,1 0 35 0 0,-3 3 81 0 0,-1 0 0 0 0,-1 0 0 0 0,1 0 0 0 0,0-1 1 0 0,-1 0-1 0 0,0-1 0 0 0,0 0 0 0 0,0 0 1 0 0,0-1-1 0 0,-10 2 0 0 0,-7 0-110 0 0,1-2 0 0 0,-34-1 0 0 0,-228-5-3437 0 0,93-7-3908 0 0,62-1-334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8:51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56 400 0 0,'0'0'66'0'0,"0"-1"-1"0"0,0 1 1 0 0,0 0-1 0 0,0-1 1 0 0,-1 1-1 0 0,1-1 1 0 0,0 1-1 0 0,0 0 1 0 0,0-1-1 0 0,-1 1 1 0 0,1 0-1 0 0,0-1 1 0 0,-1 1-1 0 0,1 0 1 0 0,0-1-1 0 0,0 1 1 0 0,-1 0-1 0 0,1 0 1 0 0,-1-1-1 0 0,1 1 1 0 0,0 0-1 0 0,-1 0 1 0 0,1 0-1 0 0,-1-1 1 0 0,1 1-1 0 0,0 0 1 0 0,-1 0-1 0 0,1 0 1 0 0,-1 0-1 0 0,1 0 1 0 0,0 0-1 0 0,-2 0 1 0 0,-18-2 10027 0 0,13-1-9342 0 0,-106-5 7613 0 0,107 8-6950 0 0,6 2-616 0 0,0-2-752 0 0,0 0 0 0 0,0 1-1 0 0,0-1 1 0 0,0 0 0 0 0,0 0 0 0 0,0 0 0 0 0,0 0-1 0 0,0 0 1 0 0,0 1 0 0 0,0-1 0 0 0,0 0 0 0 0,0 0-1 0 0,0 0 1 0 0,0 0 0 0 0,0 1 0 0 0,0-1 0 0 0,0 0-1 0 0,0 0 1 0 0,0 0 0 0 0,0 0 0 0 0,0 0 0 0 0,0 1-1 0 0,0-1 1 0 0,0 0 0 0 0,0 0 0 0 0,1 0 0 0 0,-1 0-1 0 0,0 0 1 0 0,0 0 0 0 0,0 1 0 0 0,0-1 0 0 0,0 0-1 0 0,0 0 1 0 0,0 0 0 0 0,1 0 0 0 0,-1 0 0 0 0,0 0-1 0 0,0 0 1 0 0,0 0 0 0 0,0 0 0 0 0,0 0 0 0 0,0 1-1 0 0,1-1 1 0 0,-1 0 0 0 0,0 0 0 0 0,0 0 0 0 0,0 0-1 0 0,0 0 1 0 0,1 0 0 0 0,-1 0 0 0 0,0 0 0 0 0,0 0-1 0 0,0 0 1 0 0,0 0 0 0 0,0-1 0 0 0,1 1 0 0 0,-1 0-1 0 0,0 0 1 0 0,0 0 0 0 0,0 0 0 0 0,0 0 0 0 0,0 0-1 0 0,1 0 1 0 0,-1 0 0 0 0,118 3 1925 0 0,78-1-727 0 0,37-20-503 0 0,23-2-202 0 0,-6 11 8 0 0,68 29 68 0 0,-140-5-469 0 0,93-7-140 0 0,-21-2-7 0 0,33 8 1 0 0,98 22 0 0 0,117 2 0 0 0,-203-55 0 0 0,-209 9 0 0 0,71 5 0 0 0,-74 4 0 0 0,74 8 0 0 0,-5-9 0 0 0,55-9 0 0 0,-126 14 0 0 0,88 18 0 0 0,-121-14 0 0 0,67 24 0 0 0,21 8 0 0 0,15 0 0 0 0,-131-35 0 0 0,-1-1 0 0 0,39 5 0 0 0,-13-4 0 0 0,113 9 0 0 0,260-11 0 0 0,-358-7 0 0 0,70-13 0 0 0,-122 15 0 0 0,-1 0 0 0 0,0-1 0 0 0,1 0 0 0 0,-1-1 0 0 0,0 1 0 0 0,9-6 0 0 0,-24 7 348 0 0,-60-10-2742 0 0,-74-18-7838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3:56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606 109 640 0 0,'0'-48'2628'0'0,"-1"48"-2604"0"0,1-1-1 0 0,0 1 1 0 0,0-1 0 0 0,-1 1-1 0 0,1 0 1 0 0,0-1-1 0 0,0 1 1 0 0,-1 0 0 0 0,1-1-1 0 0,0 1 1 0 0,-1 0-1 0 0,1-1 1 0 0,-1 1 0 0 0,1 0-1 0 0,0 0 1 0 0,-1-1-1 0 0,1 1 1 0 0,-1 0 0 0 0,1 0-1 0 0,-1 0 1 0 0,1 0-1 0 0,-1 0 1 0 0,1 0 0 0 0,0-1-1 0 0,-1 1 1 0 0,1 0-1 0 0,-1 0 1 0 0,1 0 0 0 0,-2 1-1 0 0,-12-1 182 0 0,13 0-144 0 0,-47 1 961 0 0,35 1-832 0 0,1-1 1 0 0,0-1 0 0 0,-1 0 0 0 0,1-1 0 0 0,-1 0-1 0 0,1-1 1 0 0,-16-5 0 0 0,28 7-189 0 0,0 0 1 0 0,-1 0-1 0 0,1 0 1 0 0,0 0-1 0 0,0 0 1 0 0,-1 0-1 0 0,1 0 1 0 0,0-1 0 0 0,0 1-1 0 0,-1 0 1 0 0,1 0-1 0 0,0 0 1 0 0,0 0-1 0 0,0-1 1 0 0,-1 1-1 0 0,1 0 1 0 0,0 0-1 0 0,0 0 1 0 0,0-1-1 0 0,0 1 1 0 0,0 0-1 0 0,-1 0 1 0 0,1-1-1 0 0,0 1 1 0 0,0 0-1 0 0,0 0 1 0 0,0-1 0 0 0,0 1-1 0 0,0 0 1 0 0,0 0-1 0 0,0-1 1 0 0,0 1-1 0 0,0-1 1 0 0,0 1 1 0 0,0-1-1 0 0,0 1 0 0 0,0 0 0 0 0,0-1 0 0 0,0 1 1 0 0,0 0-1 0 0,0-1 0 0 0,-1 1 0 0 0,1-1 1 0 0,0 1-1 0 0,0 0 0 0 0,0-1 0 0 0,0 1 0 0 0,-1 0 1 0 0,1-1-1 0 0,0 1 0 0 0,0 0 0 0 0,-1 0 0 0 0,1-1 1 0 0,0 1-1 0 0,-1 0 0 0 0,1 0 0 0 0,0-1 1 0 0,-1 1-1 0 0,1 0 0 0 0,-1 0 0 0 0,-1-1 18 0 0,0 0-12 0 0,1 1-1 0 0,-1-1 0 0 0,0 1 0 0 0,1-1 0 0 0,-1 0 0 0 0,1 0 1 0 0,-1 0-1 0 0,1 0 0 0 0,-1 0 0 0 0,1 0 0 0 0,0 0 0 0 0,-1 0 1 0 0,1 0-1 0 0,0 0 0 0 0,0-1 0 0 0,-1-1 0 0 0,2 2 86 0 0,0-9 895 0 0,0 7-405 0 0,0 10-490 0 0,0-2-71 0 0,-1 1-1 0 0,1-1 1 0 0,-1 0 0 0 0,-1 1-1 0 0,1-1 1 0 0,-1 0 0 0 0,0 0-1 0 0,0 0 1 0 0,0 0 0 0 0,-1 0-1 0 0,0 0 1 0 0,0-1-1 0 0,0 1 1 0 0,-7 7 0 0 0,-15 26 91 0 0,14-10-168 0 0,-10-11 1 0 0,10 0 93 0 0,-11-6-27 0 0,11 6-13 0 0,-43 40-13 0 0,40-37 29 0 0,12-17-17 0 0,0 0 1 0 0,0 0 0 0 0,0 0 0 0 0,-1 0-1 0 0,1-1 1 0 0,-1 1 0 0 0,0-1 0 0 0,-2 3-1 0 0,-4 2-11 0 0,1 1 0 0 0,0 0 0 0 0,1 0 0 0 0,0 0 0 0 0,-10 17 0 0 0,13-18-9 0 0,3-6 14 0 0,0 0 1 0 0,1 1-1 0 0,-1-1 1 0 0,1 1-1 0 0,-1-1 0 0 0,1 1 1 0 0,-1-1-1 0 0,1 1 1 0 0,0-1-1 0 0,0 1 0 0 0,0 0 1 0 0,0 1-1 0 0,0-1 13 0 0,0 0 0 0 0,0-1-1 0 0,0 1 1 0 0,0-1 0 0 0,0 1 0 0 0,0 0-1 0 0,-1-1 1 0 0,1 1 0 0 0,-1-1-1 0 0,1 1 1 0 0,-1-1 0 0 0,1 1-1 0 0,-1-1 1 0 0,-1 2 0 0 0,-20 21 74 0 0,11 8-67 0 0,-11 1-13 0 0,-1 15 80 0 0,24-47-75 0 0,-1 0-1 0 0,1 0 1 0 0,-1-1-1 0 0,1 1 1 0 0,-1 0-1 0 0,1 0 0 0 0,-1 0 1 0 0,1-1-1 0 0,0 1 1 0 0,-1 0-1 0 0,1-1 1 0 0,0 1-1 0 0,0-1 1 0 0,0 1-1 0 0,-1-1 0 0 0,1 1 1 0 0,2 0-1 0 0,-3-1-4 0 0,4 2 80 0 0,-5 0 49 0 0,7 1-84 0 0,41 9 145 0 0,-39-8-167 0 0,-7-2-22 0 0,0-1 0 0 0,0 1 0 0 0,-1 0-1 0 0,1-1 1 0 0,0 1 0 0 0,-1 0 0 0 0,1 0 0 0 0,-1-1-1 0 0,1 1 1 0 0,-1 0 0 0 0,0 0 0 0 0,0 0 0 0 0,0 0 0 0 0,0-1-1 0 0,0 1 1 0 0,0 0 0 0 0,0 0 0 0 0,-1 2 0 0 0,0 2 10 0 0,0 6 42 0 0,1-9-52 0 0,-1 0 1 0 0,1 0 0 0 0,-1 0 0 0 0,1 0 0 0 0,0 0 0 0 0,0 0-1 0 0,1 0 1 0 0,-1 0 0 0 0,1 0 0 0 0,-1 0 0 0 0,1 0-1 0 0,0 0 1 0 0,0 0 0 0 0,3 5 0 0 0,50 41 65 0 0,-53-48-67 0 0,-1 0 0 0 0,1 0 0 0 0,0 0 0 0 0,-1 0 0 0 0,1 0 0 0 0,-1 0 0 0 0,0 0 0 0 0,1 0 0 0 0,-1 0 0 0 0,0 0 0 0 0,0 0 0 0 0,1 1 0 0 0,-1-1 0 0 0,0 0 0 0 0,0 0 0 0 0,-1 2 0 0 0,1-2 0 0 0,0 0 0 0 0,0 0 0 0 0,0 0 0 0 0,0 0 0 0 0,0 0 0 0 0,1 0 0 0 0,-1 0 0 0 0,0 0 0 0 0,0 0 0 0 0,1 0 0 0 0,-1 0 0 0 0,1 0 0 0 0,-1 0 0 0 0,0 0 0 0 0,1 0 0 0 0,1 2 0 0 0,8 4 0 0 0,-9-6 0 0 0,0-1 0 0 0,0 1 0 0 0,0 0 0 0 0,1-1 0 0 0,-2 1 0 0 0,1 0 0 0 0,0 0 0 0 0,0 0 0 0 0,0-1 0 0 0,0 1 0 0 0,0 0 0 0 0,-1 0 0 0 0,1 0 0 0 0,0 1 0 0 0,-1-1 0 0 0,1 0 0 0 0,-1 0 0 0 0,1 0 0 0 0,-1 0 0 0 0,0 0 0 0 0,1 1 0 0 0,-1-1 0 0 0,0 0 0 0 0,0 0 0 0 0,0 1 0 0 0,0-1 0 0 0,0 2 0 0 0,1 15 0 0 0,0-13 0 0 0,0 1 0 0 0,-1 0 0 0 0,0 0 0 0 0,0 0 0 0 0,-1 0 0 0 0,1 0 0 0 0,-1 0 0 0 0,0 0 0 0 0,-4 10 0 0 0,-5-1 7 0 0,8-13-3 0 0,0 1 0 0 0,1-1 1 0 0,-1 1-1 0 0,0 0 0 0 0,1-1 0 0 0,-1 1 1 0 0,1 0-1 0 0,0 0 0 0 0,0 0 0 0 0,0 0 1 0 0,1 1-1 0 0,-1-1 0 0 0,1 5 0 0 0,0 119 570 0 0,0-125-564 0 0,0 0 0 0 0,0-1 0 0 0,0 1 0 0 0,0 0 0 0 0,1-1 0 0 0,-1 1 0 0 0,1-1-1 0 0,-1 1 1 0 0,1-1 0 0 0,0 1 0 0 0,0-1 0 0 0,0 1 0 0 0,0-1 0 0 0,0 1 0 0 0,0-1 0 0 0,0 0 0 0 0,0 0 0 0 0,0 1 0 0 0,0-1 0 0 0,3 1 0 0 0,6 8 48 0 0,14 23 305 0 0,-18-23-266 0 0,1 0 1 0 0,1 0-1 0 0,-1-1 1 0 0,1 0-1 0 0,1 0 1 0 0,0-1-1 0 0,0 0 1 0 0,13 7-1 0 0,5 1 39 0 0,-14-10-33 0 0,0 2-1 0 0,-1-1 1 0 0,15 13 0 0 0,31 25 216 0 0,-47-38-209 0 0,0 1 0 0 0,0 0 0 0 0,-1 0-1 0 0,0 2 1 0 0,0-1 0 0 0,-1 1 0 0 0,-1 0 0 0 0,12 18-1 0 0,-17-21 20 0 0,1-1 0 0 0,0 0-1 0 0,0 1 1 0 0,0-2 0 0 0,1 1-1 0 0,6 6 1 0 0,-3-3-56 0 0,-1-3-37 0 0,0-1 1 0 0,1 0-1 0 0,-1-1 0 0 0,1 1 0 0 0,9 3 1 0 0,22 12 12 0 0,-29-13-56 0 0,1 0 1 0 0,0-1-1 0 0,22 8 0 0 0,1 1 319 0 0,-29-12-307 0 0,1 0-1 0 0,0-1 0 0 0,0 1 1 0 0,0-1-1 0 0,0-1 0 0 0,0 1 1 0 0,12 1-1 0 0,367 33 1077 0 0,-287-15-41 0 0,-42-13-560 0 0,0-2 1 0 0,0-3-1 0 0,97-6 0 0 0,-118-2-328 0 0,0-1 0 0 0,0-1 0 0 0,59-21 1 0 0,-60 17-108 0 0,124-28 822 0 0,-153 38-721 0 0,1 1-39 0 0,47-2 347 0 0,-25 0-207 0 0,48 5-1 0 0,180 17 381 0 0,-238-18-604 0 0,0-1-1 0 0,24-1 0 0 0,15-1 18 0 0,96 1 173 0 0,53 0-26 0 0,-115 1-48 0 0,111-1 669 0 0,-166-3-374 0 0,48-10-1 0 0,8-6 608 0 0,-86 17-868 0 0,-6 2-164 0 0,-1 0-1 0 0,1-1 0 0 0,0 1 1 0 0,0 0-1 0 0,0 0 0 0 0,0-1 1 0 0,0 1-1 0 0,0 0 0 0 0,0-1 1 0 0,0 1-1 0 0,-1 0 0 0 0,1-1 1 0 0,0 1-1 0 0,0 0 0 0 0,0-1 1 0 0,0 1-1 0 0,1 0 0 0 0,-1 0 1 0 0,0-1-1 0 0,0 1 0 0 0,0 0 1 0 0,0-1-1 0 0,0 1 0 0 0,0 0 1 0 0,0-1-1 0 0,0 1 0 0 0,1 0 1 0 0,-1 0-1 0 0,0-1 0 0 0,0 1 1 0 0,0 0-1 0 0,1 0 0 0 0,-1 0 1 0 0,0-1-1 0 0,0 1 0 0 0,1 0 1 0 0,-1 0-1 0 0,0 0 0 0 0,0-1 1 0 0,1 1-1 0 0,-1 0 0 0 0,0 0 1 0 0,1 0-1 0 0,-1 0 0 0 0,0 0 1 0 0,1 0-1 0 0,-1 0 0 0 0,22-3 72 0 0,-6 0-28 0 0,0 0-1 0 0,1 1 1 0 0,-1 1-1 0 0,1 0 0 0 0,24 3 1 0 0,5-1 26 0 0,142 8 233 0 0,-82-2 32 0 0,306 7 1084 0 0,-243-23-1173 0 0,-141 9-249 0 0,373 16 563 0 0,-241-4-254 0 0,88 10 79 0 0,-183-8-233 0 0,-50-8 2 0 0,-14-6-159 0 0,0 1 0 0 0,1 0 0 0 0,-1-1 0 0 0,0 0 0 0 0,0 1 0 0 0,1-1 0 0 0,-1 0 1 0 0,0 0-1 0 0,1 0 0 0 0,-1 0 0 0 0,0 0 0 0 0,1 0 0 0 0,-1 0 0 0 0,0 0 0 0 0,1 0 0 0 0,-1-1 1 0 0,0 1-1 0 0,0-1 0 0 0,1 1 0 0 0,1-2 0 0 0,18-3 24 0 0,-2 1-6 0 0,1 1 0 0 0,19-1 0 0 0,-13 2-4 0 0,-9 0 24 0 0,1 1 0 0 0,0 0 0 0 0,23 2 0 0 0,-11 1 8 0 0,-7-1-7 0 0,1 0 1 0 0,-1 2-1 0 0,0 0 0 0 0,0 2 0 0 0,24 8 1 0 0,-20-6 150 0 0,35 6 0 0 0,18 3-86 0 0,-46-9-125 0 0,1-2 1 0 0,0-1-1 0 0,64 0 0 0 0,-36-7 160 0 0,89-14 1 0 0,-19 2-106 0 0,-43 8-29 0 0,138-6-8 0 0,-187 8 0 0 0,-40 5 0 0 0,0-1 0 0 0,0 1 0 0 0,0 0 0 0 0,1-1 0 0 0,-1 1 0 0 0,0-1 0 0 0,0 1 0 0 0,0-1 0 0 0,0 1 0 0 0,0-1 0 0 0,0 0 0 0 0,0 1 0 0 0,0-1 0 0 0,0 0 0 0 0,0 0 0 0 0,0 0 0 0 0,0 0 0 0 0,0 0 0 0 0,-1 0 0 0 0,1 0 0 0 0,0 0 0 0 0,-1 0 0 0 0,1 0 0 0 0,-1-1 0 0 0,1 1 0 0 0,-1 0 0 0 0,0 0 0 0 0,1-2 0 0 0,-1-160 0 0 0,0 160 0 0 0,0-1 1 0 0,1 1-1 0 0,-1 0 0 0 0,1 0 0 0 0,0 0 1 0 0,0 0-1 0 0,0 0 0 0 0,0 0 0 0 0,0 0 1 0 0,1 0-1 0 0,-1 0 0 0 0,1 1 0 0 0,3-5 1 0 0,5-9-37 0 0,1-16-172 0 0,11 8-171 0 0,-12-1 192 0 0,1 14 166 0 0,-10 10 26 0 0,1 0 0 0 0,-1 0-1 0 0,0 0 1 0 0,0 0 0 0 0,0 0 0 0 0,1-1 0 0 0,-1 1 0 0 0,-1 0-1 0 0,1-1 1 0 0,0 1 0 0 0,0-1 0 0 0,0 1 0 0 0,-1-1 0 0 0,1 1-1 0 0,-1-1 1 0 0,1 0 0 0 0,-1 1 0 0 0,0-1 0 0 0,0 1 0 0 0,1-3-1 0 0,-1 2 9 0 0,0 1-1 0 0,0 0 0 0 0,0-1 1 0 0,0 1-1 0 0,0 0 0 0 0,1-1 1 0 0,-1 1-1 0 0,0 0 1 0 0,1-1-1 0 0,-1 1 0 0 0,1 0 1 0 0,0 0-1 0 0,-1 0 0 0 0,1 0 1 0 0,0-1-1 0 0,0 1 0 0 0,0 0 1 0 0,0 0-1 0 0,-1 0 0 0 0,1 0 1 0 0,1 1-1 0 0,-1-1 1 0 0,0 0-1 0 0,1 0 0 0 0,-1 0 2 0 0,0 0 0 0 0,1 1 0 0 0,-1-1 0 0 0,0 0 0 0 0,0 0 0 0 0,0 0 0 0 0,-1 0 0 0 0,1 0 0 0 0,0 0 0 0 0,0 0 0 0 0,0 0 0 0 0,-1 0 0 0 0,1 0 0 0 0,0 0 0 0 0,-1-1 0 0 0,1 1 0 0 0,-1 0 0 0 0,0 0 0 0 0,1-1 0 0 0,-1 1 0 0 0,0 0 0 0 0,0 0 0 0 0,0-1 0 0 0,0 0 0 0 0,0-93 53 0 0,0 92-67 0 0,0 1 0 0 0,0-1 0 0 0,-1 0 0 0 0,1 1 0 0 0,-1-1 0 0 0,1 1 0 0 0,-1-1 0 0 0,0 1 0 0 0,0-1 0 0 0,0 1 0 0 0,-1-1 0 0 0,1 1 0 0 0,-1 0 0 0 0,1 0 0 0 0,-3-3 0 0 0,2 3 0 0 0,0 0 0 0 0,1 0 0 0 0,-1 0 0 0 0,1 0 0 0 0,0 0 0 0 0,0-1 0 0 0,0 1 0 0 0,0 0 0 0 0,0-1 0 0 0,0 1 0 0 0,0-1 0 0 0,1 1 0 0 0,-1-1 0 0 0,1 1 0 0 0,0-4 0 0 0,0-9 0 0 0,1 12 0 0 0,-1 0 0 0 0,1 0 0 0 0,-1 0 0 0 0,0 0 0 0 0,0 0 0 0 0,0 0 0 0 0,-1 0 0 0 0,1 0 0 0 0,-1 0 0 0 0,1 0 0 0 0,-1 0 0 0 0,0 0 0 0 0,-3-5 0 0 0,-5 2 0 0 0,8 6 0 0 0,0-1 0 0 0,0 1 0 0 0,0-1 0 0 0,0 1 0 0 0,0-1 0 0 0,0 1 0 0 0,0-1 0 0 0,0 1 0 0 0,0-1 0 0 0,1 0 0 0 0,-1 0 0 0 0,0 1 0 0 0,0-1 0 0 0,1 0 0 0 0,-1 0 0 0 0,1 0 0 0 0,-1 0 0 0 0,1 0 0 0 0,-1 0 0 0 0,1 0 0 0 0,-1 0 0 0 0,1 0 0 0 0,0 0 0 0 0,0 0 0 0 0,-1 0 0 0 0,1 0 0 0 0,0-2 0 0 0,0 1 0 0 0,0 0 0 0 0,0 0 0 0 0,-1 0 0 0 0,1 0 0 0 0,-1 0 0 0 0,1 0 0 0 0,-1 0 0 0 0,1 0 0 0 0,-1 1 0 0 0,0-1 0 0 0,0 0 0 0 0,0 0 0 0 0,0 0 0 0 0,-1 1 0 0 0,1-1 0 0 0,0 1 0 0 0,-3-3 0 0 0,3 3 0 0 0,-1-1 0 0 0,1 0 0 0 0,-1 1 0 0 0,1-1 0 0 0,0 0 0 0 0,-1 0 0 0 0,1 0 0 0 0,0 0 0 0 0,0 0 0 0 0,1 0 0 0 0,-1 0 0 0 0,0 0 0 0 0,1 0 0 0 0,-1-1 0 0 0,1 1 0 0 0,0 0 0 0 0,-1-4 0 0 0,1-82 0 0 0,0 87 0 0 0,0-1 0 0 0,0 0 0 0 0,0 1 0 0 0,0-1 0 0 0,-1 0 0 0 0,1 1 0 0 0,-1-1 0 0 0,1 1 0 0 0,-1-1 0 0 0,0 1 0 0 0,0-1 0 0 0,1 1 0 0 0,-1-1 0 0 0,0 1 0 0 0,0 0 0 0 0,-1-1 0 0 0,1 1 0 0 0,0 0 0 0 0,0 0 0 0 0,-3-2 0 0 0,-6-7 0 0 0,-1-18 0 0 0,1 14 0 0 0,9 13 0 0 0,-1-2 0 0 0,0 1 0 0 0,1 0 0 0 0,-1 0 0 0 0,1 0 0 0 0,0-1 0 0 0,-1 1 0 0 0,1-1 0 0 0,0 1 0 0 0,1-1 0 0 0,-1 1 0 0 0,0-1 0 0 0,1 1 0 0 0,-1-1 0 0 0,1-3 0 0 0,0 4 0 0 0,1 0 0 0 0,-1 0 0 0 0,0 0 0 0 0,0 0 0 0 0,0 0 0 0 0,0 0 0 0 0,0 0 0 0 0,0 0 0 0 0,-1 0 0 0 0,1 0 0 0 0,-1 0 0 0 0,1 0 0 0 0,-1 1 0 0 0,0-1 0 0 0,0 0 0 0 0,0 0 0 0 0,0 0 0 0 0,0 1 0 0 0,0-1 0 0 0,0 0 0 0 0,-1 1 0 0 0,1-1 0 0 0,0 1 0 0 0,-1-1 0 0 0,0 1 0 0 0,-1-1 0 0 0,-4-4 0 0 0,6 6 0 0 0,1-1 0 0 0,-1 1 0 0 0,1-1 0 0 0,-1 1 0 0 0,1-1 0 0 0,0 0 0 0 0,-1 1 0 0 0,1-1 0 0 0,0 1 0 0 0,-1-1 0 0 0,1 0 0 0 0,0 1 0 0 0,-1-1 0 0 0,1 0 0 0 0,0 0 0 0 0,0 1 0 0 0,0-1 0 0 0,0 0 0 0 0,0 1 0 0 0,0-1 0 0 0,0 0 0 0 0,0 1 0 0 0,0-2 0 0 0,0-3 0 0 0,0 5 0 0 0,0 0 0 0 0,0 0 0 0 0,0-1 0 0 0,0 1 0 0 0,0 0 0 0 0,0-1 0 0 0,0 1 0 0 0,0 0 0 0 0,0-1 0 0 0,0 1 0 0 0,0 0 0 0 0,0 0 0 0 0,0-1 0 0 0,0 1 0 0 0,-1 0 0 0 0,1 0 0 0 0,0-1 0 0 0,0 1 0 0 0,0 0 0 0 0,-1 0 0 0 0,1-1 0 0 0,0 1 0 0 0,0 0 0 0 0,-1 0 0 0 0,1 0 0 0 0,0-1 0 0 0,0 1 0 0 0,-1 0 0 0 0,1 0 0 0 0,0 0 0 0 0,-1 0 0 0 0,-11-4 0 0 0,-19-8 0 0 0,30 12 0 0 0,0-1 0 0 0,0 1 0 0 0,0 0 0 0 0,0-1 0 0 0,0 0 0 0 0,0 1 0 0 0,0-1 0 0 0,1 1 0 0 0,-1-1 0 0 0,0 0 0 0 0,0 0 0 0 0,1 1 0 0 0,-1-1 0 0 0,0 0 0 0 0,1 0 0 0 0,-1 0 0 0 0,0 0 0 0 0,1 0 0 0 0,0 0 0 0 0,-1 0 0 0 0,1 0 0 0 0,-1-1 0 0 0,1 0 0 0 0,0 1 0 0 0,0-1 0 0 0,-1 1 0 0 0,1 0 0 0 0,-1-1 0 0 0,1 1 0 0 0,-1 0 0 0 0,1-1 0 0 0,-1 1 0 0 0,1 0 0 0 0,-1 0 0 0 0,0 0 0 0 0,0-1 0 0 0,0 1 0 0 0,0 0 0 0 0,0 0 0 0 0,0 0 0 0 0,0 0 0 0 0,0 0 0 0 0,0 1 0 0 0,-3-2 0 0 0,-5-6 0 0 0,2-1 0 0 0,5 6 0 0 0,1 1 0 0 0,-1 0 0 0 0,0 0 0 0 0,0-1 0 0 0,0 1 0 0 0,0 1 0 0 0,-1-1 0 0 0,1 0 0 0 0,0 1 0 0 0,-1-1 0 0 0,1 1 0 0 0,-4-2 0 0 0,2 1 0 0 0,0-1 0 0 0,0 0 0 0 0,0 1 0 0 0,1-1 0 0 0,-1-1 0 0 0,1 1 0 0 0,-4-5 0 0 0,4 5 0 0 0,0-1 0 0 0,-1 0 0 0 0,0 1 0 0 0,0-1 0 0 0,0 1 0 0 0,-6-4 0 0 0,-121-54 0 0 0,103 45 0 0 0,25 14 0 0 0,0 0 0 0 0,-1 0 0 0 0,1 0 0 0 0,0 0 0 0 0,-1 0 0 0 0,0 1 0 0 0,1-1 0 0 0,-7 0 0 0 0,-19-4 0 0 0,2 2 0 0 0,-1-2 0 0 0,-40-13 0 0 0,49 8 0 0 0,-5 2 0 0 0,-7 5 0 0 0,19 3 0 0 0,-1-1 0 0 0,1 0 0 0 0,-13-4 0 0 0,13 2 0 0 0,-1 1 0 0 0,0 0 0 0 0,-13-1 0 0 0,13 3 0 0 0,-1-1 0 0 0,1-1 0 0 0,-13-4 0 0 0,12 2 0 0 0,0 2 0 0 0,-22-3 0 0 0,21 4 0 0 0,0-1 0 0 0,-22-7 0 0 0,13 1 0 0 0,19 7 0 0 0,0 0 0 0 0,0 0 0 0 0,0 0 0 0 0,-1 1 0 0 0,-9-2 0 0 0,-176-24 0 0 0,162 18 0 0 0,-7-1 0 0 0,-11 4 0 0 0,-1 2 0 0 0,1 2 0 0 0,-1 3 0 0 0,1 1 0 0 0,-74 13 0 0 0,-15 12 0 0 0,109-25 0 0 0,-142 10 0 0 0,140-11 0 0 0,-33 5 0 0 0,33-6 0 0 0,-68-12 0 0 0,65 10 0 0 0,-1-2 0 0 0,0 1 0 0 0,1-2 0 0 0,-104-9 0 0 0,-22-6 0 0 0,107 16 0 0 0,0 3 0 0 0,-76 6 0 0 0,-12 18 0 0 0,-4 0 0 0 0,99-16 0 0 0,31-4 0 0 0,1-1 0 0 0,-1 0 0 0 0,-1-1 0 0 0,1 0 0 0 0,-14-2 0 0 0,-5 1 0 0 0,30-3 0 0 0,2 3 0 0 0,0 0 0 0 0,0 0 0 0 0,0 0 0 0 0,0 0 0 0 0,0 0 0 0 0,0-1 0 0 0,0 1 0 0 0,0 0 0 0 0,0 0 0 0 0,0 0 0 0 0,0 0 0 0 0,0 0 0 0 0,0 0 0 0 0,0 0 0 0 0,0 0 0 0 0,0-1 0 0 0,0 1 0 0 0,0 0 0 0 0,0 0 0 0 0,0 0 0 0 0,0 0 0 0 0,0 0 0 0 0,0 0 0 0 0,0 0 0 0 0,0-1 0 0 0,0 1 0 0 0,0 0 0 0 0,0 0 0 0 0,0 0 0 0 0,0 0 0 0 0,0 0 0 0 0,-1 0 0 0 0,1 0 0 0 0,0 0 0 0 0,0 0 0 0 0,0 0 0 0 0,0 0 0 0 0,0-1 0 0 0,0 1 0 0 0,0 0 0 0 0,0 0 0 0 0,0 0 0 0 0,0 0 0 0 0,-1 0 0 0 0,1 0 0 0 0,0 0 0 0 0,0 0 0 0 0,0 0 0 0 0,0 0 0 0 0,0 0 0 0 0,0 0 0 0 0,0 0 0 0 0,-1 0 0 0 0,1 0 0 0 0,0 0 0 0 0,0 0 0 0 0,0 0 0 0 0,0 0 0 0 0,0 0 0 0 0,0 0 0 0 0,0 0 0 0 0,0 0 0 0 0,-1 1 0 0 0,-6-2 0 0 0,-1 1 0 0 0,-37-7 0 0 0,-150-41 0 0 0,42 21 0 0 0,78 8 0 0 0,15 3 0 0 0,-215-23 0 0 0,215 35 0 0 0,0 3 0 0 0,-100 11 0 0 0,142-8 0 0 0,-8 1 0 0 0,0-1 0 0 0,-29-2 0 0 0,23 0 0 0 0,0 0 0 0 0,-1 0 0 0 0,-3 0 0 0 0,17 0 0 0 0,3 5 0 0 0,-11-4 0 0 0,-6-1 0 0 0,29 1 0 0 0,-1-1 0 0 0,1 0 0 0 0,-1 0 0 0 0,0 0 0 0 0,1 0 0 0 0,-1-1 0 0 0,0 1 0 0 0,-6-3 0 0 0,6 2 0 0 0,1-1 0 0 0,-1 2 0 0 0,0-1 0 0 0,1 0 0 0 0,-1 1 0 0 0,0 0 0 0 0,1 0 0 0 0,-8 2 0 0 0,1-2 0 0 0,6 0 0 0 0,-45-7 0 0 0,2 2 0 0 0,-2 3 0 0 0,18 1 0 0 0,20 2 0 0 0,-1-1 0 0 0,1 0 0 0 0,0-1 0 0 0,0 0 0 0 0,0-1 0 0 0,-20-6 0 0 0,22 5 0 0 0,0 1 0 0 0,0 0 0 0 0,0 0 0 0 0,-1 1 0 0 0,1 1 0 0 0,-20 0 0 0 0,-94-11 0 0 0,98 7 0 0 0,-46-7 0 0 0,6 5 0 0 0,60 5 0 0 0,-37-1 0 0 0,-6 4 0 0 0,-9 1 0 0 0,-1 3 0 0 0,-102 23 0 0 0,146-26 0 0 0,-39 7 0 0 0,-87 20 0 0 0,131-26 0 0 0,-30 1 0 0 0,30-5 0 0 0,-45 8 0 0 0,45-4 0 0 0,-3-2 0 0 0,-34 17 0 0 0,45-18-3 0 0,0-1 0 0 0,1 1 0 0 0,-1-1 0 0 0,0 0 0 0 0,1 0 0 0 0,-1 1 0 0 0,0-1 1 0 0,0 0-1 0 0,1-1 0 0 0,-1 1 0 0 0,0 0 0 0 0,0 0 0 0 0,-1-1 0 0 0,-4 0-303 0 0,0 5-3291 0 0,3 0 1813 0 0,-18 7-6233 0 0,21-9 6855 0 0,1-1 1 0 0,-1 1-1 0 0,0 0 1 0 0,0 0-1 0 0,1 0 1 0 0,-1 0-1 0 0,1 0 1 0 0,0 0-1 0 0,0 0 0 0 0,0 0 1 0 0,0 0-1 0 0,0 4 1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4:02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748 313 160 0 0,'-1'-1'66'0'0,"1"0"0"0"0,0 0 0 0 0,0 0 0 0 0,0 0 0 0 0,0 0 0 0 0,0 0 0 0 0,0 0 0 0 0,0 0 0 0 0,0 0 0 0 0,0 0 0 0 0,0 0 0 0 0,1 0 0 0 0,-1 0 0 0 0,0 0 0 0 0,1 0 0 0 0,-1 0 0 0 0,1 0 0 0 0,-1 0 0 0 0,1 0-1 0 0,-1 0 1 0 0,1 1 0 0 0,0-1 0 0 0,-1 0 0 0 0,1 0 0 0 0,0 1 0 0 0,0-1 0 0 0,-1 0 0 0 0,1 1 0 0 0,0-1 0 0 0,0 1 0 0 0,0-1 0 0 0,0 1 0 0 0,0-1 0 0 0,1 0 0 0 0,9-3 13 0 0,-11 3-69 0 0,1 0 0 0 0,-1 1 0 0 0,1-1 0 0 0,-1 1 1 0 0,1-1-1 0 0,-1 0 0 0 0,1 1 0 0 0,-1-1 0 0 0,0 0 0 0 0,1 1 0 0 0,-1-1 0 0 0,0 0 1 0 0,1 0-1 0 0,-1 0 0 0 0,0 1 0 0 0,0-1 0 0 0,0 0 0 0 0,0 0 0 0 0,0 1 1 0 0,0-1-1 0 0,0 0 0 0 0,0 0 0 0 0,0 0 0 0 0,-1-1 0 0 0,1 1 0 0 0,0 1 0 0 0,0-1 0 0 0,-1 0-1 0 0,1 0 1 0 0,0 0 0 0 0,0 1 0 0 0,0-1-1 0 0,0 0 1 0 0,0 0 0 0 0,1 1 0 0 0,-1-1-1 0 0,0 0 1 0 0,0 0 0 0 0,0 0-1 0 0,1 1 1 0 0,-1-1 0 0 0,0 0 0 0 0,1 1-1 0 0,-1-1 1 0 0,0 0 0 0 0,1 1 0 0 0,-1-1-1 0 0,1 0 1 0 0,-1 1 0 0 0,2-1 0 0 0,8-4 74 0 0,-9 4-39 0 0,0 1-1 0 0,0-1 1 0 0,0 1 0 0 0,0-1-1 0 0,0 1 1 0 0,0-1-1 0 0,0 1 1 0 0,-1-1 0 0 0,1 0-1 0 0,0 1 1 0 0,0-1-1 0 0,0 0 1 0 0,-1 0 0 0 0,1 0-1 0 0,-1 0 1 0 0,1 0-1 0 0,0 0 1 0 0,-1 1 0 0 0,1-1-1 0 0,-1 0 1 0 0,0-1-1 0 0,1 1 1 0 0,-1 0 0 0 0,0 0-1 0 0,0 0 1 0 0,0 0-1 0 0,1 0 1 0 0,-1 0-1 0 0,0 0 1 0 0,0 0 0 0 0,-1 0-1 0 0,1 0 1 0 0,0-2-1 0 0,0 2 570 0 0,-3 3-469 0 0,1 1 0 0 0,-1-1 1 0 0,1 0-1 0 0,-1 0 0 0 0,0 0 0 0 0,0-1 0 0 0,0 1 1 0 0,0-1-1 0 0,0 1 0 0 0,0-1 0 0 0,0 0 0 0 0,-5 1 1 0 0,-15 6 487 0 0,10-1-91 0 0,2 0-1 0 0,-1 0 1 0 0,-18 16-1 0 0,3-2 428 0 0,27-21-954 0 0,-1 1 1 0 0,1-1-1 0 0,-1 0 1 0 0,1 0-1 0 0,0 1 0 0 0,-1-1 1 0 0,1 0-1 0 0,-1 1 1 0 0,1-1-1 0 0,0 0 0 0 0,-1 1 1 0 0,1-1-1 0 0,0 1 0 0 0,0-1 1 0 0,-1 0-1 0 0,1 1 1 0 0,0-1-1 0 0,0 1 0 0 0,0-1 1 0 0,0 1-1 0 0,-1-1 1 0 0,1 1-1 0 0,0-1 0 0 0,0 1 1 0 0,0-1-1 0 0,0 1 1 0 0,0-1-1 0 0,0 1 0 0 0,0 0-10 0 0,0-1 0 0 0,0 0 0 0 0,0 1 0 0 0,0-1 0 0 0,0 0-1 0 0,0 1 1 0 0,0-1 0 0 0,0 0 0 0 0,0 1 0 0 0,0-1 0 0 0,0 0-1 0 0,0 1 1 0 0,0-1 0 0 0,0 0 0 0 0,0 1 0 0 0,-1-1 0 0 0,1 0 0 0 0,0 1-1 0 0,0-1 1 0 0,0 0 0 0 0,-1 0 0 0 0,1 1 0 0 0,0-1 0 0 0,0 0 0 0 0,-1 0-1 0 0,1 1 1 0 0,0-1 0 0 0,-1 0 0 0 0,-9 5-11 0 0,-3 5 493 0 0,13-8-445 0 0,-1 0-1 0 0,0 0 0 0 0,0 0 0 0 0,1 1 0 0 0,-1-1 1 0 0,1 0-1 0 0,0 1 0 0 0,0-1 0 0 0,0 4 1 0 0,0-5-37 0 0,0 1 1 0 0,0-1-1 0 0,-1 0 0 0 0,1 0 1 0 0,0 0-1 0 0,-1 0 1 0 0,1 0-1 0 0,0 0 1 0 0,-1 0-1 0 0,1 0 0 0 0,-1 0 1 0 0,0 0-1 0 0,1 0 1 0 0,-1 0-1 0 0,0 0 1 0 0,0 0-1 0 0,1 0 1 0 0,-1 0-1 0 0,0-1 0 0 0,0 1 1 0 0,0 0-1 0 0,-2 0 1 0 0,-4 5 15 0 0,-133 131 780 0 0,85-109-308 0 0,43-18-186 0 0,10-8-261 0 0,0 0 0 0 0,-1 0 0 0 0,1 0 0 0 0,0 0 0 0 0,-1-1 0 0 0,0 1 0 0 0,1-1 0 0 0,-5 2 0 0 0,3-1 39 0 0,-1 1 0 0 0,1-1 1 0 0,-1 1-1 0 0,1 0 0 0 0,0 1 1 0 0,0-1-1 0 0,-5 7 0 0 0,-12 8 260 0 0,21-18-333 0 0,-1 0-1 0 0,1 1 1 0 0,0-1 0 0 0,-1 0 0 0 0,1 0-1 0 0,-1 1 1 0 0,1-1 0 0 0,0 0 0 0 0,-1 1-1 0 0,1-1 1 0 0,0 0 0 0 0,0 1 0 0 0,-1-1-1 0 0,1 1 1 0 0,0-1 0 0 0,0 0-1 0 0,-1 1 1 0 0,1-1 0 0 0,0 1 0 0 0,0-1-1 0 0,0 1 1 0 0,0-1 0 0 0,0 1 0 0 0,0-1-1 0 0,0 1 1 0 0,0-1 0 0 0,0 1 0 0 0,0 0-1 0 0,0-1-5 0 0,0 1 0 0 0,0-1 0 0 0,0 0-1 0 0,0 1 1 0 0,0-1 0 0 0,0 0 0 0 0,0 1-1 0 0,0-1 1 0 0,0 0 0 0 0,0 1 0 0 0,-1-1-1 0 0,1 0 1 0 0,0 1 0 0 0,0-1-1 0 0,0 0 1 0 0,0 1 0 0 0,0-1 0 0 0,-1 0-1 0 0,1 0 1 0 0,0 1 0 0 0,0-1 0 0 0,0 0-1 0 0,-1 0 1 0 0,1 1 0 0 0,0-1 0 0 0,-1 0-1 0 0,1 0 1 0 0,-1 1 0 0 0,-6 1 106 0 0,6-2-101 0 0,0 1 0 0 0,0-1 0 0 0,0 0 0 0 0,0 0 0 0 0,0 0 0 0 0,1 0 0 0 0,-1 1 0 0 0,0-1 0 0 0,0 0 0 0 0,1 1 0 0 0,-1-1 0 0 0,0 1 0 0 0,0-1 0 0 0,1 1 0 0 0,-1-1 0 0 0,0 1 0 0 0,1-1 0 0 0,-1 1 0 0 0,1 0 0 0 0,-1-1 0 0 0,0 1 0 0 0,1 0 0 0 0,0-1 0 0 0,-1 1 0 0 0,1 0 0 0 0,-1 0 0 0 0,1 0 0 0 0,0-1 0 0 0,0 1 0 0 0,-1 1 0 0 0,1-1-7 0 0,0-1 1 0 0,0 1-1 0 0,0 0 0 0 0,0 0 0 0 0,0-1 1 0 0,0 1-1 0 0,-1 0 0 0 0,1-1 0 0 0,0 1 1 0 0,-1 0-1 0 0,1-1 0 0 0,0 1 0 0 0,-1-1 1 0 0,1 1-1 0 0,-1-1 0 0 0,1 1 0 0 0,-1-1 1 0 0,1 1-1 0 0,-1-1 0 0 0,1 1 0 0 0,-1-1 1 0 0,1 1-1 0 0,-1-1 0 0 0,0 0 0 0 0,1 1 1 0 0,-1-1-1 0 0,1 0 0 0 0,-1 0 0 0 0,0 1 1 0 0,1-1-1 0 0,-1 0 0 0 0,-1 0 0 0 0,1 0 2 0 0,0 0 0 0 0,1 1-1 0 0,-1-1 1 0 0,0 0 0 0 0,0 0-1 0 0,0 0 1 0 0,1 1 0 0 0,-1-1-1 0 0,0 1 1 0 0,0-1 0 0 0,1 0 0 0 0,-1 1-1 0 0,0-1 1 0 0,1 1 0 0 0,-1 0-1 0 0,1-1 1 0 0,-1 1 0 0 0,1-1-1 0 0,-1 1 1 0 0,1 0 0 0 0,-1 0-1 0 0,1-1 1 0 0,-1 1 0 0 0,1 0 0 0 0,0 0-1 0 0,-1-1 1 0 0,1 1 0 0 0,0 0-1 0 0,0 0 1 0 0,0 0 0 0 0,0-1-1 0 0,0 1 1 0 0,0 1 0 0 0,-1 1 11 0 0,1-1 1 0 0,-1 0-1 0 0,1 1 1 0 0,-1-1-1 0 0,0 0 1 0 0,0 1-1 0 0,0-1 1 0 0,0 0-1 0 0,0 0 1 0 0,0 0-1 0 0,-1 0 1 0 0,1 0-1 0 0,-1 0 0 0 0,0 0 1 0 0,1 0-1 0 0,-1-1 1 0 0,0 1-1 0 0,0-1 1 0 0,0 1-1 0 0,0-1 1 0 0,0 0-1 0 0,0 1 1 0 0,-1-1-1 0 0,-3 1 1 0 0,-20 15 118 0 0,23-15-111 0 0,1 1 0 0 0,-1 0 0 0 0,0 0 0 0 0,1 0 0 0 0,0 0 0 0 0,0 0 0 0 0,0 0-1 0 0,0 1 1 0 0,-2 3 0 0 0,-9 17 180 0 0,3-13-195 0 0,0-1-1 0 0,-1 0 1 0 0,-1-1 0 0 0,0 0-1 0 0,-16 9 1 0 0,24-16 39 0 0,3-1-50 0 0,1 0 1 0 0,-1 1-1 0 0,0-1 1 0 0,0 0 0 0 0,1 0-1 0 0,-1 1 1 0 0,1-1 0 0 0,0 0-1 0 0,-1 1 1 0 0,1-1-1 0 0,0 1 1 0 0,0-1 0 0 0,-1 0-1 0 0,1 1 1 0 0,0-1-1 0 0,1 1 1 0 0,-1-1 0 0 0,0 1-1 0 0,1 0 1 0 0,-1-1 8 0 0,0 2-3 0 0,0 0 1 0 0,0 0 0 0 0,0 0 0 0 0,0-1-1 0 0,-1 1 1 0 0,1 0 0 0 0,-1 0 0 0 0,0-1-1 0 0,1 1 1 0 0,-2 2 0 0 0,0-3 0 0 0,1-1 0 0 0,0 0 0 0 0,0 0 0 0 0,-1 1 0 0 0,1-1 0 0 0,-1 0 0 0 0,1 0 0 0 0,-1-1 0 0 0,1 1-1 0 0,-1 0 1 0 0,1 0 0 0 0,-1-1 0 0 0,-1 1 0 0 0,2 1 1 0 0,0-1 0 0 0,0 1-1 0 0,0 0 1 0 0,0-1 0 0 0,1 1 0 0 0,-1 0-1 0 0,0-1 1 0 0,1 1 0 0 0,0 0-1 0 0,-1 0 1 0 0,1-1 0 0 0,0 1-1 0 0,0 0 1 0 0,0 0 0 0 0,0 0-1 0 0,0-1 1 0 0,1 1 0 0 0,0 3 0 0 0,-1 1 39 0 0,0 2 14 0 0,-1-6-23 0 0,1 1 0 0 0,-1-1 0 0 0,1 0 0 0 0,0 1 0 0 0,0-1 0 0 0,0 0 1 0 0,0 1-1 0 0,1-1 0 0 0,-1 0 0 0 0,1 1 0 0 0,-1-1 0 0 0,1 0 0 0 0,0 0 0 0 0,0 1 0 0 0,2 2 0 0 0,5 1 21 0 0,-7-5-38 0 0,0 0 0 0 0,1 0 1 0 0,-1 0-1 0 0,1 0 0 0 0,-1 1 0 0 0,0-1 0 0 0,0 0 0 0 0,0 0 0 0 0,0 1 0 0 0,0-1 0 0 0,0 1 0 0 0,0-1 0 0 0,0 1 1 0 0,-1-1-1 0 0,1 1 0 0 0,0 0 0 0 0,-1-1 0 0 0,0 1 0 0 0,1 0 0 0 0,-1 0 0 0 0,0-1 0 0 0,0 1 0 0 0,0 0 0 0 0,0 0 0 0 0,0-1 1 0 0,0 3-1 0 0,0-3-15 0 0,0 0 1 0 0,0 1 0 0 0,0-1 0 0 0,0 0 0 0 0,1 0 0 0 0,-1 1 0 0 0,0-1-1 0 0,1 0 1 0 0,-1 0 0 0 0,1 0 0 0 0,-1 0 0 0 0,1 0 0 0 0,0 1 0 0 0,-1-1-1 0 0,1 0 1 0 0,0-1 0 0 0,0 1 0 0 0,0 0 0 0 0,0 0 0 0 0,0 0 0 0 0,0 0-1 0 0,0-1 1 0 0,1 2 0 0 0,0-1-4 0 0,-1-1 0 0 0,0 1 0 0 0,0 0 0 0 0,0 0 0 0 0,0 0 0 0 0,0 0 0 0 0,0 0 0 0 0,0 0-1 0 0,0 0 1 0 0,0 0 0 0 0,0 0 0 0 0,-1 1 0 0 0,1-1 0 0 0,0 0 0 0 0,-1 0 0 0 0,1 1 0 0 0,-1-1 0 0 0,0 0 0 0 0,1 1 0 0 0,-1-1 0 0 0,0 0 0 0 0,0 1-1 0 0,0 2 1 0 0,1-2 11 0 0,0 1 0 0 0,0 0 0 0 0,0 0 0 0 0,0-1 0 0 0,0 1-1 0 0,0-1 1 0 0,1 1 0 0 0,-1-1 0 0 0,1 1 0 0 0,-1-1-1 0 0,1 0 1 0 0,0 0 0 0 0,0 0 0 0 0,0 0 0 0 0,0 0 0 0 0,1 0-1 0 0,-1-1 1 0 0,4 3 0 0 0,51 29 202 0 0,-50-30-193 0 0,118 59 444 0 0,-81-33-239 0 0,-22-24-200 0 0,-8-3 59 0 0,0-1 1 0 0,0 0-1 0 0,23-3 0 0 0,-18 1-44 0 0,70 1 153 0 0,1 3-1 0 0,-1 4 1 0 0,-1 5 0 0 0,142 35 0 0 0,-197-38-124 0 0,41 11 207 0 0,81 34 0 0 0,85 30 488 0 0,-226-80-745 0 0,57 18 245 0 0,-63-20-250 0 0,-1 1 0 0 0,1-2-1 0 0,0 1 1 0 0,0-1-1 0 0,0 0 1 0 0,9-1-1 0 0,63-2 145 0 0,-34 1-42 0 0,38-1 77 0 0,94 3 184 0 0,-110 2-174 0 0,22 2 57 0 0,-68-2-205 0 0,17 3 26 0 0,1-3 0 0 0,53-2 0 0 0,-66-2-37 0 0,43-9-1 0 0,-9 2-42 0 0,-45 6 6 0 0,-1 0 0 0 0,0-1 1 0 0,0-1-1 0 0,24-8 0 0 0,35-9 172 0 0,-74 21-181 0 0,23-4 112 0 0,0 0 0 0 0,-1-2 0 0 0,1-1 0 0 0,39-17 0 0 0,-57 21-68 0 0,0 0 0 0 0,0 0 0 0 0,1 1 0 0 0,-1 0 0 0 0,12-3 0 0 0,16-6 25 0 0,-11 4-55 0 0,0 5 55 0 0,-17 3-58 0 0,-1-1 69 0 0,-5 2 159 0 0,8 3-171 0 0,47 1 332 0 0,-44-5-319 0 0,0 0 0 0 0,0-1 0 0 0,0 0 0 0 0,-1-1 0 0 0,14-2 0 0 0,3 0-7 0 0,-22 3-56 0 0,12-1 46 0 0,35-12 1 0 0,33-5-75 0 0,28 1-47 0 0,-85 13 223 0 0,54-17 0 0 0,-21 4-18 0 0,29-8 182 0 0,-47 4-117 0 0,-15 5-129 0 0,-5 4-67 0 0,-8 4-14 0 0,0 0 1 0 0,28-10-1 0 0,-16 9-27 0 0,-14 5-32 0 0,-1 0 1 0 0,1 1-1 0 0,0 0 0 0 0,0 1 1 0 0,0 0-1 0 0,21-1 0 0 0,-27 10-90 0 0,32 0 195 0 0,1-3-1 0 0,74-1 1 0 0,-54 1 52 0 0,-45-2-93 0 0,-1-1 0 0 0,1 0-1 0 0,0-1 1 0 0,0-1-1 0 0,27-4 1 0 0,12 0 62 0 0,-3 3-47 0 0,141 0 212 0 0,-105 3-136 0 0,71 7 114 0 0,-76 1-193 0 0,-42-4 50 0 0,43 0 0 0 0,48 3-123 0 0,-64-8-120 0 0,4 0-54 0 0,-68 0 224 0 0,3 0-11 0 0,0 0 0 0 0,1 0-1 0 0,-1 1 1 0 0,0 0 0 0 0,0-1-1 0 0,1 2 1 0 0,-1-1 0 0 0,0 1 0 0 0,0-1-1 0 0,6 4 1 0 0,12 3 14 0 0,60 7 166 0 0,0-3 0 0 0,126 2 1 0 0,-96-8 281 0 0,45 1 272 0 0,-153-8-653 0 0,-4-1-66 0 0,-1 0-1 0 0,0 0 1 0 0,0 0-1 0 0,-1 0 1 0 0,1 0 0 0 0,0 0-1 0 0,-1 0 1 0 0,1 0-1 0 0,-1 0 1 0 0,0 0-1 0 0,1 0 1 0 0,-1 0 0 0 0,0 0-1 0 0,0 0 1 0 0,-1 1-1 0 0,1-1 1 0 0,0 0 0 0 0,0 1-1 0 0,-3-3 1 0 0,-8-11-13 0 0,10 7-5 0 0,0 1 0 0 0,0-1 0 0 0,1 0 0 0 0,0 1 0 0 0,0-1 0 0 0,1 0 0 0 0,0 0-1 0 0,0 0 1 0 0,2-8 0 0 0,0-18-92 0 0,-1 11-36 0 0,0 0 1 0 0,2 0-1 0 0,1 1 1 0 0,1 0-1 0 0,8-25 1 0 0,0 15-107 0 0,2 19 155 0 0,-10 10 83 0 0,-3-2-12 0 0,0 2 0 0 0,26 2 101 0 0,-16 1 57 0 0,7 1-72 0 0,-19-1-56 0 0,0 0 0 0 0,1 0 0 0 0,-1 0 0 0 0,0 0 0 0 0,1 0 0 0 0,-1 0 0 0 0,0 0-1 0 0,1 0 1 0 0,-1 0 0 0 0,0 0 0 0 0,0 0 0 0 0,1 0 0 0 0,-1 1 0 0 0,0-1 0 0 0,1 0 0 0 0,-1 0-1 0 0,0 0 1 0 0,0 1 0 0 0,0-1 0 0 0,1 0 0 0 0,-1 0 0 0 0,0 1 0 0 0,0-1 0 0 0,0 0-1 0 0,1 0 1 0 0,-1 1 0 0 0,0-1 0 0 0,0 0 0 0 0,0 1 0 0 0,0-1 0 0 0,0 0 0 0 0,0 0 0 0 0,0 1-1 0 0,6 1 103 0 0,1-2-61 0 0,23-3 357 0 0,-29 2-396 0 0,0 1-1 0 0,0 0 0 0 0,0-1 0 0 0,0 0 0 0 0,0 1 0 0 0,0-1 0 0 0,0 1 0 0 0,0-1 1 0 0,-1 0-1 0 0,1 0 0 0 0,0 0 0 0 0,-1 1 0 0 0,1-1 0 0 0,0 0 0 0 0,-1 0 0 0 0,1 0 1 0 0,-1 0-1 0 0,1 0 0 0 0,-1 0 0 0 0,0 0 0 0 0,1 0 0 0 0,-1 0 0 0 0,0 0 1 0 0,0 0-1 0 0,0 0 0 0 0,0 0 0 0 0,0 0 0 0 0,0-2 0 0 0,0 2-3 0 0,0 1 0 0 0,0-1 0 0 0,0 0 0 0 0,0 1 0 0 0,0-1-1 0 0,0 1 1 0 0,0-1 0 0 0,1 0 0 0 0,-1 1 0 0 0,0-1 0 0 0,0 1 0 0 0,0-1 0 0 0,1 1-1 0 0,-1-1 1 0 0,0 0 0 0 0,1 1 0 0 0,-1-1 0 0 0,0 1 0 0 0,1 0 0 0 0,-1-1 0 0 0,1 1-1 0 0,-1-1 1 0 0,1 1 0 0 0,-1-1 0 0 0,1 1 0 0 0,-1 0 0 0 0,1 0 0 0 0,-1-1 0 0 0,1 1-1 0 0,0 0 1 0 0,-1 0 0 0 0,1-1 0 0 0,-1 1 0 0 0,1 0 0 0 0,-1 0 0 0 0,1 0 0 0 0,0 0-1 0 0,-1 0 1 0 0,2 0 0 0 0,-1 0 2 0 0,-1 0 0 0 0,1 0 1 0 0,0 0-1 0 0,-1 0 0 0 0,1 0 0 0 0,0 0 0 0 0,-1 0 0 0 0,1 0 0 0 0,0-1 0 0 0,-1 1 1 0 0,1 0-1 0 0,0 0 0 0 0,-1-1 0 0 0,1 1 0 0 0,-1 0 0 0 0,1-1 0 0 0,-1 1 0 0 0,1-1 1 0 0,-1 1-1 0 0,1-1 0 0 0,-1 1 0 0 0,1-1 0 0 0,-1 1 0 0 0,1-1 0 0 0,-1 1 0 0 0,0-1 1 0 0,1 0-1 0 0,-1 1 0 0 0,0-1 0 0 0,0 1 0 0 0,0-1 0 0 0,1 0 0 0 0,-1 1 1 0 0,0-1-1 0 0,0 0 0 0 0,0 1 0 0 0,0-1 0 0 0,0 0 0 0 0,0-1 0 0 0,0-54 1022 0 0,0 55-1023 0 0,0 0 1 0 0,-1-1-1 0 0,1 1 0 0 0,0 0 0 0 0,-1-1 0 0 0,1 1 0 0 0,-1 0 0 0 0,1 0 0 0 0,-1 0 0 0 0,1-1 0 0 0,-1 1 0 0 0,0 0 0 0 0,0 0 0 0 0,0 0 1 0 0,0 0-1 0 0,1 0 0 0 0,-1 0 0 0 0,-1 0 0 0 0,1 0 0 0 0,0 1 0 0 0,0-1 0 0 0,-2-1 0 0 0,-6-5 9 0 0,-5-15 25 0 0,-5-4-9 0 0,-35-21-48 0 0,41 38 12 0 0,1-1-1 0 0,0-1 0 0 0,1 1 1 0 0,0-2-1 0 0,0 0 0 0 0,1 0 0 0 0,-13-22 1 0 0,20 17 8 0 0,3 16 3 0 0,0-1 0 0 0,0 1 1 0 0,0 0-1 0 0,0 0 0 0 0,0-1 0 0 0,0 1 0 0 0,0 0 0 0 0,-1 0 0 0 0,1 0 1 0 0,0-1-1 0 0,-1 1 0 0 0,1 0 0 0 0,-1 0 0 0 0,1 0 0 0 0,-1 0 0 0 0,0 0 1 0 0,0 0-1 0 0,-1-1 0 0 0,-36-12 142 0 0,11 5-177 0 0,1-1 0 0 0,-46-24 0 0 0,66 30 6 0 0,-104-59-743 0 0,-165-69 0 0 0,205 102 561 0 0,26 10 171 0 0,-1 2 0 0 0,0 2 0 0 0,-1 2 1 0 0,-57-10-1 0 0,69 21-44 0 0,19 2 37 0 0,0-1 0 0 0,1 0 1 0 0,-1-1-1 0 0,-17-7 0 0 0,9 4 136 0 0,0 1-1 0 0,-35-3 1 0 0,4 0 56 0 0,36 5-95 0 0,0 1 0 0 0,-26 1 0 0 0,-12-2 24 0 0,-139-24-78 0 0,-115-13 160 0 0,177 17-33 0 0,-39-2-107 0 0,112 23 47 0 0,-73-6 291 0 0,77 3-263 0 0,-42-7 212 0 0,-104-1-80 0 0,163 11-216 0 0,27 2 6 0 0,-1-1 0 0 0,1 0 1 0 0,-15-3-1 0 0,13 2 35 0 0,0 0 1 0 0,0 2-1 0 0,-27 1 1 0 0,-7 0-10 0 0,-137 6 131 0 0,-135 35-169 0 0,296-38-5 0 0,-43 15 0 0 0,55-15 0 0 0,8-3 0 0 0,0 1 0 0 0,0-1 0 0 0,-1 0 0 0 0,1 0 0 0 0,0 0 0 0 0,0-1 0 0 0,-6 1 0 0 0,-49 4 0 0 0,26-5 0 0 0,1-4 0 0 0,-1 2 0 0 0,0-3 0 0 0,1 4 0 0 0,-13 0 0 0 0,36-1 0 0 0,-1-2 0 0 0,-47-2 0 0 0,-1 2 0 0 0,-60 3 0 0 0,-112 19 0 0 0,176-12 0 0 0,15-5 0 0 0,-15-1 0 0 0,-115 0 0 0 0,118-1 0 0 0,21-1 0 0 0,1 2 0 0 0,-55 8 0 0 0,38-8 0 0 0,38-1 0 0 0,0 0 0 0 0,-1 1 0 0 0,1 0 0 0 0,-11 2 0 0 0,-107 6 0 0 0,82-4 0 0 0,34-5 0 0 0,-1-1 0 0 0,-13 2-765 0 0,1-1 0 0 0,-39-7 1 0 0,25 2-663 0 0,-84-13-5916 0 0,29 12-2835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4:19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811 262 560 0 0,'0'-2'435'0'0,"0"1"0"0"0,0-1-1 0 0,0 0 1 0 0,0 1-1 0 0,1-1 1 0 0,-1 1 0 0 0,0-1-1 0 0,1 0 1 0 0,-1 1 0 0 0,1-1-1 0 0,-1 1 1 0 0,2-3 0 0 0,11-4 1379 0 0,-4 3-1555 0 0,-8 5-224 0 0,-1-1 0 0 0,1 1 0 0 0,-1 0 0 0 0,1-1 0 0 0,-1 1 0 0 0,0-1 0 0 0,1 1 0 0 0,-1-1 0 0 0,0 1 0 0 0,1 0 0 0 0,-1-1 0 0 0,0 1 0 0 0,0-1 0 0 0,1 1-1 0 0,-1-1 1 0 0,0 0 0 0 0,0 1 0 0 0,0-1 0 0 0,0 1 0 0 0,0-1 0 0 0,0 1 0 0 0,0-1 0 0 0,0 1 0 0 0,0-1 0 0 0,0 0 0 0 0,0 1 0 0 0,0-1 0 0 0,0 1 0 0 0,0-1 0 0 0,-1 0 0 0 0,1 0 5 0 0,0 0-1 0 0,0 1 0 0 0,0-1 1 0 0,-1 0-1 0 0,1 1 1 0 0,0-1-1 0 0,0 0 0 0 0,0 1 1 0 0,0-1-1 0 0,0 0 1 0 0,0 1-1 0 0,1-1 0 0 0,-1 0 1 0 0,0 1-1 0 0,0-1 1 0 0,0 1-1 0 0,1-1 0 0 0,-1 0 1 0 0,0 1-1 0 0,0-1 1 0 0,1 1-1 0 0,-1-1 0 0 0,1 0 1 0 0,-1 1-1 0 0,0-1 1 0 0,1 1-1 0 0,0-1 0 0 0,12-11 255 0 0,-4 4 3921 0 0,-9 9-4142 0 0,-1 0 0 0 0,1-1 0 0 0,-1 1 0 0 0,1-1-1 0 0,-1 1 1 0 0,0-1 0 0 0,1 1 0 0 0,-1-1 0 0 0,1 1 0 0 0,-1-1 0 0 0,0 1-1 0 0,1-1 1 0 0,-1 0 0 0 0,0 0 0 0 0,1 1 0 0 0,-1-1 0 0 0,0 0 0 0 0,0 0-1 0 0,1 0 1 0 0,-1 0 0 0 0,0 1 0 0 0,0-1 0 0 0,1 0 0 0 0,-2-1 0 0 0,-3 2 333 0 0,-7 7 752 0 0,-13 4 98 0 0,-100 28 2800 0 0,113-35-2988 0 0,11-4-1047 0 0,-1-1-1 0 0,1 1 1 0 0,-1-1 0 0 0,0 1-1 0 0,1-1 1 0 0,-1 0 0 0 0,1 1-1 0 0,-1-1 1 0 0,0 0 0 0 0,1 0-1 0 0,-1 0 1 0 0,0-1 0 0 0,1 1-1 0 0,-1 0 1 0 0,1-1 0 0 0,-1 1-1 0 0,-3-2 1 0 0,-16-2 6 0 0,10 2 40 0 0,-15-5 41 0 0,25 3-91 0 0,2 3 8 0 0,-8-2 51 0 0,7 3-68 0 0,-2 0-4 0 0,1 0 1 0 0,-1 0 0 0 0,1 0 0 0 0,-1 0 0 0 0,1 0-1 0 0,-1-1 1 0 0,1 1 0 0 0,-1 0 0 0 0,1-1-1 0 0,-1 0 1 0 0,1 1 0 0 0,0-1 0 0 0,-1 0 0 0 0,1 0-1 0 0,0 1 1 0 0,0-1 0 0 0,-2-2 0 0 0,3 2 155 0 0,-98 8 734 0 0,67-1-655 0 0,1 0 1 0 0,-40 15 0 0 0,43-13-172 0 0,2-1 35 0 0,15-5-69 0 0,1 1 0 0 0,-1 0 0 0 0,1 0 0 0 0,0 1-1 0 0,-17 9 1 0 0,24-8-49 0 0,-1 1-5 0 0,-24 1 2 0 0,20-3 43 0 0,3 0-50 0 0,-24-3-148 0 0,29 0 159 0 0,-1 0 1 0 0,0 0 0 0 0,0 0-1 0 0,0-1 1 0 0,0 1 0 0 0,0 0-1 0 0,0 0 1 0 0,0 0 0 0 0,0 0-1 0 0,0-1 1 0 0,0 1-1 0 0,-1 0 1 0 0,1 0 0 0 0,0 0-1 0 0,0-1 1 0 0,-1 1 0 0 0,1 0-1 0 0,-1 0 1 0 0,1-1 0 0 0,-1 1-1 0 0,1 0 1 0 0,-1-1 0 0 0,0 2-1 0 0,-1-2 14 0 0,1 0 0 0 0,0-1 0 0 0,0 1 0 0 0,-1 0 0 0 0,1 0 0 0 0,0 0 0 0 0,-1 0 0 0 0,1 1 0 0 0,0-1 0 0 0,0 0 0 0 0,-1 1 0 0 0,1-1 0 0 0,0 0 0 0 0,0 1 0 0 0,0 0 0 0 0,-1-1 0 0 0,1 1 0 0 0,0 0 0 0 0,0-1 0 0 0,-1 2 0 0 0,1-1-2 0 0,0 1-1 0 0,0-1 0 0 0,0 0 1 0 0,0 0-1 0 0,0 0 0 0 0,0-1 1 0 0,0 1-1 0 0,0 0 0 0 0,0 0 1 0 0,0-1-1 0 0,0 1 0 0 0,-1 0 1 0 0,1-1-1 0 0,0 1 0 0 0,-1-1 1 0 0,1 1-1 0 0,0-1 0 0 0,-3 0 1 0 0,1 2-28 0 0,2-2 28 0 0,1 0-1 0 0,-1 1 0 0 0,1-1 0 0 0,-1 0 0 0 0,1 1 1 0 0,0-1-1 0 0,-1 1 0 0 0,1-1 0 0 0,0 1 0 0 0,-1-1 1 0 0,1 1-1 0 0,0-1 0 0 0,0 1 0 0 0,-1-1 0 0 0,1 1 1 0 0,0 0-1 0 0,0-1 0 0 0,0 1 0 0 0,0-1 0 0 0,0 1 1 0 0,0-1-1 0 0,0 1 0 0 0,0 0 0 0 0,0 0 1 0 0,-4 10-22 0 0,-5-6 1 0 0,9-4 21 0 0,-1-1 1 0 0,0 0-1 0 0,0 1 1 0 0,0-1 0 0 0,1 1-1 0 0,-1-1 1 0 0,0 1-1 0 0,1 0 1 0 0,-1-1 0 0 0,0 1-1 0 0,1-1 1 0 0,-1 1-1 0 0,1 0 1 0 0,-1 0 0 0 0,1-1-1 0 0,-1 1 1 0 0,1 0-1 0 0,-1 0 1 0 0,1 0 0 0 0,0-1-1 0 0,-1 1 1 0 0,1 0-1 0 0,0 0 1 0 0,0 0 0 0 0,0 0-1 0 0,0 0 1 0 0,0 0 0 0 0,0 0-1 0 0,0-1 1 0 0,0 3-1 0 0,0-1-3 0 0,1-1 0 0 0,-1 1 0 0 0,0-1 1 0 0,0 1-1 0 0,0 0 0 0 0,0-1 0 0 0,0 1 0 0 0,0 0 0 0 0,-1-1 0 0 0,1 1 0 0 0,0 0 0 0 0,-1-1 0 0 0,0 1 0 0 0,1-1 0 0 0,-1 1 0 0 0,0-1 0 0 0,0 1 0 0 0,1-1 0 0 0,-1 0 1 0 0,0 1-1 0 0,0-1 0 0 0,-1 0 0 0 0,1 0 0 0 0,0 0 0 0 0,0 1 0 0 0,-1-1 0 0 0,1-1 0 0 0,0 1 0 0 0,-3 1 0 0 0,-2 2 7 0 0,5-3-1 0 0,0 0 1 0 0,1 0 0 0 0,-1 0-1 0 0,0 0 1 0 0,1 0 0 0 0,-1 0-1 0 0,1 0 1 0 0,0 0 0 0 0,-1 0-1 0 0,1 0 1 0 0,0 0 0 0 0,-1 1-1 0 0,1-1 1 0 0,0 0 0 0 0,0 0-1 0 0,0 0 1 0 0,0 1 0 0 0,0-1-1 0 0,0 0 1 0 0,1 0 0 0 0,-1 0-1 0 0,0 0 1 0 0,0 0 0 0 0,1 1-1 0 0,-1-1 1 0 0,1 0 0 0 0,-1 0-1 0 0,1 0 1 0 0,0 0 0 0 0,-1 0-1 0 0,2 1 1 0 0,7 2-18 0 0,-8-4 17 0 0,0 1 0 0 0,-1-1 0 0 0,1 0 0 0 0,0 1 0 0 0,0-1 0 0 0,0 1 0 0 0,0-1 0 0 0,0 1-1 0 0,0-1 1 0 0,0 1 0 0 0,-1 0 0 0 0,1-1 0 0 0,0 1 0 0 0,-1 0 0 0 0,1 0 0 0 0,0 0 0 0 0,-1-1 0 0 0,1 1 0 0 0,-1 0 0 0 0,1 0 0 0 0,-1 0 0 0 0,1 0 0 0 0,-1 0 0 0 0,0 0 0 0 0,1 0 0 0 0,-1 0 0 0 0,0 0-1 0 0,0 0 1 0 0,0 0 0 0 0,0 1 0 0 0,0-1 2 0 0,0 0-1 0 0,0-1 1 0 0,0 1-1 0 0,0 0 1 0 0,1-1-1 0 0,-1 1 1 0 0,0 0-1 0 0,0-1 1 0 0,1 1-1 0 0,-1-1 1 0 0,0 1-1 0 0,1-1 0 0 0,-1 1 1 0 0,0 0-1 0 0,1-1 1 0 0,-1 1-1 0 0,1-1 1 0 0,-1 0-1 0 0,1 1 1 0 0,-1-1-1 0 0,1 1 1 0 0,-1-1-1 0 0,1 0 1 0 0,-1 1-1 0 0,1-1 1 0 0,0 0-1 0 0,-1 0 1 0 0,1 1-1 0 0,-1-1 1 0 0,1 0-1 0 0,1 0 1 0 0,-2 0-4 0 0,1 0 1 0 0,0 0-1 0 0,-1 0 1 0 0,1 1 0 0 0,-1-1-1 0 0,1 0 1 0 0,-1 0-1 0 0,1 0 1 0 0,-1 1-1 0 0,1-1 1 0 0,-1 0 0 0 0,1 1-1 0 0,-1-1 1 0 0,1 0-1 0 0,-1 1 1 0 0,1-1 0 0 0,-1 1-1 0 0,0-1 1 0 0,1 1-1 0 0,-1-1 1 0 0,0 0 0 0 0,1 1-1 0 0,-1-1 1 0 0,0 1-1 0 0,0 0 1 0 0,1-1 0 0 0,-1 1-1 0 0,0-1 1 0 0,0 1-1 0 0,0 0 1 0 0,0 0-2 0 0,0 0 0 0 0,0-1-1 0 0,0 1 1 0 0,0-1 0 0 0,0 1 0 0 0,0-1-1 0 0,0 1 1 0 0,0-1 0 0 0,1 1 0 0 0,-1-1 0 0 0,0 1-1 0 0,0-1 1 0 0,0 1 0 0 0,1-1 0 0 0,-1 1-1 0 0,0-1 1 0 0,1 0 0 0 0,-1 1 0 0 0,0-1 0 0 0,1 1-1 0 0,-1-1 1 0 0,0 0 0 0 0,2 1 0 0 0,25 8 2 0 0,38 17 0 0 0,0 3-80 0 0,-33-16 138 0 0,-28-10-55 0 0,0-1 0 0 0,-1-1 0 0 0,1 1 0 0 0,0 0 0 0 0,0-1 1 0 0,7 2-1 0 0,-5-2 5 0 0,0 0 0 0 0,1 1 1 0 0,-1-1-1 0 0,0 1 0 0 0,0 1 1 0 0,0-1-1 0 0,11 7 0 0 0,-6-2 8 0 0,0 0 1 0 0,1-1-1 0 0,-1-1 0 0 0,1 0 0 0 0,1 0 0 0 0,-1-1 1 0 0,27 5-1 0 0,8 4 28 0 0,2 1 59 0 0,-24-8-81 0 0,37 16-1 0 0,-55-18-17 0 0,-5-4-12 0 0,49 9 93 0 0,-12-1 37 0 0,-9-2-7 0 0,0 0 0 0 0,61 1-1 0 0,1 2 140 0 0,-81-8-187 0 0,1 2-48 0 0,0-1 1 0 0,0 0 0 0 0,1-1 0 0 0,17 0 0 0 0,-22-1-39 0 0,-3 0 13 0 0,0 0 0 0 0,-1-1 0 0 0,1 1 0 0 0,0-1 0 0 0,-1 0 0 0 0,1-1 0 0 0,-1 1 0 0 0,7-3 0 0 0,12-4-7 0 0,75-22 80 0 0,-83 26-65 0 0,0-2 0 0 0,0 1 0 0 0,-1-2 0 0 0,0 0 1 0 0,16-11-1 0 0,25-3-2 0 0,-23 2 0 0 0,-26 13 0 0 0,-1-1 0 0 0,17 0 13 0 0,-15 3 37 0 0,-3-1-33 0 0,26-13 25 0 0,-9 5 43 0 0,0 0 0 0 0,-1-2 0 0 0,0 0 0 0 0,20-20 0 0 0,-30 17-59 0 0,0 10-1 0 0,-9 7-24 0 0,0 1 1 0 0,-1-1-1 0 0,1 0 1 0 0,0 1 0 0 0,0-1-1 0 0,0 0 1 0 0,0 0-1 0 0,-1 0 1 0 0,1 0-1 0 0,0 0 1 0 0,-1 0 0 0 0,1 0-1 0 0,-1 0 1 0 0,1 0-1 0 0,-1 0 1 0 0,0 0-1 0 0,1 0 1 0 0,-1 0 0 0 0,0 0-1 0 0,0-1 1 0 0,0 1-1 0 0,0 0 1 0 0,0 0-1 0 0,0 0 1 0 0,0 0 0 0 0,0-2-1 0 0,0-93-388 0 0,0 96 387 0 0,0-1-1 0 0,0 0 1 0 0,0 0 0 0 0,-1 1-1 0 0,1-1 1 0 0,0 0-1 0 0,0 1 1 0 0,0-1-1 0 0,-1 0 1 0 0,1 1-1 0 0,0-1 1 0 0,0 1 0 0 0,-1-1-1 0 0,1 0 1 0 0,-1 1-1 0 0,1-1 1 0 0,-1 1-1 0 0,1-1 1 0 0,-1 1-1 0 0,1-1 1 0 0,-1 1-1 0 0,1 0 1 0 0,-1-1 0 0 0,1 1-1 0 0,-1-1 1 0 0,0 1-1 0 0,1 0 1 0 0,-1 0-1 0 0,-1-1 1 0 0,1 1-1 0 0,1 0 1 0 0,-1-1 0 0 0,0 1-1 0 0,1 0 1 0 0,-1-1-1 0 0,0 1 1 0 0,1 0-1 0 0,-1-1 1 0 0,0 1 0 0 0,1-1-1 0 0,-1 1 1 0 0,1-1-1 0 0,-1 0 1 0 0,0 1-1 0 0,1-1 1 0 0,0 1 0 0 0,-1-1-1 0 0,1 0 1 0 0,-1 0-1 0 0,1 1 1 0 0,0-1-1 0 0,-1 0 1 0 0,1 1 0 0 0,0-1-1 0 0,0 0 1 0 0,0 0-1 0 0,0 0 1 0 0,0 1 0 0 0,0-1-1 0 0,0-1 1 0 0,0-3-30 0 0,1 4 28 0 0,-1-1-1 0 0,0 1 1 0 0,0-1-1 0 0,1 1 1 0 0,-1 0 0 0 0,0-1-1 0 0,0 1 1 0 0,0-1-1 0 0,-1 1 1 0 0,1-1 0 0 0,0 1-1 0 0,0 0 1 0 0,-1-1-1 0 0,1 1 1 0 0,-1-1 0 0 0,1 1-1 0 0,-1 0 1 0 0,0 0-1 0 0,1-1 1 0 0,-3-1 0 0 0,-2 0-17 0 0,3 3 17 0 0,1 0 0 0 0,0-1 1 0 0,0 1-1 0 0,0 0 0 0 0,0-1 0 0 0,0 0 0 0 0,0 1 0 0 0,0-1 0 0 0,0 1 1 0 0,0-1-1 0 0,0 0 0 0 0,0 0 0 0 0,0 0 0 0 0,0 1 0 0 0,1-1 0 0 0,-1 0 1 0 0,0 0-1 0 0,1 0 0 0 0,-1 0 0 0 0,0 0 0 0 0,1-1 0 0 0,-1 1 1 0 0,1 0-1 0 0,0 0 0 0 0,-1-2 0 0 0,1 2 2 0 0,0 1 0 0 0,0-1 0 0 0,0 0 0 0 0,0 0 0 0 0,-1 1 0 0 0,1-1 0 0 0,0 0 0 0 0,0 1 0 0 0,-1-1 0 0 0,1 0 0 0 0,0 1 0 0 0,-1-1 0 0 0,1 1 0 0 0,-1-1 0 0 0,1 0 0 0 0,0 1 0 0 0,-1-1 0 0 0,0 1 0 0 0,1-1 0 0 0,-1 1 0 0 0,1 0 0 0 0,-1-1 0 0 0,1 1 0 0 0,-1 0 0 0 0,0-1 0 0 0,1 1 0 0 0,-1 0 0 0 0,0-1 0 0 0,1 1 0 0 0,-1 0 0 0 0,0 0 0 0 0,0 0 0 0 0,0 0 0 0 0,0 0 0 0 0,0-1 0 0 0,0 1 0 0 0,0 0 0 0 0,1 0 0 0 0,-1-1 0 0 0,0 1 0 0 0,0 0 0 0 0,1-1 0 0 0,-1 1 0 0 0,0-1 0 0 0,1 1 0 0 0,-1-1 0 0 0,0 1 0 0 0,1-1 0 0 0,-1 1 0 0 0,1-1 0 0 0,-1 1 0 0 0,1-1 0 0 0,-1 0 0 0 0,1 0 0 0 0,-1 1 0 0 0,1-1 0 0 0,0 0 0 0 0,-1 1 0 0 0,1-1 0 0 0,0 0 0 0 0,0 0 0 0 0,0 0 0 0 0,-1 1 0 0 0,1-1 0 0 0,0 0 0 0 0,0-1 0 0 0,0 0 1 0 0,-1 0 1 0 0,0 0 0 0 0,0 1-1 0 0,0-1 1 0 0,-1 0-1 0 0,1 0 1 0 0,0 1-1 0 0,-1-1 1 0 0,1 1-1 0 0,-1-1 1 0 0,1 1-1 0 0,-1-1 1 0 0,1 1 0 0 0,-1 0-1 0 0,0 0 1 0 0,0 0-1 0 0,0 0 1 0 0,0 0-1 0 0,0 0 1 0 0,0 1-1 0 0,0-1 1 0 0,-2 0-1 0 0,-19-11 31 0 0,13 1-20 0 0,9 8-12 0 0,-1 1 0 0 0,-1 0 0 0 0,1 0 0 0 0,0 0 1 0 0,0 0-1 0 0,-1 0 0 0 0,1 0 0 0 0,-1 1 0 0 0,-5-3 0 0 0,0-1-11 0 0,-1 1 0 0 0,1-1 0 0 0,0 0 0 0 0,0-1-1 0 0,-11-10 1 0 0,8 1 5 0 0,10 12 12 0 0,-1 1 0 0 0,-1-1 0 0 0,1 0 0 0 0,0 1 0 0 0,0 0 0 0 0,-1-1 0 0 0,0 1 0 0 0,1 0 0 0 0,-5-2 0 0 0,-91-52 7 0 0,71 38 14 0 0,24 15-3 0 0,0 0 1 0 0,-1 1 0 0 0,1-1-1 0 0,-1 1 1 0 0,0 0-1 0 0,0 0 1 0 0,0 0 0 0 0,0 1-1 0 0,0-1 1 0 0,0 1 0 0 0,0 0-1 0 0,0 0 1 0 0,-1 0 0 0 0,-5 1-1 0 0,-29-9 207 0 0,16 3-153 0 0,0 1 0 0 0,-1 1 1 0 0,1 1-1 0 0,-1 1 0 0 0,0 1 0 0 0,1 1 1 0 0,-1 1-1 0 0,-37 7 0 0 0,23-1-181 0 0,0 2-1 0 0,1 1 1 0 0,0 2-1 0 0,-37 18 1 0 0,-34 28-876 0 0,48-24-190 0 0,29-17-235 0 0,-12 6-2762 0 0,19-18-3910 0 0,23-5 7760 0 0,1 0 0 0 0,0 0 0 0 0,0 0 1 0 0,-1 0-1 0 0,1 0 0 0 0,0 0 0 0 0,-1 0 0 0 0,1-1 0 0 0,0 1 1 0 0,-3-5-5686 0 0,3 5 5685 0 0,0 0 1 0 0,0 0-1 0 0,0-1 0 0 0,0 1 0 0 0,0 0 0 0 0,0-1 1 0 0,0 1-1 0 0,0 0 0 0 0,0-1 0 0 0,0 1 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4:22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550 306 160 0 0,'0'0'1427'0'0,"-6"0"-66"0"0,2 0-884 0 0,-13-1 214 0 0,16 0-553 0 0,1 1-1 0 0,-1 0 1 0 0,1-1-1 0 0,0 1 1 0 0,-1-1-1 0 0,1 1 1 0 0,-1-1 0 0 0,1 1-1 0 0,0 0 1 0 0,0-1-1 0 0,-1 1 1 0 0,1-1-1 0 0,0 0 1 0 0,0 1-1 0 0,-1-1 1 0 0,1 1-1 0 0,0-1 1 0 0,0 1-1 0 0,0-1 1 0 0,0 1-1 0 0,0-1 1 0 0,0 0-1 0 0,0 0 1 0 0,0 1-103 0 0,0-1 1 0 0,-1 1 0 0 0,1-1 0 0 0,0 1 0 0 0,0-1-1 0 0,-1 1 1 0 0,1-1 0 0 0,0 1 0 0 0,-1-1-1 0 0,1 1 1 0 0,-1-1 0 0 0,1 1 0 0 0,0 0 0 0 0,-1-1-1 0 0,1 1 1 0 0,-1 0 0 0 0,1 0 0 0 0,-1-1-1 0 0,1 1 1 0 0,-1 0 0 0 0,1 0 0 0 0,-1-1-1 0 0,0 1 1 0 0,1 0 0 0 0,-1 0 0 0 0,1 0 0 0 0,-1 0-1 0 0,1 0 1 0 0,-1 0 0 0 0,1 0 0 0 0,-2 0-1 0 0,1 0 10 0 0,1 0-1 0 0,-1 0 1 0 0,0 0-1 0 0,1 0 0 0 0,-1 0 1 0 0,0 0-1 0 0,1 0 1 0 0,-1 0-1 0 0,0 0 0 0 0,1 0 1 0 0,-1 0-1 0 0,1-1 1 0 0,-1 1-1 0 0,0 0 1 0 0,1 0-1 0 0,-1-1 0 0 0,1 1 1 0 0,-1-1-1 0 0,1 1 1 0 0,-1 0-1 0 0,1-1 0 0 0,-1 1 1 0 0,1-1-1 0 0,-1 1 1 0 0,1-1-1 0 0,-1 1 0 0 0,1-1 1 0 0,0 0-1 0 0,0 1 1 0 0,-1-1-1 0 0,1 1 0 0 0,0-1 1 0 0,-1-1-1 0 0,2 1 7 0 0,-1-1-1 0 0,0 1 1 0 0,0-1-1 0 0,-1 1 1 0 0,1 0 0 0 0,0-1-1 0 0,0 1 1 0 0,-1-1-1 0 0,1 1 1 0 0,-1-1-1 0 0,1 1 1 0 0,-1 0-1 0 0,0-1 1 0 0,1 1-1 0 0,-1 0 1 0 0,0-1 0 0 0,0 1-1 0 0,0 0 1 0 0,0 0-1 0 0,0 0 1 0 0,0 0-1 0 0,0 0 1 0 0,0 0-1 0 0,-1 0 1 0 0,1 0-1 0 0,0 1 1 0 0,-3-2 0 0 0,-2-2 1 0 0,6 4-37 0 0,-1 0 1 0 0,1 0-1 0 0,-1-1 0 0 0,1 1 1 0 0,0 0-1 0 0,-1-1 1 0 0,1 1-1 0 0,0 0 1 0 0,-1-1-1 0 0,1 1 1 0 0,0-1-1 0 0,-1 1 1 0 0,1 0-1 0 0,0-1 1 0 0,0 1-1 0 0,-1-1 0 0 0,1 1 1 0 0,0-1-1 0 0,0 1 1 0 0,0-1-1 0 0,0 1 1 0 0,0-1-1 0 0,0 1 1 0 0,0-1-1 0 0,0 1 1 0 0,0-1-1 0 0,0 1 0 0 0,0-1 1 0 0,0 1-1 0 0,0-1 1 0 0,0 1-1 0 0,0-1 1 0 0,0 1-1 0 0,1-1 1 0 0,-1 0 3 0 0,0 1 1 0 0,0 0 0 0 0,1-1-1 0 0,-1 1 1 0 0,0 0 0 0 0,0-1-1 0 0,0 1 1 0 0,0-1 0 0 0,0 1-1 0 0,0 0 1 0 0,0-1 0 0 0,0 1-1 0 0,0-1 1 0 0,0 1 0 0 0,0 0-1 0 0,0-1 1 0 0,0 1 0 0 0,0 0-1 0 0,0-1 1 0 0,-1 1 0 0 0,1-1-1 0 0,0 1 1 0 0,0 0 0 0 0,0-1-1 0 0,-1 1 1 0 0,1 0 0 0 0,0-1-1 0 0,0 1 1 0 0,-1 0 0 0 0,1 0-1 0 0,0-1 1 0 0,0 1 0 0 0,-1 0-1 0 0,1 0 1 0 0,0-1 0 0 0,-1 1-1 0 0,1 0 1 0 0,0 0 0 0 0,-1 0-1 0 0,0 0 1 0 0,-1-1 128 0 0,1 1-82 0 0,-1 0 1 0 0,1-1 0 0 0,-1 1-1 0 0,1 0 1 0 0,-1-1-1 0 0,1 1 1 0 0,-1-1 0 0 0,1 0-1 0 0,-1 1 1 0 0,1-1 0 0 0,-1 0-1 0 0,1 0 1 0 0,0 0 0 0 0,0 0-1 0 0,0 0 1 0 0,-2-2-1 0 0,3 2 655 0 0,-2 0-634 0 0,1 1 1 0 0,-1-1-1 0 0,1 0 1 0 0,-1 1-1 0 0,0-1 1 0 0,0 1-1 0 0,1-1 0 0 0,-1 1 1 0 0,0 0-1 0 0,0 0 1 0 0,1 0-1 0 0,-4 0 1 0 0,3 0 69 0 0,-4-1 470 0 0,0 1 114 0 0,5 0-662 0 0,0-1 0 0 0,0 1-1 0 0,0 0 1 0 0,0 0-1 0 0,0-1 1 0 0,0 1 0 0 0,0 0-1 0 0,0 0 1 0 0,0 0 0 0 0,0 1-1 0 0,0-1 1 0 0,0 0 0 0 0,-1 0-1 0 0,1 1 1 0 0,0-1 0 0 0,0 0-1 0 0,0 1 1 0 0,0-1 0 0 0,1 1-1 0 0,-1-1 1 0 0,0 1 0 0 0,0-1-1 0 0,0 1 1 0 0,-1 1 0 0 0,-4-3 241 0 0,-48-5 413 0 0,27 1 2082 0 0,27 5-2801 0 0,0 0 1 0 0,-1 0-1 0 0,1 0 0 0 0,0-1 1 0 0,0 1-1 0 0,0 0 0 0 0,0 0 1 0 0,0 0-1 0 0,0 0 0 0 0,0 0 1 0 0,0 0-1 0 0,-1 0 0 0 0,1 0 1 0 0,0 0-1 0 0,0 0 0 0 0,0 0 1 0 0,0 0-1 0 0,0 0 0 0 0,0 0 1 0 0,-1 0-1 0 0,1 0 0 0 0,0 0 1 0 0,0 0-1 0 0,0 0 0 0 0,0 0 1 0 0,0 0-1 0 0,0 0 0 0 0,0 0 1 0 0,-1 0-1 0 0,1 0 0 0 0,0 1 1 0 0,0-1-1 0 0,0 0 0 0 0,0 0 1 0 0,0 0-1 0 0,0 0 0 0 0,0 0 1 0 0,0 0-1 0 0,0 0 0 0 0,0 0 1 0 0,0 0-1 0 0,-1 0 0 0 0,1 1 1 0 0,0-1-1 0 0,0 0 0 0 0,0 0 1 0 0,0 0-1 0 0,0 0 0 0 0,0 0 1 0 0,0 0-1 0 0,0 0 0 0 0,0 1 1 0 0,0-1-1 0 0,0 0 0 0 0,0 0 1 0 0,0 0-1 0 0,0 0 0 0 0,0 0 1 0 0,0 0-1 0 0,0 1 0 0 0,0-1 1 0 0,0 0 1 0 0,0 0 1 0 0,0 0 0 0 0,1 0-1 0 0,-1 0 1 0 0,0 1 0 0 0,0-1 0 0 0,0 0-1 0 0,0 0 1 0 0,0 0 0 0 0,0 0-1 0 0,-1 0 1 0 0,1 1 0 0 0,0-1 0 0 0,0 0-1 0 0,0 0 1 0 0,0 0 0 0 0,0 0-1 0 0,0 0 1 0 0,0 1 0 0 0,0-1-1 0 0,0 0 1 0 0,0 0 0 0 0,0 0 0 0 0,0 0-1 0 0,0 0 1 0 0,-1 0 0 0 0,1 0-1 0 0,0 0 1 0 0,0 1 0 0 0,0-1-1 0 0,0 0 1 0 0,0 0 0 0 0,0 0 0 0 0,-1 0-1 0 0,1 0 1 0 0,0 0 0 0 0,0 0-1 0 0,0 0 1 0 0,0 0 0 0 0,0 0-1 0 0,0 0 1 0 0,-1 0 0 0 0,1 0 0 0 0,0 0-1 0 0,0 0 1 0 0,0 0 0 0 0,0 0-1 0 0,0 0 1 0 0,-1 0 0 0 0,1 0 0 0 0,0 0-1 0 0,0 0 1 0 0,0 0 0 0 0,0 0-1 0 0,0 0 1 0 0,-1 0 0 0 0,1 0-1 0 0,0-1 1 0 0,0 1 0 0 0,0 0 0 0 0,-22 0 276 0 0,17 0 1014 0 0,5-1-1227 0 0,0-3-26 0 0,0 3-108 0 0,0 1-54 0 0,0 1 92 0 0,0-1 1 0 0,0 1 0 0 0,1-1-1 0 0,-1 1 1 0 0,0-1 0 0 0,1 0-1 0 0,-1 1 1 0 0,0-1-1 0 0,1 1 1 0 0,-1-1 0 0 0,0 0-1 0 0,1 1 1 0 0,-1-1 0 0 0,1 0-1 0 0,-1 0 1 0 0,1 1 0 0 0,-1-1-1 0 0,1 0 1 0 0,-1 0 0 0 0,0 0-1 0 0,1 1 1 0 0,-1-1 0 0 0,1 0-1 0 0,0 0 1 0 0,-1 0 0 0 0,1 0-1 0 0,-1 0 1 0 0,1 0-1 0 0,-1 0 1 0 0,1 0 0 0 0,-1 0-1 0 0,1 0 1 0 0,-1 0 0 0 0,1-1-1 0 0,-1 1 1 0 0,1 0 0 0 0,0-1-1 0 0,19 2-92 0 0,14 6 28 0 0,-26-7 87 0 0,-1-2-1 0 0,-7 2-5 0 0,0 0 0 0 0,0 0 1 0 0,0 0-1 0 0,0 0 0 0 0,0 0 0 0 0,0 0 0 0 0,1 0 0 0 0,-1 0 0 0 0,0-1 0 0 0,0 1 0 0 0,0 0 0 0 0,0 0 0 0 0,0 0 0 0 0,0 0 0 0 0,1 0 0 0 0,-1 0 1 0 0,0 0-1 0 0,0 0 0 0 0,0 0 0 0 0,0 0 0 0 0,0 0 0 0 0,1 0 0 0 0,-1 0 0 0 0,0 0 0 0 0,0 0 0 0 0,0 0 0 0 0,0 0 0 0 0,0 0 0 0 0,0 0 1 0 0,1 1-1 0 0,-1-1 0 0 0,0 0 0 0 0,0 0 0 0 0,0 0 0 0 0,0 0 0 0 0,0 0 0 0 0,0 0 0 0 0,0 0 0 0 0,1 0 0 0 0,-1 0 0 0 0,0 1 0 0 0,0-1 1 0 0,0 0-1 0 0,0 0 0 0 0,0 0 0 0 0,0 0 0 0 0,0 0 0 0 0,0 0 0 0 0,0 1 0 0 0,0-1 0 0 0,0 0 0 0 0,0 0 0 0 0,0 0 0 0 0,0 0 0 0 0,0 0 1 0 0,0 1-1 0 0,0-1 0 0 0,0 0 0 0 0,0 0 0 0 0,0 0 0 0 0,0 0 0 0 0,0 1 0 0 0,0-1 0 0 0,0 0 0 0 0,0 0 0 0 0,0 0 0 0 0,0 0 0 0 0,0 0 1 0 0,0 1-1 0 0,0-1 0 0 0,0 0 0 0 0,0 0 0 0 0,0 0 0 0 0,0 0 0 0 0,0 0 0 0 0,0 0 0 0 0,0 1 0 0 0,0-1 0 0 0,0 0 0 0 0,0 0 0 0 0,0 0 1 0 0,0 0-1 0 0,1 0 0 0 0,-1 0 0 0 0,0 1 0 0 0,0-1 0 0 0,0 0 0 0 0,0 0 0 0 0,0 0 0 0 0,0 0 0 0 0,0 0 0 0 0,0 0 0 0 0,1 0 0 0 0,-1 0 0 0 0,0 0 1 0 0,0 0-1 0 0,0 1 0 0 0,0-1 0 0 0,0 0 0 0 0,0 0 0 0 0,1 0 0 0 0,-1 0 0 0 0,0 0 0 0 0,0 0 0 0 0,0 0 0 0 0,0 0 0 0 0,0 0 0 0 0,1 0 1 0 0,-1 0-1 0 0,0 0 0 0 0,0 0 0 0 0,0 0 0 0 0,0-1 0 0 0,0 1 0 0 0,0 0 0 0 0,1 0 0 0 0,-1 0 0 0 0,0 0 0 0 0,0 0 0 0 0,0 0 0 0 0,0 0 1 0 0,0 0-1 0 0,1 0 0 0 0,20 0 25 0 0,-15 0 14 0 0,-12 0-13 0 0,-15 0 53 0 0,20 0-79 0 0,1 0 0 0 0,0 0 0 0 0,0 0 0 0 0,0 0 0 0 0,0 0 0 0 0,0 0 0 0 0,0 0 0 0 0,0 0 0 0 0,-1 0 1 0 0,1 0-1 0 0,0 1 0 0 0,0-1 0 0 0,0 0 0 0 0,0 0 0 0 0,0 0 0 0 0,0 0 0 0 0,-1 0 0 0 0,1 0 0 0 0,0 0 0 0 0,0 0 0 0 0,0 0 0 0 0,0 0 0 0 0,0 0 0 0 0,-1 0 0 0 0,1 0 0 0 0,0 0 0 0 0,0 0 0 0 0,0-1 0 0 0,0 1 0 0 0,0 0 0 0 0,0 0 0 0 0,-1 0 1 0 0,1 0-1 0 0,0 0 0 0 0,0 0 0 0 0,0 0 0 0 0,0 0 0 0 0,0 0 0 0 0,0 0 0 0 0,0-1 0 0 0,-1 1 0 0 0,1 0 0 0 0,0 0 0 0 0,0 0 0 0 0,0 0 0 0 0,0 0 0 0 0,0 0 0 0 0,0-1 0 0 0,0 1 0 0 0,0 0 0 0 0,0 0 0 0 0,0 0 0 0 0,0 0 0 0 0,0 0 0 0 0,0 0 0 0 0,0-1 1 0 0,0 1-1 0 0,0 0 0 0 0,0 0 0 0 0,0 0 0 0 0,0-1 0 0 0,0 1 21 0 0,0 0 0 0 0,0 0 0 0 0,0 0 1 0 0,0 0-1 0 0,0 0 0 0 0,0-1 0 0 0,0 1 0 0 0,0 0 0 0 0,0 0 1 0 0,0 0-1 0 0,0 0 0 0 0,0 0 0 0 0,0 0 0 0 0,0-1 1 0 0,0 1-1 0 0,0 0 0 0 0,0 0 0 0 0,0 0 0 0 0,0 0 1 0 0,0 0-1 0 0,0 0 0 0 0,0-1 0 0 0,0 1 0 0 0,-1 0 1 0 0,1 0-1 0 0,0 0 0 0 0,0 0 0 0 0,0 0 0 0 0,0 0 1 0 0,0 0-1 0 0,0 0 0 0 0,0 0 0 0 0,-1-1 0 0 0,1 1 1 0 0,0 0-1 0 0,0 0 0 0 0,0 0 0 0 0,0 0 0 0 0,0 0 1 0 0,-1 0-1 0 0,1 0 0 0 0,0 0 0 0 0,0 0 0 0 0,0 0 1 0 0,0 0-1 0 0,0 0 0 0 0,0 0 0 0 0,-1 0 0 0 0,1 0 0 0 0,0 0 1 0 0,0 0-1 0 0,0 0 0 0 0,0 0 0 0 0,0 1 0 0 0,-1-1 1 0 0,1 0-1 0 0,0 0 0 0 0,0 0 0 0 0,0 0 0 0 0,0 0 1 0 0,0 0-1 0 0,-1 0-12 0 0,0 1-2 0 0,-1-1 0 0 0,1 0 1 0 0,0 0-1 0 0,-1 0 0 0 0,1 0 1 0 0,-1 0-1 0 0,1 0 0 0 0,-1 0 1 0 0,1-1-1 0 0,-1 1 0 0 0,1 0 1 0 0,0-1-1 0 0,-1 1 0 0 0,1-1 1 0 0,0 1-1 0 0,-1-1 0 0 0,-1-1 1 0 0,-1 1 71 0 0,-10 0-29 0 0,7 0-39 0 0,0 1 0 0 0,-1 0 0 0 0,1 0 0 0 0,0 1 0 0 0,0 0 0 0 0,0 0 0 0 0,-11 3 0 0 0,13-2-11 0 0,0-1 0 0 0,0 1 0 0 0,-1 0 0 0 0,1 0 0 0 0,0 0 0 0 0,1 1 1 0 0,-1 0-1 0 0,0 0 0 0 0,1 0 0 0 0,-8 7 0 0 0,8-7-13 0 0,0 8-24 0 0,4-11 38 0 0,0 1-1 0 0,0-1 0 0 0,0 1 1 0 0,0-1-1 0 0,-1 1 0 0 0,1-1 1 0 0,0 1-1 0 0,0-1 1 0 0,0 1-1 0 0,0-1 0 0 0,0 1 1 0 0,-1-1-1 0 0,1 1 0 0 0,0-1 1 0 0,0 0-1 0 0,-1 1 0 0 0,1-1 1 0 0,0 1-1 0 0,-1-1 0 0 0,1 0 1 0 0,0 1-1 0 0,-1-1 1 0 0,1 0-1 0 0,0 0 0 0 0,-2 1 1 0 0,-4 2 10 0 0,5-3-12 0 0,0 1 0 0 0,-1-1 0 0 0,1 0 0 0 0,0 1 0 0 0,0-1 0 0 0,0 1 0 0 0,0-1 0 0 0,1 1 0 0 0,-1-1 0 0 0,0 1 0 0 0,0 0 0 0 0,0 0 0 0 0,0-1 1 0 0,1 1-1 0 0,-1 0 0 0 0,0 0 0 0 0,0 0 0 0 0,1 0 0 0 0,-1 0 0 0 0,1 0 0 0 0,-1 0 0 0 0,1 0 0 0 0,-1 0 0 0 0,1 0 0 0 0,0 0 0 0 0,0 0 0 0 0,-1 0 0 0 0,1 0 0 0 0,0 0 0 0 0,0 2 0 0 0,0-2-3 0 0,0 1 1 0 0,0 0-1 0 0,0-1 0 0 0,-1 1 1 0 0,1 0-1 0 0,-1-1 1 0 0,1 1-1 0 0,-1-1 0 0 0,1 1 1 0 0,-1 0-1 0 0,0-1 0 0 0,0 0 1 0 0,0 1-1 0 0,0-1 1 0 0,0 1-1 0 0,0-1 0 0 0,0 0 1 0 0,0 0-1 0 0,-1 0 0 0 0,1 0 1 0 0,0 0-1 0 0,-1 0 1 0 0,1 0-1 0 0,-1 0 0 0 0,-1 1 1 0 0,0 0-10 0 0,2-2 9 0 0,1 0 0 0 0,-1 1 0 0 0,1-1 0 0 0,-1 1-1 0 0,1-1 1 0 0,-1 0 0 0 0,1 1 0 0 0,0-1 0 0 0,-1 1 0 0 0,1 0 0 0 0,0-1 0 0 0,-1 1 0 0 0,1-1 0 0 0,0 1-1 0 0,0-1 1 0 0,-1 1 0 0 0,1 0 0 0 0,0-1 0 0 0,0 1 0 0 0,0-1 0 0 0,0 1 0 0 0,0 0 0 0 0,0-1 0 0 0,0 1-1 0 0,0 0 1 0 0,0 0 0 0 0,0 0 4 0 0,0-1 0 0 0,0 1 0 0 0,0 0 0 0 0,0-1-1 0 0,0 1 1 0 0,0-1 0 0 0,0 1 0 0 0,0 0 0 0 0,0-1-1 0 0,0 1 1 0 0,0 0 0 0 0,-1-1 0 0 0,1 1 0 0 0,0-1-1 0 0,-1 1 1 0 0,1-1 0 0 0,0 1 0 0 0,-1-1 0 0 0,1 1-1 0 0,-1 0 1 0 0,-7 3 18 0 0,7-3-17 0 0,0-1 0 0 0,0 0-1 0 0,0 1 1 0 0,0-1 0 0 0,0 1 0 0 0,0 0-1 0 0,0-1 1 0 0,0 1 0 0 0,0 0 0 0 0,0-1 0 0 0,1 1-1 0 0,-1 0 1 0 0,0 0 0 0 0,0 0 0 0 0,1-1-1 0 0,-1 1 1 0 0,0 0 0 0 0,1 0 0 0 0,-1 0 0 0 0,1 0-1 0 0,-1 1 1 0 0,1-1 0 0 0,0 0 0 0 0,-1 0-1 0 0,1 0 1 0 0,0 1 0 0 0,0-1-2 0 0,-1 0 1 0 0,1 0-1 0 0,0 0 1 0 0,0-1-1 0 0,-1 1 1 0 0,1 0-1 0 0,0 0 0 0 0,-1-1 1 0 0,1 1-1 0 0,-1 0 1 0 0,1-1-1 0 0,-1 1 1 0 0,1 0-1 0 0,-1-1 1 0 0,1 1-1 0 0,-1-1 1 0 0,0 1-1 0 0,1-1 0 0 0,-1 1 1 0 0,0-1-1 0 0,1 1 1 0 0,-1-1-1 0 0,0 0 1 0 0,0 1-1 0 0,1-1 1 0 0,-1 0-1 0 0,0 0 0 0 0,0 0 1 0 0,0 0-1 0 0,1 1 1 0 0,-1-1-1 0 0,-1 0 1 0 0,4 1 34 0 0,10 1-5 0 0,-12-2-28 0 0,0 0 0 0 0,0 0 0 0 0,-1 0 0 0 0,1 0 0 0 0,0 0 0 0 0,0 0 0 0 0,0 0 0 0 0,-1 0 0 0 0,1 0 0 0 0,0 1 0 0 0,0-1-1 0 0,0 0 1 0 0,0 0 0 0 0,-1 0 0 0 0,1 0 0 0 0,0 0 0 0 0,0 1 0 0 0,0-1 0 0 0,0 0 0 0 0,-1 0 0 0 0,1 0 0 0 0,0 0 0 0 0,0 1 0 0 0,0-1 0 0 0,0 0 0 0 0,0 0 0 0 0,0 0 0 0 0,0 1 0 0 0,0-1 0 0 0,0 0 0 0 0,0 0 0 0 0,0 1 0 0 0,0-1 0 0 0,0 0 0 0 0,0 0 0 0 0,0 0-1 0 0,0 1 1 0 0,0-1 0 0 0,0 0 0 0 0,0 0 0 0 0,0 0 0 0 0,0 1 0 0 0,0-1 0 0 0,0 0 0 0 0,0 0 0 0 0,0 0 0 0 0,0 1 0 0 0,1-1 0 0 0,-1 0 0 0 0,0 0 0 0 0,0 0 0 0 0,0 0 0 0 0,0 1 0 0 0,0-1 0 0 0,1 0 0 0 0,-1 0 0 0 0,0 0 0 0 0,0 0 0 0 0,0 0 0 0 0,1 0 0 0 0,-1 1 0 0 0,0-1-1 0 0,0 0 1 0 0,0 0 0 0 0,1 0 0 0 0,-1 0 0 0 0,0 0 0 0 0,-7 4-10 0 0,6-3 5 0 0,-1-1-1 0 0,1 1 0 0 0,0-1 0 0 0,0 1 1 0 0,0 0-1 0 0,0 0 0 0 0,0 0 0 0 0,0 0 1 0 0,0 0-1 0 0,0 0 0 0 0,0 0 1 0 0,0 0-1 0 0,0 0 0 0 0,0 0 0 0 0,1 0 1 0 0,-1 0-1 0 0,0 1 0 0 0,1-1 0 0 0,-1 0 1 0 0,1 1-1 0 0,0-1 0 0 0,-1 0 0 0 0,1 1 1 0 0,0-1-1 0 0,0 0 0 0 0,0 1 0 0 0,0-1 1 0 0,0 0-1 0 0,0 3 0 0 0,0-3 3 0 0,0-1-1 0 0,0 0 1 0 0,0 1 0 0 0,0-1-1 0 0,0 1 1 0 0,0-1-1 0 0,0 1 1 0 0,0-1-1 0 0,0 1 1 0 0,0-1 0 0 0,0 1-1 0 0,1-1 1 0 0,-1 1-1 0 0,0-1 1 0 0,0 0-1 0 0,0 1 1 0 0,1-1 0 0 0,-1 1-1 0 0,0-1 1 0 0,0 0-1 0 0,1 1 1 0 0,-1-1-1 0 0,0 0 1 0 0,1 1 0 0 0,-1-1-1 0 0,0 0 1 0 0,2 1-1 0 0,8 2-59 0 0,2 2 54 0 0,-11-4 4 0 0,0 1-1 0 0,-1-1 0 0 0,1 0 0 0 0,-1 1 1 0 0,1-1-1 0 0,-1 1 0 0 0,0-1 1 0 0,1 1-1 0 0,-1-1 0 0 0,0 1 0 0 0,0-1 1 0 0,0 1-1 0 0,0 1 0 0 0,0-2 4 0 0,0 0-1 0 0,-1 0 0 0 0,1 0 1 0 0,0 0-1 0 0,-1 0 1 0 0,1 0-1 0 0,0 0 1 0 0,-1 0-1 0 0,1 0 0 0 0,-1 0 1 0 0,1 0-1 0 0,-1 0 1 0 0,0 0-1 0 0,1-1 0 0 0,-1 1 1 0 0,0 0-1 0 0,0 0 1 0 0,0-1-1 0 0,1 1 0 0 0,-1 0 1 0 0,0-1-1 0 0,0 1 1 0 0,0-1-1 0 0,0 1 1 0 0,0-1-1 0 0,-2 1 0 0 0,-5 4-9 0 0,7-5 9 0 0,1 0 0 0 0,0 1 0 0 0,-1-1 0 0 0,1 0 0 0 0,0 0 0 0 0,0 1 1 0 0,-1-1-1 0 0,1 1 0 0 0,0-1 0 0 0,0 0 0 0 0,0 1 0 0 0,0-1 1 0 0,-1 0-1 0 0,1 1 0 0 0,0-1 0 0 0,0 1 0 0 0,0-1 0 0 0,0 1 1 0 0,0-1-1 0 0,0 0 0 0 0,0 1 0 0 0,0-1 0 0 0,0 1 0 0 0,0-1 1 0 0,0 0-1 0 0,0 1 0 0 0,1-1 0 0 0,-1 1 0 0 0,0-1 0 0 0,0 0 1 0 0,0 1-1 0 0,0-1 0 0 0,1 0 0 0 0,-1 1 0 0 0,0-1 0 0 0,0 0 1 0 0,1 1-1 0 0,-1-1 0 0 0,0 0 0 0 0,1 1 0 0 0,-1-1 0 0 0,0 0 0 0 0,1 0 1 0 0,-1 1-1 0 0,18 10-26 0 0,-16-10 25 0 0,0 1 2 0 0,-1 0 0 0 0,0 1 0 0 0,0-1 0 0 0,0 0 0 0 0,-1 1 0 0 0,1-1 0 0 0,-1 0-1 0 0,1 1 1 0 0,-1-1 0 0 0,0 1 0 0 0,0-1 0 0 0,0 1 0 0 0,0-1 0 0 0,0 1 0 0 0,0-1 0 0 0,-1 4 0 0 0,0 5-13 0 0,1-10 11 0 0,-1 0 0 0 0,1 0 0 0 0,0 1 0 0 0,0-1 0 0 0,0 0 0 0 0,0 0 0 0 0,1 0 0 0 0,-1 0 0 0 0,0 1 0 0 0,0-1 0 0 0,1 0 0 0 0,-1 0 0 0 0,0 0 0 0 0,1 0 0 0 0,0 0 0 0 0,-1 0-1 0 0,1 0 1 0 0,-1 0 0 0 0,1 0 0 0 0,0 0 0 0 0,0 0 0 0 0,0 0 0 0 0,-1 0 0 0 0,1-1 0 0 0,0 1 0 0 0,0 0 0 0 0,0 0 0 0 0,0-1 0 0 0,0 1 0 0 0,0-1 0 0 0,0 1 0 0 0,1-1-1 0 0,1 1 1 0 0,3 1-8 0 0,-6-1 12 0 0,1-1 0 0 0,-1 0-1 0 0,1 1 1 0 0,-1-1 0 0 0,1 0-1 0 0,-1 1 1 0 0,0-1 0 0 0,1 0-1 0 0,-1 1 1 0 0,0-1-1 0 0,0 0 1 0 0,1 1 0 0 0,-1-1-1 0 0,0 1 1 0 0,0-1 0 0 0,1 1-1 0 0,-1-1 1 0 0,0 1-1 0 0,0-1 1 0 0,0 1 0 0 0,0-1-1 0 0,0 1 1 0 0,0-1 0 0 0,0 1-1 0 0,0-1 1 0 0,0 1 0 0 0,0-1-1 0 0,0 1 1 0 0,0-1-1 0 0,0 1 1 0 0,0-1 0 0 0,0 1-1 0 0,0-1 1 0 0,-1 1 0 0 0,1-1-1 0 0,0 1 1 0 0,0-1-1 0 0,-1 0 1 0 0,1 1 0 0 0,0-1-1 0 0,-1 1 1 0 0,1-1 0 0 0,0 0-1 0 0,-1 1 1 0 0,1-1 0 0 0,0 0-1 0 0,-1 1 1 0 0,0-1-1 0 0,-1 1 2 0 0,-11 7 11 0 0,24 0-17 0 0,-7-5 3 0 0,-3-2 0 0 0,-1-1 0 0 0,1 1 0 0 0,-1 0 0 0 0,1 0 0 0 0,-1 0 0 0 0,1-1 0 0 0,-1 1 0 0 0,1 0 0 0 0,-1 0 0 0 0,0 0 0 0 0,1 0 0 0 0,-1 0 0 0 0,0 0 0 0 0,0 0 0 0 0,0 0 0 0 0,0-1 0 0 0,0 1 0 0 0,0 0 0 0 0,0 0 0 0 0,0 0 0 0 0,0 0 0 0 0,0 0 0 0 0,-1 1 0 0 0,1-1 0 0 0,0-1 0 0 0,0 1 0 0 0,-1-1 0 0 0,1 1 0 0 0,0-1 0 0 0,0 1 0 0 0,0 0 0 0 0,0-1 0 0 0,0 1 0 0 0,0-1 0 0 0,0 1 0 0 0,0-1 0 0 0,0 1 0 0 0,0 0 0 0 0,0-1 0 0 0,0 1 0 0 0,0-1 0 0 0,1 1 0 0 0,-1-1 0 0 0,0 1 0 0 0,0-1 0 0 0,1 1 0 0 0,-1-1 0 0 0,0 1 0 0 0,0-1 0 0 0,1 1 0 0 0,-1-1 0 0 0,1 1 0 0 0,-1-1 0 0 0,0 0 0 0 0,1 1 0 0 0,-1-1 0 0 0,1 0 0 0 0,0 1 0 0 0,2-1-1 0 0,-2 0 1 0 0,0-1 1 0 0,-1 1-1 0 0,1 0 1 0 0,0 0-1 0 0,0 0 1 0 0,0 0-1 0 0,0 0 1 0 0,0 0-1 0 0,0 0 1 0 0,0 0-1 0 0,-1 0 1 0 0,1 1-1 0 0,0-1 1 0 0,0 0-1 0 0,0 1 1 0 0,0-1-1 0 0,-1 0 0 0 0,1 1 1 0 0,0-1-1 0 0,0 1 1 0 0,-1-1-1 0 0,1 1 1 0 0,0-1-1 0 0,0 1 1 0 0,-1 0-1 0 0,1-1 1 0 0,-1 1-1 0 0,1 0 1 0 0,0 1-1 0 0,-1-1 1 0 0,1 0-1 0 0,-1 0 0 0 0,0 0 1 0 0,1 0-1 0 0,-1-1 1 0 0,0 1-1 0 0,1 0 0 0 0,-1 0 1 0 0,1 0-1 0 0,-1 0 1 0 0,1-1-1 0 0,0 1 0 0 0,-1 0 1 0 0,1-1-1 0 0,0 1 1 0 0,0 0-1 0 0,-1-1 0 0 0,1 1 1 0 0,0-1-1 0 0,0 1 1 0 0,0-1-1 0 0,0 0 0 0 0,0 1 1 0 0,0-1-1 0 0,0 0 1 0 0,-1 1-1 0 0,1-1 0 0 0,0 0 1 0 0,2 0-1 0 0,2 2-12 0 0,-4-2 12 0 0,-1 0-1 0 0,0 0 0 0 0,1 0 1 0 0,-1 0-1 0 0,0 0 0 0 0,1 1 1 0 0,-1-1-1 0 0,0 0 1 0 0,0 0-1 0 0,1 1 0 0 0,-1-1 1 0 0,0 0-1 0 0,0 0 0 0 0,1 1 1 0 0,-1-1-1 0 0,0 0 1 0 0,0 0-1 0 0,0 1 0 0 0,1-1 1 0 0,-1 0-1 0 0,0 1 0 0 0,0-1 1 0 0,0 0-1 0 0,0 1 1 0 0,0-1-1 0 0,0 0 0 0 0,0 1 1 0 0,0-1-1 0 0,0 1 1 0 0,0-1-1 0 0,0 0 0 0 0,0 1 1 0 0,0-1-1 0 0,0 0 0 0 0,0 1 1 0 0,0 0-2 0 0,0-1 1 0 0,0 0-1 0 0,0 1 0 0 0,0-1 1 0 0,0 0-1 0 0,-1 1 1 0 0,1-1-1 0 0,0 0 0 0 0,1 1 1 0 0,-1-1-1 0 0,0 0 1 0 0,0 1-1 0 0,0-1 0 0 0,0 0 1 0 0,0 1-1 0 0,0-1 1 0 0,0 0-1 0 0,0 1 0 0 0,1-1 1 0 0,-1 0-1 0 0,0 0 1 0 0,0 1-1 0 0,0-1 0 0 0,1 0 1 0 0,-1 0-1 0 0,0 1 1 0 0,0-1-1 0 0,1 0 0 0 0,-1 0 1 0 0,0 1-1 0 0,0-1 1 0 0,1 0-1 0 0,-1 0 0 0 0,0 0 1 0 0,1 0-1 0 0,1 1-8 0 0,0-1 10 0 0,-1 0 0 0 0,0 0 0 0 0,1 0 0 0 0,-1 1 0 0 0,0-1-1 0 0,0 0 1 0 0,1 1 0 0 0,-1-1 0 0 0,0 1 0 0 0,0-1-1 0 0,0 1 1 0 0,1-1 0 0 0,-1 1 0 0 0,0 0 0 0 0,0 0 0 0 0,0-1-1 0 0,0 1 1 0 0,0 0 0 0 0,0 0 0 0 0,0 2 0 0 0,0-2 2 0 0,-1 0 0 0 0,1-1 0 0 0,0 1 0 0 0,-1 0 0 0 0,1 0 0 0 0,0 0 0 0 0,0 0 0 0 0,-1-1 0 0 0,1 1 0 0 0,0 0 0 0 0,0-1 0 0 0,0 1 0 0 0,0-1 0 0 0,0 1 0 0 0,0-1 1 0 0,0 1-1 0 0,0-1 0 0 0,0 0 0 0 0,0 1 0 0 0,0-1 0 0 0,0 0 0 0 0,0 0 0 0 0,0 0 0 0 0,2 0 0 0 0,1 1 13 0 0,28 13 79 0 0,-26-7-29 0 0,-1-1-50 0 0,2-4-19 0 0,0 1 18 0 0,0-1 0 0 0,0 1 0 0 0,0 1 1 0 0,7 4-1 0 0,-9-4-7 0 0,-3-2-8 0 0,1 0 0 0 0,-1 0 1 0 0,1-1-1 0 0,-1 1 0 0 0,1 0 0 0 0,0-1 1 0 0,0 0-1 0 0,0 0 0 0 0,5 2 1 0 0,37 15-67 0 0,-30-12 30 0 0,1 0 1 0 0,-1 0-1 0 0,30 5 0 0 0,15 2 24 0 0,-54-12 14 0 0,-5-1-2 0 0,1 0 0 0 0,-1 0 1 0 0,1 1-1 0 0,-1-1 0 0 0,1 0 0 0 0,-1 0 1 0 0,0 1-1 0 0,1-1 0 0 0,-1 1 0 0 0,0-1 1 0 0,1 1-1 0 0,-1 0 0 0 0,0-1 0 0 0,1 1 1 0 0,-1 0-1 0 0,0 0 0 0 0,0 0 0 0 0,2 1 0 0 0,2-1-65 0 0,8-1 86 0 0,0-1 0 0 0,-1-1 0 0 0,1 0 0 0 0,-1-1 0 0 0,1 0 0 0 0,-1-1 0 0 0,0 0 0 0 0,0-1 0 0 0,-1 0 0 0 0,1-1 0 0 0,11-8 0 0 0,167-108 380 0 0,-133 78-286 0 0,-42 31-99 0 0,1 0 1 0 0,32-19-1 0 0,-45 31-13 0 0,-1 0 1 0 0,0 0-1 0 0,0-1 0 0 0,0 1 1 0 0,0 0-1 0 0,0-1 0 0 0,0 0 1 0 0,0 1-1 0 0,0-1 0 0 0,-1 0 1 0 0,1 0-1 0 0,-1 0 0 0 0,1 0 1 0 0,0-2-1 0 0,0-1 4 0 0,-1 1 0 0 0,-1-1 1 0 0,1 1-1 0 0,-1-1 0 0 0,1 0 0 0 0,-2-7 0 0 0,1 1-4 0 0,1-4 9 0 0,0 10-5 0 0,-1 1-1 0 0,1-1 1 0 0,-1 1 0 0 0,0-1 0 0 0,0 0 0 0 0,-1 1-1 0 0,1-1 1 0 0,-1 1 0 0 0,0-1 0 0 0,-1 1-1 0 0,-1-7 1 0 0,-12-6 54 0 0,0 1 0 0 0,0 0 0 0 0,-33-23 0 0 0,18 11 75 0 0,-5-2 50 0 0,19 19-146 0 0,1 0-1 0 0,0-1 1 0 0,0 0-1 0 0,2-1 0 0 0,0-1 1 0 0,0-1-1 0 0,-12-18 0 0 0,23 28-20 0 0,0-1 1 0 0,1 0-1 0 0,-1 0 0 0 0,2 0 0 0 0,-1 1 0 0 0,1-1 0 0 0,-1 0 1 0 0,1 0-1 0 0,2-10 0 0 0,-1-8 54 0 0,-1 23-73 0 0,0 0 1 0 0,0 1 0 0 0,0-1-1 0 0,0 0 1 0 0,0 0-1 0 0,0 0 1 0 0,-1 0 0 0 0,1 0-1 0 0,0 1 1 0 0,-1-1 0 0 0,1 0-1 0 0,-1 0 1 0 0,1 1-1 0 0,0-1 1 0 0,-1 0 0 0 0,0 1-1 0 0,1-1 1 0 0,-1 0 0 0 0,1 1-1 0 0,-1-1 1 0 0,0 1-1 0 0,1-1 1 0 0,-1 1 0 0 0,0-1-1 0 0,0 1 1 0 0,1-1 0 0 0,-1 1-1 0 0,-2-1 1 0 0,2 1 5 0 0,0 0 0 0 0,0-1 1 0 0,0 1-1 0 0,0-1 0 0 0,0 1 0 0 0,0-1 1 0 0,1 0-1 0 0,-1 1 0 0 0,0-1 0 0 0,0 0 1 0 0,0 0-1 0 0,1 1 0 0 0,-1-1 0 0 0,0 0 1 0 0,1 0-1 0 0,-1 0 0 0 0,0 0 0 0 0,1 0 1 0 0,-1 0-1 0 0,1 0 0 0 0,0 0 0 0 0,-1 0 1 0 0,1 0-1 0 0,0 0 0 0 0,0 0 0 0 0,0 0 1 0 0,-1 0-1 0 0,1-1 0 0 0,1 0 0 0 0,-1-39 102 0 0,-6 39-40 0 0,-42-14 171 0 0,31 9-82 0 0,-1 1 1 0 0,-24-5-1 0 0,12 6-392 0 0,1 2 1 0 0,-1 1-1 0 0,0 1 0 0 0,-47 5 1 0 0,24 3-3558 0 0,-79 21 0 0 0,-3 12-9280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4:28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615 110 320 0 0,'0'0'961'0'0,"0"-34"4735"0"0,0-1 440 0 0,-5 35-5723 0 0,-17 0-13 0 0,11-5 321 0 0,-43 3 79 0 0,45 0-170 0 0,8 2-581 0 0,-1 0 0 0 0,1 0 1 0 0,-1 0-1 0 0,1 0 0 0 0,-1 0 0 0 0,1 0 0 0 0,-1-1 1 0 0,1 1-1 0 0,-1-1 0 0 0,1 1 0 0 0,0-1 0 0 0,-1 0 1 0 0,1 1-1 0 0,-1-1 0 0 0,1 0 0 0 0,0 0 0 0 0,0 0 1 0 0,0 0-1 0 0,-2-2 0 0 0,-3 3 191 0 0,-48 0 707 0 0,47 4-559 0 0,3-1-309 0 0,-18-2 95 0 0,15 2 38 0 0,3 1-184 0 0,-15 4 105 0 0,0 2 1 0 0,-30 20-1 0 0,48-29-119 0 0,1 1-1 0 0,-1-1 1 0 0,0 1 0 0 0,1-1 0 0 0,-1 1-1 0 0,1 0 1 0 0,-1-1 0 0 0,1 1 0 0 0,0 0-1 0 0,0-1 1 0 0,-1 1 0 0 0,1-1 0 0 0,1 4-1 0 0,-1-4-18 0 0,-6 0 45 0 0,5-2-31 0 0,0 1-6 0 0,0 0 1 0 0,0 0-1 0 0,0 0 1 0 0,0-1-1 0 0,-1 1 1 0 0,1 0-1 0 0,0 0 1 0 0,0 0-1 0 0,0 1 1 0 0,0-1-1 0 0,0 0 1 0 0,0 0-1 0 0,0 1 1 0 0,0-1-1 0 0,0 0 1 0 0,0 1 0 0 0,0-1-1 0 0,0 1 1 0 0,0-1-1 0 0,0 1 1 0 0,0 0-1 0 0,0-1 1 0 0,-1 2-1 0 0,2 0 130 0 0,-5 10-253 0 0,-44 17 267 0 0,44-22-72 0 0,5-7-72 0 0,0 0-1 0 0,0 0 1 0 0,0 1-1 0 0,0-1 1 0 0,0 0-1 0 0,0 0 1 0 0,0 0-1 0 0,0 1 1 0 0,0-1 0 0 0,0 0-1 0 0,0 0 1 0 0,0 0-1 0 0,0 1 1 0 0,0-1-1 0 0,0 0 1 0 0,-1 0-1 0 0,1 0 1 0 0,0 0-1 0 0,0 1 1 0 0,0-1-1 0 0,0 0 1 0 0,-1 0-1 0 0,1 0 1 0 0,0 0-1 0 0,0 0 1 0 0,0 0-1 0 0,0 1 1 0 0,-1-1-1 0 0,1 0 1 0 0,0 0-1 0 0,0 0 1 0 0,0 0-1 0 0,-1 0 1 0 0,1 0-1 0 0,0 0 1 0 0,0 0 0 0 0,-1 0-1 0 0,1 0 1 0 0,-3 0 32 0 0,2 0-26 0 0,0 0 0 0 0,0-1 0 0 0,0 1 0 0 0,0 0 0 0 0,0 0 0 0 0,0 0 1 0 0,0 0-1 0 0,0 0 0 0 0,0 0 0 0 0,0 1 0 0 0,0-1 0 0 0,0 0 0 0 0,1 0 0 0 0,-1 1 0 0 0,0-1 0 0 0,0 1 0 0 0,0-1 0 0 0,0 1 0 0 0,0-1 0 0 0,1 1 0 0 0,-1-1 0 0 0,0 1 0 0 0,0 0 1 0 0,1-1-1 0 0,-1 1 0 0 0,0 1 0 0 0,0-1-8 0 0,0 0 1 0 0,0 0-1 0 0,0 0 1 0 0,1 0-1 0 0,-1 0 1 0 0,0 0-1 0 0,0-1 1 0 0,0 1-1 0 0,-1 0 1 0 0,1-1-1 0 0,0 1 1 0 0,0-1-1 0 0,0 1 1 0 0,0-1-1 0 0,-1 1 1 0 0,1-1-1 0 0,0 0 1 0 0,0 1-1 0 0,-3-1 1 0 0,0 1 8 0 0,4-1-13 0 0,0 1 1 0 0,-1-1 0 0 0,1 1 0 0 0,0-1-1 0 0,-1 0 1 0 0,1 1 0 0 0,0-1-1 0 0,-1 1 1 0 0,1-1 0 0 0,0 1-1 0 0,0-1 1 0 0,0 1 0 0 0,-1-1 0 0 0,1 1-1 0 0,0-1 1 0 0,0 1 0 0 0,0-1-1 0 0,0 1 1 0 0,0-1 0 0 0,0 1 0 0 0,0-1-1 0 0,0 1 1 0 0,0 0 0 0 0,0 0-1 0 0,0-1 0 0 0,0 1-1 0 0,0-1 1 0 0,0 1 0 0 0,0-1 0 0 0,0 1 0 0 0,0-1 0 0 0,0 1 0 0 0,0-1 0 0 0,0 1 0 0 0,0-1 0 0 0,0 1 0 0 0,0 0 0 0 0,-1-1 0 0 0,1 0 0 0 0,0 1 0 0 0,0-1 0 0 0,-1 1 0 0 0,1-1 0 0 0,0 1-1 0 0,-1-1 1 0 0,1 1 0 0 0,0-1 0 0 0,-1 0 0 0 0,1 1 0 0 0,0-1 0 0 0,-1 0 0 0 0,1 0 0 0 0,-1 1 0 0 0,-21 6 70 0 0,16-6 159 0 0,6 0-223 0 0,0-1-1 0 0,0 1 1 0 0,0-1-1 0 0,-1 1 1 0 0,1-1-1 0 0,0 1 1 0 0,0-1-1 0 0,-1 0 1 0 0,1 1-1 0 0,0-1 1 0 0,-1 1-1 0 0,1-1 0 0 0,0 1 1 0 0,-1-1-1 0 0,1 0 1 0 0,-1 1-1 0 0,1-1 1 0 0,-1 0-1 0 0,1 0 1 0 0,-1 1-1 0 0,1-1 1 0 0,-1 0-1 0 0,1 0 0 0 0,-1 0 1 0 0,1 0-1 0 0,-1 1 1 0 0,1-1-1 0 0,-1 0 1 0 0,1 0-1 0 0,-1 0 1 0 0,1 0-1 0 0,-1 0 1 0 0,1 0-1 0 0,-2-1 0 0 0,2 1 0 0 0,-1 0 0 0 0,0 0-1 0 0,1 0 1 0 0,-1 0 0 0 0,0 0-1 0 0,1 0 1 0 0,-1 0 0 0 0,1 0-1 0 0,-1 0 1 0 0,0 0 0 0 0,1 1-1 0 0,-1-1 1 0 0,1 0-1 0 0,-1 0 1 0 0,0 1 0 0 0,1-1-1 0 0,-1 0 1 0 0,1 1 0 0 0,-1-1-1 0 0,1 0 1 0 0,-1 1 0 0 0,1-1-1 0 0,-1 1 1 0 0,1-1-1 0 0,0 1 1 0 0,-1-1 0 0 0,1 1-1 0 0,0-1 1 0 0,-1 1 0 0 0,1-1-1 0 0,0 1 1 0 0,-1-1 0 0 0,1 1-1 0 0,0 0 1 0 0,0-1 0 0 0,0 2-1 0 0,0-2 0 0 0,0 1-1 0 0,0 0 0 0 0,-1-1 0 0 0,1 1 1 0 0,0 0-1 0 0,0 0 0 0 0,0-1 1 0 0,-1 1-1 0 0,1 0 0 0 0,0-1 1 0 0,0 1-1 0 0,-1 0 0 0 0,1-1 0 0 0,-1 1 1 0 0,1-1-1 0 0,-1 1 0 0 0,1-1 1 0 0,-1 1-1 0 0,1-1 0 0 0,-1 1 1 0 0,1-1-1 0 0,-1 1 0 0 0,1-1 1 0 0,-1 0-1 0 0,0 1 0 0 0,1-1 0 0 0,-1 0 1 0 0,0 1-1 0 0,1-1 0 0 0,-1 0 1 0 0,-1 0-1 0 0,1 1 2 0 0,0-1 0 0 0,0 0 0 0 0,0 0 1 0 0,0 1-1 0 0,1-1 0 0 0,-1 0 0 0 0,0 1 0 0 0,0-1 0 0 0,0 1 0 0 0,0 0 0 0 0,1-1 1 0 0,-1 1-1 0 0,0-1 0 0 0,1 1 0 0 0,-1 0 0 0 0,0 0 0 0 0,1-1 0 0 0,-1 1 0 0 0,1 0 1 0 0,-1 0-1 0 0,1 0 0 0 0,0-1 0 0 0,-1 1 0 0 0,1 0 0 0 0,0 0 0 0 0,-1 0 0 0 0,1 0 1 0 0,0 0-1 0 0,0 0 0 0 0,0 0 0 0 0,0 0 0 0 0,0 1 0 0 0,1 2 9 0 0,-1-4-9 0 0,0 1-1 0 0,0-1 1 0 0,0 1 0 0 0,0-1-1 0 0,0 0 1 0 0,0 1-1 0 0,0-1 1 0 0,0 1-1 0 0,-1-1 1 0 0,1 0-1 0 0,0 1 1 0 0,0-1 0 0 0,0 1-1 0 0,-1-1 1 0 0,1 0-1 0 0,0 1 1 0 0,-1-1-1 0 0,1 0 1 0 0,0 1 0 0 0,-1-1-1 0 0,1 0 1 0 0,0 0-1 0 0,-1 0 1 0 0,1 1-1 0 0,-1-1 1 0 0,1 0 0 0 0,-7 3-17 0 0,6-3 14 0 0,0 0 1 0 0,0 1-1 0 0,0-1 0 0 0,0 1 0 0 0,0-1 1 0 0,0 1-1 0 0,0-1 0 0 0,0 1 0 0 0,0 0 1 0 0,0-1-1 0 0,0 1 0 0 0,0 0 0 0 0,0 0 1 0 0,0 0-1 0 0,1 0 0 0 0,-1 0 0 0 0,0 0 1 0 0,1 0-1 0 0,-1 0 0 0 0,0 0 0 0 0,1 0 1 0 0,0 0-1 0 0,-1 0 0 0 0,1 0 0 0 0,0 0 1 0 0,-1 0-1 0 0,1 1 0 0 0,0-1 0 0 0,0 0 1 0 0,0 0-1 0 0,0 0 0 0 0,0 1 0 0 0,0 1 1 0 0,1-2 4 0 0,-1 0 0 0 0,0 0 0 0 0,0 0 0 0 0,0 0 0 0 0,1-1 0 0 0,-1 1 0 0 0,1 0 0 0 0,-1 0 0 0 0,1 0 0 0 0,-1 0 0 0 0,1-1 0 0 0,-1 1 0 0 0,1 0 0 0 0,0 0 0 0 0,-1-1 0 0 0,1 1 0 0 0,0-1 0 0 0,-1 1 0 0 0,1 0 0 0 0,0-1 0 0 0,0 1 1 0 0,0-1-1 0 0,0 0 0 0 0,-1 1 0 0 0,1-1 0 0 0,0 0 0 0 0,0 1 0 0 0,0-1 0 0 0,0 0 0 0 0,0 0 0 0 0,1 0 0 0 0,4 2 13 0 0,-5-1-11 0 0,0 1-1 0 0,-1-1 0 0 0,1 1 0 0 0,0 0 1 0 0,0 0-1 0 0,-1-1 0 0 0,1 1 0 0 0,-1 0 1 0 0,1 0-1 0 0,-1 0 0 0 0,0-1 1 0 0,0 1-1 0 0,0 0 0 0 0,0 0 0 0 0,0 0 1 0 0,0 0-1 0 0,-1-1 0 0 0,0 4 0 0 0,1 0-145 0 0,0-4 140 0 0,0-1 0 0 0,0 0-1 0 0,0 0 1 0 0,0 1-1 0 0,0-1 1 0 0,0 0 0 0 0,0 0-1 0 0,0 1 1 0 0,0-1-1 0 0,0 0 1 0 0,1 0 0 0 0,-1 1-1 0 0,0-1 1 0 0,0 0 0 0 0,0 0-1 0 0,0 0 1 0 0,0 1-1 0 0,1-1 1 0 0,-1 0 0 0 0,0 0-1 0 0,0 0 1 0 0,0 1 0 0 0,1-1-1 0 0,-1 0 1 0 0,0 0-1 0 0,0 0 1 0 0,0 0 0 0 0,1 0-1 0 0,-1 0 1 0 0,0 1-1 0 0,0-1 1 0 0,1 0 0 0 0,-1 0-1 0 0,0 0 1 0 0,2 0 4 0 0,-1 0-4 0 0,1 0 0 0 0,-1 0-1 0 0,0 0 1 0 0,1 1 0 0 0,-1-1 0 0 0,0 0 0 0 0,0 1 0 0 0,1-1-1 0 0,-1 0 1 0 0,0 1 0 0 0,0 0 0 0 0,0-1 0 0 0,1 1-1 0 0,-1 0 1 0 0,0-1 0 0 0,0 1 0 0 0,0 0 0 0 0,0 0-1 0 0,0 0 1 0 0,1 2 0 0 0,-2-3 0 0 0,0 0 0 0 0,0 1 0 0 0,0-1 0 0 0,0 0 0 0 0,0 1 0 0 0,0-1 0 0 0,0 0 0 0 0,0 0 0 0 0,0 1 0 0 0,0-1 0 0 0,0 0 0 0 0,0 1 0 0 0,1-1 0 0 0,-1 0 0 0 0,0 0 0 0 0,0 1 0 0 0,0-1 0 0 0,0 0 0 0 0,1 0 0 0 0,-1 1 0 0 0,0-1 0 0 0,0 0 0 0 0,1 0 0 0 0,-1 0 0 0 0,0 0 0 0 0,0 1 0 0 0,1-1 0 0 0,-1 0 0 0 0,0 0 0 0 0,1 0 0 0 0,25 14 101 0 0,-25-8-63 0 0,-1-6-37 0 0,0 0 0 0 0,0 0 1 0 0,0 0-1 0 0,-1 1 1 0 0,1-1-1 0 0,0 0 0 0 0,0 0 1 0 0,0 1-1 0 0,0-1 1 0 0,0 0-1 0 0,0 0 0 0 0,0 1 1 0 0,0-1-1 0 0,0 0 1 0 0,0 0-1 0 0,0 1 1 0 0,0-1-1 0 0,0 0 0 0 0,0 0 1 0 0,0 1-1 0 0,0-1 1 0 0,0 0-1 0 0,0 0 0 0 0,0 1 1 0 0,1-1-1 0 0,-1 0 1 0 0,0 0-1 0 0,0 1 1 0 0,0-1-1 0 0,0 0 0 0 0,0 0 1 0 0,1 0-1 0 0,-1 1 1 0 0,0-1-1 0 0,0 0 0 0 0,0 0 1 0 0,1 0-1 0 0,-1 0 1 0 0,0 0-1 0 0,0 1 0 0 0,1-1 1 0 0,-1 0-1 0 0,0 0 1 0 0,0 0-1 0 0,1 0 1 0 0,-1 0-1 0 0,0 0 0 0 0,0 0 1 0 0,1 0-1 0 0,-1 0 1 0 0,0 0-1 0 0,1 0 0 0 0,5 4 4 0 0,-5-4-10 0 0,1 1 0 0 0,-1 0 0 0 0,0-1 1 0 0,0 1-1 0 0,1 0 0 0 0,-1 0 0 0 0,0 0 1 0 0,0 0-1 0 0,0 0 0 0 0,0 0 0 0 0,0 0 1 0 0,0 1-1 0 0,0-1 0 0 0,0 0 0 0 0,-1 0 1 0 0,1 1-1 0 0,0-1 0 0 0,-1 0 0 0 0,1 1 1 0 0,-1-1-1 0 0,0 1 0 0 0,1-1 0 0 0,-1 1 1 0 0,0-1-1 0 0,0 1 0 0 0,0-1 0 0 0,0 1 1 0 0,0 1-1 0 0,-2 0-4 0 0,2-3 6 0 0,29 11 42 0 0,-4-4-306 0 0,-17-6 187 0 0,5 1-8 0 0,0-1 0 0 0,0 0-1 0 0,26-3 1 0 0,-25 1 76 0 0,0 1 0 0 0,0 0 0 0 0,0 1-1 0 0,14 2 1 0 0,4 3 30 0 0,-15-4 32 0 0,0 1 1 0 0,0 1-1 0 0,0 0 1 0 0,0 1-1 0 0,24 11 0 0 0,-34-11-15 0 0,1-1 0 0 0,-1-1 0 0 0,1 1-1 0 0,0-2 1 0 0,0 1 0 0 0,0-1 0 0 0,0 0-1 0 0,0 0 1 0 0,15 0 0 0 0,3-2-12 0 0,46-4 0 0 0,-62 3-16 0 0,181-28 166 0 0,-141 22-20 0 0,94 0 1 0 0,14 7 153 0 0,43-12-41 0 0,-168 8-199 0 0,-9 0 11 0 0,0-2-1 0 0,-1-1 1 0 0,0-1-1 0 0,27-14 1 0 0,-36 16-66 0 0,43-18 75 0 0,54-33 0 0 0,-100 50-67 0 0,1 1 0 0 0,0 0 0 0 0,0 1 0 0 0,1 0 0 0 0,0 1 0 0 0,0 0 0 0 0,20-2 0 0 0,-27 6 20 0 0,-6 1-160 0 0,0 5 120 0 0,0-5 66 0 0,5-1 15 0 0,17 0-1 0 0,-16 1-14 0 0,-1 3-52 0 0,17-3-1 0 0,48-1 67 0 0,-44 0 33 0 0,41-7 1 0 0,-62 1-34 0 0,-5 5-73 0 0,0-1 1 0 0,0 1-1 0 0,0 0 1 0 0,0-1-1 0 0,0 1 1 0 0,0 0-1 0 0,0-1 1 0 0,0 1 0 0 0,0 0-1 0 0,1-1 1 0 0,-1 1-1 0 0,1 0 1 0 0,-1-1-1 0 0,1 1 1 0 0,-1 0-1 0 0,1 0 1 0 0,0 0-1 0 0,-1 0 1 0 0,1-1-1 0 0,0 1 1 0 0,0 0-1 0 0,0 0 1 0 0,0 0-1 0 0,0 1 1 0 0,0-1 0 0 0,0 0-1 0 0,0 0 1 0 0,0 0-1 0 0,0 1 1 0 0,3-2-1 0 0,4-2 0 0 0,-7 2-3 0 0,0 0 0 0 0,0 0 1 0 0,0-1-1 0 0,0 1 0 0 0,-1 0 0 0 0,1 0 0 0 0,-1-1 1 0 0,1 1-1 0 0,-1 0 0 0 0,0-1 0 0 0,1 1 0 0 0,-1 0 1 0 0,-1-1-1 0 0,1 1 0 0 0,0 0 0 0 0,-1-5 1 0 0,0 0 3 0 0,1 6-5 0 0,1 0 1 0 0,-1 0-1 0 0,0-1 0 0 0,0 1 0 0 0,0 0 1 0 0,0 0-1 0 0,0 0 0 0 0,0 0 1 0 0,0 0-1 0 0,0 0 0 0 0,-1 0 1 0 0,1 0-1 0 0,0 0 0 0 0,-1 0 1 0 0,1 0-1 0 0,-1 0 0 0 0,1 0 1 0 0,-1 0-1 0 0,1 0 0 0 0,-1 0 1 0 0,1 0-1 0 0,-1 1 0 0 0,0-1 1 0 0,0 0-1 0 0,1 0 0 0 0,-1 1 0 0 0,0-1 1 0 0,0 0-1 0 0,0 1 0 0 0,0-1 1 0 0,0 1-1 0 0,0-1 0 0 0,0 1 1 0 0,0 0-1 0 0,0-1 0 0 0,-1 1 1 0 0,-6-3 20 0 0,3-4 11 0 0,5 6-33 0 0,0 1 0 0 0,0 0 0 0 0,0 0 0 0 0,0-1 1 0 0,0 1-1 0 0,0 0 0 0 0,0-1 0 0 0,0 1 0 0 0,-1 0 0 0 0,1 0 1 0 0,0-1-1 0 0,0 1 0 0 0,0 0 0 0 0,0-1 0 0 0,0 1 0 0 0,-1 0 1 0 0,1 0-1 0 0,0 0 0 0 0,0-1 0 0 0,0 1 0 0 0,-1 0 0 0 0,1 0 1 0 0,0 0-1 0 0,0-1 0 0 0,-1 1 0 0 0,1 0 0 0 0,0 0 1 0 0,0 0-1 0 0,-1 0 0 0 0,1 0 0 0 0,0 0 0 0 0,-1 0 0 0 0,-21-7 65 0 0,22 7-65 0 0,0 0 1 0 0,-1 0-1 0 0,1 0 0 0 0,0 0 0 0 0,0 0 1 0 0,-1 0-1 0 0,1 0 0 0 0,0 0 1 0 0,0-1-1 0 0,0 1 0 0 0,-1 0 1 0 0,1 0-1 0 0,0 0 0 0 0,0 0 0 0 0,-1 0 1 0 0,1-1-1 0 0,0 1 0 0 0,0 0 1 0 0,0 0-1 0 0,0-1 0 0 0,0 1 0 0 0,-1 0 1 0 0,1 0-1 0 0,0 0 0 0 0,0-1 1 0 0,0 1-1 0 0,0 0 0 0 0,0 0 0 0 0,0-1 1 0 0,0 1-1 0 0,0 0 0 0 0,0 0 1 0 0,0-1-1 0 0,0 1 0 0 0,0-1 0 0 0,-1 1 0 0 0,1-1 1 0 0,0 1-1 0 0,0-1 0 0 0,-1 1 0 0 0,1-1 0 0 0,0 1 0 0 0,-1-1 1 0 0,1 1-1 0 0,0-1 0 0 0,-1 1 0 0 0,1 0 0 0 0,-1-1 0 0 0,1 1 1 0 0,-1 0-1 0 0,1-1 0 0 0,0 1 0 0 0,-1 0 0 0 0,1 0 0 0 0,-1 0 1 0 0,0-1-1 0 0,1 1 0 0 0,-1 0 0 0 0,1 0 0 0 0,-1 0 0 0 0,1 0 1 0 0,-1 0-1 0 0,1 0 0 0 0,-1 0 0 0 0,1 0 0 0 0,-1 0 0 0 0,0 0 1 0 0,1 0-1 0 0,-1 0 0 0 0,1 0 0 0 0,-1 1 0 0 0,0-1 0 0 0,1 0 0 0 0,-1 0 0 0 0,1 0 0 0 0,-1 1 0 0 0,1-1 0 0 0,-1 0 0 0 0,1 0-1 0 0,-1 0 1 0 0,1 0 0 0 0,-1 0 0 0 0,1 0 0 0 0,-1 0 0 0 0,1 0 0 0 0,-1-1 0 0 0,1 1 0 0 0,-1 0 0 0 0,1 0-1 0 0,-1 0 1 0 0,1 0 0 0 0,-1-1 0 0 0,1 1 0 0 0,-1 0 0 0 0,1 0 0 0 0,0-1 0 0 0,-1 1 0 0 0,1 0 0 0 0,0-1 0 0 0,-1 1-1 0 0,1-1 1 0 0,0 1 0 0 0,-1 0 0 0 0,1-1 0 0 0,0 1 0 0 0,-1-2 0 0 0,0 1-1 0 0,0 0 0 0 0,1 0 0 0 0,-1 0 0 0 0,0 0 0 0 0,0 0 0 0 0,-1 0 0 0 0,1 1 0 0 0,0-1 0 0 0,0 0 0 0 0,0 0 0 0 0,-1 1 0 0 0,1-1 0 0 0,0 1 0 0 0,0-1 0 0 0,-1 1 0 0 0,1-1 0 0 0,0 1 0 0 0,-1 0 0 0 0,-1 0 0 0 0,1-1 6 0 0,-13-5 1 0 0,10 3-11 0 0,-1 1 1 0 0,1 0-1 0 0,-1 0 1 0 0,0 1-1 0 0,0-1 0 0 0,-8 1 1 0 0,-26-7-2 0 0,24 5 7 0 0,-15-3 49 0 0,-1 1 1 0 0,-47-2-1 0 0,42 2 108 0 0,9 4-66 0 0,-35-4 259 0 0,-91-17 1 0 0,110 7-368 0 0,-54-5 14 0 0,59 8 81 0 0,29 8-38 0 0,-1 1 0 0 0,1 0 1 0 0,-18-1-1 0 0,19 3-17 0 0,0 0 1 0 0,-1-1 0 0 0,1 0 0 0 0,0 0-1 0 0,-15-6 1 0 0,15 6-13 0 0,1 0 0 0 0,-1 1 0 0 0,0 0 0 0 0,1 0 0 0 0,-15 1 0 0 0,2 0 9 0 0,-9-2 40 0 0,3-1 31 0 0,1 2 0 0 0,-1 1 0 0 0,0 1 0 0 0,-31 5 0 0 0,-2 0 66 0 0,53-5-63 0 0,9 0-81 0 0,-2-1-16 0 0,0 0 0 0 0,0 0 0 0 0,0 0 1 0 0,-1 0-1 0 0,1 0 0 0 0,0 0 0 0 0,0 0 1 0 0,0 0-1 0 0,0 0 0 0 0,0 0 0 0 0,0 1 1 0 0,0-1-1 0 0,0 0 0 0 0,0 0 0 0 0,0 0 1 0 0,0 0-1 0 0,0 0 0 0 0,0 0 1 0 0,0 0-1 0 0,0 0 0 0 0,0 0 0 0 0,0 0 1 0 0,0 0-1 0 0,0 0 0 0 0,0 0 0 0 0,0 1 1 0 0,0-1-1 0 0,0 0 0 0 0,0 0 0 0 0,0 0 1 0 0,0 0-1 0 0,0 0 0 0 0,0 0 1 0 0,0 0-1 0 0,0 0 0 0 0,0 0 0 0 0,0 0 1 0 0,1 0-1 0 0,-1 0 0 0 0,0 0 0 0 0,0 0 1 0 0,0 0-1 0 0,0 0 0 0 0,0 1 0 0 0,0-1 1 0 0,0 0-1 0 0,0 0 0 0 0,0 0 1 0 0,0 0-1 0 0,0 0 0 0 0,0 0 0 0 0,0 0 1 0 0,0 0-1 0 0,1 0 0 0 0,-35 1 247 0 0,-11 2-252 0 0,-47 7 0 0 0,33-2-12 0 0,19-2 44 0 0,-45 3 53 0 0,60-5-78 0 0,17-2-18 0 0,24-4-78 0 0,-48 5-1639 0 0,22-2 1365 0 0,-4 1-538 0 0,1 0 1 0 0,-1 1-1 0 0,0 1 1 0 0,-19 7-1 0 0,-54 21-7057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4:38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52 3041 0 0,'-27'-5'5456'0'0,"54"4"-1494"0"0,-27-20 3321 0 0,0 21-7239 0 0,0-1 0 0 0,1 1-1 0 0,-1-1 1 0 0,0 1-1 0 0,0-1 1 0 0,1 1 0 0 0,-1-1-1 0 0,0 1 1 0 0,1-1-1 0 0,-1 1 1 0 0,0-1 0 0 0,1 1-1 0 0,-1-1 1 0 0,1 1-1 0 0,-1 0 1 0 0,1-1 0 0 0,-1 1-1 0 0,1 0 1 0 0,-1-1-1 0 0,1 1 1 0 0,-1 0 0 0 0,1 0-1 0 0,-1 0 1 0 0,1-1-1 0 0,-1 1 1 0 0,1 0 0 0 0,-1 0-1 0 0,1 0 1 0 0,0 0-1 0 0,-1 0 1 0 0,1 0 0 0 0,-1 0-1 0 0,2 0 1 0 0,-1 0 19 0 0,-1 0 0 0 0,1 0-1 0 0,-1 0 1 0 0,1 0 0 0 0,0 0 0 0 0,-1 0 0 0 0,1 0 0 0 0,0 0-1 0 0,-1 0 1 0 0,1 0 0 0 0,-1 0 0 0 0,1 0 0 0 0,0-1 0 0 0,-1 1-1 0 0,1 0 1 0 0,-1-1 0 0 0,1 1 0 0 0,-1 0 0 0 0,1-1 0 0 0,-1 1-1 0 0,1-1 1 0 0,-1 1 0 0 0,1 0 0 0 0,-1-1 0 0 0,0 1 0 0 0,1-1-1 0 0,-1 1 1 0 0,0-1 0 0 0,1 0 0 0 0,-1 1 0 0 0,0-1 0 0 0,0 1-1 0 0,1-1 1 0 0,-1 0 0 0 0,1 0 10 0 0,1 1 0 0 0,-1-1 0 0 0,1 1 0 0 0,-1-1 0 0 0,1 1 0 0 0,-1 0 0 0 0,1 0 0 0 0,-1 0 0 0 0,1 0 0 0 0,0 0 0 0 0,-1 0 0 0 0,1 0 0 0 0,-1 1 0 0 0,1-1 0 0 0,2 2 0 0 0,-4-2-14 0 0,70 21 1529 0 0,-68-20-1548 0 0,1 0 1 0 0,0 0 0 0 0,0 0 0 0 0,-1 0 0 0 0,1 0 0 0 0,-1 0-1 0 0,1 1 1 0 0,3 2 0 0 0,-4-2-12 0 0,1 0 1 0 0,0-1-1 0 0,-1 1 1 0 0,1-1-1 0 0,0 0 0 0 0,0 0 1 0 0,0 0-1 0 0,0 0 1 0 0,0 0-1 0 0,0 0 1 0 0,4-1-1 0 0,145 28 465 0 0,-58-17-9 0 0,130 0 0 0 0,89-22 1116 0 0,-259 9-1304 0 0,214 7 465 0 0,-242-4-697 0 0,138 12 316 0 0,-100-6-309 0 0,94 8 35 0 0,-134-14-54 0 0,-1 1 1 0 0,1 1-1 0 0,-1 1 0 0 0,0 1 1 0 0,0 1-1 0 0,32 12 0 0 0,-38-13-62 0 0,0-1 0 0 0,0 0 0 0 0,0-1 0 0 0,1-1 0 0 0,-1-1 0 0 0,1-1 0 0 0,33-3 0 0 0,6 1 81 0 0,41 2 102 0 0,92 0 298 0 0,-82-7-432 0 0,104-6-40 0 0,-5 6 0 0 0,-110 3 0 0 0,62 2 0 0 0,15 11 0 0 0,108 8 0 0 0,-179-15 0 0 0,218 3 0 0 0,190 16 0 0 0,-283-8 0 0 0,-6-4 0 0 0,-202-6 0 0 0,58-1 0 0 0,-13-8 0 0 0,-7 3 0 0 0,72-14 0 0 0,-24 2 0 0 0,-13 5 0 0 0,303-29 0 0 0,159-7 0 0 0,-202 44 0 0 0,-163 3 0 0 0,33-6 0 0 0,-161 2 0 0 0,240-3 0 0 0,-201 6 0 0 0,146 21 0 0 0,-24 11 0 0 0,-204-29 0 0 0,1-2 0 0 0,-1 0 0 0 0,21-3 0 0 0,-21 1 0 0 0,-1 1 0 0 0,0 0 0 0 0,35 6 0 0 0,-26-5 0 0 0,-11 0 0 0 0,0 1 0 0 0,23 5 0 0 0,21 3 0 0 0,-28-6 0 0 0,57 16 0 0 0,24 5 0 0 0,64-8 0 0 0,-40-6 0 0 0,153-3 0 0 0,-193-9 0 0 0,-59 0 0 0 0,10-5 0 0 0,-45 6 0 0 0,44 1 0 0 0,235 11 0 0 0,-158 0 0 0 0,24 3 0 0 0,142 2 0 0 0,-37-5 0 0 0,-189-9 0 0 0,-43-2 0 0 0,0 0 0 0 0,36 7 0 0 0,68 7 0 0 0,-60-2 0 0 0,-65-13 0 0 0,0 0 0 0 0,0 0 0 0 0,0 0 0 0 0,0 0 0 0 0,0 0 0 0 0,0 1 0 0 0,0-1 0 0 0,-1 0 0 0 0,1 0 0 0 0,0 0 0 0 0,0 0 0 0 0,0 0 0 0 0,0 0 0 0 0,0 0 0 0 0,0 0 0 0 0,0 1 0 0 0,0-1 0 0 0,0 0 0 0 0,0 0 0 0 0,0 0 0 0 0,0 0 0 0 0,0 0 0 0 0,0 0 0 0 0,0 1 0 0 0,0-1 0 0 0,0 0 0 0 0,0 0 0 0 0,0 0 0 0 0,0 0 0 0 0,0 0 0 0 0,0 0 0 0 0,0 1 0 0 0,0-1 0 0 0,0 0 0 0 0,0 0 0 0 0,0 0 0 0 0,0 0 0 0 0,0 0 0 0 0,0 0 0 0 0,0 1 0 0 0,0-1 0 0 0,0 0 0 0 0,0 0 0 0 0,0 0 0 0 0,0 0 0 0 0,1 0 0 0 0,-1 0 0 0 0,0 0 0 0 0,0 0 0 0 0,0 0 0 0 0,0 0 0 0 0,0 1 0 0 0,-76 2-1499 0 0,-49 7-8367 0 0,-60-1-10976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4:45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35 1281 0 0,'0'0'11725'0'0,"0"0"-11724"0"0,0 0-1 0 0,-1 0 1 0 0,1 0-1 0 0,0 0 1 0 0,0 0-1 0 0,0-1 1 0 0,0 1 0 0 0,0 0-1 0 0,0 0 1 0 0,0 0-1 0 0,0 0 1 0 0,0-1-1 0 0,0 1 1 0 0,0 0 0 0 0,0 0-1 0 0,0 0 1 0 0,-1 0-1 0 0,1-1 1 0 0,0 1-1 0 0,0 0 1 0 0,1 0 0 0 0,-1 0-1 0 0,0-1 1 0 0,0 1-1 0 0,0 0 1 0 0,0 0-1 0 0,0 0 1 0 0,0 0 0 0 0,0-1-1 0 0,0 1 1 0 0,0 0-1 0 0,0 0 1 0 0,0 0-1 0 0,0 0 1 0 0,1 0 0 0 0,-1-1-1 0 0,0 1 1 0 0,0 0-1 0 0,0 0 1 0 0,0 0-1 0 0,0 0 1 0 0,1 0 0 0 0,-1 0-1 0 0,0 0 1 0 0,0 0-1 0 0,0-1 1 0 0,0 1-1 0 0,1 0 1 0 0,-1 0 0 0 0,0 0-1 0 0,0 0 1 0 0,0 0-1 0 0,0 0 1 0 0,1 0-1 0 0,-1 0 1 0 0,0 0 0 0 0,0 0-1 0 0,0 0 1 0 0,0 0-1 0 0,1 0 1 0 0,-1 0-1 0 0,0 0 1 0 0,0 0 0 0 0,0 1-1 0 0,1-1 1 0 0,-1 0-1 0 0,0 0 1 0 0,0 0-1 0 0,0 0 1 0 0,2 0-21 0 0,-1 1 11 0 0,0-1-1 0 0,0 0 1 0 0,0 0 0 0 0,0 0 0 0 0,0 0 0 0 0,0 0 0 0 0,0 0-1 0 0,0 0 1 0 0,0 0 0 0 0,1 0 0 0 0,-1 0 0 0 0,0-1 0 0 0,0 1 0 0 0,0 0-1 0 0,0-1 1 0 0,0 1 0 0 0,0-1 0 0 0,0 1 0 0 0,0-1 0 0 0,-1 1-1 0 0,1-1 1 0 0,0 0 0 0 0,1-1 0 0 0,-2 1-151 0 0,1-2 90 0 0,-2-4-338 0 0,-4 4 3700 0 0,4 3-3185 0 0,-15 0-21 0 0,16 0-59 0 0,0 1 1 0 0,-1-2-1 0 0,1 1 0 0 0,-1 0 1 0 0,1 0-1 0 0,-1 0 0 0 0,1 0 1 0 0,0 0-1 0 0,-1 0 0 0 0,1 0 0 0 0,-1 0 1 0 0,1-1-1 0 0,0 1 0 0 0,-1 0 1 0 0,1 0-1 0 0,0-1 0 0 0,-1 1 1 0 0,1 0-1 0 0,0 0 0 0 0,-1-1 1 0 0,1 1-1 0 0,0 0 0 0 0,-1-1 0 0 0,1 1 1 0 0,0-1-1 0 0,0 1 0 0 0,0 0 1 0 0,-1-1-1 0 0,1 1 0 0 0,0-1 1 0 0,0 1-1 0 0,0-1 0 0 0,-6 1 147 0 0,-15 0-14 0 0,15 0 93 0 0,1 1-106 0 0,-1 1-186 0 0,-3 1 287 0 0,1 0 0 0 0,-1-1 0 0 0,0-1 0 0 0,-10 2-1 0 0,13 2 314 0 0,-15-4-241 0 0,20-1-268 0 0,1 0 0 0 0,0 0 0 0 0,-1 1 0 0 0,1-1 0 0 0,-1 0 0 0 0,1 0 0 0 0,0 1 0 0 0,-1-1 0 0 0,1 0 0 0 0,0 1 0 0 0,0-1 0 0 0,-1 0 0 0 0,1 1 0 0 0,0-1 0 0 0,0 0 0 0 0,-1 1 0 0 0,1-1 0 0 0,0 1 0 0 0,0-1 0 0 0,0 0 0 0 0,0 1 0 0 0,0-1 0 0 0,0 1 0 0 0,0-1 0 0 0,-1 1 0 0 0,1-1 0 0 0,0 1 0 0 0,1-1 0 0 0,-1 1 0 0 0,0 16 865 0 0,0-15-1140 0 0,1 8 305 0 0,-1-7-72 0 0,1 0 0 0 0,-1-1 1 0 0,0 1-1 0 0,1 0 0 0 0,-2 0 1 0 0,1 0-1 0 0,0 0 1 0 0,0-1-1 0 0,-1 1 0 0 0,0 0 1 0 0,1 0-1 0 0,-1-1 1 0 0,-2 5-1 0 0,-3-1-27 0 0,5-5 30 0 0,-1 1 0 0 0,1-1-1 0 0,0 1 1 0 0,-1-1 0 0 0,1 1 0 0 0,0 0 0 0 0,0 0 0 0 0,0-1 0 0 0,0 1 0 0 0,0 0 0 0 0,1 0-1 0 0,-1 0 1 0 0,0 0 0 0 0,1 0 0 0 0,0 0 0 0 0,-1 0 0 0 0,1 0 0 0 0,0 0 0 0 0,0 0 0 0 0,0 3-1 0 0,1 6 96 0 0,-1-9-80 0 0,0 0-1 0 0,1 1 1 0 0,-1-1-1 0 0,0 0 1 0 0,0 0-1 0 0,-1 1 1 0 0,1-1-1 0 0,0 0 1 0 0,-1 0-1 0 0,1 1 1 0 0,-1-1-1 0 0,0 0 1 0 0,0 0-1 0 0,-1 4 1 0 0,-8 4 28 0 0,8-9-29 0 0,0 0 1 0 0,1 1 0 0 0,-1-1-1 0 0,1 1 1 0 0,0 0 0 0 0,0-1 0 0 0,0 1-1 0 0,-1 0 1 0 0,1 0 0 0 0,1 0 0 0 0,-1 0-1 0 0,0 0 1 0 0,0 0 0 0 0,1 0 0 0 0,-1 0-1 0 0,1 0 1 0 0,0 0 0 0 0,0 0-1 0 0,0 0 1 0 0,0 0 0 0 0,0 1 0 0 0,0 3-1 0 0,1-6-16 0 0,-1 1 0 0 0,0 0-1 0 0,0 0 1 0 0,-1-1 0 0 0,1 1 0 0 0,0 0-1 0 0,0-1 1 0 0,0 1 0 0 0,0 0-1 0 0,-1-1 1 0 0,1 1 0 0 0,0-1-1 0 0,0 1 1 0 0,-1 0 0 0 0,1-1-1 0 0,-1 1 1 0 0,1-1 0 0 0,0 1 0 0 0,-1-1-1 0 0,1 1 1 0 0,-1-1 0 0 0,0 1-1 0 0,1-1 1 0 0,-1 1 0 0 0,1-1-1 0 0,-1 0 1 0 0,1 1 0 0 0,-1-1-1 0 0,0 0 1 0 0,1 0 0 0 0,-1 1 0 0 0,0-1-1 0 0,1 0 1 0 0,-1 0 0 0 0,0 0-1 0 0,1 0 1 0 0,-2 0 0 0 0,1 0-2 0 0,0 0 1 0 0,1 0 0 0 0,-1 0-1 0 0,1 0 1 0 0,-1 0 0 0 0,0 1-1 0 0,1-1 1 0 0,-1 0 0 0 0,0 0-1 0 0,1 0 1 0 0,-1 1 0 0 0,1-1-1 0 0,-1 0 1 0 0,0 1 0 0 0,1-1-1 0 0,-1 0 1 0 0,1 1 0 0 0,-1-1-1 0 0,1 1 1 0 0,0-1 0 0 0,-1 1-1 0 0,1-1 1 0 0,-1 1 0 0 0,1-1-1 0 0,0 1 1 0 0,-1 0 0 0 0,1-1-1 0 0,0 1 1 0 0,0-1 0 0 0,-1 1-1 0 0,1 0 1 0 0,0-1 0 0 0,0 1-1 0 0,0 0 1 0 0,0-1 0 0 0,0 1-1 0 0,0 0 1 0 0,0 10 171 0 0,1-9-139 0 0,0 1 0 0 0,-1 0 0 0 0,0 0 1 0 0,0-1-1 0 0,0 1 0 0 0,0 0 0 0 0,0 0 0 0 0,-1 0 1 0 0,1-1-1 0 0,-1 1 0 0 0,1 0 0 0 0,-1-1 0 0 0,0 1 1 0 0,-3 4-1 0 0,-3-3 40 0 0,6-3-69 0 0,0-1 0 0 0,0 0-1 0 0,-1 1 1 0 0,1-1 0 0 0,0 1 0 0 0,0-1 0 0 0,1 1-1 0 0,-1 0 1 0 0,0-1 0 0 0,0 1 0 0 0,0 0-1 0 0,0 0 1 0 0,0 0 0 0 0,1-1 0 0 0,-1 1 0 0 0,0 0-1 0 0,1 0 1 0 0,-1 0 0 0 0,1 0 0 0 0,-1 0-1 0 0,1 0 1 0 0,-1 0 0 0 0,1 0 0 0 0,0 1 0 0 0,0-1-1 0 0,-1 0 1 0 0,1 2 0 0 0,0-3-8 0 0,0 1 1 0 0,0 0-1 0 0,0 0 0 0 0,0 0 0 0 0,0 0 1 0 0,0-1-1 0 0,0 1 0 0 0,0 0 0 0 0,-1 0 1 0 0,1 0-1 0 0,0-1 0 0 0,0 1 1 0 0,-1 0-1 0 0,1 0 0 0 0,-1-1 0 0 0,1 1 1 0 0,-1 0-1 0 0,1-1 0 0 0,-1 1 1 0 0,1 0-1 0 0,-1-1 0 0 0,1 1 0 0 0,-1-1 1 0 0,0 1-1 0 0,1-1 0 0 0,-1 1 1 0 0,0-1-1 0 0,0 1 0 0 0,1-1 0 0 0,-1 0 1 0 0,0 1-1 0 0,-1-1 0 0 0,1 0 7 0 0,0 1 0 0 0,0-1-1 0 0,0 0 1 0 0,0 1 0 0 0,0-1-1 0 0,0 1 1 0 0,0-1 0 0 0,1 1 0 0 0,-1-1-1 0 0,0 1 1 0 0,0 0 0 0 0,1-1-1 0 0,-1 1 1 0 0,0 0 0 0 0,1 0-1 0 0,-1-1 1 0 0,1 1 0 0 0,-1 0-1 0 0,1 0 1 0 0,-1 0 0 0 0,1 0 0 0 0,-1 0-1 0 0,1 0 1 0 0,0 0 0 0 0,0 0-1 0 0,-1 0 1 0 0,1 0 0 0 0,0 0-1 0 0,0 0 1 0 0,0 0 0 0 0,0 0-1 0 0,1 1 1 0 0,-1 52 415 0 0,0-53-227 0 0,5 1-183 0 0,0-1 0 0 0,0 1-1 0 0,0 0 1 0 0,0 1 0 0 0,0-1-1 0 0,0 1 1 0 0,0 0 0 0 0,7 7 0 0 0,-5-5 19 0 0,-6-5-32 0 0,0 1 0 0 0,-1-1-1 0 0,1 1 1 0 0,-1 0 0 0 0,1-1 0 0 0,-1 1 0 0 0,0 0 0 0 0,1 0 0 0 0,-1-1 0 0 0,1 1-1 0 0,-1 0 1 0 0,0 0 0 0 0,0 0 0 0 0,0-1 0 0 0,1 1 0 0 0,-1 0 0 0 0,0 0-1 0 0,0 0 1 0 0,0 0 0 0 0,0-1 0 0 0,0 1 0 0 0,0 0 0 0 0,-1 0 0 0 0,1 1 0 0 0,0-2 0 0 0,-1 1-1 0 0,1-1 1 0 0,0 1 0 0 0,0-1 0 0 0,0 0 0 0 0,0 1 0 0 0,0-1 0 0 0,0 1 0 0 0,0-1 0 0 0,0 1 0 0 0,0-1 0 0 0,0 1 0 0 0,0-1 0 0 0,0 1 0 0 0,0-1 0 0 0,0 1 0 0 0,0-1 0 0 0,0 1 0 0 0,1-1 0 0 0,-1 0 0 0 0,0 1 0 0 0,0-1 0 0 0,0 1 0 0 0,1-1 0 0 0,-1 0 0 0 0,0 1 0 0 0,1-1 0 0 0,-1 0 0 0 0,0 1 0 0 0,1-1 0 0 0,-1 0 0 0 0,0 1 0 0 0,1-1 0 0 0,-1 0 0 0 0,1 1 0 0 0,7 1-4 0 0,0 0 0 0 0,0 0 0 0 0,0 1 0 0 0,15 8 0 0 0,-3-3-55 0 0,-13-7 43 0 0,-3 5 26 0 0,2-5 39 0 0,15-1-26 0 0,54-6 172 0 0,-46 3-158 0 0,96-2 439 0 0,-98 8-410 0 0,-27-3-70 0 0,1 0 0 0 0,-1 0 1 0 0,1 0-1 0 0,-1 0 0 0 0,1 1 1 0 0,-1-1-1 0 0,1 0 1 0 0,0 0-1 0 0,-1 0 0 0 0,0 1 1 0 0,1-1-1 0 0,-1 0 1 0 0,1 1-1 0 0,-1-1 0 0 0,1 1 1 0 0,-1-1-1 0 0,0 0 1 0 0,1 1-1 0 0,-1-1 0 0 0,0 1 1 0 0,1-1-1 0 0,-1 1 0 0 0,0-1 1 0 0,0 1-1 0 0,1-1 1 0 0,-1 2-1 0 0,6 0 53 0 0,21 3 41 0 0,-27-3-17 0 0,0-2-78 0 0,0 0 0 0 0,0 0 0 0 0,0 0 0 0 0,-1 1 0 0 0,1-1 0 0 0,0 0 0 0 0,0 0 0 0 0,0 0 0 0 0,0 0 0 0 0,0 0 0 0 0,0 1 0 0 0,0-1 0 0 0,0 0 0 0 0,0 0 0 0 0,0 0 0 0 0,0 0 0 0 0,0 1 0 0 0,0-1 0 0 0,0 0 0 0 0,0 0 0 0 0,1 0 0 0 0,-1 0 0 0 0,0 0 0 0 0,0 1 0 0 0,0-1 0 0 0,0 0 0 0 0,0 0 0 0 0,0 0 0 0 0,0 0 0 0 0,0 0 0 0 0,0 0 0 0 0,1 1 0 0 0,-1-1 0 0 0,0 0 0 0 0,0 0 0 0 0,0 0 0 0 0,0 0 0 0 0,0 0 0 0 0,0 0 0 0 0,1 0 0 0 0,-1 0 0 0 0,0 0 0 0 0,0 0 0 0 0,0 0 0 0 0,0 0 0 0 0,1 0 0 0 0,-1 0 0 0 0,0 0 0 0 0,0 0 0 0 0,0 0 0 0 0,0 0 0 0 0,0 0 0 0 0,1 0 0 0 0,-1 0 0 0 0,0 0 0 0 0,0 0 0 0 0,0 0 0 0 0,0 0 0 0 0,1 0 0 0 0,-1 0 0 0 0,0 0 0 0 0,0 0 0 0 0,0 0 0 0 0,58 11-77 0 0,-51-9 129 0 0,15-1-51 0 0,-16-1-40 0 0,-1 0 94 0 0,50 0 39 0 0,-50 0 1094 0 0,-5 0-1183 0 0,0 0 0 0 0,0-1 0 0 0,0 1 0 0 0,0 0-1 0 0,0 0 1 0 0,0-1 0 0 0,0 1 0 0 0,0 0 0 0 0,0 0-1 0 0,0 0 1 0 0,0-1 0 0 0,0 1 0 0 0,0 0 0 0 0,0 0 0 0 0,0-1-1 0 0,0 1 1 0 0,0 0 0 0 0,1 0 0 0 0,-1 0 0 0 0,0-1-1 0 0,0 1 1 0 0,0 0 0 0 0,0 0 0 0 0,1 0 0 0 0,-1 0-1 0 0,0-1 1 0 0,0 1 0 0 0,0 0 0 0 0,0 0 0 0 0,1 0-1 0 0,-1 0 1 0 0,0 0 0 0 0,0 0 0 0 0,1-1 0 0 0,-1 1 0 0 0,0 0-1 0 0,0 0 1 0 0,0 0 0 0 0,1 0 0 0 0,-1 0 0 0 0,0 0-1 0 0,9-2 4 0 0,5-4 133 0 0,-13 4-124 0 0,0 0 0 0 0,0 0-1 0 0,-1 0 1 0 0,1 0 0 0 0,-1 0 0 0 0,1 0 0 0 0,-1 0-1 0 0,0 0 1 0 0,0 0 0 0 0,0-4 0 0 0,0-54 370 0 0,0 59-382 0 0,0 1 0 0 0,0-1-1 0 0,0 1 1 0 0,0 0 0 0 0,0-1 0 0 0,0 1-1 0 0,0-1 1 0 0,0 1 0 0 0,0 0-1 0 0,0-1 1 0 0,0 1 0 0 0,0-1-1 0 0,0 1 1 0 0,1 0 0 0 0,-1-1-1 0 0,0 1 1 0 0,0 0 0 0 0,0-1-1 0 0,1 1 1 0 0,-1 0 0 0 0,0 0-1 0 0,0-1 1 0 0,1 1 0 0 0,-1 0-1 0 0,0-1 1 0 0,1 1 0 0 0,-1 0-1 0 0,1 0 1 0 0,18-12 99 0 0,-18 12-98 0 0,-1 0 0 0 0,1 0 1 0 0,-1-1-1 0 0,1 1 0 0 0,-1 0 0 0 0,1 0 0 0 0,-1-1 1 0 0,1 1-1 0 0,-1-1 0 0 0,1 1 0 0 0,-1 0 0 0 0,0-1 1 0 0,1 1-1 0 0,-1-1 0 0 0,0 1 0 0 0,1-1 0 0 0,-1 1 1 0 0,0-1-1 0 0,0 1 0 0 0,1-1 0 0 0,-1 1 1 0 0,0-1-1 0 0,0 1 0 0 0,0-1 0 0 0,0 1 0 0 0,0-1 1 0 0,0 1-1 0 0,0-1 0 0 0,0 0 0 0 0,0 1 0 0 0,0-1 1 0 0,0 1-1 0 0,0-1 0 0 0,0 1 0 0 0,0-1 0 0 0,0 1 1 0 0,-1-1-1 0 0,1 1 0 0 0,0-1 0 0 0,0 1 0 0 0,-1-1 1 0 0,1 1-1 0 0,0-1 0 0 0,-1 1 0 0 0,1-1 0 0 0,0 1 1 0 0,-1 0-1 0 0,1-1 0 0 0,-1 1 0 0 0,1 0 0 0 0,-1-1 1 0 0,-9-4 4 0 0,9 5 1 0 0,1-1 0 0 0,-1 1 0 0 0,0 0 0 0 0,0-1 0 0 0,0 1 0 0 0,1-1 0 0 0,-1 1-1 0 0,0-1 1 0 0,0 0 0 0 0,1 1 0 0 0,-1-1 0 0 0,0 1 0 0 0,1-1 0 0 0,-1 0 0 0 0,1 0-1 0 0,-1 1 1 0 0,1-1 0 0 0,-1-1 0 0 0,0-4 48 0 0,-1 1 1 0 0,2-1-1 0 0,-1 1 1 0 0,1-1-1 0 0,0-9 0 0 0,0 19-125 0 0,0-9 52 0 0,0-64 1708 0 0,2 66-1670 0 0,-32-7-29 0 0,30 10 5 0 0,0 0 0 0 0,0 0 0 0 0,-1-1 0 0 0,1 1 0 0 0,0 0 0 0 0,-1 0 0 0 0,1 0 0 0 0,0 0 0 0 0,0-1 0 0 0,-1 1 0 0 0,1 0 0 0 0,0 0 0 0 0,0 0 0 0 0,0-1 0 0 0,-1 1 0 0 0,1 0 0 0 0,0 0 0 0 0,0-1 0 0 0,0 1 0 0 0,0 0 0 0 0,-1-1 0 0 0,1 1 0 0 0,0 0 0 0 0,0 0 0 0 0,0-1 0 0 0,0 1 0 0 0,0 0 0 0 0,0-1 0 0 0,0 1 0 0 0,0-1 0 0 0,0 1 0 0 0,0 0 0 0 0,0 0 0 0 0,0-1 0 0 0,0 1 0 0 0,0 0 0 0 0,0 0 0 0 0,0-1 0 0 0,0 1 0 0 0,0 0 0 0 0,0 0 0 0 0,0 0 0 0 0,0-1 0 0 0,0 1 0 0 0,1 0 0 0 0,-1 0 0 0 0,0 0 0 0 0,0 0 0 0 0,0-1 0 0 0,0 1 0 0 0,0 0 0 0 0,0 0 0 0 0,1 0 0 0 0,-1 0 0 0 0,0 0 0 0 0,0-1 0 0 0,0 1 0 0 0,1 0 0 0 0,-1 0 0 0 0,0 0 0 0 0,0 0 0 0 0,0 0 0 0 0,0 0 0 0 0,1 0 0 0 0,-1 0 0 0 0,0 0 0 0 0,0 0 0 0 0,1 0 0 0 0,-1 0 0 0 0,0 0 0 0 0,0 0 0 0 0,17-1 0 0 0,-34 0 0 0 0,17 0 0 0 0,-1 1 0 0 0,1-1 0 0 0,-1 1 0 0 0,1-1 0 0 0,0 1 0 0 0,-1 0 0 0 0,1-1 0 0 0,-1 1 0 0 0,1-1 0 0 0,0 0 0 0 0,-1 1 0 0 0,1-1 0 0 0,0 1 0 0 0,0-1 0 0 0,0 0 0 0 0,-1 1 0 0 0,1-1 0 0 0,0 1 0 0 0,0-1 0 0 0,0 0 0 0 0,0 1 0 0 0,0-1 0 0 0,0 0 0 0 0,0 0 0 0 0,1-20 0 0 0,-1 16 0 0 0,0-1 0 0 0,1 4 0 0 0,-1 1 0 0 0,1-1 0 0 0,-1 0 0 0 0,0 1 0 0 0,0-1 0 0 0,0 0 0 0 0,0 0 0 0 0,0 1 0 0 0,0-1 0 0 0,-1 0 0 0 0,1 1 0 0 0,-1-1 0 0 0,1 0 0 0 0,-1 1 0 0 0,1-1 0 0 0,-1 1 0 0 0,0-1 0 0 0,-1-2 0 0 0,-20 1 0 0 0,21 3 0 0 0,1 0 0 0 0,0 0 0 0 0,0 0 0 0 0,-1 0 0 0 0,1 0 0 0 0,0 0 0 0 0,-1 0 0 0 0,1-1 0 0 0,0 1 0 0 0,-1 0 0 0 0,1 0 0 0 0,0 0 0 0 0,0-1 0 0 0,-1 1 0 0 0,1 0 0 0 0,0 0 0 0 0,0-1 0 0 0,0 1 0 0 0,-1 0 0 0 0,1-1 0 0 0,0 1 0 0 0,0 0 0 0 0,0 0 0 0 0,0-1 0 0 0,0 1 0 0 0,0 0 0 0 0,-1-1 0 0 0,1 1 0 0 0,0 0 0 0 0,0-1 0 0 0,0 0 0 0 0,1-2 0 0 0,-1 1 0 0 0,-1 1 0 0 0,1 0 0 0 0,-1 0 0 0 0,1 0 0 0 0,-1 0 0 0 0,0 0 0 0 0,0 0 0 0 0,1 0 0 0 0,-1 0 0 0 0,0 0 0 0 0,0 1 0 0 0,0-1 0 0 0,0 0 0 0 0,0 1 0 0 0,0-1 0 0 0,0 0 0 0 0,0 1 0 0 0,0-1 0 0 0,-1 1 0 0 0,1-1 0 0 0,-2 1 0 0 0,-3-3 0 0 0,-5-13 0 0 0,-2-1 0 0 0,-28-26 0 0 0,36 32 0 0 0,5 11 0 0 0,0-1 0 0 0,0 1 0 0 0,0-1 0 0 0,0 1 0 0 0,0-1 0 0 0,0 1 0 0 0,0-1 0 0 0,0 1 0 0 0,0-1 0 0 0,-1 1 0 0 0,1-1 0 0 0,0 1 0 0 0,0-1 0 0 0,0 1 0 0 0,-1 0 0 0 0,1-1 0 0 0,0 1 0 0 0,-1-1 0 0 0,1 1 0 0 0,0 0 0 0 0,-1-1 0 0 0,1 1 0 0 0,0 0 0 0 0,-1-1 0 0 0,0 1 0 0 0,-6-4 0 0 0,5 3 0 0 0,1 1 0 0 0,0-1 0 0 0,0 0 0 0 0,0 1 0 0 0,0-1 0 0 0,-1 0 0 0 0,1 0 0 0 0,0 0 0 0 0,0 0 0 0 0,0 0 0 0 0,1 0 0 0 0,-1 0 0 0 0,0 0 0 0 0,0 0 0 0 0,0 0 0 0 0,1 0 0 0 0,-1-1 0 0 0,1 1 0 0 0,-1 0 0 0 0,1 0 0 0 0,-1-1 0 0 0,1 1 0 0 0,0 0 0 0 0,0-1 0 0 0,-1 1 0 0 0,1-1 0 0 0,0 1 0 0 0,0 0 0 0 0,1-2 0 0 0,-1 2 0 0 0,-1 1 0 0 0,1-1 0 0 0,0 0 0 0 0,0 1 0 0 0,0-1 0 0 0,-1 1 0 0 0,1-1 0 0 0,0 1 0 0 0,0-1 0 0 0,-1 1 0 0 0,1 0 0 0 0,-1-1 0 0 0,1 1 0 0 0,0-1 0 0 0,-1 1 0 0 0,1 0 0 0 0,-1-1 0 0 0,1 1 0 0 0,-1 0 0 0 0,1-1 0 0 0,-1 1 0 0 0,1 0 0 0 0,-1 0 0 0 0,1 0 0 0 0,-1-1 0 0 0,1 1 0 0 0,-1 0 0 0 0,1 0 0 0 0,-1 0 0 0 0,0 0 0 0 0,1 0 0 0 0,-1 0 0 0 0,1 0 0 0 0,-1 0 0 0 0,0 1 0 0 0,-21-7 0 0 0,-6 0 0 0 0,18 2 0 0 0,0 0 0 0 0,-35-1 0 0 0,-9 2 0 0 0,43 5 0 0 0,-25 1-2273 0 0,1 5-3593 0 0,-2 1-527 0 0,-45 6-6640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46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615 91 480 0 0,'0'0'1854'0'0,"0"-26"1468"0"0,0-32 1587 0 0,-1 57-4810 0 0,-1 0 1 0 0,1 1-1 0 0,0-1 0 0 0,-1 0 1 0 0,1 1-1 0 0,0-1 1 0 0,-1 1-1 0 0,1 0 1 0 0,-1-1-1 0 0,1 1 0 0 0,0 0 1 0 0,-1 0-1 0 0,1 0 1 0 0,-1 0-1 0 0,1 0 0 0 0,-1 0 1 0 0,-1 1-1 0 0,3-1 19 0 0,-6 0 843 0 0,-1 11 2330 0 0,-5-5-3027 0 0,4-3 103 0 0,8-3-330 0 0,-1 1 1 0 0,1-1-1 0 0,-1 0 1 0 0,1 1 0 0 0,0-1-1 0 0,-1 0 1 0 0,1 1-1 0 0,-1-1 1 0 0,1 0 0 0 0,0 1-1 0 0,0-1 1 0 0,-1 0-1 0 0,1 1 1 0 0,0-1 0 0 0,0 1-1 0 0,-1-1 1 0 0,1 1-1 0 0,0-1 1 0 0,0 1 0 0 0,0-1-1 0 0,0 1 1 0 0,0-1-1 0 0,0 1 1 0 0,0-1 0 0 0,0 1-1 0 0,0-1 1 0 0,0 0-1 0 0,0 1 1 0 0,0-1 0 0 0,0 1-1 0 0,0-1 1 0 0,0 1-1 0 0,1 0 1 0 0,-1-1 46 0 0,0 0 0 0 0,0 1 0 0 0,0-1 0 0 0,0 0 1 0 0,0 1-1 0 0,1-1 0 0 0,-1 0 0 0 0,0 1 0 0 0,0-1 0 0 0,0 0 0 0 0,0 1 0 0 0,0-1 1 0 0,0 0-1 0 0,0 1 0 0 0,0-1 0 0 0,-1 1 0 0 0,1-1 0 0 0,0 0 0 0 0,0 1 0 0 0,0-1 1 0 0,0 0-1 0 0,0 0 0 0 0,0 1 0 0 0,-1-1 0 0 0,1 0 0 0 0,0 1 0 0 0,0-1 0 0 0,0 0 0 0 0,-1 0 1 0 0,1 1-1 0 0,0-1 0 0 0,0 0 0 0 0,-1 0 0 0 0,1 0 0 0 0,0 1 0 0 0,-1-1 0 0 0,1 0 1 0 0,0 0-1 0 0,-1 0 0 0 0,1 0 0 0 0,0 0 0 0 0,-1 1 0 0 0,-6-1 51 0 0,6 0-116 0 0,1-1-1 0 0,-1 1 1 0 0,0 0 0 0 0,1 0-1 0 0,-1 0 1 0 0,0 0-1 0 0,1 0 1 0 0,-1 0-1 0 0,0 0 1 0 0,1 0 0 0 0,-1 0-1 0 0,1 0 1 0 0,-1 1-1 0 0,0-1 1 0 0,1 0-1 0 0,-1 0 1 0 0,0 0 0 0 0,1 1-1 0 0,-1-1 1 0 0,1 0-1 0 0,-1 1 1 0 0,1-1-1 0 0,-1 1 1 0 0,1-1 0 0 0,-1 1-1 0 0,1-1 1 0 0,-1 1-1 0 0,1-1 1 0 0,-1 1-1 0 0,1-1 1 0 0,0 1 0 0 0,-1-1-1 0 0,1 1 1 0 0,0-1-1 0 0,0 1 1 0 0,0 0-1 0 0,-1-1 1 0 0,1 1 0 0 0,0 0-1 0 0,0-1 1 0 0,0 1-1 0 0,0 1 1 0 0,0-1-11 0 0,0-1 1 0 0,-1 1-1 0 0,1 0 1 0 0,0-1-1 0 0,0 1 1 0 0,-1 0-1 0 0,1-1 1 0 0,0 1-1 0 0,-1-1 1 0 0,1 1-1 0 0,0 0 1 0 0,-1-1-1 0 0,1 1 1 0 0,-1-1-1 0 0,1 1 1 0 0,-1-1-1 0 0,1 0 1 0 0,-1 1-1 0 0,0-1 1 0 0,1 1-1 0 0,-1-1 1 0 0,1 0-1 0 0,-1 1 1 0 0,0-1-1 0 0,1 0 1 0 0,-1 0-1 0 0,0 0 1 0 0,1 1-1 0 0,-1-1 1 0 0,0 0-1 0 0,-1 0 1 0 0,2 0-4 0 0,-1 0 0 0 0,0 0 1 0 0,1 0-1 0 0,-1 0 0 0 0,0 0 0 0 0,1 0 1 0 0,-1 1-1 0 0,0-1 0 0 0,1 0 0 0 0,-1 0 1 0 0,0 1-1 0 0,1-1 0 0 0,-1 0 0 0 0,1 1 1 0 0,-1-1-1 0 0,1 1 0 0 0,-1-1 0 0 0,1 0 1 0 0,-1 1-1 0 0,1-1 0 0 0,-1 1 1 0 0,1 0-1 0 0,-1-1 0 0 0,1 1 0 0 0,0-1 1 0 0,-1 1-1 0 0,1 0 0 0 0,0-1 0 0 0,0 1 1 0 0,0 0-1 0 0,-1 0 0 0 0,1 60 715 0 0,0-59-653 0 0,0 19 253 0 0,0-19-313 0 0,0-1 1 0 0,1 0-1 0 0,-1 1 0 0 0,0-1 0 0 0,0 0 0 0 0,1 0 0 0 0,-1 1 0 0 0,1-1 0 0 0,-1 0 0 0 0,1 0 0 0 0,-1 0 0 0 0,1 0 1 0 0,0 0-1 0 0,-1 0 0 0 0,1 0 0 0 0,0 0 0 0 0,0 0 0 0 0,0 0 0 0 0,0 0 0 0 0,0 0 0 0 0,0 0 0 0 0,0-1 0 0 0,0 1 1 0 0,0 0-1 0 0,1-1 0 0 0,-1 1 0 0 0,2 0 0 0 0,2 2 34 0 0,-4-3-33 0 0,-1 0-1 0 0,1 1 0 0 0,-1-1 1 0 0,1 0-1 0 0,-1 1 0 0 0,0-1 0 0 0,1 1 1 0 0,-1-1-1 0 0,0 1 0 0 0,1-1 1 0 0,-1 1-1 0 0,0-1 0 0 0,0 1 1 0 0,1-1-1 0 0,-1 1 0 0 0,0-1 0 0 0,0 1 1 0 0,0-1-1 0 0,0 1 0 0 0,0 0 1 0 0,0-1-1 0 0,0 1 0 0 0,0-1 0 0 0,0 1 1 0 0,0-1-1 0 0,0 1 0 0 0,0-1 1 0 0,0 2-1 0 0,-1-2-2 0 0,1 1-1 0 0,0-1 1 0 0,0 0-1 0 0,0 1 1 0 0,0-1 0 0 0,0 0-1 0 0,0 1 1 0 0,0-1-1 0 0,0 0 1 0 0,0 1 0 0 0,0-1-1 0 0,0 0 1 0 0,0 1-1 0 0,0-1 1 0 0,0 0 0 0 0,0 1-1 0 0,0-1 1 0 0,0 0-1 0 0,0 1 1 0 0,0-1 0 0 0,1 0-1 0 0,-1 1 1 0 0,0-1-1 0 0,0 0 1 0 0,0 1 0 0 0,1-1-1 0 0,-1 0 1 0 0,0 0-1 0 0,0 1 1 0 0,1-1 0 0 0,-1 0-1 0 0,0 0 1 0 0,0 0-1 0 0,1 1 1 0 0,-1-1 0 0 0,0 0-1 0 0,1 0 1 0 0,-1 0-1 0 0,0 0 1 0 0,1 1 0 0 0,6-2 45 0 0,7 3 73 0 0,-14-1-119 0 0,1 0-1 0 0,0 0 0 0 0,-1-1 1 0 0,1 1-1 0 0,0 0 0 0 0,-1 0 1 0 0,1 0-1 0 0,-1 0 0 0 0,0 0 0 0 0,1 0 1 0 0,-1 0-1 0 0,0 0 0 0 0,1 0 1 0 0,-1 0-1 0 0,0 1 0 0 0,0-1 1 0 0,0 0-1 0 0,0 0 0 0 0,0 2 1 0 0,0 94 9 0 0,-1-94-9 0 0,1-1-1 0 0,0 0 1 0 0,0 1-1 0 0,-1-1 1 0 0,1 1-1 0 0,-1-1 1 0 0,0 0 0 0 0,0 0-1 0 0,1 1 1 0 0,-2-1-1 0 0,1 0 1 0 0,0 0-1 0 0,0 0 1 0 0,-1 0 0 0 0,1 0-1 0 0,-3 2 1 0 0,3-2 5 0 0,-1-1 0 0 0,0 1 0 0 0,1 0 0 0 0,0 0 0 0 0,-1 1 0 0 0,1-1 0 0 0,0 0 0 0 0,0 0 0 0 0,0 0 0 0 0,0 1 0 0 0,1-1 0 0 0,-1 0 0 0 0,1 1 0 0 0,-1-1 0 0 0,1 1 0 0 0,0 2-1 0 0,0 6 3 0 0,1-8-24 0 0,-1 0 0 0 0,1 0 0 0 0,-1 0 0 0 0,0 0-1 0 0,0-1 1 0 0,-1 1 0 0 0,1 0 0 0 0,0 0 0 0 0,-1 0 0 0 0,0 0 0 0 0,1-1-1 0 0,-1 1 1 0 0,-3 4 0 0 0,-6 0 51 0 0,9-6-32 0 0,0-1 0 0 0,0 1 0 0 0,0 0 0 0 0,0-1-1 0 0,0 1 1 0 0,0 0 0 0 0,0-1 0 0 0,0 1-1 0 0,0 0 1 0 0,1 0 0 0 0,-1 0 0 0 0,0 0 0 0 0,0 0-1 0 0,1 0 1 0 0,-1 0 0 0 0,1 0 0 0 0,-1 0-1 0 0,1 0 1 0 0,-1 0 0 0 0,1 0 0 0 0,0 0 0 0 0,0 0-1 0 0,-1 0 1 0 0,1 0 0 0 0,0 1 0 0 0,0-1-1 0 0,0 2 1 0 0,0 72-6 0 0,0-74 0 0 0,0 0-1 0 0,0-1 1 0 0,0 1-1 0 0,0 0 1 0 0,-1-1 0 0 0,1 1-1 0 0,0 0 1 0 0,-1-1-1 0 0,1 1 1 0 0,0 0-1 0 0,-1-1 1 0 0,1 1-1 0 0,-1-1 1 0 0,1 1 0 0 0,-1-1-1 0 0,1 1 1 0 0,-1-1-1 0 0,1 1 1 0 0,-1-1-1 0 0,1 1 1 0 0,-1-1 0 0 0,0 0-1 0 0,1 1 1 0 0,-1-1-1 0 0,0 0 1 0 0,1 1-1 0 0,-1-1 1 0 0,0 0-1 0 0,1 0 1 0 0,-1 0 0 0 0,0 0-1 0 0,-1 0 1 0 0,2 0 0 0 0,-1 0 0 0 0,0 0 0 0 0,1 0 0 0 0,-1 1 0 0 0,0-1 0 0 0,1 0 0 0 0,-1 0 0 0 0,0 0 0 0 0,1 0 0 0 0,-1 1 0 0 0,1-1 0 0 0,-1 0 0 0 0,0 1 0 0 0,1-1 0 0 0,-1 0 0 0 0,1 1 0 0 0,-1-1 0 0 0,1 1 0 0 0,-1-1 0 0 0,1 1 0 0 0,0-1 0 0 0,-1 1 0 0 0,1-1 1 0 0,-1 1-1 0 0,1-1 0 0 0,0 1 0 0 0,0 0 0 0 0,-1-1 0 0 0,1 1 0 0 0,0 0 0 0 0,0-1 0 0 0,0 2 0 0 0,0 38 347 0 0,0-39-294 0 0,0 19-26 0 0,0-18-2 0 0,0 0 0 0 0,0 1-1 0 0,0-1 1 0 0,-1 1 0 0 0,1-1 0 0 0,0 1 0 0 0,-1-1 0 0 0,0 0 0 0 0,1 1 0 0 0,-3 2 0 0 0,-12 5-121 0 0,8-7 144 0 0,7-2-30 0 0,-1-1-1 0 0,0 1 0 0 0,1 0 0 0 0,-1-1 0 0 0,0 1 0 0 0,1 0 0 0 0,-1-1 0 0 0,1 1 0 0 0,0 0 0 0 0,-1 0 0 0 0,1 0 0 0 0,-1-1 0 0 0,1 1 0 0 0,0 0 0 0 0,0 0 0 0 0,-1 0 0 0 0,1 0 0 0 0,0 0 0 0 0,0 0 0 0 0,0 0 0 0 0,0-1 0 0 0,0 1 0 0 0,0 0 0 0 0,0 0 0 0 0,1 0 0 0 0,-1 0 0 0 0,0 0 0 0 0,1 1 0 0 0,0 21 116 0 0,-1-22-118 0 0,0 0-1 0 0,1 0 1 0 0,-1 0-1 0 0,0 0 0 0 0,0 1 1 0 0,0-1-1 0 0,0 0 1 0 0,0 0-1 0 0,0 0 0 0 0,-1 0 1 0 0,1 0-1 0 0,0 0 0 0 0,0 0 1 0 0,-1 0-1 0 0,1 0 1 0 0,0 0-1 0 0,-1 0 0 0 0,1 0 1 0 0,-1-1-1 0 0,0 1 1 0 0,1 0-1 0 0,-1 0 0 0 0,0 0 1 0 0,1-1-1 0 0,-1 1 1 0 0,0 0-1 0 0,0 0 0 0 0,0-1 1 0 0,0 1-1 0 0,1-1 0 0 0,-1 1 1 0 0,0-1-1 0 0,0 1 1 0 0,0-1-1 0 0,0 0 0 0 0,-2 1 1 0 0,-5 2 79 0 0,7-2-76 0 0,0 0 0 0 0,0 0-1 0 0,1 0 1 0 0,-1 1-1 0 0,0-1 1 0 0,1 0 0 0 0,-1 0-1 0 0,1 1 1 0 0,0-1 0 0 0,-1 0-1 0 0,1 1 1 0 0,0-1-1 0 0,0 0 1 0 0,0 1 0 0 0,-1-1-1 0 0,2 0 1 0 0,-1 1-1 0 0,0-1 1 0 0,0 0 0 0 0,1 3-1 0 0,-1 1 174 0 0,0-4-138 0 0,0 0-40 0 0,6-3-53 0 0,-6 2 39 0 0,18-5-7 0 0,-17 5 10 0 0,-1 0-1 0 0,0 0 1 0 0,1 0-1 0 0,-1 0 0 0 0,0 0 1 0 0,1-1-1 0 0,-1 1 1 0 0,0 0-1 0 0,1 0 1 0 0,-1 0-1 0 0,0-1 0 0 0,1 1 1 0 0,-1 0-1 0 0,0 0 1 0 0,0-1-1 0 0,1 1 1 0 0,-1 0-1 0 0,0-1 0 0 0,0 1 1 0 0,1 0-1 0 0,-1-1 1 0 0,0 1-1 0 0,0 0 1 0 0,0-1-1 0 0,0 1 0 0 0,0-1 1 0 0,0 1-1 0 0,0 0 1 0 0,0-1-1 0 0,1 1 1 0 0,-1-1-1 0 0,0 1 0 0 0,-1 0 1 0 0,1-1-1 0 0,0 1 1 0 0,0 0-1 0 0,0-1 1 0 0,0 1-1 0 0,0-1 0 0 0,0 1 1 0 0,0 0-1 0 0,-1-1 1 0 0,1 1-1 0 0,0 0 1 0 0,0-1-1 0 0,0 1 0 0 0,-1 0 1 0 0,1-1-1 0 0,0 1 1 0 0,0 0-1 0 0,-1 0 1 0 0,0-1-1 0 0,-14-18 58 0 0,8 10-58 0 0,0 0 1 0 0,-1 1 0 0 0,1 0-1 0 0,-14-10 1 0 0,-99-64-456 0 0,109 74-75 0 0,-2 2 1 0 0,1-1-1 0 0,-1 2 0 0 0,0 0 1 0 0,0 0-1 0 0,-1 1 0 0 0,1 1 0 0 0,-1 0 1 0 0,0 1-1 0 0,-18-1 0 0 0,25 2-366 0 0,-11 1-178 0 0,5 12-4602 0 0,-14 24-3610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47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0 256 880 0 0,'0'-49'11806'0'0,"0"49"-11752"0"0,0-1 1 0 0,0 1-1 0 0,0 0 1 0 0,0-1-1 0 0,0 1 0 0 0,0-1 1 0 0,1 1-1 0 0,-1-1 1 0 0,0 1-1 0 0,0-1 0 0 0,0 1 1 0 0,0 0-1 0 0,1-1 1 0 0,-1 1-1 0 0,0-1 1 0 0,0 1-1 0 0,1 0 0 0 0,-1-1 1 0 0,0 1-1 0 0,1 0 1 0 0,-1-1-1 0 0,0 1 1 0 0,1 0-1 0 0,0-1 0 0 0,15-14 929 0 0,-8 7-528 0 0,0 0-1 0 0,0 1 1 0 0,11-7 0 0 0,30-13-655 0 0,75-32 0 0 0,-3 15-7457 0 0,-93 36 3828 0 0,-23 1 308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49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1040 0 0,'0'-1'89'0'0,"0"1"0"0"0,0-1 0 0 0,0 1 0 0 0,0-1 0 0 0,0 1 0 0 0,0 0 0 0 0,0-1 0 0 0,1 1 0 0 0,-1-1 0 0 0,0 1 0 0 0,0 0 0 0 0,0-1 0 0 0,1 1 0 0 0,-1 0 0 0 0,0-1 0 0 0,0 1 0 0 0,1 0 0 0 0,-1-1 0 0 0,0 1 0 0 0,1 0 0 0 0,-1 0 0 0 0,0-1 0 0 0,1 1 0 0 0,-1 0 0 0 0,0 0 0 0 0,1 0 0 0 0,-1-1 0 0 0,1 1 0 0 0,-1 0 0 0 0,0 0 0 0 0,1 0 0 0 0,-1 0 0 0 0,1 0 0 0 0,-1 0 0 0 0,1 0 0 0 0,-1 0 0 0 0,0 0 0 0 0,1 0-1 0 0,-1 0 1 0 0,1 0 0 0 0,-1 0 0 0 0,0 0 0 0 0,1 0 0 0 0,-1 0 0 0 0,1 1 0 0 0,0-1 0 0 0,13-2 1382 0 0,-10-9 3882 0 0,-3 10-5252 0 0,0 0 0 0 0,0 0 0 0 0,1 1 0 0 0,-1-1 1 0 0,0 1-1 0 0,1-1 0 0 0,-1 1 0 0 0,0-1 0 0 0,1 1 1 0 0,-1 0-1 0 0,1 0 0 0 0,-1 0 0 0 0,1 0 1 0 0,-1 0-1 0 0,1 0 0 0 0,-1 0 0 0 0,2 1 0 0 0,-2-1 12 0 0,-1 0-88 0 0,0 0 0 0 0,0 0-1 0 0,1 0 1 0 0,-1 0 0 0 0,0 0 0 0 0,0 0 0 0 0,0 0 0 0 0,1 0 0 0 0,-1 0 0 0 0,0 0 0 0 0,0 0-1 0 0,0 0 1 0 0,1 0 0 0 0,-1-1 0 0 0,0 1 0 0 0,0 0 0 0 0,0 0 0 0 0,0 0 0 0 0,1 0 0 0 0,-1 0 0 0 0,0 0-1 0 0,0 0 1 0 0,0-1 0 0 0,0 1 0 0 0,1 0 0 0 0,-1 0 0 0 0,0 0 0 0 0,0 0 0 0 0,0 0 0 0 0,0-1 0 0 0,0 1-1 0 0,0 0 1 0 0,0 0 0 0 0,0 0 0 0 0,1-1 0 0 0,-1 1 0 0 0,0 0 0 0 0,0 0 0 0 0,0 0 0 0 0,0-1-1 0 0,0 1 1 0 0,0 0 0 0 0,0 0 0 0 0,0 0 0 0 0,0-1 0 0 0,0 1 0 0 0,0 0 0 0 0,-1-1 0 0 0,1 1-17 0 0,0 0 0 0 0,0 0 0 0 0,0 0 0 0 0,0-1 1 0 0,0 1-1 0 0,0 0 0 0 0,0 0 0 0 0,0-1 0 0 0,0 1 0 0 0,0 0 1 0 0,0 0-1 0 0,0-1 0 0 0,0 1 0 0 0,1 0 0 0 0,-1 0 1 0 0,0-1-1 0 0,0 1 0 0 0,0 0 0 0 0,0 0 0 0 0,0-1 1 0 0,0 1-1 0 0,1 0 0 0 0,-1 0 0 0 0,0 0 0 0 0,0 0 0 0 0,0-1 1 0 0,0 1-1 0 0,1 0 0 0 0,-1 0 0 0 0,0 0 0 0 0,0 0 1 0 0,1 0-1 0 0,-1-1 0 0 0,0 1 0 0 0,0 0 0 0 0,0 0 1 0 0,1 0-1 0 0,-1 0 0 0 0,1 0 0 0 0,0 0 53 0 0,0 0-38 0 0,0 0 1 0 0,0 1 0 0 0,1-1 0 0 0,-1 0 0 0 0,0 0-1 0 0,0 0 1 0 0,1-1 0 0 0,-1 1 0 0 0,0 0 0 0 0,0 0-1 0 0,0-1 1 0 0,1 1 0 0 0,-1 0 0 0 0,0-1 0 0 0,0 0-1 0 0,0 1 1 0 0,0-1 0 0 0,0 1 0 0 0,0-1 0 0 0,2-2-1 0 0,-3 3-14 0 0,0-1-1 0 0,0 1 0 0 0,0-1 0 0 0,0 1 1 0 0,0-1-1 0 0,1 1 0 0 0,-1-1 1 0 0,0 1-1 0 0,0-1 0 0 0,1 1 0 0 0,-1-1 1 0 0,0 1-1 0 0,1 0 0 0 0,-1-1 1 0 0,0 1-1 0 0,1-1 0 0 0,-1 1 0 0 0,0 0 1 0 0,1-1-1 0 0,-1 1 0 0 0,1 0 0 0 0,-1-1 1 0 0,1 1-1 0 0,-1 0 0 0 0,1 0 1 0 0,-1 0-1 0 0,1-1 0 0 0,-1 1 0 0 0,1 0 1 0 0,-1 0-1 0 0,1 0 0 0 0,-1 0 1 0 0,1 0-1 0 0,-1 0 0 0 0,1 0 0 0 0,-1 0 1 0 0,2 0-1 0 0,-2 0 23 0 0,1 0 0 0 0,0 0 1 0 0,-1 0-1 0 0,1 0 0 0 0,0 0 1 0 0,-1 0-1 0 0,1 0 0 0 0,0 0 0 0 0,-1 0 1 0 0,1 0-1 0 0,0-1 0 0 0,-1 1 0 0 0,1 0 1 0 0,-1 0-1 0 0,1-1 0 0 0,0 1 0 0 0,-1-1 1 0 0,1 1-1 0 0,-1 0 0 0 0,1-1 1 0 0,-1 1-1 0 0,1-1 0 0 0,-1 1 0 0 0,1-1 1 0 0,-1 1-1 0 0,0-1 0 0 0,1 0 0 0 0,-1 1 1 0 0,0-1-1 0 0,0 1 0 0 0,1-1 1 0 0,-1 0-1 0 0,0 1 0 0 0,0-1 0 0 0,0 0 1 0 0,0 1-1 0 0,1-1 0 0 0,-1-1 0 0 0,-1 14 490 0 0,0 0 0 0 0,-1 0 0 0 0,0-1 0 0 0,-1 1 0 0 0,-5 15 0 0 0,-3 9-18 0 0,0 29 30 0 0,-1-32-407 0 0,9-28-105 0 0,1-1 1 0 0,0 1 0 0 0,0 0-1 0 0,1 0 1 0 0,-1 0-1 0 0,1 0 1 0 0,0 0 0 0 0,0 10-1 0 0,1-11-37 0 0,0-1 0 0 0,0 1-1 0 0,-1 0 1 0 0,0 0 0 0 0,1-1-1 0 0,-1 1 1 0 0,-1 0 0 0 0,1-1-1 0 0,0 1 1 0 0,-1-1 0 0 0,0 1-1 0 0,-3 4 1 0 0,3-5-25 0 0,0 1 0 0 0,0-1 0 0 0,0 0-1 0 0,1 0 1 0 0,-1 1 0 0 0,1-1 0 0 0,0 1 0 0 0,0-1 0 0 0,0 1 0 0 0,0 0 0 0 0,1-1 0 0 0,0 7-1 0 0,-1-8-107 0 0,1-1 0 0 0,0 0 0 0 0,0 0 0 0 0,0 1-1 0 0,0-1 1 0 0,0 0 0 0 0,0 0 0 0 0,1 0 0 0 0,-1 1 0 0 0,0-1-1 0 0,1 0 1 0 0,-1 0 0 0 0,0 0 0 0 0,1 1 0 0 0,0-1-1 0 0,-1 0 1 0 0,1 0 0 0 0,0 0 0 0 0,-1 0 0 0 0,1 0-1 0 0,0 0 1 0 0,0-1 0 0 0,0 1 0 0 0,0 0 0 0 0,0 0-1 0 0,0 0 1 0 0,0-1 0 0 0,0 1 0 0 0,0-1 0 0 0,0 1 0 0 0,0-1-1 0 0,0 1 1 0 0,1-1 0 0 0,-1 1 0 0 0,0-1 0 0 0,0 0-1 0 0,3 0 1 0 0,-4 0 47 0 0,0 1 0 0 0,0-1 0 0 0,0 0-1 0 0,0 0 1 0 0,0 0 0 0 0,0 0 0 0 0,0 0 0 0 0,1 0-1 0 0,-1 0 1 0 0,0 0 0 0 0,0 0 0 0 0,0 0 0 0 0,0 1-1 0 0,0-1 1 0 0,0 0 0 0 0,1 0 0 0 0,-1 0 0 0 0,0 0-1 0 0,0 0 1 0 0,0 0 0 0 0,0 0 0 0 0,0 0 0 0 0,0 0-1 0 0,1 0 1 0 0,-1 0 0 0 0,0 0 0 0 0,0 0 0 0 0,0 0-1 0 0,0 0 1 0 0,0 0 0 0 0,0 0 0 0 0,1 0 0 0 0,-1-1-1 0 0,0 1 1 0 0,0 0 0 0 0,0 0 0 0 0,0 0 0 0 0,0 0-1 0 0,0 0 1 0 0,0 0 0 0 0,1 0 0 0 0,-1 0 0 0 0,0 0-1 0 0,0 0 1 0 0,0-1 0 0 0,0 1 0 0 0,0 0 0 0 0,0 0-1 0 0,0 0 1 0 0,0 0 0 0 0,0 0 0 0 0,0 0 0 0 0,0-1-1 0 0,0 1 1 0 0,0 0 0 0 0,0 0 0 0 0,0 0 0 0 0,0 0-1 0 0,0 0 1 0 0,0 0 0 0 0,0-1 0 0 0,0 1 0 0 0,0 0-1 0 0,0 0 1 0 0,0-17-7341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49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18 960 0 0,'0'26'2548'0'0,"0"-25"-1334"0"0,6-1-667 0 0,48 0 2414 0 0,-43-6-1840 0 0,-10 6-1023 0 0,0 1-60 0 0,0-1 0 0 0,1 0 0 0 0,-1 0 0 0 0,0 0-1 0 0,0 0 1 0 0,1 0 0 0 0,-1 0 0 0 0,0 0 0 0 0,0-1 0 0 0,0 1 0 0 0,1 0 0 0 0,-1-1 0 0 0,0 1-1 0 0,0-1 1 0 0,0 1 0 0 0,0-1 0 0 0,0 1 0 0 0,0-1 0 0 0,0 0 0 0 0,2-1 0 0 0,-2 1-13 0 0,-1 0 0 0 0,1 0-1 0 0,-1 0 1 0 0,1 0 0 0 0,0 0 0 0 0,0 1 0 0 0,-1-1 0 0 0,1 0 0 0 0,0 0 0 0 0,0 1 0 0 0,0-1 0 0 0,0 1-1 0 0,0-1 1 0 0,0 1 0 0 0,0-1 0 0 0,0 1 0 0 0,0-1 0 0 0,0 1 0 0 0,0 0 0 0 0,0 0 0 0 0,0-1 0 0 0,0 1 0 0 0,0 0-1 0 0,2 0 1 0 0,0 0 73 0 0,41-13 702 0 0,-41 12-736 0 0,1 0 0 0 0,-1 0 0 0 0,1 0 0 0 0,-1 1 0 0 0,1-1-1 0 0,0 1 1 0 0,-1 0 0 0 0,1 0 0 0 0,0 1 0 0 0,-1-1 0 0 0,1 1-1 0 0,-1-1 1 0 0,5 3 0 0 0,-7-3-51 0 0,-1 0-1 0 0,0 0 1 0 0,1 0-1 0 0,-1 0 1 0 0,0 1-1 0 0,0-1 1 0 0,1 0 0 0 0,-1 0-1 0 0,0 1 1 0 0,1-1-1 0 0,-1 0 1 0 0,0 0-1 0 0,0 1 1 0 0,0-1-1 0 0,1 0 1 0 0,-1 0 0 0 0,0 1-1 0 0,0-1 1 0 0,0 0-1 0 0,0 1 1 0 0,1-1-1 0 0,-1 0 1 0 0,0 1-1 0 0,0-1 1 0 0,0 0 0 0 0,0 1-1 0 0,0-1 1 0 0,0 0-1 0 0,0 1 1 0 0,0-1-1 0 0,0 1 1 0 0,0-1-1 0 0,0 1 1 0 0,0 2 62 0 0,0 12 453 0 0,-1 0 0 0 0,-3 26 0 0 0,3-36-440 0 0,0 0 1 0 0,-1 0-1 0 0,0 0 1 0 0,0-1-1 0 0,0 1 1 0 0,0-1-1 0 0,-1 1 1 0 0,1-1 0 0 0,-1 0-1 0 0,0 0 1 0 0,-7 8-1 0 0,0-4-199 0 0,0-1 0 0 0,0 0 0 0 0,-1 0 0 0 0,1-1 0 0 0,-1-1 0 0 0,-1 1 0 0 0,1-2 0 0 0,-1 0 0 0 0,0 0 0 0 0,0-1 0 0 0,-14 2 0 0 0,15-3-760 0 0,0-1 0 0 0,0 0 1 0 0,0-1-1 0 0,1 0 1 0 0,-1 0-1 0 0,0-1 1 0 0,-17-4-1 0 0,23 3-207 0 0,-1 0 0 0 0,1 0-1 0 0,0-1 1 0 0,0 1 0 0 0,-7-6-1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7:50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66 213 400 0 0,'0'-1'69'0'0,"0"0"0"0"0,0 0 0 0 0,0 0 0 0 0,0 1 0 0 0,0-1 0 0 0,0 0 0 0 0,0 0 0 0 0,1 0 0 0 0,-1 1 0 0 0,0-1 1 0 0,0 0-1 0 0,1 0 0 0 0,-1 1 0 0 0,1-1 0 0 0,-1 0 0 0 0,0 1 0 0 0,1-1 0 0 0,0 0 0 0 0,-1 1 0 0 0,1-1 0 0 0,-1 1 0 0 0,1-1 0 0 0,0 1 0 0 0,-1-1 0 0 0,1 1 0 0 0,0-1 0 0 0,-1 1 0 0 0,1 0 0 0 0,0 0 0 0 0,0-1 0 0 0,-1 1 0 0 0,1 0 0 0 0,1-1 0 0 0,-1 1-26 0 0,0 0 1 0 0,0 0-1 0 0,-1 0 0 0 0,1 0 0 0 0,0-1 0 0 0,0 1 0 0 0,-1 0 1 0 0,1-1-1 0 0,0 1 0 0 0,-1 0 0 0 0,1-1 0 0 0,0 1 1 0 0,-1-1-1 0 0,1 1 0 0 0,-1-1 0 0 0,1 0 0 0 0,-1 1 0 0 0,1-1 1 0 0,-1 0-1 0 0,1 1 0 0 0,-1-1 0 0 0,1 0 0 0 0,-1 1 0 0 0,0-1 1 0 0,1 0-1 0 0,-1 0 0 0 0,0 1 0 0 0,0-1 0 0 0,0 0 1 0 0,0 0-1 0 0,0 1 0 0 0,0-1 0 0 0,0-1 0 0 0,0 1 5 0 0,0 0 0 0 0,0 0 0 0 0,1 0 0 0 0,-1-1 0 0 0,0 1 0 0 0,0 0 0 0 0,0 0 0 0 0,1 0 0 0 0,-1 0 0 0 0,0 0 0 0 0,1 0 0 0 0,-1 1 0 0 0,1-1 0 0 0,-1 0 0 0 0,1 0 0 0 0,0 0 0 0 0,-1 0 0 0 0,1 0 0 0 0,0 1 0 0 0,0-1 0 0 0,-1 0 0 0 0,1 1 0 0 0,0-1 0 0 0,0 1 0 0 0,0-1 0 0 0,0 1 0 0 0,1-2 0 0 0,-1 2-4 0 0,0 0 0 0 0,0-1-1 0 0,0 1 1 0 0,0-1 0 0 0,0 0 0 0 0,0 1 0 0 0,0-1 0 0 0,0 0 0 0 0,0 0 0 0 0,0 1 0 0 0,-1-1 0 0 0,1 0 0 0 0,0 0 0 0 0,-1 0 0 0 0,1 0 0 0 0,-1 0 0 0 0,1 0 0 0 0,-1 0 0 0 0,1 0 0 0 0,-1 0 0 0 0,0 0 0 0 0,1 0 0 0 0,-1 0 0 0 0,0-1 0 0 0,0 1 0 0 0,0 0 0 0 0,0-2 0 0 0,0 2-2 0 0,0 0 0 0 0,0 0 0 0 0,0-1 0 0 0,0 1 1 0 0,1 0-1 0 0,-1 0 0 0 0,0 0 0 0 0,1 0 0 0 0,-1 0 0 0 0,1 0 1 0 0,-1-1-1 0 0,1 1 0 0 0,-1 0 0 0 0,1 0 0 0 0,0 1 1 0 0,-1-1-1 0 0,1 0 0 0 0,0 0 0 0 0,0 0 0 0 0,0 0 0 0 0,0 1 1 0 0,0-1-1 0 0,0 0 0 0 0,0 1 0 0 0,1-2 0 0 0,-1 2-4 0 0,1-1 0 0 0,-1 1 0 0 0,0-1 0 0 0,0 0 0 0 0,-1 1-1 0 0,1-1 1 0 0,0 0 0 0 0,0 0 0 0 0,0 0 0 0 0,0 0 0 0 0,-1 1 0 0 0,1-1-1 0 0,0 0 1 0 0,-1 0 0 0 0,1 0 0 0 0,-1-1 0 0 0,1 1 0 0 0,-1 0 0 0 0,1 0 0 0 0,-1 0-1 0 0,0 0 1 0 0,0 0 0 0 0,1 0 0 0 0,-1-1 0 0 0,0-1 0 0 0,-1-4 295 0 0,1 6-224 0 0,-1-1 0 0 0,1 0-1 0 0,0 0 1 0 0,0 0 0 0 0,0 1 0 0 0,0-1 0 0 0,0 0 0 0 0,0 0-1 0 0,0 0 1 0 0,0 1 0 0 0,1-1 0 0 0,-1 0 0 0 0,1 0 0 0 0,-1 1-1 0 0,1-1 1 0 0,0 0 0 0 0,0 1 0 0 0,1-3 0 0 0,5 2 119 0 0,-6 2-184 0 0,0 0 1 0 0,-1 0-1 0 0,1 0 0 0 0,0 0 0 0 0,0 0 0 0 0,0-1 0 0 0,0 1 1 0 0,-1 0-1 0 0,1 0 0 0 0,0-1 0 0 0,0 1 0 0 0,-1 0 0 0 0,1-1 1 0 0,0 1-1 0 0,0-1 0 0 0,-1 1 0 0 0,1-1 0 0 0,-1 1 0 0 0,1-1 1 0 0,0 0-1 0 0,-1 1 0 0 0,1-1 0 0 0,-1 0 0 0 0,1 1 0 0 0,-1-1 0 0 0,0 0 1 0 0,1 1-1 0 0,-1-1 0 0 0,0 0 0 0 0,1 0 0 0 0,-1 0 0 0 0,0 1 1 0 0,0-1-1 0 0,0-1 0 0 0,6 1 263 0 0,21-2 31 0 0,-18 2-239 0 0,1 0 1 0 0,0 0-1 0 0,0 1 1 0 0,-1 0-1 0 0,1 0 1 0 0,0 1-1 0 0,15 4 1 0 0,-25-5-98 0 0,0 0 1 0 0,0 0 0 0 0,1 0-1 0 0,-1 0 1 0 0,0 0 0 0 0,0 0-1 0 0,1 0 1 0 0,-1 1 0 0 0,0-1-1 0 0,1 0 1 0 0,-1 0 0 0 0,0 0-1 0 0,0 0 1 0 0,0 1 0 0 0,1-1-1 0 0,-1 0 1 0 0,0 0-1 0 0,0 0 1 0 0,0 1 0 0 0,0-1-1 0 0,1 0 1 0 0,-1 0 0 0 0,0 1-1 0 0,0-1 1 0 0,0 0 0 0 0,0 1-1 0 0,0-1 1 0 0,0 0 0 0 0,0 0-1 0 0,0 1 1 0 0,0-1 0 0 0,0 0-1 0 0,0 1 1 0 0,5 6 80 0 0,1-5-72 0 0,-5-1 6 0 0,0-1 1 0 0,0 0-1 0 0,1 1 1 0 0,-1-1-1 0 0,0 1 0 0 0,0 0 1 0 0,0-1-1 0 0,0 1 1 0 0,0 0-1 0 0,0 0 1 0 0,0 0-1 0 0,0 0 1 0 0,0 0-1 0 0,0 0 1 0 0,0 0-1 0 0,0 0 1 0 0,-1 0-1 0 0,1 0 1 0 0,0 0-1 0 0,-1 0 1 0 0,1 1-1 0 0,-1-1 1 0 0,1 0-1 0 0,-1 1 1 0 0,0-1-1 0 0,1 0 1 0 0,-1 0-1 0 0,0 1 1 0 0,0-1-1 0 0,0 0 1 0 0,0 1-1 0 0,0-1 1 0 0,0 0-1 0 0,-1 1 1 0 0,1 1-1 0 0,0-3-8 0 0,-1 1 0 0 0,1-1-1 0 0,0 1 1 0 0,0-1-1 0 0,0 1 1 0 0,-1-1-1 0 0,1 1 1 0 0,0-1 0 0 0,-1 1-1 0 0,1-1 1 0 0,0 1-1 0 0,-1-1 1 0 0,1 1 0 0 0,-1-1-1 0 0,1 1 1 0 0,0-1-1 0 0,-1 0 1 0 0,1 1 0 0 0,-1-1-1 0 0,1 0 1 0 0,-1 1-1 0 0,0-1 1 0 0,1 0 0 0 0,-1 0-1 0 0,1 0 1 0 0,-1 1-1 0 0,1-1 1 0 0,-1 0 0 0 0,0 0-1 0 0,1 0 1 0 0,-1 0-1 0 0,1 0 1 0 0,-1 0 0 0 0,0 0-1 0 0,0-1 1 0 0,0 1-2 0 0,1 0 0 0 0,-1 0 0 0 0,1 0 0 0 0,-1 0 0 0 0,0 0 0 0 0,1 0-1 0 0,-1 0 1 0 0,1 0 0 0 0,-1 0 0 0 0,1 0 0 0 0,-1 0 0 0 0,1 1 0 0 0,-1-1 0 0 0,1 0 0 0 0,-1 0 0 0 0,1 0 0 0 0,-1 1 0 0 0,1-1 0 0 0,-1 0 0 0 0,1 1 0 0 0,-1-1 0 0 0,1 0 0 0 0,-1 1 0 0 0,1-1 0 0 0,0 0 0 0 0,-1 1 0 0 0,1-1 0 0 0,0 1 0 0 0,-1-1 0 0 0,1 1 0 0 0,0-1 0 0 0,0 1 0 0 0,-1-1 0 0 0,1 1 0 0 0,0 0 0 0 0,1 3 89 0 0,-1-3-89 0 0,0-1-1 0 0,0 0 0 0 0,0 1 0 0 0,0-1 0 0 0,0 0 0 0 0,0 1 0 0 0,0-1 1 0 0,0 1-1 0 0,0-1 0 0 0,-1 0 0 0 0,1 1 0 0 0,0-1 0 0 0,0 0 0 0 0,0 0 1 0 0,0 1-1 0 0,-1-1 0 0 0,1 0 0 0 0,0 1 0 0 0,0-1 0 0 0,-1 0 0 0 0,1 0 1 0 0,0 1-1 0 0,0-1 0 0 0,-1 0 0 0 0,1 0 0 0 0,0 0 0 0 0,-1 1 0 0 0,1-1 1 0 0,0 0-1 0 0,-1 0 0 0 0,1 0 0 0 0,-22 0 7 0 0,22 0-13 0 0,0 0 0 0 0,0 0 0 0 0,0 0-1 0 0,0 0 1 0 0,0 0 0 0 0,1 0 0 0 0,-1 0-1 0 0,0-1 1 0 0,0 1 0 0 0,0 0 0 0 0,0 0-1 0 0,0 0 1 0 0,0 0 0 0 0,0 0 0 0 0,0 0-1 0 0,0 0 1 0 0,0 0 0 0 0,0-1 0 0 0,0 1-1 0 0,1 0 1 0 0,-1 0 0 0 0,0 0 0 0 0,0 0-1 0 0,0 0 1 0 0,0-1 0 0 0,0 1 0 0 0,0 0-1 0 0,0 0 1 0 0,0 0 0 0 0,0 0 0 0 0,0 0-1 0 0,0 0 1 0 0,-1-1 0 0 0,1 1 0 0 0,0 0-1 0 0,0 0 1 0 0,0 0 0 0 0,0 0 0 0 0,0 0-1 0 0,0 0 1 0 0,0 0 0 0 0,0-1 0 0 0,0 1-1 0 0,0 0 1 0 0,0 0 0 0 0,0 0 0 0 0,-1 0-1 0 0,1 0 1 0 0,0 0 0 0 0,0 0 0 0 0,0 0-1 0 0,0 0 1 0 0,32-15-80 0 0,-4 10 27 0 0,4 5 53 0 0,-28 1 29 0 0,-1 0 1 0 0,1 0-1 0 0,-1 0 0 0 0,0 0 1 0 0,1 1-1 0 0,-1 0 1 0 0,0-1-1 0 0,0 1 1 0 0,0 0-1 0 0,0 0 1 0 0,0 1-1 0 0,-1-1 0 0 0,5 5 1 0 0,-6-6 5 0 0,1 1 1 0 0,-1 0-1 0 0,1-1 1 0 0,-1 1-1 0 0,0 0 1 0 0,0 0-1 0 0,0 0 1 0 0,0 0-1 0 0,0 0 0 0 0,0 0 1 0 0,-1 0-1 0 0,1 0 1 0 0,-1 0-1 0 0,1 0 1 0 0,-1 0-1 0 0,0 0 1 0 0,0 0-1 0 0,1 0 0 0 0,-2 0 1 0 0,1 1-1 0 0,0-1 1 0 0,0 0-1 0 0,-1 0 1 0 0,1 0-1 0 0,-2 3 1 0 0,-20 28 524 0 0,15-18-284 0 0,6-13-260 0 0,0 0-1 0 0,0 0 1 0 0,0 0 0 0 0,0 0 0 0 0,0 0 0 0 0,0-1 0 0 0,0 1 0 0 0,0 0-1 0 0,-1-1 1 0 0,1 1 0 0 0,-1-1 0 0 0,1 0 0 0 0,-1 1 0 0 0,0-1-1 0 0,1 0 1 0 0,-1 0 0 0 0,0 0 0 0 0,0 0 0 0 0,0 0 0 0 0,0 0-1 0 0,0-1 1 0 0,-2 1 0 0 0,-9 4-188 0 0,0-2 1 0 0,0 0-1 0 0,0 0 0 0 0,0-1 0 0 0,-1-1 1 0 0,1 0-1 0 0,-20-2 0 0 0,-77-1-3617 0 0,29 0 68 0 0,10-10-988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07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1267 135 400 0 0,'0'0'1428'0'0,"1"0"-1356"0"0,-1-1 1 0 0,0 1 0 0 0,0 0 0 0 0,0-1 0 0 0,0 1 0 0 0,1-1 0 0 0,-1 1 0 0 0,0 0 0 0 0,0-1 0 0 0,0 1-1 0 0,0 0 1 0 0,0-1 0 0 0,0 1 0 0 0,0-1 0 0 0,0 1 0 0 0,0 0 0 0 0,0-1 0 0 0,0 1 0 0 0,0 0 0 0 0,-1-1-1 0 0,1 1 1 0 0,0 0 0 0 0,0-1 0 0 0,0 1 0 0 0,0 0 0 0 0,-1-1 0 0 0,1 1 0 0 0,0 0 0 0 0,0-1 0 0 0,-1 1-1 0 0,1 0 1 0 0,0 0 0 0 0,0-1 0 0 0,-1 1 0 0 0,1 0 0 0 0,0 0 0 0 0,-1-1 0 0 0,1 1 0 0 0,0 0 0 0 0,-1 0-1 0 0,1 0 1 0 0,-1 0 0 0 0,-1 0 46 0 0,1 0-63 0 0,-1 0 1 0 0,1 0 0 0 0,-1 0 0 0 0,1 0 0 0 0,-1 0-1 0 0,1-1 1 0 0,-1 1 0 0 0,0 0 0 0 0,1-1 0 0 0,0 1-1 0 0,-1-1 1 0 0,1 1 0 0 0,-1-1 0 0 0,1 0 0 0 0,-2-1-1 0 0,3 1 438 0 0,-6-6 600 0 0,4 7-898 0 0,1 0-116 0 0,0 0 1 0 0,-1 0-1 0 0,1-1 0 0 0,0 1 0 0 0,-1 0 0 0 0,1-1 1 0 0,0 1-1 0 0,-1-1 0 0 0,1 1 0 0 0,0-1 1 0 0,0 0-1 0 0,-1 0 0 0 0,1 1 0 0 0,0-1 0 0 0,0 0 1 0 0,0 0-1 0 0,0 0 0 0 0,0 0 0 0 0,-1-2 1 0 0,2 3-33 0 0,0-1 1 0 0,0 0 0 0 0,-1 1-1 0 0,1-1 1 0 0,0 1 0 0 0,-1-1-1 0 0,1 1 1 0 0,0-1 0 0 0,-1 1 0 0 0,1-1-1 0 0,-1 1 1 0 0,1-1 0 0 0,-1 1-1 0 0,1-1 1 0 0,-1 1 0 0 0,1 0-1 0 0,-1-1 1 0 0,0 1 0 0 0,1 0 0 0 0,-1-1-1 0 0,1 1 1 0 0,-1 0 0 0 0,0 0-1 0 0,1 0 1 0 0,-1 0 0 0 0,1 0-1 0 0,-1-1 1 0 0,0 1 0 0 0,1 0-1 0 0,-1 0 1 0 0,-1 1 0 0 0,2-1 1 0 0,-1 0 0 0 0,0 0 0 0 0,1 0 0 0 0,-1 0 0 0 0,1 0 0 0 0,-1 0 0 0 0,0 0 0 0 0,1 0 0 0 0,-1-1 0 0 0,1 1 0 0 0,-1 0 0 0 0,0 0 0 0 0,1 0 0 0 0,-1-1 0 0 0,1 1 0 0 0,-1 0 0 0 0,1-1 0 0 0,-1 1 0 0 0,1 0 0 0 0,-1-1 0 0 0,1 1 0 0 0,0 0 0 0 0,-1-1 0 0 0,1 1 0 0 0,-1-1 0 0 0,1 1 0 0 0,0-1 0 0 0,-1 1 0 0 0,1-1 0 0 0,0 0 0 0 0,-6-2 964 0 0,-48-9 1547 0 0,47 11-2257 0 0,1 0 1 0 0,0 0-1 0 0,-1 0 1 0 0,-12 1 0 0 0,-13-2 893 0 0,31 2-1076 0 0,0 0-64 0 0,-1 0 0 0 0,1 0 1 0 0,-1 0-1 0 0,1 0 0 0 0,-1 0 0 0 0,0 0 1 0 0,1-1-1 0 0,-1 1 0 0 0,1 0 0 0 0,0-1 1 0 0,-1 1-1 0 0,1-1 0 0 0,-1 0 0 0 0,1 1 1 0 0,-3-3-1 0 0,-1 2 342 0 0,-50 0 387 0 0,40-2-574 0 0,-13 1-93 0 0,26 2-110 0 0,1 1-7 0 0,0-1 1 0 0,0 0-1 0 0,0 0 1 0 0,0 0-1 0 0,0 0 1 0 0,0 0-1 0 0,0 0 1 0 0,0 0-1 0 0,0 0 1 0 0,0 0-1 0 0,0 0 1 0 0,0 0-1 0 0,-1-1 1 0 0,1 1-1 0 0,0-1 1 0 0,0 1-1 0 0,0 0 1 0 0,1-1-1 0 0,-1 0 1 0 0,0 1-1 0 0,0-1 1 0 0,0 0-1 0 0,-1-1 1 0 0,2 1 76 0 0,-7 2-23 0 0,0 0 0 0 0,0-1 0 0 0,0 0 1 0 0,0 0-1 0 0,0 0 0 0 0,-11-3 0 0 0,-117-22 903 0 0,116 23-879 0 0,0 0-1 0 0,-1 1 0 0 0,-25 3 0 0 0,-10 0 640 0 0,-71 5 242 0 0,-9 0 624 0 0,129-6-1506 0 0,-36 7-65 0 0,39-8-13 0 0,0 0 1 0 0,0 1-1 0 0,0-1 1 0 0,0 1 0 0 0,0-1-1 0 0,0 1 1 0 0,0 0-1 0 0,0 0 1 0 0,0 0-1 0 0,0 1 1 0 0,1-1-1 0 0,-1 1 1 0 0,1-1-1 0 0,-1 1 1 0 0,1 0 0 0 0,-3 3-1 0 0,-1-1 20 0 0,-24 16-49 0 0,25-17-12 0 0,-1 0 0 0 0,1 0 1 0 0,-1 0-1 0 0,1 1 1 0 0,1 0-1 0 0,-1 0 0 0 0,0 0 1 0 0,1 1-1 0 0,-8 10 0 0 0,5-1 1 0 0,6-12 41 0 0,1 1 1 0 0,-1-1-1 0 0,-1 0 0 0 0,1 0 0 0 0,0 0 0 0 0,0 0 0 0 0,-1 0 0 0 0,1-1 0 0 0,-1 1 0 0 0,0 0 0 0 0,1-1 0 0 0,-1 1 0 0 0,0-1 0 0 0,0 1 1 0 0,0-1-1 0 0,0 0 0 0 0,0 0 0 0 0,0 0 0 0 0,0 0 0 0 0,-3 0 0 0 0,-2 2 33 0 0,6-3-39 0 0,0 0 0 0 0,0 1 0 0 0,0-1 0 0 0,0 0 0 0 0,0 1 0 0 0,0-1 0 0 0,0 0 0 0 0,0 1 0 0 0,0-1 0 0 0,0 1 0 0 0,1-1 0 0 0,-1 1 0 0 0,0 0 0 0 0,0-1 0 0 0,1 1 0 0 0,-1 0 0 0 0,0-1 0 0 0,1 1-1 0 0,-1 0 1 0 0,1 0 0 0 0,-1 0 0 0 0,1 0 0 0 0,-1 0 0 0 0,1-1 0 0 0,0 1 0 0 0,-1 0 0 0 0,1 0 0 0 0,0 0 0 0 0,0 0 0 0 0,0 0 0 0 0,0 0 0 0 0,-1 0 0 0 0,2 2 0 0 0,-1-2 43 0 0,5 0-160 0 0,17 3 120 0 0,-22-4 1 0 0,0 0-1 0 0,0 0 0 0 0,0 0 0 0 0,0 0 1 0 0,1 0-1 0 0,-1 0 0 0 0,0 0 1 0 0,0 0-1 0 0,0 0 0 0 0,0 0 0 0 0,0 0 1 0 0,1 0-1 0 0,-1 0 0 0 0,0 0 1 0 0,0 0-1 0 0,0 0 0 0 0,0 0 0 0 0,1 0 1 0 0,-1 0-1 0 0,0 0 0 0 0,0 0 1 0 0,0 0-1 0 0,0 0 0 0 0,0 0 0 0 0,1 0 1 0 0,-1 0-1 0 0,0 0 0 0 0,0 0 0 0 0,0 0 1 0 0,0 0-1 0 0,0 0 0 0 0,0 1 1 0 0,1-1-1 0 0,-1 0 0 0 0,0 0 0 0 0,0 0 1 0 0,0 0-1 0 0,0 0 0 0 0,0 0 1 0 0,0 1-1 0 0,0-1 0 0 0,0 0 0 0 0,0 0 1 0 0,0 0-1 0 0,0 0 0 0 0,0 0 1 0 0,0 1-1 0 0,1-1 0 0 0,-1 0 0 0 0,0 0 1 0 0,0 0-1 0 0,0 0 0 0 0,0 0 1 0 0,-1 1-1 0 0,1-1 0 0 0,0 0 0 0 0,0 0 1 0 0,0 0-1 0 0,0 1 0 0 0,0-1 0 0 0,0 0 0 0 0,0 0 0 0 0,0 0 0 0 0,0 0 0 0 0,0 0 0 0 0,0 1-1 0 0,0-1 1 0 0,0 0 0 0 0,0 0 0 0 0,0 0 0 0 0,0 0 0 0 0,0 1 0 0 0,0-1 0 0 0,0 0 0 0 0,0 0 0 0 0,0 0 0 0 0,0 0 0 0 0,0 1 0 0 0,0-1 0 0 0,1 0 0 0 0,-1 0 0 0 0,0 0 0 0 0,0 0 0 0 0,0 0-1 0 0,0 0 1 0 0,0 1 0 0 0,0-1 0 0 0,0 0 0 0 0,1 0 0 0 0,-1 0 0 0 0,0 0 0 0 0,0 0 0 0 0,0 0 0 0 0,0 0 0 0 0,0 0 0 0 0,1 0 0 0 0,-1 0 0 0 0,0 1 0 0 0,0-1 0 0 0,0 0 0 0 0,0 0-1 0 0,1 0 1 0 0,-1 0 0 0 0,0 0 0 0 0,0 0 0 0 0,0 0 0 0 0,0 0 0 0 0,1 0 0 0 0,-1-1 0 0 0,0 1 0 0 0,0 0 0 0 0,0 0 0 0 0,0 0 0 0 0,1 0 0 0 0,20 7 26 0 0,-21-7-26 0 0,0 0-1 0 0,0 0 0 0 0,0 0 0 0 0,0 0 0 0 0,-1 0 1 0 0,1 0-1 0 0,0 0 0 0 0,0 0 0 0 0,0 0 1 0 0,0 0-1 0 0,-1 0 0 0 0,1 0 0 0 0,0 0 0 0 0,0 1 1 0 0,0-1-1 0 0,0 0 0 0 0,0 0 0 0 0,0 0 1 0 0,-1 0-1 0 0,1 0 0 0 0,0 0 0 0 0,0 1 1 0 0,0-1-1 0 0,0 0 0 0 0,0 0 0 0 0,0 0 0 0 0,0 0 1 0 0,0 1-1 0 0,0-1 0 0 0,0 0 0 0 0,0 0 1 0 0,0 0-1 0 0,0 0 0 0 0,0 1 0 0 0,0-1 0 0 0,0 0 1 0 0,0 0-1 0 0,0 0 0 0 0,0 0 0 0 0,0 1 1 0 0,0-1-1 0 0,0 0 0 0 0,0 0 0 0 0,0 0 1 0 0,0 0-1 0 0,0 1 0 0 0,0-1 0 0 0,0 0 0 0 0,0 0 1 0 0,0 0-1 0 0,1 0 0 0 0,-1 0 0 0 0,0 1 1 0 0,0-1-1 0 0,0 0 0 0 0,0 0 0 0 0,0 0 0 0 0,1 0 1 0 0,-1 0-1 0 0,0 0 0 0 0,0 0 0 0 0,0 0 1 0 0,0 0-1 0 0,0 0 0 0 0,1 1 0 0 0,-1-1 0 0 0,0 0 1 0 0,0 0-1 0 0,-2 1-4 0 0,0 0 0 0 0,1 0 0 0 0,-1 0 0 0 0,0 1 0 0 0,0-1 0 0 0,1 1 0 0 0,-1 0 0 0 0,0-1 0 0 0,1 1 0 0 0,0 0 0 0 0,-3 3 0 0 0,3-1 2 0 0,0 0 1 0 0,0 0-1 0 0,0 0 1 0 0,1 1-1 0 0,-1-1 1 0 0,1 0-1 0 0,0 6 1 0 0,0 66-145 0 0,0-76 147 0 0,0 1-1 0 0,0 0 1 0 0,0-1 0 0 0,0 1-1 0 0,0 0 1 0 0,0-1 0 0 0,1 1-1 0 0,-1 0 1 0 0,0-1 0 0 0,0 1-1 0 0,0 0 1 0 0,1-1 0 0 0,-1 1-1 0 0,0-1 1 0 0,1 1 0 0 0,-1 0-1 0 0,1-1 1 0 0,-1 1-1 0 0,0-1 1 0 0,1 1 0 0 0,-1-1-1 0 0,1 0 1 0 0,-1 1 0 0 0,1-1-1 0 0,0 1 1 0 0,-1-1 0 0 0,1 0-1 0 0,-1 1 1 0 0,1-1 0 0 0,0 0-1 0 0,-1 0 1 0 0,1 0 0 0 0,0 1-1 0 0,-1-1 1 0 0,1 0-1 0 0,0 0 1 0 0,0 0 0 0 0,0 0-1 0 0,0 0 1 0 0,-1 0 0 0 0,1 0-1 0 0,0 0 1 0 0,-1 0 0 0 0,1 1-1 0 0,0-1 1 0 0,0 0 0 0 0,-1 0-1 0 0,1 1 1 0 0,-1-1 0 0 0,1 0-1 0 0,0 1 1 0 0,-1-1 0 0 0,1 1-1 0 0,-1-1 1 0 0,1 1-1 0 0,-1-1 1 0 0,1 1 0 0 0,-1-1-1 0 0,1 1 1 0 0,-1-1 0 0 0,1 1-1 0 0,-1 0 1 0 0,0-1 0 0 0,1 1-1 0 0,-1 0 1 0 0,0-1 0 0 0,0 1-1 0 0,1 0 1 0 0,-1-1 0 0 0,0 1-1 0 0,0 0 1 0 0,0 0 0 0 0,0-1-1 0 0,0 1 1 0 0,0 1 0 0 0,1 43-107 0 0,1-28-20 0 0,-1 0 1 0 0,-2 0-1 0 0,1 0 0 0 0,-2-1 0 0 0,-5 25 0 0 0,-2-13-147 0 0,5-19 159 0 0,1 0 0 0 0,0 1 0 0 0,1-1 0 0 0,0 1-1 0 0,0 0 1 0 0,0 16 0 0 0,2-15 35 0 0,-2 0 0 0 0,1 0 0 0 0,-1 0 0 0 0,-1 0 0 0 0,-5 15 0 0 0,4-15-20 0 0,1 0 0 0 0,0 0 0 0 0,1 0 0 0 0,0 0 0 0 0,0 17-1 0 0,2 74-552 0 0,0-101 637 0 0,0 1 0 0 0,0-1 0 0 0,0 0 0 0 0,0 0 0 0 0,0 1 0 0 0,0-1 0 0 0,1 0 0 0 0,-1 0 0 0 0,0 1 0 0 0,1-1 0 0 0,0 0 0 0 0,-1 0 0 0 0,1 0 0 0 0,-1 0 0 0 0,1 0 0 0 0,0 0 0 0 0,0 0 0 0 0,0 0 0 0 0,0 0 0 0 0,-1 0 1 0 0,1 0-1 0 0,0 0 0 0 0,1-1 0 0 0,1 2 0 0 0,-2-1-14 0 0,0 0 1 0 0,0-1-1 0 0,0 1 1 0 0,0 0 0 0 0,0 0-1 0 0,0 0 1 0 0,0 0 0 0 0,0 0-1 0 0,0 0 1 0 0,0 0-1 0 0,-1 0 1 0 0,1 0 0 0 0,0 0-1 0 0,-1 0 1 0 0,1 1-1 0 0,-1-1 1 0 0,1 0 0 0 0,-1 0-1 0 0,1 1 1 0 0,-1-1 0 0 0,0 0-1 0 0,0 1 1 0 0,0-1-1 0 0,0 3 1 0 0,0 109-291 0 0,0-112 315 0 0,0 0 1 0 0,-1 0-1 0 0,1 0 1 0 0,-1 0-1 0 0,1-1 1 0 0,-1 1-1 0 0,1 0 1 0 0,-1 0-1 0 0,1-1 1 0 0,-1 1-1 0 0,0 0 1 0 0,0 0-1 0 0,1-1 1 0 0,-1 1-1 0 0,0-1 1 0 0,0 1-1 0 0,1-1 0 0 0,-1 1 1 0 0,0-1-1 0 0,0 0 1 0 0,0 1-1 0 0,0-1 1 0 0,0 0-1 0 0,0 1 1 0 0,0-1-1 0 0,0 0 1 0 0,0 0-1 0 0,0 0 1 0 0,0 0-1 0 0,0 0 1 0 0,-1 0-1 0 0,0 0-10 0 0,-3 1 282 0 0,10 0-214 0 0,28 12-93 0 0,-12-8 107 0 0,12 2 106 0 0,-26-3 28 0 0,-3 0-162 0 0,50 2 268 0 0,12 1 80 0 0,-61-6-267 0 0,1-1 80 0 0,146 6 774 0 0,-76 2-494 0 0,-48-7-378 0 0,-1 1 0 0 0,43 8 1 0 0,-6 6-42 0 0,-60-15-56 0 0,1 0 1 0 0,-1 0 0 0 0,0 0 0 0 0,0-1-1 0 0,1 1 1 0 0,-1-1 0 0 0,6-1-1 0 0,3 2-24 0 0,-1-1 0 0 0,1-1 0 0 0,17-3 0 0 0,-11 2 15 0 0,-10 2 55 0 0,1-1 0 0 0,-1 0 0 0 0,1 0-1 0 0,12-5 1 0 0,9 1 96 0 0,-20-1 93 0 0,109-8 400 0 0,-114 13-591 0 0,0-1 1 0 0,1 2-1 0 0,-1-1 1 0 0,13 1-1 0 0,13-2 91 0 0,-25 0-115 0 0,-5 2-16 0 0,49 1 104 0 0,47-8-20 0 0,-83 7-58 0 0,-1 0 1 0 0,30 4 0 0 0,-19-1 4 0 0,17-2 43 0 0,44 9 1 0 0,-18-2 15 0 0,-14-5-29 0 0,-44-5-60 0 0,39 0 45 0 0,-38-1-43 0 0,13 0 97 0 0,39-12 0 0 0,-20 5-7 0 0,-38 8-87 0 0,0 1-1 0 0,0-1 1 0 0,-1 0-1 0 0,1 0 0 0 0,6-4 1 0 0,20-9 45 0 0,-27 14-50 0 0,1-1 0 0 0,-1-1 0 0 0,0 1 1 0 0,1 0-1 0 0,-1-1 0 0 0,0 0 0 0 0,4-3 0 0 0,19-14 82 0 0,-16 14-57 0 0,-1-1 0 0 0,0-1 0 0 0,0 0-1 0 0,9-10 1 0 0,-15 3 11 0 0,-4 14-42 0 0,0 0 1 0 0,0 0 0 0 0,0 0 0 0 0,0 1 0 0 0,0-1 0 0 0,0 0-1 0 0,0 0 1 0 0,0 0 0 0 0,1 0 0 0 0,-1 0 0 0 0,0 1-1 0 0,1-1 1 0 0,-1 0 0 0 0,0 0 0 0 0,1 0 0 0 0,-1 1-1 0 0,1-1 1 0 0,-1 0 0 0 0,1 1 0 0 0,1-2 0 0 0,19-11 75 0 0,-19 11-71 0 0,-1-1 0 0 0,0 1 0 0 0,0-1 1 0 0,0 1-1 0 0,0-1 0 0 0,-1 0 0 0 0,1 1 0 0 0,-1-1 1 0 0,1 0-1 0 0,-1 1 0 0 0,0-1 0 0 0,0 0 1 0 0,0 0-1 0 0,-1 1 0 0 0,1-1 0 0 0,-1-2 1 0 0,0-4-21 0 0,0-1-31 0 0,1 7 35 0 0,0 1-1 0 0,-1-1 1 0 0,1 1-1 0 0,0-1 1 0 0,1 1-1 0 0,-1-1 1 0 0,0 0-1 0 0,1 1 1 0 0,-1-1 0 0 0,1 1-1 0 0,0-1 1 0 0,-1 1-1 0 0,3-4 1 0 0,6-4-18 0 0,-7 8 14 0 0,-1 0 1 0 0,1 0-1 0 0,0 0 0 0 0,-1 0 1 0 0,1 0-1 0 0,-1-1 0 0 0,0 1 1 0 0,1-1-1 0 0,-1 1 1 0 0,0-1-1 0 0,-1 1 0 0 0,1-1 1 0 0,0 1-1 0 0,-1-1 0 0 0,0 0 1 0 0,1 1-1 0 0,-1-1 0 0 0,0-4 1 0 0,-1-2 0 0 0,1 7 9 0 0,0 0 1 0 0,-1 0 0 0 0,1 0 0 0 0,0 0 0 0 0,1 0-1 0 0,-1 0 1 0 0,0-1 0 0 0,0 1 0 0 0,1 0 0 0 0,-1 0-1 0 0,1 0 1 0 0,0 1 0 0 0,0-1 0 0 0,1-3 0 0 0,8-4 1 0 0,-9 8 2 0 0,0 0 1 0 0,1 0 0 0 0,-1 0 0 0 0,0-1-1 0 0,0 1 1 0 0,0 0 0 0 0,0 0 0 0 0,0-1-1 0 0,0 1 1 0 0,0-1 0 0 0,0 1 0 0 0,0-1-1 0 0,-1 1 1 0 0,1-1 0 0 0,0 1 0 0 0,-1-1 0 0 0,0 0-1 0 0,1 1 1 0 0,-1-1 0 0 0,0-3 0 0 0,0 3 7 0 0,0-1 0 0 0,0 1 0 0 0,0 0 0 0 0,0-1 0 0 0,-1 1 0 0 0,1-1 1 0 0,-1 1-1 0 0,1-1 0 0 0,-1 1 0 0 0,0 0 0 0 0,0 0 0 0 0,0-1 1 0 0,0 1-1 0 0,-1 0 0 0 0,1 0 0 0 0,-1 0 0 0 0,1 0 0 0 0,-4-3 0 0 0,-4-5 4 0 0,5-5 5 0 0,4 14-17 0 0,0 0 0 0 0,0 0 0 0 0,0 0 1 0 0,0 0-1 0 0,0 0 0 0 0,0 0 0 0 0,-1 0 0 0 0,1 0 0 0 0,0 0 1 0 0,0 0-1 0 0,-1 0 0 0 0,1 0 0 0 0,-1 0 0 0 0,1 0 1 0 0,-1 0-1 0 0,1 1 0 0 0,-1-1 0 0 0,-1-1 0 0 0,-5-4 9 0 0,5 5-9 0 0,1 1 0 0 0,0-1-1 0 0,0 0 1 0 0,-1 0 0 0 0,1 1 0 0 0,0-1 0 0 0,0 0 0 0 0,0 0 0 0 0,0-1-1 0 0,0 1 1 0 0,0 0 0 0 0,0 0 0 0 0,1 0 0 0 0,-1 0 0 0 0,0-1 0 0 0,1 1-1 0 0,-1 0 1 0 0,1-1 0 0 0,-1 1 0 0 0,1-1 0 0 0,0 1 0 0 0,-1 0 0 0 0,1-3-1 0 0,-1 1 2 0 0,0 1-1 0 0,1-1 1 0 0,-1 1-1 0 0,0 0 1 0 0,-1 0 0 0 0,1-1-1 0 0,0 1 1 0 0,-1 0-1 0 0,1 0 1 0 0,-1 0-1 0 0,0 1 1 0 0,1-1-1 0 0,-1 0 1 0 0,0 0-1 0 0,0 1 1 0 0,0 0-1 0 0,0-1 1 0 0,-1 1-1 0 0,-3-2 1 0 0,-19-17 19 0 0,19 11-21 0 0,4 6 4 0 0,0 0 0 0 0,0 0 0 0 0,0 0-1 0 0,0 0 1 0 0,-1 1 0 0 0,1-1 0 0 0,-1 1 0 0 0,1 0 0 0 0,-1-1 0 0 0,-6-2-1 0 0,-62-50-71 0 0,40 40 18 0 0,24 12 43 0 0,0 0 1 0 0,0 0-1 0 0,1-1 0 0 0,-1 0 1 0 0,1 0-1 0 0,-10-8 1 0 0,11 7 13 0 0,0 1 1 0 0,-1 0-1 0 0,1 0 1 0 0,-1 1-1 0 0,0-1 1 0 0,0 1-1 0 0,-10-3 0 0 0,-32-19 62 0 0,11-5-11 0 0,26 20-3 0 0,0 1 0 0 0,-1 0-1 0 0,0 1 1 0 0,-1 1 0 0 0,-15-8 0 0 0,0-1 10 0 0,25 13-58 0 0,0 1 0 0 0,-1 0 0 0 0,1 0-1 0 0,-1 0 1 0 0,1 1 0 0 0,-1-1 0 0 0,0 1 0 0 0,-6-2-1 0 0,-55-18-128 0 0,-190-16 561 0 0,222 33-348 0 0,-32-6 48 0 0,-44-2-42 0 0,-70 7 555 0 0,174 5-348 0 0,-1 0-212 0 0,-7 0-66 0 0,11 0 12 0 0,17 0 105 0 0,-9 0-291 0 0,-12 0-121 0 0,6 0 191 0 0,-15-1-58 0 0,15 1 94 0 0,-1 0 0 0 0,1 0 0 0 0,-1 0 0 0 0,1 0 0 0 0,-1 0-1 0 0,1 0 1 0 0,-1 0 0 0 0,1 0 0 0 0,-1 0 0 0 0,1 1 0 0 0,-1-1-1 0 0,1 0 1 0 0,0 0 0 0 0,-1 0 0 0 0,1 1 0 0 0,-1-1 0 0 0,1 0 0 0 0,0 0-1 0 0,-1 1 1 0 0,1-1 0 0 0,-1 0 0 0 0,1 1 0 0 0,0-1 0 0 0,-1 0 0 0 0,1 1-1 0 0,0-1 1 0 0,0 0 0 0 0,-1 1 0 0 0,1 0 0 0 0,-1 0-107 0 0,0 0 1 0 0,0 0-1 0 0,1 0 1 0 0,-1 0-1 0 0,0 0 1 0 0,0 0-1 0 0,0 0 1 0 0,-1-1-1 0 0,1 1 0 0 0,0 0 1 0 0,0 0-1 0 0,0-1 1 0 0,-1 1-1 0 0,1-1 1 0 0,0 1-1 0 0,0-1 1 0 0,-1 0-1 0 0,1 0 1 0 0,0 1-1 0 0,-1-1 1 0 0,-1 0-1 0 0,-8 2-1031 0 0,-49 17-5772 0 0,-5 2-4575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1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72 1281 0 0,'0'1'258'0'0,"0"-1"0"0"0,1 0 0 0 0,-1 1 0 0 0,0-1 1 0 0,0 0-1 0 0,0 1 0 0 0,0-1 0 0 0,0 0 1 0 0,0 1-1 0 0,0-1 0 0 0,1 1 0 0 0,-1-1 0 0 0,0 0 1 0 0,-1 1-1 0 0,1-1 0 0 0,0 1 0 0 0,0-1 0 0 0,0 0 1 0 0,0 1-1 0 0,0-1 0 0 0,0 0 0 0 0,0 1 0 0 0,0-1 1 0 0,-1 0-1 0 0,1 1 0 0 0,0-1 0 0 0,0 0 1 0 0,-1 1-1 0 0,1-1 0 0 0,0 0 0 0 0,0 1 0 0 0,-1-1 1 0 0,1 0-1 0 0,0 0 0 0 0,-1 1 0 0 0,1-1 0 0 0,0 0 1 0 0,-1 0-1 0 0,1 0 0 0 0,0 0 0 0 0,-1 1 1 0 0,-54 5 4116 0 0,50-5-2681 0 0,-1-1-320 0 0,5 0-1277 0 0,0 0 0 0 0,-1 0-1 0 0,1 0 1 0 0,0 0 0 0 0,0 0 0 0 0,-1 0 0 0 0,1 0-1 0 0,0 0 1 0 0,-1-1 0 0 0,1 1 0 0 0,0 0 0 0 0,0-1 0 0 0,0 1-1 0 0,-3-2 1 0 0,3 0 37 0 0,0 1-1 0 0,1-1 1 0 0,-1 1-1 0 0,0-1 1 0 0,1 0-1 0 0,-1 1 1 0 0,1-1-1 0 0,-1 0 1 0 0,1 1-1 0 0,0-1 1 0 0,0 0-1 0 0,0 0 1 0 0,0 1-1 0 0,0-5 1 0 0,0 5-115 0 0,1 0 1 0 0,-1 0 0 0 0,1 0-1 0 0,-1 0 1 0 0,1 0 0 0 0,0 0-1 0 0,-1 0 1 0 0,1 0-1 0 0,0 0 1 0 0,0 0 0 0 0,-1 0-1 0 0,1 1 1 0 0,0-1 0 0 0,0 0-1 0 0,0 1 1 0 0,0-1-1 0 0,0 0 1 0 0,0 1 0 0 0,0-1-1 0 0,0 1 1 0 0,0-1 0 0 0,1 1-1 0 0,1-1 1 0 0,2-1 82 0 0,0-3-74 0 0,1 1 0 0 0,-1 0 1 0 0,1 1-1 0 0,0-1 0 0 0,-1 1 0 0 0,1 0 0 0 0,1 1 0 0 0,-1-1 0 0 0,0 1 0 0 0,1 1 0 0 0,-1-1 0 0 0,1 1 0 0 0,-1 0 0 0 0,1 0 0 0 0,0 1 0 0 0,-1 0 0 0 0,1 0 0 0 0,0 1 0 0 0,11 2 0 0 0,5 3-21 0 0,0 1 0 0 0,-1 1 1 0 0,0 1-1 0 0,0 1 0 0 0,-1 1 0 0 0,-1 1 1 0 0,0 1-1 0 0,0 0 0 0 0,-1 2 0 0 0,19 18 1 0 0,-35-29 0 0 0,0 0-1 0 0,1 0 1 0 0,-1 0 0 0 0,-1 0 0 0 0,1 0 0 0 0,0 1-1 0 0,-1-1 1 0 0,0 1 0 0 0,2 6 0 0 0,10 21 34 0 0,-2-18 21 0 0,-11-13-48 0 0,1 1-1 0 0,-1-1 0 0 0,0 1 0 0 0,0-1 0 0 0,1 1 1 0 0,-1 0-1 0 0,0-1 0 0 0,0 1 0 0 0,-1 0 0 0 0,1 0 1 0 0,0-1-1 0 0,-1 1 0 0 0,1 0 0 0 0,-1 0 0 0 0,1 0 1 0 0,-1 0-1 0 0,0 0 0 0 0,0 3 0 0 0,0 119 26 0 0,0-123 14 0 0,-1-3-61 0 0,0 1 1 0 0,0 0 0 0 0,0 0 0 0 0,0 0-1 0 0,-1 0 1 0 0,1 0 0 0 0,0 1 0 0 0,-1-1-1 0 0,1 0 1 0 0,-1 1 0 0 0,1-1-1 0 0,-3 0 1 0 0,-4-2 21 0 0,3-3-2 0 0,-1-2 1 0 0,-7-2 18 0 0,9 7-23 0 0,0 0 0 0 0,0 1 0 0 0,0-1-1 0 0,0 1 1 0 0,0-1 0 0 0,0 1 0 0 0,-1 1-1 0 0,1-1 1 0 0,-6-1 0 0 0,3 2-11 0 0,-2-2-14 0 0,1 2 0 0 0,-1-1-1 0 0,0 1 1 0 0,1 0 0 0 0,-1 1-1 0 0,0 0 1 0 0,0 0 0 0 0,1 1 0 0 0,-1 0-1 0 0,0 1 1 0 0,1-1 0 0 0,-16 7-1 0 0,-10 6 13 0 0,1 1-1 0 0,-52 33 1 0 0,81-45-3 0 0,0 0-1 0 0,0 0 1 0 0,0 0 0 0 0,0 1-1 0 0,1-1 1 0 0,-1 1-1 0 0,1 0 1 0 0,-5 8 0 0 0,-19 21-20 0 0,24-30 38 0 0,-1 1 1 0 0,1-1 0 0 0,1 0 0 0 0,-1 1 0 0 0,0 0-1 0 0,1-1 1 0 0,0 1 0 0 0,0 0 0 0 0,0 0 0 0 0,0 1-1 0 0,1-1 1 0 0,-2 8 0 0 0,3-10-6 0 0,0 0 0 0 0,0 0 0 0 0,0 0-1 0 0,0 0 1 0 0,0 0 0 0 0,0 0 0 0 0,1 0 0 0 0,-1 0 0 0 0,1 0 0 0 0,0 0-1 0 0,-1 0 1 0 0,1 0 0 0 0,0 0 0 0 0,0-1 0 0 0,0 1 0 0 0,1 0 0 0 0,-1-1-1 0 0,0 1 1 0 0,0-1 0 0 0,1 1 0 0 0,-1-1 0 0 0,1 1 0 0 0,0-1 0 0 0,-1 0-1 0 0,1 0 1 0 0,0 0 0 0 0,0 0 0 0 0,-1 0 0 0 0,1 0 0 0 0,0-1 0 0 0,0 1 0 0 0,2 0-1 0 0,17 6 3 0 0,0-1-1 0 0,1-1 0 0 0,-1-2 1 0 0,1 0-1 0 0,0 0 0 0 0,0-2 0 0 0,-1-1 1 0 0,36-4-1 0 0,-37 1-380 0 0,0-1-1 0 0,0-1 1 0 0,36-13 0 0 0,-41 12-512 0 0,-1-1 0 0 0,0-1 0 0 0,0 0 1 0 0,0-1-1 0 0,15-13 0 0 0,37-42-7986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17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0 800 0 0,'1'1'121'0'0,"0"0"0"0"0,-1 0 0 0 0,1 0-1 0 0,0 0 1 0 0,0 0 0 0 0,0 0 0 0 0,1 0-1 0 0,-1-1 1 0 0,0 1 0 0 0,0 0 0 0 0,0-1-1 0 0,0 1 1 0 0,1 0 0 0 0,-1-1 0 0 0,0 0-1 0 0,1 1 1 0 0,-1-1 0 0 0,0 0-1 0 0,1 0 1 0 0,-1 0 0 0 0,3 0 0 0 0,1 1 304 0 0,2 1 81 0 0,0 0 0 0 0,0 1 1 0 0,0-1-1 0 0,-1 1 0 0 0,13 8 0 0 0,36 15 1939 0 0,-38-20-2053 0 0,37 14 1380 0 0,60 32-1 0 0,5 11-63 0 0,-107-58-1548 0 0,-1 2 0 0 0,1-1 0 0 0,-2 1 0 0 0,1 1 0 0 0,-1 0 0 0 0,11 11 0 0 0,-18-15-97 0 0,-1 0 0 0 0,0 0-1 0 0,0 0 1 0 0,0 0 0 0 0,0 0-1 0 0,-1 0 1 0 0,0 0 0 0 0,1 1-1 0 0,-1 7 1 0 0,3 5 124 0 0,0-6-34 0 0,0 1 1 0 0,1-1-1 0 0,9 16 0 0 0,-8-16-26 0 0,-1 0 0 0 0,1 1 0 0 0,4 18 0 0 0,-7-19 66 0 0,-2 0 1 0 0,1 0-1 0 0,-1 0 1 0 0,-1 0-1 0 0,0 0 1 0 0,-1 0 0 0 0,0 0-1 0 0,-1 0 1 0 0,0 0-1 0 0,0 0 1 0 0,-1 0-1 0 0,-1-1 1 0 0,-6 15-1 0 0,4-12 44 0 0,-1-1 0 0 0,0 0-1 0 0,0-1 1 0 0,-2 0-1 0 0,1 0 1 0 0,-1 0 0 0 0,-1-1-1 0 0,0-1 1 0 0,0 0 0 0 0,-1 0-1 0 0,-13 8 1 0 0,-54 26 252 0 0,-2-4 0 0 0,-98 35 0 0 0,123-54-1429 0 0,-1-3-1 0 0,0-2 1 0 0,-65 9-1 0 0,117-23 282 0 0,1-1-1 0 0,-1 1 0 0 0,1-1 1 0 0,-1 0-1 0 0,1 0 0 0 0,-1 0 1 0 0,1 0-1 0 0,0-1 0 0 0,-1 0 0 0 0,-5-1 1 0 0,-24-22-11640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19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18 1681 0 0,'0'0'1921'0'0,"6"-2"-27"0"0,16-3-133 0 0,-22 5-1533 0 0,0-1 1 0 0,1 1-1 0 0,-1 0 1 0 0,1 0 0 0 0,-1-1-1 0 0,0 1 1 0 0,1 0-1 0 0,-1 0 1 0 0,0-1 0 0 0,1 1-1 0 0,-1-1 1 0 0,0 1-1 0 0,1 0 1 0 0,-1-1 0 0 0,0 1-1 0 0,0 0 1 0 0,0-1 0 0 0,1 1-1 0 0,-1-1 1 0 0,0 1-1 0 0,0-1 1 0 0,0 1 0 0 0,0-1-1 0 0,0 1 1 0 0,0-1-1 0 0,-1 11 2753 0 0,1-9-2948 0 0,0 0 0 0 0,0 0 0 0 0,-1 0 0 0 0,1 0 0 0 0,0 0 0 0 0,-1 0 0 0 0,1 0 0 0 0,0 0 0 0 0,-1-1 0 0 0,1 1 0 0 0,-1 0 0 0 0,0 0 0 0 0,1 0 0 0 0,-1 0 0 0 0,0-1 0 0 0,1 1 0 0 0,-1 0 0 0 0,0-1 0 0 0,0 1 0 0 0,0-1 0 0 0,1 1 0 0 0,-1-1 0 0 0,0 1 0 0 0,-2 0 0 0 0,-8 7 236 0 0,9-4-203 0 0,1-1 0 0 0,0 0 0 0 0,-1 1 0 0 0,1-1 0 0 0,1 1 0 0 0,-1-1 0 0 0,0 1 0 0 0,1 0 0 0 0,0-1 0 0 0,0 1 0 0 0,0-1 0 0 0,0 1 0 0 0,1 4 0 0 0,0-3-2 0 0,-1 1 0 0 0,0 0 1 0 0,0-1-1 0 0,0 1 0 0 0,-1-1 0 0 0,-2 10 1 0 0,-6 7 77 0 0,6-15-95 0 0,0-1-1 0 0,0 1 0 0 0,1-1 1 0 0,0 1-1 0 0,1 0 1 0 0,-1 0-1 0 0,1 0 0 0 0,0 12 1 0 0,1-17-44 0 0,0-1 0 0 0,0 1 0 0 0,-1-1 0 0 0,1 0 1 0 0,0 1-1 0 0,-1-1 0 0 0,1 0 0 0 0,-1 1 0 0 0,1-1 0 0 0,-1 0 0 0 0,1 0 1 0 0,-1 1-1 0 0,0-1 0 0 0,0 0 0 0 0,0 0 0 0 0,0 0 0 0 0,0 0 0 0 0,0 0 1 0 0,0 0-1 0 0,0 0 0 0 0,0 0 0 0 0,0-1 0 0 0,0 1 0 0 0,0 0 1 0 0,-1-1-1 0 0,-1 2 0 0 0,-2 1 5 0 0,3-1 8 0 0,1-1 0 0 0,1 1 0 0 0,-1 0 0 0 0,0 0 0 0 0,0 0 0 0 0,1 0-1 0 0,-1 0 1 0 0,1 0 0 0 0,-1 0 0 0 0,1 0 0 0 0,0 0 0 0 0,0 0 0 0 0,0 0 0 0 0,0 0 0 0 0,0 0 0 0 0,0 0 0 0 0,2 4-1 0 0,-2-2-7 0 0,0 9 15 0 0,1-9-5 0 0,-1 0 1 0 0,0 0-1 0 0,0 0 1 0 0,0 0-1 0 0,0 0 1 0 0,-1 0-1 0 0,1 0 1 0 0,-1 0-1 0 0,0-1 1 0 0,-2 6-1 0 0,-8 4-32 0 0,9-12 16 0 0,1 1 0 0 0,-1-1 0 0 0,1 0 0 0 0,0 1 1 0 0,0 0-1 0 0,0-1 0 0 0,0 1 0 0 0,0 0 0 0 0,0-1 0 0 0,0 1 1 0 0,0 0-1 0 0,1 0 0 0 0,-1 0 0 0 0,1 0 0 0 0,-1 0 1 0 0,1 0-1 0 0,0 0 0 0 0,-1 3 0 0 0,1-3 3 0 0,0 0 0 0 0,0 0 0 0 0,0-1 0 0 0,0 1 0 0 0,-1 0 0 0 0,1 0 0 0 0,-1-1 0 0 0,0 1 0 0 0,1 0 1 0 0,-1-1-1 0 0,0 1 0 0 0,0-1 0 0 0,0 1 0 0 0,0-1 0 0 0,0 1 0 0 0,0-1 0 0 0,0 0 0 0 0,-1 1 0 0 0,-2 1 0 0 0,3-2 5 0 0,0 0-1 0 0,0 0 1 0 0,-1 0 0 0 0,1 0-1 0 0,0 0 1 0 0,0 0-1 0 0,0 1 1 0 0,1-1 0 0 0,-1 0-1 0 0,0 1 1 0 0,0-1 0 0 0,1 0-1 0 0,-1 1 1 0 0,1-1-1 0 0,-1 1 1 0 0,1-1 0 0 0,-1 1-1 0 0,1-1 1 0 0,0 3 0 0 0,0-3 13 0 0,-1 1 0 0 0,1-1 1 0 0,0 0-1 0 0,-1 0 0 0 0,1 0 1 0 0,0 0-1 0 0,-1 0 0 0 0,0 0 1 0 0,1 0-1 0 0,-1 0 0 0 0,0 0 1 0 0,1 0-1 0 0,-1 0 1 0 0,0 0-1 0 0,0 0 0 0 0,0 0 1 0 0,0-1-1 0 0,0 1 0 0 0,0 0 1 0 0,0-1-1 0 0,0 1 0 0 0,0-1 1 0 0,0 1-1 0 0,0-1 0 0 0,0 1 1 0 0,0-1-1 0 0,0 0 1 0 0,-2 1-1 0 0,0 0 60 0 0,2-1-77 0 0,1 1 0 0 0,-1-1 0 0 0,1 0 0 0 0,-1 0 0 0 0,1 1 0 0 0,-1-1 1 0 0,1 0-1 0 0,0 0 0 0 0,-1 1 0 0 0,1-1 0 0 0,-1 1 0 0 0,1-1 0 0 0,0 0 0 0 0,-1 1 0 0 0,1-1 0 0 0,0 1 1 0 0,0-1-1 0 0,-1 1 0 0 0,1-1 0 0 0,0 1 0 0 0,0-1 0 0 0,0 1 0 0 0,0-1 0 0 0,0 1 0 0 0,-1-1 0 0 0,1 1 1 0 0,0-1-1 0 0,0 1 0 0 0,0-1 0 0 0,0 1 0 0 0,1-1 0 0 0,-1 1 0 0 0,0-1 0 0 0,0 1 0 0 0,0-1 0 0 0,0 1 1 0 0,0-1-1 0 0,1 1 0 0 0,-1-1 0 0 0,0 1 0 0 0,0-1 0 0 0,1 1 0 0 0,-1-1 0 0 0,0 1 0 0 0,1-1 0 0 0,-1 0 1 0 0,1 1-1 0 0,0-1 0 0 0,20 21 146 0 0,-18-19-150 0 0,-2-1 3 0 0,0 1-1 0 0,0 0 1 0 0,0 0-1 0 0,0-1 1 0 0,0 1-1 0 0,-1 0 0 0 0,1 0 1 0 0,-1 0-1 0 0,1 0 1 0 0,-1 0-1 0 0,0 0 0 0 0,0 0 1 0 0,0 0-1 0 0,0 0 1 0 0,0-1-1 0 0,0 1 1 0 0,0 0-1 0 0,-1 3 0 0 0,0 5-21 0 0,1 43 191 0 0,0-52-172 0 0,0 0 1 0 0,0 0 0 0 0,-1 0-1 0 0,1 0 1 0 0,0 0 0 0 0,0-1-1 0 0,-1 1 1 0 0,1 0 0 0 0,0 0-1 0 0,-1 0 1 0 0,1-1-1 0 0,-1 1 1 0 0,1 0 0 0 0,-1 0-1 0 0,1-1 1 0 0,-1 1 0 0 0,1 0-1 0 0,-1-1 1 0 0,0 1 0 0 0,1-1-1 0 0,-1 1 1 0 0,0-1 0 0 0,0 1-1 0 0,1-1 1 0 0,-1 0 0 0 0,0 1-1 0 0,0-1 1 0 0,0 0 0 0 0,0 1-1 0 0,1-1 1 0 0,-1 0 0 0 0,0 0-1 0 0,-2 0 1 0 0,-3 2 0 0 0,5-2-3 0 0,1 0 0 0 0,0 0 0 0 0,-1 1 0 0 0,1-1 0 0 0,0 0 0 0 0,0 0 0 0 0,-1 0 0 0 0,1 0 0 0 0,0 0 0 0 0,0 1 0 0 0,-1-1 0 0 0,1 0 0 0 0,0 0 0 0 0,0 1 0 0 0,0-1 0 0 0,-1 0 0 0 0,1 0 0 0 0,0 1 0 0 0,0-1 0 0 0,0 0 0 0 0,0 0 0 0 0,0 1 0 0 0,-1-1 0 0 0,1 0 0 0 0,0 1 0 0 0,0-1 0 0 0,0 0 0 0 0,0 1 0 0 0,0-1 0 0 0,0 1 0 0 0,1 14 103 0 0,-1-13-89 0 0,1 0-1 0 0,-1 1 1 0 0,0-1-1 0 0,0 0 1 0 0,0 1-1 0 0,0-1 1 0 0,0 0 0 0 0,0 1-1 0 0,-1-1 1 0 0,1 0-1 0 0,-1 0 1 0 0,0 1-1 0 0,0-1 1 0 0,1 0 0 0 0,-3 3-1 0 0,-6 3 21 0 0,7-8-28 0 0,1 1 0 0 0,0 0 0 0 0,0 0 0 0 0,0 0-1 0 0,-1 0 1 0 0,1 0 0 0 0,0 0 0 0 0,0 0 0 0 0,1 0-1 0 0,-1 0 1 0 0,0 0 0 0 0,0 0 0 0 0,0 0 0 0 0,1 1-1 0 0,-1-1 1 0 0,1 0 0 0 0,-1 1 0 0 0,1-1 0 0 0,-1 0-1 0 0,1 1 1 0 0,0-1 0 0 0,0 1 0 0 0,-1 1-1 0 0,2-2 8 0 0,-1 1-1 0 0,-1 0 0 0 0,1-1 0 0 0,0 1 0 0 0,0-1 0 0 0,-1 1 0 0 0,1 0 0 0 0,-1-1 0 0 0,1 1 0 0 0,-1-1 0 0 0,0 1 0 0 0,1-1 0 0 0,-1 1 0 0 0,0-1 0 0 0,0 0 0 0 0,0 1 0 0 0,0-1 1 0 0,0 0-1 0 0,-1 0 0 0 0,1 0 0 0 0,-2 1 0 0 0,2 0-3 0 0,0-1 0 0 0,-1 0 0 0 0,1 0 0 0 0,0 0 1 0 0,0 1-1 0 0,0-1 0 0 0,0 0 0 0 0,0 1 0 0 0,0-1 0 0 0,0 1 1 0 0,0-1-1 0 0,1 1 0 0 0,-1 0 0 0 0,1-1 0 0 0,-1 1 0 0 0,1 0 1 0 0,-1-1-1 0 0,1 1 0 0 0,0 0 0 0 0,0-1 0 0 0,0 3 0 0 0,0-2 4 0 0,0-1-1 0 0,0 1 1 0 0,0-1-1 0 0,-1 1 1 0 0,1-1-1 0 0,0 1 1 0 0,-1-1-1 0 0,1 1 1 0 0,-1-1-1 0 0,1 1 1 0 0,-1-1-1 0 0,0 0 1 0 0,0 1-1 0 0,1-1 0 0 0,-1 0 1 0 0,0 0-1 0 0,0 0 1 0 0,0 1-1 0 0,0-1 1 0 0,-1 0-1 0 0,1 0 1 0 0,-2 1-1 0 0,2-2 5 0 0,0 1 0 0 0,0 0 1 0 0,-1 0-1 0 0,1 0 0 0 0,0 0 0 0 0,0 0 0 0 0,1 0 0 0 0,-1 0 0 0 0,0 1 0 0 0,0-1 0 0 0,0 0 1 0 0,1 0-1 0 0,-1 1 0 0 0,0-1 0 0 0,1 0 0 0 0,0 1 0 0 0,-1-1 0 0 0,1 0 0 0 0,0 1 0 0 0,-1-1 0 0 0,1 1 1 0 0,0 1-1 0 0,0 0-10 0 0,0 1 0 0 0,0-1 0 0 0,0 0 0 0 0,0 0 1 0 0,-1 1-1 0 0,1-1 0 0 0,-1 0 0 0 0,0 0 0 0 0,-1 4 0 0 0,0-5 10 0 0,1-1 0 0 0,0 1 0 0 0,-1-1 0 0 0,1 1 0 0 0,-1-1 0 0 0,1 1 0 0 0,-1-1 0 0 0,0 0 0 0 0,-3 2-1 0 0,2-1 10 0 0,2 0-10 0 0,0 0 0 0 0,0 0-1 0 0,0 0 1 0 0,0-1-1 0 0,1 1 1 0 0,-1 0-1 0 0,1 0 1 0 0,-1 1-1 0 0,1-1 1 0 0,0 0-1 0 0,-1 0 1 0 0,1 0-1 0 0,0 0 1 0 0,1 0-1 0 0,-1 0 1 0 0,0 0-1 0 0,1 3 1 0 0,0-2-42 0 0,-1 106 1493 0 0,-1-108-1458 0 0,1 0-1 0 0,0 0 1 0 0,0 1 0 0 0,0-1-1 0 0,1 0 1 0 0,-1 0-1 0 0,0 0 1 0 0,0 0-1 0 0,1 0 1 0 0,-1 0 0 0 0,0 0-1 0 0,1 0 1 0 0,-1 0-1 0 0,1 0 1 0 0,-1 0-1 0 0,1 0 1 0 0,0 0 0 0 0,-1 0-1 0 0,1-1 1 0 0,0 1-1 0 0,0 0 1 0 0,0 0-1 0 0,-1-1 1 0 0,1 1 0 0 0,0 0-1 0 0,0-1 1 0 0,0 1-1 0 0,0-1 1 0 0,1 1-1 0 0,-1-1-3 0 0,0 1-1 0 0,0-1 0 0 0,0 1 1 0 0,0-1-1 0 0,0 1 0 0 0,0-1 1 0 0,-1 1-1 0 0,1-1 0 0 0,0 1 1 0 0,0 0-1 0 0,-1 0 0 0 0,1-1 1 0 0,0 1-1 0 0,-1 0 0 0 0,1 0 1 0 0,-1 0-1 0 0,1 0 0 0 0,-1 0 1 0 0,1-1-1 0 0,-1 1 0 0 0,0 0 1 0 0,1 0-1 0 0,-1 0 0 0 0,0 0 1 0 0,0 0-1 0 0,0 0 0 0 0,0 0 0 0 0,0 0 1 0 0,0 1-1 0 0,0 67-228 0 0,0-51-5034 0 0,-5-34-1319 0 0,-22-21-2427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22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84 1040 0 0,'0'0'1548'0'0,"1"0"-1205"0"0,-1-1 0 0 0,0 1 1 0 0,0-1-1 0 0,0 1 0 0 0,1-1 1 0 0,-1 0-1 0 0,0 1 0 0 0,0-1 1 0 0,0 1-1 0 0,0-1 0 0 0,0 0 0 0 0,0 1 1 0 0,0-1-1 0 0,0 1 0 0 0,0-1 1 0 0,0 0-1 0 0,-1 1 0 0 0,1-1 0 0 0,0 1 1 0 0,0-1-1 0 0,-1 1 0 0 0,1-1 1 0 0,0 0-1 0 0,0 1 0 0 0,-1-1 1 0 0,1 1-1 0 0,-1 0 0 0 0,1-1 0 0 0,0 1 1 0 0,-1-1-1 0 0,1 1 0 0 0,-1-1 1 0 0,0 1-1 0 0,-32 2 2617 0 0,31-2-2857 0 0,0 0 0 0 0,1 0 0 0 0,-1 1 1 0 0,0-1-1 0 0,0 0 0 0 0,1 1 0 0 0,-1-1 1 0 0,0 1-1 0 0,1-1 0 0 0,-1 1 1 0 0,1 0-1 0 0,-1-1 0 0 0,0 1 0 0 0,-1 2 1 0 0,3-2 829 0 0,103 5 1068 0 0,-87-5-1721 0 0,0 1-1 0 0,28 7 1 0 0,-22-4-116 0 0,-1-1 0 0 0,1-1-1 0 0,27 0 1 0 0,6 1-135 0 0,-35-1 24 0 0,0-2 0 0 0,0 0 0 0 0,23-3-1 0 0,120-6 269 0 0,-65-3-161 0 0,-73 8-137 0 0,-12-1 47 0 0,14 3 10 0 0,0 1 80 0 0,39 7 0 0 0,4 7 67 0 0,-43-8-218 0 0,5 1-30 0 0,0-1 0 0 0,34 0 1 0 0,-39-5 60 0 0,-16-1-80 0 0,11 0 40 0 0,-3-1 66 0 0,-12-3-64 0 0,38-2 90 0 0,15-1-12 0 0,-55 7 787 0 0,-6-2-738 0 0,7-4-85 0 0,40-15 205 0 0,132-53-124 0 0,-119 57-259 0 0,-58 18 132 0 0,-1-1 0 0 0,1 0 0 0 0,-1 1 0 0 0,1-1 0 0 0,-1 1-1 0 0,1-1 1 0 0,-1 1 0 0 0,0-1 0 0 0,1 1 0 0 0,-1 0 0 0 0,0-1-1 0 0,1 1 1 0 0,-1-1 0 0 0,0 1 0 0 0,0 0 0 0 0,0-1 0 0 0,0 1 0 0 0,1-1-1 0 0,-1 1 1 0 0,0 0 0 0 0,0-1 0 0 0,0 1 0 0 0,0 0 0 0 0,-1-1-1 0 0,1 2 1 0 0,0 25-5 0 0,0-22-10 0 0,0-4 137 0 0,0 8 54 0 0,0-4-174 0 0,0-4-67 0 0,0 27 80 0 0,0-26-2 0 0,0 0-1 0 0,0 0 0 0 0,-1 0 0 0 0,1 0 1 0 0,0 0-1 0 0,-1 0 0 0 0,1 0 0 0 0,-1 0 1 0 0,0 0-1 0 0,0-1 0 0 0,0 1 0 0 0,1 0 1 0 0,-2 0-1 0 0,1-1 0 0 0,0 1 0 0 0,0 0 0 0 0,0-1 1 0 0,-3 3-1 0 0,2-3-4 0 0,1 0 0 0 0,-1 1 0 0 0,1 0 0 0 0,0-1-1 0 0,-1 1 1 0 0,1 0 0 0 0,0 0 0 0 0,0 0 0 0 0,0-1 0 0 0,1 1 0 0 0,-1 0 0 0 0,0 0 0 0 0,1 0 0 0 0,-1 0 0 0 0,1 1-1 0 0,-1-1 1 0 0,1 0 0 0 0,0 3 0 0 0,0 14 41 0 0,-1-12-12 0 0,1 0 0 0 0,0 0 1 0 0,1 0-1 0 0,-1 0 0 0 0,1 0 0 0 0,4 12 1 0 0,7 2 30 0 0,-11-18-62 0 0,1-1-1 0 0,0 1 0 0 0,-1 0 0 0 0,1-1 0 0 0,-1 1 0 0 0,0 0 0 0 0,0 0 0 0 0,0 0 0 0 0,0 0 0 0 0,0 0 0 0 0,-1 0 0 0 0,1 5 0 0 0,-1 643 558 0 0,0-458-668 0 0,0-188 215 0 0,1-1 0 0 0,-1 1 0 0 0,1-1 0 0 0,0 1 0 0 0,1-1 0 0 0,-1 0 0 0 0,1 1 1 0 0,-1-1-1 0 0,6 7 0 0 0,-5-7-20 0 0,1 1 1 0 0,-1-1-1 0 0,0 0 1 0 0,-1 1-1 0 0,1-1 1 0 0,-1 1-1 0 0,0 0 1 0 0,0 0-1 0 0,0-1 1 0 0,0 6-1 0 0,0 10-80 0 0,0-15-4 0 0,-1 0 0 0 0,1 1-1 0 0,-1-1 1 0 0,0 0 0 0 0,0 0 0 0 0,-1 0 0 0 0,1 1-1 0 0,-1-1 1 0 0,0 0 0 0 0,-1 0 0 0 0,-2 7 0 0 0,0-9-226 0 0,0 0 1 0 0,-1 0 0 0 0,0-1 0 0 0,1 0-1 0 0,-1 0 1 0 0,0 0 0 0 0,0-1 0 0 0,0 0 0 0 0,0 0-1 0 0,0 0 1 0 0,-8 0 0 0 0,2 1-739 0 0,-35 2-3332 0 0,10-5-3209 0 0,4-4-2463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23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5 1121 0 0,'-7'-4'7272'0'0,"6"4"-7146"0"0,0 0-1 0 0,1-1 1 0 0,-1 1-1 0 0,0 0 1 0 0,0 0-1 0 0,0 0 1 0 0,0 1-1 0 0,0-1 1 0 0,0 0-1 0 0,0 0 1 0 0,0 0-1 0 0,0 1 1 0 0,0-1-1 0 0,0 0 1 0 0,0 1-1 0 0,0-1 0 0 0,0 1 1 0 0,0-1-1 0 0,1 1 1 0 0,-1 0-1 0 0,0-1 1 0 0,0 1-1 0 0,1 0 1 0 0,-1-1-1 0 0,0 1 1 0 0,1 0-1 0 0,-1 0 1 0 0,0 1-1 0 0,0-1 50 0 0,0 0 0 0 0,1 0 0 0 0,-1 0 0 0 0,0 0 0 0 0,0 0 0 0 0,0-1 0 0 0,0 1 1 0 0,0 0-1 0 0,0 0 0 0 0,0-1 0 0 0,0 1 0 0 0,-1-1 0 0 0,1 1 0 0 0,0-1 0 0 0,0 0 0 0 0,0 1 0 0 0,-1-1 0 0 0,1 0 0 0 0,0 0 0 0 0,0 0 0 0 0,-1 1 0 0 0,-1-2 0 0 0,-3 2 441 0 0,2 0-209 0 0,2-1-303 0 0,1 0-1 0 0,-1 0 1 0 0,0 0-1 0 0,1 1 1 0 0,-1-1-1 0 0,1 0 1 0 0,-1 1-1 0 0,1-1 1 0 0,0 1 0 0 0,-1 0-1 0 0,1-1 1 0 0,0 1-1 0 0,-1 0 1 0 0,1 0-1 0 0,0 0 1 0 0,0-1 0 0 0,-1 2-1 0 0,0 0 1 0 0,2-1 296 0 0,5 1-80 0 0,185 24 2108 0 0,-118-16-1206 0 0,82 1 1 0 0,-80-7-814 0 0,73-8 325 0 0,-138 4-663 0 0,111-13 529 0 0,-109 11-551 0 0,141-17 512 0 0,-132 16-464 0 0,99-9 327 0 0,-116 11-412 0 0,149 1 322 0 0,-35 13-149 0 0,176 41 1 0 0,-219-38-157 0 0,67 18 118 0 0,-114-32-134 0 0,0 4-26 0 0,-21-5-81 0 0,-5-3-2650 0 0,-8-3 1006 0 0,-25 3-4398 0 0,-28-3-2508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25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132 284 1761 0 0,'-33'6'9898'0'0,"33"-6"-9865"0"0,0 0 0 0 0,0-1 0 0 0,0 1 0 0 0,1 0 0 0 0,-1 0 1 0 0,0 0-1 0 0,0 0 0 0 0,0-1 0 0 0,0 1 0 0 0,0 0 0 0 0,0 0 1 0 0,0 0-1 0 0,0 0 0 0 0,0-1 0 0 0,0 1 0 0 0,0 0 0 0 0,0 0 1 0 0,0 0-1 0 0,0 0 0 0 0,0-1 0 0 0,0 1 0 0 0,0 0 0 0 0,0 0 0 0 0,0 0 1 0 0,0-1-1 0 0,0 1 0 0 0,0 0 0 0 0,0 0 0 0 0,0 0 0 0 0,0 0 1 0 0,0-1-1 0 0,0 1 0 0 0,-1 0 0 0 0,1 0 0 0 0,0 0 0 0 0,0 0 1 0 0,0 0-1 0 0,0 0 0 0 0,0-1 0 0 0,0 1 0 0 0,-1 0 0 0 0,1 0 0 0 0,0 0 1 0 0,0 0-1 0 0,0 0 0 0 0,0 0 0 0 0,-1 0 0 0 0,1 0 0 0 0,0 0 1 0 0,0 0-1 0 0,0 0 0 0 0,0 0 0 0 0,-1 0 0 0 0,1 0 0 0 0,0 0 1 0 0,0 0-1 0 0,0 0 0 0 0,-1 0 0 0 0,1 0 0 0 0,0 0 0 0 0,0 0 0 0 0,0 0 1 0 0,0 0-1 0 0,-1 0 0 0 0,1 0 0 0 0,0 0 0 0 0,0 0 0 0 0,0 0 1 0 0,0 1-1 0 0,-22-1 460 0 0,16 0 1001 0 0,6 1-1294 0 0,-5-2-40 0 0,-50 8 654 0 0,50-3-472 0 0,5-8-124 0 0,0 3 409 0 0,5 1-400 0 0,17 0-53 0 0,-16 0 479 0 0,-6-12 1655 0 0,27 11-1601 0 0,-20-2-385 0 0,-3-1-231 0 0,16-2 90 0 0,-1-1 0 0 0,0 0 0 0 0,0-2 0 0 0,20-12 0 0 0,78-54 122 0 0,36-20-137 0 0,-142 90-138 0 0,-10 5-27 0 0,0-1 1 0 0,1 0-1 0 0,-1 1 0 0 0,0-1 1 0 0,1 0-1 0 0,-1 1 1 0 0,0-1-1 0 0,0 0 0 0 0,0 0 1 0 0,1 0-1 0 0,-1 0 0 0 0,1-2 1 0 0,-1 1 17 0 0,0-1 1 0 0,-1 1-1 0 0,1-1 1 0 0,0 1-1 0 0,-1-1 1 0 0,1 0-1 0 0,-1 1 1 0 0,0-1-1 0 0,0-5 1 0 0,0 7 126 0 0,5 1-79 0 0,22 0-54 0 0,19 1-1 0 0,-36 2 15 0 0,0 1 1 0 0,-3-3-21 0 0,10 6 10 0 0,-3 18 66 0 0,-9-14-40 0 0,0 1 0 0 0,-1 0 1 0 0,-1 0-1 0 0,0 0 0 0 0,0 0 1 0 0,-1 1-1 0 0,0 17 1 0 0,0 22-63 0 0,-1-25-13 0 0,-3 46 1 0 0,1-66-124 0 0,0-1 1 0 0,0 1 0 0 0,-1-1-1 0 0,1 1 1 0 0,-1-1 0 0 0,-1 0-1 0 0,1 0 1 0 0,-1 0-1 0 0,0 0 1 0 0,-1 0 0 0 0,-7 9-1 0 0,3-5-492 0 0,5-8 294 0 0,1 0 0 0 0,0 0 0 0 0,0 0-1 0 0,1 0 1 0 0,-1 0 0 0 0,0 0 0 0 0,1 1 0 0 0,-1-1 0 0 0,1 1 0 0 0,0-1 0 0 0,0 1 0 0 0,0 0 0 0 0,0-1 0 0 0,0 1 0 0 0,0 4 0 0 0,1-7 251 0 0,0 1 0 0 0,0-1 0 0 0,0 0 0 0 0,0 0 0 0 0,0 0 0 0 0,0 0 0 0 0,0 0 0 0 0,0 0 0 0 0,0 1 0 0 0,0-1 0 0 0,0 0 0 0 0,0 0 0 0 0,0 0 0 0 0,0 0 0 0 0,0 0 0 0 0,0 0 0 0 0,-1 1 0 0 0,1-1 0 0 0,0 0 0 0 0,0 0 0 0 0,0 0 0 0 0,0 0 0 0 0,0 0 0 0 0,0 0 0 0 0,0 0 0 0 0,0 0 0 0 0,0 1 0 0 0,0-1 0 0 0,-1 0 0 0 0,1 0 0 0 0,0 0 0 0 0,0 0 0 0 0,0 0 0 0 0,0 0 0 0 0,0 0 0 0 0,0 0 0 0 0,-1 0 0 0 0,1 0 0 0 0,0 0 0 0 0,0 0 0 0 0,0 0 0 0 0,0 0 0 0 0,0 0 0 0 0,0 0 0 0 0,-1 0 0 0 0,1 0 0 0 0,0 0 0 0 0,0 0 0 0 0,0 0 0 0 0,0 0 0 0 0,0 0 0 0 0,0 0 0 0 0,-1 0 0 0 0,1 0 0 0 0,0 0 0 0 0,0 0 0 0 0,0 0 0 0 0,0-1 0 0 0,0 1 0 0 0,0 0 0 0 0,0 0 0 0 0,0 0 0 0 0,-1 0 0 0 0,1 0 0 0 0,-27-5-8688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25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 2481 0 0,'0'6'7684'0'0,"0"0"-4483"0"0,0 2-560 0 0,32-1-720 0 0,1-7-640 0 0,-1 0-961 0 0,66-21-3441 0 0,33-13-4083 0 0,-7-22-1680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28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66 493 400 0 0,'-6'1'214'0'0,"2"0"-103"0"0,3-1-70 0 0,0 0 0 0 0,0 0-1 0 0,0 0 1 0 0,0 0-1 0 0,0 0 1 0 0,0 0-1 0 0,0 0 1 0 0,1 1-1 0 0,-1-1 1 0 0,0 0 0 0 0,0 1-1 0 0,0-1 1 0 0,0 0-1 0 0,1 1 1 0 0,-1-1-1 0 0,0 1 1 0 0,0-1-1 0 0,1 1 1 0 0,-1 0 0 0 0,0-1-1 0 0,1 1 1 0 0,-1 0-1 0 0,1 0 1 0 0,-1-1-1 0 0,1 1 1 0 0,-1 0-1 0 0,1 0 1 0 0,0 0 0 0 0,-1-1-1 0 0,1 1 1 0 0,0 0-1 0 0,-1 0 1 0 0,1 0-1 0 0,0 0 1 0 0,0 0 0 0 0,0 0-1 0 0,0 0 1 0 0,0-1-1 0 0,0 3 1 0 0,-5-1 679 0 0,1-1-421 0 0,3-1-218 0 0,0 0 1 0 0,0 0-1 0 0,0 0 1 0 0,0 0-1 0 0,0 0 1 0 0,0 0-1 0 0,0 0 1 0 0,0 1-1 0 0,1-1 1 0 0,-1 0-1 0 0,0 1 1 0 0,0-1-1 0 0,0 1 1 0 0,0-1-1 0 0,1 1 1 0 0,-1-1-1 0 0,0 1 1 0 0,0-1-1 0 0,1 1 1 0 0,-1 0-1 0 0,0-1 1 0 0,1 1-1 0 0,-1 0 1 0 0,1-1-1 0 0,-1 1 1 0 0,1 0-1 0 0,-1 0 1 0 0,1 0-1 0 0,0 0 1 0 0,-1-1-1 0 0,1 1 1 0 0,0 2-1 0 0,0-2 880 0 0,5-1-161 0 0,17 0-133 0 0,-22-1-591 0 0,1 0 0 0 0,-1 1 0 0 0,1-1 0 0 0,0 1 0 0 0,-1-1 0 0 0,0 0 0 0 0,1 0 0 0 0,-1 1 1 0 0,1-1-1 0 0,-1 0 0 0 0,0 0 0 0 0,0 1 0 0 0,1-1 0 0 0,-1 0 0 0 0,0 0 0 0 0,0 0 0 0 0,0 1 0 0 0,0-1 0 0 0,0 0 0 0 0,0 0 0 0 0,0 0 0 0 0,0 0 1 0 0,0 1-1 0 0,0-1 0 0 0,-1 0 0 0 0,1 0 0 0 0,0 0 0 0 0,-1 1 0 0 0,1-1 0 0 0,0 0 0 0 0,-1 1 0 0 0,1-1 0 0 0,-1 0 0 0 0,1 1 0 0 0,-1-1 0 0 0,0-1 1 0 0,-6-1 0 0 0,6 2 6 0 0,0 0 0 0 0,-1 1 0 0 0,1-1 0 0 0,0 0 0 0 0,0 0 0 0 0,-1 0 0 0 0,1 0-1 0 0,0 0 1 0 0,0 0 0 0 0,0 0 0 0 0,0 0 0 0 0,0 0 0 0 0,1-1 0 0 0,-1 1 0 0 0,0 0-1 0 0,0 0 1 0 0,1-1 0 0 0,-1 1 0 0 0,1-1 0 0 0,-1 1 0 0 0,1 0 0 0 0,0-1-1 0 0,-1 1 1 0 0,1-1 0 0 0,0 1 0 0 0,0-1 0 0 0,0 1 0 0 0,1-4 0 0 0,-1-126 4385 0 0,0 131-4462 0 0,0-1 0 0 0,0 0-1 0 0,0 1 1 0 0,0-1-1 0 0,0 0 1 0 0,0 1 0 0 0,0-1-1 0 0,1 0 1 0 0,-1 1-1 0 0,0-1 1 0 0,0 1 0 0 0,1-1-1 0 0,-1 0 1 0 0,0 1-1 0 0,1-1 1 0 0,-1 1 0 0 0,1-1-1 0 0,-1 1 1 0 0,1-1-1 0 0,-1 1 1 0 0,1 0 0 0 0,-1-1-1 0 0,1 1 1 0 0,-1 0-1 0 0,1-1 1 0 0,0 1 0 0 0,-1 0-1 0 0,1-1 1 0 0,0 1-1 0 0,-1 0 1 0 0,1 0 0 0 0,-1 0-1 0 0,1 0 1 0 0,0 0-1 0 0,0 0 1 0 0,0 0-3 0 0,0 0 1 0 0,0 0-1 0 0,-1-1 0 0 0,1 1 0 0 0,0 0 1 0 0,-1 0-1 0 0,1 0 0 0 0,0 0 1 0 0,-1-1-1 0 0,1 1 0 0 0,0 0 0 0 0,-1-1 1 0 0,1 1-1 0 0,-1-1 0 0 0,1 1 1 0 0,0 0-1 0 0,-1-1 0 0 0,1 1 1 0 0,-1-1-1 0 0,1 1 0 0 0,-1-1 0 0 0,0 0 1 0 0,1 1-1 0 0,-1-1 0 0 0,0 1 1 0 0,1-1-1 0 0,-1 0 0 0 0,0 1 0 0 0,1-1 1 0 0,-1 0-1 0 0,0 0 0 0 0,0 1 1 0 0,0-1-1 0 0,0 0 0 0 0,0-1 1 0 0,0 1-2 0 0,0 1 1 0 0,0-1 0 0 0,0 0 0 0 0,0 0 0 0 0,1 0 0 0 0,-1 0-1 0 0,0 0 1 0 0,0 0 0 0 0,1 0 0 0 0,-1 0 0 0 0,1 0 0 0 0,-1 0-1 0 0,1 1 1 0 0,-1-1 0 0 0,1 0 0 0 0,-1 0 0 0 0,1 0 0 0 0,0 1 0 0 0,-1-1-1 0 0,1 0 1 0 0,0 1 0 0 0,0-1 0 0 0,-1 1 0 0 0,1-1 0 0 0,0 1-1 0 0,0-1 1 0 0,0 1 0 0 0,1-1 0 0 0,-1 1 0 0 0,0-1-1 0 0,0 1 1 0 0,0-1 0 0 0,0 1-1 0 0,0-1 1 0 0,0 1 0 0 0,-1-1-1 0 0,1 0 1 0 0,0 1 0 0 0,0-1-1 0 0,0 0 1 0 0,-1 0 0 0 0,1 0-1 0 0,0 1 1 0 0,-1-1 0 0 0,1 0-1 0 0,-1 0 1 0 0,1 0 0 0 0,-1 0-1 0 0,1 0 1 0 0,-1 0 0 0 0,0 0 0 0 0,0 0-1 0 0,1 0 1 0 0,-1-1 0 0 0,0 1-1 0 0,0 0 1 0 0,0-1 0 0 0,0-1 3 0 0,0 0 0 0 0,1 0 0 0 0,-1 0 0 0 0,1 0 0 0 0,-1 0 0 0 0,1 0 0 0 0,0 0 0 0 0,0 0 0 0 0,1 1 0 0 0,-1-1 0 0 0,0 0 0 0 0,1 1 0 0 0,3-4 0 0 0,-3 3-7 0 0,0 0-1 0 0,-1 1 1 0 0,1-1 0 0 0,-1 0 0 0 0,1 0-1 0 0,-1 0 1 0 0,0 0 0 0 0,0 0 0 0 0,0 0-1 0 0,0 0 1 0 0,-1 0 0 0 0,1 0 0 0 0,-1-6-1 0 0,0-6-24 0 0,-1 10 20 0 0,1 0 0 0 0,0-1 0 0 0,0 1 0 0 0,1 0 0 0 0,-1 0 0 0 0,1 0 0 0 0,0 0 0 0 0,3-9 0 0 0,6-4-19 0 0,-8 15 27 0 0,0-1 0 0 0,0 0 0 0 0,0 1 0 0 0,0-1 0 0 0,-1 0 0 0 0,1 0 0 0 0,-1 0-1 0 0,0 0 1 0 0,0 0 0 0 0,-1 0 0 0 0,1 0 0 0 0,-1-7 0 0 0,0 10-1 0 0,0 0-1 0 0,0 0 1 0 0,0 1-1 0 0,-1-1 0 0 0,1 0 1 0 0,0 0-1 0 0,-1 0 1 0 0,1 0-1 0 0,0 1 1 0 0,-1-1-1 0 0,1 0 0 0 0,-1 0 1 0 0,1 1-1 0 0,-1-1 1 0 0,0 0-1 0 0,1 1 1 0 0,-1-1-1 0 0,0 0 0 0 0,1 1 1 0 0,-1-1-1 0 0,0 1 1 0 0,1-1-1 0 0,-1 1 1 0 0,0 0-1 0 0,0-1 0 0 0,0 1 1 0 0,0 0-1 0 0,1-1 1 0 0,-1 1-1 0 0,0 0 1 0 0,0 0-1 0 0,0 0 0 0 0,-1 0 1 0 0,-4-2-2 0 0,0-2 1 0 0,6 8 0 0 0,0-3 4 0 0,0 0 1 0 0,0 0-1 0 0,1 0 1 0 0,-1 0-1 0 0,0-1 1 0 0,0 1-1 0 0,0 0 1 0 0,1 0-1 0 0,-1 0 1 0 0,0-1-1 0 0,1 1 1 0 0,-1 0-1 0 0,0 0 1 0 0,1-1-1 0 0,-1 1 1 0 0,1 0-1 0 0,-1-1 1 0 0,1 1-1 0 0,0 0 1 0 0,-1-1-1 0 0,1 1 1 0 0,-1-1-1 0 0,1 1 1 0 0,0-1-1 0 0,0 1 1 0 0,-1-1-1 0 0,1 0 1 0 0,0 1-1 0 0,0-1 1 0 0,0 0-1 0 0,-1 0 1 0 0,1 1-1 0 0,0-1 1 0 0,0 0-1 0 0,0 0 1 0 0,0 0 0 0 0,-1 0-1 0 0,1 0 1 0 0,0 0-1 0 0,0 0 1 0 0,1-1-1 0 0,1 1 33 0 0,2 1 203 0 0,19-1 1072 0 0,1 0 0 0 0,23-5 0 0 0,-24 3-1127 0 0,-1 0 1 0 0,38 4-1 0 0,-11-1-21 0 0,-10 1-12 0 0,-1 2-1 0 0,1 2 1 0 0,45 13 0 0 0,70 9 348 0 0,-52-18-407 0 0,54-3 321 0 0,251 6 613 0 0,-196-13-480 0 0,43 0 360 0 0,-239-1-851 0 0,0-2 0 0 0,0 1-1 0 0,27-10 1 0 0,24-5 28 0 0,-30 9-85 0 0,-12 3 4 0 0,0 1-1 0 0,0 1 1 0 0,0 2 0 0 0,34 1 0 0 0,71 0 131 0 0,-84 1-115 0 0,-46-1-29 0 0,6-3 16 0 0,73-6 165 0 0,-52 8-104 0 0,-21 1 13 0 0,-7 2 49 0 0,2-2-128 0 0,-1 1 1 0 0,0-1-1 0 0,0 0 1 0 0,0 1-1 0 0,0-1 0 0 0,0 1 1 0 0,0-1-1 0 0,0 0 1 0 0,0 1-1 0 0,0-1 0 0 0,-1 1 1 0 0,1-1-1 0 0,0 0 0 0 0,0 1 1 0 0,0-1-1 0 0,0 0 1 0 0,0 1-1 0 0,-1-1 0 0 0,1 0 1 0 0,0 1-1 0 0,0-1 1 0 0,0 0-1 0 0,-1 0 0 0 0,1 1 1 0 0,0-1-1 0 0,-1 0 1 0 0,1 0-1 0 0,0 1 0 0 0,-1-1 1 0 0,1 0-1 0 0,-1 0 1 0 0,-13 8 42 0 0,18-2 7 0 0,-3-5-48 0 0,1 0 0 0 0,-1 0 0 0 0,0 0 0 0 0,0 1 0 0 0,0-1 0 0 0,0 0 0 0 0,0 1 0 0 0,0-1-1 0 0,0 1 1 0 0,0-1 0 0 0,0 1 0 0 0,-1 0 0 0 0,1-1 0 0 0,-1 1 0 0 0,1 0 0 0 0,-1-1 0 0 0,0 1 0 0 0,1 0 0 0 0,-1-1 0 0 0,0 1 0 0 0,0 2 0 0 0,0 297 610 0 0,0-296-596 0 0,0-1-1 0 0,1 0 1 0 0,0 1 0 0 0,0-1-1 0 0,0 0 1 0 0,0 0-1 0 0,1 0 1 0 0,-1 0 0 0 0,1 0-1 0 0,5 7 1 0 0,-6-8-13 0 0,1-1 0 0 0,0 1 0 0 0,-1 0 0 0 0,0-1 0 0 0,1 1 0 0 0,-1 0 0 0 0,0 0 0 0 0,0 0 0 0 0,-1 0 0 0 0,1 0 0 0 0,-1 0 0 0 0,1 0 0 0 0,-1 0 0 0 0,0 0 0 0 0,0 0 0 0 0,-1 0 0 0 0,1 0 0 0 0,0 0 0 0 0,-1 0 0 0 0,-1 4 0 0 0,-20 42 143 0 0,11 1 0 0 0,-10 4-54 0 0,10 6-13 0 0,0-28-37 0 0,8-23-34 0 0,-1 0 0 0 0,2 1 0 0 0,-1-1 0 0 0,2 1 0 0 0,-1-1 1 0 0,0 13-1 0 0,2 173 858 0 0,0-194-853 0 0,0 0 1 0 0,0 0-1 0 0,0 0 0 0 0,0 0 1 0 0,0 0-1 0 0,0 0 1 0 0,-1 0-1 0 0,1 0 0 0 0,0 0 1 0 0,-1 0-1 0 0,1 0 1 0 0,-1 0-1 0 0,1 0 0 0 0,-1 0 1 0 0,1 0-1 0 0,-1 0 1 0 0,0 0-1 0 0,0 0 0 0 0,1 0 1 0 0,-1-1-1 0 0,0 1 1 0 0,0 0-1 0 0,0-1 0 0 0,0 1 1 0 0,0-1-1 0 0,0 1 1 0 0,-2 0-1 0 0,2 0-3 0 0,0-1 1 0 0,1 0-1 0 0,-1 1 0 0 0,0-1 1 0 0,0 1-1 0 0,0-1 0 0 0,0 1 1 0 0,1-1-1 0 0,-1 1 0 0 0,0 0 1 0 0,1-1-1 0 0,-1 1 0 0 0,0 0 1 0 0,1 0-1 0 0,-1-1 0 0 0,1 1 1 0 0,-1 0-1 0 0,1 0 0 0 0,-1 0 0 0 0,1 0 1 0 0,0 0-1 0 0,0 0 0 0 0,-1 0 1 0 0,1 0-1 0 0,0 0 0 0 0,0-1 1 0 0,0 3-1 0 0,0 80 648 0 0,0-81-659 0 0,-1 1 0 0 0,1-1 0 0 0,-1 0 0 0 0,1 0 0 0 0,-1 0 0 0 0,0 0 0 0 0,0 1 0 0 0,0-1 0 0 0,0 0 0 0 0,0-1 0 0 0,0 1 0 0 0,0 0 0 0 0,-1 0 0 0 0,1 0 0 0 0,-1-1 0 0 0,1 1 0 0 0,-1-1 0 0 0,0 1 0 0 0,-2 1 0 0 0,-5 5 0 0 0,6-6 0 0 0,0 1 0 0 0,1 0 0 0 0,-1-1 0 0 0,1 1 0 0 0,-1 0 0 0 0,1 0 0 0 0,0 1 0 0 0,0-1 0 0 0,0 0 0 0 0,1 1 0 0 0,-1-1 0 0 0,1 1 0 0 0,0-1 0 0 0,0 1 0 0 0,0 0 0 0 0,-1 4 0 0 0,3-7 0 0 0,-1 0 0 0 0,1 0 0 0 0,-1 0 0 0 0,1 0 0 0 0,-1 0 0 0 0,1-1 0 0 0,-1 1 0 0 0,1 0 0 0 0,0 0 0 0 0,-1 0 0 0 0,1-1 0 0 0,0 1 0 0 0,0 0 0 0 0,-1-1 0 0 0,1 1 0 0 0,0-1 0 0 0,0 1 0 0 0,0-1 0 0 0,0 1 0 0 0,0-1 0 0 0,0 1 0 0 0,0-1 0 0 0,0 0 0 0 0,0 0 0 0 0,0 0 0 0 0,0 1 0 0 0,2-1 0 0 0,1 1 0 0 0,-4-1 0 0 0,1 0 0 0 0,-1 1 0 0 0,1-1 0 0 0,0 0 0 0 0,-1 1 0 0 0,1-1 0 0 0,-1 1 0 0 0,1-1 0 0 0,-1 1 0 0 0,0-1 0 0 0,1 1 0 0 0,-1 0 0 0 0,1-1 0 0 0,-1 1 0 0 0,0-1 0 0 0,0 1 0 0 0,1 0 0 0 0,-1-1 0 0 0,0 1 0 0 0,0 0 0 0 0,0-1 0 0 0,0 1 0 0 0,0 0 0 0 0,0-1 0 0 0,0 1 0 0 0,0 0 0 0 0,0 0 0 0 0,0-1 0 0 0,0 1 0 0 0,0 0 0 0 0,0-1 0 0 0,0 1 0 0 0,-1 0 0 0 0,1-1 0 0 0,0 1 0 0 0,0-1 0 0 0,-1 1 0 0 0,1 0 0 0 0,-1-1 0 0 0,1 1 0 0 0,0-1 0 0 0,-1 1 0 0 0,0 0 0 0 0,-21 18 0 0 0,19-17 0 0 0,1 3 0 0 0,1 0 0 0 0,-1-1 0 0 0,1 1 0 0 0,0 0 0 0 0,0 0 0 0 0,1 0 0 0 0,0 0 0 0 0,0 0 0 0 0,0 0 0 0 0,0 0 0 0 0,2 6 0 0 0,-2 8 0 0 0,0 185 0 0 0,0-200 0 0 0,0 0 0 0 0,0-1 0 0 0,-1 1 0 0 0,0-1 0 0 0,0 1 0 0 0,0-1 0 0 0,0 1 0 0 0,0-1 0 0 0,-1 0 0 0 0,0 1 0 0 0,1-1 0 0 0,-4 4 0 0 0,3-4 0 0 0,0 0 0 0 0,0 0 0 0 0,1 0 0 0 0,-1 0 0 0 0,1 1 0 0 0,-1-1 0 0 0,1 1 0 0 0,0-1 0 0 0,0 1 0 0 0,1 0 0 0 0,-1-1 0 0 0,1 5 0 0 0,0 92 0 0 0,0-98 2 0 0,0 0 0 0 0,-1-1 0 0 0,1 1 0 0 0,0-1 0 0 0,-1 1 0 0 0,1-1 0 0 0,-1 1 0 0 0,0-1 0 0 0,1 0 0 0 0,-1 1 0 0 0,0-1 0 0 0,0 0 0 0 0,0 0 0 0 0,0 1 0 0 0,0-1 0 0 0,0 0 0 0 0,0 0 0 0 0,0 0 0 0 0,0 0 0 0 0,-1 0 0 0 0,1 0 0 0 0,0 0 0 0 0,-1-1 0 0 0,1 1 0 0 0,-1 0 0 0 0,1-1 0 0 0,0 1 0 0 0,-1-1 0 0 0,1 0 0 0 0,-1 1 0 0 0,0-1 0 0 0,1 0 0 0 0,-3 0 0 0 0,-4 1-59 0 0,-1-1 1 0 0,1 0-1 0 0,-1 0 0 0 0,0-1 1 0 0,-15-3-1 0 0,3-1-1152 0 0,-1-1 1 0 0,-31-14-1 0 0,31 10-1251 0 0,0-1 1 0 0,-28-20-1 0 0,-15-15-6304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29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 1841 0 0,'0'0'7350'0'0,"0"0"-7107"0"0,-1 0 0 0 0,1 1 0 0 0,0-1 1 0 0,0 1-1 0 0,0-1 0 0 0,0 1 0 0 0,0-1 0 0 0,0 0 1 0 0,0 1-1 0 0,-1-1 0 0 0,1 1 0 0 0,0-1 0 0 0,1 1 1 0 0,-1-1-1 0 0,0 0 0 0 0,0 1 0 0 0,0-1 0 0 0,0 1 0 0 0,0-1 1 0 0,0 1-1 0 0,0-1 0 0 0,1 0 0 0 0,-1 1 0 0 0,0-1 1 0 0,0 0-1 0 0,0 1 0 0 0,1-1 0 0 0,-1 0 0 0 0,0 1 1 0 0,1-1-1 0 0,-1 0 0 0 0,0 1 0 0 0,1-1 0 0 0,-1 0 0 0 0,0 0 1 0 0,1 1-1 0 0,-1-1 0 0 0,1 0 0 0 0,47 8 1651 0 0,-3-3-880 0 0,-19-1-636 0 0,0-1 0 0 0,1-1 0 0 0,42-2 0 0 0,11 0 124 0 0,256-9 910 0 0,-231 3-1063 0 0,-90 5-286 0 0,339-11 1021 0 0,-158 4-457 0 0,151 1 334 0 0,-290 7-885 0 0,28 2-5 0 0,239 44 412 0 0,-289-39-473 0 0,0-1 14 0 0,3 0 71 0 0,74 23 0 0 0,-69-17-115 0 0,60 9 1 0 0,-60-13 151 0 0,-17-4-92 0 0,-24-5-102 0 0,-7-1-124 0 0,-67-15-2861 0 0,-79-10-6010 0 0,-61-12-6711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30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3 544 640 0 0,'-1'-7'3250'0'0,"1"5"-2819"0"0,0 1 0 0 0,-1-1 1 0 0,1 0-1 0 0,0 0 1 0 0,0 0-1 0 0,0 0 0 0 0,0 1 1 0 0,0-1-1 0 0,0 0 0 0 0,1 0 1 0 0,-1 0-1 0 0,0 0 0 0 0,1 1 1 0 0,0-1-1 0 0,-1 0 0 0 0,1 1 1 0 0,0-1-1 0 0,1-2 1 0 0,4 1-119 0 0,-5 3-259 0 0,0 0 0 0 0,0 0 0 0 0,0-1 0 0 0,1 1 0 0 0,-1-1 0 0 0,0 1 0 0 0,0-1 0 0 0,0 0 0 0 0,0 1 1 0 0,0-1-1 0 0,-1 0 0 0 0,1 1 0 0 0,0-1 0 0 0,0 0 0 0 0,0 0 0 0 0,-1 0 0 0 0,1 0 0 0 0,0 0 0 0 0,-1 0 0 0 0,1 0 0 0 0,-1 0 1 0 0,1 0-1 0 0,-1 0 0 0 0,1 0 0 0 0,-1 0 0 0 0,0-1 0 0 0,1 0 0 0 0,-1 1 2 0 0,0-1 1 0 0,0 1-1 0 0,0-1 1 0 0,1 1-1 0 0,-1 0 1 0 0,1-1-1 0 0,-1 1 0 0 0,1 0 1 0 0,-1 0-1 0 0,1-1 1 0 0,0 1-1 0 0,-1 0 0 0 0,1 0 1 0 0,0 0-1 0 0,0 0 1 0 0,0 0-1 0 0,0 0 0 0 0,0 0 1 0 0,0 0-1 0 0,0 0 1 0 0,2-1-1 0 0,8-7 290 0 0,5-18 336 0 0,6-8-243 0 0,16-13-63 0 0,-19 24-195 0 0,0 1 1 0 0,36-33-1 0 0,-53 54-155 0 0,1 0 1 0 0,-1 0-1 0 0,1 0 0 0 0,-1-1 0 0 0,0 1 0 0 0,1-1 0 0 0,-1 1 0 0 0,-1-1 0 0 0,1 0 1 0 0,0 0-1 0 0,-1 0 0 0 0,1 0 0 0 0,-1 0 0 0 0,0 0 0 0 0,0 0 0 0 0,0 0 0 0 0,0-1 1 0 0,-1 1-1 0 0,1 0 0 0 0,-1 0 0 0 0,0-1 0 0 0,0 1 0 0 0,-1-7 0 0 0,1 8 9 0 0,0 0-1 0 0,1 0 1 0 0,-1 0-1 0 0,0 0 1 0 0,1-1-1 0 0,-1 1 1 0 0,1 0-1 0 0,0 0 1 0 0,0 1-1 0 0,-1-1 1 0 0,1 0-1 0 0,0 0 1 0 0,1 0-1 0 0,-1 1 1 0 0,2-3-1 0 0,-2 2 18 0 0,1 0-1 0 0,-1 1 1 0 0,0-1-1 0 0,1 0 0 0 0,-1 0 1 0 0,0 0-1 0 0,-1 0 0 0 0,1 0 1 0 0,0-1-1 0 0,0 1 0 0 0,-1 0 1 0 0,1 0-1 0 0,-1 0 1 0 0,0-1-1 0 0,0-2 0 0 0,0 4-32 0 0,1 0 1 0 0,-1 0-1 0 0,0 0 0 0 0,0 0 0 0 0,1-1 0 0 0,-1 1 1 0 0,1 0-1 0 0,-1 0 0 0 0,1 0 0 0 0,-1 0 0 0 0,1 1 1 0 0,0-1-1 0 0,-1 0 0 0 0,1 0 0 0 0,0 0 0 0 0,0 0 1 0 0,-1 1-1 0 0,1-1 0 0 0,0 0 0 0 0,0 1 0 0 0,0-1 0 0 0,0 1 1 0 0,0-1-1 0 0,0 1 0 0 0,0-1 0 0 0,0 1 0 0 0,2-1 1 0 0,4-2 56 0 0,1-1-16 0 0,0 0 1 0 0,1 0-1 0 0,-1 1 1 0 0,1 1-1 0 0,0-1 0 0 0,17-1 1 0 0,0-1-4 0 0,-14 2-53 0 0,0 1 0 0 0,0 0-1 0 0,20 1 1 0 0,36-5 61 0 0,-3-1-60 0 0,0 2-1 0 0,88 4 0 0 0,-142 2-3 0 0,-1 0 0 0 0,1 1 0 0 0,-1 0 0 0 0,0 1 0 0 0,1 0 0 0 0,14 6-1 0 0,-10-2 8 0 0,-6-4 0 0 0,-1 2-1 0 0,1-1 1 0 0,-1 1 0 0 0,0 0-1 0 0,-1 1 1 0 0,0 0 0 0 0,1 0 0 0 0,-2 0-1 0 0,1 1 1 0 0,-1 0 0 0 0,0 0-1 0 0,-1 1 1 0 0,1 0 0 0 0,-1 0 0 0 0,-1 0-1 0 0,0 1 1 0 0,0-1 0 0 0,5 16 0 0 0,-9-21 2 0 0,1 0 0 0 0,-1-1 1 0 0,0 1-1 0 0,0 0 0 0 0,0-1 1 0 0,0 1-1 0 0,0 0 0 0 0,0-1 1 0 0,-1 1-1 0 0,1 0 0 0 0,-1-1 1 0 0,1 1-1 0 0,-1-1 0 0 0,0 1 1 0 0,0-1-1 0 0,-1 1 0 0 0,1-1 1 0 0,0 0-1 0 0,-1 1 0 0 0,0-1 1 0 0,1 0-1 0 0,-1 0 0 0 0,0 0 1 0 0,0 0-1 0 0,0-1 0 0 0,0 1 1 0 0,0 0-1 0 0,0-1 0 0 0,-1 1 1 0 0,1-1-1 0 0,-1 0 0 0 0,1 0 1 0 0,0 0-1 0 0,-1 0 0 0 0,0 0 1 0 0,1-1-1 0 0,-1 1 0 0 0,0-1 1 0 0,-4 1-1 0 0,-19 3 165 0 0,20-3-165 0 0,1 0 0 0 0,0 0 0 0 0,-1 0 1 0 0,1-1-1 0 0,0 1 0 0 0,-1-1 0 0 0,1-1 0 0 0,-1 1 0 0 0,1-1 0 0 0,0 0 1 0 0,-1 0-1 0 0,-7-3 0 0 0,6 2 28 0 0,6 2-28 0 0,0 0 0 0 0,0 0-1 0 0,0 0 1 0 0,1 0 0 0 0,-1 0-1 0 0,0-1 1 0 0,0 1 0 0 0,0 0-1 0 0,1 0 1 0 0,-1-1 0 0 0,0 1-1 0 0,0 0 1 0 0,1-1 0 0 0,-1 1-1 0 0,0-1 1 0 0,1 1 0 0 0,-1-1-1 0 0,1 1 1 0 0,-1-1 0 0 0,1 1 0 0 0,-1-1-1 0 0,1 0 1 0 0,-1 1 0 0 0,1-1-1 0 0,-1 0 1 0 0,1 1 0 0 0,0-1-1 0 0,-1 0 1 0 0,1 0 0 0 0,0 1-1 0 0,0-1 1 0 0,-1 0 0 0 0,1 0-1 0 0,0 0 1 0 0,0-1 0 0 0,-2 1 13 0 0,3 1-23 0 0,-1 0 1 0 0,0 0 0 0 0,0 0-1 0 0,0 0 1 0 0,0 0-1 0 0,0 0 1 0 0,0 0 0 0 0,0 0-1 0 0,0 0 1 0 0,0 0-1 0 0,0 0 1 0 0,0 0 0 0 0,0 0-1 0 0,0 0 1 0 0,0 0-1 0 0,1-1 1 0 0,-1 1 0 0 0,0 0-1 0 0,0 0 1 0 0,0 0-1 0 0,0 0 1 0 0,0 0 0 0 0,0 0-1 0 0,0 0 1 0 0,0 0-1 0 0,0 0 1 0 0,0 0 0 0 0,0 0-1 0 0,0 0 1 0 0,0 0-1 0 0,0-1 1 0 0,0 1 0 0 0,0 0-1 0 0,0 0 1 0 0,0 0-1 0 0,0 0 1 0 0,0 0 0 0 0,0 0-1 0 0,0 0 1 0 0,0 0-1 0 0,0 0 1 0 0,0 0 0 0 0,0 0-1 0 0,0 0 1 0 0,0 0-1 0 0,0-1 1 0 0,0 1 0 0 0,0 0-1 0 0,0 0 1 0 0,0 0-1 0 0,0 0 1 0 0,0 0 0 0 0,-1 0-1 0 0,1 0 1 0 0,0 0-1 0 0,0 0 1 0 0,0 0 0 0 0,34-9 21 0 0,-21 7-44 0 0,0 1 1 0 0,0 0 0 0 0,1 1-1 0 0,-1 0 1 0 0,1 1 0 0 0,-1 0-1 0 0,0 2 1 0 0,0-1 0 0 0,24 9-1 0 0,-25-7 20 0 0,-2 1 0 0 0,1 0 0 0 0,0 1 0 0 0,11 9 0 0 0,10 5 26 0 0,-25-17-11 0 0,-1 0 1 0 0,0 1-1 0 0,0-1 1 0 0,0 1-1 0 0,-1 1 1 0 0,8 7-1 0 0,-11-10-10 0 0,0 1 1 0 0,0 0-1 0 0,0-1 0 0 0,-1 1 0 0 0,0 0 1 0 0,1 0-1 0 0,-1 0 0 0 0,0 0 0 0 0,0 1 1 0 0,-1-1-1 0 0,1 0 0 0 0,-1 0 1 0 0,1 0-1 0 0,-1 1 0 0 0,0 3 0 0 0,0-4 5 0 0,0 0 0 0 0,-1 0 0 0 0,1 0-1 0 0,-1 1 1 0 0,1-1 0 0 0,-1 0-1 0 0,0 0 1 0 0,0 0 0 0 0,0 0 0 0 0,-1 0-1 0 0,1 0 1 0 0,-1 0 0 0 0,0-1-1 0 0,1 1 1 0 0,-1 0 0 0 0,-4 3 0 0 0,-1 0 42 0 0,1-1 1 0 0,-1 0 0 0 0,1-1 0 0 0,-14 7 0 0 0,-5 3 204 0 0,13-5-55 0 0,2-2 49 0 0,0 1 0 0 0,-1-2 0 0 0,0 1 0 0 0,-1-1 0 0 0,-20 7 0 0 0,4-5 16 0 0,0-1 0 0 0,0-1 0 0 0,0-2 0 0 0,-38 2 0 0 0,11-5-141 0 0,-64-7 1 0 0,59 0-734 0 0,1-3 0 0 0,-84-23-1 0 0,111 19-1697 0 0,32 13 2229 0 0,0 0 1 0 0,0 0 0 0 0,0 0-1 0 0,0 0 1 0 0,1 0 0 0 0,-1 0-1 0 0,0 0 1 0 0,0 0 0 0 0,0-1-1 0 0,0 1 1 0 0,0 0 0 0 0,0 0-1 0 0,0 0 1 0 0,1 0 0 0 0,-1 0-1 0 0,0 0 1 0 0,0 0 0 0 0,0-1-1 0 0,0 1 1 0 0,0 0 0 0 0,0 0 0 0 0,0 0-1 0 0,0 0 1 0 0,0 0 0 0 0,0 0-1 0 0,0-1 1 0 0,0 1 0 0 0,0 0-1 0 0,0 0 1 0 0,0 0 0 0 0,0 0-1 0 0,0-1 1 0 0,0 1 0 0 0,0 0-1 0 0,0 0 1 0 0,0 0 0 0 0,0 0-1 0 0,0 0 1 0 0,0-1 0 0 0,0 1-1 0 0,0 0 1 0 0,0 0 0 0 0,0 0-1 0 0,0 0 1 0 0,0 0 0 0 0,-1 0-1 0 0,1 0 1 0 0,0-1 0 0 0,0 1-1 0 0,0 0 1 0 0,0 0 0 0 0,0 0-1 0 0,0 0 1 0 0,0 0 0 0 0,-1 0 0 0 0,1 0-1 0 0,0 0 1 0 0,0 0 0 0 0,27-1-8514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33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83 160 0 0,'-6'1'934'0'0,"-54"14"1013"0"0,37-12-1367 0 0,0 2 1 0 0,-36 11-1 0 0,36-9 684 0 0,-45 7 0 0 0,14-1 270 0 0,50-12-1014 0 0,4-1-506 0 0,0 0 0 0 0,0 0-1 0 0,0-1 1 0 0,0 1 0 0 0,0 0 0 0 0,0 0-1 0 0,1 0 1 0 0,-1 0 0 0 0,0 0-1 0 0,0-1 1 0 0,0 1 0 0 0,0 0 0 0 0,0 0-1 0 0,0 0 1 0 0,0 0 0 0 0,0-1 0 0 0,0 1-1 0 0,0 0 1 0 0,0 0 0 0 0,0 0-1 0 0,0-1 1 0 0,0 1 0 0 0,0 0 0 0 0,0 0-1 0 0,0 0 1 0 0,0 0 0 0 0,0-1-1 0 0,0 1 1 0 0,0 0 0 0 0,0 0 0 0 0,-1 0-1 0 0,1 0 1 0 0,0-1 0 0 0,0 1-1 0 0,0 0 1 0 0,0 0 0 0 0,0 0 0 0 0,0 0-1 0 0,-1 0 1 0 0,1 0 0 0 0,0-1 0 0 0,0 1-1 0 0,0 0 1 0 0,0 0 0 0 0,0 0-1 0 0,-1 0 1 0 0,1 0 0 0 0,0 0 0 0 0,0 0-1 0 0,0 0 1 0 0,-1 0 0 0 0,1 0-1 0 0,0 0 1 0 0,0 0 0 0 0,0 0 0 0 0,0 0-1 0 0,-1 0 1 0 0,1 0 0 0 0,0 0 0 0 0,0 0-1 0 0,0 0 1 0 0,0 0 0 0 0,-1 0-1 0 0,1 0 1 0 0,0 0 0 0 0,0 0 0 0 0,0 0-1 0 0,0 1 1 0 0,-1-1 0 0 0,-26 0 1773 0 0,27-2-1106 0 0,0 2-663 0 0,0 0 0 0 0,0 0 0 0 0,0-1 0 0 0,0 1 0 0 0,0 0 0 0 0,0 0 0 0 0,0 0 0 0 0,0 0 1 0 0,0-1-1 0 0,1 1 0 0 0,-1 0 0 0 0,0 0 0 0 0,0 0 0 0 0,0 0 0 0 0,0-1 0 0 0,-1 1 0 0 0,1 0 0 0 0,0 0 0 0 0,0 0 0 0 0,0-1 1 0 0,0 1-1 0 0,0 0 0 0 0,0 0 0 0 0,0 0 0 0 0,0 0 0 0 0,0 0 0 0 0,0-1 0 0 0,0 1 0 0 0,0 0 0 0 0,-1 0 0 0 0,1 0 0 0 0,0 0 1 0 0,0 0-1 0 0,0-1 0 0 0,0 1 0 0 0,0 0 0 0 0,-1 0 0 0 0,1 0 0 0 0,0 0 0 0 0,0 0 0 0 0,0 0 0 0 0,0 0 0 0 0,-1 0 0 0 0,1 0 1 0 0,0 0-1 0 0,0 0 0 0 0,0 0 0 0 0,0 0 0 0 0,-1 0 0 0 0,1 0 0 0 0,0 0 0 0 0,0 0 0 0 0,0 0 0 0 0,-1 0 0 0 0,1 0 0 0 0,0 0 1 0 0,0 0-1 0 0,0 0 0 0 0,-4-2 277 0 0,3 2-177 0 0,0-1 0 0 0,-1 0-1 0 0,1 1 1 0 0,0-1 0 0 0,-1 1 0 0 0,1-1 0 0 0,0 1 0 0 0,-1-1 0 0 0,1 1-1 0 0,-1 0 1 0 0,1 0 0 0 0,-1 0 0 0 0,1 0 0 0 0,-1 0 0 0 0,1 0 0 0 0,0 0-1 0 0,-1 1 1 0 0,-2 0 0 0 0,-18 4 669 0 0,17-3 1147 0 0,10-1-1693 0 0,13 1-51 0 0,-10-2-110 0 0,-1 1-1 0 0,0 0 0 0 0,-1 1 0 0 0,13 3 0 0 0,62 10 468 0 0,-74-13-444 0 0,0-1-1 0 0,-1 1 1 0 0,1-1-1 0 0,0-1 1 0 0,0 1-1 0 0,0-1 1 0 0,8-1-1 0 0,25 2 359 0 0,159 10 1531 0 0,-38-3-1423 0 0,-4-6-100 0 0,-86-3-231 0 0,6-7-3 0 0,-34 2-150 0 0,-5 2 15 0 0,0 2 0 0 0,0 2 0 0 0,48 6 0 0 0,5 1 32 0 0,-56-6-31 0 0,68 13 0 0 0,-73-9-34 0 0,38 2 0 0 0,-41-5-14 0 0,49 10 0 0 0,-47-10-53 0 0,35-3 0 0 0,32 1 133 0 0,-74 0-159 0 0,-16-1 66 0 0,-6-5-14 0 0,5 12 108 0 0,22-5-121 0 0,35 2 22 0 0,-43-1-24 0 0,1 0 1 0 0,0-2-1 0 0,23-1 0 0 0,-16 2-11 0 0,-22 3 14 0 0,-5-3 52 0 0,6-1 1 0 0,15 0-40 0 0,-15 0 119 0 0,-6 0-140 0 0,-1 0 0 0 0,1-1 0 0 0,0 1-1 0 0,0-1 1 0 0,-1 1 0 0 0,1-1-1 0 0,0 1 1 0 0,-1 0 0 0 0,1-1 0 0 0,0 1-1 0 0,-1 0 1 0 0,1-1 0 0 0,0 1 0 0 0,-1 0-1 0 0,1 0 1 0 0,-1-1 0 0 0,1 1 0 0 0,-1 0-1 0 0,1 0 1 0 0,-1 0 0 0 0,1 0-1 0 0,-1-1 1 0 0,1 1 0 0 0,-1 0 0 0 0,1 0-1 0 0,-1 0 1 0 0,1 0 0 0 0,-1 0 0 0 0,1 0-1 0 0,-1 0 1 0 0,1 0 0 0 0,-1 1-1 0 0,1-1 1 0 0,0 0 0 0 0,-2 0 0 0 0,2 0-3 0 0,-1 1 0 0 0,1-1 0 0 0,-1 0 0 0 0,1 0 0 0 0,-1 0 0 0 0,1 0 0 0 0,-1 0 0 0 0,1 0 0 0 0,-1 0 0 0 0,1 0 0 0 0,-1 0 0 0 0,0 0 0 0 0,1 0 0 0 0,-1 0 0 0 0,1 0 0 0 0,-1 0 0 0 0,1 0 0 0 0,-1-1 0 0 0,1 1 0 0 0,-1 0 0 0 0,1 0 0 0 0,-1-1 0 0 0,1 1 0 0 0,-1 0 0 0 0,1-1 0 0 0,0 1 0 0 0,-1 0 0 0 0,1-1 0 0 0,0 1 0 0 0,-1-1 0 0 0,1 1 0 0 0,0 0 0 0 0,-1-1 0 0 0,1 1 0 0 0,0-1 0 0 0,0 1 0 0 0,-1-1 0 0 0,1-1 3 0 0,0 1 0 0 0,-1 0 0 0 0,1 0 1 0 0,-1 0-1 0 0,1 0 0 0 0,-1 0 1 0 0,1 0-1 0 0,-1 0 0 0 0,0 0 0 0 0,1 0 1 0 0,-1 0-1 0 0,0 0 0 0 0,0 0 1 0 0,0 0-1 0 0,0 0 0 0 0,1 1 1 0 0,-1-1-1 0 0,0 0 0 0 0,-2 0 0 0 0,-27-15 88 0 0,10 5-7 0 0,-13-8 0 0 0,-59-24 0 0 0,64 30-529 0 0,-36-24 0 0 0,49 28-28 0 0,0 0-1 0 0,0 0 1 0 0,-1 2 0 0 0,0 0 0 0 0,0 0 0 0 0,-27-5 0 0 0,25 8-1462 0 0,-56-7-12744 0 0,68 11 9287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33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0 960 0 0,'0'7'1761'0'0,"0"1"80"0"0,0 4 0 0 0,0 9-240 0 0,-33 6 720 0 0,0 2 0 0 0,1 5 0 0 0,-33 1-320 0 0,32-2-881 0 0,0-4-960 0 0,1-2 80 0 0,-1 7 81 0 0,0-5-321 0 0,1-2-641 0 0,-1-27-3120 0 0,-32-9-5123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34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 1921 0 0,'6'-1'2054'0'0,"2"-2"-1336"0"0,1 0 0 0 0,-1-1 0 0 0,0 0 0 0 0,0-1 0 0 0,-1 1 0 0 0,1-1 0 0 0,-1-1-1 0 0,0 0 1 0 0,-1 0 0 0 0,10-11 0 0 0,12-8 936 0 0,-28 25-1534 0 0,1-1-1 0 0,0 0 1 0 0,-1 0-1 0 0,1 0 1 0 0,-1 1-1 0 0,1-1 1 0 0,-1 0-1 0 0,0 0 1 0 0,1 0-1 0 0,-1 0 1 0 0,0 0-1 0 0,1 0 1 0 0,-1 0-1 0 0,0 0 1 0 0,0 0-1 0 0,0-2 1903 0 0,-1 14-940 0 0,1-10-1046 0 0,0 0 0 0 0,0 0 1 0 0,0 1-1 0 0,-1-1 0 0 0,1 0 1 0 0,0 0-1 0 0,-1 1 0 0 0,1-1 1 0 0,0 0-1 0 0,-1 0 0 0 0,0 0 1 0 0,1 0-1 0 0,-1 0 0 0 0,0 0 1 0 0,1 0-1 0 0,-1 0 0 0 0,0 0 1 0 0,0 0-1 0 0,0 0 0 0 0,0 0 1 0 0,0 0-1 0 0,-1 0 0 0 0,-11 13 49 0 0,11-7-45 0 0,0-1-1 0 0,1 0 0 0 0,-1 0 0 0 0,2 1 1 0 0,-1-1-1 0 0,1 1 0 0 0,0 10 0 0 0,-3 33 154 0 0,-1-38-157 0 0,0-1-1 0 0,0 0 1 0 0,-11 18 0 0 0,8-17 36 0 0,1 0 1 0 0,-9 25-1 0 0,5 21 115 0 0,2-39-176 0 0,-1 7-35 0 0,36 47-1897 0 0,-9-96-2655 0 0,19-33 1 0 0,-36 53 4244 0 0,0 1-1 0 0,0 0 1 0 0,0-1 0 0 0,-1 1 0 0 0,1-1-1 0 0,-1 1 1 0 0,0-1 0 0 0,1 0 0 0 0,-1 1-1 0 0,0-1 1 0 0,-1-2 0 0 0,1-52-4965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35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89 1601 0 0,'0'-1'323'0'0,"0"0"1"0"0,0-1 0 0 0,1 1-1 0 0,-1 0 1 0 0,0 0 0 0 0,1-1-1 0 0,-1 1 1 0 0,1 0 0 0 0,-1 0 0 0 0,1 0-1 0 0,0 0 1 0 0,0-1 0 0 0,-1 1-1 0 0,1 0 1 0 0,0 0 0 0 0,0 1-1 0 0,0-1 1 0 0,0 0 0 0 0,0 0-1 0 0,1-1 1 0 0,27-13 3148 0 0,-12 7-1536 0 0,-7 1-971 0 0,1 1 0 0 0,0 0-1 0 0,0 1 1 0 0,20-7 0 0 0,-24 10-846 0 0,-1 1 0 0 0,0 0 1 0 0,1 0-1 0 0,-1 0 1 0 0,1 1-1 0 0,-1 0 0 0 0,1 0 1 0 0,-1 1-1 0 0,1 0 1 0 0,-1 0-1 0 0,11 3 1 0 0,-4 0-67 0 0,-5-2-29 0 0,-1 1 0 0 0,0-1 0 0 0,1 1 0 0 0,9 5 0 0 0,-6 10-11 0 0,-4-10-9 0 0,-5-7 4 0 0,0 1 0 0 0,0-1 0 0 0,-1 1 0 0 0,1 0 0 0 0,-1-1 0 0 0,0 1 0 0 0,1 0 0 0 0,-1 0 1 0 0,0 0-1 0 0,0 0 0 0 0,0 1 0 0 0,-1-1 0 0 0,1 0 0 0 0,0 0 0 0 0,-1 0 0 0 0,1 1 0 0 0,-1-1 0 0 0,0 0 0 0 0,0 0 1 0 0,0 5-1 0 0,0-2 20 0 0,1 0 1 0 0,-1-1 0 0 0,0 1 0 0 0,-1 0 0 0 0,1 0-1 0 0,-1 0 1 0 0,0-1 0 0 0,0 1 0 0 0,-1 0-1 0 0,-3 7 1 0 0,3-10-31 0 0,0 1 1 0 0,-1-1-1 0 0,1 0 0 0 0,-1-1 0 0 0,1 1 0 0 0,-1 0 1 0 0,0-1-1 0 0,0 1 0 0 0,0-1 0 0 0,0 0 0 0 0,0 0 0 0 0,0 0 1 0 0,0 0-1 0 0,0-1 0 0 0,-1 1 0 0 0,1-1 0 0 0,0 0 0 0 0,0 0 1 0 0,-4 0-1 0 0,-15 0-310 0 0,-1-1 1 0 0,0-1-1 0 0,-31-6 1 0 0,-74-21-4282 0 0,96 21 2802 0 0,-66-18-5359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35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229 183 640 0 0,'0'0'10899'0'0,"0"-22"-4950"0"0,0-71-3988 0 0,0 92-1954 0 0,0 0 1 0 0,1-1 0 0 0,-1 1-1 0 0,0 0 1 0 0,0 0-1 0 0,1 0 1 0 0,-1 0-1 0 0,1 0 1 0 0,-1-1 0 0 0,1 1-1 0 0,-1 0 1 0 0,1 0-1 0 0,0 0 1 0 0,-1 0 0 0 0,1 1-1 0 0,0-1 1 0 0,0 0-1 0 0,0 0 1 0 0,0 0-1 0 0,0 1 1 0 0,0-1 0 0 0,0 0-1 0 0,0 1 1 0 0,0-1-1 0 0,0 1 1 0 0,0-1-1 0 0,2 0 1 0 0,3-2 20 0 0,-5 3-24 0 0,-1 0 1 0 0,1 0-1 0 0,-1-1 1 0 0,0 1-1 0 0,1 0 1 0 0,-1 0-1 0 0,0-1 0 0 0,1 1 1 0 0,-1 0-1 0 0,0-1 1 0 0,0 1-1 0 0,1 0 1 0 0,-1-1-1 0 0,0 1 1 0 0,0-1-1 0 0,1 1 0 0 0,-1 0 1 0 0,0-1-1 0 0,0 1 1 0 0,0-1-1 0 0,0 1 1 0 0,0 0-1 0 0,0-1 0 0 0,0 1 1 0 0,0-1-1 0 0,0 1 1 0 0,0-1-1 0 0,0 1 1 0 0,0 0-1 0 0,0-1 0 0 0,0 0 1 0 0,0 1-1 0 0,0 0 1 0 0,0-1-1 0 0,0 1 0 0 0,0 0 1 0 0,0-1-1 0 0,0 1 0 0 0,0 0 1 0 0,0-1-1 0 0,0 1 0 0 0,0 0 1 0 0,0-1-1 0 0,0 1 0 0 0,0 0 1 0 0,0-1-1 0 0,0 1 0 0 0,0 0 1 0 0,0 0-1 0 0,0-1 0 0 0,0 1 1 0 0,1 0-1 0 0,-1-1 0 0 0,0 1 1 0 0,0 0-1 0 0,0 0 0 0 0,1-1 1 0 0,-1 1-1 0 0,0 0 0 0 0,0 0 1 0 0,1 0-1 0 0,-1-1 0 0 0,0 1 1 0 0,0 0-1 0 0,1 0 0 0 0,-1 0 1 0 0,0 0-1 0 0,1 0 0 0 0,-1-1 1 0 0,28-5 88 0 0,30-4 52 0 0,-39 11-131 0 0,1 3-26 0 0,13 2-41 0 0,-25-2 79 0 0,1 0 1 0 0,-1 0 0 0 0,0 0 0 0 0,8 8-1 0 0,-5-5 54 0 0,-10-7-70 0 0,-1 1 0 0 0,1-1 0 0 0,-1 1 0 0 0,1-1 0 0 0,-1 1 0 0 0,0 0 0 0 0,1-1 0 0 0,-1 1 0 0 0,1-1 0 0 0,-1 1 0 0 0,0 0 0 0 0,0 0 0 0 0,1-1 0 0 0,-1 1 0 0 0,0 0 0 0 0,0-1 0 0 0,0 1 0 0 0,0 0 0 0 0,0 0 0 0 0,0-1 0 0 0,0 1 0 0 0,0 0 0 0 0,0-1 0 0 0,0 1 0 0 0,0 0 0 0 0,0 0 0 0 0,0-1 0 0 0,-1 1 0 0 0,1 0 0 0 0,0-1 0 0 0,-1 1 0 0 0,1 0 0 0 0,0-1 0 0 0,-1 1 0 0 0,1-1 0 0 0,-1 1 0 0 0,1 0 0 0 0,-1-1 0 0 0,0 1 0 0 0,-21 4 84 0 0,15 0 84 0 0,3-2-103 0 0,-1-1 20 0 0,-1-1-1 0 0,0 0 1 0 0,0 0 0 0 0,0-1 0 0 0,0 1-1 0 0,0-1 1 0 0,0-1 0 0 0,0 1-1 0 0,-6-2 1 0 0,-10 1 132 0 0,22 1-221 0 0,-1-1 0 0 0,1 1 1 0 0,0 0-1 0 0,-1 0 0 0 0,1-1 1 0 0,-1 1-1 0 0,1 0 0 0 0,0-1 0 0 0,-1 1 1 0 0,1 0-1 0 0,0-1 0 0 0,0 1 0 0 0,-1-1 1 0 0,1 1-1 0 0,0 0 0 0 0,0-1 1 0 0,0 1-1 0 0,-1-1 0 0 0,1 1 0 0 0,0-1 1 0 0,0 1-1 0 0,0-1 0 0 0,0 1 1 0 0,0-1-1 0 0,0 1 0 0 0,0-1 0 0 0,0 1 1 0 0,0 0-1 0 0,0-1 0 0 0,0 1 0 0 0,0-1 1 0 0,0 1-1 0 0,1-1 0 0 0,-1 1 1 0 0,0-1-1 0 0,0 1 0 0 0,0-1 0 0 0,1 1 1 0 0,-1 0-1 0 0,0-1 0 0 0,0 1 1 0 0,1 0-1 0 0,-1-1 0 0 0,0 1 0 0 0,1 0 1 0 0,-1-1-1 0 0,1 1 0 0 0,-1 0 0 0 0,0-1 1 0 0,1 1-1 0 0,16-3-46 0 0,1 0 0 0 0,-1 2 0 0 0,24 0 0 0 0,-28 3 50 0 0,0 0 1 0 0,0 0-1 0 0,-1 1 0 0 0,1 1 1 0 0,-1 0-1 0 0,0 1 1 0 0,0 1-1 0 0,13 7 0 0 0,-24-12 3 0 0,0 1 0 0 0,0 0 0 0 0,0-1 0 0 0,-1 1-1 0 0,1 0 1 0 0,0 0 0 0 0,-1 0 0 0 0,0-1 0 0 0,1 1 0 0 0,-1 0-1 0 0,0 0 1 0 0,0 0 0 0 0,0 0 0 0 0,0 0 0 0 0,0 0 0 0 0,0 0-1 0 0,0-1 1 0 0,-1 1 0 0 0,1 0 0 0 0,-1 0 0 0 0,0 0 0 0 0,1 0-1 0 0,-1-1 1 0 0,0 1 0 0 0,-1 1 0 0 0,-5 3 25 0 0,-1-1 0 0 0,0-1 0 0 0,0 0 0 0 0,0 0 0 0 0,0 0 0 0 0,-1-1 0 0 0,1 0 0 0 0,-15 2 0 0 0,17-3-33 0 0,-24 4-240 0 0,-1-2 0 0 0,0 0 1 0 0,-1-2-1 0 0,-38-3 1 0 0,36 1-221 0 0,6 0-954 0 0,-41-6-1 0 0,-3-9-4081 0 0,-20-5-3580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5:37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5 80 0 0,'-4'4'8826'0'0,"-5"-3"-6810"0"0,-5-5-1946 0 0,8 3 3171 0 0,7 0-2043 0 0,-7-3-955 0 0,-49 9 3625 0 0,56-5-4100 0 0,13 0 97 0 0,-13 0 17 0 0,-1 0 1 0 0,1 0-1 0 0,-1 0 1 0 0,1 0-1 0 0,-1 0 1 0 0,1 0-1 0 0,-1 0 1 0 0,1 0-1 0 0,-1 0 1 0 0,0 0-1 0 0,1 1 1 0 0,-1-1-1 0 0,1 0 1 0 0,-1 0-1 0 0,1 0 1 0 0,-1 1-1 0 0,0-1 1 0 0,1 0-1 0 0,-1 1 1 0 0,0-1 0 0 0,1 0-1 0 0,-1 1 1 0 0,0-1-1 0 0,1 0 1 0 0,-1 1-1 0 0,0-1 1 0 0,0 1-1 0 0,1-1 1 0 0,-1 1-1 0 0,0-1 1 0 0,0 0-1 0 0,0 1 1 0 0,0 0-1 0 0,0 17-6578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6:01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778 126 880 0 0,'0'-1'94'0'0,"0"1"-1"0"0,-1-1 1 0 0,1 0-1 0 0,0 0 0 0 0,0 1 1 0 0,0-1-1 0 0,0 0 0 0 0,1 0 1 0 0,-1 1-1 0 0,0-1 1 0 0,0 0-1 0 0,0 0 0 0 0,0 1 1 0 0,1-1-1 0 0,-1 0 0 0 0,0 1 1 0 0,1-1-1 0 0,-1 0 1 0 0,1 1-1 0 0,-1-1 0 0 0,1 0 1 0 0,-1 1-1 0 0,1-1 0 0 0,-1 1 1 0 0,1-1-1 0 0,-1 1 1 0 0,1-1-1 0 0,0 1 0 0 0,-1 0 1 0 0,1-1-1 0 0,0 1 0 0 0,-1 0 1 0 0,1-1-1 0 0,0 1 1 0 0,0 0-1 0 0,-1 0 0 0 0,1 0 1 0 0,0 0-1 0 0,0-1 0 0 0,-1 1 1 0 0,1 0-1 0 0,0 0 1 0 0,0 0-1 0 0,-1 1 0 0 0,1-1 1 0 0,0 0-1 0 0,0 0 0 0 0,4 0-266 0 0,-5 0 195 0 0,1 1 1 0 0,-1-1-1 0 0,0 0 0 0 0,0 0 1 0 0,0 0-1 0 0,0 0 1 0 0,1 0-1 0 0,-1 0 0 0 0,0 0 1 0 0,0 0-1 0 0,0 0 0 0 0,1 0 1 0 0,-1 0-1 0 0,0-1 0 0 0,0 1 1 0 0,0 0-1 0 0,1 0 1 0 0,-1 0-1 0 0,0 0 0 0 0,0 0 1 0 0,0 0-1 0 0,0 0 0 0 0,1 0 1 0 0,-1-1-1 0 0,0 1 0 0 0,0 0 1 0 0,0 0-1 0 0,0 0 0 0 0,0 0 1 0 0,1 0-1 0 0,-1-1 1 0 0,0 1-1 0 0,0 0 0 0 0,0 0 1 0 0,0 0-1 0 0,0 0 0 0 0,0-1 1 0 0,0 1-1 0 0,0 0 0 0 0,0 0 1 0 0,0 0-1 0 0,0-1 1 0 0,0 1-1 0 0,0 0 0 0 0,0 0 1 0 0,0 0-1 0 0,0-1 0 0 0,0 1 1 0 0,0 0-1 0 0,0 0 0 0 0,0 0 1 0 0,0-1-1 0 0,0 1 0 0 0,0 0 1 0 0,-1 0 26 0 0,1-1 0 0 0,0 1 0 0 0,0 0 0 0 0,0 0 0 0 0,0-1 0 0 0,0 1 0 0 0,0 0-1 0 0,0-1 1 0 0,0 1 0 0 0,0 0 0 0 0,0 0 0 0 0,0-1 0 0 0,0 1 0 0 0,0 0 0 0 0,0 0 0 0 0,0-1 0 0 0,0 1 0 0 0,0 0 0 0 0,0 0 0 0 0,0-1 0 0 0,1 1 0 0 0,-1 0 0 0 0,0 0 0 0 0,0-1 0 0 0,0 1 0 0 0,0 0 0 0 0,0 0 0 0 0,1 0-1 0 0,-1-1 1 0 0,0 1 0 0 0,0 0 0 0 0,0 0 0 0 0,1 0 0 0 0,-1 0 0 0 0,0 0 0 0 0,0-1 0 0 0,1 1 0 0 0,-1 0 0 0 0,0 0 0 0 0,0 0 0 0 0,1 0 0 0 0,-1 0 0 0 0,0 0 0 0 0,0 0 0 0 0,1 0 0 0 0,21-4 831 0 0,-15-2 847 0 0,-4 3-1320 0 0,4-1-33 0 0,-6 4-214 0 0,0-1 1 0 0,0 1-1 0 0,0-1 1 0 0,0 1-1 0 0,-1-1 0 0 0,1 1 1 0 0,0-1-1 0 0,0 0 1 0 0,0 1-1 0 0,-1-1 1 0 0,1 0-1 0 0,0 0 1 0 0,-1 1-1 0 0,1-1 1 0 0,-1 0-1 0 0,1 0 1 0 0,-1 0-1 0 0,1 0 0 0 0,-1 0 1 0 0,1 0-1 0 0,-1 0 1 0 0,0 0-1 0 0,0 0 1 0 0,0 0-1 0 0,1 0 1 0 0,-1 0-1 0 0,0 0 1 0 0,0 0-1 0 0,0 0 0 0 0,0 0 1 0 0,-1 0-1 0 0,1 0 1 0 0,0 0-1 0 0,-1-1 1 0 0,2 1-99 0 0,-1 0 0 0 0,0 0 0 0 0,0-1 0 0 0,0 1 0 0 0,0 0 0 0 0,0 0 0 0 0,0 0 0 0 0,0-1 0 0 0,0 1 1 0 0,0 0-1 0 0,-1 0 0 0 0,1 0 0 0 0,-1 0 0 0 0,1 0 0 0 0,0-1 0 0 0,-1 1 0 0 0,0 0 0 0 0,1 0 0 0 0,-1 0 0 0 0,0 0 0 0 0,1 1 1 0 0,-1-1-1 0 0,0 0 0 0 0,0 0 0 0 0,0 0 0 0 0,0 0 0 0 0,0 1 0 0 0,0-1 0 0 0,0 0 0 0 0,0 1 0 0 0,-2-1 0 0 0,-1-2-34 0 0,0 1 73 0 0,-1 1 1 0 0,1 0-1 0 0,0 0 0 0 0,0 0 0 0 0,-1 0 1 0 0,1 0-1 0 0,0 1 0 0 0,-1 0 0 0 0,1 0 1 0 0,-7 1-1 0 0,0-1 66 0 0,9 0-138 0 0,1 0 1 0 0,-1 0-1 0 0,0 1 1 0 0,0-1 0 0 0,0 0-1 0 0,0 1 1 0 0,1-1-1 0 0,-1 1 1 0 0,0-1 0 0 0,0 1-1 0 0,1 0 1 0 0,-1 0-1 0 0,0-1 1 0 0,-1 3-1 0 0,-7 2 61 0 0,-3-2 24 0 0,0 1 0 0 0,0 0 1 0 0,0 1-1 0 0,1 1 0 0 0,0 0 0 0 0,0 1 0 0 0,0 0 0 0 0,-13 11 0 0 0,19-12-119 0 0,0 0-1 0 0,0-1 0 0 0,-1 0 1 0 0,0 0-1 0 0,0-1 1 0 0,0 0-1 0 0,-1 0 0 0 0,1 0 1 0 0,-1-1-1 0 0,0 0 0 0 0,-12 2 1 0 0,14-3 32 0 0,0 0-4 0 0,0 0 1 0 0,1 1-1 0 0,-1 0 0 0 0,1 0 0 0 0,-6 4 0 0 0,-16 9-15 0 0,-43 32-195 0 0,57-40 192 0 0,-14 6 38 0 0,2 2 0 0 0,-36 28 0 0 0,43-27 34 0 0,13-12-53 0 0,0 0-1 0 0,-1 0 1 0 0,1 0-1 0 0,-1-1 1 0 0,0 0-1 0 0,0 0 1 0 0,-1 0 0 0 0,1-1-1 0 0,-1 0 1 0 0,0 0-1 0 0,-12 3 1 0 0,-30 3-78 0 0,49-9 54 0 0,-1 0-1 0 0,1 0 0 0 0,-1 0 0 0 0,1 1 0 0 0,-1-1 0 0 0,1 0 0 0 0,0 0 0 0 0,-1 0 0 0 0,1 0 0 0 0,-1 0 0 0 0,1 1 0 0 0,0-1 0 0 0,-1 0 1 0 0,1 0-1 0 0,-1 1 0 0 0,1-1 0 0 0,0 0 0 0 0,-1 1 0 0 0,1-1 0 0 0,0 0 0 0 0,0 1 0 0 0,-1-1 0 0 0,1 0 0 0 0,0 1 0 0 0,0-1 1 0 0,-1 1-1 0 0,1-1 0 0 0,0 1 0 0 0,0-1 0 0 0,0 0 0 0 0,0 1 0 0 0,0-1 0 0 0,0 1 0 0 0,0-1 0 0 0,0 1 0 0 0,0 0 2 0 0,0-1-1 0 0,0 0 0 0 0,0 1 0 0 0,0-1 0 0 0,0 0 1 0 0,0 1-1 0 0,0-1 0 0 0,-1 0 0 0 0,1 1 0 0 0,0-1 1 0 0,0 0-1 0 0,0 1 0 0 0,0-1 0 0 0,0 0 0 0 0,-1 1 1 0 0,1-1-1 0 0,0 0 0 0 0,0 0 0 0 0,0 1 0 0 0,-1-1 1 0 0,1 0-1 0 0,0 0 0 0 0,0 1 0 0 0,-1-1 0 0 0,1 0 1 0 0,0 0-1 0 0,-1 0 0 0 0,1 1 0 0 0,0-1 0 0 0,0 0 1 0 0,-1 0-1 0 0,-2 1 1 0 0,2-1 5 0 0,-1 0 0 0 0,1 0-1 0 0,-1 0 1 0 0,1 1 0 0 0,-1-1 0 0 0,1 1-1 0 0,-1-1 1 0 0,1 1 0 0 0,-1-1 0 0 0,1 1-1 0 0,0 0 1 0 0,-1 0 0 0 0,1 0 0 0 0,0 0-1 0 0,-2 2 1 0 0,8-2 48 0 0,17-1-161 0 0,-17 0 0 0 0,-5 3 75 0 0,0 1 1 0 0,0-1-1 0 0,-1 1 0 0 0,0-1 0 0 0,1 1 1 0 0,-1-1-1 0 0,0 1 0 0 0,-1-1 0 0 0,1 0 1 0 0,-1 0-1 0 0,1 1 0 0 0,-1-1 1 0 0,-3 3-1 0 0,3-3 48 0 0,1 0 1 0 0,-1-1-1 0 0,0 1 1 0 0,1 0-1 0 0,0 0 1 0 0,-1 0-1 0 0,1 0 1 0 0,0 0-1 0 0,0 0 1 0 0,1 1-1 0 0,-1-1 1 0 0,1 0-1 0 0,0 4 1 0 0,0-2-10 0 0,0-1 0 0 0,0 0 0 0 0,0 1 0 0 0,0-1 0 0 0,-1 0 0 0 0,1 1 0 0 0,-1-1 0 0 0,0 0 0 0 0,-1 0 0 0 0,1 1 0 0 0,-1-1 0 0 0,0 0 0 0 0,0-1 1 0 0,0 1-1 0 0,0 0 0 0 0,-4 4 0 0 0,5-6 4 0 0,0-1 0 0 0,0 0 1 0 0,1 1-1 0 0,-1-1 0 0 0,1 1 0 0 0,-1-1 1 0 0,1 1-1 0 0,-1-1 0 0 0,1 1 0 0 0,0-1 1 0 0,0 1-1 0 0,0-1 0 0 0,0 1 0 0 0,0 0 1 0 0,0-1-1 0 0,0 1 0 0 0,1 2 1 0 0,-1-3-1 0 0,0 1 1 0 0,1-1-1 0 0,-1 1 1 0 0,0 0 0 0 0,0-1-1 0 0,0 1 1 0 0,0 0-1 0 0,-1-1 1 0 0,1 1 0 0 0,0-1-1 0 0,-1 1 1 0 0,1 0-1 0 0,-1-1 1 0 0,1 1 0 0 0,-1-1-1 0 0,-1 3 1 0 0,-4 5-29 0 0,3-6 16 0 0,1 0 1 0 0,0 0-1 0 0,0 0 0 0 0,0 1 1 0 0,0-1-1 0 0,0 1 1 0 0,1 0-1 0 0,0-1 0 0 0,0 1 1 0 0,0 0-1 0 0,0 0 1 0 0,0 0-1 0 0,1-1 0 0 0,0 1 1 0 0,0 7-1 0 0,0 84-39 0 0,0-93 44 0 0,0-1 1 0 0,0 1-1 0 0,0 0 0 0 0,1-1 1 0 0,-1 1-1 0 0,0 0 0 0 0,1-1 0 0 0,-1 1 1 0 0,1-1-1 0 0,0 1 0 0 0,0-1 1 0 0,-1 1-1 0 0,1-1 0 0 0,0 1 0 0 0,0-1 1 0 0,0 0-1 0 0,0 1 0 0 0,1-1 1 0 0,-1 0-1 0 0,0 0 0 0 0,2 1 1 0 0,7 8 7 0 0,27 46 335 0 0,-15-34-467 0 0,-12-5 20 0 0,-9-15 100 0 0,0 0 1 0 0,0-1-1 0 0,0 1 0 0 0,0 0 1 0 0,0 0-1 0 0,0-1 0 0 0,0 1 1 0 0,1-1-1 0 0,-1 1 0 0 0,1-1 1 0 0,-1 0-1 0 0,1 1 1 0 0,0-1-1 0 0,-1 0 0 0 0,1 0 1 0 0,0 0-1 0 0,3 1 0 0 0,66 21-93 0 0,-68-21 86 0 0,-1-1-4 0 0,0-1-1 0 0,0 1 0 0 0,0 0 1 0 0,0-1-1 0 0,1 1 0 0 0,-1-1 1 0 0,0 1-1 0 0,0-1 0 0 0,0 0 1 0 0,0 0-1 0 0,4-1 0 0 0,60 1-89 0 0,-35-1 185 0 0,0 1 0 0 0,0 2 1 0 0,0 1-1 0 0,35 8 0 0 0,-14 0 3 0 0,97 10 0 0 0,-34-8 39 0 0,47 2 228 0 0,-138-14-178 0 0,39 6 0 0 0,-39-4-19 0 0,39 1 1 0 0,104 6 674 0 0,25 1 310 0 0,-72-5-181 0 0,-115-6-815 0 0,1 0-52 0 0,17-1 226 0 0,45-5 0 0 0,-15-1-12 0 0,-41 7-276 0 0,-1-1 0 0 0,1-1-1 0 0,-1 0 1 0 0,21-6 0 0 0,-13 2-72 0 0,-15 5 38 0 0,1 0-1 0 0,-1-1 0 0 0,1 1 0 0 0,-1-1 1 0 0,0 0-1 0 0,0 0 0 0 0,0 0 1 0 0,0-1-1 0 0,4-3 0 0 0,85-55 3 0 0,-49 29-33 0 0,69-66 0 0 0,-108 86 12 0 0,-5 12 18 0 0,0-1 1 0 0,0 1 0 0 0,0 0 0 0 0,0-1 0 0 0,0 1 0 0 0,0-1 0 0 0,0 1 0 0 0,0-1 0 0 0,0 1-1 0 0,1 0 1 0 0,-1-1 0 0 0,0 1 0 0 0,0-1 0 0 0,0 1 0 0 0,1 0 0 0 0,-1-1 0 0 0,0 1 0 0 0,0 0-1 0 0,1-1 1 0 0,-1 1 0 0 0,0 0 0 0 0,1-1 0 0 0,-1 1 0 0 0,0 0 0 0 0,1 0 0 0 0,-1-1 0 0 0,1 1-1 0 0,2 0-1 0 0,-2 0 4 0 0,0-1 0 0 0,0 1 0 0 0,1 0 0 0 0,-1 0 1 0 0,0 0-1 0 0,1-1 0 0 0,-1 1 0 0 0,0-1 1 0 0,0 1-1 0 0,0-1 0 0 0,1 1 0 0 0,-1-1 1 0 0,0 0-1 0 0,0 1 0 0 0,0-1 0 0 0,0 0 1 0 0,0 0-1 0 0,0 0 0 0 0,0 0 0 0 0,1-1 0 0 0,-3 1 3 0 0,1 1 0 0 0,0-1 0 0 0,0 0 0 0 0,0 1 0 0 0,-1-1 0 0 0,1 1 0 0 0,0-1 0 0 0,-1 1 0 0 0,1-1 0 0 0,0 1 0 0 0,-1-1 0 0 0,1 1 0 0 0,0-1 0 0 0,-1 1 0 0 0,1 0 0 0 0,-1-1 0 0 0,1 1 0 0 0,-1 0 0 0 0,1-1 0 0 0,-1 1 0 0 0,1 0-1 0 0,-1 0 1 0 0,0-1 0 0 0,1 1 0 0 0,-1 0 0 0 0,1 0 0 0 0,-1 0 0 0 0,0 0 0 0 0,1 0 0 0 0,-1 0 0 0 0,1 0 0 0 0,-1 0 0 0 0,0 0 0 0 0,0 0 0 0 0,0 0 0 0 0,1 0 1 0 0,-1 0-1 0 0,0 0 1 0 0,1 0-1 0 0,-1 0 1 0 0,1 0 0 0 0,-1 0-1 0 0,1 0 1 0 0,-1 0-1 0 0,0 0 1 0 0,1 0-1 0 0,-1 0 1 0 0,1-1-1 0 0,-1 1 1 0 0,1 0-1 0 0,-1 0 1 0 0,1-1-1 0 0,-1 1 1 0 0,1 0-1 0 0,-1-1 1 0 0,1 1-1 0 0,0 0 1 0 0,-1-1-1 0 0,1 1 1 0 0,-1-1 0 0 0,1 1-1 0 0,0-1 1 0 0,-1 1-1 0 0,1-1 1 0 0,0 1-1 0 0,0-1 1 0 0,-1 1-1 0 0,1-1 1 0 0,0 0-1 0 0,-1 0 3 0 0,1 0 0 0 0,-1 0 0 0 0,1 0 0 0 0,-1 0 0 0 0,0 0 0 0 0,1 0 0 0 0,-1 0 0 0 0,0 0 0 0 0,0 0 0 0 0,0 0 0 0 0,0 0 0 0 0,0 0 0 0 0,0 1 0 0 0,0-1 0 0 0,0 0 0 0 0,0 1 0 0 0,0-1 0 0 0,0 1 0 0 0,0-1 0 0 0,0 1 0 0 0,-2-1 0 0 0,-3-2 22 0 0,-11-14 93 0 0,-4 1-15 0 0,19 15-102 0 0,1 1 2 0 0,-1-1 0 0 0,0 1 0 0 0,1-1-1 0 0,-1 0 1 0 0,0 1 0 0 0,1-1-1 0 0,-1 0 1 0 0,1 0 0 0 0,0 0-1 0 0,-1 0 1 0 0,1 0 0 0 0,0 0 0 0 0,0-1-1 0 0,-1 1 1 0 0,1 0 0 0 0,0-1-1 0 0,0 1 1 0 0,0 0 0 0 0,0-1-1 0 0,1 1 1 0 0,-1-1 0 0 0,0 0 0 0 0,1 1-1 0 0,-1-1 1 0 0,1 0 0 0 0,-1 1-1 0 0,1-1 1 0 0,0 0 0 0 0,0 1-1 0 0,0-1 1 0 0,0-2 0 0 0,-1 0 15 0 0,1 0 0 0 0,-1-1 0 0 0,0 1 0 0 0,0 0 0 0 0,-1 0 0 0 0,1 0 0 0 0,-1 0 0 0 0,0 0 0 0 0,0 1 0 0 0,0-1 0 0 0,-1 0 0 0 0,1 1 1 0 0,-1 0-1 0 0,0-1 0 0 0,-5-4 0 0 0,4 4 14 0 0,0 0 0 0 0,0-1 0 0 0,1 0 0 0 0,-1 1 0 0 0,-3-9 0 0 0,4-13 122 0 0,3 24-146 0 0,0 0 1 0 0,0 0 0 0 0,0 0 0 0 0,0 0 0 0 0,-1 0-1 0 0,1 0 1 0 0,0 0 0 0 0,-1 0 0 0 0,1 0-1 0 0,-1 0 1 0 0,0 0 0 0 0,0 0 0 0 0,0 0-1 0 0,-1-1 1 0 0,-7-7 31 0 0,7 8-26 0 0,1 1-1 0 0,-1 0 0 0 0,1 0 1 0 0,0-1-1 0 0,-1 1 1 0 0,1-1-1 0 0,0 0 0 0 0,0 1 1 0 0,0-1-1 0 0,0 0 0 0 0,0 1 1 0 0,1-1-1 0 0,-1 0 1 0 0,1 0-1 0 0,-1 0 0 0 0,1 0 1 0 0,-1 1-1 0 0,1-1 0 0 0,0 0 1 0 0,0-3-1 0 0,0 3-10 0 0,0-1 0 0 0,0 1 0 0 0,0-1 1 0 0,0 1-1 0 0,0 0 0 0 0,-1 0 0 0 0,1-1 0 0 0,-1 1 0 0 0,1 0 0 0 0,-2-4 0 0 0,1 6-1 0 0,0-1-1 0 0,0 0 1 0 0,1 1-1 0 0,-1-1 0 0 0,0 1 1 0 0,0-1-1 0 0,0 1 1 0 0,0-1-1 0 0,0 1 0 0 0,0 0 1 0 0,0-1-1 0 0,0 1 1 0 0,0 0-1 0 0,0 0 0 0 0,0 0 1 0 0,-1 0-1 0 0,-4-2 1 0 0,5 2-4 0 0,1 0 0 0 0,0 0 0 0 0,-1 0 1 0 0,1 0-1 0 0,0 0 0 0 0,0 0 0 0 0,-1 0 0 0 0,1 0 1 0 0,0-1-1 0 0,-1 1 0 0 0,1 0 0 0 0,0 0 0 0 0,0 0 1 0 0,-1-1-1 0 0,1 1 0 0 0,0 0 0 0 0,0 0 0 0 0,0-1 1 0 0,-1 1-1 0 0,1 0 0 0 0,0 0 0 0 0,0-1 1 0 0,0 1-1 0 0,0 0 0 0 0,-1-1 0 0 0,1 1 0 0 0,0 0 1 0 0,0-1-1 0 0,0 1 0 0 0,0 0 0 0 0,0-1 0 0 0,0 1 1 0 0,0 0-1 0 0,0-1 0 0 0,0 1 0 0 0,0 0 0 0 0,0-1 1 0 0,0 1-1 0 0,0 0 0 0 0,0 0 0 0 0,1-1 0 0 0,-1 1 1 0 0,0-1-1 0 0,0 1 1 0 0,0-1-1 0 0,1 1 1 0 0,-1-1 0 0 0,0 0-1 0 0,0 1 1 0 0,0-1 0 0 0,0 1 0 0 0,0-1-1 0 0,0 1 1 0 0,0-1 0 0 0,0 1 0 0 0,0-1-1 0 0,0 1 1 0 0,0-1 0 0 0,-1 0 0 0 0,1 1-1 0 0,0-1 1 0 0,0 1 0 0 0,0-1-1 0 0,-1 1 1 0 0,1 0 0 0 0,0-1 0 0 0,-1 1-1 0 0,1-1 1 0 0,0 1 0 0 0,-1-1 0 0 0,1 1-1 0 0,0 0 1 0 0,-1-1 0 0 0,0 0 0 0 0,-17-10 94 0 0,0-1 1 0 0,1-1 0 0 0,-17-17-1 0 0,1 1 64 0 0,33 29-156 0 0,-1 0-1 0 0,1-1 1 0 0,-1 1-1 0 0,1-1 1 0 0,0 1-1 0 0,-1-1 1 0 0,1 0-1 0 0,0 1 1 0 0,-1-1-1 0 0,1 1 1 0 0,0-1-1 0 0,0 1 1 0 0,-1-1-1 0 0,1 0 1 0 0,0 1-1 0 0,0-1 1 0 0,0 0-1 0 0,0 1 1 0 0,0-1-1 0 0,0-1 1 0 0,0 2-1 0 0,0-1 0 0 0,0 1 1 0 0,0-1-1 0 0,0 1 1 0 0,0-1-1 0 0,0 0 1 0 0,0 1-1 0 0,0-1 1 0 0,0 1-1 0 0,0-1 1 0 0,-1 1-1 0 0,1-1 1 0 0,0 1-1 0 0,0-1 1 0 0,-1 1-1 0 0,1-1 1 0 0,0 1-1 0 0,-1-1 1 0 0,1 1-1 0 0,0-1 1 0 0,-1 1-1 0 0,1 0 1 0 0,-1-1-1 0 0,0 0 1 0 0,-6-1 25 0 0,6 2-25 0 0,0 0 0 0 0,0-1-1 0 0,0 1 1 0 0,0 0 0 0 0,1 0 0 0 0,-1-1 0 0 0,0 1-1 0 0,0 0 1 0 0,0-1 0 0 0,0 1 0 0 0,1-1-1 0 0,-1 1 1 0 0,0-1 0 0 0,0 1 0 0 0,1-1 0 0 0,-1 0-1 0 0,0 1 1 0 0,1-1 0 0 0,-1 0 0 0 0,1 1-1 0 0,-1-1 1 0 0,1 0 0 0 0,-1 0 0 0 0,1 0 0 0 0,-1 0-1 0 0,1 1 1 0 0,0-1 0 0 0,0 0 0 0 0,-1 0-1 0 0,1-1 1 0 0,0 0-5 0 0,0 1 0 0 0,-1 0 0 0 0,1 0-1 0 0,0 0 1 0 0,-1 0 0 0 0,1-1 0 0 0,-1 1 0 0 0,1 0-1 0 0,-1 0 1 0 0,1 0 0 0 0,-1 0 0 0 0,0 0 0 0 0,0 0-1 0 0,1 0 1 0 0,-1 0 0 0 0,0 1 0 0 0,0-1 0 0 0,0 0-1 0 0,0 0 1 0 0,0 1 0 0 0,0-1 0 0 0,0 0-1 0 0,0 1 1 0 0,0-1 0 0 0,-1 1 0 0 0,0-1 0 0 0,-4-2-7 0 0,5 3 10 0 0,1 0 0 0 0,0 0 0 0 0,-1-1 0 0 0,1 1 0 0 0,-1 0 0 0 0,1 0 0 0 0,0-1 0 0 0,-1 1 0 0 0,1 0 0 0 0,0-1 0 0 0,-1 1-1 0 0,1-1 1 0 0,0 1 0 0 0,-1 0 0 0 0,1-1 0 0 0,0 1 0 0 0,0-1 0 0 0,0 1 0 0 0,-1-1 0 0 0,1 1 0 0 0,0-1 0 0 0,0 1 0 0 0,0-1 0 0 0,0 1 0 0 0,0-1 0 0 0,0 1 0 0 0,0 0-1 0 0,0-2 1 0 0,0 2 1 0 0,0 0-1 0 0,0-1 0 0 0,0 1 0 0 0,0 0 0 0 0,0-1 1 0 0,0 1-1 0 0,0 0 0 0 0,0-1 0 0 0,0 1 0 0 0,0 0 1 0 0,0-1-1 0 0,0 1 0 0 0,0 0 0 0 0,0-1 0 0 0,-1 1 1 0 0,1 0-1 0 0,0-1 0 0 0,0 1 0 0 0,0 0 0 0 0,-1-1 1 0 0,1 1-1 0 0,0 0 0 0 0,0 0 0 0 0,-1 0 0 0 0,1-1 1 0 0,0 1-1 0 0,0 0 0 0 0,-1 0 0 0 0,-7-3 8 0 0,7 3-12 0 0,0 0 0 0 0,0 0 0 0 0,0 0 0 0 0,1 0 1 0 0,-1-1-1 0 0,0 1 0 0 0,0 0 0 0 0,1 0 1 0 0,-1-1-1 0 0,0 1 0 0 0,0 0 0 0 0,1-1 0 0 0,-1 1 1 0 0,0 0-1 0 0,1-1 0 0 0,-1 1 0 0 0,1-1 0 0 0,-1 1 1 0 0,0-1-1 0 0,1 0 0 0 0,-1 1 0 0 0,1-1 0 0 0,0 0 1 0 0,-1 1-1 0 0,1-1 0 0 0,-1 0 0 0 0,1 1 0 0 0,0-1 1 0 0,0 0-1 0 0,-1 0 0 0 0,1 1 0 0 0,0-1 1 0 0,0 0-1 0 0,0-1 0 0 0,0 1 5 0 0,-1 1 0 0 0,1-1 0 0 0,0 1 1 0 0,0-1-1 0 0,-1 0 0 0 0,1 1 0 0 0,0-1 0 0 0,-1 1 0 0 0,1-1 1 0 0,0 1-1 0 0,-1-1 0 0 0,1 1 0 0 0,-1-1 0 0 0,1 1 0 0 0,-1 0 0 0 0,1-1 1 0 0,-1 1-1 0 0,0-1 0 0 0,1 1 0 0 0,-1 0 0 0 0,1 0 0 0 0,-1-1 1 0 0,0 1-1 0 0,1 0 0 0 0,-1 0 0 0 0,1 0 0 0 0,-1 0 0 0 0,0 0 0 0 0,1 0 1 0 0,-1 0-1 0 0,0 0 0 0 0,1 0 0 0 0,-2 0 0 0 0,1 0-1 0 0,1 0 0 0 0,-1 0-1 0 0,1 0 1 0 0,-1 0 0 0 0,1 0-1 0 0,-1 0 1 0 0,1 0-1 0 0,-1 0 1 0 0,1 0 0 0 0,-1 0-1 0 0,0 0 1 0 0,1 0 0 0 0,-1-1-1 0 0,1 1 1 0 0,-1 0 0 0 0,1 0-1 0 0,-1-1 1 0 0,1 1 0 0 0,-1 0-1 0 0,1-1 1 0 0,0 1 0 0 0,-1 0-1 0 0,1-1 1 0 0,-1 1-1 0 0,1-1 1 0 0,0 1 0 0 0,-1-1-1 0 0,1 1 1 0 0,0-1 0 0 0,0 1-1 0 0,-1-1 1 0 0,-3-2 65 0 0,0 2-44 0 0,4 1-19 0 0,-1 0 1 0 0,0 0 0 0 0,0 0-1 0 0,0 0 1 0 0,0 0 0 0 0,1-1-1 0 0,-1 1 1 0 0,0 0 0 0 0,0-1 0 0 0,1 1-1 0 0,-1 0 1 0 0,0-1 0 0 0,1 1-1 0 0,-1-1 1 0 0,0 1 0 0 0,1-1 0 0 0,-1 0-1 0 0,1 1 1 0 0,-1-1 0 0 0,1 1-1 0 0,-1-1 1 0 0,1 0 0 0 0,-1 0-1 0 0,1 1 1 0 0,-1-1 0 0 0,1 0 0 0 0,0 0-1 0 0,0 1 1 0 0,-1-1 0 0 0,1 0-1 0 0,0-1 1 0 0,-5-1 129 0 0,-17-2-41 0 0,-11-4 94 0 0,33 9-187 0 0,0 0 0 0 0,-1 0 0 0 0,1 0 0 0 0,0 0 0 0 0,0 0 1 0 0,-1 0-1 0 0,1 0 0 0 0,0 0 0 0 0,0 0 0 0 0,0 0 0 0 0,-1 0 1 0 0,1 0-1 0 0,0 0 0 0 0,0-1 0 0 0,0 1 0 0 0,-1 0 0 0 0,1 0 1 0 0,0 0-1 0 0,0 0 0 0 0,0 0 0 0 0,0-1 0 0 0,-1 1 0 0 0,1 0 1 0 0,0 0-1 0 0,0 0 0 0 0,0-1 0 0 0,0 1 0 0 0,0 0 0 0 0,0 0 1 0 0,0 0-1 0 0,-1-1 0 0 0,1 1 0 0 0,0 0 0 0 0,0 0 0 0 0,0-1 1 0 0,0 1-1 0 0,0 0 0 0 0,0 0 0 0 0,0-1 0 0 0,0 1 0 0 0,0 0 0 0 0,0 0 0 0 0,0-1 0 0 0,0 1 0 0 0,0 0 0 0 0,0 0 0 0 0,0-1 0 0 0,0 1 0 0 0,0 0 0 0 0,0 0 0 0 0,0-1 0 0 0,0 1 0 0 0,0 0 0 0 0,0 0 0 0 0,0 0 0 0 0,-1-1 0 0 0,1 1 0 0 0,0 0 0 0 0,0 0 0 0 0,0 0 0 0 0,0 0 0 0 0,0-1 0 0 0,-1 1-1 0 0,1 0 1 0 0,0 0 0 0 0,0 0 0 0 0,0 0 0 0 0,-1 0 0 0 0,1 0 0 0 0,0-1 0 0 0,0 1 0 0 0,0 0 0 0 0,-1 0 0 0 0,1 0 0 0 0,0 0 0 0 0,-1 0 0 0 0,-163-51 0 0 0,72 20 0 0 0,84 28-100 0 0,0 0 0 0 0,-1 0 0 0 0,1 1 0 0 0,-1 0 0 0 0,0 1 0 0 0,0-1 0 0 0,0 2 0 0 0,0-1 0 0 0,0 1 0 0 0,0 1-1 0 0,1 0 1 0 0,-1 0 0 0 0,0 0 0 0 0,0 1 0 0 0,1 1 0 0 0,-1 0 0 0 0,-11 5 0 0 0,-23 13-5578 0 0,-61 42-1 0 0,97-58 3721 0 0,0 1-1 0 0,0 0 1 0 0,1 1-1 0 0,-10 11 1 0 0,15-16 1585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6:11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126 312 80 0 0,'-27'7'1748'0'0,"16"-6"6229"0"0,-3-2-3603 0 0,0-2-3053 0 0,0 0 0 0 0,-26-10 0 0 0,40 12-1273 0 0,-1 0 1 0 0,0 1 0 0 0,1-1 0 0 0,-1 0 0 0 0,1 0-1 0 0,-1 0 1 0 0,1 0 0 0 0,0 0 0 0 0,-1 0 0 0 0,1 0-1 0 0,0 0 1 0 0,0 0 0 0 0,-1 0 0 0 0,1 0-1 0 0,0 0 1 0 0,0 0 0 0 0,0 0 0 0 0,0 0 0 0 0,0 0-1 0 0,1 0 1 0 0,-1 0 0 0 0,1-2 0 0 0,-1 0 123 0 0,0-2-92 0 0,0 0 0 0 0,1 1 0 0 0,-1-1 1 0 0,1 0-1 0 0,0 0 0 0 0,1 1 0 0 0,-1-1 1 0 0,1 1-1 0 0,0-1 0 0 0,4-6 0 0 0,0-1-15 0 0,25-48-185 0 0,-22 42 107 0 0,-8 15 13 0 0,1-1 0 0 0,0 0 0 0 0,0 1 0 0 0,0-1 0 0 0,1 1-1 0 0,-1 0 1 0 0,1 0 0 0 0,-1 0 0 0 0,1 0 0 0 0,4-3 0 0 0,8-6-30 0 0,0 2 0 0 0,0-1 0 0 0,1 2 0 0 0,0 0 0 0 0,1 1 0 0 0,0 1 0 0 0,30-9 0 0 0,-45 15 15 0 0,0 1-1 0 0,0-1 1 0 0,0 1-1 0 0,0-1 1 0 0,0 1-1 0 0,0 0 1 0 0,0 0-1 0 0,1 0 1 0 0,-1 0-1 0 0,0 0 1 0 0,2 1-1 0 0,2 0-25 0 0,-4-1 33 0 0,-1 0 0 0 0,1 0-1 0 0,0 0 1 0 0,-1 0-1 0 0,1 1 1 0 0,-1-1 0 0 0,1 1-1 0 0,0-1 1 0 0,-1 1-1 0 0,1 0 1 0 0,-1 0 0 0 0,1-1-1 0 0,-1 1 1 0 0,0 0-1 0 0,1 0 1 0 0,-1 0 0 0 0,0 1-1 0 0,0-1 1 0 0,0 0-1 0 0,1 0 1 0 0,-1 1 0 0 0,0-1-1 0 0,-1 0 1 0 0,1 1-1 0 0,0-1 1 0 0,0 1 0 0 0,-1-1-1 0 0,1 1 1 0 0,-1 0 0 0 0,1-1-1 0 0,-1 1 1 0 0,0 0-1 0 0,1 1 1 0 0,0 8 1 0 0,0 0 0 0 0,-1 0 0 0 0,0 0 0 0 0,-2 11-1 0 0,1 0 49 0 0,1-16-50 0 0,-1-1 0 0 0,1 0-1 0 0,-1 1 1 0 0,-1-1 0 0 0,1 0-1 0 0,-1 0 1 0 0,1 0 0 0 0,-1 0-1 0 0,-5 7 1 0 0,5-7 101 0 0,0-1 0 0 0,-1 1 0 0 0,2 0 0 0 0,-1-1 0 0 0,0 1 0 0 0,1 0 0 0 0,0 0 0 0 0,0 0 0 0 0,0 8 0 0 0,1-12-77 0 0,1 0 0 0 0,-1 0 0 0 0,0 0 1 0 0,0 0-1 0 0,-1 0 0 0 0,1 0 0 0 0,0 1 0 0 0,0-1 0 0 0,-1 0 0 0 0,1 0 0 0 0,0 0 0 0 0,-1 0 0 0 0,1 0 0 0 0,-1 0 0 0 0,1 0 0 0 0,-1 0 0 0 0,0 0 0 0 0,1-1 0 0 0,-1 1 0 0 0,0 0 0 0 0,0 0 0 0 0,1 0 0 0 0,-1-1 0 0 0,0 1 1 0 0,0 0-1 0 0,0-1 0 0 0,0 1 0 0 0,0-1 0 0 0,0 1 0 0 0,0-1 0 0 0,0 1 0 0 0,0-1 0 0 0,0 0 0 0 0,0 0 0 0 0,0 1 0 0 0,-2-1 0 0 0,0 0-25 0 0,3 0 7 0 0,0 0 0 0 0,-1 0 0 0 0,1 0 0 0 0,0 0-1 0 0,0 0 1 0 0,-1 0 0 0 0,1 0 0 0 0,0 0 0 0 0,0 0 0 0 0,-1 0 0 0 0,1 0-1 0 0,0 0 1 0 0,0 0 0 0 0,-1 0 0 0 0,1-1 0 0 0,0 1 0 0 0,0 0-1 0 0,0 0 1 0 0,0 0 0 0 0,-1 0 0 0 0,1-1 0 0 0,0 1 0 0 0,0 0-1 0 0,0 0 1 0 0,0-1 0 0 0,-1 1 0 0 0,1 0 0 0 0,0 0 0 0 0,0 0 0 0 0,0-1-1 0 0,0 1 1 0 0,0 0 0 0 0,0 0 0 0 0,0-1 0 0 0,0 1 0 0 0,0 0-1 0 0,0 0 1 0 0,0-1 0 0 0,0 1 0 0 0,0 0 0 0 0,0 0 0 0 0,0-1 0 0 0,0 1-1 0 0,0-1 12 0 0,0 0-1 0 0,0 1 0 0 0,0-1 1 0 0,0 0-1 0 0,1 0 0 0 0,-1 1 1 0 0,0-1-1 0 0,0 0 0 0 0,1 1 0 0 0,-1-1 1 0 0,0 1-1 0 0,0-1 0 0 0,1 0 1 0 0,-1 1-1 0 0,1-1 0 0 0,-1 1 1 0 0,1-1-1 0 0,0 0 0 0 0,5-3-1 0 0,-5 4-6 0 0,1-1-1 0 0,-1 1 0 0 0,0-1 1 0 0,0 0-1 0 0,1 1 0 0 0,-1-1 0 0 0,0 0 1 0 0,0 0-1 0 0,0 0 0 0 0,0 0 1 0 0,0 0-1 0 0,0 0 0 0 0,-1 0 1 0 0,1 0-1 0 0,0 0 0 0 0,0-1 1 0 0,-1 1-1 0 0,1 0 0 0 0,-1 0 0 0 0,1-1 1 0 0,-1 1-1 0 0,1 0 0 0 0,-1-1 1 0 0,0 1-1 0 0,0 0 0 0 0,0-1 1 0 0,0-1-1 0 0,1-3-24 0 0,1 0 0 0 0,-1 0 0 0 0,1 1 0 0 0,0-1 0 0 0,0 1 0 0 0,0-1 0 0 0,1 1 0 0 0,0 0 0 0 0,0 0 0 0 0,0 0 0 0 0,1 0 0 0 0,0 1 0 0 0,0 0 0 0 0,0-1 0 0 0,0 1 0 0 0,6-4 0 0 0,-3 2-10 0 0,-1-1 0 0 0,1 0 0 0 0,-1 0 0 0 0,7-11 0 0 0,-6 3-19 0 0,-6 12 47 0 0,0 1 0 0 0,0 0 0 0 0,1 0 0 0 0,-1-1 0 0 0,0 1 0 0 0,1 0 0 0 0,-1 0 0 0 0,1 0 0 0 0,0 1 0 0 0,0-1 0 0 0,0 0 0 0 0,0 1-1 0 0,0-1 1 0 0,0 1 0 0 0,0-1 0 0 0,3 0 0 0 0,0-1-20 0 0,-1 1-1 0 0,1 0 1 0 0,0 0-1 0 0,0 0 1 0 0,0 1-1 0 0,0-1 1 0 0,1 1-1 0 0,4 0 1 0 0,-7 1 15 0 0,-1 0 1 0 0,0 0-1 0 0,0 0 1 0 0,1 0-1 0 0,-1 0 0 0 0,0 1 1 0 0,0-1-1 0 0,0 1 1 0 0,0 0-1 0 0,1-1 1 0 0,-1 1-1 0 0,0 0 1 0 0,0 0-1 0 0,0 1 1 0 0,-1-1-1 0 0,1 0 0 0 0,0 0 1 0 0,2 4-1 0 0,4 3 29 0 0,-2 1 0 0 0,0 0-1 0 0,7 13 1 0 0,-11-20-14 0 0,-1 1 0 0 0,0 0-1 0 0,0 0 1 0 0,0 0 0 0 0,0 0 0 0 0,-1 0 0 0 0,1 0-1 0 0,-1 0 1 0 0,1 0 0 0 0,-1 1 0 0 0,0-1-1 0 0,0 0 1 0 0,-1 0 0 0 0,0 4 0 0 0,-16 40-21 0 0,14-41 127 0 0,0 0-1 0 0,1 0 1 0 0,0 0 0 0 0,0 0 0 0 0,0 0-1 0 0,1 0 1 0 0,-1 9 0 0 0,2-14-86 0 0,0 1 0 0 0,0-1 0 0 0,0 0 1 0 0,0 0-1 0 0,-1 0 0 0 0,1 1 0 0 0,0-1 0 0 0,-1 0 1 0 0,1 0-1 0 0,0 0 0 0 0,-1 0 0 0 0,0 1 1 0 0,1-1-1 0 0,-1 0 0 0 0,0 0 0 0 0,1 0 0 0 0,-1 0 1 0 0,0-1-1 0 0,0 1 0 0 0,0 0 0 0 0,0 0 1 0 0,0 0-1 0 0,0-1 0 0 0,0 1 0 0 0,-1 0 0 0 0,-29 7 36 0 0,18-6 66 0 0,6-4 38 0 0,3-1-166 0 0,-16-2-2 0 0,20 5 6 0 0,-1 0 0 0 0,1 0 0 0 0,0 0 0 0 0,-1 0 0 0 0,1 0 0 0 0,0 0 0 0 0,-1 0 0 0 0,1 0 0 0 0,-1 0 0 0 0,1 0 0 0 0,0-1 0 0 0,-1 1 0 0 0,1 0 1 0 0,0 0-1 0 0,-1 0 0 0 0,1-1 0 0 0,0 1 0 0 0,-1 0 0 0 0,1-1 0 0 0,0 1 0 0 0,0 0 0 0 0,-1 0 0 0 0,1-1 0 0 0,0 1 0 0 0,0 0 0 0 0,-1-1 0 0 0,1 1 0 0 0,0-1 0 0 0,0 1 0 0 0,0 0 0 0 0,0-1 0 0 0,0 1 0 0 0,0-1 0 0 0,0 1 0 0 0,0 0 0 0 0,0-1 0 0 0,0 1 0 0 0,0-1 0 0 0,0 1 0 0 0,0 0 1 0 0,0-1-1 0 0,0 1 0 0 0,0 0 0 0 0,0-1 0 0 0,0 1 0 0 0,0-1 0 0 0,1 1 0 0 0,-1 0 0 0 0,0-1 0 0 0,0 1 0 0 0,0 0 0 0 0,1-1 0 0 0,-1 1 0 0 0,0 0 0 0 0,0-1 0 0 0,1 1 0 0 0,-1 0 0 0 0,0 0 0 0 0,1-1 0 0 0,-1 1 0 0 0,0 0 0 0 0,1 0 0 0 0,-1 0 0 0 0,0 0 0 0 0,1-1 0 0 0,-1 1 0 0 0,1 0 1 0 0,-1 0-1 0 0,5-2 6 0 0,-4 2-6 0 0,0 0-1 0 0,0 0 0 0 0,1-1 0 0 0,-1 1 1 0 0,0-1-1 0 0,0 1 0 0 0,0-1 0 0 0,0 1 1 0 0,0-1-1 0 0,0 0 0 0 0,0 0 0 0 0,0 1 1 0 0,0-1-1 0 0,0 0 0 0 0,0 0 0 0 0,0 0 0 0 0,0 0 1 0 0,0 0-1 0 0,-1 0 0 0 0,1 0 0 0 0,-1 0 1 0 0,2-2-1 0 0,-2 2 0 0 0,1 0-1 0 0,0-1 1 0 0,0 1-1 0 0,0 0 1 0 0,0 0 0 0 0,0 0-1 0 0,0 0 1 0 0,0 0 0 0 0,0 0-1 0 0,0 0 1 0 0,1 0 0 0 0,-1 0-1 0 0,0 1 1 0 0,1-1 0 0 0,-1 0-1 0 0,0 1 1 0 0,1-1-1 0 0,-1 1 1 0 0,1-1 0 0 0,-1 1-1 0 0,3 0 1 0 0,0-1-5 0 0,12-5-8 0 0,7-2-196 0 0,-1 1 0 0 0,1 1 0 0 0,1 1 0 0 0,-1 1-1 0 0,42-1 1 0 0,-59 4 218 0 0,-1 1 1 0 0,0 0-1 0 0,1 0 0 0 0,-1 0 0 0 0,1 1 0 0 0,-1 0 0 0 0,1 0 0 0 0,-1 0 0 0 0,0 1 1 0 0,0-1-1 0 0,0 1 0 0 0,0 0 0 0 0,0 1 0 0 0,0 0 0 0 0,0-1 0 0 0,-1 1 0 0 0,0 1 1 0 0,8 5-1 0 0,-5-3 98 0 0,-6-5-90 0 0,1-1 1 0 0,-1 1-1 0 0,0 0 0 0 0,0 0 1 0 0,1 0-1 0 0,-1 0 1 0 0,0 0-1 0 0,0 0 0 0 0,0 0 1 0 0,0 0-1 0 0,0 0 0 0 0,-1 0 1 0 0,1 0-1 0 0,0 1 1 0 0,0-1-1 0 0,-1 0 0 0 0,1 1 1 0 0,-1-1-1 0 0,1 0 0 0 0,-1 1 1 0 0,0-1-1 0 0,1 3 1 0 0,-1-3-37 0 0,0 0 1 0 0,0 0 0 0 0,1 0 0 0 0,-1 0-1 0 0,0 0 1 0 0,1 0 0 0 0,-1 0 0 0 0,1 0-1 0 0,-1 0 1 0 0,1 0 0 0 0,0-1-1 0 0,-1 1 1 0 0,1 0 0 0 0,0 0 0 0 0,-1-1-1 0 0,1 1 1 0 0,0 0 0 0 0,0-1 0 0 0,0 1-1 0 0,0 0 1 0 0,0-1 0 0 0,1 1 0 0 0,25 10-3230 0 0,-16-7 1126 0 0,-5 2-1126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6:46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93 335 480 0 0,'0'0'65'0'0,"0"1"0"0"0,0-1 0 0 0,0 1 0 0 0,0-1 0 0 0,0 1 0 0 0,0-1 0 0 0,0 1 0 0 0,-1-1 0 0 0,1 1 0 0 0,0-1 0 0 0,0 1 0 0 0,-1-1 0 0 0,1 1 0 0 0,0-1 0 0 0,0 1 0 0 0,-1-1 0 0 0,1 0 0 0 0,0 1-1 0 0,-1-1 1 0 0,1 0 0 0 0,-1 1 0 0 0,1-1 0 0 0,0 0 0 0 0,-1 1 0 0 0,1-1 0 0 0,-1 0 0 0 0,1 0 0 0 0,-1 0 0 0 0,1 1 0 0 0,-1-1 0 0 0,1 0 0 0 0,-1 0 0 0 0,1 0 0 0 0,-1 0 0 0 0,1 0 0 0 0,-1 0 0 0 0,1 0 0 0 0,-1 0 0 0 0,1 0 0 0 0,-2 0 0 0 0,2 0 21 0 0,-1 0 1 0 0,0 0-1 0 0,1-1 1 0 0,-1 1-1 0 0,0 1 1 0 0,1-1-1 0 0,-1 0 1 0 0,0 0-1 0 0,1 0 1 0 0,-1 0-1 0 0,1 0 1 0 0,-1 0-1 0 0,0 1 1 0 0,1-1-1 0 0,-1 0 1 0 0,1 1-1 0 0,-1-1 1 0 0,0 0-1 0 0,1 1 1 0 0,-1-1-1 0 0,1 1 1 0 0,-1-1-1 0 0,1 1 1 0 0,0-1-1 0 0,-1 1 1 0 0,1-1-1 0 0,-1 1 0 0 0,1-1 1 0 0,0 1-1 0 0,0-1 1 0 0,-1 1-1 0 0,1 0 1 0 0,0-1-1 0 0,0 1 1 0 0,0 0-1 0 0,-1-1 1 0 0,1 1-1 0 0,0 0 1 0 0,0-1-1 0 0,0 1 1 0 0,0 1-1 0 0,1-2 98 0 0,-1 0 0 0 0,0 1-1 0 0,0-1 1 0 0,0 0-1 0 0,0 1 1 0 0,0-1-1 0 0,0 0 1 0 0,0 1-1 0 0,-1-1 1 0 0,1 0 0 0 0,0 1-1 0 0,0-1 1 0 0,0 0-1 0 0,0 1 1 0 0,0-1-1 0 0,0 0 1 0 0,-1 0-1 0 0,1 1 1 0 0,0-1-1 0 0,0 0 1 0 0,0 1 0 0 0,-1-1-1 0 0,1 0 1 0 0,0 0-1 0 0,0 0 1 0 0,-1 1-1 0 0,1-1 1 0 0,0 0-1 0 0,-1 0 1 0 0,1 0 0 0 0,0 0-1 0 0,-1 1 1 0 0,-11-2 2368 0 0,2-1-2811 0 0,5 2 833 0 0,-22-6 293 0 0,28 6-810 0 0,0 0-37 0 0,0 1 1 0 0,0-1-1 0 0,0 0 0 0 0,0 0 1 0 0,0 0-1 0 0,1 0 1 0 0,-1 0-1 0 0,0 0 0 0 0,0 0 1 0 0,0 0-1 0 0,0 0 1 0 0,0-1-1 0 0,0 1 1 0 0,0 0-1 0 0,0-1 0 0 0,0 1 1 0 0,0-1-1 0 0,0 1 1 0 0,0-1-1 0 0,0 1 0 0 0,0-1 1 0 0,-1 0-1 0 0,3-1 1 0 0,2 0 165 0 0,0 1-135 0 0,-4 1-37 0 0,-1 0 0 0 0,1 0 1 0 0,0 0-1 0 0,0 0 0 0 0,0 0 0 0 0,0 0 0 0 0,0 0 0 0 0,-1 0 0 0 0,1-1 1 0 0,0 1-1 0 0,0 0 0 0 0,0 0 0 0 0,-1-1 0 0 0,1 1 0 0 0,0-1 1 0 0,0 1-1 0 0,-1-1 0 0 0,1 1 0 0 0,0-1 0 0 0,-1 1 0 0 0,1-1 0 0 0,0 0 1 0 0,-1 1-1 0 0,1-1 0 0 0,-1 0 0 0 0,1 1 0 0 0,-1-1 0 0 0,1 0 0 0 0,-1 0 1 0 0,0 1-1 0 0,0-1 0 0 0,1 0 0 0 0,-1 0 0 0 0,0 0 0 0 0,0-1 1 0 0,6 0 198 0 0,-5 2-198 0 0,1 0 0 0 0,-1-1-1 0 0,1 1 1 0 0,-1 0 0 0 0,1-1 0 0 0,-1 1 0 0 0,0-1 0 0 0,1 1-1 0 0,-1-1 1 0 0,0 0 0 0 0,1 0 0 0 0,-1 1 0 0 0,1-2 0 0 0,-1 0 22 0 0,0 0 1 0 0,0 0-1 0 0,0 0 1 0 0,0 0-1 0 0,-1 1 1 0 0,1-1 0 0 0,-1 0-1 0 0,1 0 1 0 0,-1 0-1 0 0,0 0 1 0 0,0 0-1 0 0,0 0 1 0 0,0-4 0 0 0,0 5-22 0 0,-1 0 0 0 0,0 0 0 0 0,1 0 0 0 0,-1 0 0 0 0,0 0 0 0 0,0 0 0 0 0,1 0 0 0 0,-1 1 0 0 0,0-1 0 0 0,0 0 0 0 0,0 0 0 0 0,0 1 0 0 0,0-1 0 0 0,-2 0 0 0 0,-16-15 129 0 0,19 16-141 0 0,-1-1 1 0 0,1 0-1 0 0,0 1 1 0 0,0-1-1 0 0,0 1 0 0 0,-1-1 1 0 0,1 1-1 0 0,0-1 0 0 0,0 0 1 0 0,0 1-1 0 0,0-1 0 0 0,0 0 1 0 0,0 1-1 0 0,0-1 1 0 0,0 1-1 0 0,0-1 0 0 0,0 0 1 0 0,0 1-1 0 0,1-1 0 0 0,-1 1 1 0 0,0-1-1 0 0,0 0 0 0 0,1 1 1 0 0,-1-1-1 0 0,0 1 1 0 0,1-1-1 0 0,-1 1 0 0 0,0-1 1 0 0,1 1-1 0 0,-1-1 0 0 0,1 1 1 0 0,-1 0-1 0 0,1-1 0 0 0,-1 1 1 0 0,1 0-1 0 0,0-1 1 0 0,7-5-4 0 0,-7 5 6 0 0,1 0 0 0 0,-1 0 0 0 0,1 0 0 0 0,-1-1-1 0 0,0 1 1 0 0,0 0 0 0 0,1 0 0 0 0,-1-1 0 0 0,0 1 0 0 0,0-1 0 0 0,0 1-1 0 0,-1-1 1 0 0,1 1 0 0 0,0-1 0 0 0,-1 1 0 0 0,1-1 0 0 0,0 0 0 0 0,-1 1-1 0 0,0-1 1 0 0,0 0 0 0 0,1 0 0 0 0,-1 1 0 0 0,0-1 0 0 0,0 0 0 0 0,0 0-1 0 0,-1-1 1 0 0,0-15 126 0 0,0 13-104 0 0,1-1 1 0 0,-1 1-1 0 0,1-1 0 0 0,0 1 0 0 0,0-1 0 0 0,1 1 0 0 0,-1-1 0 0 0,1 1 1 0 0,1-1-1 0 0,3-9 0 0 0,5 6-15 0 0,-9 8-11 0 0,1 1-1 0 0,-1-1 1 0 0,0 0-1 0 0,0 0 0 0 0,0 0 1 0 0,0 0-1 0 0,0 0 1 0 0,0 0-1 0 0,0 0 1 0 0,0 0-1 0 0,-1-1 0 0 0,1 1 1 0 0,0 0-1 0 0,-1 0 1 0 0,1-1-1 0 0,-1 1 1 0 0,1 0-1 0 0,-1-1 0 0 0,1 1 1 0 0,-1-1-1 0 0,0 1 1 0 0,0 0-1 0 0,0-1 1 0 0,0 1-1 0 0,0-1 0 0 0,0-1 1 0 0,0 2-2 0 0,0 1 1 0 0,0-1-1 0 0,0 1 1 0 0,1-1-1 0 0,-1 1 1 0 0,0-1-1 0 0,1 1 1 0 0,-1-1 0 0 0,0 1-1 0 0,1-1 1 0 0,-1 1-1 0 0,0 0 1 0 0,1-1-1 0 0,-1 1 1 0 0,1-1-1 0 0,-1 1 1 0 0,1 0-1 0 0,-1 0 1 0 0,1-1-1 0 0,-1 1 1 0 0,1 0-1 0 0,-1 0 1 0 0,1-1-1 0 0,-1 1 1 0 0,1 0-1 0 0,-1 0 1 0 0,1 0-1 0 0,0 0 1 0 0,-1 0-1 0 0,1 0 1 0 0,-1 0-1 0 0,1 0 1 0 0,-1 0-1 0 0,2 0 1 0 0,-2 0 1 0 0,1 0 1 0 0,-1 0-1 0 0,1 1 1 0 0,0-1-1 0 0,-1 0 1 0 0,1-1-1 0 0,-1 1 0 0 0,1 0 1 0 0,0 0-1 0 0,-1 0 1 0 0,1 0-1 0 0,-1 0 1 0 0,1 0-1 0 0,0-1 1 0 0,-1 1-1 0 0,1 0 0 0 0,-1-1 1 0 0,1 1-1 0 0,-1 0 1 0 0,1-1-1 0 0,-1 1 1 0 0,1 0-1 0 0,-1-1 0 0 0,0 1 1 0 0,1-1-1 0 0,-1 1 1 0 0,0-1-1 0 0,1 1 1 0 0,-1-1-1 0 0,0 1 1 0 0,1-1-1 0 0,-1 0 0 0 0,0 1 1 0 0,0-2-1 0 0,1 1 1 0 0,0 0-1 0 0,0 0 1 0 0,0 0 0 0 0,0 0-1 0 0,0 0 1 0 0,0 1-1 0 0,0-1 1 0 0,0 0-1 0 0,0 1 1 0 0,0-1 0 0 0,0 0-1 0 0,1 1 1 0 0,-1-1-1 0 0,0 1 1 0 0,0 0-1 0 0,1-1 1 0 0,-1 1-1 0 0,0 0 1 0 0,0 0 0 0 0,2 0-1 0 0,0-1 2 0 0,12-7 16 0 0,13 1-28 0 0,-10 2-7 0 0,-13 3 14 0 0,1 0 0 0 0,-1 1 0 0 0,1 0 0 0 0,0 0 0 0 0,8-1 0 0 0,-3 1 0 0 0,43-2 0 0 0,-36 4 6 0 0,-1 1-1 0 0,28 6 0 0 0,-32-5 59 0 0,-13-3-60 0 0,1 0 0 0 0,-1 0 0 0 0,0 0-1 0 0,1 0 1 0 0,-1 1 0 0 0,0-1-1 0 0,1 0 1 0 0,-1 0 0 0 0,0 0 0 0 0,1 1-1 0 0,-1-1 1 0 0,0 0 0 0 0,0 1 0 0 0,1-1-1 0 0,-1 0 1 0 0,0 1 0 0 0,0-1 0 0 0,1 0-1 0 0,-1 1 1 0 0,0-1 0 0 0,0 0-1 0 0,0 1 1 0 0,0-1 0 0 0,0 0 0 0 0,0 1-1 0 0,0-1 1 0 0,1 1 0 0 0,-1-1 0 0 0,0 0-1 0 0,0 1 1 0 0,0-1 0 0 0,-1 1 0 0 0,1-1-1 0 0,0 0 1 0 0,0 1 0 0 0,0-1 0 0 0,0 1-1 0 0,0-1 1 0 0,-6 15 104 0 0,-16 13 159 0 0,17-14-119 0 0,-6 12 184 0 0,3-16-161 0 0,0-1-1 0 0,-1 0 1 0 0,1-1 0 0 0,-2 0 0 0 0,1 0-1 0 0,-19 11 1 0 0,24-16-81 0 0,-1 0-1 0 0,0-1 0 0 0,0 1 1 0 0,-1-1-1 0 0,1 0 1 0 0,0 0-1 0 0,-1 0 1 0 0,1-1-1 0 0,-1 0 1 0 0,1 0-1 0 0,-1-1 0 0 0,0 1 1 0 0,1-1-1 0 0,-1 0 1 0 0,0-1-1 0 0,1 1 1 0 0,-1-1-1 0 0,-8-2 0 0 0,-7-3 18 0 0,20 6-106 0 0,0 0 1 0 0,1-1-1 0 0,-1 1 0 0 0,1-1 0 0 0,0 1 1 0 0,-1-1-1 0 0,1 1 0 0 0,-1-1 0 0 0,1 1 0 0 0,0-1 1 0 0,-1 1-1 0 0,1-1 0 0 0,0 1 0 0 0,0-1 1 0 0,0 0-1 0 0,-1 1 0 0 0,1-1 0 0 0,0 1 0 0 0,0-1 1 0 0,0 0-1 0 0,0 1 0 0 0,0-1 0 0 0,0 0 1 0 0,0 0-1 0 0,1-19 53 0 0,-1 18-59 0 0,0 1 5 0 0,0 0 0 0 0,1-1 0 0 0,-1 1 0 0 0,0 0 0 0 0,1-1 0 0 0,-1 1 0 0 0,1 0 0 0 0,-1 0 0 0 0,1 0 0 0 0,-1-1 0 0 0,1 1 0 0 0,0 0 0 0 0,0 0 0 0 0,0 0 0 0 0,-1 0 0 0 0,1 0 0 0 0,0 0 0 0 0,0 0 0 0 0,1 0 0 0 0,-1 1 0 0 0,0-1 0 0 0,2-1 0 0 0,6-5 0 0 0,24-30 0 0 0,-23 25-6 0 0,-9 10 3 0 0,1 1-1 0 0,-1-1 0 0 0,0 1 0 0 0,0 0 0 0 0,1-1 1 0 0,-1 1-1 0 0,1 0 0 0 0,-1 0 0 0 0,1 0 0 0 0,0 0 1 0 0,-1 0-1 0 0,1 0 0 0 0,0 0 0 0 0,0 0 0 0 0,3 0 1 0 0,7-3-11 0 0,1 1 1 0 0,0 1 0 0 0,-1 0-1 0 0,1 1 1 0 0,17 0-1 0 0,-25 1 19 0 0,1 0-1 0 0,-1 0 1 0 0,1 1-1 0 0,0 0 0 0 0,-1 0 1 0 0,1 1-1 0 0,-1-1 0 0 0,0 1 1 0 0,0 0-1 0 0,1 1 0 0 0,5 3 1 0 0,-1-1 9 0 0,8 4-5 0 0,-1 0-1 0 0,0 1 0 0 0,-1 1 1 0 0,0 0-1 0 0,-1 1 0 0 0,0 1 1 0 0,17 19-1 0 0,-15-10-8 0 0,26 42 0 0 0,-42-63-1 0 0,0 1 1 0 0,0 0-1 0 0,0 0 0 0 0,0 0 1 0 0,-1 0-1 0 0,1 0 1 0 0,0 1-1 0 0,-1-1 0 0 0,0 0 1 0 0,1 0-1 0 0,-1 0 1 0 0,0 0-1 0 0,0 0 0 0 0,0 1 1 0 0,0-1-1 0 0,-1 0 0 0 0,1 0 1 0 0,-1 0-1 0 0,1 0 1 0 0,-1 0-1 0 0,0 0 0 0 0,0 0 1 0 0,-1 4-1 0 0,-2-2-5 0 0,0 1-1 0 0,0-1 0 0 0,0 0 1 0 0,0 0-1 0 0,0-1 0 0 0,-9 6 1 0 0,0 1 0 0 0,11-8 6 0 0,-1-1 0 0 0,1 0 0 0 0,-1 1 0 0 0,1-1 0 0 0,-1 0 0 0 0,1 0-1 0 0,-1-1 1 0 0,0 1 0 0 0,1 0 0 0 0,-1-1 0 0 0,0 0 0 0 0,0 0 0 0 0,1 1 0 0 0,-1-2 0 0 0,0 1-1 0 0,0 0 1 0 0,1 0 0 0 0,-5-2 0 0 0,-3 1-11 0 0,-88-7-269 0 0,92 7 164 0 0,1 1 1 0 0,0-1 0 0 0,0 0 0 0 0,0 0 0 0 0,0-1-1 0 0,0 1 1 0 0,0-1 0 0 0,0 0 0 0 0,0-1-1 0 0,-8-4 1 0 0,1 0-258 0 0,-9-5-1347 0 0,-32-26-1 0 0,1-7-6630 0 0,20 11 147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6:47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9 3922 0 0,'-33'0'7363'0'0,"0"-8"241"0"0,66 8-6884 0 0,0 8-240 0 0,32-8-240 0 0,33 6-160 0 0,91 15-880 0 0,-25-6-1681 0 0,-34 5-3522 0 0,-64 1-3841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6:47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2721 0 0,'33'6'2882'0'0,"-33"3"-81"0"0,33 3-240 0 0,-33 44 1121 0 0,0 19-801 0 0,0-19-2001 0 0,-33-8-559 0 0,33 0 239 0 0,0-7-160 0 0,-33 1-400 0 0,33-9-1521 0 0,33-18-4642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6:48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1 324 1040 0 0,'0'-2'108'0'0,"0"1"0"0"0,0-1 1 0 0,0 1-1 0 0,0 0 0 0 0,0-1 0 0 0,0 1 0 0 0,1-1 0 0 0,-1 1 0 0 0,1-1 0 0 0,-1 1 0 0 0,1 0 0 0 0,-1-1 0 0 0,1 1 0 0 0,-1 0 0 0 0,1-1 0 0 0,0 1 0 0 0,0 0 0 0 0,0 0 0 0 0,0 0 0 0 0,0 0 0 0 0,0 0 0 0 0,0 0 0 0 0,0 0 0 0 0,0 0 0 0 0,2-1 0 0 0,7-7 352 0 0,4-8 458 0 0,11-7-142 0 0,-20 19-611 0 0,0 1 0 0 0,-1-1 0 0 0,1 0 0 0 0,-1 0 0 0 0,5-8 0 0 0,-5 8-25 0 0,0-1-1 0 0,0 1 1 0 0,0 0-1 0 0,1 1 1 0 0,7-7-1 0 0,-8 7-15 0 0,1 0 0 0 0,-1 0 0 0 0,0 0 0 0 0,0 0 0 0 0,6-10 0 0 0,-7 9-15 0 0,0 1 0 0 0,0 0-1 0 0,0 0 1 0 0,1 0 0 0 0,0 1 0 0 0,-1-1 0 0 0,8-4-1 0 0,-7 5-6 0 0,0 0 0 0 0,0 0 0 0 0,-1 0 0 0 0,1 0 0 0 0,-1-1 0 0 0,0 0 0 0 0,3-4 0 0 0,-3 3 22 0 0,0 1 0 0 0,1 0 0 0 0,-1 0 1 0 0,1 0-1 0 0,8-6 0 0 0,-8 7-88 0 0,3-2 87 0 0,0 0-1 0 0,0 1 1 0 0,0 0 0 0 0,13-5-1 0 0,-18 8-96 0 0,-1 0 0 0 0,1 1 0 0 0,0-1 0 0 0,0 1 0 0 0,0 0 0 0 0,-1-1-1 0 0,1 1 1 0 0,0 0 0 0 0,0 0 0 0 0,0 0 0 0 0,0 0 0 0 0,0 0 0 0 0,-1 1 0 0 0,1-1 0 0 0,0 1-1 0 0,0-1 1 0 0,0 1 0 0 0,-1-1 0 0 0,1 1 0 0 0,0 0 0 0 0,-1 0 0 0 0,1 0 0 0 0,-1 0-1 0 0,1 0 1 0 0,-1 0 0 0 0,1 1 0 0 0,1 2 0 0 0,11 11 261 0 0,-9-10-163 0 0,0 1 0 0 0,0 0 1 0 0,0 0-1 0 0,-1 0 0 0 0,0 0 0 0 0,0 1 0 0 0,5 11 1 0 0,2 35 515 0 0,-4-33-449 0 0,2 12 71 0 0,-11-25-220 0 0,1 0 0 0 0,-2 0 0 0 0,1 0 0 0 0,-1-1 0 0 0,0 0 0 0 0,0 1 0 0 0,-1-1 0 0 0,1 0 0 0 0,-1 0 0 0 0,-1-1 0 0 0,1 1 0 0 0,-1-1-1 0 0,-7 6 1 0 0,2-4 245 0 0,0-1 0 0 0,0 0 0 0 0,-20 8 0 0 0,29-15-261 0 0,1 1 1 0 0,-1-1 0 0 0,1 1-1 0 0,-1-1 1 0 0,1 1 0 0 0,-1-1-1 0 0,1 0 1 0 0,-1 1 0 0 0,1-1-1 0 0,0 0 1 0 0,0 1 0 0 0,-1-1-1 0 0,1 0 1 0 0,0 0 0 0 0,0 1-1 0 0,0-1 1 0 0,0 0 0 0 0,-1 1-1 0 0,1-1 1 0 0,0 0 0 0 0,1 0-1 0 0,-1 1 1 0 0,0-1 0 0 0,0 0 0 0 0,0 0-1 0 0,0 1 1 0 0,0-1 0 0 0,1 0-1 0 0,-1 1 1 0 0,0-1 0 0 0,1 0-1 0 0,-1 1 1 0 0,1-1 0 0 0,-1 0-1 0 0,0 1 1 0 0,1-1 0 0 0,-1 1-1 0 0,2-2 1 0 0,1 0-15 0 0,-1 2 27 0 0,-1-1 0 0 0,1 0 0 0 0,-1 0 0 0 0,1 0 0 0 0,-1 0 1 0 0,1-1-1 0 0,-1 1 0 0 0,0 0 0 0 0,0 0 0 0 0,1-1 0 0 0,-1 1 0 0 0,0-1 0 0 0,0 1 0 0 0,0-1 1 0 0,-1 1-1 0 0,1-1 0 0 0,0 0 0 0 0,-1 1 0 0 0,1-1 0 0 0,-1 0 0 0 0,1 0 0 0 0,-1 1 1 0 0,0-1-1 0 0,0 0 0 0 0,0 0 0 0 0,0 0 0 0 0,0-3 0 0 0,0 3-13 0 0,0 0 0 0 0,0 0 1 0 0,1 0-1 0 0,-1 0 0 0 0,1 0 0 0 0,-1 0 0 0 0,1 0 0 0 0,0 0 1 0 0,0 0-1 0 0,0 0 0 0 0,0 0 0 0 0,0 0 0 0 0,0 1 0 0 0,1-1 0 0 0,-1 0 1 0 0,0 1-1 0 0,4-3 0 0 0,4-7 77 0 0,9-18 172 0 0,-15 24-252 0 0,-1-1-1 0 0,1 1 1 0 0,1 0-1 0 0,-1 0 1 0 0,1 1 0 0 0,0-1-1 0 0,0 1 1 0 0,0-1 0 0 0,1 1-1 0 0,0 0 1 0 0,7-4 0 0 0,8-3-18 0 0,-15 7-19 0 0,0 1 1 0 0,0 0-1 0 0,0 0 0 0 0,1 0 1 0 0,-1 1-1 0 0,1 0 0 0 0,0 0 1 0 0,0 0-1 0 0,0 1 1 0 0,0 0-1 0 0,0 0 0 0 0,0 0 1 0 0,0 1-1 0 0,0 0 0 0 0,0 0 1 0 0,0 0-1 0 0,7 3 1 0 0,-9-3 17 0 0,-1 1 0 0 0,1 1 0 0 0,-1-1 0 0 0,0 1 0 0 0,1-1 1 0 0,-1 1-1 0 0,0 0 0 0 0,0 0 0 0 0,0 0 0 0 0,-1 0 0 0 0,1 1 1 0 0,0-1-1 0 0,-1 1 0 0 0,0 0 0 0 0,1 0 0 0 0,-1 0 0 0 0,0 0 1 0 0,-1 0-1 0 0,1 0 0 0 0,0 0 0 0 0,-1 1 0 0 0,0-1 0 0 0,0 0 1 0 0,0 1-1 0 0,0-1 0 0 0,0 1 0 0 0,0 3 0 0 0,1 16 138 0 0,0-1 0 0 0,-1 0 0 0 0,-3 33 0 0 0,1-13 81 0 0,1-41-222 0 0,0-1 0 0 0,0 1 0 0 0,0-1 0 0 0,0 1 0 0 0,0-1 1 0 0,0 1-1 0 0,0-1 0 0 0,0 1 0 0 0,0-1 0 0 0,0 1 0 0 0,0-1 0 0 0,0 1 1 0 0,0-1-1 0 0,0 1 0 0 0,-1-1 0 0 0,1 1 0 0 0,0-1 0 0 0,0 1 0 0 0,0-1 1 0 0,-1 1-1 0 0,1-1 0 0 0,0 0 0 0 0,-1 1 0 0 0,1-1 0 0 0,0 1 0 0 0,-1-1 1 0 0,1 0-1 0 0,-1 1 0 0 0,1-1 0 0 0,0 0 0 0 0,-1 0 0 0 0,1 1 0 0 0,-1-1 1 0 0,1 0-1 0 0,-1 0 0 0 0,0 1 0 0 0,-14-6-241 0 0,12 3 264 0 0,2 2-30 0 0,0-1-1 0 0,1 1 1 0 0,-1-1 0 0 0,0 0-1 0 0,1 1 1 0 0,-1-1-1 0 0,1 0 1 0 0,0 1-1 0 0,-1-1 1 0 0,1 0-1 0 0,-1 0 1 0 0,1 1 0 0 0,0-1-1 0 0,0 0 1 0 0,-1 0-1 0 0,1 0 1 0 0,0 1-1 0 0,0-1 1 0 0,0 0 0 0 0,0 0-1 0 0,0 0 1 0 0,0 0-1 0 0,0 0 1 0 0,0 1-1 0 0,0-1 1 0 0,1-1 0 0 0,6-19 19 0 0,52-29-13 0 0,-31 18 10 0 0,-21 22 2 0 0,1 0 0 0 0,1 1 0 0 0,0 0 0 0 0,0 0 0 0 0,0 1 0 0 0,16-10 0 0 0,100-39 121 0 0,-116 53-155 0 0,0 1 0 0 0,0 0 0 0 0,0 0 0 0 0,0 1 0 0 0,1 0-1 0 0,18-1 1 0 0,-25 3 2 0 0,1 0-1 0 0,0 0 0 0 0,0 1 0 0 0,0-1 0 0 0,-1 1 0 0 0,1 0 0 0 0,0 1 0 0 0,-1-1 1 0 0,1 0-1 0 0,-1 1 0 0 0,1 0 0 0 0,-1 0 0 0 0,0 0 0 0 0,1 0 0 0 0,-1 0 1 0 0,0 1-1 0 0,-1 0 0 0 0,1-1 0 0 0,0 1 0 0 0,-1 0 0 0 0,3 4 0 0 0,-1-1 15 0 0,0 1 0 0 0,-1 0 1 0 0,1-1-1 0 0,-1 2 0 0 0,-1-1 0 0 0,1 0 0 0 0,-1 0 0 0 0,-1 1 0 0 0,2 9 0 0 0,-1 10-144 0 0,-1 38 0 0 0,-2-33-104 0 0,1-25 27 0 0,1-1 0 0 0,0 1 0 0 0,-1-1 0 0 0,2 0 0 0 0,-1 1 0 0 0,1-1 1 0 0,0 0-1 0 0,0 0 0 0 0,6 10 0 0 0,1 2-812 0 0,1 17-2270 0 0,-7-31 2625 0 0,0 0 0 0 0,0-1 0 0 0,0 1 0 0 0,0-1 0 0 0,0 0 0 0 0,7 5 0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6:49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33 379 2401 0 0,'-27'0'4696'0'0,"21"-1"-1352"0"0,12-4-2527 0 0,-4 4-639 0 0,-1 1-135 0 0,1 0 0 0 0,-1 0 0 0 0,0 0 0 0 0,1-1 1 0 0,-1 1-1 0 0,0 0 0 0 0,1-1 0 0 0,-1 1 0 0 0,0-1 0 0 0,1 0 1 0 0,-1 1-1 0 0,0-1 0 0 0,0 0 0 0 0,0 0 0 0 0,0 0 0 0 0,0 0 0 0 0,0 0 1 0 0,0 0-1 0 0,1-1 0 0 0,-1 1-30 0 0,0-1 0 0 0,0 1 0 0 0,-1 0 0 0 0,1 1-1 0 0,0-1 1 0 0,0 0 0 0 0,0 0 0 0 0,1 0 0 0 0,-1 0 0 0 0,0 1 0 0 0,0-1 0 0 0,0 1 0 0 0,0-1-1 0 0,1 1 1 0 0,-1-1 0 0 0,0 1 0 0 0,0 0 0 0 0,1-1 0 0 0,-1 1 0 0 0,0 0 0 0 0,2 0 0 0 0,4-2 23 0 0,-5 2-33 0 0,0-1 0 0 0,-1 1-1 0 0,1-1 1 0 0,0 0 0 0 0,0 1-1 0 0,-1-1 1 0 0,1 0 0 0 0,0 0-1 0 0,-1 0 1 0 0,1-1 0 0 0,1-1 0 0 0,18-14-9 0 0,28-17-8 0 0,-5-20-52 0 0,95-95-278 0 0,-93 104 141 0 0,-45 43 203 0 0,0 0 1 0 0,-1 1-1 0 0,1-1 1 0 0,0 1 0 0 0,-1-1-1 0 0,1 0 1 0 0,-1 0-1 0 0,1 1 1 0 0,-1-1-1 0 0,0 0 1 0 0,0-3-1 0 0,0-2 69 0 0,-1 13 16 0 0,1 6 166 0 0,-4 93 2072 0 0,2-91-1963 0 0,0-1 0 0 0,-2 0 1 0 0,1 0-1 0 0,-2 0 0 0 0,-7 16 0 0 0,9-24-253 0 0,1-1-1 0 0,-1 1 0 0 0,1 0 0 0 0,0 0 0 0 0,1 0 0 0 0,-1 1 0 0 0,1-1 0 0 0,0 0 0 0 0,1 1 0 0 0,-1-1 0 0 0,1 0 0 0 0,0 1 0 0 0,0-1 1 0 0,1 0-1 0 0,-1 1 0 0 0,1-1 0 0 0,0 0 0 0 0,1 0 0 0 0,-1 1 0 0 0,5 8 0 0 0,-4-5-10 0 0,0-1 0 0 0,-1 1-1 0 0,0 0 1 0 0,-1 0 0 0 0,1 0-1 0 0,-3 11 1 0 0,1-13-52 0 0,1 0 0 0 0,0 0 0 0 0,0 0 1 0 0,0 0-1 0 0,1 0 0 0 0,0 0 0 0 0,0 0 0 0 0,3 7 0 0 0,18 14-17 0 0,-22-28-32 0 0,0 1 0 0 0,1-1-1 0 0,-1 0 1 0 0,0 0 0 0 0,0 1 0 0 0,1-1 0 0 0,-1 1 0 0 0,0-1-1 0 0,0 0 1 0 0,0 1 0 0 0,0-1 0 0 0,1 0 0 0 0,-1 1-1 0 0,0-1 1 0 0,0 1 0 0 0,0-1 0 0 0,0 0 0 0 0,0 1 0 0 0,0-1-1 0 0,0 1 1 0 0,0-1 0 0 0,0 0 0 0 0,0 1 0 0 0,-1-1 0 0 0,1 0-1 0 0,0 1 1 0 0,0-1 0 0 0,0 1 0 0 0,0-1 0 0 0,-1 0-1 0 0,1 1 1 0 0,0-1 0 0 0,0 0 0 0 0,0 1 0 0 0,-1-1 0 0 0,1 0-1 0 0,0 0 1 0 0,-1 1 0 0 0,1-1 0 0 0,0 0 0 0 0,-1 0 0 0 0,1 1-1 0 0,0-1 1 0 0,-1 0 0 0 0,1 0 0 0 0,0 0 0 0 0,-1 0 0 0 0,1 0-1 0 0,0 1 1 0 0,-1-1 0 0 0,1 0 0 0 0,-1 0 0 0 0,1 0-1 0 0,0 0 1 0 0,-1 0 0 0 0,1 0 0 0 0,-1 0 0 0 0,0 0-106 0 0,1 0 1 0 0,-1 0-1 0 0,0 0 0 0 0,1 0 1 0 0,-1 0-1 0 0,0 0 1 0 0,1 0-1 0 0,-1 0 0 0 0,0 0 1 0 0,1 0-1 0 0,-1 0 0 0 0,1 0 1 0 0,-1 0-1 0 0,0 0 1 0 0,1-1-1 0 0,-1 1 0 0 0,1 0 1 0 0,-1 0-1 0 0,0-1 1 0 0,1 1-1 0 0,-1 0 0 0 0,1-1 1 0 0,-1 1-1 0 0,1-1 1 0 0,-1 1-1 0 0,1-1 0 0 0,0 1 1 0 0,-1-1-1 0 0,1 1 1 0 0,-1-1-1 0 0,1 1 0 0 0,0-1 1 0 0,0 1-1 0 0,-1-1 1 0 0,1-1-1 0 0,0-6-1342 0 0,0 5 881 0 0,1-1-1 0 0,-1 1 1 0 0,0-1-1 0 0,0 1 1 0 0,-1 0-1 0 0,1-1 1 0 0,-1 1-1 0 0,0-1 1 0 0,0 1-1 0 0,-2-6 1 0 0,-24-20-3230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6:50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1 0 880 0 0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6:51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285 227 1281 0 0,'17'-10'928'0'0,"-7"4"243"0"0,1-1 0 0 0,17-14 1 0 0,-10 4 418 0 0,1 1 0 0 0,30-19 0 0 0,28-21 1857 0 0,-72 51-3183 0 0,-3 4-37 0 0,0 0 0 0 0,0 0 0 0 0,0-1 0 0 0,0 1 0 0 0,0-1-1 0 0,-1 0 1 0 0,1 1 0 0 0,-1-1 0 0 0,1 0 0 0 0,-1 0 0 0 0,0 0 0 0 0,0 0-1 0 0,1 0 1 0 0,-1 0 0 0 0,-1 0 0 0 0,1 0 0 0 0,0-1 0 0 0,0 1 0 0 0,-1 0-1 0 0,0 0 1 0 0,1-1 0 0 0,-1 1 0 0 0,0 0 0 0 0,0-1 0 0 0,0-2 2681 0 0,0 5-2865 0 0,0 0 0 0 0,0 1 0 0 0,0-1 0 0 0,1 0 0 0 0,-1 1 0 0 0,0-1 1 0 0,0 0-1 0 0,0 1 0 0 0,0-1 0 0 0,0 0 0 0 0,0 1 0 0 0,0-1 0 0 0,0 1 0 0 0,0-1 1 0 0,0 0-1 0 0,0 1 0 0 0,0-1 0 0 0,0 0 0 0 0,0 1 0 0 0,0-1 0 0 0,-1 1 0 0 0,1-1 1 0 0,0 0-1 0 0,0 1 0 0 0,0-1 0 0 0,0 0 0 0 0,-1 1 0 0 0,1-1 0 0 0,0 0 0 0 0,0 0 0 0 0,-1 1 1 0 0,1-1-1 0 0,0 0 0 0 0,-1 0 0 0 0,1 1 0 0 0,0-1 0 0 0,-1 0 0 0 0,1 0 0 0 0,0 0 1 0 0,-1 0-1 0 0,1 1 0 0 0,-1-1 0 0 0,-27 10 247 0 0,0 2 0 0 0,-47 27 0 0 0,21-10-280 0 0,38-20-3 0 0,-1 1 0 0 0,1 0-1 0 0,1 2 1 0 0,0 0 0 0 0,1 0 0 0 0,0 1-1 0 0,1 1 1 0 0,-16 22 0 0 0,15-20 12 0 0,9-9-23 0 0,0 0 1 0 0,1 0-1 0 0,0 0 0 0 0,0 1 0 0 0,1-1 0 0 0,-4 11 0 0 0,4-9-4 0 0,0-1 1 0 0,0 0-1 0 0,-1 0 1 0 0,-1 0-1 0 0,1 0 1 0 0,-12 13-1 0 0,1-4-8 0 0,-1 0-1 0 0,2 0 0 0 0,1 2 1 0 0,0-1-1 0 0,1 2 0 0 0,1 0 1 0 0,-14 37-1 0 0,24-54 25 0 0,0 1 0 0 0,0 0 0 0 0,1-1 1 0 0,-1 1-1 0 0,1 0 0 0 0,0 0 0 0 0,0 0 0 0 0,0-1 0 0 0,1 1 1 0 0,0 0-1 0 0,-1 0 0 0 0,1-1 0 0 0,1 1 0 0 0,-1-1 0 0 0,0 1 0 0 0,1-1 1 0 0,0 1-1 0 0,-1-1 0 0 0,1 0 0 0 0,1 0 0 0 0,-1 0 0 0 0,0 0 1 0 0,1 0-1 0 0,0 0 0 0 0,-1-1 0 0 0,5 3 0 0 0,3 3-356 0 0,2 0 0 0 0,-1-1 0 0 0,1 0 0 0 0,-1-1 0 0 0,26 8 0 0 0,32 8-4347 0 0,18-1-4843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6:52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1761 0 0,'0'-3'890'0'0,"-1"-15"272"0"0,1 17-1044 0 0,0 1-1 0 0,0-1 1 0 0,0 1-1 0 0,0-1 0 0 0,0 1 1 0 0,0-1-1 0 0,0 1 0 0 0,0-1 1 0 0,0 1-1 0 0,1 0 0 0 0,-1-1 1 0 0,0 1-1 0 0,0-1 0 0 0,0 1 1 0 0,0-1-1 0 0,1 1 0 0 0,-1-1 1 0 0,0 1-1 0 0,0 0 0 0 0,1-1 1 0 0,-1 1-1 0 0,0-1 1 0 0,1 1-1 0 0,-1 0 0 0 0,1 0 1 0 0,-1-1-1 0 0,0 1 0 0 0,1-1 1 0 0,21 1 1229 0 0,-22 0-1316 0 0,0 0 1 0 0,0 0-1 0 0,1 0 0 0 0,-1 0 1 0 0,0 0-1 0 0,0 0 0 0 0,0 0 1 0 0,0 0-1 0 0,0 0 0 0 0,0-1 1 0 0,1 1-1 0 0,-1 0 0 0 0,0 0 1 0 0,0 0-1 0 0,0 0 0 0 0,0 0 1 0 0,0 0-1 0 0,1 0 0 0 0,-1 0 1 0 0,0 0-1 0 0,0 0 0 0 0,0 0 1 0 0,0 0-1 0 0,0 0 0 0 0,0 0 1 0 0,1 0-1 0 0,-1 0 0 0 0,0 0 1 0 0,0 1-1 0 0,0-1 0 0 0,0 0 1 0 0,0 0-1 0 0,0 0 0 0 0,1 0 1 0 0,-1 0-1 0 0,0 0 0 0 0,0 0 1 0 0,0 0-1 0 0,0 0 0 0 0,0 0 1 0 0,0 1-1 0 0,0-1 0 0 0,0 0 1 0 0,0 0-1 0 0,1 0 0 0 0,-1 0 1 0 0,0 0-1 0 0,0 0 0 0 0,0 1 1 0 0,0-1-1 0 0,0 0 0 0 0,0 0 1 0 0,0 0-1 0 0,0 0 1 0 0,0 0-1 0 0,0 1 0 0 0,0-1 1 0 0,0 0-1 0 0,0 0 0 0 0,0 0 1 0 0,0 0-1 0 0,0 1-7 0 0,0-1 0 0 0,0 0 0 0 0,0 0 0 0 0,-1 0 0 0 0,1 0 0 0 0,0 0 0 0 0,0 1 0 0 0,0-1-1 0 0,0 0 1 0 0,0 0 0 0 0,1 0 0 0 0,-1 0 0 0 0,0 0 0 0 0,0 1 0 0 0,0-1 0 0 0,0 0 0 0 0,0 0 0 0 0,0 0 0 0 0,0 0 0 0 0,0 0 0 0 0,0 0 0 0 0,0 1 0 0 0,0-1 0 0 0,0 0 0 0 0,0 0 0 0 0,1 0 0 0 0,-1 0 0 0 0,0 0 0 0 0,0 0 0 0 0,0 0 0 0 0,0 0-1 0 0,0 0 1 0 0,0 0 0 0 0,0 1 0 0 0,1-1 0 0 0,-1 0 0 0 0,0 0 0 0 0,0 0 0 0 0,0 0 0 0 0,0 0 0 0 0,0 0 0 0 0,1 0 0 0 0,-1 0 0 0 0,0 0 0 0 0,0 0 0 0 0,0 0 0 0 0,0 0 0 0 0,0 0 0 0 0,1 0 0 0 0,-1 0 0 0 0,0 0 0 0 0,0-1 0 0 0,0 1-1 0 0,0 0 1 0 0,0 0 0 0 0,0 0 0 0 0,1 0 0 0 0,-1 0 0 0 0,0 0 0 0 0,0 0 0 0 0,0 0 0 0 0,5-1 233 0 0,-5 1-208 0 0,1 0-1 0 0,0 0 0 0 0,-1-1 1 0 0,1 1-1 0 0,0 0 0 0 0,-1 0 1 0 0,1 0-1 0 0,0 0 1 0 0,0 0-1 0 0,-1 0 0 0 0,1 0 1 0 0,0 0-1 0 0,-1 0 0 0 0,1 0 1 0 0,0 1-1 0 0,-1-1 0 0 0,1 0 1 0 0,0 0-1 0 0,-1 1 0 0 0,1-1 1 0 0,0 0-1 0 0,-1 1 0 0 0,1-1 1 0 0,-1 0-1 0 0,1 1 0 0 0,-1-1 1 0 0,1 1-1 0 0,-1-1 0 0 0,1 1 1 0 0,-1-1-1 0 0,1 1 0 0 0,-1 0 1 0 0,0-1-1 0 0,1 1 1 0 0,-1-1-1 0 0,0 1 0 0 0,0 0 1 0 0,1-1-1 0 0,-1 1 0 0 0,0 0 1 0 0,0 0-1 0 0,0-1 0 0 0,0 1 1 0 0,0 0-1 0 0,0 0 0 0 0,0 0-9 0 0,0 0 1 0 0,1 0-1 0 0,-1-1 0 0 0,0 1 0 0 0,0 0 0 0 0,0 0 0 0 0,1-1 0 0 0,-1 1 0 0 0,0 0 0 0 0,1 0 0 0 0,-1-1 1 0 0,1 1-1 0 0,-1-1 0 0 0,1 1 0 0 0,-1 0 0 0 0,1-1 0 0 0,-1 1 0 0 0,1-1 0 0 0,0 1 0 0 0,-1-1 1 0 0,1 1-1 0 0,-1-1 0 0 0,1 1 0 0 0,0-1 0 0 0,0 0 0 0 0,-1 0 0 0 0,1 1 0 0 0,1-1 0 0 0,-1 0-11 0 0,0 1-1 0 0,0-1 0 0 0,0 0 0 0 0,0 1 0 0 0,0-1 0 0 0,0 1 0 0 0,-1-1 0 0 0,1 1 0 0 0,0-1 1 0 0,0 1-1 0 0,0-1 0 0 0,-1 1 0 0 0,1 0 0 0 0,0 0 0 0 0,-1-1 0 0 0,1 1 0 0 0,-1 0 0 0 0,1 0 1 0 0,-1 0-1 0 0,1-1 0 0 0,-1 1 0 0 0,1 0 0 0 0,-1 0 0 0 0,0 0 0 0 0,0 0 0 0 0,1 0 1 0 0,-1 0-1 0 0,0 0 0 0 0,0 1 0 0 0,0 0 30 0 0,0 0 1 0 0,0 0 0 0 0,0 0-1 0 0,1 0 1 0 0,-1 0-1 0 0,1 0 1 0 0,-1-1 0 0 0,1 1-1 0 0,0 0 1 0 0,-1 0-1 0 0,1 0 1 0 0,0-1 0 0 0,0 1-1 0 0,0-1 1 0 0,1 1-1 0 0,1 2 1 0 0,-1-2-19 0 0,0 0 1 0 0,-1 0-1 0 0,1 0 1 0 0,-1 0-1 0 0,0 1 1 0 0,1-1-1 0 0,-1 1 0 0 0,1 4 1 0 0,9 67 560 0 0,11 9-266 0 0,-11 8-201 0 0,-4-60-53 0 0,11 33 0 0 0,-8-33 93 0 0,9 50 1 0 0,-12-28 54 0 0,-3-20 229 0 0,1-1 1 0 0,17 60 0 0 0,35 97 832 0 0,17 45-1140 0 0,-68-218-595 0 0,1 0 0 0 0,13 22 0 0 0,-18-35-293 0 0,0 1-1 0 0,1-1 1 0 0,-1 0-1 0 0,1 1 0 0 0,0-1 1 0 0,0 0-1 0 0,6 4 1 0 0,-7-6-2240 0 0,-2-1 2803 0 0,0 0 0 0 0,1 0 0 0 0,-1 0 0 0 0,0 0 0 0 0,0 0-1 0 0,0 0 1 0 0,0 0 0 0 0,0 0 0 0 0,1 0 0 0 0,-1-1 0 0 0,0 1-1 0 0,0 0 1 0 0,1-5-6656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6:53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2801 0 0,'3'-5'4981'0'0,"6"3"-3670"0"0,5 3-1474 0 0,-13-1 611 0 0,4 0 3567 0 0,1 2-3282 0 0,-5-1-561 0 0,0-1-81 0 0,1 0 1 0 0,-1 0-1 0 0,1 1 1 0 0,-1-1-1 0 0,1 1 1 0 0,-1 0-1 0 0,0-1 1 0 0,1 1-1 0 0,-1 0 1 0 0,0 0-1 0 0,1 0 1 0 0,-1 0-1 0 0,0 0 0 0 0,0 0 1 0 0,0 0-1 0 0,0 0 1 0 0,0 0-1 0 0,0 0 1 0 0,1 3-1 0 0,-1-3-17 0 0,0 0-1 0 0,0 1 1 0 0,0-1-1 0 0,0 0 1 0 0,0 1-1 0 0,0-1 1 0 0,1 0-1 0 0,-1 0 1 0 0,0 0-1 0 0,1 0 0 0 0,-1 0 1 0 0,1-1-1 0 0,-1 1 1 0 0,1 0-1 0 0,-1-1 1 0 0,1 1-1 0 0,-1-1 1 0 0,1 1-1 0 0,0-1 1 0 0,-1 0-1 0 0,4 1 1 0 0,0 0 124 0 0,369 106 3123 0 0,-45-29-3447 0 0,-298-72-588 0 0,7 0-4048 0 0,-6-11-4816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02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876 0 160 0 0,'0'0'73'0'0,"0"1"-1"0"0,0-1 1 0 0,1 0-1 0 0,-1 0 0 0 0,0 0 1 0 0,0 1-1 0 0,0-1 1 0 0,0 0-1 0 0,0 0 1 0 0,0 0-1 0 0,0 1 1 0 0,0-1-1 0 0,0 0 1 0 0,0 0-1 0 0,0 1 1 0 0,0-1-1 0 0,0 0 1 0 0,0 0-1 0 0,0 0 1 0 0,0 1-1 0 0,0-1 1 0 0,0 0-1 0 0,0 0 1 0 0,0 1-1 0 0,0-1 0 0 0,0 0 1 0 0,0 0-1 0 0,0 0 1 0 0,0 1-1 0 0,0-1 1 0 0,-1 0-1 0 0,1 0 1 0 0,0 0-1 0 0,0 0 1 0 0,0 1-1 0 0,0-1 1 0 0,0 0-1 0 0,-1 0 1 0 0,1 0-1 0 0,0 0 1 0 0,0 0-1 0 0,0 0 1 0 0,-1 1-1 0 0,1-1 1 0 0,0 0-1 0 0,0 0 1 0 0,0 0-1 0 0,-1 0 0 0 0,1 0 1 0 0,0 0-1 0 0,0 0 1 0 0,-1 0-1 0 0,1 0 1 0 0,0 0-1 0 0,0 0 1 0 0,0 0-1 0 0,-1 0 1 0 0,1 0-1 0 0,0 0 1 0 0,-7 0 611 0 0,1 1 0 0 0,0 0 0 0 0,0 1 0 0 0,-1-1 0 0 0,1 1-1 0 0,0 0 1 0 0,1 1 0 0 0,-1 0 0 0 0,0-1 0 0 0,1 2 0 0 0,-1-1 0 0 0,-6 7 0 0 0,-35 18 1577 0 0,47-28-2217 0 0,-2 1 12 0 0,1 0 0 0 0,-1-1 0 0 0,0 1 0 0 0,0 0 0 0 0,1-1-1 0 0,-1 1 1 0 0,0-1 0 0 0,0 1 0 0 0,0-1 0 0 0,0 0 0 0 0,0 0 0 0 0,1 0 0 0 0,-3 0 0 0 0,2 0-1 0 0,0-1 1 0 0,0 1 0 0 0,0 0-1 0 0,0 0 1 0 0,-1 0 0 0 0,1 0-1 0 0,0 0 1 0 0,0 0 0 0 0,0 0-1 0 0,0 1 1 0 0,0-1 0 0 0,0 1-1 0 0,0 0 1 0 0,0-1 0 0 0,0 1-1 0 0,-2 1 1 0 0,-44 24 45 0 0,2-2 279 0 0,-19 17 420 0 0,11-18-406 0 0,1 2-1 0 0,1 2 1 0 0,-72 50-1 0 0,-44 54-113 0 0,127-101 678 0 0,24-20-2549 0 0,10-36-17224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03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56 240 0 0,'0'0'414'0'0,"1"-2"-132"0"0,-8-1-178 0 0,-20 2 443 0 0,26-9 4739 0 0,-3 6-5769 0 0,2 4 494 0 0,1 1-8 0 0,0-1 0 0 0,0 0 0 0 0,0 0 0 0 0,-1 0 0 0 0,1 0 0 0 0,0 0 0 0 0,0 0 0 0 0,0 0 0 0 0,0-1 0 0 0,0 1 0 0 0,0 0 0 0 0,0 0 0 0 0,-1-1 0 0 0,1 1 0 0 0,0-1 0 0 0,0 1 0 0 0,0-1 0 0 0,0 0 0 0 0,1 1 0 0 0,-1-1 0 0 0,0 0 0 0 0,-2-1 0 0 0,3 1-2 0 0,-1 0 0 0 0,0 0-1 0 0,1 1 1 0 0,-1-1 0 0 0,0 0 0 0 0,0 1 0 0 0,1-1 0 0 0,-1 0 0 0 0,0 1 0 0 0,0-1 0 0 0,0 1 0 0 0,0-1 0 0 0,0 1 0 0 0,0 0 0 0 0,0-1 0 0 0,0 1 0 0 0,0 0 0 0 0,0 0-1 0 0,0 0 1 0 0,0 0 0 0 0,-1 0 0 0 0,1-1 5 0 0,-4-1 61 0 0,5 1 85 0 0,0 1 0 0 0,0-1 0 0 0,0 1 0 0 0,0-1 0 0 0,0 0 0 0 0,0 1 0 0 0,0-1 0 0 0,0 1 0 0 0,0-1 1 0 0,-1 0-1 0 0,1 1 0 0 0,0-1 0 0 0,0 1 0 0 0,-1-1 0 0 0,1 1 0 0 0,0-1 0 0 0,-1 1 0 0 0,1-1 0 0 0,-1 1 0 0 0,0-1 0 0 0,0 0-146 0 0,0 1 0 0 0,0 0 0 0 0,0-1 0 0 0,-1 1 0 0 0,1 0 0 0 0,0-1 0 0 0,0 1 0 0 0,-1 0 0 0 0,1 0-1 0 0,0 0 1 0 0,0 0 0 0 0,-1 0 0 0 0,1 1 0 0 0,0-1 0 0 0,-2 1 0 0 0,2-1 228 0 0,-4 0 419 0 0,-23 5 134 0 0,23-4 601 0 0,5 9-708 0 0,0 117 2201 0 0,0-124-2806 0 0,0 1-1 0 0,1 0 1 0 0,-1 0-1 0 0,1-1 1 0 0,0 1-1 0 0,0-1 1 0 0,1 1-1 0 0,-1-1 1 0 0,0 1-1 0 0,1-1 1 0 0,0 1-1 0 0,2 2 1 0 0,-2-3-13 0 0,0 0 0 0 0,0 1 0 0 0,0-1 0 0 0,0 0 0 0 0,-1 1 0 0 0,0 0 0 0 0,0-1 0 0 0,0 1 0 0 0,0 0 0 0 0,0-1-1 0 0,-1 1 1 0 0,1 4 0 0 0,-1-3-9 0 0,0 0 0 0 0,1 1-1 0 0,0-1 1 0 0,0 0 0 0 0,1 0-1 0 0,-1 0 1 0 0,1 0 0 0 0,0-1-1 0 0,4 8 1 0 0,-3-7 6 0 0,-1-1 1 0 0,0 1-1 0 0,0 0 1 0 0,0 0-1 0 0,-1 0 0 0 0,0 0 1 0 0,0 0-1 0 0,0 0 0 0 0,0 8 1 0 0,-1-1 124 0 0,-1-9-264 0 0,0 1 0 0 0,1-1 0 0 0,0 1 1 0 0,0-1-1 0 0,0 0 0 0 0,0 1 0 0 0,0-1 0 0 0,1 0 0 0 0,0 1 1 0 0,-1-1-1 0 0,1 0 0 0 0,3 6 0 0 0,-4-8-76 0 0,1-1-1 0 0,-1 0 1 0 0,1 0 0 0 0,-1 1-1 0 0,0-1 1 0 0,1 0 0 0 0,0 0-1 0 0,-1 0 1 0 0,1 0 0 0 0,-1 0-1 0 0,1 0 1 0 0,-1 0 0 0 0,1 0-1 0 0,-1 0 1 0 0,1 0 0 0 0,-1 0-1 0 0,1 0 1 0 0,-1 0 0 0 0,1 0-1 0 0,-1 0 1 0 0,1-1 0 0 0,-1 1-1 0 0,1 0 1 0 0,0-1 0 0 0,-19-11-7568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07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42 80 0 0,'1'-2'5451'0'0,"-7"-2"-4806"0"0,-13 3 1027 0 0,10 1 1085 0 0,9-3-270 0 0,0 3-2438 0 0,1-1 0 0 0,-1 1 0 0 0,0 0 0 0 0,0 0-1 0 0,0-1 1 0 0,0 1 0 0 0,0 0 0 0 0,0-1 0 0 0,0 1 0 0 0,0 0 0 0 0,0-1 0 0 0,0 1-1 0 0,0 0 1 0 0,0 0 0 0 0,0-1 0 0 0,0 1 0 0 0,0 0 0 0 0,0-1 0 0 0,0 1 0 0 0,0 0-1 0 0,0-1 1 0 0,0 1 0 0 0,0 0 0 0 0,0 0 0 0 0,-1-1 0 0 0,1 1 0 0 0,0 0 0 0 0,0 0-1 0 0,0-1 1 0 0,-1 1 0 0 0,1 0 0 0 0,0 0 0 0 0,0-1 0 0 0,0 1 0 0 0,-1 0 0 0 0,1 0-1 0 0,0 0 1 0 0,-1 0 0 0 0,1-1 0 0 0,0 1 0 0 0,0 0 0 0 0,-1 0 0 0 0,1 0 0 0 0,0 0-1 0 0,-1 0 1 0 0,-26 0 872 0 0,27 2-747 0 0,0-2-171 0 0,0 0-1 0 0,0 0 0 0 0,0 1 0 0 0,0-1 1 0 0,0 0-1 0 0,0 0 0 0 0,0 0 1 0 0,0 0-1 0 0,0 1 0 0 0,0-1 0 0 0,0 0 1 0 0,0 0-1 0 0,0 0 0 0 0,0 1 1 0 0,0-1-1 0 0,0 0 0 0 0,0 0 0 0 0,0 0 1 0 0,0 0-1 0 0,0 1 0 0 0,0-1 1 0 0,0 0-1 0 0,0 0 0 0 0,0 0 0 0 0,0 1 1 0 0,0-1-1 0 0,0 0 0 0 0,-1 0 0 0 0,1 0 1 0 0,0 0-1 0 0,0 0 0 0 0,0 1 1 0 0,0-1-1 0 0,0 0 0 0 0,0 0 0 0 0,-1 0 1 0 0,1 0-1 0 0,0 0 0 0 0,0 0 1 0 0,0 0-1 0 0,0 0 0 0 0,-1 0 0 0 0,1 0 1 0 0,0 1-1 0 0,0-1 0 0 0,0 0 0 0 0,-1 0 1 0 0,1 0-1 0 0,0 0 0 0 0,0 0 1 0 0,0 0-1 0 0,0 0 0 0 0,-1 0 0 0 0,1 0 1 0 0,0-1-1 0 0,0 1 0 0 0,-1 0 1 0 0,-10-1 35 0 0,9 1-22 0 0,15 2-4 0 0,-7 2-52 0 0,-6-3 61 0 0,1 0 0 0 0,-1 0 0 0 0,1-1 0 0 0,-1 1 0 0 0,1-1 0 0 0,0 1 0 0 0,-1 0 0 0 0,1-1 0 0 0,0 1 0 0 0,-1-1 0 0 0,1 1 0 0 0,0-1 1 0 0,0 0-1 0 0,0 1 0 0 0,-1-1 0 0 0,1 0 0 0 0,0 0 0 0 0,0 1 0 0 0,0-1 0 0 0,0 0 0 0 0,-1 0 0 0 0,1 0 0 0 0,0 0 0 0 0,0 0 0 0 0,0 0 0 0 0,0 0 0 0 0,0 0 0 0 0,-1-1 0 0 0,1 1 0 0 0,0 0 0 0 0,1-1 0 0 0,5 1 80 0 0,-6-2 42 0 0,-2 2-138 0 0,1 0 1 0 0,0 0 0 0 0,0 0-1 0 0,0 0 1 0 0,0-1 0 0 0,0 1-1 0 0,0 0 1 0 0,0 0 0 0 0,0 0-1 0 0,0 0 1 0 0,0-1 0 0 0,0 1-1 0 0,0 0 1 0 0,0 0 0 0 0,0 0 0 0 0,0-1-1 0 0,0 1 1 0 0,0 0 0 0 0,0 0-1 0 0,0 0 1 0 0,0 0 0 0 0,0-1-1 0 0,0 1 1 0 0,1 0 0 0 0,-1 0-1 0 0,0 0 1 0 0,0 0 0 0 0,0-1 0 0 0,0 1-1 0 0,0 0 1 0 0,0 0 0 0 0,0 0-1 0 0,1 0 1 0 0,-1 0 0 0 0,0 0-1 0 0,0 0 1 0 0,0-1 0 0 0,0 1-1 0 0,1 0 1 0 0,-1 0 0 0 0,0 0-1 0 0,0 0 1 0 0,0 0 0 0 0,0 0 0 0 0,1 0-1 0 0,-1 0 1 0 0,0 0 0 0 0,0 0-1 0 0,0 0 1 0 0,1 0 0 0 0,-1 0-1 0 0,0 0 1 0 0,0 0 0 0 0,0 0-1 0 0,0 0 1 0 0,1 0 0 0 0,21-4 181 0 0,-15-1 141 0 0,-4 1-270 0 0,0 4-17 0 0,-2 0-24 0 0,1-1 0 0 0,-1 1-1 0 0,1 0 1 0 0,0 0 0 0 0,-1-1-1 0 0,1 1 1 0 0,-1-1-1 0 0,0 1 1 0 0,1-1 0 0 0,-1 0-1 0 0,1 0 1 0 0,-1 0-1 0 0,0 1 1 0 0,0-1 0 0 0,3-3-1 0 0,1 2 91 0 0,22-5 120 0 0,-27 7-223 0 0,0 1 1 0 0,0-1 0 0 0,0 0-1 0 0,0 0 1 0 0,0 1 0 0 0,0-1 0 0 0,0 0-1 0 0,0 0 1 0 0,0 1 0 0 0,1-1-1 0 0,-1 0 1 0 0,0 0 0 0 0,0 1-1 0 0,0-1 1 0 0,0 0 0 0 0,0 0-1 0 0,0 1 1 0 0,0-1 0 0 0,1 0-1 0 0,-1 0 1 0 0,0 0 0 0 0,0 0 0 0 0,0 1-1 0 0,1-1 1 0 0,-1 0 0 0 0,0 0-1 0 0,0 0 1 0 0,0 0 0 0 0,1 0-1 0 0,-1 1 1 0 0,0-1 0 0 0,0 0-1 0 0,1 0 1 0 0,-1 0 0 0 0,0 0-1 0 0,1 0 1 0 0,7 2-53 0 0,-7-2 73 0 0,0 0 0 0 0,0 0 0 0 0,0 0 1 0 0,-1 0-1 0 0,1 1 0 0 0,0-1 0 0 0,0 0 0 0 0,0 0 1 0 0,-1 1-1 0 0,1-1 0 0 0,0 0 0 0 0,0 1 1 0 0,-1-1-1 0 0,1 1 0 0 0,0-1 0 0 0,-1 1 0 0 0,2 0 1 0 0,-2 1 39 0 0,1 0 0 0 0,0 1 0 0 0,0-1 0 0 0,-1 0 0 0 0,1 0 0 0 0,-1 1 0 0 0,0-1 0 0 0,0 0 0 0 0,0 0 0 0 0,0 4 0 0 0,0-4-49 0 0,0-1 0 0 0,0 1 0 0 0,0-1 1 0 0,0 1-1 0 0,0-1 0 0 0,-1 1 0 0 0,1-1 1 0 0,-1 1-1 0 0,1-1 0 0 0,-1 1 0 0 0,1-1 1 0 0,-1 0-1 0 0,0 1 0 0 0,1-1 0 0 0,-1 0 1 0 0,0 1-1 0 0,0-1 0 0 0,0 0 0 0 0,0 0 1 0 0,0 0-1 0 0,-1 0 0 0 0,1 0 0 0 0,0 0 1 0 0,0 0-1 0 0,-1 0 0 0 0,1-1 0 0 0,-2 2 0 0 0,-2 1-3 0 0,4-3-10 0 0,1-1 1 0 0,-1 1-1 0 0,0-1 1 0 0,1 1 0 0 0,-1-1-1 0 0,1 1 1 0 0,-1-1-1 0 0,1 1 1 0 0,-1-1 0 0 0,1 0-1 0 0,-1 1 1 0 0,1-1-1 0 0,0 0 1 0 0,-1 1 0 0 0,1-1-1 0 0,0 0 1 0 0,-1 0-1 0 0,1 1 1 0 0,0-1 0 0 0,0 0-1 0 0,0 1 1 0 0,0-1-1 0 0,0 0 1 0 0,0 0 0 0 0,0 0-1 0 0,0 1 1 0 0,0-1-1 0 0,0 0 1 0 0,0 0 0 0 0,1 0-1 0 0,-1-1 4 0 0,-1 1 0 0 0,1-1 1 0 0,0 0-1 0 0,0 0 0 0 0,0 1 0 0 0,1-1 0 0 0,-1 0 0 0 0,0 1 0 0 0,1-1 1 0 0,-1 0-1 0 0,1 1 0 0 0,-1-1 0 0 0,1 0 0 0 0,0 1 0 0 0,0-1 0 0 0,0 1 0 0 0,1-2 1 0 0,1 2-9 0 0,-1 1 0 0 0,-1-1 0 0 0,0 1 1 0 0,1 0-1 0 0,-1-1 0 0 0,0 1 1 0 0,1-1-1 0 0,-1 1 0 0 0,0-1 1 0 0,0 1-1 0 0,1-1 0 0 0,-1 0 1 0 0,0 0-1 0 0,0 0 1 0 0,0 1-1 0 0,0-1 0 0 0,0 0 1 0 0,0 0-1 0 0,1-2 0 0 0,-2 2 0 0 0,0 1-1 0 0,0 0 0 0 0,0 0 1 0 0,0 0-1 0 0,0-1 0 0 0,0 1 1 0 0,0 0-1 0 0,0 0 0 0 0,0 0 1 0 0,0-1-1 0 0,0 1 0 0 0,0 0 1 0 0,1 0-1 0 0,-1 0 0 0 0,0 0 1 0 0,0-1-1 0 0,0 1 0 0 0,0 0 1 0 0,0 0-1 0 0,0 0 0 0 0,1 0 1 0 0,-1-1-1 0 0,0 1 0 0 0,0 0 1 0 0,0 0-1 0 0,0 0 0 0 0,1 0 1 0 0,-1 0-1 0 0,0 0 0 0 0,0 0 1 0 0,0 0-1 0 0,1 0 0 0 0,-1-1 1 0 0,0 1-1 0 0,0 0 0 0 0,0 0 1 0 0,1 0-1 0 0,-1 0 0 0 0,0 0 1 0 0,1 0-1 0 0,13-1-41 0 0,-14 1 42 0 0,1 0 0 0 0,-1 0 0 0 0,0 0 0 0 0,1 0 0 0 0,-1 0 0 0 0,1 0 0 0 0,-1 0 0 0 0,1 0 0 0 0,-1 0 0 0 0,1 0 0 0 0,-1 0 0 0 0,1 0 0 0 0,-1 0 0 0 0,0 1 0 0 0,1-1 0 0 0,-1 0 0 0 0,1 0 0 0 0,-1 0 0 0 0,0 1 0 0 0,1-1 0 0 0,-1 0 0 0 0,1 1 0 0 0,-1-1 0 0 0,0 0 0 0 0,0 1 0 0 0,1-1 0 0 0,-1 0 0 0 0,0 1 0 0 0,1-1 0 0 0,-1 1 0 0 0,0-1 0 0 0,0 0 0 0 0,0 1 0 0 0,1 0 0 0 0,-1 0 1 0 0,0-1 0 0 0,0 1 0 0 0,0 0 0 0 0,0-1 0 0 0,0 1 0 0 0,0 0 0 0 0,0-1 0 0 0,0 1 0 0 0,1 0 0 0 0,-1-1 0 0 0,0 1 0 0 0,1 0 0 0 0,-1-1 0 0 0,0 1 0 0 0,1-1 0 0 0,-1 1 0 0 0,0-1 0 0 0,1 1 0 0 0,-1-1 0 0 0,1 1 0 0 0,-1-1 0 0 0,1 1 0 0 0,-1-1 0 0 0,1 0 0 0 0,0 1 0 0 0,-1-1 0 0 0,1 0 0 0 0,-1 1 0 0 0,1-1 0 0 0,0 0 0 0 0,-1 0 0 0 0,1 0 0 0 0,0 0 0 0 0,0 1 0 0 0,0-1 3 0 0,0 0 0 0 0,0 0 0 0 0,0 0 0 0 0,0 1 0 0 0,0-1 0 0 0,-1 0 0 0 0,1 1 0 0 0,0-1 1 0 0,0 1-1 0 0,0-1 0 0 0,-1 1 0 0 0,1-1 0 0 0,0 1 0 0 0,-1 0 0 0 0,1-1 0 0 0,0 1 0 0 0,-1 0 0 0 0,1-1 0 0 0,-1 1 0 0 0,1 0 0 0 0,-1 0 0 0 0,1-1 0 0 0,-1 1 0 0 0,0 0 0 0 0,1 0 0 0 0,-1 0 0 0 0,0 0 0 0 0,0 0 0 0 0,0 0 0 0 0,1 0 0 0 0,-1-1 0 0 0,0 1 0 0 0,0 0 0 0 0,-1 2 0 0 0,1-2-57 0 0,-1 0-1 0 0,0 0 0 0 0,0 0 1 0 0,0 0-1 0 0,0 0 0 0 0,0 0 1 0 0,0-1-1 0 0,0 1 0 0 0,0 0 1 0 0,0 0-1 0 0,0-1 0 0 0,0 1 1 0 0,0-1-1 0 0,-1 1 0 0 0,1-1 1 0 0,0 0-1 0 0,0 1 1 0 0,-1-1-1 0 0,1 0 0 0 0,0 0 1 0 0,-1 0-1 0 0,1 0 0 0 0,0 0 1 0 0,0 0-1 0 0,-3 0 0 0 0,-49-1-5777 0 0,39 1 2934 0 0,-18-1-2038 0 0,-1-5 468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11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21 720 0 0,'0'0'2255'0'0,"0"-10"9930"0"0,5 7-10150 0 0,15 0-1892 0 0,-1 0 0 0 0,1 2 1 0 0,-1 1-1 0 0,1 0 1 0 0,0 1-1 0 0,-1 1 0 0 0,35 8 1 0 0,-51-8-137 0 0,1-1-1 0 0,-1 1 1 0 0,0-1 0 0 0,0 1 0 0 0,1 0 0 0 0,-1 0 0 0 0,0 1 0 0 0,-1-1-1 0 0,4 3 1 0 0,-2 0 9 0 0,1-1-1 0 0,0-1 0 0 0,0 1 0 0 0,0 0 1 0 0,7 2-1 0 0,-3-1 49 0 0,0-1 0 0 0,0 1 1 0 0,-1 1-1 0 0,0-1 1 0 0,0 1-1 0 0,0 1 0 0 0,-1-1 1 0 0,0 1-1 0 0,-1 1 0 0 0,1-1 1 0 0,-1 1-1 0 0,-1 0 0 0 0,1 1 1 0 0,-1-1-1 0 0,-1 1 0 0 0,4 10 1 0 0,3 23 375 0 0,1-26-305 0 0,-11-14-117 0 0,1-1 0 0 0,-1 1 0 0 0,0-1 0 0 0,1 1 0 0 0,-1 0 0 0 0,0-1 0 0 0,0 1 0 0 0,0 0 0 0 0,0 0-1 0 0,-1-1 1 0 0,1 1 0 0 0,0 0 0 0 0,-1 0 0 0 0,1 0 0 0 0,-1 0 0 0 0,0 4 0 0 0,0-5-13 0 0,0 0 0 0 0,0 1 0 0 0,-1-1 0 0 0,1 0-1 0 0,0 0 1 0 0,0 0 0 0 0,0 1 0 0 0,1-1 0 0 0,-1 0 0 0 0,0 0 0 0 0,0 0 0 0 0,1 0-1 0 0,-1 0 1 0 0,0 1 0 0 0,1-1 0 0 0,-1 0 0 0 0,1 0 0 0 0,0 0 0 0 0,-1 0 0 0 0,1 0 0 0 0,0 0-1 0 0,-1 0 1 0 0,1-1 0 0 0,0 1 0 0 0,0 0 0 0 0,0 0 0 0 0,0-1 0 0 0,0 1 0 0 0,0 0-1 0 0,0-1 1 0 0,0 1 0 0 0,0-1 0 0 0,0 1 0 0 0,0-1 0 0 0,0 0 0 0 0,1 1 0 0 0,-1-1 0 0 0,0 0-1 0 0,0 0 1 0 0,2 0 0 0 0,3 1 182 0 0,-12-2-321 0 0,-15-5 68 0 0,-12-15 66 0 0,22 7 66 0 0,3 7-17 0 0,-1 1-1 0 0,0 0 1 0 0,-1 0-1 0 0,-18-7 1 0 0,0-1 29 0 0,22 11-61 0 0,-1 0 1 0 0,1 0 0 0 0,0 1 0 0 0,-1 0 0 0 0,0 1-1 0 0,1-1 1 0 0,-1 1 0 0 0,-8 0 0 0 0,10 1 12 0 0,0-1 1 0 0,0 0 0 0 0,0 1-1 0 0,0-2 1 0 0,0 1 0 0 0,0 0-1 0 0,0-1 1 0 0,0 0 0 0 0,-8-5 0 0 0,5 4 6 0 0,0 1 1 0 0,1 0-1 0 0,-1 1 1 0 0,0 0-1 0 0,0 0 1 0 0,0 1 0 0 0,0-1-1 0 0,0 2 1 0 0,0-1-1 0 0,-11 3 1 0 0,18-3-35 0 0,1 0-1 0 0,0 0 1 0 0,0 0-1 0 0,0 0 0 0 0,-1 0 1 0 0,1 0-1 0 0,0 0 1 0 0,0 0-1 0 0,-1 0 1 0 0,1 0-1 0 0,0 1 1 0 0,0-1-1 0 0,0 0 1 0 0,0 0-1 0 0,-1 0 1 0 0,1 0-1 0 0,0 0 1 0 0,0 0-1 0 0,0 0 1 0 0,-1 1-1 0 0,1-1 1 0 0,0 0-1 0 0,0 0 1 0 0,0 0-1 0 0,0 0 1 0 0,0 0-1 0 0,0 1 1 0 0,-1-1-1 0 0,1 0 1 0 0,0 0-1 0 0,0 0 1 0 0,0 1-1 0 0,0-1 1 0 0,0 0-1 0 0,0 0 1 0 0,0 0-1 0 0,0 1 1 0 0,0-1-1 0 0,-5 8 128 0 0,-4-2-59 0 0,1 0 0 0 0,0 1 0 0 0,0 0 0 0 0,1 0 1 0 0,-8 10-1 0 0,15-16-61 0 0,-1 0 1 0 0,1 0 0 0 0,-1 0-1 0 0,1 1 1 0 0,0-1 0 0 0,0 0-1 0 0,-1 0 1 0 0,1 1 0 0 0,0-1-1 0 0,0 0 1 0 0,0 0 0 0 0,0 1-1 0 0,1-1 1 0 0,-1 0 0 0 0,0 0-1 0 0,0 0 1 0 0,1 1 0 0 0,-1-1-1 0 0,1 0 1 0 0,-1 0 0 0 0,1 0-1 0 0,-1 0 1 0 0,1 0 0 0 0,0 1 0 0 0,-1-1-1 0 0,1-1 1 0 0,0 1 0 0 0,0 0-1 0 0,0 0 1 0 0,0 0 0 0 0,0 0-1 0 0,0-1 1 0 0,0 1 0 0 0,2 1-1 0 0,5 5 70 0 0,6 13 79 0 0,-13-17-152 0 0,1-1 1 0 0,-1 1-1 0 0,1-1 0 0 0,0 0 1 0 0,0 1-1 0 0,0-1 1 0 0,0 0-1 0 0,0 0 0 0 0,1-1 1 0 0,2 3-1 0 0,1 0-11 0 0,1 0-1 0 0,0-1 0 0 0,-1 0 0 0 0,1 0 0 0 0,0 0 1 0 0,0-1-1 0 0,1 0 0 0 0,-1-1 0 0 0,0 1 1 0 0,8-1-1 0 0,32 7-116 0 0,-28-6-107 0 0,-1-1 0 0 0,1 0 1 0 0,0-2-1 0 0,0 0 0 0 0,0-1 0 0 0,21-5 0 0 0,-3 1-538 0 0,-26 4-456 0 0,0 0 0 0 0,0-1 1 0 0,-1 0-1 0 0,1 0 0 0 0,-1-2 0 0 0,0 1 0 0 0,0-1 1 0 0,15-10-1 0 0,-3 2-2109 0 0,9-1-844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14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0 240 0 0,'0'0'5443'0'0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6:06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68 294 5523 0 0,'5'6'728'0'0,"0"-1"1"0"0,1 0 0 0 0,0-1-1 0 0,0 1 1 0 0,0-1 0 0 0,0 0-1 0 0,14 5 1 0 0,-20-9-464 0 0,1 1 0 0 0,-1-1 0 0 0,0 0 0 0 0,1 1 0 0 0,-1-1 0 0 0,1 0 1 0 0,-1 1-1 0 0,2 5 7243 0 0,-2-16-8306 0 0,0 9 838 0 0,0-1 0 0 0,1 1 1 0 0,-1 0-1 0 0,0 0 0 0 0,1-1 0 0 0,-1 1 1 0 0,1 0-1 0 0,-1 0 0 0 0,1 0 1 0 0,0 0-1 0 0,-1-1 0 0 0,1 1 1 0 0,0 0-1 0 0,0 0 0 0 0,0 0 1 0 0,0 0-1 0 0,0 1 0 0 0,0-1 1 0 0,0 0-1 0 0,0 0 0 0 0,2 0 1 0 0,7-9 192 0 0,1-18 301 0 0,14-5-77 0 0,-20 28-384 0 0,-1 0-1 0 0,1-1 1 0 0,-1 1 0 0 0,-1-1 0 0 0,6-8-1 0 0,-1-13 183 0 0,-7 23-210 0 0,0-1 0 0 0,1 0 1 0 0,0 1-1 0 0,0-1 0 0 0,0 1 0 0 0,0 0 1 0 0,1-1-1 0 0,-1 1 0 0 0,5-5 0 0 0,52-72 436 0 0,-59 80-479 0 0,1 1 0 0 0,-1 0 0 0 0,0 0 0 0 0,1 0 0 0 0,-1-1 0 0 0,0 1 0 0 0,0 0 0 0 0,1-1 0 0 0,-1 1 0 0 0,0 0 0 0 0,0-1 0 0 0,0 1 0 0 0,1 0 0 0 0,-1-1 0 0 0,0 1 0 0 0,0 0 0 0 0,0-1 0 0 0,0 1 1 0 0,0 0-1 0 0,0-1 0 0 0,0 1 0 0 0,0 0 0 0 0,0-1 0 0 0,0 1 0 0 0,0-1 0 0 0,0 1 0 0 0,0 0 0 0 0,0-1 0 0 0,0 1 0 0 0,0 0 0 0 0,0-1 0 0 0,0 1 0 0 0,0-1 0 0 0,-1 1 0 0 0,3-9 72 0 0,26-12 114 0 0,-34 23-166 0 0,5-2-23 0 0,0 0 1 0 0,0 0-1 0 0,0 0 1 0 0,0 0-1 0 0,0 0 1 0 0,0 0-1 0 0,1 1 1 0 0,-1-1-1 0 0,0 0 1 0 0,0 1-1 0 0,0-1 0 0 0,0 1 1 0 0,1-1-1 0 0,-1 1 1 0 0,0-1-1 0 0,0 1 1 0 0,1-1-1 0 0,-1 1 1 0 0,1 0-1 0 0,-1-1 1 0 0,0 1-1 0 0,1 0 0 0 0,-1-1 1 0 0,1 1-1 0 0,-1 0 1 0 0,1 0-1 0 0,0 0 1 0 0,-1-1-1 0 0,1 1 1 0 0,0 0-1 0 0,0 0 1 0 0,-1 0-1 0 0,1 0 0 0 0,0 0 1 0 0,0 0-1 0 0,0 0 1 0 0,0 0-1 0 0,0-1 1 0 0,0 2-1 0 0,0 0 1 0 0,0-1 1 0 0,0 0-1 0 0,0 1 0 0 0,-1-1 0 0 0,1 0 0 0 0,0 1 1 0 0,-1-1-1 0 0,1 0 0 0 0,-1 0 0 0 0,0 1 0 0 0,1-1 1 0 0,-1 0-1 0 0,0 0 0 0 0,0 0 0 0 0,0 0 1 0 0,0 0-1 0 0,0 0 0 0 0,0 0 0 0 0,0 0 0 0 0,0 0 1 0 0,-2 0-1 0 0,-8 10-32 0 0,0 23-74 0 0,-10 12 70 0 0,-2-2 1 0 0,-49 69 0 0 0,4-8-46 0 0,52-79 5 0 0,7-13 68 0 0,1 1 1 0 0,0 0-1 0 0,-10 29 0 0 0,7 10-85 0 0,-1-25-134 0 0,10-25 46 0 0,-1 1-1 0 0,1-1 0 0 0,1 1 0 0 0,-1 0 0 0 0,0-1 0 0 0,1 1 0 0 0,0 0 0 0 0,0 0 0 0 0,0 0 0 0 0,0 0 0 0 0,1 0 0 0 0,0 0 1 0 0,0 0-1 0 0,0 1 0 0 0,0-1 0 0 0,0 0 0 0 0,1 0 0 0 0,0 0 0 0 0,0 0 0 0 0,0 0 0 0 0,2 4 0 0 0,19 18-5767 0 0,-22-25 5347 0 0,1 0 0 0 0,-1-1 0 0 0,1 1 0 0 0,-1 0 0 0 0,1 0 0 0 0,-1 0 0 0 0,1 0 0 0 0,-1 0 0 0 0,0 0 0 0 0,1 0 1 0 0,-1 0-1 0 0,0 0 0 0 0,0 0 0 0 0,0 0 0 0 0,0 2 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6:06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1 181 1040 0 0,'0'0'4843'0'0,"4"-1"-2696"0"0,97-30 3902 0 0,-26 2-5085 0 0,98-53 0 0 0,-150 66-818 0 0,-20 14-121 0 0,-1 0-1 0 0,1 0 1 0 0,0 0 0 0 0,-1 1 0 0 0,1-1-1 0 0,0 0 1 0 0,0 1 0 0 0,0 0-1 0 0,1 0 1 0 0,-1 0 0 0 0,0 0-1 0 0,4 0 1 0 0,-2 0 7 0 0,0 0-1 0 0,0 1 1 0 0,1 0-1 0 0,-1 0 0 0 0,0 0 1 0 0,0 0-1 0 0,1 1 1 0 0,-1 0-1 0 0,0 0 1 0 0,0 1-1 0 0,0-1 1 0 0,0 1-1 0 0,0 0 0 0 0,-1 0 1 0 0,1 1-1 0 0,0-1 1 0 0,-1 1-1 0 0,0 0 1 0 0,0 0-1 0 0,0 1 0 0 0,0-1 1 0 0,0 1-1 0 0,-1 0 1 0 0,1 0-1 0 0,-1 0 1 0 0,0 0-1 0 0,5 10 1 0 0,-4-6 74 0 0,1 1 1 0 0,-1 0 0 0 0,0 0-1 0 0,-1 0 1 0 0,0 0 0 0 0,0 1 0 0 0,-1-1-1 0 0,0 1 1 0 0,-1-1 0 0 0,0 1-1 0 0,0 0 1 0 0,-2 12 0 0 0,1-20-83 0 0,0 0 1 0 0,0 0-1 0 0,0 1 0 0 0,-1-1 1 0 0,1 0-1 0 0,-1-1 1 0 0,1 1-1 0 0,-1 0 0 0 0,0 0 1 0 0,1 0-1 0 0,-1 0 0 0 0,0 0 1 0 0,0-1-1 0 0,-1 1 1 0 0,1 0-1 0 0,0-1 0 0 0,-1 1 1 0 0,1-1-1 0 0,0 1 0 0 0,-3 1 1 0 0,-4 4 77 0 0,5-3-26 0 0,-1 0 1 0 0,1 0-1 0 0,-1-1 1 0 0,0 1 0 0 0,0-1-1 0 0,-6 3 1 0 0,9-5-67 0 0,-2 1 12 0 0,0-1 0 0 0,0 1-1 0 0,-1-1 1 0 0,1 0-1 0 0,0 0 1 0 0,-1 0 0 0 0,1-1-1 0 0,-1 1 1 0 0,1-1-1 0 0,-1 0 1 0 0,1 0 0 0 0,-1 0-1 0 0,1 0 1 0 0,-1 0-1 0 0,-6-2 1 0 0,-4-2 36 0 0,1 0 0 0 0,-22-10 0 0 0,22 8-97 0 0,-69-34-2695 0 0,39 12-6311 0 0,43 27 8807 0 0,-1 1-1 0 0,1-1 1 0 0,-1 1 0 0 0,1-1-1 0 0,-1 1 1 0 0,1-1 0 0 0,0 0 0 0 0,-1 1-1 0 0,1-1 1 0 0,0 1 0 0 0,-1-1-1 0 0,1 0 1 0 0,0 1 0 0 0,0-1 0 0 0,0 0-1 0 0,0 1 1 0 0,0-1 0 0 0,0 0-1 0 0,0 1 1 0 0,0-1 0 0 0,0-1 0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6:08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36 304 1121 0 0,'1'14'2646'0'0,"-3"-4"-469"0"0,-3-7 2097 0 0,5-3-4205 0 0,-1 1-13 0 0,-1-1 0 0 0,1 0 0 0 0,-1 0 1 0 0,1 0-1 0 0,-1 0 0 0 0,1 0 0 0 0,0 0 0 0 0,-1 0 1 0 0,1-1-1 0 0,-1 1 0 0 0,1 0 0 0 0,-1-1 0 0 0,1 1 1 0 0,0-1-1 0 0,-1 1 0 0 0,1-1 0 0 0,-2-1 1 0 0,3 1 583 0 0,21 0 802 0 0,-36-3-723 0 0,14 4-641 0 0,1-1 0 0 0,-1 1 0 0 0,1-1-1 0 0,-1 1 1 0 0,1-1 0 0 0,-1 1 0 0 0,1 0 0 0 0,0-1 0 0 0,-1 1 0 0 0,1-1 0 0 0,0 0 0 0 0,-1 1 0 0 0,1-1-1 0 0,0 1 1 0 0,0-1 0 0 0,0 1 0 0 0,0-1 0 0 0,-1 0 0 0 0,1 1 0 0 0,0-1 0 0 0,0 1 0 0 0,0-1 0 0 0,0 0 0 0 0,0-1-1 0 0,1-17 940 0 0,-1 16-726 0 0,-1-10 407 0 0,1 10-606 0 0,-1 0 0 0 0,1 0 0 0 0,-1 0 0 0 0,1 0 1 0 0,0 0-1 0 0,0 0 0 0 0,1 0 0 0 0,-1 0 0 0 0,1 0 1 0 0,-1 0-1 0 0,1 0 0 0 0,0 0 0 0 0,0 0 0 0 0,3-5 1 0 0,50-45 720 0 0,-21 18-573 0 0,-33 35-236 0 0,1-1 0 0 0,-1 1 0 0 0,1-1 0 0 0,-1 1 0 0 0,1-1 0 0 0,-1 1 0 0 0,0-1 0 0 0,1 1 0 0 0,-1-1 0 0 0,0 0 0 0 0,1 1 0 0 0,-1-1 0 0 0,0 0 0 0 0,0 1 0 0 0,0-1-1 0 0,1 0 1 0 0,-1 1 0 0 0,0-1 0 0 0,0 0 0 0 0,0 1 0 0 0,0-2 0 0 0,0 1 0 0 0,-1 1-1 0 0,1-1 1 0 0,1 0-1 0 0,-1 1 1 0 0,0-1-1 0 0,0 0 1 0 0,0 1-1 0 0,0-1 1 0 0,0 0-1 0 0,0 1 1 0 0,1-1-1 0 0,-1 1 1 0 0,0-1-1 0 0,1 0 0 0 0,-1 1 1 0 0,0-1-1 0 0,1 1 1 0 0,-1-1-1 0 0,1 1 1 0 0,0-1-1 0 0,53-33 158 0 0,-51 29-134 0 0,32-4 106 0 0,16-1-14 0 0,26-2-19 0 0,-74 12-93 0 0,62-15 60 0 0,3 7-78 0 0,-17 2-10 0 0,85 1 0 0 0,-131 5 23 0 0,13 0 23 0 0,-18 0-24 0 0,1 0 1 0 0,-1 0 0 0 0,0 0-1 0 0,1 0 1 0 0,-1 0-1 0 0,1 0 1 0 0,-1 0 0 0 0,0 0-1 0 0,1 0 1 0 0,-1 1 0 0 0,0-1-1 0 0,1 0 1 0 0,-1 0-1 0 0,0 0 1 0 0,1 1 0 0 0,-1-1-1 0 0,0 0 1 0 0,1 0-1 0 0,-1 1 1 0 0,0-1 0 0 0,1 0-1 0 0,-1 1 1 0 0,0-1-1 0 0,0 0 1 0 0,0 1 0 0 0,1-1-1 0 0,-1 0 1 0 0,0 1-1 0 0,0-1 1 0 0,0 0 0 0 0,0 1-1 0 0,0 0 1 0 0,1-1 0 0 0,-1 1 0 0 0,0-1 1 0 0,0 1-1 0 0,0-1 0 0 0,0 1 1 0 0,1-1-1 0 0,-1 1 0 0 0,0-1 1 0 0,1 1-1 0 0,-1-1 0 0 0,0 1 1 0 0,1-1-1 0 0,-1 0 0 0 0,0 1 1 0 0,1-1-1 0 0,-1 0 0 0 0,1 1 1 0 0,-1-1-1 0 0,1 0 0 0 0,-1 1 1 0 0,1-1-1 0 0,-1 0 0 0 0,1 0 1 0 0,-1 0-1 0 0,1 0 0 0 0,-1 1 1 0 0,1-1-1 0 0,-1 0 0 0 0,1 0 1 0 0,-1 0-1 0 0,1 0 0 0 0,0 0 1 0 0,-1 0-1 0 0,1 0 0 0 0,0-1 1 0 0,-1 1-4 0 0,1 0 1 0 0,0 0 0 0 0,-1 0 0 0 0,1 0 0 0 0,-1 0 0 0 0,1 0 0 0 0,0 0 0 0 0,-1 0 0 0 0,1 0 0 0 0,0 1-1 0 0,-1-1 1 0 0,1 0 0 0 0,-1 0 0 0 0,1 0 0 0 0,-1 1 0 0 0,1-1 0 0 0,0 0 0 0 0,-1 1 0 0 0,1-1 0 0 0,-1 0-1 0 0,0 1 1 0 0,1-1 0 0 0,-1 1 0 0 0,1-1 0 0 0,-1 1 0 0 0,1-1 0 0 0,-1 1 0 0 0,0-1 0 0 0,1 1-1 0 0,-1-1 1 0 0,0 1 0 0 0,0-1 0 0 0,0 1 0 0 0,1-1 0 0 0,-1 1 0 0 0,0 1 0 0 0,1 7 0 0 0,-1-6 0 0 0,0 0 0 0 0,1 0 0 0 0,-1-1 0 0 0,0 1 0 0 0,0 0 0 0 0,0 0 0 0 0,-1-1 0 0 0,1 1 0 0 0,-1 0 0 0 0,0 0 0 0 0,1-1 0 0 0,-1 1 0 0 0,-2 4 0 0 0,-5-1 21 0 0,0-1 1 0 0,0 1 0 0 0,0-2-1 0 0,0 1 1 0 0,-1-1 0 0 0,0 0-1 0 0,0-1 1 0 0,0 0 0 0 0,0 0-1 0 0,0-1 1 0 0,-14 2 0 0 0,-13 4 145 0 0,-57 13 493 0 0,-9 4-227 0 0,92-22-316 0 0,-1-1 0 0 0,0-1 0 0 0,-16 1-1 0 0,21-2 111 0 0,12-1-267 0 0,98-15-31 0 0,-90 15 67 0 0,1 0 1 0 0,-1 1-1 0 0,1 0 0 0 0,-1 1 0 0 0,21 4 1 0 0,35 21 3 0 0,-63-23 11 0 0,0-1 0 0 0,-1 1 1 0 0,1 0-1 0 0,9 7 0 0 0,-15-9-9 0 0,1 0-1 0 0,0 0 0 0 0,-1 0 0 0 0,1 0 0 0 0,-1 1 0 0 0,1-1 1 0 0,-1 1-1 0 0,0-1 0 0 0,0 1 0 0 0,1-1 0 0 0,-1 1 0 0 0,0 0 1 0 0,-1-1-1 0 0,1 1 0 0 0,0 0 0 0 0,0 0 0 0 0,-1 0 0 0 0,1 0 1 0 0,0 3-1 0 0,-1-4-1 0 0,0-1 0 0 0,0 1 0 0 0,0 0 0 0 0,0 0 0 0 0,0 0 0 0 0,-1 0 0 0 0,1 0 0 0 0,0 0 0 0 0,0 0 0 0 0,-1-1 0 0 0,1 1 0 0 0,0 0 0 0 0,-1 0 0 0 0,1 0 0 0 0,-1-1 0 0 0,1 1 0 0 0,-1 0 0 0 0,0-1 0 0 0,1 1 0 0 0,-1 0 0 0 0,1-1 0 0 0,-1 1 0 0 0,0-1 0 0 0,0 1 0 0 0,1-1 0 0 0,-1 1 0 0 0,0-1 0 0 0,0 1 0 0 0,0-1 0 0 0,0 0 0 0 0,1 1 0 0 0,-2-1 0 0 0,1 0 0 0 0,0 0 0 0 0,0 0 0 0 0,1 1 0 0 0,-1-1 0 0 0,0 0 0 0 0,0 1 0 0 0,1-1 0 0 0,-1 0 0 0 0,0 1 0 0 0,1-1 0 0 0,-1 1 0 0 0,0-1 0 0 0,1 1 0 0 0,-1-1 0 0 0,1 1 0 0 0,-1-1 0 0 0,1 1 0 0 0,-1 0 0 0 0,1-1 0 0 0,-1 1 0 0 0,1 0 0 0 0,0 0 0 0 0,-1-1 0 0 0,1 1 0 0 0,0 0 0 0 0,0 0 0 0 0,-1-1 0 0 0,1 1 0 0 0,0 0 0 0 0,0 0 0 0 0,0 1 0 0 0,0-2 1 0 0,0 1 0 0 0,0 0 0 0 0,0-1 0 0 0,0 1 0 0 0,-1-1 0 0 0,1 1 0 0 0,0-1 0 0 0,0 1 1 0 0,-1-1-1 0 0,1 0 0 0 0,0 1 0 0 0,-1-1 0 0 0,1 1 0 0 0,0-1 0 0 0,-1 1 0 0 0,1-1 0 0 0,-1 0 0 0 0,1 1 0 0 0,0-1 0 0 0,-1 0 0 0 0,1 0 1 0 0,-1 1-1 0 0,1-1 0 0 0,-1 0 0 0 0,1 0 0 0 0,-1 1 0 0 0,0-1 0 0 0,-20 4 34 0 0,14-4-20 0 0,-23 4-64 0 0,0-1 1 0 0,0-2 0 0 0,-1-1-1 0 0,1-2 1 0 0,0 0 0 0 0,0-3-1 0 0,-46-11 1 0 0,68 14-44 0 0,-12-3-453 0 0,1 0-1 0 0,0-1 1 0 0,0-1-1 0 0,1-1 1 0 0,0 0 0 0 0,0-1-1 0 0,-28-21 1 0 0,42 27-182 0 0,0-1 1 0 0,0 1 0 0 0,1-1 0 0 0,-1 0-1 0 0,1 0 1 0 0,0 0 0 0 0,0 0 0 0 0,-2-6-1 0 0,4 7-392 0 0,0-1 0 0 0,0 1 0 0 0,0 0 0 0 0,0-1 0 0 0,1 1 0 0 0,0-1 0 0 0,-1 1 0 0 0,2-5 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6:09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22 2241 0 0,'-27'0'3215'0'0,"20"-3"1128"0"0,3 0-3631 0 0,1 3-243 0 0,2 0-373 0 0,0 1 1 0 0,0-1 0 0 0,-1 0-1 0 0,1 0 1 0 0,0 0 0 0 0,0 0-1 0 0,0 0 1 0 0,0 0 0 0 0,0-1-1 0 0,0 1 1 0 0,0 0 0 0 0,0-1-1 0 0,0 1 1 0 0,0 0-1 0 0,0-1 1 0 0,0 1 0 0 0,0-1-1 0 0,0 1 1 0 0,0-1 0 0 0,1 0-1 0 0,-1 1 1 0 0,0-1 0 0 0,0-1-1 0 0,-5 1 1158 0 0,-12 1 2936 0 0,47-1-2710 0 0,73-4-1147 0 0,138 10-933 0 0,-100 2-2319 0 0,-97-4-431 0 0,8 1-3507 0 0,-19-2 2108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6:09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1201 0 0,'33'-7'4962'0'0,"0"-1"-320"0"0,-1 2-2561 0 0,1 6-320 0 0,26 0-401 0 0,6-6-559 0 0,33 6-1682 0 0,32 6-2960 0 0,-64-12-1442 0 0,32 6 721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30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453 654 2801 0 0,'-6'5'954'0'0,"0"0"0"0"0,0 0 0 0 0,-1-1 0 0 0,0 1 0 0 0,0-2 0 0 0,0 1 0 0 0,0-1 0 0 0,-1 0-1 0 0,1 0 1 0 0,-1-1 0 0 0,0 0 0 0 0,1-1 0 0 0,-1 0 0 0 0,-14 1 0 0 0,-2-1 54 0 0,-1-2 0 0 0,1 0 1 0 0,-31-7-1 0 0,34 3-880 0 0,1 0-1 0 0,0-2 1 0 0,1-1 0 0 0,0 0-1 0 0,0-1 1 0 0,-26-18 0 0 0,42 25-112 0 0,0 0 0 0 0,0 0 0 0 0,0 0 0 0 0,1-1 0 0 0,-1 1 0 0 0,1-1 0 0 0,0 0 0 0 0,-1 1 0 0 0,1-1 0 0 0,1 0 0 0 0,-1-1 0 0 0,0 1 0 0 0,1 0 0 0 0,-1 0 0 0 0,1-1 0 0 0,0 1 0 0 0,0-4 0 0 0,-1-4 67 0 0,1 0-1 0 0,0 1 0 0 0,1-1 0 0 0,2-11 0 0 0,-1-5 46 0 0,-2 24-114 0 0,1 0 0 0 0,1 0 1 0 0,-1 0-1 0 0,0-1 0 0 0,1 1 1 0 0,0 0-1 0 0,0 0 0 0 0,0 0 1 0 0,0 0-1 0 0,0 0 1 0 0,0 0-1 0 0,1 0 0 0 0,0 1 1 0 0,-1-1-1 0 0,5-4 0 0 0,-1 2 4 0 0,1 0-1 0 0,0 0 1 0 0,0 1 0 0 0,0 0-1 0 0,8-4 1 0 0,22-15 47 0 0,-26 17-84 0 0,0 0-1 0 0,0 1 1 0 0,0 0 0 0 0,1 0-1 0 0,18-5 1 0 0,-16 6 2 0 0,5-1-17 0 0,0 0 1 0 0,1 2 0 0 0,-1 0 0 0 0,23 0-1 0 0,-24 1 41 0 0,-7 1-2 0 0,0 1 0 0 0,0 0 0 0 0,0 1 0 0 0,0-1 0 0 0,12 4 0 0 0,-18-3 30 0 0,0 0-1 0 0,0 0 1 0 0,0 1-1 0 0,0-1 0 0 0,0 1 1 0 0,-1 0-1 0 0,1 0 1 0 0,0 1-1 0 0,-1-1 0 0 0,0 1 1 0 0,1-1-1 0 0,-1 1 1 0 0,0 0-1 0 0,4 6 0 0 0,0 0 100 0 0,-1-1-1 0 0,-1 1 0 0 0,1 1 0 0 0,-2-1 0 0 0,1 1 0 0 0,-1-1 0 0 0,-1 1 1 0 0,0 0-1 0 0,3 16 0 0 0,-5-21-99 0 0,-1 0-1 0 0,-1 1 1 0 0,1-1 0 0 0,0 0 0 0 0,-1 0-1 0 0,0 0 1 0 0,-1 0 0 0 0,1 0 0 0 0,-1 0-1 0 0,0 0 1 0 0,0 0 0 0 0,0-1 0 0 0,-1 1-1 0 0,1-1 1 0 0,-1 1 0 0 0,-1-1 0 0 0,1 0-1 0 0,0 0 1 0 0,-1-1 0 0 0,0 1 0 0 0,0-1-1 0 0,-7 6 1 0 0,1-2 81 0 0,0-1 0 0 0,0 0-1 0 0,0 0 1 0 0,-1-1 0 0 0,0-1-1 0 0,0 0 1 0 0,0 0 0 0 0,-1-1 0 0 0,1 0-1 0 0,-1-1 1 0 0,0-1 0 0 0,1 0-1 0 0,-1 0 1 0 0,-19-2 0 0 0,16-1-27 0 0,1-1 0 0 0,0 0 0 0 0,0-1 0 0 0,1-1 0 0 0,-1 0 0 0 0,1 0 0 0 0,0-2 0 0 0,0 0 0 0 0,-17-12 0 0 0,29 18-80 0 0,0-1-1 0 0,-1 1 0 0 0,1-1 1 0 0,0 0-1 0 0,0 0 0 0 0,0 0 1 0 0,0 1-1 0 0,0-1 0 0 0,1 0 1 0 0,-2-4-1 0 0,-2-6 19 0 0,0 3-14 0 0,0 2 18 0 0,1 0 0 0 0,0 0 1 0 0,0 0-1 0 0,1 0 0 0 0,0-1 0 0 0,0 1 0 0 0,1-1 0 0 0,0 1 0 0 0,0-1 0 0 0,0 1 0 0 0,1-1 0 0 0,0 1 0 0 0,1-1 0 0 0,0 0 0 0 0,2-9 1 0 0,-1 10-14 0 0,1 1 0 0 0,-1 0 1 0 0,1 0-1 0 0,1 1 1 0 0,-1-1-1 0 0,1 0 1 0 0,0 1-1 0 0,0 0 0 0 0,0 0 1 0 0,1 0-1 0 0,-1 1 1 0 0,1-1-1 0 0,1 1 1 0 0,-1 0-1 0 0,0 1 0 0 0,8-4 1 0 0,9-5-86 0 0,2 2 1 0 0,45-14-1 0 0,-11 7-239 0 0,1 2 0 0 0,0 3 0 0 0,90-6 1 0 0,-9 13 56 0 0,-118 6 201 0 0,1 1 0 0 0,-1 1 1 0 0,1 1-1 0 0,36 11 0 0 0,-46-10-12 0 0,0 0 1 0 0,-1 2-1 0 0,0-1 0 0 0,0 2 1 0 0,0-1-1 0 0,-1 2 0 0 0,0-1 1 0 0,0 2-1 0 0,-1-1 0 0 0,0 1 1 0 0,12 18-1 0 0,-18-23 35 0 0,0 0 0 0 0,-1 0 0 0 0,1 1 0 0 0,-1-1 0 0 0,-1 1 1 0 0,1 0-1 0 0,-1 0 0 0 0,0 0 0 0 0,0 0 0 0 0,-1 0 0 0 0,0 0 0 0 0,0 0 0 0 0,0 1 0 0 0,-1-1 0 0 0,0 0 0 0 0,0 1 0 0 0,0-1 0 0 0,-1 0 0 0 0,0 1 1 0 0,-1-1-1 0 0,1 0 0 0 0,-1 0 0 0 0,0 0 0 0 0,0 0 0 0 0,-1 0 0 0 0,0-1 0 0 0,-5 8 0 0 0,3-5-2 0 0,-2 0-1 0 0,1-1 0 0 0,-1 0 1 0 0,0 0-1 0 0,-1-1 1 0 0,0 1-1 0 0,-15 8 1 0 0,1-2 62 0 0,-37 14 0 0 0,21-13 85 0 0,-1-2-1 0 0,-1-2 1 0 0,0-2 0 0 0,0-1 0 0 0,0-2-1 0 0,-1-1 1 0 0,0-3 0 0 0,1-1 0 0 0,-53-7-1 0 0,82 5-97 0 0,-1 0 0 0 0,1 0 0 0 0,0-2 0 0 0,0 1 0 0 0,0-1 0 0 0,0-1 0 0 0,0 0 0 0 0,1 0 0 0 0,0-1 0 0 0,0 0 0 0 0,1-1 0 0 0,-1 0 0 0 0,-8-10 0 0 0,16 14-16 0 0,0 0 0 0 0,1 0 0 0 0,-1 1 0 0 0,1-1 0 0 0,0 0 0 0 0,0 0 1 0 0,0 0-1 0 0,-1-6 0 0 0,-2-7 29 0 0,-2-1 8 0 0,4 13-27 0 0,0 0 0 0 0,1 0 0 0 0,0 0 0 0 0,0-1 0 0 0,0 1 0 0 0,-1-8-1 0 0,2 8 2 0 0,1-1-1 0 0,0 0 0 0 0,0 1 1 0 0,0-1-1 0 0,1 1 0 0 0,2-6 1 0 0,2-8 37 0 0,1-12 29 0 0,-6 26-79 0 0,0-1 0 0 0,0 0 1 0 0,0 1-1 0 0,0-1 0 0 0,1 1 0 0 0,-1 0 0 0 0,1-1 1 0 0,0 1-1 0 0,1 0 0 0 0,-1 0 0 0 0,1 0 0 0 0,0 1 0 0 0,0-1 1 0 0,0 0-1 0 0,5-3 0 0 0,8-5-29 0 0,1 0 0 0 0,0 2 0 0 0,0 0 0 0 0,1 1 0 0 0,1 1 0 0 0,-1 1 0 0 0,26-7 0 0 0,-12 5 21 0 0,0 2 1 0 0,1 1-1 0 0,40-2 0 0 0,-59 7-6 0 0,0 1 0 0 0,0 0 0 0 0,0 1 0 0 0,-1 0 0 0 0,22 5-1 0 0,-28-4 12 0 0,0 0 0 0 0,0 1 0 0 0,0-1 0 0 0,0 1 0 0 0,7 5 0 0 0,10 4-2 0 0,-1 2-1 0 0,0 1 1 0 0,39 33-1 0 0,-55-43-3 0 0,-1 1 0 0 0,0 1 0 0 0,0-1 0 0 0,0 1 0 0 0,-1 0 0 0 0,0 0 0 0 0,0 0 0 0 0,-1 1-1 0 0,0 0 1 0 0,0 0 0 0 0,-1 0 0 0 0,0 0 0 0 0,0 1 0 0 0,-1-1 0 0 0,0 1 0 0 0,-1 0 0 0 0,1 9-1 0 0,-3-7-24 0 0,0-1 0 0 0,-1 1-1 0 0,0-1 1 0 0,-1 0 0 0 0,0 0-1 0 0,-1 0 1 0 0,0 0 0 0 0,-1 0 0 0 0,0-1-1 0 0,0 0 1 0 0,-1 0 0 0 0,0 0-1 0 0,0-1 1 0 0,-1 0 0 0 0,-1 0-1 0 0,-10 10 1 0 0,-4 1 129 0 0,-1 0 1 0 0,-1-2-1 0 0,-1 0 1 0 0,-40 20-1 0 0,49-29 85 0 0,0-1 0 0 0,-1-1-1 0 0,1 0 1 0 0,-2-2 0 0 0,1 1-1 0 0,0-2 1 0 0,-1-1 0 0 0,0 0-1 0 0,1-1 1 0 0,-28-2-1 0 0,23-1-184 0 0,-1-1-1 0 0,1-2 0 0 0,0 0 1 0 0,0-1-1 0 0,0-1 0 0 0,1-1 1 0 0,-38-21-1 0 0,49 24-33 0 0,1 0 0 0 0,0 0 0 0 0,0-1 0 0 0,1 0 0 0 0,0-1-1 0 0,0 0 1 0 0,0 0 0 0 0,1-1 0 0 0,0 0 0 0 0,0 0 0 0 0,1 0 0 0 0,0-1 0 0 0,1 0 0 0 0,0 0 0 0 0,0-1-1 0 0,-4-12 1 0 0,3 4 69 0 0,-1-1-1 0 0,2 1 1 0 0,1-1-1 0 0,0 0 0 0 0,1 0 1 0 0,0-35-1 0 0,3 45-13 0 0,0 1-1 0 0,1-1 1 0 0,0 1 0 0 0,1 0-1 0 0,0-1 1 0 0,0 1-1 0 0,1 0 1 0 0,0 0-1 0 0,0 1 1 0 0,1-1 0 0 0,0 0-1 0 0,0 1 1 0 0,1 0-1 0 0,0 0 1 0 0,0 1 0 0 0,7-7-1 0 0,-8 8-14 0 0,1-2 9 0 0,1-2-27 0 0,0 0-1 0 0,1 1 1 0 0,0 0 0 0 0,0 1-1 0 0,1-1 1 0 0,0 1-1 0 0,0 1 1 0 0,1 0-1 0 0,-1 0 1 0 0,1 0 0 0 0,11-4-1 0 0,18-5-77 0 0,1 1 0 0 0,0 2 0 0 0,1 1 0 0 0,54-6 0 0 0,-37 10-21 0 0,-1 2-1 0 0,86 4 1 0 0,-128 2 117 0 0,0 0-1 0 0,0 1 1 0 0,0 1 0 0 0,-1 0 0 0 0,1 1-1 0 0,-1 0 1 0 0,20 10 0 0 0,-16-4-18 0 0,-1-1 0 0 0,0 2 0 0 0,-1 1 0 0 0,26 24 0 0 0,-35-30-16 0 0,0-1 0 0 0,0 1 0 0 0,-1-1 0 0 0,0 1 0 0 0,0 1 0 0 0,-1-1 0 0 0,0 1 0 0 0,0 0 0 0 0,0 0 0 0 0,-1 0 0 0 0,0 0 0 0 0,-1 1 0 0 0,1-1 0 0 0,-1 1 0 0 0,-1-1 0 0 0,0 1 0 0 0,0 0 0 0 0,0 0 0 0 0,-1 13 0 0 0,1 19 2 0 0,0-24 34 0 0,0-1 0 0 0,-1 1-1 0 0,-1-1 1 0 0,0 1 0 0 0,-1-1 0 0 0,-8 29 0 0 0,3-30 0 0 0,0 0 1 0 0,-1-1-1 0 0,-1 1 1 0 0,0-2-1 0 0,0 1 0 0 0,-20 18 1 0 0,4-5 184 0 0,-57 42 0 0 0,72-61-49 0 0,-1 0 1 0 0,0-1-1 0 0,0 0 1 0 0,0-1-1 0 0,-1 0 1 0 0,0-1 0 0 0,0 0-1 0 0,0-1 1 0 0,0 0-1 0 0,-1-1 1 0 0,1 0-1 0 0,-14 0 1 0 0,17-2-168 0 0,0-1-1 0 0,0 1 1 0 0,0-1 0 0 0,0-1 0 0 0,0 0 0 0 0,0 0 0 0 0,1-1 0 0 0,-1 0 0 0 0,1 0-1 0 0,0-1 1 0 0,-1 0 0 0 0,2 0 0 0 0,-1-1 0 0 0,0 0 0 0 0,1-1 0 0 0,0 1 0 0 0,-7-9-1 0 0,4 2-60 0 0,2 0 0 0 0,-1-1 0 0 0,2 0 0 0 0,-1-1-1 0 0,2 1 1 0 0,-8-23 0 0 0,5 14-31 0 0,5 13 104 0 0,0 0-1 0 0,1 0 1 0 0,0 0 0 0 0,1-1-1 0 0,0 1 1 0 0,-2-17 0 0 0,5 18 41 0 0,0-1 1 0 0,0 1 0 0 0,1-1 0 0 0,3-10 0 0 0,2-5 53 0 0,-3-1-12 0 0,-3 17-54 0 0,0 1-1 0 0,1-1 0 0 0,-1 0 1 0 0,6-11-1 0 0,-2 10-22 0 0,1-1 1 0 0,0 1-1 0 0,13-15 0 0 0,-6 9-19 0 0,-4 3 18 0 0,0 1-1 0 0,1-1 1 0 0,0 2 0 0 0,1 0 0 0 0,0 0 0 0 0,0 1-1 0 0,1 0 1 0 0,1 1 0 0 0,-1 0 0 0 0,1 1 0 0 0,0 1-1 0 0,22-8 1 0 0,9-2-57 0 0,89-21 0 0 0,-114 33 46 0 0,0 1 1 0 0,1 1-1 0 0,-1 1 0 0 0,1 0 0 0 0,-1 2 1 0 0,1 0-1 0 0,26 6 0 0 0,-37-5-10 0 0,0 1-1 0 0,0 1 0 0 0,0-1 1 0 0,-1 1-1 0 0,0 1 1 0 0,1 0-1 0 0,-1 0 1 0 0,-1 1-1 0 0,1-1 1 0 0,-1 2-1 0 0,0-1 1 0 0,8 11 0 0 0,0 2-152 0 0,0 0 0 0 0,-1 2 0 0 0,13 25 0 0 0,-22-36 131 0 0,1 1-1 0 0,-2 0 1 0 0,1 0 0 0 0,-2 0-1 0 0,1 0 1 0 0,-2 1 0 0 0,1 0-1 0 0,-2-1 1 0 0,1 1 0 0 0,-2 0-1 0 0,1 0 1 0 0,-2 0 0 0 0,0 0-1 0 0,0 0 1 0 0,-1-1 0 0 0,0 1-1 0 0,-1-1 1 0 0,0 1 0 0 0,-1-1-1 0 0,-1 0 1 0 0,-9 19 0 0 0,-40 65-17 0 0,27-31 206 0 0,20-46 283 0 0,-1 1 1 0 0,-15 24-1 0 0,19-37-311 0 0,0 0 1 0 0,-1 0-1 0 0,1-1 0 0 0,-2 1 0 0 0,1-1 0 0 0,0 0 0 0 0,-1-1 0 0 0,0 1 0 0 0,0-1 0 0 0,-8 4 0 0 0,3-3-91 0 0,1-1 0 0 0,-1 0 0 0 0,0 0 0 0 0,0-1 0 0 0,0-1 0 0 0,-1 0 0 0 0,1-1 0 0 0,-1 0 0 0 0,1 0 0 0 0,-1-1 0 0 0,-14-2 0 0 0,7 0-33 0 0,0-2-1 0 0,0 0 1 0 0,0-1 0 0 0,1-1-1 0 0,-28-12 1 0 0,39 15 11 0 0,0-1 1 0 0,0 0-1 0 0,0-1 0 0 0,1 0 1 0 0,-1 0-1 0 0,1 0 1 0 0,0-1-1 0 0,1 1 0 0 0,-1-2 1 0 0,1 1-1 0 0,0 0 0 0 0,-5-12 1 0 0,-1-3-59 0 0,1-1 0 0 0,-13-42 0 0 0,15 40-19 0 0,8 23 74 0 0,-5-11-57 0 0,1-1 1 0 0,1 0 0 0 0,-1 0-1 0 0,2 0 1 0 0,-1-17-1 0 0,3 19 54 0 0,1-1 0 0 0,1 1 0 0 0,4-15-1 0 0,1-5 42 0 0,-4-1 41 0 0,0 1 0 0 0,-3-38 0 0 0,-1 33-16 0 0,1 31-56 0 0,1 0 0 0 0,-1 0 0 0 0,1 0 0 0 0,-1 0 0 0 0,2 0 0 0 0,-1 1 0 0 0,0-1 0 0 0,1 0 1 0 0,0 1-1 0 0,0-1 0 0 0,0 1 0 0 0,1-1 0 0 0,-1 1 0 0 0,1 0 0 0 0,0 0 0 0 0,0 0 0 0 0,6-4 0 0 0,3-2-51 0 0,1 0 1 0 0,0 1 0 0 0,0 1 0 0 0,17-9-1 0 0,-17 11-39 0 0,-8 3 73 0 0,1 0 1 0 0,-1 1 0 0 0,1 0-1 0 0,0 0 1 0 0,0 0-1 0 0,-1 1 1 0 0,1 0-1 0 0,0 0 1 0 0,0 0 0 0 0,0 1-1 0 0,0 0 1 0 0,0 0-1 0 0,0 1 1 0 0,1-1-1 0 0,6 3 1 0 0,17 0 5 0 0,-27-2 9 0 0,1-1 1 0 0,0 1-1 0 0,-1 0 1 0 0,1 0-1 0 0,-1 0 0 0 0,1 0 1 0 0,-1 1-1 0 0,1-1 1 0 0,-1 1-1 0 0,0 0 1 0 0,0 0-1 0 0,0 0 1 0 0,0 0-1 0 0,5 5 0 0 0,7 5 21 0 0,0 1-22 0 0,-1 0 0 0 0,-1 0 0 0 0,0 2 0 0 0,-1-1 0 0 0,-1 2 0 0 0,0 0 0 0 0,-1 0 0 0 0,0 1 1 0 0,-2 0-1 0 0,0 0 0 0 0,-1 1 0 0 0,-1 0 0 0 0,0 0 0 0 0,3 20 0 0 0,-8-24-24 0 0,0-1 0 0 0,-1 0 1 0 0,0 1-1 0 0,-1-1 0 0 0,0 0 0 0 0,-2 0 0 0 0,1 0 0 0 0,-6 17 1 0 0,-1 6-73 0 0,-2 31-63 0 0,-11-19 120 0 0,21-44 99 0 0,-1 0-1 0 0,0-1 1 0 0,0 0 0 0 0,-1 1-1 0 0,1-1 1 0 0,-1 0 0 0 0,1 0 0 0 0,-1 0-1 0 0,0 0 1 0 0,0 0 0 0 0,0-1-1 0 0,-1 0 1 0 0,1 1 0 0 0,-1-1-1 0 0,1 0 1 0 0,-1-1 0 0 0,-5 3 0 0 0,-2-1 115 0 0,-1 0 1 0 0,1-1 0 0 0,-1 0 0 0 0,-14 0-1 0 0,24-1-157 0 0,-47-2 210 0 0,24-2-184 0 0,1-1-1 0 0,-36-11 0 0 0,50 12-62 0 0,0-1-1 0 0,1 0 0 0 0,0 0 1 0 0,0 0-1 0 0,0-1 0 0 0,0-1 0 0 0,1 1 1 0 0,0-2-1 0 0,-15-13 0 0 0,14 8-116 0 0,-1-2 0 0 0,2 1 0 0 0,0-2 0 0 0,0 1 0 0 0,-9-27 0 0 0,7 15 92 0 0,4 11 80 0 0,0 0 1 0 0,1-1-1 0 0,1 0 0 0 0,-4-32 1 0 0,4-67 149 0 0,4 112-187 0 0,0-8-23 0 0,0-1 0 0 0,1 0 0 0 0,3-17 0 0 0,-2 25 18 0 0,-1-1-1 0 0,0 1 0 0 0,1-1 1 0 0,0 1-1 0 0,0 0 0 0 0,0 0 0 0 0,1 0 1 0 0,0 0-1 0 0,-1 0 0 0 0,1 1 1 0 0,0-1-1 0 0,4-3 0 0 0,11-7-32 0 0,36-22 0 0 0,-33 23 27 0 0,-14 9 1 0 0,0 0 0 0 0,0 0 0 0 0,0 1-1 0 0,1 0 1 0 0,-1 1 0 0 0,1-1 0 0 0,0 1 0 0 0,10-1 0 0 0,5 1 58 0 0,37 2 0 0 0,-19 1-2 0 0,-17-1-1 0 0,-1 2 1 0 0,42 7 0 0 0,-56-7-29 0 0,1 0-1 0 0,-1 1 1 0 0,0 0 0 0 0,1 0 0 0 0,-2 1-1 0 0,1 0 1 0 0,0 1 0 0 0,-1 0 0 0 0,0 0-1 0 0,13 11 1 0 0,-15-8-17 0 0,1-1 0 0 0,-2 1 0 0 0,1 0 0 0 0,-1 0 0 0 0,0 1 1 0 0,-1 0-1 0 0,0-1 0 0 0,-1 2 0 0 0,1-1 0 0 0,-2 0 0 0 0,1 1 0 0 0,-1-1 0 0 0,-1 1 0 0 0,0-1 0 0 0,0 1 0 0 0,-1 0 1 0 0,0-1-1 0 0,-1 1 0 0 0,0 0 0 0 0,0-1 0 0 0,-1 1 0 0 0,0-1 0 0 0,-1 1 0 0 0,0-1 0 0 0,-1 0 0 0 0,0 0 1 0 0,-7 12-1 0 0,0-3 17 0 0,-1-1 1 0 0,-1 0 0 0 0,0 0 0 0 0,-1-2-1 0 0,-1 0 1 0 0,0 0 0 0 0,-1-2 0 0 0,-1 0 0 0 0,0 0-1 0 0,-35 17 1 0 0,29-21 57 0 0,0-1-1 0 0,-1-1 1 0 0,0-1 0 0 0,0-1-1 0 0,-1-1 1 0 0,1-1-1 0 0,-1-2 1 0 0,-38-1 0 0 0,33-2-5 0 0,0-1-1 0 0,0-1 1 0 0,-47-14 0 0 0,68 15-71 0 0,1 0 0 0 0,0 0-1 0 0,0-1 1 0 0,0 0 0 0 0,0 0 0 0 0,0-1-1 0 0,1 0 1 0 0,0 0 0 0 0,0-1 0 0 0,1 0 0 0 0,-1 0-1 0 0,1-1 1 0 0,1 1 0 0 0,-1-1 0 0 0,1 0 0 0 0,0-1-1 0 0,-4-9 1 0 0,3 5 12 0 0,1 0 0 0 0,1 0 0 0 0,0 0 0 0 0,1-1 0 0 0,0 1-1 0 0,1-1 1 0 0,0 1 0 0 0,1-1 0 0 0,0 0 0 0 0,1 0 0 0 0,4-25 0 0 0,17-55-143 0 0,-14 55 42 0 0,-6 23 48 0 0,2 1 0 0 0,0-1 0 0 0,0 1 0 0 0,2 0 0 0 0,0 0 0 0 0,6-14 0 0 0,-8 23 21 0 0,4-9-47 0 0,1 1 0 0 0,15-22 1 0 0,-19 30 51 0 0,-1 2 0 0 0,1-1 0 0 0,0 0-1 0 0,0 1 1 0 0,0-1 0 0 0,0 1 0 0 0,1 0 0 0 0,-1 0 0 0 0,1 1 0 0 0,0 0 0 0 0,0-1 0 0 0,7-1 0 0 0,13-1-14 0 0,0 1 0 0 0,0 0 0 0 0,0 2 0 0 0,27 2 0 0 0,-36 1 39 0 0,-1 2 1 0 0,1 0-1 0 0,-1 0 0 0 0,0 2 0 0 0,0 0 0 0 0,0 0 0 0 0,-1 2 0 0 0,0 0 0 0 0,0 0 1 0 0,0 1-1 0 0,-1 1 0 0 0,13 11 0 0 0,-10-6 3 0 0,-1 1 0 0 0,0 0 0 0 0,-1 1 0 0 0,-1 1 0 0 0,-1 0 1 0 0,0 1-1 0 0,16 32 0 0 0,-22-37 2 0 0,0 0 0 0 0,-1 1 0 0 0,0 0 0 0 0,-1 0 0 0 0,-1 0 0 0 0,0 0 0 0 0,1 22 0 0 0,-3-27-15 0 0,-2 0-1 0 0,1 0 1 0 0,-1 1 0 0 0,0-1-1 0 0,-1 0 1 0 0,0-1 0 0 0,-1 1 0 0 0,0 0-1 0 0,0 0 1 0 0,0-1 0 0 0,-1 0-1 0 0,-10 16 1 0 0,5-12 24 0 0,0 0-1 0 0,0-1 0 0 0,-1 0 1 0 0,-1 0-1 0 0,1-1 1 0 0,-2 0-1 0 0,0-1 1 0 0,0 0-1 0 0,0-1 1 0 0,-1 0-1 0 0,0-1 1 0 0,-1-1-1 0 0,1 0 0 0 0,-24 6 1 0 0,6-7 12 0 0,1-1 1 0 0,-1-2-1 0 0,1-1 0 0 0,-1-2 1 0 0,0-1-1 0 0,1-1 0 0 0,-39-9 1 0 0,52 6-53 0 0,0 0 1 0 0,0-1 0 0 0,1-1 0 0 0,0 0 0 0 0,0-1 0 0 0,1-1-1 0 0,0 0 1 0 0,1-1 0 0 0,0-1 0 0 0,-20-22 0 0 0,31 30 31 0 0,-1 0 0 0 0,1 0 0 0 0,-1-1 0 0 0,1 1 1 0 0,1-1-1 0 0,-1 0 0 0 0,1 0 0 0 0,-1 0 0 0 0,2 0 1 0 0,-1 0-1 0 0,-1-8 0 0 0,1-1 8 0 0,0 0 0 0 0,2 0 0 0 0,0-14 1 0 0,0 5-65 0 0,1 16 36 0 0,0 0 1 0 0,0 0 0 0 0,0 0-1 0 0,1 0 1 0 0,0 0 0 0 0,1 0-1 0 0,-1 0 1 0 0,1 1 0 0 0,1 0-1 0 0,-1-1 1 0 0,1 1 0 0 0,0 0-1 0 0,0 1 1 0 0,1-1 0 0 0,0 1-1 0 0,0 0 1 0 0,0 0 0 0 0,1 0-1 0 0,10-6 1 0 0,0 0-6 0 0,0 1-1 0 0,1 0 1 0 0,0 2-1 0 0,1 0 1 0 0,0 0 0 0 0,31-6-1 0 0,-18 6 31 0 0,0 2 0 0 0,0 2 0 0 0,1 0 0 0 0,-1 3 0 0 0,1 0 0 0 0,0 2 0 0 0,0 1 0 0 0,-1 2 0 0 0,49 12 0 0 0,-63-12-6 0 0,0 1-1 0 0,-1 1 1 0 0,1 1 0 0 0,-1 0-1 0 0,0 1 1 0 0,-1 1-1 0 0,0 0 1 0 0,0 1 0 0 0,-1 1-1 0 0,0 0 1 0 0,-1 1-1 0 0,0 0 1 0 0,-1 1-1 0 0,-1 1 1 0 0,0-1 0 0 0,0 2-1 0 0,-2 0 1 0 0,13 24-1 0 0,-16-26-20 0 0,0 1-1 0 0,-1 0 0 0 0,-1 1 0 0 0,0-1 0 0 0,-1 1 0 0 0,0 0 0 0 0,-1 0 1 0 0,-1 0-1 0 0,-1 0 0 0 0,0 0 0 0 0,0 0 0 0 0,-2 0 0 0 0,0 0 0 0 0,-1 0 1 0 0,0-1-1 0 0,-1 1 0 0 0,0-1 0 0 0,-2 0 0 0 0,1 0 0 0 0,-2 0 0 0 0,0-1 0 0 0,-13 19 1 0 0,-11 6 1152 0 0,-62 60 0 0 0,80-85-1087 0 0,-1 0-1 0 0,-1-2 1 0 0,0 1-1 0 0,0-2 1 0 0,-1 0 0 0 0,0-1-1 0 0,-1 0 1 0 0,0-2-1 0 0,0 0 1 0 0,-1 0-1 0 0,-32 6 1 0 0,45-12-72 0 0,-1-1 1 0 0,1 1-1 0 0,0-1 1 0 0,-1 0-1 0 0,1 0 0 0 0,-1 0 1 0 0,1-1-1 0 0,0 0 1 0 0,-1 0-1 0 0,1 0 1 0 0,0-1-1 0 0,0 0 0 0 0,0 0 1 0 0,0 0-1 0 0,0 0 1 0 0,0-1-1 0 0,1 0 0 0 0,-8-5 1 0 0,5 1-36 0 0,0 1 0 0 0,0-1 1 0 0,0-1-1 0 0,1 1 0 0 0,0-1 1 0 0,0 0-1 0 0,1-1 0 0 0,-8-15 1 0 0,10 16 11 0 0,-1 0 1 0 0,1 0 0 0 0,0 0-1 0 0,1 0 1 0 0,0 0 0 0 0,0 0-1 0 0,0-16 1 0 0,2 14-8 0 0,1-1 0 0 0,1 0 1 0 0,4-13-1 0 0,1-10-91 0 0,1-20-149 0 0,-6 31 195 0 0,1 1-1 0 0,1-1 1 0 0,1 1 0 0 0,1 0 0 0 0,1 0-1 0 0,1 0 1 0 0,1 1 0 0 0,15-26 0 0 0,-14 32 100 0 0,0 0 0 0 0,1 1 0 0 0,1 1 0 0 0,0-1 1 0 0,0 2-1 0 0,2 0 0 0 0,-1 0 0 0 0,2 1 1 0 0,-1 1-1 0 0,1 1 0 0 0,1 0 0 0 0,26-11 1 0 0,-27 15-28 0 0,1 0 0 0 0,-1 1 0 0 0,1 1 0 0 0,31-2 0 0 0,-39 5 16 0 0,-1 0 0 0 0,0 0 0 0 0,0 1 0 0 0,0 0 0 0 0,0 0 0 0 0,0 1 0 0 0,0-1 0 0 0,0 2 0 0 0,0-1 0 0 0,0 1 0 0 0,-1 0 0 0 0,0 0 0 0 0,1 1 0 0 0,9 7 0 0 0,-3 1 5 0 0,0 1 0 0 0,-1 0 1 0 0,-1 1-1 0 0,0 0 0 0 0,-1 0 1 0 0,0 1-1 0 0,9 21 0 0 0,-3-1 6 0 0,-1 2 0 0 0,13 47 0 0 0,-26-77-9 0 0,4 11 62 0 0,0 0 0 0 0,-2 0 1 0 0,0 1-1 0 0,-1-1 0 0 0,-1 1 0 0 0,0 0 1 0 0,-2 0-1 0 0,-2 32 0 0 0,-2-33 190 0 0,-1 1-1 0 0,-1-1 1 0 0,-1 0-1 0 0,0 0 1 0 0,-1-1-1 0 0,-15 24 1 0 0,20-37-323 0 0,1 0 0 0 0,-1-1 0 0 0,-1 1 0 0 0,1-1 0 0 0,0 0 0 0 0,-1 0 0 0 0,0 0 0 0 0,1-1 0 0 0,-1 1 1 0 0,0-1-1 0 0,-1 0 0 0 0,1 0 0 0 0,0 0 0 0 0,-1 0 0 0 0,1-1 0 0 0,0 0 0 0 0,-1 0 0 0 0,0 0 0 0 0,1 0 0 0 0,-1-1 0 0 0,0 0 0 0 0,1 0 0 0 0,-9-1 0 0 0,3 0-767 0 0,0 0-1 0 0,0-1 0 0 0,0-1 0 0 0,-12-3 1 0 0,10 1-1076 0 0,1 0-1 0 0,0 0 1 0 0,-11-7 0 0 0,-43-38-11505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40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1 297 3282 0 0,'33'-19'2227'0'0,"0"-2"1"0"0,-2-1 0 0 0,0-1-1 0 0,-1-2 1 0 0,40-44 0 0 0,-50 43-1347 0 0,-18 22-769 0 0,0 0 0 0 0,0 0 1 0 0,1 1-1 0 0,0-1 0 0 0,0 1 0 0 0,0-1 0 0 0,0 1 1 0 0,0 0-1 0 0,1 1 0 0 0,-1-1 0 0 0,6-3 0 0 0,50-29 1196 0 0,-54 27-766 0 0,-5 8-512 0 0,0-1-1 0 0,0 1 1 0 0,0 0-1 0 0,0 0 1 0 0,0 0-1 0 0,0 0 1 0 0,0-1-1 0 0,0 1 1 0 0,0 0-1 0 0,0 0 1 0 0,0 0-1 0 0,0 0 1 0 0,0-1-1 0 0,1 1 1 0 0,-1 0-1 0 0,0 0 1 0 0,0 0-1 0 0,0 0 1 0 0,0-1-1 0 0,0 1 1 0 0,0 0-1 0 0,0 0 1 0 0,0 0-1 0 0,1 0 1 0 0,-1 0-1 0 0,0 0 1 0 0,0-1-1 0 0,0 1 0 0 0,0 0 1 0 0,0 0-1 0 0,1 0 1 0 0,-1 0-1 0 0,0 0 1 0 0,0 0-1 0 0,0 0 1 0 0,0 0-1 0 0,1 0 1 0 0,-1 0-1 0 0,0 0 1 0 0,0 0-1 0 0,0 0 1 0 0,1 0-1 0 0,-1 0 1 0 0,0 0-1 0 0,0 0 1 0 0,0 0-1 0 0,0 0 1 0 0,1 0-1 0 0,0 0 2 0 0,12 4 458 0 0,-15 2-9 0 0,-10 13 188 0 0,-4 47 439 0 0,-28 37-133 0 0,40-87-834 0 0,1 1 0 0 0,-2 27 0 0 0,2-13-14 0 0,-4 7-25 0 0,-2-1 0 0 0,-2 0 0 0 0,-22 53 0 0 0,22-62-104 0 0,0-1 1 0 0,2 2 0 0 0,1-1-1 0 0,1 1 1 0 0,1 0 0 0 0,-2 40-1 0 0,8-11-949 0 0,0-35-5726 0 0,0-48 862 0 0,0-14-1347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40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158 153 5362 0 0,'-1'-21'3738'0'0,"1"13"-2663"0"0,0 0 0 0 0,0 0 0 0 0,0 0 0 0 0,3-11 0 0 0,-2 17-908 0 0,0-1-1 0 0,0 1 1 0 0,0 0 0 0 0,0-1-1 0 0,0 1 1 0 0,0 0-1 0 0,0 0 1 0 0,1 0 0 0 0,-1 0-1 0 0,1 0 1 0 0,0 0 0 0 0,-1 0-1 0 0,1 1 1 0 0,0-1 0 0 0,0 1-1 0 0,0-1 1 0 0,4-1 0 0 0,22-13 1607 0 0,-24 13-1545 0 0,1 0 0 0 0,-1 1 1 0 0,1-1-1 0 0,0 1 0 0 0,0 0 0 0 0,0 0 1 0 0,0 1-1 0 0,0 0 0 0 0,0-1 0 0 0,8 1 1 0 0,67-4 1050 0 0,-71 5-1188 0 0,33-1 342 0 0,0 2 0 0 0,0 2-1 0 0,79 16 1 0 0,-113-17-412 0 0,-1 1 1 0 0,1 0-1 0 0,0 0 1 0 0,-1 1-1 0 0,0-1 0 0 0,0 2 1 0 0,0-1-1 0 0,10 10 1 0 0,-15-12-7 0 0,0-1 1 0 0,0 1-1 0 0,0 0 1 0 0,-1 0-1 0 0,1 0 1 0 0,-1 0-1 0 0,1 0 1 0 0,-1 0-1 0 0,0 1 1 0 0,0-1 0 0 0,0 0-1 0 0,0 1 1 0 0,0-1-1 0 0,0 1 1 0 0,-1-1-1 0 0,1 0 1 0 0,-1 1-1 0 0,0 0 1 0 0,0-1-1 0 0,0 1 1 0 0,0-1-1 0 0,0 1 1 0 0,0-1-1 0 0,-1 1 1 0 0,1-1-1 0 0,-1 1 1 0 0,0-1-1 0 0,0 0 1 0 0,0 1 0 0 0,0-1-1 0 0,0 0 1 0 0,-3 5-1 0 0,0-2 37 0 0,-1 0 0 0 0,1 0 0 0 0,-1 0 0 0 0,0-1 0 0 0,0 1 0 0 0,-1-1 0 0 0,0 0 0 0 0,1-1 0 0 0,-1 1 1 0 0,-10 3-1 0 0,-7 3 142 0 0,-45 11 0 0 0,10-7-309 0 0,0-3 1 0 0,0-3 0 0 0,-111 1-1 0 0,154-9-462 0 0,-1-1-1 0 0,1 0 1 0 0,-1-1-1 0 0,1-1 1 0 0,0-1-1 0 0,0 0 0 0 0,0-1 1 0 0,-20-10-1 0 0,32 14 170 0 0,0 0 1 0 0,0-1-1 0 0,1 1 0 0 0,-1-1 0 0 0,1 0 0 0 0,-1 1 0 0 0,1-1 0 0 0,0 0 1 0 0,0-1-1 0 0,0 1 0 0 0,0 0 0 0 0,0-1 0 0 0,0 1 0 0 0,1-1 0 0 0,-2-3 1 0 0,1 1-976 0 0,1 0 0 0 0,0 0 0 0 0,0 0 1 0 0,0 0-1 0 0,1 0 0 0 0,0-8 1 0 0,0 11 1008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41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120 399 1841 0 0,'0'-1'211'0'0,"0"0"0"0"0,0 1 0 0 0,0-1-1 0 0,0 0 1 0 0,-1 0 0 0 0,1 0 0 0 0,0 0 0 0 0,0 1 0 0 0,-1-1 0 0 0,1 0 0 0 0,0 0 0 0 0,-1 0 0 0 0,1 1-1 0 0,-1-1 1 0 0,1 0 0 0 0,-1 1 0 0 0,1-1 0 0 0,-1 0 0 0 0,1 1 0 0 0,-1-1 0 0 0,0 1 0 0 0,1-1 0 0 0,-1 1-1 0 0,0-1 1 0 0,0 1 0 0 0,1 0 0 0 0,-1-1 0 0 0,0 1 0 0 0,0 0 0 0 0,-1-1 0 0 0,1 1-110 0 0,0 0 0 0 0,0-1 1 0 0,0 1-1 0 0,1 0 0 0 0,-1-1 0 0 0,0 1 1 0 0,0 0-1 0 0,0-1 0 0 0,1 1 0 0 0,-1-1 0 0 0,0 0 1 0 0,1 1-1 0 0,-1-1 0 0 0,0 1 0 0 0,1-1 1 0 0,-1 0-1 0 0,1 1 0 0 0,-1-1 0 0 0,1 0 1 0 0,-1 0-1 0 0,1 0 0 0 0,0 1 0 0 0,-1-1 1 0 0,1 0-1 0 0,0 0 0 0 0,0 0 0 0 0,-1 0 1 0 0,1 0-1 0 0,0 1 0 0 0,0-1 0 0 0,0-1 1 0 0,0-62 4630 0 0,0-29-2354 0 0,0 88-2300 0 0,0 0 1 0 0,0-1-1 0 0,1 1 0 0 0,-1 0 1 0 0,1 0-1 0 0,0 0 1 0 0,1 0-1 0 0,-1 0 1 0 0,1 0-1 0 0,0 1 1 0 0,0-1-1 0 0,1 0 1 0 0,-1 1-1 0 0,1-1 1 0 0,0 1-1 0 0,7-7 1 0 0,17-23 227 0 0,-21 23-240 0 0,-5 7-46 0 0,1 0 0 0 0,0 1 0 0 0,0 0 0 0 0,0-1 0 0 0,0 1 0 0 0,0 0 0 0 0,1 0 1 0 0,-1 0-1 0 0,1 1 0 0 0,0-1 0 0 0,0 1 0 0 0,0-1 0 0 0,5-2 0 0 0,46-10 87 0 0,-43 9-40 0 0,16 6 13 0 0,-16 2-59 0 0,-1 0 0 0 0,0 0 0 0 0,1 1 0 0 0,-1 1 0 0 0,14 7 1 0 0,-21-10-46 0 0,0 0 1 0 0,0 0 0 0 0,0 0-1 0 0,0 1 1 0 0,-1 0-1 0 0,1-1 1 0 0,-1 1 0 0 0,1 0-1 0 0,-1 0 1 0 0,0 0 0 0 0,1 1-1 0 0,-1-1 1 0 0,0 0 0 0 0,-1 1-1 0 0,1 0 1 0 0,0-1 0 0 0,-1 1-1 0 0,1 0 1 0 0,-1 0-1 0 0,0 0 1 0 0,1 3 0 0 0,-2 34-457 0 0,-5-39 560 0 0,-41-2 947 0 0,-87-15 0 0 0,128 15-374 0 0,5 0-648 0 0,0 1-1 0 0,0 0 0 0 0,0 0 0 0 0,0-1 0 0 0,0 1 0 0 0,0 0 0 0 0,0 0 1 0 0,0 0-1 0 0,0-1 0 0 0,0 1 0 0 0,0 0 0 0 0,0 0 0 0 0,0-1 0 0 0,0 1 0 0 0,0 0 1 0 0,0 0-1 0 0,0 0 0 0 0,0-1 0 0 0,1 1 0 0 0,-1 0 0 0 0,0 0 0 0 0,0 0 0 0 0,0-1 1 0 0,0 1-1 0 0,1 0 0 0 0,-1 0 0 0 0,0 0 0 0 0,0 0 0 0 0,0-1 0 0 0,0 1 0 0 0,1 0 1 0 0,-1 0-1 0 0,0 0 0 0 0,0 0 0 0 0,1 0 0 0 0,-1 0 0 0 0,0 0 0 0 0,0 0 1 0 0,1 0-1 0 0,-1 0 0 0 0,0 0 0 0 0,27-2 49 0 0,125 10-440 0 0,-142-6 333 0 0,-1 1-1 0 0,1-1 1 0 0,0 1-1 0 0,-1 1 1 0 0,0 0-1 0 0,11 6 1 0 0,-15-7 48 0 0,1 0 1 0 0,-1 1 0 0 0,-1-1-1 0 0,1 1 1 0 0,0 0 0 0 0,-1 0-1 0 0,0 0 1 0 0,0 1 0 0 0,0-1 0 0 0,3 7-1 0 0,-6-9 32 0 0,0 0 0 0 0,0 0 0 0 0,-1 0 0 0 0,1 0 0 0 0,-1 0 0 0 0,0 1 0 0 0,1-1 0 0 0,-1 0 1 0 0,0 0-1 0 0,0 0 0 0 0,0 0 0 0 0,-1 1 0 0 0,1-1 0 0 0,-1 0 0 0 0,1 0 0 0 0,-1 0 0 0 0,1 0 0 0 0,-1 0 0 0 0,0 0 0 0 0,0 0 0 0 0,0 0 0 0 0,0 0 0 0 0,-1 0 0 0 0,1-1 0 0 0,0 1 0 0 0,-1 0 0 0 0,1-1 0 0 0,-1 1 0 0 0,0-1 0 0 0,1 1 0 0 0,-1-1 0 0 0,0 0 0 0 0,-2 1 0 0 0,-5 4 214 0 0,-1 0-1 0 0,0 0 0 0 0,0-1 1 0 0,0-1-1 0 0,-16 5 0 0 0,-48 10 695 0 0,-2-3 0 0 0,-115 10 0 0 0,182-26-1094 0 0,-1 0 1 0 0,1-1 0 0 0,0 0 0 0 0,-13-3 0 0 0,21 3 24 0 0,-1 1 1 0 0,0 0 0 0 0,0 0 0 0 0,1-1 0 0 0,-1 1-1 0 0,0-1 1 0 0,1 1 0 0 0,-1-1 0 0 0,0 0 0 0 0,1 0-1 0 0,-1 1 1 0 0,1-1 0 0 0,-1 0 0 0 0,1 0 0 0 0,0-1-1 0 0,-1 1 1 0 0,1 0 0 0 0,0 0 0 0 0,0-1 0 0 0,0 1-1 0 0,-2-3 1 0 0,6-2-960 0 0,0 1 0 0 0,0 0 1 0 0,1 0-1 0 0,-1 0 0 0 0,1 1 0 0 0,9-9 0 0 0,47-25-5429 0 0,32-32-2721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11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132 128 1040 0 0,'1'-1'208'0'0,"-1"0"0"0"0,1 0 0 0 0,0 0 0 0 0,0 0-1 0 0,0 0 1 0 0,0 0 0 0 0,1 0 0 0 0,-1 0 0 0 0,0 1-1 0 0,0-1 1 0 0,0 0 0 0 0,1 1 0 0 0,-1-1 0 0 0,0 1-1 0 0,1-1 1 0 0,-1 1 0 0 0,0 0 0 0 0,1 0-1 0 0,1-1 1 0 0,-1 1 359 0 0,23-7 3376 0 0,-17 6-3031 0 0,-8 1-816 0 0,0 0-1 0 0,1 0 1 0 0,-1 0 0 0 0,0 0-1 0 0,1 0 1 0 0,-1-1-1 0 0,0 1 1 0 0,0 0-1 0 0,1 0 1 0 0,-1 0 0 0 0,0-1-1 0 0,1 1 1 0 0,-1 0-1 0 0,0 0 1 0 0,0-1-1 0 0,1 1 1 0 0,-1 0 0 0 0,0 0-1 0 0,0-1 1 0 0,0 1-1 0 0,0 0 1 0 0,1-1 0 0 0,-1 1-1 0 0,0 0 1 0 0,0-1-1 0 0,0 1 1 0 0,0 0-1 0 0,0-1 1 0 0,0 1 0 0 0,0 0-1 0 0,0-1 1 0 0,0 1-1 0 0,0-1 1 0 0,0 1 0 0 0,0 0-1 0 0,0-1 1 0 0,0 1-1 0 0,0 0 1 0 0,0-1-1 0 0,-1 1 1 0 0,1-1 0 0 0,0 1-3 0 0,0-1 0 0 0,0 1 1 0 0,0 0-1 0 0,-1-1 1 0 0,1 1-1 0 0,0-1 0 0 0,0 1 1 0 0,0-1-1 0 0,0 1 1 0 0,0-1-1 0 0,0 1 0 0 0,0-1 1 0 0,0 1-1 0 0,1-1 1 0 0,-1 1-1 0 0,0-1 0 0 0,0 1 1 0 0,0-1-1 0 0,0 1 1 0 0,1-1-1 0 0,-1 1 0 0 0,0 0 1 0 0,1-1-1 0 0,-1 1 1 0 0,0-1-1 0 0,1 1 0 0 0,-1 0 1 0 0,0-1-1 0 0,1 1 1 0 0,-1 0-1 0 0,0-1 0 0 0,1 1 1 0 0,35-20 1873 0 0,-26 14-1694 0 0,0 0 1 0 0,0 0-1 0 0,1 1 1 0 0,0 0-1 0 0,0 1 1 0 0,21-5 0 0 0,11 1 271 0 0,54-2 0 0 0,-80 9-342 0 0,-1 1-1 0 0,0 1 1 0 0,0 0-1 0 0,0 1 1 0 0,0 0-1 0 0,30 10 0 0 0,-35-3 172 0 0,-5-5-285 0 0,-4-3-48 0 0,-1 0 1 0 0,1 1 0 0 0,-1-1 0 0 0,1 0 0 0 0,-1 0-1 0 0,0 1 1 0 0,1-1 0 0 0,-1 1 0 0 0,0-1 0 0 0,0 1 0 0 0,0-1-1 0 0,0 1 1 0 0,0 0 0 0 0,-1 0 0 0 0,1-1 0 0 0,0 1-1 0 0,-1 0 1 0 0,1 0 0 0 0,-1 0 0 0 0,0 0 0 0 0,0 0-1 0 0,1-1 1 0 0,-1 1 0 0 0,-1 4 0 0 0,1 12 261 0 0,1-6-80 0 0,-1 0 1 0 0,-1 0 0 0 0,-2 17-1 0 0,2-25-196 0 0,0 0 0 0 0,-1 0 0 0 0,1 0 0 0 0,0-1 0 0 0,-1 1 0 0 0,0 0-1 0 0,0-1 1 0 0,0 1 0 0 0,0-1 0 0 0,-1 0 0 0 0,1 0 0 0 0,-1 0 0 0 0,0 0 0 0 0,-5 4-1 0 0,-84 44 468 0 0,73-38-307 0 0,-1-1 0 0 0,0-2-1 0 0,0 0 1 0 0,-38 13 0 0 0,15-11 80 0 0,-1-2-1 0 0,-1-2 1 0 0,-73 3 0 0 0,106-10-258 0 0,0-2 1 0 0,0 1-1 0 0,0-2 0 0 0,0 0 1 0 0,0 0-1 0 0,0-1 0 0 0,1 0 1 0 0,-1-1-1 0 0,-11-6 0 0 0,22 10-5 0 0,0-1-1 0 0,1 0 1 0 0,-1 1-1 0 0,1-1 0 0 0,-1 1 1 0 0,1-1-1 0 0,0 0 1 0 0,-1 1-1 0 0,1-1 1 0 0,0 0-1 0 0,-1 1 0 0 0,1-1 1 0 0,0 0-1 0 0,0 0 1 0 0,-1 1-1 0 0,1-1 0 0 0,0 0 1 0 0,0 0-1 0 0,0 1 1 0 0,0-1-1 0 0,0 0 1 0 0,0 0-1 0 0,0 1 0 0 0,1-1 1 0 0,-1 0-1 0 0,0 0 1 0 0,0 1-1 0 0,0-1 0 0 0,1 0 1 0 0,-1 1-1 0 0,0-1 1 0 0,1 0-1 0 0,-1 1 1 0 0,1-1-1 0 0,-1 0 0 0 0,1 1 1 0 0,-1-1-1 0 0,2 0 1 0 0,6-5 25 0 0,-7 6-24 0 0,1-1 1 0 0,-1 1-1 0 0,0-1 0 0 0,0 0 1 0 0,0 1-1 0 0,0-1 0 0 0,0 0 1 0 0,0 0-1 0 0,0 0 0 0 0,0 0 1 0 0,-1 0-1 0 0,1 0 0 0 0,0 0 1 0 0,0 0-1 0 0,-1 0 0 0 0,1 0 1 0 0,-1 0-1 0 0,1 0 0 0 0,-1-1 1 0 0,1 1-1 0 0,-1 0 0 0 0,0 0 1 0 0,0-1-1 0 0,1 1 0 0 0,-1 0 1 0 0,0-3-1 0 0,1 3-1 0 0,-1 0-1 0 0,1 0 1 0 0,0 0-1 0 0,0 0 1 0 0,0 0-1 0 0,0 0 1 0 0,1 0-1 0 0,-1 1 0 0 0,0-1 1 0 0,0 0-1 0 0,0 1 1 0 0,1-1-1 0 0,-1 1 1 0 0,0-1-1 0 0,0 1 1 0 0,1 0-1 0 0,-1-1 1 0 0,0 1-1 0 0,1 0 1 0 0,1 0-1 0 0,-2 0 4 0 0,1-1 0 0 0,-1 1 0 0 0,1 0 1 0 0,-1 0-1 0 0,1-1 0 0 0,0 1 0 0 0,-1 0 0 0 0,1 0 0 0 0,0 0 0 0 0,-1 1 0 0 0,1-1 1 0 0,0 0-1 0 0,-1 1 0 0 0,1-1 0 0 0,-1 1 0 0 0,1-1 0 0 0,2 2 0 0 0,4 1 19 0 0,23 4 54 0 0,-16-4-3 0 0,-1 0 1 0 0,1 2 0 0 0,-1-1 0 0 0,0 2 0 0 0,19 9 0 0 0,-9-2-4 0 0,0-1-16 0 0,1 0 0 0 0,0-2 0 0 0,35 11 1 0 0,-45-18-257 0 0,-12-2-215 0 0,0 0 1 0 0,0 0-1 0 0,0 0 0 0 0,0 0 1 0 0,1-1-1 0 0,-1 0 0 0 0,0 0 1 0 0,0 0-1 0 0,1 0 0 0 0,-1 0 0 0 0,0 0 1 0 0,4-2-1 0 0,-1-6-5032 0 0,-6-8 2216 0 0,-1 13 1632 0 0,1-9-1768 0 0,1 8 2621 0 0,-1 0 0 0 0,0 0 0 0 0,0 0 0 0 0,0 0 0 0 0,-1 0 0 0 0,0 0 0 0 0,1 0 0 0 0,-1 0 0 0 0,-2-4 0 0 0,0 3 79 0 0,-1 0 0 0 0,1 0 1 0 0,-1 0-1 0 0,0 1 0 0 0,-5-5 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12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616 179 720 0 0,'-16'0'1110'0'0,"-2"0"510"0"0,0 1 1 0 0,0 0-1 0 0,0 1 0 0 0,1 1 1 0 0,-25 7-1 0 0,41-10-1597 0 0,-167 50 4921 0 0,148-42-4589 0 0,-1 0 1 0 0,1 2 0 0 0,1 0 0 0 0,0 1-1 0 0,0 1 1 0 0,-31 26 0 0 0,25-7-14 0 0,21-26-230 0 0,1 0 0 0 0,-1-1 1 0 0,0 1-1 0 0,-1-1 0 0 0,1 0 1 0 0,-1 0-1 0 0,-6 5 0 0 0,-6 0 145 0 0,-16 12 212 0 0,32-20-452 0 0,-1 0-1 0 0,1 0 1 0 0,0 0-1 0 0,0 1 1 0 0,0-1-1 0 0,0 0 1 0 0,0 1 0 0 0,0-1-1 0 0,0 1 1 0 0,0 0-1 0 0,1-1 1 0 0,-1 1-1 0 0,0-1 1 0 0,1 1 0 0 0,0 0-1 0 0,-1 0 1 0 0,1-1-1 0 0,0 3 1 0 0,0 7 29 0 0,-1-8-12 0 0,1 0 0 0 0,0-1 0 0 0,0 1 0 0 0,0 0 0 0 0,0 0 0 0 0,1-1 0 0 0,-1 1-1 0 0,1 0 1 0 0,-1 0 0 0 0,1-1 0 0 0,2 6 0 0 0,19 14 487 0 0,-18-13-385 0 0,8 9 61 0 0,13-2 140 0 0,0-1 1 0 0,42 18-1 0 0,-60-30-255 0 0,34 14 499 0 0,85 23 0 0 0,-75-26-289 0 0,131 36 615 0 0,349 47 0 0 0,-454-89-1078 0 0,107-3 1 0 0,-139-6-259 0 0,-1-2 1 0 0,1-3 0 0 0,70-17 0 0 0,-101 19 275 0 0,-1 0 1 0 0,-1-1-1 0 0,1 0 1 0 0,-1-1 0 0 0,0-1-1 0 0,0 0 1 0 0,-1 0-1 0 0,0-1 1 0 0,15-14-1 0 0,-20 16 121 0 0,-1 0-1 0 0,0 0 0 0 0,0 0 0 0 0,0-1 1 0 0,-1 1-1 0 0,0-1 0 0 0,-1 0 0 0 0,1 0 1 0 0,-1-1-1 0 0,-1 1 0 0 0,1-1 0 0 0,-1 1 1 0 0,0-1-1 0 0,-1 0 0 0 0,0 0 1 0 0,0-11-1 0 0,-2-4 24 0 0,-2 1 0 0 0,0-1 0 0 0,-2 1 0 0 0,0 0 0 0 0,-1 0 0 0 0,-2 1 1 0 0,0-1-1 0 0,-14-25 0 0 0,6 21 42 0 0,-2 0-1 0 0,0 1 1 0 0,-2 1 0 0 0,0 1 0 0 0,-2 0 0 0 0,-1 2 0 0 0,0 0-1 0 0,-1 2 1 0 0,-2 1 0 0 0,0 1 0 0 0,0 1 0 0 0,-39-17 0 0 0,-4 8 73 0 0,-2 3 1 0 0,-1 4 0 0 0,-90-13-1 0 0,102 23-302 0 0,0 2 0 0 0,0 2 0 0 0,-1 3-1 0 0,1 3 1 0 0,0 3 0 0 0,-96 19 0 0 0,132-19-379 0 0,0 1 1 0 0,-36 15-1 0 0,51-17-84 0 0,-1 1 0 0 0,0 0-1 0 0,1 1 1 0 0,0 0 0 0 0,0 0 0 0 0,1 1-1 0 0,0 0 1 0 0,-8 9 0 0 0,-20 36-7643 0 0,34-50 7880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22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713 9 1441 0 0,'27'0'2147'0'0,"-22"0"3349"0"0,1 0-4135 0 0,146-7 2601 0 0,-115 7-3483 0 0,-21-1-193 0 0,0 1 0 0 0,0 1 0 0 0,-1 0 0 0 0,1 1 0 0 0,0 0 0 0 0,21 7 0 0 0,-36-8-226 0 0,1-1-1 0 0,0 1 1 0 0,0-1 0 0 0,-1 1 0 0 0,1 0 0 0 0,-1-1 0 0 0,1 1-1 0 0,0 0 1 0 0,-1 0 0 0 0,0 0 0 0 0,1 0 0 0 0,-1 1 0 0 0,0-1-1 0 0,1 0 1 0 0,-1 1 0 0 0,0-1 0 0 0,0 1 0 0 0,1 1 0 0 0,-1 1 211 0 0,0 0 0 0 0,0 0 1 0 0,0 0-1 0 0,-1 0 1 0 0,1 0-1 0 0,-1 0 0 0 0,-1 4 1 0 0,1-5-152 0 0,0-2-83 0 0,0 0 0 0 0,0-1 0 0 0,0 1 1 0 0,0 0-1 0 0,0 0 0 0 0,0-1 0 0 0,0 1 0 0 0,0 0 0 0 0,-1 0 1 0 0,1-1-1 0 0,0 1 0 0 0,-1 0 0 0 0,1-1 0 0 0,0 1 0 0 0,-1 0 1 0 0,1-1-1 0 0,-1 1 0 0 0,1-1 0 0 0,-1 1 0 0 0,1-1 0 0 0,-1 1 0 0 0,1-1 1 0 0,-1 1-1 0 0,0-1 0 0 0,1 1 0 0 0,-1-1 0 0 0,-1 1 0 0 0,-19 10 471 0 0,0 0 0 0 0,-1-2-1 0 0,0 0 1 0 0,-1-1 0 0 0,0-2-1 0 0,-24 5 1 0 0,-154 16 2155 0 0,168-26-2330 0 0,33-2-360 0 0,0-3 81 0 0,0 3-1 0 0,5 0-93 0 0,17-4 70 0 0,0 2 0 0 0,1 0-1 0 0,-1 1 1 0 0,0 1 0 0 0,1 1 0 0 0,-1 1 0 0 0,0 1-1 0 0,1 1 1 0 0,27 7 0 0 0,-45-8-34 0 0,3 0-16 0 0,1 0 0 0 0,-1 1 1 0 0,0 0-1 0 0,0 1 0 0 0,-1-1 1 0 0,1 2-1 0 0,-1-1 0 0 0,8 7 1 0 0,-12-9 11 0 0,1 1 1 0 0,-1-1-1 0 0,0 1 1 0 0,0 0-1 0 0,0 0 1 0 0,-1 1-1 0 0,1-1 0 0 0,-1 0 1 0 0,1 1-1 0 0,-1-1 1 0 0,-1 1-1 0 0,1 0 1 0 0,0 0-1 0 0,-1 0 1 0 0,0 0-1 0 0,0 0 1 0 0,0 0-1 0 0,1 6 0 0 0,-3-6 25 0 0,1 0 0 0 0,-1-1-1 0 0,0 1 1 0 0,0 0-1 0 0,0-1 1 0 0,-1 1 0 0 0,1-1-1 0 0,-1 0 1 0 0,0 0-1 0 0,0 1 1 0 0,0-1-1 0 0,0 0 1 0 0,-1 0 0 0 0,1-1-1 0 0,-1 1 1 0 0,-2 2-1 0 0,-5 4 57 0 0,0-1 0 0 0,-1-1 0 0 0,-20 13 0 0 0,-38 12 477 0 0,-125 41 1 0 0,137-53-185 0 0,-133 38 816 0 0,158-51-1648 0 0,-1-1 1 0 0,1-2-1 0 0,-67 0 1 0 0,61-6-2058 0 0,-61-11 0 0 0,80 9-72 0 0,1-1-1 0 0,-26-9 1 0 0,38 11 560 0 0,0 0 1 0 0,0 0 0 0 0,1 0-1 0 0,-1-1 1 0 0,-8-7 0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23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811 293 1201 0 0,'-55'-4'2752'0'0,"41"3"-1842"0"0,0 0-1 0 0,-1 0 0 0 0,-18 3 0 0 0,11-2-35 0 0,-58 8 2174 0 0,47-1-2181 0 0,0 2 0 0 0,0 1 0 0 0,1 2 0 0 0,-48 24 0 0 0,33-12-244 0 0,0 3-1 0 0,-56 43 1 0 0,76-48 157 0 0,-28 30 0 0 0,1 0 288 0 0,51-50-997 0 0,0 0 0 0 0,1 1 1 0 0,-1-1-1 0 0,1 1 1 0 0,-1-1-1 0 0,1 1 0 0 0,0 0 1 0 0,0 0-1 0 0,1 0 0 0 0,-1 0 1 0 0,-2 6-1 0 0,3-1 100 0 0,-1 1 0 0 0,1-1 0 0 0,1 1 0 0 0,0 11 0 0 0,0-19-162 0 0,0 3 103 0 0,1-1 0 0 0,-1 1 1 0 0,1 0-1 0 0,0 0 0 0 0,0 0 0 0 0,0-1 0 0 0,0 1 0 0 0,1 0 0 0 0,-1-1 0 0 0,1 1 0 0 0,0-1 0 0 0,0 0 0 0 0,1 1 0 0 0,-1-1 0 0 0,1 0 0 0 0,-1 0 0 0 0,1-1 0 0 0,0 1 0 0 0,0 0 0 0 0,0-1 0 0 0,0 0 0 0 0,1 0 0 0 0,6 4 0 0 0,7 2-65 0 0,2-1 0 0 0,-1 0-1 0 0,33 7 1 0 0,-14-4-148 0 0,15 5 171 0 0,0-3 0 0 0,1-1 0 0 0,89 5 0 0 0,-13-8 68 0 0,176-12 1 0 0,124-42-402 0 0,-279 19-351 0 0,217-67 0 0 0,-346 88 593 0 0,-2 1-101 0 0,-1-1 0 0 0,1 0 1 0 0,-2-2-1 0 0,34-17 0 0 0,-47 22 76 0 0,1-1 0 0 0,-1 1 0 0 0,0-1 1 0 0,0 0-1 0 0,0 0 0 0 0,-1 0 0 0 0,1 0 0 0 0,-1 0 0 0 0,0-1 0 0 0,0 0 0 0 0,-1 0 0 0 0,1 1 0 0 0,-1-1 0 0 0,0-1 0 0 0,-1 1 0 0 0,1 0 0 0 0,-1 0 0 0 0,0-1 0 0 0,0 1 0 0 0,-1-1 0 0 0,1-9 1 0 0,-1 7 48 0 0,-1 1 0 0 0,0-1 1 0 0,0 1-1 0 0,0 0 1 0 0,-1-1-1 0 0,0 1 1 0 0,-1 0-1 0 0,1 0 0 0 0,-1 0 1 0 0,-7-10-1 0 0,-2-1 70 0 0,-1 0 0 0 0,-19-20 0 0 0,-16-20 111 0 0,9 3-69 0 0,-46-58 72 0 0,72 97-183 0 0,-1 2-1 0 0,0 0 1 0 0,-1 1-1 0 0,-33-23 1 0 0,29 25-73 0 0,0 1 1 0 0,-1 1-1 0 0,0 1 0 0 0,0 0 1 0 0,-1 2-1 0 0,0 0 1 0 0,-29-3-1 0 0,3 4-477 0 0,-96 1 0 0 0,88 6-841 0 0,1 2 0 0 0,-93 21-1 0 0,65 2-3534 0 0,-10 7-2095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8:55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1 190 640 0 0,'3'5'10047'0'0,"5"-3"-7572"0"0,8-4-697 0 0,-38-2-351 0 0,22 4-1371 0 0,1 0-1 0 0,-1 0 1 0 0,0 0-1 0 0,0 0 1 0 0,0-1-1 0 0,0 1 0 0 0,1 0 1 0 0,-1 0-1 0 0,0 0 1 0 0,0 0-1 0 0,0 0 0 0 0,0-1 1 0 0,0 1-1 0 0,1 0 1 0 0,-1 0-1 0 0,0 0 0 0 0,0-1 1 0 0,0 1-1 0 0,0 0 1 0 0,0 0-1 0 0,0 0 1 0 0,0 0-1 0 0,0-1 0 0 0,0 1 1 0 0,0 0-1 0 0,0 0 1 0 0,0-1-1 0 0,0 1 0 0 0,0 0 1 0 0,0 0-1 0 0,0 0 1 0 0,0-1-1 0 0,0 1 0 0 0,0 0 1 0 0,0 0-1 0 0,0 0 1 0 0,0 0-1 0 0,-1-1 0 0 0,1 1 1 0 0,0 0-1 0 0,0 0 1 0 0,0 0-1 0 0,0 0 1 0 0,0-1-1 0 0,0 1 0 0 0,-1 0 1 0 0,1 0-1 0 0,0 0 1 0 0,0 0-1 0 0,0 0 0 0 0,-1-1 1 0 0,23-4 451 0 0,-22 5-492 0 0,0 0 0 0 0,1 0 0 0 0,-1 0 0 0 0,0 0 0 0 0,0 0 0 0 0,1 0 0 0 0,-1 0 0 0 0,0 0 0 0 0,0 0 0 0 0,1 0 0 0 0,-1 0 0 0 0,0-1 0 0 0,0 1 1 0 0,0 0-1 0 0,1 0 0 0 0,-1 0 0 0 0,0 0 0 0 0,0 0 0 0 0,0 0 0 0 0,1-1 0 0 0,-1 1 0 0 0,0 0 0 0 0,0 0 0 0 0,0 0 0 0 0,0-1 0 0 0,0 1 0 0 0,1 0 0 0 0,-1 0 0 0 0,0 0 1 0 0,0-1-1 0 0,0 1 0 0 0,0 0 0 0 0,0 0 0 0 0,0 0 0 0 0,0-1 0 0 0,0 1 0 0 0,0 0 0 0 0,0 0 0 0 0,0-1 0 0 0,0 1 0 0 0,0 0 0 0 0,0 0 0 0 0,0-1 0 0 0,0 1 0 0 0,0 0-12 0 0,0-1 0 0 0,0 1 0 0 0,0 0 0 0 0,0 0 0 0 0,0 0-1 0 0,0 0 1 0 0,0-1 0 0 0,0 1 0 0 0,0 0 0 0 0,0 0 0 0 0,0 0-1 0 0,0-1 1 0 0,0 1 0 0 0,0 0 0 0 0,0 0 0 0 0,0 0 0 0 0,0-1-1 0 0,0 1 1 0 0,0 0 0 0 0,0 0 0 0 0,0 0 0 0 0,0 0 0 0 0,1 0-1 0 0,-1-1 1 0 0,0 1 0 0 0,0 0 0 0 0,0 0 0 0 0,0 0 0 0 0,0 0-1 0 0,0 0 1 0 0,1 0 0 0 0,-1-1 0 0 0,0 1 0 0 0,0 0 0 0 0,0 0-1 0 0,1 0 1 0 0,-1 0 0 0 0,0 0 0 0 0,0 0 0 0 0,0 0 0 0 0,0 0-1 0 0,1 0 1 0 0,-1 0 0 0 0,0 0 0 0 0,0 0 0 0 0,0 0 0 0 0,1 0-1 0 0,2 0 57 0 0,-2 0-45 0 0,-1 0 0 0 0,1 1 0 0 0,0-1 0 0 0,0 0 0 0 0,0 0 0 0 0,0 0 0 0 0,0 0 1 0 0,0 0-1 0 0,-1 0 0 0 0,1 0 0 0 0,0-1 0 0 0,0 1 0 0 0,0 0 0 0 0,0 0 0 0 0,0-1 0 0 0,-1 1 0 0 0,1 0 0 0 0,0-1 0 0 0,0 1 0 0 0,-1-1 0 0 0,1 1 0 0 0,0-1 0 0 0,0 1 0 0 0,-1-1 0 0 0,1 0 0 0 0,-1 1 0 0 0,1-1 0 0 0,-1 0 0 0 0,1 1 0 0 0,0-2 0 0 0,0 0 10 0 0,0 1 1 0 0,0 0-1 0 0,1 0 0 0 0,-1 1 1 0 0,0-1-1 0 0,0 0 0 0 0,1 0 1 0 0,-1 0-1 0 0,0 1 0 0 0,1-1 1 0 0,-1 1-1 0 0,1-1 0 0 0,-1 1 0 0 0,1 0 1 0 0,1-1-1 0 0,1 0 54 0 0,-3 1-73 0 0,-1 0 0 0 0,0-1 0 0 0,0 1 0 0 0,1 0 0 0 0,-1 0 0 0 0,0 0 0 0 0,0-1 0 0 0,1 1 0 0 0,-1 0 0 0 0,0 0 0 0 0,0 0 0 0 0,1-1 0 0 0,-1 1-1 0 0,0 0 1 0 0,0-1 0 0 0,0 1 0 0 0,0 0 0 0 0,0 0 0 0 0,0-1 0 0 0,1 1 0 0 0,-1 0 0 0 0,0-1 0 0 0,0 1 0 0 0,0 0 0 0 0,0-1 0 0 0,0 1 0 0 0,0 0 0 0 0,0 0 0 0 0,0-1 0 0 0,0 0 0 0 0,0 1 8 0 0,0-1-1 0 0,-1 1 1 0 0,1-1-1 0 0,0 1 1 0 0,1-1-1 0 0,-1 0 1 0 0,0 1 0 0 0,0-1-1 0 0,0 1 1 0 0,0-1-1 0 0,0 1 1 0 0,1-1-1 0 0,-1 1 1 0 0,0-1 0 0 0,0 1-1 0 0,1-1 1 0 0,-1 1-1 0 0,0-1 1 0 0,1 1-1 0 0,-1-1 1 0 0,0 1 0 0 0,1 0-1 0 0,-1-1 1 0 0,1 1-1 0 0,-1 0 1 0 0,1-1-1 0 0,15-15 239 0 0,-10 10-175 0 0,0 0 0 0 0,0 1 0 0 0,0 0 0 0 0,0 0 0 0 0,8-4 0 0 0,-4 4-23 0 0,-9 5-43 0 0,0 0-1 0 0,0 0 0 0 0,0-1 0 0 0,1 1 0 0 0,-1-1 1 0 0,0 1-1 0 0,0-1 0 0 0,0 1 0 0 0,0-1 0 0 0,0 1 1 0 0,0-1-1 0 0,-1 0 0 0 0,1 0 0 0 0,0 1 1 0 0,0-1-1 0 0,0 0 0 0 0,-1 0 0 0 0,1 0 0 0 0,0 0 1 0 0,-1 0-1 0 0,1 0 0 0 0,-1 0 0 0 0,1 0 0 0 0,-1 0 1 0 0,1 0-1 0 0,-1 0 0 0 0,0-1 0 0 0,1 0 1 0 0,-1 1-4 0 0,0 0 1 0 0,0 0-1 0 0,1 0 1 0 0,-1 0 0 0 0,0 0-1 0 0,1 0 1 0 0,-1 0-1 0 0,0 0 1 0 0,1 1 0 0 0,-1-1-1 0 0,1 0 1 0 0,0 0-1 0 0,-1 1 1 0 0,1-1-1 0 0,0 0 1 0 0,-1 1 0 0 0,1-1-1 0 0,0 0 1 0 0,0 1-1 0 0,-1-1 1 0 0,1 1 0 0 0,0-1-1 0 0,0 1 1 0 0,0 0-1 0 0,0-1 1 0 0,0 1 0 0 0,0 0-1 0 0,-1 0 1 0 0,1 0-1 0 0,0-1 1 0 0,1 1 0 0 0,4-1 22 0 0,0-3 9 0 0,-7 3-21 0 0,29-8 74 0 0,-23 6-111 0 0,-4 4-78 0 0,-2 12 323 0 0,2 46 1071 0 0,1-30-630 0 0,-2 0 1 0 0,-1 0-1 0 0,-6 36 1 0 0,-7-24-15 0 0,12-35-565 0 0,-1 0 0 0 0,1 0 0 0 0,0 0 0 0 0,1 0 0 0 0,0 1-1 0 0,0-1 1 0 0,-1 10 0 0 0,2 14-105 0 0,0-25-3091 0 0,0-27-3928 0 0,0-37-3248 0 0,0 4 3722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8:56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0 480 0 0,'-16'4'807'0'0,"1"0"0"0"0,0 2 0 0 0,0-1 0 0 0,0 2 0 0 0,1 0 0 0 0,0 1 0 0 0,0 0 1 0 0,1 1-1 0 0,0 1 0 0 0,0 0 0 0 0,-21 22 0 0 0,-9 19 1087 0 0,19-33-1316 0 0,20-15-454 0 0,0 0 0 0 0,1 0 1 0 0,-1 0-1 0 0,1 0 0 0 0,-1 0 0 0 0,1 1 0 0 0,0 0 0 0 0,1-1 0 0 0,-1 1 0 0 0,0 0 0 0 0,-3 8 0 0 0,-48 103 957 0 0,43-72-854 0 0,2-21-142 0 0,6-16-28 0 0,0 0 1 0 0,1 0-1 0 0,0 0 0 0 0,0 0 0 0 0,0 0 0 0 0,1 0 1 0 0,-1 1-1 0 0,1 9 0 0 0,1 60 263 0 0,0-73-285 0 0,0 1 0 0 0,1 0 0 0 0,-1-1 0 0 0,1 1 0 0 0,0 0 0 0 0,0-1 0 0 0,0 1 0 0 0,0-1 0 0 0,1 1 0 0 0,-1-1 0 0 0,1 0 0 0 0,3 5 0 0 0,6 14 217 0 0,-9-15-153 0 0,0 1 1 0 0,-1 0-1 0 0,0 0 0 0 0,0 0 0 0 0,-1 0 0 0 0,0 0 1 0 0,-1 9-1 0 0,0-10-8 0 0,0 0-1 0 0,1 1 1 0 0,0-1 0 0 0,1 1 0 0 0,0-1 0 0 0,0 0 0 0 0,3 11 0 0 0,-1-12-15 0 0,0-1 0 0 0,0 1 0 0 0,1-1 0 0 0,-1 0 0 0 0,1 0 1 0 0,1-1-1 0 0,-1 1 0 0 0,7 4 0 0 0,47 34 746 0 0,-42-34-639 0 0,1 0-1 0 0,0-2 1 0 0,0 0 0 0 0,0-1-1 0 0,1 0 1 0 0,0-2 0 0 0,0 0-1 0 0,29 2 1 0 0,19-2-181 0 0,71-5-1 0 0,-52 0 86 0 0,-49 0-178 0 0,0 0 0 0 0,0-3 0 0 0,48-10-1 0 0,-64 9 73 0 0,0-1 0 0 0,0-1-1 0 0,-1-1 1 0 0,0 0-1 0 0,0-2 1 0 0,-1 0 0 0 0,19-14-1 0 0,12-14 42 0 0,-2-3 1 0 0,42-47-1 0 0,-78 74 34 0 0,0 0 1 0 0,-1 0-1 0 0,0-1 0 0 0,9-20 1 0 0,-4 6 74 0 0,-9 17-59 0 0,-1 0-1 0 0,0 0 0 0 0,-1 0 1 0 0,0-1-1 0 0,3-23 1 0 0,0 2 33 0 0,1 3-36 0 0,-4 15 3 0 0,0 1 0 0 0,-1-1 1 0 0,2-30-1 0 0,-5 40-38 0 0,-1 0 0 0 0,1 0 0 0 0,-1 0 0 0 0,-1 0 0 0 0,1 0 0 0 0,-1 0-1 0 0,0 0 1 0 0,0 1 0 0 0,0-1 0 0 0,-1 1 0 0 0,0-1 0 0 0,0 1 0 0 0,0 0 0 0 0,-7-7 0 0 0,-44-38 299 0 0,46 43-290 0 0,-1 0 0 0 0,0 0 0 0 0,0 1 0 0 0,-1 0 1 0 0,0 0-1 0 0,0 1 0 0 0,-19-7 0 0 0,4 5-20 0 0,0 2 0 0 0,-26-4 1 0 0,12 3 2 0 0,-25-4-609 0 0,0 3 1 0 0,-102 2-1 0 0,148 5-291 0 0,-30 1-2456 0 0,22 7-2777 0 0,25-8 5773 0 0,1 1 0 0 0,-1-1 0 0 0,1 0 0 0 0,0 1 1 0 0,-1-1-1 0 0,1 0 0 0 0,0 1 0 0 0,-1-1 0 0 0,1 0 1 0 0,0 1-1 0 0,-1-1 0 0 0,1 1 0 0 0,0-1 0 0 0,0 1 0 0 0,0-1 1 0 0,0 1-1 0 0,-1-1 0 0 0,1 1 0 0 0,0-1 0 0 0,0 1 0 0 0,0-1 1 0 0,0 1-1 0 0,0-1 0 0 0,0 1 0 0 0,0 0 63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8:5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16 1281 0 0,'0'-16'13592'0'0,"-5"18"-12378"0"0,-82 19 3002 0 0,87-21-4166 0 0,0 0 0 0 0,0 0 1 0 0,0 1-1 0 0,1-1 0 0 0,-1 0 1 0 0,0 0-1 0 0,0 0 0 0 0,0 0 1 0 0,0 0-1 0 0,0 0 0 0 0,0 0 1 0 0,1 1-1 0 0,-1-1 0 0 0,0 0 1 0 0,0 0-1 0 0,0 0 0 0 0,0 0 1 0 0,0 0-1 0 0,0 1 0 0 0,0-1 1 0 0,0 0-1 0 0,0 0 0 0 0,0 0 1 0 0,0 0-1 0 0,0 1 0 0 0,0-1 1 0 0,0 0-1 0 0,0 0 0 0 0,0 0 1 0 0,0 0-1 0 0,0 1 0 0 0,0-1 1 0 0,0 0-1 0 0,0 0 0 0 0,0 0 1 0 0,0 0-1 0 0,0 0 0 0 0,0 1 1 0 0,0-1-1 0 0,0 0 1 0 0,-1 0-1 0 0,1 0 0 0 0,0 0 1 0 0,0 0-1 0 0,0 0 0 0 0,0 1 1 0 0,0-1-1 0 0,0 0 0 0 0,0 0 1 0 0,-1 0-1 0 0,1 0 0 0 0,0 0 1 0 0,283 14 2923 0 0,-158 4-2040 0 0,-110-17-835 0 0,0 0-1 0 0,0 1 1 0 0,-1 0 0 0 0,24 8 0 0 0,-36-9-88 0 0,0 0 0 0 0,-1 0 0 0 0,1-1 1 0 0,0 1-1 0 0,0 0 0 0 0,0-1 1 0 0,0 1-1 0 0,0-1 0 0 0,0 0 1 0 0,0 0-1 0 0,4 0 0 0 0,0 0 14 0 0,-6 0-23 0 0,0 0-1 0 0,0 0 1 0 0,0 0 0 0 0,0 0 0 0 0,0 0 0 0 0,0 0 0 0 0,0 0 0 0 0,1-1 0 0 0,-1 1 0 0 0,0 0 0 0 0,0 0 0 0 0,0 0 0 0 0,0 0 0 0 0,0 0 0 0 0,0 0 0 0 0,1 0 0 0 0,-1 0-1 0 0,0 0 1 0 0,0 0 0 0 0,0 0 0 0 0,0 0 0 0 0,0 0 0 0 0,1 0 0 0 0,-1 0 0 0 0,0 0 0 0 0,0 0 0 0 0,0 0 0 0 0,0 0 0 0 0,0 0 0 0 0,0 0 0 0 0,1 1 0 0 0,-1-1-1 0 0,0 0 1 0 0,0 0 0 0 0,0 0 0 0 0,0 0 0 0 0,0 0 0 0 0,0 0 0 0 0,0 0 0 0 0,1 0 0 0 0,-1 0 0 0 0,0 1 0 0 0,0-1 0 0 0,0 0 0 0 0,0 0 0 0 0,0 0 0 0 0,0 0 0 0 0,0 0-1 0 0,0 0 1 0 0,0 1 0 0 0,0-1 0 0 0,0 0 0 0 0,0 0 0 0 0,0 0 0 0 0,0 0 0 0 0,0 0 0 0 0,0 1 0 0 0,0-1 0 0 0,0 0 0 0 0,0 0 0 0 0,0 0 0 0 0,0 1 0 0 0,0-1 0 0 0,0 0-1 0 0,0 0 1 0 0,0 0 0 0 0,0 0 0 0 0,0 0 0 0 0,0 0 0 0 0,0 1 0 0 0,0-1 0 0 0,0 0 0 0 0,0 0 0 0 0,0 0 0 0 0,0 0 0 0 0,0 0 0 0 0,0 1 0 0 0,0-1 0 0 0,0 0 0 0 0,0 0-1 0 0,0 0 1 0 0,0 0 0 0 0,0 0 0 0 0,1 0 0 0 0,-1 1 0 0 0,0-1 0 0 0,0 0 0 0 0,0 0 0 0 0,0 0 0 0 0,0 0 0 0 0,0 0 0 0 0,0 0 0 0 0,0 0 0 0 0,1 0 0 0 0,-1 0-1 0 0,0 0 1 0 0,0 0 0 0 0,0 0 0 0 0,0 1 0 0 0,0-1 0 0 0,0 0 0 0 0,1 0 0 0 0,-1 0 0 0 0,0 0 0 0 0,0 0 0 0 0,0 0 0 0 0,0 0 0 0 0,0 0 0 0 0,1 0 0 0 0,-1 0 0 0 0,0 0-1 0 0,0-1 1 0 0,0 1 0 0 0,0 0 0 0 0,0 0 0 0 0,1 0 0 0 0,-1 0 0 0 0,0 0 0 0 0,0 0 0 0 0,0 0 0 0 0,0 0 0 0 0,0 0 0 0 0,0-1 0 0 0,22 1 91 0 0,-16 0 54 0 0,-12 0 26 0 0,-16 0 67 0 0,12-5 387 0 0,-22 1-131 0 0,-61-2 0 0 0,-4 1 46 0 0,56 1-398 0 0,-54-5 871 0 0,-156 4 1 0 0,240 8-1010 0 0,-43-6-7 0 0,21 3 1 0 0,-12 4 0 0 0,9-2 0 0 0,0 2 0 0 0,0 1 0 0 0,-67 20 0 0 0,45-4 0 0 0,58-21 0 0 0,0 0 0 0 0,0 0 0 0 0,0 0 0 0 0,0 0 0 0 0,0 0 0 0 0,1 0 0 0 0,-1 0 0 0 0,0 0 0 0 0,0 0 0 0 0,0 0 0 0 0,0 0 0 0 0,0 1 0 0 0,0-1 0 0 0,1 0 0 0 0,-1 0 0 0 0,0 0 0 0 0,0 0 0 0 0,0 0 0 0 0,0 0 0 0 0,0 1 0 0 0,0-1 0 0 0,0 0 0 0 0,0 0 0 0 0,0 0 0 0 0,0 0 0 0 0,0 0 0 0 0,0 1 0 0 0,0-1 0 0 0,0 0 0 0 0,0 0 0 0 0,0 0 0 0 0,0 0 0 0 0,0 0 0 0 0,0 1 0 0 0,0-1 0 0 0,0 0 0 0 0,0 0 0 0 0,0 0 0 0 0,0 0 0 0 0,0 0 0 0 0,0 1 0 0 0,0-1 0 0 0,0 0 0 0 0,0 0 0 0 0,0 0 0 0 0,0 0 0 0 0,-1 0 0 0 0,1 0 0 0 0,0 0 0 0 0,0 1 0 0 0,0-1 0 0 0,0 0 0 0 0,0 0 0 0 0,0 0 0 0 0,-1 0 0 0 0,1 0 0 0 0,0 0 0 0 0,0 0 0 0 0,0 0 0 0 0,8 3 0 0 0,-7-2 0 0 0,0-1 0 0 0,0 0 0 0 0,0 0 0 0 0,0 1 0 0 0,0-1 0 0 0,0 1 0 0 0,0-1 0 0 0,0 1 0 0 0,0-1 0 0 0,0 1 0 0 0,-1 0 0 0 0,1-1 0 0 0,0 1 0 0 0,0 0 0 0 0,-1 0 0 0 0,1 0 0 0 0,0-1 0 0 0,-1 1 0 0 0,1 0 0 0 0,-1 0 0 0 0,1 0 0 0 0,-1 0 0 0 0,1 0 0 0 0,-1 0 0 0 0,0 0 0 0 0,0 0 0 0 0,1 0 0 0 0,-1 0 0 0 0,0 0 0 0 0,0 0 0 0 0,0 0 0 0 0,0 0 0 0 0,0 1 0 0 0,0-1 0 0 0,0 0 0 0 0,-1 1 0 0 0,1-1 0 0 0,1 0 0 0 0,-1-1 0 0 0,0 1 0 0 0,1 0 0 0 0,-1 0 0 0 0,1-1 0 0 0,-1 1 0 0 0,1-1 0 0 0,0 1 0 0 0,-1 0 0 0 0,1-1 0 0 0,0 1 0 0 0,-1-1 0 0 0,1 1 0 0 0,0-1 0 0 0,-1 0 0 0 0,1 1 0 0 0,0-1 0 0 0,0 0 0 0 0,0 0 0 0 0,-1 1 0 0 0,1-1 0 0 0,1 0 0 0 0,30 7 0 0 0,-20-5 0 0 0,9 2 0 0 0,3 1 0 0 0,0 0 0 0 0,42 0 0 0 0,-27-2 0 0 0,103 6 0 0 0,199 37 0 0 0,-309-40 0 0 0,-7-1 0 0 0,0 0 0 0 0,-1 1 0 0 0,27 11 0 0 0,-46-15 0 0 0,28 9 0 0 0,-27-5 0 0 0,-23-4 0 0 0,-42-2 0 0 0,-184 4 0 0 0,176 0 0 0 0,-107 22 0 0 0,38-4 0 0 0,76-8 0 0 0,60-14 0 0 0,-1 0 0 0 0,1 0 0 0 0,0 0 0 0 0,-1 0 0 0 0,1 1 0 0 0,0-1 0 0 0,-1 0 0 0 0,1 0 0 0 0,0 0 0 0 0,0 1 0 0 0,-1-1 0 0 0,1 0 0 0 0,0 0 0 0 0,0 1 0 0 0,-1-1 0 0 0,1 0 0 0 0,0 1 0 0 0,0-1 0 0 0,0 0 0 0 0,-1 1 0 0 0,1-1 0 0 0,0 0 0 0 0,0 1 0 0 0,0-1 0 0 0,0 0 0 0 0,0 1 0 0 0,0-1 0 0 0,0 0 0 0 0,0 1 0 0 0,0-1 0 0 0,0 1 0 0 0,-5 10 0 0 0,-7-4 0 0 0,0 0 0 0 0,0-1 0 0 0,-1 0 0 0 0,0-1 0 0 0,0 0 0 0 0,0-1 0 0 0,-25 4 0 0 0,-20 7 0 0 0,40-9 0 0 0,-7 1 0 0 0,1 2 0 0 0,-45 22 0 0 0,48-22 0 0 0,16-7 0 0 0,0 0 0 0 0,0 1 0 0 0,0-1 0 0 0,0 1 0 0 0,1 0 0 0 0,-1 0 0 0 0,-5 5 0 0 0,6-6 0 0 0,2-1 0 0 0,1-1 0 0 0,-1 1 0 0 0,1-1 0 0 0,0 1 0 0 0,-1 0 0 0 0,1-1 0 0 0,0 1 0 0 0,-1 0 0 0 0,1 0 0 0 0,0 0 0 0 0,0 0 0 0 0,0 0 0 0 0,0 0 0 0 0,0 0 0 0 0,0 1 0 0 0,0-1 0 0 0,0 0 0 0 0,0 2 0 0 0,1 1 0 0 0,5-7 0 0 0,22 2 0 0 0,582 22 0 0 0,-476-13 0 0 0,-55-5 0 0 0,1 4 0 0 0,110 24 0 0 0,-186-31 0 0 0,-1 1 0 0 0,1 0 0 0 0,0 0 0 0 0,0 0 0 0 0,0 0 0 0 0,-1 0 0 0 0,1 1 0 0 0,0-1 0 0 0,-1 1 0 0 0,0 0 0 0 0,3 1 0 0 0,-4-1 0 0 0,0-1 0 0 0,0 1 0 0 0,0 0 0 0 0,0-1 0 0 0,-1 1 0 0 0,1 0 0 0 0,0 0 0 0 0,-1 0 0 0 0,1-1 0 0 0,-1 1 0 0 0,0 0 0 0 0,0 0 0 0 0,0 0 0 0 0,0 0 0 0 0,0 2 0 0 0,0-4-25 0 0,0 1 0 0 0,0-1 0 0 0,0 1 1 0 0,0-1-1 0 0,0 1 0 0 0,0-1 0 0 0,0 1 0 0 0,0-1 0 0 0,0 1 0 0 0,-1-1 0 0 0,1 0 1 0 0,0 1-1 0 0,0-1 0 0 0,0 1 0 0 0,-1-1 0 0 0,1 1 0 0 0,0-1 0 0 0,-1 0 0 0 0,1 1 1 0 0,0-1-1 0 0,-1 1 0 0 0,1-1 0 0 0,0 0 0 0 0,-1 0 0 0 0,1 1 0 0 0,-1-1 0 0 0,1 0 1 0 0,0 0-1 0 0,-1 1 0 0 0,1-1 0 0 0,-1 0 0 0 0,1 0 0 0 0,-2 0 0 0 0,-29 9-3053 0 0,-25 5-6169 0 0,-4 0-2105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01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253 977 240 0 0,'-55'0'2588'0'0,"51"0"53"0"0,-1 0-1534 0 0,-6-1 275 0 0,-21-3 8409 0 0,20 2-9825 0 0,12 2 113 0 0,-1 0 0 0 0,1-1 0 0 0,0 1 0 0 0,-1 0-1 0 0,1 0 1 0 0,-1 0 0 0 0,1 0 0 0 0,0-1 0 0 0,-1 1 0 0 0,1 0 0 0 0,0-1 0 0 0,-1 1 0 0 0,1 0 0 0 0,0 0 0 0 0,-1-1 0 0 0,1 1 0 0 0,0 0 0 0 0,0-1 0 0 0,-1 1 0 0 0,1-1-1 0 0,0 1 1 0 0,0 0 0 0 0,0-1 0 0 0,0 1 0 0 0,-1-1 0 0 0,1 0 0 0 0,-3-4 298 0 0,-4-1-130 0 0,5 5-164 0 0,1 0-1 0 0,-1 0 0 0 0,1 0 1 0 0,0-1-1 0 0,-1 1 0 0 0,1 0 1 0 0,0-1-1 0 0,0 1 0 0 0,0 0 0 0 0,0-1 1 0 0,0 0-1 0 0,0 1 0 0 0,0-1 1 0 0,0 1-1 0 0,1-1 0 0 0,-1 0 1 0 0,1 0-1 0 0,-1 1 0 0 0,1-1 1 0 0,0 0-1 0 0,0 0 0 0 0,-1 0 0 0 0,1 1 1 0 0,0-1-1 0 0,1-3 0 0 0,-1-6 153 0 0,-1 7-172 0 0,1 1 1 0 0,0-1 0 0 0,0 0-1 0 0,0 1 1 0 0,0-1-1 0 0,1 1 1 0 0,-1-1-1 0 0,1 1 1 0 0,0-1 0 0 0,3-5-1 0 0,0 0 44 0 0,-1 4-39 0 0,0 0 0 0 0,0 0-1 0 0,-1 0 1 0 0,1 0 0 0 0,-1-1 0 0 0,-1 1 0 0 0,1-1-1 0 0,-1 0 1 0 0,0 1 0 0 0,0-1 0 0 0,0-6 0 0 0,-1-139 692 0 0,-6 149-680 0 0,5 2-53 0 0,0-1 0 0 0,-1 1-1 0 0,1 0 1 0 0,0-1 0 0 0,0 1 0 0 0,0 0 0 0 0,-1-1-1 0 0,1 0 1 0 0,0 1 0 0 0,0-1 0 0 0,0 0 0 0 0,0 1 0 0 0,0-1-1 0 0,0 0 1 0 0,0 0 0 0 0,0 0 0 0 0,0 0 0 0 0,0 0 0 0 0,1 0-1 0 0,-1 0 1 0 0,-1-2 0 0 0,1-1 101 0 0,0-1 1 0 0,1 0-1 0 0,-1 0 1 0 0,1 0-1 0 0,0-9 1 0 0,0-48 578 0 0,0 61-704 0 0,0 1 1 0 0,1-1-1 0 0,-1 1 1 0 0,0-1-1 0 0,0 1 0 0 0,1-1 1 0 0,-1 1-1 0 0,0-1 1 0 0,1 1-1 0 0,-1-1 1 0 0,0 1-1 0 0,1 0 1 0 0,-1-1-1 0 0,1 1 1 0 0,-1-1-1 0 0,0 1 1 0 0,1 0-1 0 0,-1-1 1 0 0,1 1-1 0 0,-1 0 1 0 0,1 0-1 0 0,-1 0 1 0 0,1-1-1 0 0,0 1 1 0 0,-1 0-1 0 0,1 0 1 0 0,-1 0-1 0 0,1 0 1 0 0,-1 0-1 0 0,1 0 1 0 0,0 0-1 0 0,-1 0 1 0 0,1 0-1 0 0,0 0 1 0 0,0 0-1 0 0,-1 0 1 0 0,1 0-1 0 0,-1 0 0 0 0,1 0 1 0 0,0 0-1 0 0,-1 0 0 0 0,1 0 1 0 0,-1 0-1 0 0,1 0 0 0 0,0 0 1 0 0,-1 0-1 0 0,1 0 1 0 0,-1-1-1 0 0,1 1 0 0 0,-1 0 1 0 0,1 0-1 0 0,-1-1 0 0 0,1 1 1 0 0,-1 0-1 0 0,1-1 1 0 0,-1 1-1 0 0,1-1 0 0 0,-1 1 1 0 0,1 0-1 0 0,-1-1 0 0 0,0 1 1 0 0,1-1-1 0 0,-1 1 0 0 0,0-1 1 0 0,1 1-1 0 0,-1-1 1 0 0,0 0-1 0 0,0 1 0 0 0,1-2 1 0 0,-1 0 156 0 0,0-17-260 0 0,-1 19 144 0 0,1-1-1 0 0,0 1 1 0 0,0 0-1 0 0,0-1 1 0 0,0 1-1 0 0,0-1 1 0 0,0 1-1 0 0,0-1 1 0 0,0 1 0 0 0,0 0-1 0 0,0-1 1 0 0,1 1-1 0 0,-1-1 1 0 0,0 1-1 0 0,0 0 1 0 0,0-1-1 0 0,0 1 1 0 0,1 0-1 0 0,-1-1 1 0 0,0 1 0 0 0,0-1-1 0 0,1 1 1 0 0,-1 0-1 0 0,0 0 1 0 0,1-1-1 0 0,-1 1 1 0 0,0 0-1 0 0,1 0 1 0 0,-1-1 0 0 0,0 1-1 0 0,1 0 1 0 0,21 4 249 0 0,-17-3-39 0 0,1 0-14 0 0,16 3-14 0 0,-17-3-52 0 0,-1-1-27 0 0,14-1-81 0 0,-14-3-132 0 0,2 2-54 0 0,15-2 80 0 0,-20 3 44 0 0,0 1 1 0 0,-1-1 0 0 0,1 0 0 0 0,-1 1 0 0 0,1-1 0 0 0,-1 0 0 0 0,1 1 0 0 0,-1-1 0 0 0,0 0 0 0 0,1 0 0 0 0,-1 1-1 0 0,0-1 1 0 0,0 0 0 0 0,1 0 0 0 0,-1 1 0 0 0,0-1 0 0 0,0 0 0 0 0,0 0 0 0 0,0 0 0 0 0,0 0 0 0 0,0 1 0 0 0,0-1 0 0 0,0 0-1 0 0,-1 0 1 0 0,1 0 0 0 0,0 1 0 0 0,0-1 0 0 0,-1 0 0 0 0,1 0 0 0 0,0 1 0 0 0,-1-1 0 0 0,1 0 0 0 0,0 1 0 0 0,-1-1-1 0 0,1 0 1 0 0,-1 1 0 0 0,-1-2 0 0 0,-19-4 62 0 0,20 6-65 0 0,1 0 1 0 0,0 0-1 0 0,0 0 1 0 0,-1 0-1 0 0,1 0 0 0 0,0 0 1 0 0,0 0-1 0 0,-1-1 1 0 0,1 1-1 0 0,0 0 0 0 0,0 0 1 0 0,0 0-1 0 0,-1 0 1 0 0,1 0-1 0 0,0 0 0 0 0,0 0 1 0 0,0-1-1 0 0,-1 1 1 0 0,1 0-1 0 0,0 0 0 0 0,0 0 1 0 0,0 0-1 0 0,0-1 1 0 0,-1 1-1 0 0,1 0 0 0 0,0 0 1 0 0,0 0-1 0 0,0-1 1 0 0,0 1-1 0 0,0 0 0 0 0,0 0 1 0 0,0-1-1 0 0,0 1 1 0 0,0 0-1 0 0,0 0 1 0 0,0 0-1 0 0,0-1 0 0 0,0 1 1 0 0,0 0-1 0 0,0 0 1 0 0,0-1-1 0 0,0 1 0 0 0,0-1 1 0 0,0 1-2 0 0,0 0 0 0 0,0 0 0 0 0,0 0 1 0 0,0 0-1 0 0,0-1 0 0 0,0 1 0 0 0,0 0 0 0 0,0 0 1 0 0,0 0-1 0 0,0 0 0 0 0,0-1 0 0 0,0 1 0 0 0,0 0 1 0 0,0 0-1 0 0,0 0 0 0 0,0 0 0 0 0,0-1 0 0 0,0 1 1 0 0,0 0-1 0 0,0 0 0 0 0,-1 0 0 0 0,1 0 1 0 0,0-1-1 0 0,0 1 0 0 0,0 0 0 0 0,0 0 0 0 0,0 0 1 0 0,0 0-1 0 0,0 0 0 0 0,-1 0 0 0 0,1-1 0 0 0,0 1 1 0 0,0 0-1 0 0,0 0 0 0 0,0 0 0 0 0,-1 0 0 0 0,1 0 1 0 0,0 0-1 0 0,0 0 0 0 0,0 0 0 0 0,0 0 0 0 0,-1 0 1 0 0,1 0-1 0 0,0 0 0 0 0,-18-1 12 0 0,14 1 508 0 0,4 110 951 0 0,0-110-1470 0 0,0 0-1 0 0,0 1 1 0 0,0-1 0 0 0,0 0-1 0 0,-1 1 1 0 0,1-1-1 0 0,0 0 1 0 0,0 1 0 0 0,0-1-1 0 0,0 0 1 0 0,-1 1-1 0 0,1-1 1 0 0,0 0-1 0 0,0 1 1 0 0,-1-1 0 0 0,1 0-1 0 0,0 0 1 0 0,-1 1-1 0 0,1-1 1 0 0,0 0 0 0 0,-1 0-1 0 0,1 0 1 0 0,0 0-1 0 0,-1 1 1 0 0,1-1-1 0 0,0 0 1 0 0,-1 0 0 0 0,1 0-1 0 0,0 0 1 0 0,-1 0-1 0 0,1 0 1 0 0,-1 0-1 0 0,1 0 1 0 0,0 0 0 0 0,-1 0-1 0 0,1 0 1 0 0,0 0-1 0 0,-1 0 1 0 0,1 0 0 0 0,-1 0-1 0 0,1-1 1 0 0,0 1-1 0 0,-1 0 1 0 0,0 0-1 0 0,1-1-1 0 0,-1 1 1 0 0,1 0 0 0 0,-1 0 0 0 0,0 0 0 0 0,1 0-1 0 0,-1 0 1 0 0,1 0 0 0 0,-1 0 0 0 0,0 0-1 0 0,1 0 1 0 0,-1 0 0 0 0,1 0 0 0 0,-1 0-1 0 0,0 0 1 0 0,1 0 0 0 0,-1 0 0 0 0,1 1 0 0 0,-1-1-1 0 0,1 0 1 0 0,-1 0 0 0 0,1 1 0 0 0,-1-1-1 0 0,1 0 1 0 0,-1 1 0 0 0,1-1 0 0 0,-1 1 0 0 0,1-1-1 0 0,-1 0 1 0 0,1 1 0 0 0,0-1 0 0 0,-1 1-1 0 0,1-1 1 0 0,0 1 0 0 0,0-1 0 0 0,-1 1 0 0 0,1 0-1 0 0,0-1 1 0 0,0 1 0 0 0,0-1 0 0 0,-1 1-1 0 0,1 0 1 0 0,0-1 0 0 0,0 1 0 0 0,0-1-1 0 0,0 1 1 0 0,0 0 0 0 0,0 1-1 0 0,0-1 0 0 0,0 0 0 0 0,0 0 0 0 0,0 0 0 0 0,0 1 0 0 0,0-1 0 0 0,-1 0 0 0 0,1 0 0 0 0,0 0 0 0 0,-1 0 0 0 0,1 1 0 0 0,-1-1 0 0 0,0 0 0 0 0,1 0 0 0 0,-1 0 0 0 0,0 0 0 0 0,0 0 0 0 0,1-1 0 0 0,-1 1 0 0 0,0 0 0 0 0,0 0 0 0 0,0 0 0 0 0,0-1 0 0 0,0 1 0 0 0,0 0 0 0 0,0-1 0 0 0,0 1 0 0 0,0-1 0 0 0,-2 1 0 0 0,-4 3 0 0 0,7-4 0 0 0,-1 0 0 0 0,1 0 0 0 0,0 0 0 0 0,-1 1 0 0 0,1-1 0 0 0,0 0 0 0 0,0 0 0 0 0,-1 0 0 0 0,1 1 0 0 0,0-1 0 0 0,-1 0 0 0 0,1 1 0 0 0,0-1 0 0 0,0 0 0 0 0,0 1 0 0 0,-1-1 0 0 0,1 0 0 0 0,0 1 0 0 0,0-1 0 0 0,0 0 0 0 0,0 1 0 0 0,0-1 0 0 0,0 1 0 0 0,-1-1 0 0 0,1 0 0 0 0,0 1 0 0 0,0 0 0 0 0,0-1 0 0 0,0 0 0 0 0,0 0 0 0 0,0 1 0 0 0,0-1 0 0 0,0 0 0 0 0,0 0 0 0 0,0 1 0 0 0,0-1 0 0 0,0 0 0 0 0,0 0 0 0 0,0 1 0 0 0,0-1 0 0 0,0 0 0 0 0,0 0 0 0 0,-1 1 0 0 0,1-1 0 0 0,0 0 0 0 0,0 0 0 0 0,0 0 0 0 0,0 1 0 0 0,-1-1 0 0 0,1 0 0 0 0,0 0 0 0 0,0 0 0 0 0,0 0 0 0 0,-1 1 0 0 0,1-1 0 0 0,0 0 0 0 0,0 0 0 0 0,-1 0 0 0 0,1 0 0 0 0,-1 0 0 0 0,-1 1 0 0 0,1-1 0 0 0,0 0 0 0 0,0 0 0 0 0,-1 0 0 0 0,1 0 0 0 0,0 0 0 0 0,0 1 0 0 0,0-1 0 0 0,0 0 0 0 0,-1 1 0 0 0,1-1 0 0 0,0 1 0 0 0,0-1 0 0 0,0 1 0 0 0,0 0 0 0 0,0-1 0 0 0,0 1 0 0 0,0 0 0 0 0,1 0 0 0 0,-1-1 0 0 0,0 1 0 0 0,0 0 0 0 0,1 0 0 0 0,-2 1 0 0 0,2-1 0 0 0,0 0 0 0 0,0-1 0 0 0,0 1 0 0 0,0 0 0 0 0,0-1 0 0 0,0 1 0 0 0,-1 0 0 0 0,1-1 0 0 0,0 1 0 0 0,0 0 0 0 0,-1-1 0 0 0,1 1 0 0 0,0-1 0 0 0,-1 1 0 0 0,1-1 0 0 0,0 1 0 0 0,-1-1 0 0 0,1 1 0 0 0,-1-1 0 0 0,1 1 0 0 0,-1-1 0 0 0,1 1 0 0 0,-1-1 0 0 0,1 0 0 0 0,-1 1 0 0 0,0-1 0 0 0,1 0 0 0 0,-1 1 0 0 0,1-1 0 0 0,-1 0 0 0 0,0 0 0 0 0,1 0 0 0 0,-1 0 0 0 0,0 0 0 0 0,1 0 0 0 0,-2 0 0 0 0,2 0 0 0 0,-1 1 0 0 0,0-1 0 0 0,0 0 0 0 0,1 0 0 0 0,-1 0 0 0 0,0 0 0 0 0,1 0 0 0 0,-1 1 0 0 0,0-1 0 0 0,1 0 0 0 0,-1 1 0 0 0,0-1 0 0 0,1 0 0 0 0,-1 1 0 0 0,1-1 0 0 0,-1 1 0 0 0,0-1 0 0 0,1 1 0 0 0,-1-1 0 0 0,1 1 0 0 0,0-1 0 0 0,-1 1 0 0 0,1-1 0 0 0,-1 1 0 0 0,1 0 0 0 0,0-1 0 0 0,-1 1 0 0 0,1 0 0 0 0,0-1 0 0 0,0 1 0 0 0,0 0 0 0 0,0 0 0 0 0,-1-1 0 0 0,1 1 0 0 0,0 0 0 0 0,0 0 0 0 0,0 0 0 0 0,0 0 0 0 0,0 0 0 0 0,0 0 0 0 0,0 0 0 0 0,0 0 0 0 0,0-1 0 0 0,0 1 0 0 0,0 0 0 0 0,-1 0 0 0 0,1 0 0 0 0,0-1 0 0 0,-1 1 0 0 0,1 0 0 0 0,-1 0 0 0 0,1-1 0 0 0,-1 1 0 0 0,1 0 0 0 0,-1-1 0 0 0,1 1 0 0 0,-1 0 0 0 0,0-1 0 0 0,1 1 0 0 0,-1-1 0 0 0,0 1 0 0 0,0-1 0 0 0,1 0 0 0 0,-1 1 0 0 0,0-1 0 0 0,0 0 0 0 0,1 1 0 0 0,-1-1 0 0 0,-1 0 0 0 0,1 0 0 0 0,0 1 0 0 0,1-1 0 0 0,-1 0 0 0 0,0 0 0 0 0,0 1 0 0 0,0-1 0 0 0,1 0 0 0 0,-1 1 0 0 0,0-1 0 0 0,1 1 0 0 0,-1-1 0 0 0,0 1 0 0 0,1-1 0 0 0,-1 1 0 0 0,0 0 0 0 0,1-1 0 0 0,-1 1 0 0 0,1 0 0 0 0,-1-1 0 0 0,1 1 0 0 0,0 0 0 0 0,-1 0 0 0 0,1-1 0 0 0,0 1 0 0 0,-1 0 0 0 0,1 0 0 0 0,0 0 0 0 0,0-1 0 0 0,0 1 0 0 0,0 0 0 0 0,0 2 0 0 0,0 5 0 0 0,1-6 0 0 0,-1 0 0 0 0,0 0 0 0 0,0-1 0 0 0,1 1 0 0 0,-1 0 0 0 0,0-1 0 0 0,-1 1 0 0 0,1 0 0 0 0,0-1 0 0 0,0 1 0 0 0,-1 0 0 0 0,1-1 0 0 0,-1 1 0 0 0,1 0 0 0 0,-1-1 0 0 0,0 1 0 0 0,0-1 0 0 0,-1 2 0 0 0,-1-1 0 0 0,-14 8 0 0 0,16-10 0 0 0,1 1 0 0 0,0-1 0 0 0,-1 0 0 0 0,1 0 0 0 0,0 1 0 0 0,-1-1 0 0 0,1 0 0 0 0,0 1 0 0 0,0-1 0 0 0,-1 1 0 0 0,1-1 0 0 0,0 0 0 0 0,0 1 0 0 0,0-1 0 0 0,-1 1 0 0 0,1-1 0 0 0,0 1 0 0 0,0-1 0 0 0,0 1 0 0 0,0-1 0 0 0,0 0 0 0 0,0 1 0 0 0,0-1 0 0 0,0 1 0 0 0,0-1 0 0 0,0 1 0 0 0,0-1 0 0 0,0 1 0 0 0,1-1 0 0 0,-1 0 0 0 0,0 1 0 0 0,0-1 0 0 0,0 1 0 0 0,0-1 0 0 0,1 0 0 0 0,-1 1 0 0 0,0-1 0 0 0,1 1 0 0 0,-1-1 0 0 0,1 1 0 0 0,7 6 0 0 0,-7-6 0 0 0,1 1 0 0 0,-1-1 0 0 0,1 0 0 0 0,-1 1 0 0 0,0-1 0 0 0,1 1 0 0 0,-1-1 0 0 0,0 1 0 0 0,0-1 0 0 0,0 1 0 0 0,0 0 0 0 0,-1 0 0 0 0,1-1 0 0 0,0 1 0 0 0,-1 0 0 0 0,1 0 0 0 0,-1 0 0 0 0,0 0 0 0 0,1 0 0 0 0,-1 0 0 0 0,0 2 0 0 0,0 91 0 0 0,-2-92 0 0 0,10 2 0 0 0,13 3 0 0 0,-16-4 0 0 0,-5-6 0 0 0,0-1 0 0 0,0 1 0 0 0,0 0 0 0 0,0 0 0 0 0,0-1 0 0 0,0 1 0 0 0,0 0 0 0 0,1 0 0 0 0,-1 0 0 0 0,1-1 0 0 0,0 1 0 0 0,-1 0 0 0 0,1 0 0 0 0,0 0 0 0 0,0 0 0 0 0,0 0 0 0 0,1 0 0 0 0,-1 1 0 0 0,0-1 0 0 0,1 0 0 0 0,-1 0 0 0 0,3-1 0 0 0,6-7 0 0 0,-9 8 0 0 0,0 1 0 0 0,0-1 0 0 0,0 0 0 0 0,-1 0 0 0 0,1 0 0 0 0,0 0 0 0 0,-1 0 0 0 0,1 0 0 0 0,-1 0 0 0 0,0 0 0 0 0,0 0 0 0 0,0 0 0 0 0,0 0 0 0 0,0-2 0 0 0,4-22 0 0 0,6 8 0 0 0,-8 15 0 0 0,0 0 0 0 0,0-1 0 0 0,0 1 0 0 0,-1 0 0 0 0,1-1 0 0 0,-1 1 0 0 0,0-1 0 0 0,0 1 0 0 0,0-1 0 0 0,0 0 0 0 0,-1 1 0 0 0,1-5 0 0 0,-1-122 0 0 0,-1 128 0 0 0,1 0 0 0 0,-1 0 0 0 0,1 0 0 0 0,-1 1 0 0 0,0-1 0 0 0,1 0 0 0 0,-1 0 0 0 0,0 1 0 0 0,0-1 0 0 0,0 1 0 0 0,-1-1 0 0 0,1 1 0 0 0,0-1 0 0 0,-1 1 0 0 0,-2-2 0 0 0,-12-18 0 0 0,16 20 0 0 0,-1 0 0 0 0,1 0 0 0 0,0-1 0 0 0,0 1 0 0 0,0 0 0 0 0,0 0 0 0 0,0 0 0 0 0,0 0 0 0 0,0 0 0 0 0,0-1 0 0 0,0 1 0 0 0,1 0 0 0 0,-1 0 0 0 0,0 0 0 0 0,1 0 0 0 0,-1 0 0 0 0,1 0 0 0 0,-1 0 0 0 0,1 0 0 0 0,-1 0 0 0 0,1 0 0 0 0,0 0 0 0 0,1-1 0 0 0,4-6 0 0 0,-4 6 0 0 0,0-1 0 0 0,0 1 0 0 0,0-1 0 0 0,0 0 0 0 0,0 0 0 0 0,-1 0 0 0 0,1 0 0 0 0,-1 0 0 0 0,0 0 0 0 0,0 0 0 0 0,0 0 0 0 0,0 0 0 0 0,-1-1 0 0 0,1 1 0 0 0,-1 0 0 0 0,0-1 0 0 0,0 1 0 0 0,0-5 0 0 0,0-47 0 0 0,5 49 0 0 0,-2 5 0 0 0,0-1 0 0 0,0 1 0 0 0,0-1 0 0 0,0 1 0 0 0,0-1 0 0 0,0 0 0 0 0,-1 0 0 0 0,4-4 0 0 0,-5 6 0 0 0,-1 0 0 0 0,0-1 0 0 0,0 1 0 0 0,0 0 0 0 0,1-1 0 0 0,-1 1 0 0 0,0 0 0 0 0,0-1 0 0 0,0 1 0 0 0,0-1 0 0 0,0 1 0 0 0,0 0 0 0 0,0-1 0 0 0,0 1 0 0 0,0 0 0 0 0,0-1 0 0 0,0 1 0 0 0,0-1 0 0 0,0 1 0 0 0,0 0 0 0 0,0-1 0 0 0,0 1 0 0 0,-1-1 0 0 0,1 1 0 0 0,0 0 0 0 0,0-1 0 0 0,-1 0 0 0 0,-1-4 0 0 0,2 3 0 0 0,0 0 0 0 0,0 1 0 0 0,1-1 0 0 0,-1 0 0 0 0,0 1 0 0 0,1-1 0 0 0,-1 0 0 0 0,0 1 0 0 0,1-1 0 0 0,0 0 0 0 0,-1 1 0 0 0,1-1 0 0 0,0 1 0 0 0,0 0 0 0 0,0-1 0 0 0,0 1 0 0 0,0 0 0 0 0,0-1 0 0 0,1 1 0 0 0,1-2 0 0 0,-1 2 0 0 0,-1 0 0 0 0,0-1 0 0 0,1 1 0 0 0,-1 0 0 0 0,0-1 0 0 0,0 1 0 0 0,0-1 0 0 0,0 1 0 0 0,0-1 0 0 0,0 1 0 0 0,0-1 0 0 0,-1 0 0 0 0,1 1 0 0 0,0-1 0 0 0,-1 0 0 0 0,0 0 0 0 0,1 1 0 0 0,-1-1 0 0 0,0 0 0 0 0,0-3 0 0 0,0 1 0 0 0,1 0 0 0 0,-1 0 0 0 0,1 0 0 0 0,0 0 0 0 0,0 0 0 0 0,0 0 0 0 0,0 0 0 0 0,1 1 0 0 0,-1-1 0 0 0,1 0 0 0 0,4-4 0 0 0,-1-1 0 0 0,-4 6 0 0 0,0 1 0 0 0,0-1 0 0 0,1 1 0 0 0,-1 0 0 0 0,1 0 0 0 0,-1 0 0 0 0,1 0 0 0 0,0 0 0 0 0,0 0 0 0 0,0 0 0 0 0,0 0 0 0 0,0 1 0 0 0,4-3 0 0 0,-2 1 0 0 0,-2 0-45 0 0,-1 0-1 0 0,0 0 1 0 0,0-1-1 0 0,0 1 1 0 0,0 0 0 0 0,-1-1-1 0 0,1 1 1 0 0,-1-1 0 0 0,0 1-1 0 0,0-1 1 0 0,0 1-1 0 0,0-1 1 0 0,-2-4 0 0 0,2 3-414 0 0,-1 2 148 0 0,0 1-1 0 0,0 0 1 0 0,0 0-1 0 0,0 0 1 0 0,0 0-1 0 0,0 0 0 0 0,0 0 1 0 0,-1 0-1 0 0,1 0 1 0 0,-1 1-1 0 0,0-1 1 0 0,1 1-1 0 0,-1-1 1 0 0,0 1-1 0 0,0-1 1 0 0,0 1-1 0 0,0 0 1 0 0,-3-2-1 0 0,-19-16-3899 0 0,22 14 2900 0 0,-1 0 0 0 0,-1 0 0 0 0,1 1 0 0 0,-1-1 0 0 0,0 1 0 0 0,-7-7 0 0 0,10 11 1125 0 0,1-1 0 0 0,-1 1 0 0 0,1 0 0 0 0,0-1 0 0 0,-1 1 0 0 0,1 0 0 0 0,-1-1 0 0 0,1 1 0 0 0,0-1 0 0 0,-1 1 0 0 0,1-1 0 0 0,0 1 0 0 0,-1-1 0 0 0,1 1 1 0 0,0-1-1 0 0,0 1 0 0 0,0-1 0 0 0,-1 1 0 0 0,1-1 0 0 0,0 1 0 0 0,0-1 0 0 0,0 1 0 0 0,0-1 0 0 0,0 0 0 0 0,0 1 0 0 0,0-1 0 0 0,0 0 128 0 0,0 1-1 0 0,0 0 1 0 0,0-1 0 0 0,0 1-1 0 0,0 0 1 0 0,0 0 0 0 0,0-1-1 0 0,0 1 1 0 0,0 0 0 0 0,0-1-1 0 0,0 1 1 0 0,0 0-1 0 0,0-1 1 0 0,0 1 0 0 0,0 0-1 0 0,0 0 1 0 0,-1-1 0 0 0,1 1-1 0 0,0 0 1 0 0,0-1 0 0 0,0 1-1 0 0,0 0 1 0 0,-1 0-1 0 0,1 0 1 0 0,0-1 0 0 0,0 1-1 0 0,-1 0 1 0 0,1 0 0 0 0,0 0-1 0 0,-1-1 1 0 0,-21-5-1943 0 0,22 6 1995 0 0,0 0-1 0 0,-1 0 1 0 0,1 0-1 0 0,0 0 1 0 0,-1 0-1 0 0,1 0 1 0 0,0 0 0 0 0,0 0-1 0 0,-1 1 1 0 0,1-1-1 0 0,0 0 1 0 0,0 0 0 0 0,-1 0-1 0 0,1 0 1 0 0,0 1-1 0 0,0-1 1 0 0,0 0-1 0 0,-1 0 1 0 0,1 1 0 0 0,0-1-1 0 0,0 0 1 0 0,0 0-1 0 0,0 1 1 0 0,0-1 0 0 0,-1 0-1 0 0,1 0 1 0 0,0 1-1 0 0,0-1 1 0 0,0 0-1 0 0,0 1 1 0 0,0-1 0 0 0,0 0-1 0 0,0 0 1 0 0,0 1-1 0 0,0-1 1 0 0,0 0 0 0 0,0 1-1 0 0,1 10 1652 0 0,-1-11-1539 0 0,0 2 214 0 0,-1-1 0 0 0,1 1 0 0 0,0-1 0 0 0,0 1 0 0 0,-1 0 0 0 0,1-1 0 0 0,-1 1 0 0 0,0-1-1 0 0,1 0 1 0 0,-1 1 0 0 0,0-1 0 0 0,0 1 0 0 0,0-1 0 0 0,0 0 0 0 0,0 0 0 0 0,0 1 0 0 0,0-1 0 0 0,0 0-1 0 0,-1 0 1 0 0,0 1 0 0 0,-8 8 2033 0 0,-1 18 2409 0 0,-12-2-901 0 0,19-22-3268 0 0,0 0-1 0 0,1 0 1 0 0,-1 0 0 0 0,1 1-1 0 0,-5 8 1 0 0,16-7 189 0 0,-8-6-724 0 0,1 0 0 0 0,0 0-1 0 0,-1 0 1 0 0,1 1 0 0 0,0-1 0 0 0,-1 0 0 0 0,1 0 0 0 0,0 1 0 0 0,-1-1 0 0 0,1 1 0 0 0,-1-1 0 0 0,1 0 0 0 0,-1 1 0 0 0,1-1 0 0 0,-1 1 0 0 0,1-1 0 0 0,-1 1 0 0 0,1-1 0 0 0,-1 1 0 0 0,0-1 0 0 0,1 1 0 0 0,-1 0 0 0 0,0-1 0 0 0,1 1 0 0 0,-1 0 0 0 0,0-1 0 0 0,0 1 0 0 0,0 0 0 0 0,0 0 0 0 0,0 1 1289 0 0,6-2-1200 0 0,16 0-107 0 0,-22 0-35 0 0,0 0-1 0 0,1 0 0 0 0,-1-1 1 0 0,1 1-1 0 0,-1 0 0 0 0,0 0 1 0 0,1 0-1 0 0,-1-1 0 0 0,0 1 1 0 0,1 0-1 0 0,-1-1 0 0 0,0 1 1 0 0,0 0-1 0 0,1-1 0 0 0,-1 1 1 0 0,0 0-1 0 0,0-1 0 0 0,0 1 1 0 0,1 0-1 0 0,-1-1 0 0 0,0 1 1 0 0,0-1-1 0 0,0 1 0 0 0,0-1 1 0 0,0 1-1 0 0,0 0 0 0 0,0-1 1 0 0,0 1-1 0 0,0-1 0 0 0,0 1 1 0 0,0 0-1 0 0,0-1 0 0 0,0 1 1 0 0,0-1-1 0 0,0 1 0 0 0,0 0 1 0 0,-1-1-1 0 0,1 0 18 0 0,0 1 0 0 0,0-1 1 0 0,0 1-1 0 0,0-1 0 0 0,-1 1 0 0 0,1-1 0 0 0,0 1 1 0 0,0-1-1 0 0,0 1 0 0 0,1-1 0 0 0,-1 1 1 0 0,0-1-1 0 0,0 1 0 0 0,0-1 0 0 0,0 1 1 0 0,0-1-1 0 0,0 1 0 0 0,1-1 0 0 0,-1 1 0 0 0,0-1 1 0 0,1 1-1 0 0,-1-1 0 0 0,0 1 0 0 0,0 0 1 0 0,1-1-1 0 0,-1 1 0 0 0,1-1 0 0 0,-1 1 0 0 0,0 0 1 0 0,2-1-1 0 0,19-3 18 0 0,12-5 240 0 0,-28 4-253 0 0,-5 3 39 0 0,6-3 28 0 0,16 4-27 0 0,-17 1 26 0 0,-1 0 40 0 0,18 0 59 0 0,0 1-1 0 0,0 1 1 0 0,38 8-1 0 0,-17-2-409 0 0,68 4 1 0 0,-56-7-820 0 0,57 11 1 0 0,-108-15-102 0 0,17 5-741 0 0,-14 1-5981 0 0,-39-6-5679 0 0,-1-1 8656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02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6 560 0 0,'0'0'2882'0'0,"32"-6"79"0"0,1 6 3442 0 0,26 0-3122 0 0,-27 0-79 0 0,34 6-641 0 0,32 1-720 0 0,-66 1-881 0 0,34-8-1120 0 0,-34 6-1761 0 0,1 0-2481 0 0,0-6-6082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02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7 240 0 0,'6'-1'2201'0'0,"21"-4"13780"0"0,-22 5-14674 0 0,25 2-30 0 0,48 9 1 0 0,5 2-1979 0 0,-31-5-2233 0 0,-12-2-9099 0 0,-67-5 7978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03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1040 0 0,'0'0'3122'0'0,"0"6"3681"0"0,33 0-4242 0 0,-1 3-560 0 0,1-3-320 0 0,26 0-320 0 0,39 2-401 0 0,65-1-1200 0 0,-65-1-3362 0 0,-33-6-1200 0 0,-65-6-160 0 0,0-9 880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05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1330 280 800 0 0,'-1'0'108'0'0,"0"1"0"0"0,0 0 0 0 0,0 0 0 0 0,0-1 0 0 0,0 1 0 0 0,0 0 0 0 0,-1-1 0 0 0,1 1 0 0 0,0-1 0 0 0,0 0 0 0 0,0 1 0 0 0,-1-1 0 0 0,1 0 0 0 0,0 0 0 0 0,-1 0 0 0 0,1 0 0 0 0,0 0 0 0 0,0 0 0 0 0,-3 0 0 0 0,3 0 133 0 0,-8-1 831 0 0,-1 0-1 0 0,1 0 1 0 0,0-1-1 0 0,0-1 1 0 0,0 1-1 0 0,-16-8 1 0 0,-19-5 1019 0 0,38 13-1038 0 0,1 1-26 0 0,-35-4 1488 0 0,-72-1-1 0 0,82 7-1658 0 0,22-1-671 0 0,1 1 0 0 0,-1-1 0 0 0,0 0 0 0 0,1-1 0 0 0,-1 0 0 0 0,0 0 0 0 0,1-1 0 0 0,-11-3 1 0 0,-48-16 587 0 0,53 18-650 0 0,-17-3-19 0 0,29 6-84 0 0,0 0 0 0 0,0 0 0 0 0,0-1 0 0 0,1 1 0 0 0,-1 0 0 0 0,0 0 0 0 0,0-1 0 0 0,0 1 0 0 0,1 0 0 0 0,-1-1 0 0 0,0 1 0 0 0,0-1 0 0 0,1 1 0 0 0,-1-1 0 0 0,0 1 0 0 0,1-1 0 0 0,-1 0 0 0 0,1 1 0 0 0,-1-1 0 0 0,1 0 0 0 0,-1 0 0 0 0,-5-1 367 0 0,-16 2 0 0 0,11-5 347 0 0,-87 10 533 0 0,85-5-1205 0 0,-1 0-1 0 0,0 1 1 0 0,0 0 0 0 0,1 1-1 0 0,-1 1 1 0 0,0 0 0 0 0,-20 8-1 0 0,5-2 137 0 0,22-7-137 0 0,0 0-1 0 0,0 0 0 0 0,0 0 1 0 0,1 1-1 0 0,-12 6 1 0 0,12-5 45 0 0,0 1 0 0 0,-1-1 0 0 0,0 0 1 0 0,1-1-1 0 0,-13 5 0 0 0,5-2-36 0 0,14-6-70 0 0,-1 0 1 0 0,1 0-1 0 0,0 0 0 0 0,-1 0 1 0 0,1 1-1 0 0,0-1 1 0 0,-1 0-1 0 0,1 0 1 0 0,0 1-1 0 0,-1-1 1 0 0,1 0-1 0 0,0 1 0 0 0,0-1 1 0 0,-1 0-1 0 0,1 0 1 0 0,0 1-1 0 0,0-1 1 0 0,0 1-1 0 0,-1-1 1 0 0,1 0-1 0 0,0 1 1 0 0,0-1-1 0 0,0 0 0 0 0,0 1 1 0 0,0-1-1 0 0,0 1 1 0 0,0-1-1 0 0,0 0 1 0 0,0 1-1 0 0,0 0 1 0 0,0-1 0 0 0,0 0 0 0 0,0 1-1 0 0,0-1 1 0 0,0 1 0 0 0,0-1 0 0 0,0 0 0 0 0,0 1 0 0 0,0-1 0 0 0,0 1 0 0 0,-1-1 0 0 0,1 0 0 0 0,0 1 0 0 0,0-1 0 0 0,0 0 0 0 0,0 1 0 0 0,-1-1 0 0 0,1 0 0 0 0,0 1 0 0 0,0-1 0 0 0,-1 0 0 0 0,1 1 0 0 0,0-1 0 0 0,0 0 0 0 0,-1 0 0 0 0,1 1 0 0 0,-1-1 0 0 0,-53 22 386 0 0,53-22-381 0 0,1 0 1 0 0,0 0-1 0 0,-1 0 1 0 0,1 1-1 0 0,-1-1 1 0 0,1 0 0 0 0,0 0-1 0 0,-1 1 1 0 0,1-1-1 0 0,0 0 1 0 0,-1 0-1 0 0,1 1 1 0 0,0-1 0 0 0,0 0-1 0 0,-1 1 1 0 0,1-1-1 0 0,0 0 1 0 0,0 1-1 0 0,0-1 1 0 0,-1 1 0 0 0,1-1-1 0 0,0 0 1 0 0,0 1-1 0 0,0-1 1 0 0,0 1-1 0 0,0-1 1 0 0,0 0 0 0 0,0 1-1 0 0,0-1 1 0 0,0 1-1 0 0,-4 8 71 0 0,-5-5-55 0 0,8-4-19 0 0,0 0 0 0 0,1 0-1 0 0,-1 0 1 0 0,0 0 0 0 0,0 1 0 0 0,0-1-1 0 0,1 0 1 0 0,-1 0 0 0 0,0 1-1 0 0,0-1 1 0 0,1 1 0 0 0,-1-1 0 0 0,0 1-1 0 0,0-1 1 0 0,1 1 0 0 0,-1-1-1 0 0,1 1 1 0 0,-1 0 0 0 0,0-1 0 0 0,1 1-1 0 0,0 0 1 0 0,-1 0 0 0 0,1-1-1 0 0,-1 1 1 0 0,1 0 0 0 0,0 0 0 0 0,-1-1-1 0 0,1 1 1 0 0,0 0 0 0 0,0 1-1 0 0,0-2-2 0 0,0 0 3 0 0,0 1-1 0 0,0-1 0 0 0,0 1 1 0 0,0-1-1 0 0,0 0 0 0 0,0 1 0 0 0,-1-1 1 0 0,1 0-1 0 0,0 1 0 0 0,0-1 1 0 0,0 0-1 0 0,0 1 0 0 0,0-1 1 0 0,-1 0-1 0 0,1 1 0 0 0,0-1 0 0 0,0 0 1 0 0,0 1-1 0 0,-1-1 0 0 0,1 0 1 0 0,0 0-1 0 0,0 1 0 0 0,-1-1 1 0 0,1 0-1 0 0,0 0 0 0 0,-1 1 0 0 0,1-1 1 0 0,-1 0-1 0 0,-53 44 318 0 0,53-43-321 0 0,1-1 0 0 0,-1 1 0 0 0,0 0 0 0 0,1-1-1 0 0,-1 1 1 0 0,1 0 0 0 0,-1-1 0 0 0,1 1 0 0 0,0 0 0 0 0,-1 0-1 0 0,1-1 1 0 0,0 1 0 0 0,0 0 0 0 0,-1 0 0 0 0,1-1 0 0 0,0 1-1 0 0,0 0 1 0 0,0 0 0 0 0,0 0 0 0 0,0-1 0 0 0,0 1 0 0 0,0 0-1 0 0,0 0 1 0 0,0 0 0 0 0,1 1 0 0 0,-1-2 3 0 0,0 1-1 0 0,0 0 1 0 0,0-1 0 0 0,0 1 0 0 0,0 0-1 0 0,0-1 1 0 0,0 1 0 0 0,0 0 0 0 0,0 0-1 0 0,0-1 1 0 0,0 1 0 0 0,0 0 0 0 0,0-1-1 0 0,0 1 1 0 0,-1 0 0 0 0,1-1 0 0 0,0 1-1 0 0,-1 0 1 0 0,1-1 0 0 0,0 1 0 0 0,-1-1-1 0 0,1 1 1 0 0,-1-1 0 0 0,0 2 0 0 0,-7 2 30 0 0,7-4-25 0 0,0 1 0 0 0,0-1 0 0 0,0 1-1 0 0,0-1 1 0 0,0 1 0 0 0,0-1-1 0 0,0 1 1 0 0,0 0 0 0 0,0-1-1 0 0,0 1 1 0 0,0 0 0 0 0,1 0-1 0 0,-1-1 1 0 0,0 1 0 0 0,0 0-1 0 0,1 0 1 0 0,-1 0 0 0 0,1 0 0 0 0,-1 0-1 0 0,1 0 1 0 0,-1 0 0 0 0,1 0-1 0 0,0 0 1 0 0,-1 1 0 0 0,1-1-1 0 0,0 1 1 0 0,-1 0-5 0 0,1 0 1 0 0,-1 0-1 0 0,1 0 0 0 0,-1 0 0 0 0,0 0 1 0 0,0 0-1 0 0,0 0 0 0 0,0 0 0 0 0,0 0 1 0 0,0-1-1 0 0,-1 1 0 0 0,1 0 0 0 0,0-1 1 0 0,-1 1-1 0 0,0-1 0 0 0,1 0 0 0 0,-1 1 1 0 0,0-1-1 0 0,1 0 0 0 0,-1 0 0 0 0,-4 2 1 0 0,4-3-1 0 0,0 2 0 0 0,0-1-1 0 0,-1 0 1 0 0,1 0 0 0 0,0 1 0 0 0,1-1 0 0 0,-1 1 0 0 0,0-1 0 0 0,0 1 0 0 0,1 0 0 0 0,-1 0-1 0 0,1 0 1 0 0,-1 0 0 0 0,1 0 0 0 0,0 0 0 0 0,0 0 0 0 0,0 0 0 0 0,0 1 0 0 0,0-1 0 0 0,0 0 0 0 0,0 1-1 0 0,0 3 1 0 0,1-4-6 0 0,0-1-1 0 0,0 1 1 0 0,0 0-1 0 0,-1-1 0 0 0,1 1 1 0 0,0-1-1 0 0,-1 1 0 0 0,0 0 1 0 0,1-1-1 0 0,-1 1 1 0 0,0-1-1 0 0,0 0 0 0 0,1 1 1 0 0,-1-1-1 0 0,-1 1 1 0 0,1-1-1 0 0,0 0 0 0 0,0 0 1 0 0,0 0-1 0 0,-2 2 0 0 0,-8 8-18 0 0,0 13 63 0 0,0-14-26 0 0,10-10-11 0 0,0 1 0 0 0,0 0 1 0 0,0-1-1 0 0,0 1 0 0 0,0 0 1 0 0,0 0-1 0 0,0 0 0 0 0,0 0 1 0 0,0 0-1 0 0,0 0 0 0 0,1 0 1 0 0,-1 0-1 0 0,0 0 0 0 0,1 0 1 0 0,-1 0-1 0 0,1 0 0 0 0,-1 1 1 0 0,1-1-1 0 0,0 0 0 0 0,0 0 1 0 0,-1 1-1 0 0,1-1 0 0 0,0 2 1 0 0,0-2-1 0 0,0 0 0 0 0,0 1 0 0 0,0-1 0 0 0,-1 0 1 0 0,1 0-1 0 0,0 1 0 0 0,-1-1 0 0 0,1 0 0 0 0,-1 0 0 0 0,1 1 0 0 0,-1-1 1 0 0,0 0-1 0 0,0 0 0 0 0,1 0 0 0 0,-1 0 0 0 0,0 0 0 0 0,0 0 1 0 0,0 0-1 0 0,0 0 0 0 0,0 0 0 0 0,0-1 0 0 0,0 1 0 0 0,-2 1 1 0 0,-7 6-14 0 0,8-2-17 0 0,0-1-1 0 0,1 1 1 0 0,-1 0-1 0 0,1 0 0 0 0,1-1 1 0 0,-1 1-1 0 0,1 0 0 0 0,0 0 1 0 0,0 0-1 0 0,2 10 1 0 0,-1 7 117 0 0,-1-22-86 0 0,0 0 0 0 0,0 0-1 0 0,0 0 1 0 0,1 0 0 0 0,-1 0 0 0 0,0 0-1 0 0,0 0 1 0 0,1 0 0 0 0,-1 0 0 0 0,0 0 0 0 0,1 0-1 0 0,-1 0 1 0 0,1 0 0 0 0,-1 0 0 0 0,1 0 0 0 0,0 0-1 0 0,-1 0 1 0 0,1 0 0 0 0,0-1 0 0 0,0 1-1 0 0,-1 0 1 0 0,1-1 0 0 0,0 1 0 0 0,0 0 0 0 0,0-1-1 0 0,0 1 1 0 0,0-1 0 0 0,1 1 0 0 0,-1-1-8 0 0,0 1 0 0 0,0-1 0 0 0,0 1 1 0 0,0-1-1 0 0,0 1 0 0 0,0-1 0 0 0,-1 1 0 0 0,1-1 1 0 0,0 1-1 0 0,-1 0 0 0 0,1-1 0 0 0,0 1 1 0 0,-1 0-1 0 0,1 0 0 0 0,0-1 0 0 0,-1 1 0 0 0,1 0 1 0 0,-1 0-1 0 0,0 0 0 0 0,1 0 0 0 0,-1 0 0 0 0,0-1 1 0 0,1 1-1 0 0,-1 0 0 0 0,0 0 0 0 0,0 0 1 0 0,0 0-1 0 0,0 1 0 0 0,0-1 4 0 0,0 1-1 0 0,0-1 1 0 0,1 0-1 0 0,-1 0 1 0 0,0 0-1 0 0,1 0 1 0 0,-1 0 0 0 0,0 0-1 0 0,1 0 1 0 0,-1 0-1 0 0,1 0 1 0 0,0-1-1 0 0,-1 1 1 0 0,1 0 0 0 0,0 0-1 0 0,-1 0 1 0 0,1 0-1 0 0,0-1 1 0 0,0 1-1 0 0,0 0 1 0 0,0-1 0 0 0,0 1-1 0 0,0-1 1 0 0,0 1-1 0 0,1 0 1 0 0,8 6 11 0 0,-9-6-7 0 0,0 1 0 0 0,0-1-1 0 0,-1 1 1 0 0,1-1 0 0 0,-1 1 0 0 0,1 0-1 0 0,-1-1 1 0 0,1 1 0 0 0,-1 0 0 0 0,0-1 0 0 0,0 1-1 0 0,0 0 1 0 0,0 2 0 0 0,0-2-5 0 0,0 0 0 0 0,0 0 0 0 0,0 0 0 0 0,0-1 0 0 0,0 1 0 0 0,0 0 0 0 0,1 0 0 0 0,-1 0 0 0 0,1 0 0 0 0,0 0 0 0 0,-1-1 0 0 0,2 3 0 0 0,23 19-127 0 0,-21-21 111 0 0,0 1 0 0 0,-1 0-1 0 0,0 0 1 0 0,0 0-1 0 0,0 0 1 0 0,0 0 0 0 0,4 5-1 0 0,4 17 1 0 0,-9-20 22 0 0,0 0 1 0 0,1 0-1 0 0,-1 0 1 0 0,1 0-1 0 0,0-1 1 0 0,1 1-1 0 0,4 4 1 0 0,-4-4-7 0 0,-1-3-2 0 0,-1 0-1 0 0,0 0 1 0 0,0 0-1 0 0,1 1 1 0 0,-1-1-1 0 0,-1 1 1 0 0,1 0-1 0 0,0-1 1 0 0,-1 1-1 0 0,1 0 1 0 0,-1 0-1 0 0,0 0 1 0 0,0 0 0 0 0,0 0-1 0 0,0 0 1 0 0,-1 0-1 0 0,1 0 1 0 0,-1 5-1 0 0,1-6-2 0 0,-1 1 0 0 0,1-1-1 0 0,-1 0 1 0 0,1 1 0 0 0,0-1-1 0 0,-1 0 1 0 0,1 0 0 0 0,1 0-1 0 0,-1 0 1 0 0,0 0 0 0 0,0 0 0 0 0,1 0-1 0 0,-1 0 1 0 0,1 0 0 0 0,0 0-1 0 0,-1-1 1 0 0,1 1 0 0 0,0-1-1 0 0,0 1 1 0 0,0-1 0 0 0,0 0 0 0 0,3 2-1 0 0,1 0-62 0 0,0-1-1 0 0,0 1 1 0 0,1-1-1 0 0,-1 0 1 0 0,0-1-1 0 0,1 1 0 0 0,-1-1 1 0 0,1-1-1 0 0,7 1 1 0 0,50-2 12 0 0,-3 3 7 0 0,188 18 143 0 0,-113-12 121 0 0,-102-9-199 0 0,43-8 0 0 0,-42 4 24 0 0,48-1-1 0 0,-59 3 11 0 0,-10-1-18 0 0,13 3 35 0 0,0 1 14 0 0,-8-1 67 0 0,0 0 0 0 0,0-1 0 0 0,0-1-1 0 0,0-1 1 0 0,-1-1 0 0 0,1 0-1 0 0,28-14 1 0 0,-25 11 53 0 0,-1 3-66 0 0,-14 0 9 0 0,-3 2-113 0 0,18 1 50 0 0,-17-3 0 0 0,1 3-13 0 0,16-2-67 0 0,-15 0-24 0 0,-4 1 48 0 0,21-6-12 0 0,-14 7 2 0 0,-1-1-1 0 0,1-1 1 0 0,-1 0-1 0 0,17-9 1 0 0,-15 2 7 0 0,-10 10-16 0 0,1-1-1 0 0,-1 1 1 0 0,1-1-1 0 0,0 1 1 0 0,0-1-1 0 0,0 1 1 0 0,0 0-1 0 0,-1 0 1 0 0,2 0-1 0 0,-1 0 1 0 0,0 1-1 0 0,3-2 1 0 0,54-26 88 0 0,-58 28-93 0 0,-1 0 0 0 0,0 0-1 0 0,1 0 1 0 0,-1 0 0 0 0,0 0-1 0 0,0 0 1 0 0,1-1 0 0 0,-1 1 0 0 0,0 0-1 0 0,0 0 1 0 0,0 0 0 0 0,1 0-1 0 0,-1 0 1 0 0,0-1 0 0 0,0 1-1 0 0,0 0 1 0 0,0 0 0 0 0,1 0-1 0 0,-1-1 1 0 0,0 1 0 0 0,0 0-1 0 0,0 0 1 0 0,0-1 0 0 0,0 1-1 0 0,0 0 1 0 0,1 0 0 0 0,-1-1-1 0 0,0 1 1 0 0,0 0 0 0 0,0 0-1 0 0,0-1 1 0 0,0 0 0 0 0,0 1-2 0 0,0 0 0 0 0,0-1 0 0 0,0 1 0 0 0,0 0 0 0 0,0-1 0 0 0,0 1 0 0 0,0-1 0 0 0,0 1 0 0 0,0 0 0 0 0,0-1 0 0 0,1 1 0 0 0,-1 0 0 0 0,0-1 0 0 0,0 1 0 0 0,0 0 0 0 0,1-1 0 0 0,-1 1 0 0 0,0 0 0 0 0,0-1 0 0 0,1 1 0 0 0,-1 0 0 0 0,0 0 0 0 0,1-1 0 0 0,-1 1 0 0 0,0 0 0 0 0,1 0 0 0 0,-1 0 0 0 0,7-4-18 0 0,-5 3 18 0 0,-1 1-1 0 0,0-1 1 0 0,0 1-1 0 0,0-1 1 0 0,0 0-1 0 0,0 1 1 0 0,0-1-1 0 0,0 0 1 0 0,0 0-1 0 0,0 0 1 0 0,0 0 0 0 0,0 0-1 0 0,0 0 1 0 0,0 0-1 0 0,-1 0 1 0 0,1 0-1 0 0,0 0 1 0 0,-1 0-1 0 0,1 0 1 0 0,-1-1-1 0 0,1 1 1 0 0,-1 0 0 0 0,0 0-1 0 0,0-1 1 0 0,1 1-1 0 0,-1 0 1 0 0,0 0-1 0 0,0-1 1 0 0,0-1-1 0 0,0 2 2 0 0,-1 0-1 0 0,1 0 0 0 0,0 0 1 0 0,1 0-1 0 0,-1 1 0 0 0,0-1 0 0 0,0 0 1 0 0,0 0-1 0 0,0 0 0 0 0,1 1 1 0 0,-1-1-1 0 0,0 0 0 0 0,1 0 1 0 0,-1 1-1 0 0,1-1 0 0 0,-1 0 1 0 0,1 1-1 0 0,-1-1 0 0 0,1 0 1 0 0,-1 1-1 0 0,1-1 0 0 0,-1 1 0 0 0,1-1 1 0 0,0 1-1 0 0,-1-1 0 0 0,1 1 1 0 0,0-1-1 0 0,0 1 0 0 0,-1 0 1 0 0,1-1-1 0 0,0 1 0 0 0,1 0 1 0 0,-1 0-3 0 0,0-1 1 0 0,0 1 0 0 0,0 0 0 0 0,0-1 0 0 0,-1 1 0 0 0,1-1-1 0 0,0 1 1 0 0,0-1 0 0 0,0 1 0 0 0,0-1 0 0 0,-1 0 0 0 0,1 1-1 0 0,0-1 1 0 0,-1 0 0 0 0,1 0 0 0 0,0 0 0 0 0,-1 1 0 0 0,1-1-1 0 0,-1 0 1 0 0,0 0 0 0 0,1 0 0 0 0,-1 0 0 0 0,1 0 0 0 0,-1 0 0 0 0,0 0-1 0 0,0 0 1 0 0,0 0 0 0 0,0 0 0 0 0,1 0 0 0 0,-1 0 0 0 0,0 0-1 0 0,-1-1 1 0 0,1-347 964 0 0,0 346-956 0 0,0 0 0 0 0,1 0 0 0 0,-1 0 0 0 0,1 0 0 0 0,0 0 0 0 0,-1 0 1 0 0,1 0-1 0 0,0 0 0 0 0,1 1 0 0 0,-1-1 0 0 0,0 0 0 0 0,1 1 0 0 0,0-1 1 0 0,2-2-1 0 0,6-12-16 0 0,1-17-82 0 0,11 5-134 0 0,-11 1-66 0 0,-1 15 170 0 0,-8 12 111 0 0,-1-1-1 0 0,1 1 1 0 0,-1-1-1 0 0,1 1 1 0 0,-1-1-1 0 0,0 0 1 0 0,0 0 0 0 0,0 1-1 0 0,0-1 1 0 0,0 0-1 0 0,-1 0 1 0 0,1 0-1 0 0,0 0 1 0 0,-1 0-1 0 0,1 0 1 0 0,-1 0-1 0 0,0-3 1 0 0,0 4 4 0 0,0-1 1 0 0,0 1-1 0 0,0 0 0 0 0,0-1 0 0 0,0 1 1 0 0,1 0-1 0 0,-1 0 0 0 0,0-1 1 0 0,1 1-1 0 0,-1 0 0 0 0,1 0 1 0 0,-1 0-1 0 0,1 0 0 0 0,0-1 1 0 0,-1 1-1 0 0,1 0 0 0 0,0 0 0 0 0,0 0 1 0 0,0 0-1 0 0,-1 1 0 0 0,1-1 1 0 0,0 0-1 0 0,0 0 0 0 0,1 0 1 0 0,-1 1-1 0 0,1-2 0 0 0,1-2-35 0 0,-17-3-13 0 0,13 7 55 0 0,1 0 0 0 0,0-1 0 0 0,-1 1 0 0 0,1 0 0 0 0,0 0 0 0 0,0 0 0 0 0,-1 0 0 0 0,1 0 0 0 0,0-1 0 0 0,-1 1 0 0 0,1 0 0 0 0,0 0 0 0 0,0 0 0 0 0,0-1 0 0 0,-1 1 0 0 0,1 0 0 0 0,0 0 0 0 0,0-1 0 0 0,0 1 0 0 0,-1 0 0 0 0,1-1 0 0 0,0 1 0 0 0,0 0 0 0 0,0 0 0 0 0,0-1 0 0 0,0 1 0 0 0,0 0 0 0 0,0-1 0 0 0,0 1 0 0 0,0 0 0 0 0,0-1 0 0 0,0 1 0 0 0,0 0 0 0 0,0-1 0 0 0,0 1 0 0 0,0 0 0 0 0,0-1 0 0 0,0 1 2 0 0,0-1 1 0 0,0 1-1 0 0,1 0 0 0 0,-1-1 1 0 0,0 1-1 0 0,0 0 0 0 0,0-1 1 0 0,0 1-1 0 0,0 0 1 0 0,0-1-1 0 0,0 1 0 0 0,-1 0 1 0 0,1 0-1 0 0,0-1 0 0 0,0 1 1 0 0,0 0-1 0 0,0-1 0 0 0,0 1 1 0 0,0 0-1 0 0,0 0 0 0 0,-1-1 1 0 0,1 1-1 0 0,0 0 0 0 0,0 0 1 0 0,0-1-1 0 0,-1 1 1 0 0,1 0-1 0 0,0 0 0 0 0,0-1 1 0 0,-1 1-1 0 0,1 0 0 0 0,0 0 1 0 0,-1 0-1 0 0,1 0 0 0 0,0 0 1 0 0,0-1-1 0 0,-1 1 0 0 0,-1 0 12 0 0,0 0-11 0 0,1 0 1 0 0,0-1 0 0 0,-1 1 0 0 0,1 0-1 0 0,0-1 1 0 0,-1 1 0 0 0,1 0-1 0 0,0-1 1 0 0,-1 0 0 0 0,1 1 0 0 0,0-1-1 0 0,0 0 1 0 0,0 0 0 0 0,0 1-1 0 0,0-1 1 0 0,-1 0 0 0 0,2 0 0 0 0,-1 0-1 0 0,-1-2 1 0 0,1 2-3 0 0,0 0 0 0 0,0 0 0 0 0,0 0 0 0 0,0 0 0 0 0,0 0 0 0 0,0 0 0 0 0,0 0 0 0 0,0 0 0 0 0,-1 1 0 0 0,1-1 0 0 0,0 0 0 0 0,0 1 0 0 0,-1-1 0 0 0,1 1 0 0 0,0-1 0 0 0,-1 1 0 0 0,1 0 0 0 0,0 0 0 0 0,-3-1 0 0 0,2 1 0 0 0,-2-2-5 0 0,0-1 1 0 0,0 1-1 0 0,0-1 0 0 0,0 1 1 0 0,0-1-1 0 0,1 0 0 0 0,-1-1 1 0 0,1 1-1 0 0,-5-8 0 0 0,-20-17-41 0 0,23 24 43 0 0,0-1 1 0 0,0 1-1 0 0,1-1 1 0 0,-1 0-1 0 0,-4-8 0 0 0,5 7 22 0 0,0 1-1 0 0,0 0 0 0 0,0 0 0 0 0,-1 0 0 0 0,-7-6 0 0 0,-6 0 56 0 0,0 1-1 0 0,-1 0 1 0 0,-1 1 0 0 0,-38-12-1 0 0,-5-2 186 0 0,44 17-194 0 0,0 0 1 0 0,-1 1-1 0 0,0 1 1 0 0,0 0-1 0 0,0 2 0 0 0,0 0 1 0 0,-1 2-1 0 0,1 0 0 0 0,-23 3 1 0 0,18 1-237 0 0,-1 0 1 0 0,-33 12 0 0 0,-43 19-4173 0 0,91-32 3487 0 0,7-1 138 0 0,1-1-1 0 0,-1 1 0 0 0,1 0 1 0 0,-1-1-1 0 0,1 1 0 0 0,0 1 1 0 0,-5 3-1 0 0,7-6 524 0 0,1 0 0 0 0,0 1-1 0 0,-1-1 1 0 0,1 0 0 0 0,0 0 0 0 0,0 1-1 0 0,-1-1 1 0 0,1 0 0 0 0,0 1 0 0 0,0-1 0 0 0,-1 0-1 0 0,1 1 1 0 0,0-1 0 0 0,0 1 0 0 0,0-1-1 0 0,0 0 1 0 0,0 1 0 0 0,0-1 0 0 0,0 0-1 0 0,0 1 1 0 0,-1-1 0 0 0,1 1 0 0 0,0-1-1 0 0,1 0 1 0 0,-1 1 0 0 0,0-1 0 0 0,0 1-1 0 0,0-1 1 0 0,0 0 0 0 0,0 1 0 0 0,0-1-1 0 0,0 1 1 0 0,1-1 0 0 0,-1 0 0 0 0,0 1-1 0 0,0-1 1 0 0,0 0 0 0 0,1 1 0 0 0,-1-1 0 0 0,0 0-1 0 0,1 0 1 0 0,-1 1 0 0 0,1-1 0 0 0,26 20-9450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08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4 428 480 0 0,'0'0'12152'0'0,"0"-9"-7669"0"0,-1-10-2776 0 0,0 13-1414 0 0,0 0 1 0 0,1 0-1 0 0,0 0 1 0 0,0 0-1 0 0,1 0 1 0 0,-1 0-1 0 0,1 1 1 0 0,0-1-1 0 0,4-10 1 0 0,17-21 746 0 0,-11-8 201 0 0,0 21-679 0 0,-9 20-466 0 0,1 0 0 0 0,-1 0-1 0 0,-1 0 1 0 0,1 0-1 0 0,-1-1 1 0 0,1 1-1 0 0,-1 0 1 0 0,0-1 0 0 0,-1 1-1 0 0,1-7 1 0 0,-1 9-69 0 0,0 0 0 0 0,0 0-1 0 0,0 0 1 0 0,1 0 0 0 0,-1 0 0 0 0,1 0 0 0 0,-1 0 0 0 0,1 0 0 0 0,0 1 0 0 0,-1-1 0 0 0,1 0 0 0 0,0 0 0 0 0,0 0-1 0 0,1 1 1 0 0,-1-1 0 0 0,0 1 0 0 0,0-1 0 0 0,1 1 0 0 0,2-3 0 0 0,5-6 102 0 0,-2 1 4 0 0,1 0 1 0 0,0 1-1 0 0,0 0 0 0 0,0 1 1 0 0,19-13-1 0 0,-3 8 9 0 0,-16 10-111 0 0,25-12 450 0 0,-28 7-401 0 0,-4 7-78 0 0,-1-1 1 0 0,0 1-1 0 0,0-1 1 0 0,1 0 0 0 0,-1 1-1 0 0,0-1 1 0 0,1 1-1 0 0,-1-1 1 0 0,0 1-1 0 0,1-1 1 0 0,-1 1 0 0 0,1-1-1 0 0,-1 1 1 0 0,1-1-1 0 0,-1 1 1 0 0,1 0-1 0 0,-1-1 1 0 0,1 1 0 0 0,0 0-1 0 0,-1 0 1 0 0,1-1-1 0 0,-1 1 1 0 0,1 0-1 0 0,0 0 1 0 0,-1 0-1 0 0,1 0 1 0 0,0 0 0 0 0,-1 0-1 0 0,1 0 1 0 0,0 0-1 0 0,0 0 1 0 0,0 0-3 0 0,0 0 1 0 0,-1 0-1 0 0,1 0 0 0 0,-1 0 1 0 0,1 0-1 0 0,0 0 0 0 0,-1 0 1 0 0,1 0-1 0 0,-1 0 0 0 0,1-1 1 0 0,0 1-1 0 0,-1 0 1 0 0,1 0-1 0 0,-1 0 0 0 0,1-1 1 0 0,-1 1-1 0 0,1 0 0 0 0,-1-1 1 0 0,1 1-1 0 0,-1-1 0 0 0,1 1 1 0 0,-1 0-1 0 0,0-1 1 0 0,1 1-1 0 0,-1-1 0 0 0,1 1 1 0 0,-1-1-1 0 0,0 1 0 0 0,0-1 1 0 0,1 0-1 0 0,4-1 53 0 0,35-4-72 0 0,-30 9-12 0 0,-5 0 1 0 0,-5-3 9 0 0,1 0 0 0 0,-1 1 0 0 0,1-1 0 0 0,-1 1 0 0 0,1-1 0 0 0,-1 1 0 0 0,1-1 0 0 0,-1 1 0 0 0,1 0 0 0 0,-1-1-1 0 0,0 1 1 0 0,0 0 0 0 0,1-1 0 0 0,-1 1 0 0 0,0-1 0 0 0,0 1 0 0 0,0 0 0 0 0,0 0 0 0 0,1-1 0 0 0,-1 1 0 0 0,0 0-1 0 0,0-1 1 0 0,0 1 0 0 0,-1 1 0 0 0,0 17-59 0 0,1-18 61 0 0,0 12 42 0 0,-1 0 1 0 0,-1-1-1 0 0,0 1 1 0 0,-1 0-1 0 0,-7 20 1 0 0,1-3 101 0 0,3-5 16 0 0,6-21-95 0 0,-1 1 0 0 0,0-1 0 0 0,0 1-1 0 0,0-1 1 0 0,-1 1 0 0 0,0-1-1 0 0,0 0 1 0 0,0 0 0 0 0,0 0 0 0 0,0 0-1 0 0,-1 0 1 0 0,0-1 0 0 0,0 1 0 0 0,-4 4-1 0 0,0-2 39 0 0,5-5-62 0 0,0 1 0 0 0,0 0 1 0 0,0-1-1 0 0,0 1 0 0 0,1 0 0 0 0,-1 0 1 0 0,0 0-1 0 0,1 0 0 0 0,0 0 1 0 0,-1 0-1 0 0,1 0 0 0 0,0 1 0 0 0,0-1 1 0 0,0 0-1 0 0,0 1 0 0 0,1-1 1 0 0,-1 1-1 0 0,0 2 0 0 0,1-1 108 0 0,0-14-453 0 0,0 7 303 0 0,0 1-1 0 0,0-1 0 0 0,0 1 0 0 0,1-1 1 0 0,-1 1-1 0 0,1-1 0 0 0,0 1 0 0 0,-1-1 1 0 0,3-2-1 0 0,51-36 181 0 0,-39 21-78 0 0,7-7-4 0 0,5-2 10 0 0,-25 25-81 0 0,0 1 0 0 0,0 0 1 0 0,1 0-1 0 0,0 0 0 0 0,-1 0 0 0 0,1 1 1 0 0,0-1-1 0 0,0 1 0 0 0,7-5 0 0 0,17-6-7 0 0,-21 11-1 0 0,-1 0 1 0 0,0 1-1 0 0,1-1 0 0 0,0 1 0 0 0,-1 0 0 0 0,1 0 0 0 0,0 1 1 0 0,-1 0-1 0 0,1 0 0 0 0,0 0 0 0 0,-1 1 0 0 0,1-1 1 0 0,0 1-1 0 0,-1 1 0 0 0,9 2 0 0 0,-14-4 1 0 0,1 1-33 0 0,0 0 0 0 0,-1-1 1 0 0,1 1-1 0 0,0 0 0 0 0,-1 0 0 0 0,1 0 0 0 0,-1 0 1 0 0,1 0-1 0 0,-1 0 0 0 0,0 0 0 0 0,1 0 1 0 0,-1 0-1 0 0,0 0 0 0 0,0 0 0 0 0,0 0 0 0 0,1 0 1 0 0,-1 0-1 0 0,0 0 0 0 0,0 0 0 0 0,-1 0 0 0 0,1 0 1 0 0,0 0-1 0 0,0 0 0 0 0,-1 2 0 0 0,1 1-81 0 0,0 7 38 0 0,1-7 76 0 0,-1-1-1 0 0,1 0 1 0 0,-1 0 0 0 0,0 1-1 0 0,0-1 1 0 0,0 0 0 0 0,-1 0 0 0 0,1 1-1 0 0,-1-1 1 0 0,0 0 0 0 0,0 0 0 0 0,0 0-1 0 0,-2 4 1 0 0,-7 1 27 0 0,8-7-25 0 0,1 0 0 0 0,0 0 0 0 0,0-1 0 0 0,0 1 0 0 0,0 0 0 0 0,0 0 1 0 0,0 0-1 0 0,0 1 0 0 0,0-1 0 0 0,0 0 0 0 0,0 0 0 0 0,1 0 0 0 0,-1 1 0 0 0,0-1 0 0 0,1 0 0 0 0,-1 1 0 0 0,1-1 0 0 0,0 0 0 0 0,-1 1 0 0 0,1-1 0 0 0,0 1 0 0 0,0-1 0 0 0,0 1 0 0 0,0-1 0 0 0,0 3 0 0 0,0-3 1 0 0,0-1-1 0 0,0 1 0 0 0,0 0 1 0 0,0-1-1 0 0,0 1 1 0 0,0-1-1 0 0,0 1 1 0 0,0-1-1 0 0,-1 1 0 0 0,1 0 1 0 0,0-1-1 0 0,0 1 1 0 0,0-1-1 0 0,-1 1 1 0 0,1-1-1 0 0,0 1 0 0 0,-1-1 1 0 0,1 1-1 0 0,-1-1 1 0 0,1 0-1 0 0,0 1 0 0 0,-1-1 1 0 0,1 1-1 0 0,-1-1 1 0 0,1 0-1 0 0,-1 1 1 0 0,1-1-1 0 0,-1 0 0 0 0,1 0 1 0 0,-1 1-1 0 0,1-1 1 0 0,-1 0-1 0 0,0 0 1 0 0,1 0-1 0 0,-1 0 0 0 0,1 0 1 0 0,-1 0-1 0 0,0 0 1 0 0,1 0-1 0 0,-2 0 1 0 0,2 0-1 0 0,-1 0 1 0 0,0 0 0 0 0,1 0 0 0 0,-1 0-1 0 0,0 0 1 0 0,1 0 0 0 0,-1 0 0 0 0,0 1 0 0 0,1-1-1 0 0,-1 0 1 0 0,1 0 0 0 0,-1 0 0 0 0,0 1 0 0 0,1-1-1 0 0,-1 0 1 0 0,1 1 0 0 0,-1-1 0 0 0,1 1-1 0 0,-1-1 1 0 0,1 0 0 0 0,-1 1 0 0 0,1-1 0 0 0,-1 1-1 0 0,1-1 1 0 0,0 1 0 0 0,-1 0 0 0 0,1-1-1 0 0,0 1 1 0 0,-1-1 0 0 0,1 1 0 0 0,0 0 0 0 0,0-1-1 0 0,0 1 1 0 0,-1 0 0 0 0,1-1 0 0 0,0 1-1 0 0,0 0 1 0 0,0-1 0 0 0,0 1 0 0 0,0 1 0 0 0,0-1-70 0 0,0-16-173 0 0,0 14 240 0 0,0 0 0 0 0,0 0 0 0 0,1 0 0 0 0,-1 0 0 0 0,0 0 0 0 0,0 0 0 0 0,0 0 0 0 0,1 0 0 0 0,-1 0 0 0 0,1 0 0 0 0,-1 0 0 0 0,0 0 0 0 0,1 1 0 0 0,-1-1 0 0 0,1 0 0 0 0,0 0 0 0 0,-1 1 0 0 0,1-1 0 0 0,0 0 0 0 0,-1 1 0 0 0,1-1 0 0 0,0 0 0 0 0,0 1 0 0 0,0-1 0 0 0,-1 1 0 0 0,1-1 0 0 0,2 0 0 0 0,-2 1 0 0 0,0 0 0 0 0,0-1 0 0 0,0 1 0 0 0,0-1 0 0 0,0 0 0 0 0,0 1 0 0 0,0-1 0 0 0,-1 0 0 0 0,1 1 0 0 0,0-1 0 0 0,0 0 0 0 0,0 0 0 0 0,-1 0 0 0 0,1 0 0 0 0,-1 0 0 0 0,1 0 0 0 0,0 0 0 0 0,-1 0 0 0 0,0 0 0 0 0,1 0 0 0 0,-1 0 0 0 0,0 0 0 0 0,1 0 0 0 0,-1 0 0 0 0,0 0 0 0 0,0 0 0 0 0,0 0 0 0 0,0-2 0 0 0,0 2 0 0 0,0 0 0 0 0,0-1 0 0 0,0 1 0 0 0,1 0 0 0 0,-1-1 0 0 0,0 1 0 0 0,1 0 0 0 0,-1 0 0 0 0,1-1 0 0 0,-1 1 0 0 0,1 0 0 0 0,0 0 0 0 0,-1 0 0 0 0,1 0 0 0 0,0 0 0 0 0,0 0 0 0 0,0 0 0 0 0,0 0 0 0 0,0 0 0 0 0,0 0 0 0 0,0 0 0 0 0,0 0 0 0 0,2 0 0 0 0,-2 0 0 0 0,0 1 0 0 0,0-1 0 0 0,0 0 0 0 0,0 0 0 0 0,0 1 0 0 0,0-1 0 0 0,0 0 0 0 0,0 0 0 0 0,-1 0 0 0 0,1 0 0 0 0,0 0 0 0 0,0 0 0 0 0,-1 0 0 0 0,1 0 0 0 0,-1-1 0 0 0,1 1 0 0 0,-1 0 0 0 0,1 0 0 0 0,-1 0 0 0 0,0-1 0 0 0,0 1 0 0 0,1 0 0 0 0,-1-2 0 0 0,0 2-8 0 0,-1 0 1 0 0,1 1-1 0 0,0-1 1 0 0,0 0-1 0 0,0 0 0 0 0,0 1 1 0 0,1-1-1 0 0,-1 0 1 0 0,0 0-1 0 0,0 1 1 0 0,0-1-1 0 0,1 0 1 0 0,-1 0-1 0 0,0 1 0 0 0,0-1 1 0 0,1 0-1 0 0,-1 1 1 0 0,1-1-1 0 0,-1 0 1 0 0,1 1-1 0 0,-1-1 1 0 0,1 1-1 0 0,-1-1 0 0 0,1 1 1 0 0,0-1-1 0 0,-1 1 1 0 0,1-1-1 0 0,0 1 1 0 0,-1-1-1 0 0,1 1 1 0 0,0 0-1 0 0,-1 0 0 0 0,1-1 1 0 0,0 1-1 0 0,0 0 1 0 0,-1 0-1 0 0,1 0 1 0 0,0 0-1 0 0,0 0 1 0 0,-1 0-1 0 0,1 0 0 0 0,0 0 1 0 0,0 0-1 0 0,0 0 1 0 0,-1 0-1 0 0,2 1 1 0 0,2-1-25 0 0,-4 0 32 0 0,1 0 0 0 0,0 1-1 0 0,-1 0 1 0 0,1-1 0 0 0,-1 1 0 0 0,1-1-1 0 0,-1 1 1 0 0,0-1 0 0 0,1 1 0 0 0,-1 0 0 0 0,0-1-1 0 0,1 1 1 0 0,-1 0 0 0 0,0-1 0 0 0,0 1 0 0 0,0 0-1 0 0,1 0 1 0 0,-1-1 0 0 0,0 1 0 0 0,0 0 0 0 0,0 0-1 0 0,0-1 1 0 0,0 1 0 0 0,0 0 0 0 0,-1-1 0 0 0,1 1-1 0 0,0 0 1 0 0,-1 1 0 0 0,1-1 19 0 0,0 113 1387 0 0,0-65-4279 0 0,-5-57-1551 0 0,-13-2 2066 0 0,14 8 789 0 0,-7-13-3886 0 0,-11-12 186 0 0,21 24 4799 0 0,0 0 0 0 0,0 0 1 0 0,1 0-1 0 0,-1 1 1 0 0,1-1-1 0 0,-1 0 1 0 0,1 0-1 0 0,0 0 1 0 0,0-4-1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09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130 132 640 0 0,'28'-32'2503'0'0,"-24"27"-2018"0"0,0 0-1 0 0,0 0 1 0 0,0 1 0 0 0,1-1 0 0 0,-1 1 0 0 0,8-5-1 0 0,8-4 930 0 0,0 2-1 0 0,29-14 1 0 0,-42 23-1163 0 0,-1-1 1 0 0,1 1-1 0 0,0 0 1 0 0,-1 1-1 0 0,1 0 1 0 0,0 0-1 0 0,0 0 1 0 0,0 1-1 0 0,0 0 1 0 0,0 0-1 0 0,0 1 1 0 0,7 1-1 0 0,9 8 575 0 0,-9-2-664 0 0,-8-5-65 0 0,0 1 0 0 0,-1 0 0 0 0,1 0 0 0 0,-1 0 0 0 0,0 1 0 0 0,0 0 0 0 0,0 0 0 0 0,-1 0 0 0 0,0 0 0 0 0,5 8 0 0 0,-8-10-22 0 0,1 1 0 0 0,-1-1 1 0 0,0 1-1 0 0,0 0 1 0 0,-1 0-1 0 0,1-1 0 0 0,-1 1 1 0 0,0 0-1 0 0,1 0 1 0 0,-2 0-1 0 0,1-1 0 0 0,-1 5 1 0 0,0 8 331 0 0,1-8-167 0 0,-1 0 1 0 0,0-1-1 0 0,-1 1 0 0 0,1-1 0 0 0,-1 1 1 0 0,-1-1-1 0 0,0 0 0 0 0,-5 10 0 0 0,2-2 79 0 0,4-7 10 0 0,0 0 0 0 0,1 0 0 0 0,0 1 0 0 0,1-1 0 0 0,0 15 1 0 0,0 4 607 0 0,0-26-921 0 0,0-1-1 0 0,0 0 1 0 0,0 0 0 0 0,0 1 0 0 0,0-1 0 0 0,0 0 0 0 0,1 0 0 0 0,-1 1-1 0 0,0-1 1 0 0,0 0 0 0 0,0 1 0 0 0,-1-1 0 0 0,1 0 0 0 0,0 0 0 0 0,0 1-1 0 0,0-1 1 0 0,0 0 0 0 0,0 0 0 0 0,0 1 0 0 0,0-1 0 0 0,0 0 0 0 0,0 0-1 0 0,-1 1 1 0 0,1-1 0 0 0,0 0 0 0 0,0 0 0 0 0,0 0 0 0 0,-1 1 0 0 0,1-1-1 0 0,0 0 1 0 0,0 0 0 0 0,0 0 0 0 0,-1 0 0 0 0,1 1 0 0 0,0-1-1 0 0,0 0 1 0 0,-1 0 0 0 0,1 0 0 0 0,0 0 0 0 0,-1 0 0 0 0,-18-6 133 0 0,-1 0 0 0 0,0 1 0 0 0,0 1 0 0 0,-1 1 0 0 0,-25-1 0 0 0,14 3 195 0 0,1 1 1 0 0,-1 2-1 0 0,0 1 1 0 0,1 1 0 0 0,-34 10-1 0 0,60-13-226 0 0,-1 1 0 0 0,1 0 0 0 0,0 0-1 0 0,0 0 1 0 0,0 1 0 0 0,0 0 0 0 0,0 0 0 0 0,0 0-1 0 0,1 0 1 0 0,-8 8 0 0 0,11-10-78 0 0,0 0 0 0 0,0 0 0 0 0,0 0 0 0 0,0 0 0 0 0,0 1 0 0 0,0-1 0 0 0,0 0 0 0 0,1 1 0 0 0,-1-1 0 0 0,0 1 0 0 0,1-1 0 0 0,-1 1 0 0 0,1-1-1 0 0,-1 1 1 0 0,1-1 0 0 0,0 1 0 0 0,0-1 0 0 0,-1 1 0 0 0,1 0 0 0 0,0-1 0 0 0,1 1 0 0 0,-1-1 0 0 0,0 1 0 0 0,0 0 0 0 0,1-1 0 0 0,-1 1 0 0 0,1-1 0 0 0,-1 1 0 0 0,1-1 0 0 0,0 1 0 0 0,-1-1 0 0 0,1 0 0 0 0,0 1 0 0 0,2 1 0 0 0,4 4 58 0 0,1-1 0 0 0,0 0 0 0 0,0 0-1 0 0,1-1 1 0 0,0 0 0 0 0,0-1 0 0 0,0 1 0 0 0,0-2 0 0 0,14 4 0 0 0,8 3-127 0 0,56 8-1 0 0,-23-10-281 0 0,102 1 1 0 0,-10-18-7006 0 0,-98-2 601 0 0,-18-6-1003 0 0,-8-3 1982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15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84 249 2881 0 0,'0'0'143'0'0,"1"1"0"0"0,-1-1 0 0 0,0 0 0 0 0,0 1 0 0 0,1-1 0 0 0,-1 1 0 0 0,0-1 0 0 0,1 0 0 0 0,-1 1 0 0 0,1-1 0 0 0,-1 0 0 0 0,0 1 0 0 0,1-1 0 0 0,-1 0-1 0 0,1 0 1 0 0,-1 1 0 0 0,1-1 0 0 0,-1 0 0 0 0,1 0 0 0 0,-1 0 0 0 0,1 0 0 0 0,-1 0 0 0 0,1 0 0 0 0,-1 1 0 0 0,1-1 0 0 0,-1 0 0 0 0,1 0 0 0 0,0-1 0 0 0,19 1 4155 0 0,-20-6-451 0 0,0 3-3158 0 0,0 1-514 0 0,0-1 1 0 0,1 1-1 0 0,0-1 1 0 0,-1 1-1 0 0,1 0 1 0 0,0-1-1 0 0,0 1 1 0 0,0 0-1 0 0,0 0 1 0 0,1-1-1 0 0,-1 1 1 0 0,0 0 0 0 0,1 0-1 0 0,0 0 1 0 0,-1 1-1 0 0,4-3 1 0 0,36-27 816 0 0,-17 13-460 0 0,19-26 442 0 0,50-25 640 0 0,-33 33-187 0 0,-53 27 951 0 0,-9 24-820 0 0,2-12-1540 0 0,-1-1 0 0 0,1 0 0 0 0,-1 1 1 0 0,1-1-1 0 0,-1 0 0 0 0,0 1 1 0 0,0-1-1 0 0,0 0 0 0 0,-1 0 0 0 0,1 0 1 0 0,0 0-1 0 0,-1 0 0 0 0,1 0 1 0 0,-1 0-1 0 0,0 0 0 0 0,0-1 0 0 0,1 1 1 0 0,-1-1-1 0 0,-3 3 0 0 0,-6 5 43 0 0,-3 3 0 0 0,1 2 0 0 0,1 0 0 0 0,0 0 0 0 0,1 1 0 0 0,0 0 0 0 0,-8 18 0 0 0,11-20-52 0 0,0-1-1 0 0,0 0 1 0 0,-2 0-1 0 0,1-1 0 0 0,-13 11 1 0 0,13-13 22 0 0,0 0 0 0 0,1 1 0 0 0,0 0-1 0 0,0 0 1 0 0,1 1 0 0 0,-9 18 0 0 0,11-19 0 0 0,1 0-2 0 0,0-1 0 0 0,-1 1 0 0 0,-11 15 0 0 0,-32 25-2 0 0,37-24-21 0 0,6-13 14 0 0,3-9-209 0 0,-1-1-1 0 0,1 0 1 0 0,-1 0 0 0 0,0 0-1 0 0,0 0 1 0 0,0 0-1 0 0,0-1 1 0 0,0 1-1 0 0,-5 2 1 0 0,-5-10-2977 0 0,28-2-1428 0 0,21-8-799 0 0,-29 10 4417 0 0,-1 1 0 0 0,0-1 0 0 0,0 0 0 0 0,-1 0-1 0 0,0-1 1 0 0,0 0 0 0 0,0 0 0 0 0,7-12 0 0 0,-9 13 570 0 0,7-21-1888 0 0,12-1 307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15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0 261 960 0 0,'0'-1'123'0'0,"0"-1"0"0"0,1 1 0 0 0,-1 0-1 0 0,0 0 1 0 0,1 0 0 0 0,-1 0 0 0 0,0 0-1 0 0,1 0 1 0 0,0 0 0 0 0,-1 0-1 0 0,1 0 1 0 0,-1 0 0 0 0,1 0 0 0 0,0 0-1 0 0,0 0 1 0 0,0 0 0 0 0,-1 0-1 0 0,1 0 1 0 0,0 1 0 0 0,0-1 0 0 0,0 0-1 0 0,0 1 1 0 0,0-1 0 0 0,0 1 0 0 0,0-1-1 0 0,2 1 1 0 0,4-5 765 0 0,21-21 3959 0 0,-22 19-3818 0 0,1 1 0 0 0,0 0 0 0 0,0 0 0 0 0,9-5 0 0 0,53-38 2819 0 0,-52 36-3322 0 0,1 0 0 0 0,0 1 0 0 0,1 0-1 0 0,0 2 1 0 0,23-10 0 0 0,-15 10-117 0 0,1 2 1 0 0,56-11-1 0 0,-72 18-247 0 0,0 0-1 0 0,0 0 0 0 0,0 1 0 0 0,0 0 0 0 0,0 1 0 0 0,-1 1 1 0 0,1 0-1 0 0,0 0 0 0 0,-1 1 0 0 0,20 8 0 0 0,-25-7 37 0 0,1 0 1 0 0,-1 1-1 0 0,0 0 0 0 0,-1 0 1 0 0,1 0-1 0 0,-1 1 0 0 0,7 10 0 0 0,-5-8 17 0 0,-7-7-191 0 0,1 0-1 0 0,-1-1 1 0 0,1 1-1 0 0,-1 0 1 0 0,0-1 0 0 0,1 1-1 0 0,-1 0 1 0 0,0-1-1 0 0,0 1 1 0 0,1 0 0 0 0,-1 0-1 0 0,0 0 1 0 0,0-1 0 0 0,0 1-1 0 0,0 0 1 0 0,0 0-1 0 0,0-1 1 0 0,0 1 0 0 0,0 0-1 0 0,0 0 1 0 0,-1 0-1 0 0,1-1 1 0 0,0 1 0 0 0,0 0-1 0 0,-1 0 1 0 0,1-1-1 0 0,-1 1 1 0 0,0 1 0 0 0,-17 19 479 0 0,9-12-197 0 0,-7 9 61 0 0,-1-1 0 0 0,0 0 0 0 0,-2-1 0 0 0,1-1 0 0 0,-26 15 0 0 0,24-18-572 0 0,0-1 1 0 0,-1-1-1 0 0,-1-1 0 0 0,1-1 1 0 0,-44 10-1 0 0,60-17 59 0 0,-83 15-2620 0 0,77-15 1483 0 0,1 0 0 0 0,0-1 0 0 0,-18-2 0 0 0,25 2 502 0 0,0-1-1 0 0,0 0 1 0 0,0 0-1 0 0,0 0 1 0 0,0 0-1 0 0,0 0 1 0 0,1-1-1 0 0,-1 1 1 0 0,0-1-1 0 0,1 0 1 0 0,-5-4-1 0 0,-26-26-10983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16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 2161 0 0,'-6'-1'3161'0'0,"0"0"-1829"0"0,-4-2-136 0 0,-1 2 11617 0 0,17 6-8811 0 0,113 4-294 0 0,-53-4-3827 0 0,-15 0-1827 0 0,1-1-3539 0 0,-25 2-411 0 0,-26-6 5782 0 0,-1 0 1 0 0,0 0 0 0 0,0 0-1 0 0,0 0 1 0 0,1 0 0 0 0,-1 1-1 0 0,0-1 1 0 0,0 0-1 0 0,1 0 1 0 0,-1 0 0 0 0,0 0-1 0 0,0 1 1 0 0,0-1-1 0 0,0 0 1 0 0,1 0 0 0 0,-1 0-1 0 0,0 1 1 0 0,0-1 0 0 0,0 0-1 0 0,0 0 1 0 0,0 0-1 0 0,0 1 1 0 0,0-1 0 0 0,0 0-1 0 0,0 0 1 0 0,1 1-1 0 0,-1-1 1 0 0,0 0 0 0 0,0 0-1 0 0,0 1 1 0 0,0-1 0 0 0,-1 0-1 0 0,1 0 1 0 0,0 1-1 0 0,0-1 1 0 0,0 0 0 0 0,0 0-1 0 0,0 1 1 0 0,0-1-1 0 0,0 0 1 0 0,0 0 0 0 0,0 0-1 0 0,-1 1 1 0 0,1-1-1 0 0,0 0 1 0 0,0 0 0 0 0,0 0-1 0 0,0 1 1 0 0,-1-1 0 0 0,1 0-1 0 0,0 0 1 0 0,0 0-1 0 0,0 0 1 0 0,-1 0 0 0 0,1 1-1 0 0,0-1 1 0 0,-1 0-1 0 0,-26 24-7035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17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 80 0 0,'32'-7'3121'0'0,"1"-1"3763"0"0,0 2-3443 0 0,25 6-559 0 0,-25-6-561 0 0,32 6-801 0 0,33-7-2240 0 0,0-1-3522 0 0,-33 2-1681 0 0,1-9 721 0 0,-34 9 1120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28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875 93 160 0 0,'0'0'1654'0'0,"-5"-1"-1334"0"0,-17-5-133 0 0,17 5 120 0 0,10 1-187 0 0,22 0 907 0 0,-27-5-150 0 0,6 3 5810 0 0,-2 1-6999 0 0,10-3 3049 0 0,-38 3 6056 0 0,30 1-8620 0 0,48-7 228 0 0,-49 5-374 0 0,-7 1-28 0 0,37-4 201 0 0,16-1-227 0 0,-48 6 9 0 0,3 2-3 0 0,27 4-139 0 0,-27-2 343 0 0,-7-8-33 0 0,1 3-3 0 0,-5-4 333 0 0,-73-14 1541 0 0,-43-8-56 0 0,106 24-1674 0 0,0 2 1 0 0,0-1 0 0 0,0 2 0 0 0,0 0-1 0 0,-27 4 1 0 0,-23 17-172 0 0,65-21-125 0 0,-1 0 0 0 0,1 0 0 0 0,-1 0 1 0 0,1 1-1 0 0,0-1 0 0 0,-1 0 0 0 0,1 1 0 0 0,0-1 0 0 0,-1 0 0 0 0,1 1 0 0 0,0-1 1 0 0,-1 0-1 0 0,1 1 0 0 0,0-1 0 0 0,0 1 0 0 0,-1-1 0 0 0,1 0 0 0 0,0 1 0 0 0,0-1 1 0 0,0 1-1 0 0,0-1 0 0 0,0 1 0 0 0,0-1 0 0 0,0 1 0 0 0,0-1 0 0 0,0 0 0 0 0,0 1 1 0 0,0-1-1 0 0,0 1 0 0 0,0-1 0 0 0,0 1 0 0 0,0-1 0 0 0,0 1 0 0 0,0-1 0 0 0,0 1 1 0 0,1-1-1 0 0,-1 0 0 0 0,0 1 0 0 0,0-1 0 0 0,1 1 0 0 0,-1-1 0 0 0,0 0 0 0 0,0 1 1 0 0,1-1-1 0 0,-1 0 0 0 0,1 1 0 0 0,-1-1 0 0 0,0 0 0 0 0,1 0 0 0 0,-1 1 0 0 0,1-1 1 0 0,37 9 4 0 0,-32-9 14 0 0,1 2-1 0 0,0-1 0 0 0,0 1 0 0 0,-1 0 0 0 0,10 4 1 0 0,-5 1 54 0 0,-9-5-62 0 0,0-1 0 0 0,0 0 0 0 0,0 0 0 0 0,0 0 0 0 0,0 0 0 0 0,0 0 0 0 0,1 0 0 0 0,-1-1 0 0 0,0 1 0 0 0,1-1 0 0 0,-1 1 0 0 0,5-1 0 0 0,7 2 7 0 0,-10-2-13 0 0,0 1 0 0 0,0-1 0 0 0,0 1 0 0 0,0 0 0 0 0,0 0 0 0 0,0 1 0 0 0,0-1 0 0 0,-1 1 0 0 0,1 0 1 0 0,0 0-1 0 0,4 3 0 0 0,1 0 20 0 0,1-1 0 0 0,0 1 1 0 0,16 3-1 0 0,-17-6-2 0 0,0 1 0 0 0,-1 0 1 0 0,1 1-1 0 0,-1-1 0 0 0,0 1 0 0 0,0 1 0 0 0,8 6 0 0 0,72 42-151 0 0,-88-52 136 0 0,1-1 0 0 0,-1 1 0 0 0,1 0 0 0 0,0 0 0 0 0,-1-1 0 0 0,1 1 0 0 0,-1 0 0 0 0,0 0 0 0 0,1 0 0 0 0,-1 0 0 0 0,1 0 0 0 0,-1 0 0 0 0,0-1 0 0 0,0 1 0 0 0,0 0 0 0 0,0 0-1 0 0,0 0 1 0 0,0 0 0 0 0,0 0 0 0 0,0 0 0 0 0,0 0 0 0 0,0 0 0 0 0,0 0 0 0 0,0 0 0 0 0,-1 0 0 0 0,1 0 0 0 0,0-1 0 0 0,-1 1 0 0 0,1 0 0 0 0,0 0 0 0 0,-1 0 0 0 0,1 0 0 0 0,-1-1 0 0 0,0 1 0 0 0,0 1 0 0 0,-12 8 189 0 0,-1-1 1 0 0,1-1-1 0 0,-1 0 0 0 0,-1-1 1 0 0,1 0-1 0 0,-1-1 0 0 0,0-1 1 0 0,-24 5-1 0 0,-8 0 230 0 0,-70 6-1 0 0,41-11-421 0 0,1-4 0 0 0,-1-4 0 0 0,-127-19 0 0 0,12-14-2240 0 0,154 26-1749 0 0,-44-17 0 0 0,75 25 2068 0 0,0-1 1 0 0,0 0-1 0 0,0-1 0 0 0,1 1 0 0 0,-10-9 0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29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49 2001 0 0,'0'0'5162'0'0,"-1"0"-4999"0"0,1 0 1 0 0,0-1-1 0 0,0 1 0 0 0,0 0 0 0 0,0-1 0 0 0,0 1 0 0 0,-1 0 0 0 0,1-1 0 0 0,0 1 1 0 0,0 0-1 0 0,0 0 0 0 0,0-1 0 0 0,0 1 0 0 0,0 0 0 0 0,0-1 0 0 0,0 1 0 0 0,0 0 1 0 0,0-1-1 0 0,0 1 0 0 0,0 0 0 0 0,1-1 0 0 0,-1 1 0 0 0,0 0 0 0 0,0 0 1 0 0,0-1-1 0 0,0 1 0 0 0,0 0 0 0 0,1 0 0 0 0,-1-1 0 0 0,0 1 0 0 0,0 0 0 0 0,0 0 1 0 0,1-1-1 0 0,-1 1 0 0 0,0 0 0 0 0,0 0 0 0 0,1 0 0 0 0,-1-1 0 0 0,0 1 0 0 0,0 0 1 0 0,1 0-1 0 0,-1 0 0 0 0,0 0 0 0 0,1 0 0 0 0,-1 0 0 0 0,0 0 0 0 0,1 0 1 0 0,0 0-30 0 0,0 0-89 0 0,1 0 0 0 0,-1 0 0 0 0,0 0 0 0 0,0 0 0 0 0,1 0 0 0 0,-1 0 0 0 0,0 0 0 0 0,0 0 0 0 0,0 0 0 0 0,1-1 0 0 0,-1 1 0 0 0,0 0 0 0 0,0-1 1 0 0,0 1-1 0 0,0-1 0 0 0,0 0 0 0 0,0 1 0 0 0,0-1 0 0 0,0 0 0 0 0,2-1 0 0 0,-2 1-26 0 0,-1 0 1 0 0,1 1-1 0 0,-1-1 0 0 0,1 0 1 0 0,0 1-1 0 0,-1-1 0 0 0,1 0 1 0 0,0 1-1 0 0,-1-1 0 0 0,1 1 1 0 0,0-1-1 0 0,0 1 0 0 0,0 0 1 0 0,-1-1-1 0 0,1 1 0 0 0,0 0 1 0 0,0-1-1 0 0,0 1 0 0 0,0 0 1 0 0,0 0-1 0 0,0 0 0 0 0,-1 0 1 0 0,1 0-1 0 0,2 0 0 0 0,14-4 152 0 0,8-1-166 0 0,0 0 0 0 0,0 3 1 0 0,1 0-1 0 0,26 1 0 0 0,-30 1-328 0 0,-9 0-133 0 0,1 0-1 0 0,-1 1 1 0 0,1 0-1 0 0,-1 1 1 0 0,0 0-1 0 0,0 1 1 0 0,13 5-1 0 0,-18-6-53 0 0,-1 0-138 0 0,0-1-1 0 0,-1 1 1 0 0,1 0-1 0 0,0 1 1 0 0,0 0-1 0 0,-1 0 1 0 0,0 0-1 0 0,1 1 1 0 0,-1 0-1 0 0,7 6 1 0 0,-12-9 403 0 0,0 0 0 0 0,-1 1 0 0 0,1-1 0 0 0,-1 0 0 0 0,1 0 0 0 0,-1 0 0 0 0,1 1 1 0 0,-1-1-1 0 0,0 0 0 0 0,0 0 0 0 0,1 1 0 0 0,-1-1 0 0 0,0 0 0 0 0,0 3 0 0 0,0-4 144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30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13 960 0 0,'-6'-1'1508'0'0,"-12"-3"1501"0"0,36 3 2066 0 0,-18 1-4960 0 0,0 0 1 0 0,0 0 0 0 0,0 0-1 0 0,0-1 1 0 0,-1 1 0 0 0,1 0 0 0 0,0 0-1 0 0,0 0 1 0 0,0 0 0 0 0,0-1-1 0 0,0 1 1 0 0,0 0 0 0 0,0 0 0 0 0,0 0-1 0 0,0 0 1 0 0,0 0 0 0 0,0-1-1 0 0,0 1 1 0 0,0 0 0 0 0,0 0 0 0 0,0 0-1 0 0,0-1 1 0 0,0 1 0 0 0,0 0-1 0 0,0 0 1 0 0,0 0 0 0 0,0 0 0 0 0,0-1-1 0 0,0 1 1 0 0,0 0 0 0 0,0 0 0 0 0,0 0-1 0 0,0 0 1 0 0,0 0 0 0 0,0-1-1 0 0,1 1 1 0 0,-1 0 0 0 0,0 0 0 0 0,0 0-1 0 0,-15 0 804 0 0,18 1 53 0 0,35 2 1054 0 0,7 0 60 0 0,15 6-253 0 0,16 1-478 0 0,20 0-605 0 0,-29 1-3754 0 0,-61-11 2001 0 0,-1 1 0 0 0,1-1 0 0 0,-1 0 0 0 0,1 0 0 0 0,7-1 0 0 0,-13 1 917 0 0,0 0 0 0 0,0 0 0 0 0,0 0 0 0 0,1 0 0 0 0,-1 0 0 0 0,0 0 0 0 0,0 0 0 0 0,0 0 0 0 0,1 0 0 0 0,-1 0 0 0 0,0 0 0 0 0,0 0 0 0 0,1 0 1 0 0,-1 0-1 0 0,0 0 0 0 0,0 0 0 0 0,0 0 0 0 0,0-1 0 0 0,1 1 0 0 0,-1 0 0 0 0,0 0 0 0 0,0 0 0 0 0,0 0 0 0 0,1 0 0 0 0,-1-1 0 0 0,0 1 0 0 0,0 0 0 0 0,0 0 0 0 0,0 0 0 0 0,0 0 0 0 0,0-1 0 0 0,0 1 0 0 0,1 0 0 0 0,-1 0 0 0 0,0 0 0 0 0,0-1 0 0 0,0 1 0 0 0,0 0 0 0 0,0 0 0 0 0,0 0 1 0 0,0-1-1 0 0,0 1 0 0 0,0 0 0 0 0,-20-10-3680 0 0,-18-3-903 0 0,-22-6 867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17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36 232 880 0 0,'0'6'3169'0'0,"0"-12"1266"0"0,1-2 816 0 0,-1 7-5155 0 0,1 0 1 0 0,-1 0-1 0 0,0 1 0 0 0,0-1 0 0 0,0 0 0 0 0,0 0 0 0 0,0 0 0 0 0,0 1 0 0 0,0-1 0 0 0,-1 0 0 0 0,1 0 1 0 0,0 1-1 0 0,0-1 0 0 0,-1 0 0 0 0,1 1 0 0 0,0-1 0 0 0,-1 0 0 0 0,1 1 0 0 0,0-1 0 0 0,-1 0 1 0 0,1 1-1 0 0,-1-1 0 0 0,1 1 0 0 0,-1-1 0 0 0,0 0 0 0 0,-7-1 93 0 0,7 2-148 0 0,0 0 1 0 0,0-1-1 0 0,0 1 0 0 0,1 0 1 0 0,-1 0-1 0 0,0-1 1 0 0,0 1-1 0 0,0 0 0 0 0,0-1 1 0 0,0 1-1 0 0,1-1 0 0 0,-1 1 1 0 0,0-1-1 0 0,0 0 0 0 0,1 1 1 0 0,-1-1-1 0 0,0 0 1 0 0,1 1-1 0 0,-1-1 0 0 0,1 0 1 0 0,-1 0-1 0 0,1 1 0 0 0,-1-1 1 0 0,1 0-1 0 0,-1 0 1 0 0,1 0-1 0 0,0 0 0 0 0,0 0 1 0 0,-1 0-1 0 0,1 0 0 0 0,0 0 1 0 0,0 1-1 0 0,0-1 0 0 0,0 0 1 0 0,0 0-1 0 0,0 0 1 0 0,0-2-1 0 0,-1-15 351 0 0,1 12-332 0 0,-1 1 0 0 0,1-1 1 0 0,0 0-1 0 0,0 1 0 0 0,0-1 0 0 0,1 0 0 0 0,-1 1 0 0 0,2-1 0 0 0,-1 1 1 0 0,3-8-1 0 0,1 6 10 0 0,0-1 0 0 0,1 1 0 0 0,0 0 0 0 0,0 1 0 0 0,1-1 0 0 0,-1 1 0 0 0,13-8 0 0 0,-10 9-38 0 0,0 0 0 0 0,1 1 0 0 0,-1 0 0 0 0,19-4 0 0 0,5 7-45 0 0,-27 2 1 0 0,0-1 0 0 0,0 1 1 0 0,0 0-1 0 0,0 1 0 0 0,7 2 1 0 0,-12-3 9 0 0,1-1 0 0 0,-1 1 0 0 0,0 0 0 0 0,0 0 0 0 0,1-1 1 0 0,-1 1-1 0 0,0 0 0 0 0,0 0 0 0 0,0 0 0 0 0,0 0 0 0 0,0 0 0 0 0,0 0 1 0 0,0 1-1 0 0,0-1 0 0 0,-1 0 0 0 0,1 0 0 0 0,0 1 0 0 0,-1-1 0 0 0,1 0 1 0 0,-1 1-1 0 0,1-1 0 0 0,-1 1 0 0 0,0-1 0 0 0,1 1 0 0 0,-1-1 1 0 0,0 3-1 0 0,0 1 32 0 0,1-1 0 0 0,-1 1 0 0 0,1 0 0 0 0,0 0 0 0 0,1-1 0 0 0,-1 1 0 0 0,1-1 0 0 0,0 1 0 0 0,5 8 0 0 0,-5-9 16 0 0,0-1 0 0 0,0 2 0 0 0,0-1 0 0 0,0 0 0 0 0,-1 0 0 0 0,0 0 0 0 0,0 1 0 0 0,0-1 0 0 0,1 9 0 0 0,-2-10 18 0 0,0 1-1 0 0,0-1 1 0 0,0 1-1 0 0,-1-1 1 0 0,1 1-1 0 0,-1-1 1 0 0,0 1 0 0 0,-1 5-1 0 0,1-8-37 0 0,0 0 1 0 0,0 0-1 0 0,0 0 0 0 0,0 0 1 0 0,0 0-1 0 0,-1 0 0 0 0,1 0 1 0 0,0 0-1 0 0,0 0 0 0 0,-1-1 0 0 0,1 1 1 0 0,-1 0-1 0 0,-1 0 0 0 0,-1 0 8 0 0,4 0 14 0 0,-1-1-1 0 0,1 0 1 0 0,0 0 0 0 0,-1 1 0 0 0,1-1 0 0 0,-1 0-1 0 0,1 1 1 0 0,0-1 0 0 0,-1 1 0 0 0,1-1 0 0 0,0 0-1 0 0,-1 1 1 0 0,1-1 0 0 0,0 1 0 0 0,0-1 0 0 0,0 1-1 0 0,-1-1 1 0 0,1 1 0 0 0,0-1 0 0 0,0 1 0 0 0,0-1-1 0 0,0 1 1 0 0,1-12 600 0 0,-1 8-634 0 0,-1-1 0 0 0,1 1 0 0 0,0-1 0 0 0,1 1 0 0 0,-1 0 0 0 0,0-1 0 0 0,1 1 0 0 0,0-1 0 0 0,0 1-1 0 0,0 0 1 0 0,0 0 0 0 0,1-1 0 0 0,-1 1 0 0 0,1 0 0 0 0,0 0 0 0 0,-1 0 0 0 0,1 1 0 0 0,1-1 0 0 0,-1 0 0 0 0,0 1 0 0 0,1-1-1 0 0,5-3 1 0 0,18-24 113 0 0,-23 26-111 0 0,0 0-1 0 0,0 0 1 0 0,0 0 0 0 0,1 0-1 0 0,0 1 1 0 0,-1-1-1 0 0,1 1 1 0 0,8-5-1 0 0,48-19-28 0 0,-57 26 0 0 0,0 0-1 0 0,0 0 1 0 0,1 0-1 0 0,-1 0 1 0 0,0 0 0 0 0,1 0-1 0 0,-1 1 1 0 0,1 0 0 0 0,-1 0-1 0 0,0 0 1 0 0,1 0 0 0 0,-1 0-1 0 0,1 1 1 0 0,-1-1 0 0 0,0 1-1 0 0,1 0 1 0 0,4 2 0 0 0,-7-3 10 0 0,-1 0 0 0 0,0 1 0 0 0,1-1 1 0 0,-1 0-1 0 0,1 0 0 0 0,-1 1 0 0 0,0-1 1 0 0,1 0-1 0 0,-1 1 0 0 0,0-1 0 0 0,1 1 0 0 0,-1-1 1 0 0,0 0-1 0 0,1 1 0 0 0,-1-1 0 0 0,0 1 1 0 0,0-1-1 0 0,0 1 0 0 0,1-1 0 0 0,-1 0 0 0 0,0 1 1 0 0,0-1-1 0 0,0 1 0 0 0,0-1 0 0 0,0 1 1 0 0,0-1-1 0 0,0 1 0 0 0,4 10 14 0 0,-2-9-1 0 0,1 0 0 0 0,-1 0 0 0 0,0 0 1 0 0,0 0-1 0 0,0 0 0 0 0,-1 0 0 0 0,1 1 0 0 0,0-1 0 0 0,-1 1 0 0 0,0 0 0 0 0,1-1 0 0 0,-1 1 1 0 0,0 0-1 0 0,0 0 0 0 0,-1-1 0 0 0,1 1 0 0 0,-1 0 0 0 0,1 0 0 0 0,-1 0 0 0 0,0 0 1 0 0,0 0-1 0 0,0 0 0 0 0,0 0 0 0 0,-1 0 0 0 0,1 0 0 0 0,-1-1 0 0 0,0 1 0 0 0,-1 5 1 0 0,-9 12 43 0 0,9-16-43 0 0,0-1 0 0 0,0 1 0 0 0,0 0 0 0 0,0 0 0 0 0,1 0 0 0 0,-1-1 0 0 0,1 1 0 0 0,0 0 0 0 0,1 1 0 0 0,-1-1 0 0 0,1 7 0 0 0,-1-10-7 0 0,1-1 0 0 0,0 1 1 0 0,0-1-1 0 0,0 1 0 0 0,0-1 0 0 0,-1 0 0 0 0,1 1 0 0 0,0-1 0 0 0,-1 1 0 0 0,1-1 0 0 0,0 0 1 0 0,0 1-1 0 0,-1-1 0 0 0,1 0 0 0 0,-1 1 0 0 0,1-1 0 0 0,0 0 0 0 0,-1 0 0 0 0,1 1 0 0 0,-1-1 1 0 0,1 0-1 0 0,0 0 0 0 0,-1 0 0 0 0,1 0 0 0 0,-1 0 0 0 0,1 1 0 0 0,-1-1 0 0 0,1 0 0 0 0,-1 0 0 0 0,1 0 1 0 0,-1 0-1 0 0,0 0 0 0 0,-13-1 92 0 0,13 1-74 0 0,-5 3 1857 0 0,7-14-1464 0 0,-1 10-407 0 0,0 0 0 0 0,0 0-1 0 0,1 0 1 0 0,-1 0 0 0 0,0 0 0 0 0,1 0 0 0 0,-1 0-1 0 0,1 0 1 0 0,-1 1 0 0 0,1-1 0 0 0,-1 0 0 0 0,1 0-1 0 0,0 0 1 0 0,-1 0 0 0 0,1 1 0 0 0,0-1 0 0 0,0 0-1 0 0,0 1 1 0 0,-1-1 0 0 0,1 0 0 0 0,0 1-1 0 0,0-1 1 0 0,0 1 0 0 0,0-1 0 0 0,1 1 0 0 0,8-7 29 0 0,-3-1 0 0 0,0 0-1 0 0,-1-1 0 0 0,6-12 1 0 0,-11 21-36 0 0,9-20 17 0 0,-8 17-12 0 0,-1-1 0 0 0,1 1 0 0 0,0 0 1 0 0,0-1-1 0 0,1 1 0 0 0,-1 0 0 0 0,1 0 1 0 0,0 0-1 0 0,4-3 0 0 0,6-4 11 0 0,0 0 0 0 0,1 1-1 0 0,20-10 1 0 0,-29 16-36 0 0,0 1 0 0 0,-1 0 0 0 0,1 0 0 0 0,0 0 0 0 0,0 1 0 0 0,1 0 0 0 0,-1 0-1 0 0,0 0 1 0 0,0 1 0 0 0,0-1 0 0 0,1 1 0 0 0,-1 1 0 0 0,7 0 0 0 0,-1 10 46 0 0,-8-8 33 0 0,-1 1 1 0 0,1 0-1 0 0,-1 0 0 0 0,1 0 1 0 0,-1 0-1 0 0,-1 0 1 0 0,1 0-1 0 0,-1 0 1 0 0,1 1-1 0 0,-1-1 1 0 0,0 0-1 0 0,-1 1 1 0 0,1-1-1 0 0,-1 1 1 0 0,0 6-1 0 0,-2 1 146 0 0,0 1-1 0 0,-1-1 1 0 0,0 0-1 0 0,-6 14 1 0 0,4-12-120 0 0,0 2-19 0 0,5-14-77 0 0,-1 1-1 0 0,1-1 1 0 0,-1 0 0 0 0,0 0-1 0 0,0 1 1 0 0,0-1 0 0 0,0 0-1 0 0,0 0 1 0 0,0 0 0 0 0,0 0-1 0 0,-1 0 1 0 0,1 0 0 0 0,-1 0-1 0 0,0-1 1 0 0,1 1 0 0 0,-1-1-1 0 0,0 1 1 0 0,0-1-1 0 0,0 1 1 0 0,0-1 0 0 0,-4 2-1 0 0,-21 9-976 0 0,26-12 815 0 0,1 0-1 0 0,0 0 0 0 0,0 0 0 0 0,0 0 1 0 0,0 0-1 0 0,-1 0 0 0 0,1 0 0 0 0,0 0 1 0 0,0 0-1 0 0,0 0 0 0 0,-1 0 1 0 0,1 0-1 0 0,0 0 0 0 0,0 0 0 0 0,0 0 1 0 0,-1-1-1 0 0,1 1 0 0 0,0 0 0 0 0,0 0 1 0 0,0 0-1 0 0,0 0 0 0 0,-1 0 1 0 0,1 0-1 0 0,0-1 0 0 0,0 1 0 0 0,0 0 1 0 0,0 0-1 0 0,0 0 0 0 0,0 0 0 0 0,-1 0 1 0 0,1-1-1 0 0,0 1 0 0 0,0 0 1 0 0,0 0-1 0 0,0 0 0 0 0,0-1 0 0 0,0 1 1 0 0,0 0-1 0 0,0 0 0 0 0,0 0 0 0 0,0-1 1 0 0,0 1-1 0 0,0 0 0 0 0,0 0 1 0 0,0-1-1 0 0,0-9-2695 0 0,0 9 1903 0 0,0 0 670 0 0,1-1 1 0 0,-1 1-1 0 0,0 0 1 0 0,0 0-1 0 0,1 0 1 0 0,-1 0-1 0 0,1 0 1 0 0,-1 0-1 0 0,1 0 1 0 0,-1 0-1 0 0,1 0 1 0 0,0 0-1 0 0,-1 0 1 0 0,1 0-1 0 0,0 0 1 0 0,0 0-1 0 0,0 0 1 0 0,0 1-1 0 0,0-1 1 0 0,0 0-1 0 0,0 1 1 0 0,0-1-1 0 0,0 0 1 0 0,0 1-1 0 0,2-1 1 0 0,4-4-1387 0 0,-6 5 1497 0 0,-1 0 1 0 0,1-1-1 0 0,-1 1 0 0 0,1-1 0 0 0,-1 1 1 0 0,0-1-1 0 0,1 1 0 0 0,-1-1 1 0 0,0 1-1 0 0,1-1 0 0 0,-1 1 0 0 0,0-1 1 0 0,0 1-1 0 0,1-1 0 0 0,-1 0 0 0 0,0 1 1 0 0,0-1-1 0 0,0 1 0 0 0,0-1 1 0 0,0 0-1 0 0,0 0 0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18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22 1921 0 0,'-1'-1'225'0'0,"0"0"0"0"0,0 0 1 0 0,0 0-1 0 0,0 0 0 0 0,0 0 0 0 0,0 1 0 0 0,0-1 1 0 0,0 0-1 0 0,0 1 0 0 0,0-1 0 0 0,-1 1 0 0 0,1-1 1 0 0,0 1-1 0 0,0-1 0 0 0,-1 1 0 0 0,1 0 1 0 0,0 0-1 0 0,-1-1 0 0 0,1 1 0 0 0,-3 1 0 0 0,4-2 155 0 0,-21-6 3150 0 0,12 4-2152 0 0,1 4 4265 0 0,8 0-5513 0 0,0 0 1 0 0,0-1-1 0 0,0 1 0 0 0,0 0 0 0 0,0 0 0 0 0,0-1 0 0 0,0 1 0 0 0,0 0 0 0 0,1 0 0 0 0,-1-1 0 0 0,0 1 0 0 0,0 0 0 0 0,1-1 0 0 0,-1 1 0 0 0,1 0 0 0 0,-1-1 0 0 0,0 1 0 0 0,1-1 1 0 0,0 2-1 0 0,92 58 2844 0 0,-69-39-2334 0 0,77 60 1201 0 0,-69-54-1787 0 0,-26-15-3713 0 0,-13-7-4515 0 0,-9-5-403 0 0,8-1 7691 0 0,6 0 2546 0 0,-30-4-5395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19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0 450 4242 0 0,'0'6'7523'0'0,"0"-12"-5522"0"0,33 6-480 0 0,-33-15-400 0 0,32 9-321 0 0,1-9-240 0 0,0-5-240 0 0,32-7-480 0 0,-32 0-880 0 0,25-2-1201 0 0,-25 1-1041 0 0,0 8-640 0 0,-1-7 241 0 0,-32 6 639 0 0</inkml:trace>
  <inkml:trace contextRef="#ctx0" brushRef="#br0" timeOffset="1">647 1 800 0 0,'0'14'2241'0'0,"-33"22"1201"0"0,0 18 1760 0 0,33 8-560 0 0,-32-8-2481 0 0,-1-19-1680 0 0,33-14-481 0 0,-33 0 0 0 0,33-8-881 0 0,33-13-8323 0 0,-66 0 2881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19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21 160 0 0,'0'-8'1441'0'0,"0"2"1760"0"0,0 0-239 0 0,33 6 639 0 0,-66 0-3521 0 0,33 6-560 0 0,-32 0-5443 0 0,-1 2 3202 0 0,0-1 480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20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67 139 80 0 0,'0'0'1481'0'0,"0"-1"-1320"0"0,0 0 1 0 0,-1 1-1 0 0,1-1 1 0 0,0 0-1 0 0,0 0 0 0 0,0 1 1 0 0,0-1-1 0 0,0 0 1 0 0,0 1-1 0 0,0-1 1 0 0,0 0-1 0 0,0 0 1 0 0,0 1-1 0 0,0-1 1 0 0,0 0-1 0 0,0 0 0 0 0,1 1 1 0 0,-1-1-1 0 0,0 0 1 0 0,1 1-1 0 0,-1-1 1 0 0,0 0-1 0 0,1 1 1 0 0,-1-1-1 0 0,1 1 0 0 0,-1-1 1 0 0,1 1-1 0 0,0-2 1 0 0,6 0 276 0 0,-6 2-370 0 0,0 0 0 0 0,0 0 0 0 0,0 0 0 0 0,0 0 0 0 0,0 0 0 0 0,-1-1 0 0 0,1 1 0 0 0,0 0 0 0 0,0-1 1 0 0,0 1-1 0 0,0-1 0 0 0,-1 1 0 0 0,1 0 0 0 0,0-1 0 0 0,-1 0 0 0 0,1 1 0 0 0,0-1 0 0 0,-1 1 0 0 0,1-1 0 0 0,0 0 0 0 0,-1 0 0 0 0,1 1 0 0 0,-1-1 0 0 0,1 0 0 0 0,-1 0 0 0 0,0 1 0 0 0,1-1 1 0 0,-1 0-1 0 0,0 0 0 0 0,1-1 0 0 0,-1 1-26 0 0,0 1-1 0 0,0-1 1 0 0,0 1 0 0 0,0 0 0 0 0,0-1 0 0 0,0 1 0 0 0,0 0 0 0 0,0-1-1 0 0,0 1 1 0 0,0-1 0 0 0,0 1 0 0 0,0 0 0 0 0,1-1 0 0 0,-1 1 0 0 0,0 0-1 0 0,0 0 1 0 0,0-1 0 0 0,1 1 0 0 0,-1 0 0 0 0,0-1 0 0 0,0 1 0 0 0,1 0-1 0 0,-1 0 1 0 0,0-1 0 0 0,1 1 0 0 0,-1 0 0 0 0,0 0 0 0 0,1-1 0 0 0,25-18 1575 0 0,-17 11-884 0 0,1 1 0 0 0,0-1 0 0 0,21-10-1 0 0,-24 15-579 0 0,-5 3-123 0 0,-1 0 0 0 0,0 0-1 0 0,0 0 1 0 0,1-1 0 0 0,-1 1 0 0 0,0-1-1 0 0,0 1 1 0 0,0-1 0 0 0,1 1 0 0 0,-1-1-1 0 0,0 0 1 0 0,0 1 0 0 0,0-1 0 0 0,0 0-1 0 0,0 0 1 0 0,0 0 0 0 0,0 0 0 0 0,-1 0 0 0 0,1 0-1 0 0,0 0 1 0 0,0 0 0 0 0,-1 0 0 0 0,2-2-1 0 0,-2 3-21 0 0,0-1-1 0 0,0 1 0 0 0,0-1 1 0 0,1 1-1 0 0,-1 0 0 0 0,0-1 1 0 0,0 1-1 0 0,0-1 0 0 0,1 1 1 0 0,-1 0-1 0 0,0-1 0 0 0,1 1 1 0 0,-1 0-1 0 0,0-1 0 0 0,1 1 0 0 0,-1 0 1 0 0,0 0-1 0 0,1-1 0 0 0,-1 1 1 0 0,1 0-1 0 0,-1 0 0 0 0,0 0 1 0 0,1-1-1 0 0,-1 1 0 0 0,1 0 1 0 0,-1 0-1 0 0,1 0 0 0 0,-1 0 1 0 0,1 0-1 0 0,-1 0 0 0 0,1 0 1 0 0,-1 0-1 0 0,0 0 0 0 0,1 0 1 0 0,-1 0-1 0 0,1 0 0 0 0,-1 1 1 0 0,1-1-1 0 0,-1 0 0 0 0,0 0 0 0 0,1 0 1 0 0,-1 0-1 0 0,1 1 0 0 0,-1-1 1 0 0,1 1 15 0 0,0-1 0 0 0,0 0 0 0 0,0 0 1 0 0,0 0-1 0 0,-1 1 0 0 0,1-1 0 0 0,0 0 0 0 0,0 0 1 0 0,0 0-1 0 0,0 0 0 0 0,-1-1 0 0 0,1 1 0 0 0,0 0 1 0 0,0 0-1 0 0,0 0 0 0 0,0-1 0 0 0,0 0 0 0 0,5 1 311 0 0,-6 0-285 0 0,15 0 111 0 0,-15 0-141 0 0,1 0 0 0 0,-1 0 0 0 0,1 0 0 0 0,-1 0 0 0 0,1 0 0 0 0,-1 0 0 0 0,1 0 0 0 0,-1 0 0 0 0,1 0 0 0 0,-1 0 1 0 0,0 1-1 0 0,1-1 0 0 0,-1 0 0 0 0,1 0 0 0 0,-1 0 0 0 0,1 1 0 0 0,-1-1 0 0 0,0 0 0 0 0,1 0 0 0 0,-1 1 0 0 0,0-1 0 0 0,1 0 1 0 0,-1 1-1 0 0,0-1 0 0 0,1 0 0 0 0,-1 1 0 0 0,0-1 0 0 0,0 1 0 0 0,1-1 0 0 0,-1 1 0 0 0,0 0 18 0 0,1 0 0 0 0,-1 0 0 0 0,1 0 0 0 0,0 0 0 0 0,-1 0 0 0 0,1 0 0 0 0,0 0 0 0 0,-1 0 0 0 0,1 0 0 0 0,0 0 0 0 0,0 0-1 0 0,0-1 1 0 0,0 1 0 0 0,0 0 0 0 0,0-1 0 0 0,0 1 0 0 0,0 0 0 0 0,0-1 0 0 0,0 1 0 0 0,0-1 0 0 0,2 1 0 0 0,4 3 191 0 0,26 39 1012 0 0,-21-19-579 0 0,-11-20-540 0 0,1 1-1 0 0,0-1 1 0 0,1 0 0 0 0,-1 0 0 0 0,1 0-1 0 0,-1 0 1 0 0,1 0 0 0 0,5 4 0 0 0,1 0 104 0 0,-7-7-179 0 0,0 0 0 0 0,-1 1 0 0 0,1-1 0 0 0,0 1-1 0 0,-1-1 1 0 0,1 1 0 0 0,-1 0 0 0 0,0-1 0 0 0,1 1-1 0 0,-1 0 1 0 0,0 0 0 0 0,0 0 0 0 0,0 0-1 0 0,-1 0 1 0 0,1 0 0 0 0,0 0 0 0 0,-1 0 0 0 0,1 1-1 0 0,-1-1 1 0 0,1 3 0 0 0,-1-4-36 0 0,0 0 1 0 0,0 0-1 0 0,0 0 1 0 0,0 0-1 0 0,0 1 1 0 0,0-1-1 0 0,0 0 1 0 0,1 0-1 0 0,-1 0 1 0 0,0 0-1 0 0,1 0 1 0 0,-1 0-1 0 0,1 0 1 0 0,-1 0-1 0 0,1 0 1 0 0,0 0-1 0 0,-1 0 0 0 0,1 0 1 0 0,0 0-1 0 0,-1-1 1 0 0,1 1-1 0 0,0 0 1 0 0,0 0-1 0 0,0-1 1 0 0,0 1-1 0 0,2 0 1 0 0,-2 0 4 0 0,0 0 0 0 0,0-1 0 0 0,1 1 1 0 0,-1 0-1 0 0,0 0 0 0 0,0 0 0 0 0,0 0 0 0 0,0 0 1 0 0,0 0-1 0 0,0 0 0 0 0,-1 1 0 0 0,1-1 1 0 0,0 0-1 0 0,0 0 0 0 0,-1 1 0 0 0,1-1 0 0 0,-1 0 1 0 0,1 1-1 0 0,-1-1 0 0 0,0 1 0 0 0,0-1 1 0 0,1 0-1 0 0,-1 1 0 0 0,0-1 0 0 0,0 1 0 0 0,-1 2 1 0 0,1-3 37 0 0,-5-6-106 0 0,-63-12-31 0 0,33 8 192 0 0,0 0 0 0 0,-56-4 0 0 0,52 10 339 0 0,-68 4-1 0 0,101 0-390 0 0,-6 1 144 0 0,0 0-1 0 0,1 0 1 0 0,-13 5-1 0 0,24-7-169 0 0,-1 1 0 0 0,0-1 0 0 0,1 1 1 0 0,-1-1-1 0 0,1 1 0 0 0,0 0 0 0 0,-1-1 0 0 0,1 1 0 0 0,-1 0 0 0 0,1 0 0 0 0,0-1 0 0 0,0 1 0 0 0,-1 0 0 0 0,1-1 0 0 0,0 1 1 0 0,0 0-1 0 0,0 0 0 0 0,0 0 0 0 0,0-1 0 0 0,0 1 0 0 0,0 0 0 0 0,0 0 0 0 0,0 0 0 0 0,0-1 0 0 0,0 1 0 0 0,0 0 1 0 0,1 0-1 0 0,-1-1 0 0 0,0 1 0 0 0,1 0 0 0 0,-1-1 0 0 0,0 1 0 0 0,1 0 0 0 0,-1-1 0 0 0,1 1 0 0 0,-1 0 0 0 0,1-1 0 0 0,-1 1 1 0 0,1-1-1 0 0,0 1 0 0 0,-1-1 0 0 0,1 1 0 0 0,0-1 0 0 0,-1 0 0 0 0,1 1 0 0 0,1-1 0 0 0,23 15 328 0 0,37 21 338 0 0,-53-30-665 0 0,0-1 0 0 0,0 0 0 0 0,0-1 0 0 0,1 0 0 0 0,0 0 0 0 0,0-1 0 0 0,0 0 0 0 0,0-1 0 0 0,13 1 0 0 0,1 0-344 0 0,0-2 1 0 0,35-2 0 0 0,-52 0-33 0 0,0 1-1 0 0,0-2 1 0 0,0 1 0 0 0,11-5-1 0 0,12-2-1529 0 0,-13 5 712 0 0,32-6-2290 0 0,-48 9 3124 0 0,1 0 0 0 0,-1-1 1 0 0,0 1-1 0 0,1-1 0 0 0,-1 1 1 0 0,0-1-1 0 0,1 0 0 0 0,-1 0 1 0 0,0 1-1 0 0,0-1 0 0 0,0 0 1 0 0,1 0-1 0 0,-1 0 0 0 0,0 0 1 0 0,0-1-1 0 0,-1 1 0 0 0,1 0 1 0 0,0 0-1 0 0,0 0 0 0 0,0-1 0 0 0,-1 1 1 0 0,1 0-1 0 0,-1-1 0 0 0,1 1 1 0 0,-1-1-1 0 0,0 1 0 0 0,1-3 1 0 0,-1 3 92 0 0,0 1 0 0 0,0-1-1 0 0,0 0 1 0 0,0 0 0 0 0,0 0 0 0 0,0 1 0 0 0,0-1 0 0 0,-1 0 0 0 0,1 0 0 0 0,0 1 0 0 0,0-1-1 0 0,-1 0 1 0 0,1 0 0 0 0,0 1 0 0 0,-1-1 0 0 0,1 0 0 0 0,-1 1 0 0 0,1-1 0 0 0,-1 0 0 0 0,-27-19-3700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31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844 90 240 0 0,'0'0'43'0'0,"-1"0"-1"0"0,1-1 1 0 0,0 1 0 0 0,0-1 0 0 0,0 1-1 0 0,0 0 1 0 0,0-1 0 0 0,0 1-1 0 0,0-1 1 0 0,0 1 0 0 0,-1 0-1 0 0,1-1 1 0 0,1 1 0 0 0,-1-1-1 0 0,0 1 1 0 0,0-1 0 0 0,0 1-1 0 0,0 0 1 0 0,0-1 0 0 0,0 1 0 0 0,0-1-1 0 0,1 1 1 0 0,-1 0 0 0 0,0-1-1 0 0,0 1 1 0 0,0 0 0 0 0,1-1-1 0 0,-1 1 1 0 0,0 0 0 0 0,1-1-1 0 0,-1 1 1 0 0,0 0 0 0 0,1 0-1 0 0,-1-1 1 0 0,0 1 0 0 0,1 0-1 0 0,-1 0 1 0 0,0 0 0 0 0,1-1 0 0 0,1 1 163 0 0,0 0-131 0 0,-1 0 0 0 0,0 0-1 0 0,1-1 1 0 0,-1 1 0 0 0,0 0-1 0 0,1-1 1 0 0,-1 1-1 0 0,0 0 1 0 0,0-1 0 0 0,0 1-1 0 0,1-1 1 0 0,-1 0 0 0 0,0 1-1 0 0,0-1 1 0 0,0 0 0 0 0,0 0-1 0 0,0 0 1 0 0,0 0-1 0 0,0 0 1 0 0,1-1 0 0 0,-2 1 12 0 0,1 0 1 0 0,-1 0-1 0 0,1 0 0 0 0,0 1 1 0 0,-1-1-1 0 0,1 0 1 0 0,0 0-1 0 0,0 0 0 0 0,0 1 1 0 0,0-1-1 0 0,-1 1 1 0 0,1-1-1 0 0,0 0 1 0 0,0 1-1 0 0,0 0 0 0 0,0-1 1 0 0,0 1-1 0 0,1 0 1 0 0,-1-1-1 0 0,0 1 0 0 0,0 0 1 0 0,0 0-1 0 0,0 0 1 0 0,0 0-1 0 0,2 0 1 0 0,-1 0 213 0 0,-2 0-154 0 0,0 0-1 0 0,1 0 0 0 0,-1-1 0 0 0,0 1 1 0 0,1 0-1 0 0,-1 0 0 0 0,0 0 1 0 0,1 0-1 0 0,-1 0 0 0 0,0-1 1 0 0,0 1-1 0 0,1 0 0 0 0,-1 0 0 0 0,0-1 1 0 0,0 1-1 0 0,1 0 0 0 0,-1 0 1 0 0,0-1-1 0 0,0 1 0 0 0,0 0 1 0 0,0-1-1 0 0,1 1 0 0 0,-1 0 0 0 0,0-1 1 0 0,0 1-1 0 0,0 0 0 0 0,0-1 1 0 0,0 1-1 0 0,0 0 0 0 0,0-1 1 0 0,0 1-1 0 0,0 0 0 0 0,0-1 1 0 0,0 1-1 0 0,0 0 0 0 0,0-1 0 0 0,0 1 1 0 0,0 0-1 0 0,0-1 0 0 0,0 1 1 0 0,-1 0-1 0 0,1-1 0 0 0,0 1 1 0 0,0 0-1 0 0,0-1 0 0 0,0 1 0 0 0,-1 0 1 0 0,1 0-1 0 0,0-1 0 0 0,0 1 1 0 0,-1 0-1 0 0,1 0 0 0 0,0 0 1 0 0,0-1-1 0 0,-1 1 0 0 0,1 0 1 0 0,0 0-1 0 0,-1 0 0 0 0,1 0 0 0 0,0-1 1 0 0,-1 1-1 0 0,-21 0 641 0 0,15 4 350 0 0,3-1-900 0 0,-3-2 82 0 0,0-1 0 0 0,-1 0 1 0 0,1 0-1 0 0,0-1 0 0 0,-12-2 0 0 0,-18-1 567 0 0,10 3-143 0 0,0-2-1 0 0,-34-8 0 0 0,29 5 32 0 0,-1 0 0 0 0,-48 0 0 0 0,57 7-454 0 0,0 0 0 0 0,-47 11 0 0 0,70-12-329 0 0,1 1-1 0 0,-1 0 1 0 0,0-1-1 0 0,1 1 1 0 0,-1-1-1 0 0,1 1 1 0 0,0 0-1 0 0,-1-1 1 0 0,1 1-1 0 0,-1 0 1 0 0,1 0-1 0 0,0-1 1 0 0,0 1-1 0 0,0 0 1 0 0,-1 0-1 0 0,1 0 1 0 0,0-1-1 0 0,0 1 1 0 0,0 0-1 0 0,0 0 1 0 0,0 1-1 0 0,1 24-10 0 0,-1-21 116 0 0,0-3-86 0 0,0-1-1 0 0,1 0 1 0 0,-1 1 0 0 0,0-1-1 0 0,0 0 1 0 0,1 1 0 0 0,-1-1-1 0 0,1 0 1 0 0,-1 0 0 0 0,1 1-1 0 0,0-1 1 0 0,-1 0 0 0 0,1 0-1 0 0,0 0 1 0 0,0 0 0 0 0,0 0-1 0 0,0 0 1 0 0,0 0 0 0 0,2 1-1 0 0,27 15 193 0 0,-3-3-130 0 0,-18-10-76 0 0,1 0 1 0 0,0 0-1 0 0,0-1 0 0 0,0-1 0 0 0,0 1 1 0 0,0-2-1 0 0,18 2 0 0 0,32 6-59 0 0,-41-4-5 0 0,-7-3 23 0 0,1 1-1 0 0,-1 0 0 0 0,0 1 1 0 0,0 1-1 0 0,0 0 0 0 0,15 9 1 0 0,-25-12 40 0 0,-1 0 0 0 0,0 0 0 0 0,0 0 1 0 0,-1 1-1 0 0,1-1 0 0 0,0 0 0 0 0,-1 0 1 0 0,0 1-1 0 0,1-1 0 0 0,-1 1 0 0 0,0-1 0 0 0,0 0 1 0 0,0 1-1 0 0,0-1 0 0 0,-2 4 0 0 0,2 2 15 0 0,0-7-8 0 0,0 0 1 0 0,-1 0-1 0 0,1 0 0 0 0,0 1 1 0 0,0-1-1 0 0,-1 0 1 0 0,1 0-1 0 0,-1 0 0 0 0,1 0 1 0 0,-1 0-1 0 0,1 0 0 0 0,-1 0 1 0 0,0 0-1 0 0,0 0 0 0 0,1 0 1 0 0,-1 0-1 0 0,0-1 0 0 0,0 1 1 0 0,0 0-1 0 0,0 0 0 0 0,0-1 1 0 0,0 1-1 0 0,0-1 1 0 0,0 1-1 0 0,0-1 0 0 0,0 1 1 0 0,0-1-1 0 0,-2 1 0 0 0,-8 4 10 0 0,-14 10 59 0 0,-2 0 0 0 0,0-3 0 0 0,0 0 0 0 0,-1-1-1 0 0,0-2 1 0 0,-33 6 0 0 0,-173 17 316 0 0,115-19-283 0 0,-6-5-1291 0 0,114-11-2734 0 0,16-2 2331 0 0,-4 5 965 0 0,59-27-10740 0 0,-28 8 6562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31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61 160 0 0,'0'0'47'0'0,"0"-1"0"0"0,-1 1 0 0 0,1-1-1 0 0,0 1 1 0 0,-1-1 0 0 0,1 1 0 0 0,-1-1 0 0 0,1 1-1 0 0,-1 0 1 0 0,1-1 0 0 0,0 1 0 0 0,-1 0 0 0 0,1-1 0 0 0,-1 1-1 0 0,0 0 1 0 0,1 0 0 0 0,-1 0 0 0 0,1-1 0 0 0,-1 1 0 0 0,1 0-1 0 0,-1 0 1 0 0,0 0 0 0 0,1 0 0 0 0,-1 0 0 0 0,1 0-1 0 0,-1 0 1 0 0,1 0 0 0 0,-1 0 0 0 0,0 0 0 0 0,1 0 0 0 0,-1 0-1 0 0,0 1 1 0 0,1-1 20 0 0,-1 0 1 0 0,0 0-1 0 0,1 1 0 0 0,-1-1 0 0 0,1 0 0 0 0,-1 0 1 0 0,1 0-1 0 0,-1 0 0 0 0,1 0 0 0 0,-1 0 0 0 0,1 0 1 0 0,-1 0-1 0 0,1 0 0 0 0,-1-1 0 0 0,0 1 0 0 0,1 0 1 0 0,-1 0-1 0 0,1 0 0 0 0,-1-1 0 0 0,1 1 0 0 0,0 0 1 0 0,-1 0-1 0 0,1-1 0 0 0,-1 1 0 0 0,1 0 0 0 0,-1-1 1 0 0,1 1-1 0 0,0-1 0 0 0,-1 1 0 0 0,1-1 0 0 0,-6 0 1547 0 0,-3 1 45 0 0,-1-1-961 0 0,0 1 0 0 0,1 0-1 0 0,-1 1 1 0 0,1 0 0 0 0,-11 3-1 0 0,19-4-609 0 0,0 1-1 0 0,0-1 1 0 0,0 1-1 0 0,-1-1 1 0 0,1 1-1 0 0,0-1 0 0 0,0 1 1 0 0,0 0-1 0 0,0-1 1 0 0,0 1-1 0 0,0 0 0 0 0,0 0 1 0 0,0 0-1 0 0,1 0 1 0 0,-1 0-1 0 0,0 0 0 0 0,0 0 1 0 0,1 0-1 0 0,-2 2 1 0 0,2-2 73 0 0,0 1 0 0 0,0 0 1 0 0,0-1-1 0 0,0 1 0 0 0,0 0 1 0 0,0 0-1 0 0,0-1 0 0 0,1 1 1 0 0,-1 0-1 0 0,1-1 0 0 0,-1 1 0 0 0,1 0 1 0 0,0-1-1 0 0,-1 1 0 0 0,1-1 1 0 0,0 1-1 0 0,0-1 0 0 0,2 3 1 0 0,2 3 41 0 0,1 0 0 0 0,0 0 0 0 0,0-1 0 0 0,1 1-1 0 0,-1-1 1 0 0,1-1 0 0 0,1 0 0 0 0,-1 0 0 0 0,1 0 0 0 0,9 4 0 0 0,1-1-117 0 0,0-1-1 0 0,1-1 1 0 0,28 5-1 0 0,-37-8-91 0 0,0-1 0 0 0,0-1 0 0 0,0 0 0 0 0,0 0 0 0 0,0-1 0 0 0,0 0 0 0 0,0 0 0 0 0,10-3 0 0 0,16-1-7 0 0,-29 3 37 0 0,0 0 0 0 0,0 0-1 0 0,-1-1 1 0 0,1 0 0 0 0,0 0-1 0 0,-1-1 1 0 0,0 0-1 0 0,0 0 1 0 0,1 0 0 0 0,-2-1-1 0 0,1 1 1 0 0,10-10-1 0 0,-15 12-10 0 0,0-1 0 0 0,-1 1 0 0 0,1-1 0 0 0,0 1 0 0 0,0-1 0 0 0,-1 0 0 0 0,1 1 0 0 0,-1-1 0 0 0,0 0 0 0 0,1 0 0 0 0,-1 1 0 0 0,0-1 0 0 0,0 0 0 0 0,0 0 0 0 0,0 1 0 0 0,0-1 0 0 0,0 0 0 0 0,-1-2 0 0 0,0-4 60 0 0,1 5-56 0 0,0 0-1 0 0,0 0 1 0 0,-1 0 0 0 0,1 1-1 0 0,-1-1 1 0 0,0 0-1 0 0,0 0 1 0 0,0 1-1 0 0,0-1 1 0 0,0 1-1 0 0,0-1 1 0 0,-1 1-1 0 0,1-1 1 0 0,-1 1-1 0 0,0 0 1 0 0,0 0-1 0 0,1 0 1 0 0,-2 0-1 0 0,-1-2 1 0 0,-4-2 22 0 0,1 1 0 0 0,-1 1 0 0 0,0-1 0 0 0,-12-3 0 0 0,4 0-4 0 0,6 3-109 0 0,0 0 0 0 0,0 1-1 0 0,0 0 1 0 0,-1 1 0 0 0,1 0 0 0 0,-1 1 0 0 0,0 0 0 0 0,1 0 0 0 0,-12 1 0 0 0,1-1-506 0 0,18 2 224 0 0,-15-1-109 0 0,17 1 334 0 0,1 0 1 0 0,-1 0 0 0 0,1 0 0 0 0,-1 0-1 0 0,1 0 1 0 0,0 0 0 0 0,-1 0 0 0 0,1 0 0 0 0,-1 0-1 0 0,1 0 1 0 0,-1 0 0 0 0,1 0 0 0 0,0 0-1 0 0,-1 0 1 0 0,1 1 0 0 0,-1-1 0 0 0,1 0-1 0 0,0 0 1 0 0,-1 0 0 0 0,1 1 0 0 0,0-1-1 0 0,-1 0 1 0 0,1 1 0 0 0,0-1 0 0 0,-1 0 0 0 0,1 1-1 0 0,0-1 1 0 0,0 0 0 0 0,-1 1 0 0 0,1-1-1 0 0,0 1 1 0 0,6 9-5335 0 0,15-1 3343 0 0,-15-7 918 0 0,26 10-2571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40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9 1681 0 0,'0'0'114'0'0,"0"-1"0"0"0,0 1 1 0 0,1 0-1 0 0,-1 0 0 0 0,0 0 0 0 0,0-1 1 0 0,0 1-1 0 0,0 0 0 0 0,0 0 1 0 0,0 0-1 0 0,0-1 0 0 0,0 1 0 0 0,0 0 1 0 0,0 0-1 0 0,0 0 0 0 0,0-1 0 0 0,0 1 1 0 0,0 0-1 0 0,0 0 0 0 0,0-1 1 0 0,0 1-1 0 0,0 0 0 0 0,0 0 0 0 0,0 0 1 0 0,0-1-1 0 0,0 1 0 0 0,0 0 0 0 0,0 0 1 0 0,0 0-1 0 0,0-1 0 0 0,-1 1 1 0 0,1 0-1 0 0,0 0 0 0 0,0 0 0 0 0,0 0 1 0 0,0-1-1 0 0,-1 1 0 0 0,1 0 0 0 0,0 0 1 0 0,0 0-1 0 0,0 0 0 0 0,0 0 1 0 0,-1 0-1 0 0,1-1 0 0 0,0 1 0 0 0,0 0 1 0 0,-1 0-1 0 0,1 0 0 0 0,0 0 0 0 0,0 0 1 0 0,0 0-1 0 0,-1 0 0 0 0,1 0 1 0 0,0 0-1 0 0,0 0 0 0 0,0 0 0 0 0,-1 0 1 0 0,1 0-1 0 0,0 0 0 0 0,-17 0 2034 0 0,28 0-201 0 0,-27 0-106 0 0,10 0-93 0 0,6 2 512 0 0,0 3-1766 0 0,6-3 4929 0 0,94-2-1772 0 0,-29 0-4795 0 0,-13 0-4781 0 0,-4 0-6544 0 0,-49 0 8027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40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1441 0 0,'0'-6'10484'0'0,"0"12"-8643"0"0,0 9-80 0 0,0 12 400 0 0,0 8-400 0 0,0-8-801 0 0,0-6-720 0 0,0 0-480 0 0,33-9-640 0 0,-1 3-1681 0 0,-32-9-1121 0 0,33-6-1200 0 0,0 0 320 0 0,-1-6 960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42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28 400 1040 0 0,'0'1'37'0'0,"0"-1"-1"0"0,-1 0 0 0 0,1 1 1 0 0,0-1-1 0 0,-1 0 0 0 0,1 1 0 0 0,0-1 1 0 0,-1 0-1 0 0,1 0 0 0 0,0 1 0 0 0,-1-1 1 0 0,1 0-1 0 0,0 0 0 0 0,-1 0 0 0 0,1 1 1 0 0,0-1-1 0 0,-1 0 0 0 0,1 0 0 0 0,-1 0 1 0 0,1 0-1 0 0,-1 0 0 0 0,1 0 0 0 0,0 0 1 0 0,-1 0-1 0 0,1 0 0 0 0,-1 0 0 0 0,1 0 1 0 0,0 0-1 0 0,-1 0 0 0 0,1 0 0 0 0,-1 0 1 0 0,1-1-1 0 0,-15-2 351 0 0,15 3-303 0 0,0 0-55 0 0,0 0 0 0 0,0 0 0 0 0,1 0 0 0 0,-1 0 0 0 0,0 0 0 0 0,0 0 0 0 0,0 0 0 0 0,0 0 0 0 0,1 0 0 0 0,-1-1 0 0 0,0 1 0 0 0,0 0 0 0 0,0 0 0 0 0,0 0 0 0 0,0 0 0 0 0,1 0 0 0 0,-1 0 0 0 0,0-1 0 0 0,0 1 0 0 0,0 0 0 0 0,0 0 0 0 0,0 0 0 0 0,0-1 0 0 0,0 1 0 0 0,0 0 0 0 0,0 0 0 0 0,1 0 0 0 0,-1-1 0 0 0,0 1 0 0 0,0 0 0 0 0,0 0 0 0 0,0 0 0 0 0,0-1 0 0 0,0 1 0 0 0,0 0 0 0 0,-1 0 0 0 0,1 0 0 0 0,0 0 0 0 0,0-1 0 0 0,0 1 0 0 0,0 0 0 0 0,0 0 0 0 0,0 0 0 0 0,0-1 0 0 0,0 1 0 0 0,0 0 0 0 0,0 0 0 0 0,-1 0 0 0 0,1 0 0 0 0,0 0 0 0 0,0-1 0 0 0,0 1 0 0 0,0 0 0 0 0,0 0 0 0 0,-1 0 0 0 0,1 0 0 0 0,0 0 0 0 0,0 0 0 0 0,0 0 0 0 0,-1 0 0 0 0,1-1 0 0 0,0 1 0 0 0,8-3 74 0 0,-7 3 43 0 0,0 0 1 0 0,0-1-1 0 0,0 1 1 0 0,0 0-1 0 0,0-1 1 0 0,0 1-1 0 0,0-1 1 0 0,0 1-1 0 0,0-1 1 0 0,0 0-1 0 0,0 1 1 0 0,-1-1-1 0 0,1 0 1 0 0,0 0-1 0 0,0 1 1 0 0,-1-1-1 0 0,1 0 1 0 0,0 0-1 0 0,-1 0 1 0 0,1 0-1 0 0,-1 0 1 0 0,0 0-1 0 0,1 0 1 0 0,-1 0-1 0 0,0 0 0 0 0,1 0 1 0 0,-1 0-1 0 0,0 0 1 0 0,0 0-1 0 0,0 0 1 0 0,0-1-1 0 0,0 1 1 0 0,0 0-1 0 0,0 0 1 0 0,0 0-1 0 0,-1-2 1 0 0,1-1 85 0 0,0-1 0 0 0,1 1-1 0 0,0-1 1 0 0,0 0 0 0 0,0 1 0 0 0,0-1 0 0 0,1 1 0 0 0,-1 0-1 0 0,1 0 1 0 0,0-1 0 0 0,4-4 0 0 0,3-8 107 0 0,1-4 157 0 0,-7 13-323 0 0,1 0 0 0 0,0 1 0 0 0,0 0 0 0 0,9-13 0 0 0,27-39 447 0 0,-29 41-404 0 0,0 1-1 0 0,25-29 1 0 0,-9 18-109 0 0,-25 26-106 0 0,-1 0 0 0 0,0 0 0 0 0,1 0-1 0 0,-1 0 1 0 0,1 1 0 0 0,-1-1 0 0 0,1 0 0 0 0,0 1 0 0 0,0-1 0 0 0,0 1 0 0 0,0-1-1 0 0,0 1 1 0 0,0 0 0 0 0,0 0 0 0 0,3-1 0 0 0,3-1-2 0 0,24-8-12 0 0,-25 10 17 0 0,0 0 1 0 0,0 0-1 0 0,0 1 0 0 0,0 0 1 0 0,0 0-1 0 0,0 1 0 0 0,0 0 1 0 0,0 0-1 0 0,0 1 0 0 0,0-1 1 0 0,-1 2-1 0 0,1-1 0 0 0,-1 1 1 0 0,1 0-1 0 0,-1 0 0 0 0,0 0 1 0 0,0 1-1 0 0,0 0 0 0 0,-1 0 1 0 0,1 1-1 0 0,-1 0 0 0 0,0 0 1 0 0,0 0-1 0 0,-1 0 1 0 0,5 7-1 0 0,-2-1 6 0 0,0 0-1 0 0,0 1 1 0 0,-1-1 0 0 0,-1 2 0 0 0,0-1 0 0 0,-1 1-1 0 0,0-1 1 0 0,-1 1 0 0 0,0 0 0 0 0,-1 0 0 0 0,0 0-1 0 0,-1 14 1 0 0,0-3 1 0 0,0-16-10 0 0,-1 0-1 0 0,0 0 0 0 0,-1 0 0 0 0,1 0 1 0 0,-1 0-1 0 0,-3 11 0 0 0,-4-3 4 0 0,-7 17-12 0 0,15-32 11 0 0,-1 1-1 0 0,1-1 1 0 0,0 1 0 0 0,-1-1 0 0 0,1 1-1 0 0,0-1 1 0 0,0 1 0 0 0,0 0 0 0 0,1-1 0 0 0,-1 1-1 0 0,0-1 1 0 0,0 1 0 0 0,1-1 0 0 0,-1 1-1 0 0,1-1 1 0 0,-1 1 0 0 0,1-1 0 0 0,0 0-1 0 0,0 1 1 0 0,0 0 0 0 0,17 12 224 0 0,-14-7-147 0 0,2-7-174 0 0,15-7 218 0 0,0-1-1 0 0,0-1 1 0 0,-1-1-1 0 0,0-1 1 0 0,29-21-1 0 0,-44 29-103 0 0,2-3 14 0 0,-1 1 1 0 0,0-1 0 0 0,0 0 0 0 0,-1 0 0 0 0,0-1 0 0 0,0 1 0 0 0,0-1 0 0 0,4-10 0 0 0,-3 6-3 0 0,-4 6-7 0 0,0 0 0 0 0,-1 0 0 0 0,0 1 0 0 0,0-1 0 0 0,0 0 0 0 0,-1 0 0 0 0,0 0 0 0 0,0-1 0 0 0,0 1 0 0 0,-1-7 0 0 0,0-6 74 0 0,0 15-100 0 0,1 1 0 0 0,-1-1 0 0 0,1 1 0 0 0,-1-1 1 0 0,0 1-1 0 0,0 0 0 0 0,0 0 0 0 0,0-1 0 0 0,-1 1 0 0 0,1 0 1 0 0,0 0-1 0 0,-1 0 0 0 0,0 0 0 0 0,1 0 0 0 0,-1 0 0 0 0,0 1 1 0 0,0-1-1 0 0,0 1 0 0 0,0-1 0 0 0,0 1 0 0 0,0 0 0 0 0,-1-1 0 0 0,1 1 1 0 0,0 0-1 0 0,-1 1 0 0 0,1-1 0 0 0,-1 0 0 0 0,-2 0 0 0 0,-3-1-20 0 0,1 1 0 0 0,-1-1 0 0 0,1 1 0 0 0,-1 1 0 0 0,0-1 0 0 0,1 1 0 0 0,-1 1 0 0 0,-12 1 0 0 0,3 2 61 0 0,1 1 0 0 0,0 1 0 0 0,-26 13 1 0 0,39-18-18 0 0,1 0 1 0 0,0 1 0 0 0,0-1-1 0 0,0 1 1 0 0,0-1 0 0 0,0 1 0 0 0,0 0-1 0 0,1-1 1 0 0,-1 1 0 0 0,0 0 0 0 0,1 0-1 0 0,-1 1 1 0 0,1-1 0 0 0,0 0 0 0 0,0 0-1 0 0,0 0 1 0 0,0 1 0 0 0,0-1 0 0 0,0 1-1 0 0,1-1 1 0 0,-1 4 0 0 0,1-4-10 0 0,0 0 0 0 0,0 0 0 0 0,0-1 1 0 0,0 1-1 0 0,0 0 0 0 0,1-1 0 0 0,-1 1 0 0 0,1 0 1 0 0,-1-1-1 0 0,1 1 0 0 0,-1-1 0 0 0,1 1 0 0 0,0-1 0 0 0,0 1 1 0 0,0-1-1 0 0,0 1 0 0 0,0-1 0 0 0,0 0 0 0 0,0 0 1 0 0,1 1-1 0 0,-1-1 0 0 0,0 0 0 0 0,1 0 0 0 0,-1 0 1 0 0,1 0-1 0 0,-1-1 0 0 0,1 1 0 0 0,2 1 0 0 0,13 2-41 0 0,0-1 1 0 0,0-1-1 0 0,0 0 0 0 0,32-1 0 0 0,-42-1-12 0 0,34-2-1436 0 0,0-1-1 0 0,0-2 1 0 0,0-2-1 0 0,57-17 1 0 0,-28-3-3100 0 0,-4-5 306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42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296 180 240 0 0,'0'0'1121'0'0,"-6"-1"-1"0"0,-15-3 14 0 0,20 3-1010 0 0,1 1 1 0 0,-1-1-1 0 0,0 0 1 0 0,1 1-1 0 0,-1-1 1 0 0,1 0-1 0 0,0 1 1 0 0,-1-1 0 0 0,1 0-1 0 0,0 1 1 0 0,-1-1-1 0 0,1 0 1 0 0,0 0-1 0 0,0 1 1 0 0,-1-1-1 0 0,1 0 1 0 0,0 0-1 0 0,0 0 1 0 0,0 1-1 0 0,0-1 1 0 0,0 0-1 0 0,0 0 1 0 0,0 1-1 0 0,0-1 1 0 0,1 0-1 0 0,-1-1 1 0 0,0 2-76 0 0,0-1 0 0 0,0 0 0 0 0,0 1 0 0 0,-1-1 0 0 0,1 1 0 0 0,0-1 0 0 0,0 0 1 0 0,-1 1-1 0 0,1-1 0 0 0,0 1 0 0 0,-1-1 0 0 0,1 1 0 0 0,-1-1 0 0 0,1 1 1 0 0,-1-1-1 0 0,1 1 0 0 0,0 0 0 0 0,-1-1 0 0 0,0 1 0 0 0,1 0 0 0 0,-1-1 0 0 0,1 1 1 0 0,-1 0-1 0 0,1 0 0 0 0,-1-1 0 0 0,0 1 0 0 0,1 0 0 0 0,-1 0 0 0 0,1 0 0 0 0,-1 0 1 0 0,0 0-1 0 0,1 0 0 0 0,-1 0 0 0 0,-1 0 0 0 0,2 0 3 0 0,-1 0 1 0 0,0 0-1 0 0,1 0 0 0 0,-1 0 0 0 0,1 0 0 0 0,-1 0 1 0 0,1 0-1 0 0,-1 0 0 0 0,0 0 0 0 0,1 0 1 0 0,-1 0-1 0 0,1 0 0 0 0,-1-1 0 0 0,1 1 0 0 0,-1 0 1 0 0,1 0-1 0 0,-1-1 0 0 0,1 1 0 0 0,-1 0 0 0 0,1-1 1 0 0,-1 1-1 0 0,1-1 0 0 0,0 1 0 0 0,-1 0 1 0 0,1-1-1 0 0,0 1 0 0 0,-1-1 0 0 0,1 1 0 0 0,0-1 1 0 0,-1 1-1 0 0,1-1 0 0 0,0 1 0 0 0,0-2 0 0 0,-1 1 37 0 0,0 0-1 0 0,0 1 0 0 0,0-1 0 0 0,0 0 0 0 0,0 1 0 0 0,0-1 0 0 0,0 1 0 0 0,0-1 0 0 0,0 1 0 0 0,0-1 0 0 0,0 1 0 0 0,0 0 0 0 0,0-1 0 0 0,-1 1 0 0 0,1 0 0 0 0,0 0 0 0 0,0 0 0 0 0,0 0 0 0 0,0 0 0 0 0,-1 0 1 0 0,-1 1-1 0 0,-4-2 282 0 0,-3-2-4 0 0,9 3-275 0 0,0-1-1 0 0,-1 0 1 0 0,0 1 0 0 0,1-1-1 0 0,-1 1 1 0 0,1 0 0 0 0,-1-1 0 0 0,0 1-1 0 0,1 0 1 0 0,-1 0 0 0 0,1 0-1 0 0,-1 0 1 0 0,0 0 0 0 0,1 1-1 0 0,-1-1 1 0 0,-1 1 0 0 0,-33 6 863 0 0,-28 7 570 0 0,59-13-1415 0 0,0 1-1 0 0,0 0 0 0 0,0 0 0 0 0,0 0 1 0 0,0 1-1 0 0,0-1 0 0 0,1 1 1 0 0,-1 1-1 0 0,-4 3 0 0 0,8-4-23 0 0,0 0-1 0 0,0 1 1 0 0,0-1-1 0 0,0 0 1 0 0,0 1-1 0 0,1-1 1 0 0,-1 1-1 0 0,1-1 1 0 0,0 1-1 0 0,0-1 1 0 0,1 1-1 0 0,-1-1 1 0 0,0 0-1 0 0,1 1 1 0 0,0-1-1 0 0,0 1 1 0 0,2 5-1 0 0,1-6-27 0 0,-1 1 1 0 0,0-1-1 0 0,1 1 0 0 0,0-1 0 0 0,-1 0 1 0 0,1-1-1 0 0,1 1 0 0 0,-1-1 0 0 0,0 1 1 0 0,5 1-1 0 0,48 17 384 0 0,-41-16-351 0 0,-2 0-74 0 0,1 0 1 0 0,0-1 0 0 0,-1-1-1 0 0,1 0 1 0 0,0-1 0 0 0,1-1-1 0 0,-1 0 1 0 0,0-1 0 0 0,0-1-1 0 0,0 0 1 0 0,23-5 0 0 0,-35 5-14 0 0,1 1 1 0 0,0-1-1 0 0,0 0 1 0 0,-1 0-1 0 0,1 0 1 0 0,0-1-1 0 0,-1 1 1 0 0,0-1-1 0 0,1 0 1 0 0,-1 0-1 0 0,5-3 1 0 0,-5 1-1 0 0,-1 0-1 0 0,1 0 1 0 0,0 0 0 0 0,-1 0 0 0 0,0 0-1 0 0,0 0 1 0 0,0-1 0 0 0,1-7-1 0 0,-2 11-3 0 0,0-2-8 0 0,1 0 0 0 0,-1 0 0 0 0,0-1 0 0 0,0 1 0 0 0,0 0 0 0 0,0-1 0 0 0,0 1 0 0 0,-1-1 0 0 0,1 1 0 0 0,-1-1 0 0 0,0 1 0 0 0,0-1 0 0 0,-1 1 0 0 0,1-1 0 0 0,-1 1 0 0 0,0-1 0 0 0,1 1 0 0 0,-1 0 0 0 0,-1-1 0 0 0,1 1 0 0 0,0 0 0 0 0,-1 0 0 0 0,0 0 0 0 0,-2-4 0 0 0,-6-8-349 0 0,0 0 1 0 0,-1 0 0 0 0,0 1 0 0 0,-1 0 0 0 0,0 1-1 0 0,-1 1 1 0 0,-1 0 0 0 0,-17-12 0 0 0,26 21 88 0 0,0 0 1 0 0,0 0 0 0 0,0 1-1 0 0,0-1 1 0 0,0 1 0 0 0,0 0-1 0 0,0 0 1 0 0,-1 1 0 0 0,1 0-1 0 0,-1 0 1 0 0,0 0-1 0 0,1 0 1 0 0,-1 1 0 0 0,1 0-1 0 0,-1 0 1 0 0,-7 2 0 0 0,12-2 87 0 0,1 1 0 0 0,-1-1 0 0 0,1 0 0 0 0,-1 1 0 0 0,1-1 0 0 0,0 0 0 0 0,-1 1 0 0 0,1-1 0 0 0,0 1 0 0 0,-1-1 0 0 0,1 0 0 0 0,0 1 0 0 0,-1-1 0 0 0,1 1 0 0 0,0-1 0 0 0,0 1 0 0 0,-1-1 0 0 0,1 1 0 0 0,0-1 0 0 0,0 1 0 0 0,0 0 0 0 0,0-1 0 0 0,0 1 0 0 0,0-1 0 0 0,0 1 0 0 0,0-1 0 0 0,0 1 0 0 0,0-1 0 0 0,0 1 0 0 0,0-1 0 0 0,0 1 0 0 0,1 0 0 0 0,-1 3-1823 0 0,0 2-1051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43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22 480 0 0,'28'-13'1854'0'0,"-27"12"-1597"0"0,1 0 0 0 0,0 0 0 0 0,0 0 0 0 0,0 0 0 0 0,0 0 0 0 0,0 1 0 0 0,0-1 0 0 0,0 1 0 0 0,0-1 0 0 0,1 1 0 0 0,-1 0 0 0 0,0 0 0 0 0,0 0 0 0 0,0 0 0 0 0,0 0 0 0 0,1 0 0 0 0,-1 1 0 0 0,0-1 0 0 0,0 1 0 0 0,0-1 0 0 0,0 1 0 0 0,0 0 0 0 0,0 0 0 0 0,0 0 0 0 0,2 1 0 0 0,-1 1 10 0 0,0-1 0 0 0,1 1 0 0 0,-1-1 0 0 0,-1 1-1 0 0,1 0 1 0 0,0 0 0 0 0,-1 1 0 0 0,1-1 0 0 0,-1 0 0 0 0,0 1 0 0 0,0-1 0 0 0,2 7 0 0 0,-1 3 220 0 0,-1 0 1 0 0,-1 0 0 0 0,0 0 0 0 0,-1 0 0 0 0,-1 17-1 0 0,0-4 175 0 0,1-22-584 0 0,0 1 0 0 0,-1-1 0 0 0,1 1 0 0 0,-1-1 0 0 0,0 0 0 0 0,-1 1 0 0 0,1-1 0 0 0,-1 0 0 0 0,0 0 0 0 0,0 0 0 0 0,0 0 0 0 0,0 0 0 0 0,-1 0 0 0 0,1-1-1 0 0,-1 1 1 0 0,0-1 0 0 0,0 0 0 0 0,-1 0 0 0 0,-5 5 0 0 0,5-5-36 0 0,-1 1-1 0 0,1 0 0 0 0,1 0 0 0 0,-1 0 1 0 0,0 1-1 0 0,1-1 0 0 0,0 1 0 0 0,0 0 1 0 0,0 0-1 0 0,1 0 0 0 0,-3 6 0 0 0,-5 44 133 0 0,0-26-153 0 0,6-19-36 0 0,1 1 1 0 0,0 0-1 0 0,0 0 0 0 0,1 1 1 0 0,-1 18-1 0 0,3-27-29 0 0,0 1 0 0 0,0 0 0 0 0,0 0 0 0 0,1-1 0 0 0,0 1 0 0 0,-1 0 0 0 0,1-1 0 0 0,0 1 0 0 0,1-1 0 0 0,-1 1 0 0 0,1-1 0 0 0,-1 0 0 0 0,1 1-1 0 0,0-1 1 0 0,0 0 0 0 0,0 0 0 0 0,4 3 0 0 0,-2-1-150 0 0,1 7-1771 0 0,-5-11 1798 0 0,0-1-1 0 0,1 0 0 0 0,-1 0 0 0 0,0 1 0 0 0,0-1 1 0 0,0 0-1 0 0,0 0 0 0 0,0 1 0 0 0,0-1 0 0 0,0 0 0 0 0,0 0 1 0 0,0 1-1 0 0,0-1 0 0 0,0 0 0 0 0,0 0 0 0 0,-1 1 0 0 0,1-1 1 0 0,0 0-1 0 0,0 0 0 0 0,0 0 0 0 0,0 1 0 0 0,0-1 0 0 0,0 0 1 0 0,0 0-1 0 0,-1 0 0 0 0,1 1 0 0 0,0-1 0 0 0,0 0 1 0 0,0 0-1 0 0,-1 0 0 0 0,1 0 0 0 0,0 1 0 0 0,0-1 0 0 0,0 0 1 0 0,-1 0-1 0 0,1 0 0 0 0,0 0 0 0 0,0 0 0 0 0,-1 0 0 0 0,1 0 1 0 0,0 0-1 0 0,0 0 0 0 0,-1 0 0 0 0,1 0 0 0 0,0 0 0 0 0,-28-4-4754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43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1601 0 0,'0'0'2881'0'0,"33"-6"2562"0"0,0 12-2962 0 0,-1 3-320 0 0,34 3-481 0 0,64 9-879 0 0,27 0-2402 0 0,-26-7-4082 0 0,-33 1-1840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44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1 960 0 0,'-5'1'1601'0'0,"-22"5"4177"0"0,27-6-5716 0 0,0 0 0 0 0,0 1 0 0 0,0-1 0 0 0,0 0 0 0 0,0 0 0 0 0,0 0 0 0 0,0 1 0 0 0,0-1 0 0 0,0 0 0 0 0,0 0 0 0 0,0 0 0 0 0,0 1 0 0 0,0-1 1 0 0,0 0-1 0 0,0 0 0 0 0,0 0 0 0 0,0 0 0 0 0,0 1 0 0 0,0-1 0 0 0,0 0 0 0 0,0 0 0 0 0,0 0 0 0 0,0 1 0 0 0,0-1 0 0 0,0 0 0 0 0,-1 0 0 0 0,1 0 0 0 0,0 0 0 0 0,0 1 1 0 0,0-1-1 0 0,0 0 0 0 0,0 0 0 0 0,-1 0 0 0 0,1 0 0 0 0,0 0 0 0 0,0 0 0 0 0,0 0 0 0 0,0 0 0 0 0,-1 1 0 0 0,1-1 0 0 0,0 0 0 0 0,0 0 0 0 0,0 0 0 0 0,-1 0 0 0 0,1 0 0 0 0,0 0 1 0 0,0 0-1 0 0,0 0 0 0 0,0 0 0 0 0,-1 0 0 0 0,1 0 0 0 0,0 0 0 0 0,0 0 0 0 0,-1 0 0 0 0,-4 2 615 0 0,-17 4 4456 0 0,22-6-5086 0 0,0 0 0 0 0,0 0 0 0 0,0 1 0 0 0,0-1 0 0 0,0 0 0 0 0,0 0 0 0 0,0 0 0 0 0,0 0 0 0 0,0 0 0 0 0,0 1 0 0 0,0-1 0 0 0,0 0 0 0 0,0 0 0 0 0,0 0 0 0 0,0 0 0 0 0,0 1 0 0 0,0-1 0 0 0,0 0 0 0 0,0 0 0 0 0,0 0 0 0 0,0 0 0 0 0,0 0 0 0 0,0 1 0 0 0,0-1 0 0 0,0 0 0 0 0,0 0 0 0 0,0 0 0 0 0,0 0 0 0 0,1 0 0 0 0,-1 1 0 0 0,0-1 0 0 0,0 0 0 0 0,0 0 0 0 0,0 0 0 0 0,0 0 0 0 0,0 0 0 0 0,1 0 0 0 0,-1 0 0 0 0,0 0 0 0 0,0 0 0 0 0,0 0 0 0 0,0 0 0 0 0,0 1 0 0 0,1-1 0 0 0,-1 0 0 0 0,0 0 0 0 0,0 0 0 0 0,0 0 0 0 0,0 0 0 0 0,1 0 0 0 0,-1 0 0 0 0,0 0 0 0 0,0 0 0 0 0,0-1 0 0 0,0 1-1 0 0,0 0 1 0 0,1 0 0 0 0,-1 0 0 0 0,0 0 0 0 0,0 0 0 0 0,0 0 0 0 0,0 0 0 0 0,1 0 0 0 0,64 0 660 0 0,39-3-334 0 0,79 1-759 0 0,-12 12-3600 0 0,-53 6-3913 0 0,-117-16 7646 0 0,1 0 1 0 0,-1 0-1 0 0,0 0 0 0 0,1 0 1 0 0,-1 1-1 0 0,1-1 1 0 0,-1 0-1 0 0,1 1 1 0 0,-1 0-1 0 0,0-1 0 0 0,1 1 1 0 0,-1 0-1 0 0,0-1 1 0 0,1 2-1 0 0,-3 0-39 0 0,0-1 0 0 0,-1 0-1 0 0,1 1 1 0 0,-1-1-1 0 0,0 0 1 0 0,1 0 0 0 0,-1 0-1 0 0,0 0 1 0 0,0-1 0 0 0,1 1-1 0 0,-3 0 1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45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0 640 0 0,'33'0'1361'0'0,"-33"9"1440"0"0,0-3-1360 0 0,-33 8 240 0 0,33 7 560 0 0,-33 27 1040 0 0,1 14 81 0 0,-34-8-1441 0 0,66-6-961 0 0,0-6-480 0 0,0-1 0 0 0,0-7-159 0 0,33-5-562 0 0,32-29-2960 0 0,-32-9-5603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45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1 960 0 0,'0'0'1294'0'0,"5"0"80"0"0,17 0 134 0 0,-17 0 1680 0 0,1 0-1614 0 0,47 11 2592 0 0,-14-1-2489 0 0,-35-10-1558 0 0,-1 1 1 0 0,1 1 0 0 0,-1-1 0 0 0,1 0 0 0 0,-1 1-1 0 0,0 0 1 0 0,1 0 0 0 0,-1 0 0 0 0,4 3 0 0 0,20 12 469 0 0,-8-11-283 0 0,13 8 45 0 0,-31-13-308 0 0,0 0 0 0 0,1 0 0 0 0,-1 0 0 0 0,0 0 0 0 0,0 0 0 0 0,0 0-1 0 0,0 0 1 0 0,-1 1 0 0 0,1-1 0 0 0,0 0 0 0 0,0 1 0 0 0,-1-1 0 0 0,1 1 0 0 0,-1-1 0 0 0,1 0-1 0 0,-1 1 1 0 0,0-1 0 0 0,1 1 0 0 0,-1-1 0 0 0,0 1 0 0 0,0 1 0 0 0,0-2-22 0 0,0 0 1 0 0,0 0-1 0 0,0 0 1 0 0,0 0 0 0 0,1 0-1 0 0,-1 0 1 0 0,0 0-1 0 0,1 0 1 0 0,-1 0 0 0 0,0 0-1 0 0,1 0 1 0 0,-1 0-1 0 0,1 0 1 0 0,0 0-1 0 0,-1-1 1 0 0,1 1 0 0 0,0 0-1 0 0,-1 0 1 0 0,1-1-1 0 0,0 1 1 0 0,0 0-1 0 0,0-1 1 0 0,-1 1 0 0 0,1-1-1 0 0,0 1 1 0 0,2 0-1 0 0,-2-1 5 0 0,0 0 0 0 0,0 1 0 0 0,0-1 0 0 0,0 1 0 0 0,0-1-1 0 0,-1 1 1 0 0,1 0 0 0 0,0-1 0 0 0,0 1 0 0 0,0 0 0 0 0,-1 0 0 0 0,1-1-1 0 0,0 1 1 0 0,-1 0 0 0 0,1 0 0 0 0,-1 0 0 0 0,1 0 0 0 0,-1 0 0 0 0,1 0-1 0 0,-1 0 1 0 0,0 0 0 0 0,1 0 0 0 0,-1 0 0 0 0,0 0 0 0 0,0 0-1 0 0,0 2 1 0 0,0-3-7 0 0,0 1-1 0 0,0 0 0 0 0,0 0 0 0 0,0 0 0 0 0,-1 0 0 0 0,1 0 1 0 0,0 0-1 0 0,-1-1 0 0 0,1 1 0 0 0,-1 0 0 0 0,1 0 0 0 0,-1-1 1 0 0,1 1-1 0 0,-1 0 0 0 0,1-1 0 0 0,-1 1 0 0 0,0 0 0 0 0,1-1 1 0 0,-1 1-1 0 0,0-1 0 0 0,1 1 0 0 0,-1-1 0 0 0,0 1 1 0 0,0-1-1 0 0,0 0 0 0 0,1 1 0 0 0,-1-1 0 0 0,0 0 0 0 0,0 0 1 0 0,0 1-1 0 0,0-1 0 0 0,0 0 0 0 0,-1 0 0 0 0,-4 1 85 0 0,4 0-109 0 0,0-1 0 0 0,0 0 0 0 0,0 0 0 0 0,0 0 0 0 0,0-1 0 0 0,0 1 0 0 0,0 0 0 0 0,0-1 1 0 0,0 1-1 0 0,0-1 0 0 0,0 0 0 0 0,0 1 0 0 0,0-1 0 0 0,0 0 0 0 0,1 0 0 0 0,-1-1 0 0 0,0 1 0 0 0,1 0 1 0 0,-1 0-1 0 0,0-1 0 0 0,-1-2 0 0 0,-25-14-251 0 0,6 9 160 0 0,5 1 39 0 0,-1 1 0 0 0,0 1 0 0 0,-29-7 1 0 0,40 12 90 0 0,0 0 0 0 0,-1 1 0 0 0,1 0 0 0 0,0 0 0 0 0,0 1-1 0 0,-1-1 1 0 0,1 2 0 0 0,0-1 0 0 0,0 1 0 0 0,0 0 0 0 0,0 0 0 0 0,1 1 0 0 0,-8 3 0 0 0,10-4 62 0 0,1 0-1 0 0,-1 0 0 0 0,1 0 1 0 0,0 0-1 0 0,0 0 0 0 0,0 1 1 0 0,0-1-1 0 0,0 1 1 0 0,0 0-1 0 0,1 0 0 0 0,-1 0 1 0 0,1 0-1 0 0,0 0 0 0 0,0 1 1 0 0,0-1-1 0 0,0 1 1 0 0,0-1-1 0 0,1 1 0 0 0,0 0 1 0 0,0-1-1 0 0,0 1 0 0 0,-1 8 1 0 0,2-9-23 0 0,1 1 0 0 0,0-1 1 0 0,-1 1-1 0 0,1 0 0 0 0,0-1 0 0 0,1 0 1 0 0,-1 1-1 0 0,1-1 0 0 0,-1 0 1 0 0,1 1-1 0 0,0-1 0 0 0,0 0 0 0 0,0 0 1 0 0,1-1-1 0 0,-1 1 0 0 0,1 0 0 0 0,-1-1 1 0 0,1 1-1 0 0,0-1 0 0 0,0 0 0 0 0,0 0 1 0 0,0 0-1 0 0,1-1 0 0 0,-1 1 1 0 0,0-1-1 0 0,4 2 0 0 0,15 4-137 0 0,0-1 0 0 0,0 0 0 0 0,1-2-1 0 0,-1-1 1 0 0,41 2 0 0 0,-19-2-411 0 0,-32-2-18 0 0,0-1 0 0 0,0 0-1 0 0,0-1 1 0 0,0 0 0 0 0,0-1 0 0 0,0 0-1 0 0,16-6 1 0 0,-3-2-4435 0 0,46-24-1 0 0,-45 21 1188 0 0,7-5-193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46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1 560 0 0,'0'0'7417'0'0,"-2"2"-4893"0"0,9 4-1927 0 0,1-4-115 0 0,5 5 477 0 0,-12-6-839 0 0,0 1 0 0 0,0-1 0 0 0,-1 1 0 0 0,1-1 0 0 0,0 1 0 0 0,-1-1 1 0 0,0 1-1 0 0,1 0 0 0 0,-1-1 0 0 0,0 1 0 0 0,0 0 0 0 0,0-1 0 0 0,0 4 0 0 0,0 22 1151 0 0,-1 3 62 0 0,2 0-1 0 0,5 32 1 0 0,5-13-210 0 0,-7-31-687 0 0,0 0 1 0 0,-1-1-1 0 0,2 36 0 0 0,-4-29-88 0 0,1 0 1 0 0,8 34-1 0 0,-5-35-163 0 0,-2 1 1 0 0,2 33-1 0 0,-4-20-202 0 0,-2 31-2301 0 0,6-72 104 0 0,-4 4 2101 0 0,0 0 1 0 0,0-1-1 0 0,0 1 1 0 0,-1-1-1 0 0,1 1 0 0 0,0-1 1 0 0,-1 1-1 0 0,1-1 1 0 0,0 0-1 0 0,-1 1 0 0 0,1-1 1 0 0,-1 0-1 0 0,1 1 1 0 0,-1-1-1 0 0,1 0 0 0 0,-1 0 1 0 0,0 1-1 0 0,1-1 1 0 0,-1 0-1 0 0,0 0 0 0 0,0 0 1 0 0,1 0-1 0 0,-1 1 1 0 0,0-1-1 0 0,0 0 1 0 0,0 0-1 0 0,0 0 0 0 0,0 0 1 0 0,0 0-1 0 0,0 0 1 0 0,0 1-1 0 0,-1-2 0 0 0,-19-28-4579 0 0,1 6 2442 0 0,-23-52-2286 0 0,38 72 4366 0 0,1-1-1 0 0,-1 2 0 0 0,0-1 1 0 0,0 0-1 0 0,-1 1 0 0 0,-4-3 1 0 0,-13-12-477 0 0,-6-6-46 0 0,24 21 639 0 0,-1-6-42 0 0,5 9 94 0 0,0 0 0 0 0,0 0 1 0 0,0-1-1 0 0,0 1 0 0 0,0 0 1 0 0,0 0-1 0 0,0-1 0 0 0,-1 1 0 0 0,1 0 1 0 0,0 0-1 0 0,0 0 0 0 0,0-1 1 0 0,0 1-1 0 0,0 0 0 0 0,0 0 0 0 0,-1 0 1 0 0,1-1-1 0 0,0 1 0 0 0,0 0 1 0 0,0 0-1 0 0,0 0 0 0 0,-1-1 0 0 0,1 1 1 0 0,0 0-1 0 0,0 0 0 0 0,0 0 1 0 0,-1 0-1 0 0,1 0 0 0 0,0 0 0 0 0,0 0 1 0 0,-1 0-1 0 0,1 0 0 0 0,0-1 0 0 0,0 1 1 0 0,-1 0-1 0 0,1 0 0 0 0,-87 0 2830 0 0,59 4 8163 0 0,45-1-6001 0 0,-8-2-4706 0 0,1 0 0 0 0,-1 0 0 0 0,0-1 0 0 0,1 0 0 0 0,11-2 1 0 0,14 0-309 0 0,112-5-5527 0 0,-12 1-4412 0 0,-97 6 5921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47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34 151 480 0 0,'-27'-5'1868'0'0,"21"1"1658"0"0,6 4-3420 0 0,0-1-1 0 0,0 1 1 0 0,0-1-1 0 0,0 1 1 0 0,0-1-1 0 0,0 1 1 0 0,0-1-1 0 0,0 1 1 0 0,0-1-1 0 0,1 1 1 0 0,-1-1-1 0 0,0 1 1 0 0,0-1-1 0 0,0 1 1 0 0,1 0-1 0 0,-1-1 1 0 0,0 1-1 0 0,1-1 1 0 0,-1 1-1 0 0,0 0 1 0 0,1-1-1 0 0,-1 1 1 0 0,0 0-1 0 0,1-1 1 0 0,0 1-1 0 0,6-2 588 0 0,-6 2-598 0 0,-1 0 0 0 0,1 0 0 0 0,0 0 0 0 0,0-1 0 0 0,0 1 0 0 0,0 0 0 0 0,0 0 0 0 0,0-1 0 0 0,-1 1 0 0 0,1 0 0 0 0,0-1 0 0 0,0 1 0 0 0,-1-1 0 0 0,1 1 0 0 0,0-1 0 0 0,0 1 0 0 0,-1-1 0 0 0,1 0 0 0 0,-1 1 0 0 0,1-1 0 0 0,-1 0 0 0 0,1 1 0 0 0,-1-1 0 0 0,1 0 0 0 0,-1 0 0 0 0,1 0 1 0 0,-1 1-1 0 0,0-1 0 0 0,1 0 0 0 0,-1 0 0 0 0,0 0 0 0 0,0-1 0 0 0,0 1-1 0 0,1 0 1 0 0,-1 0-1 0 0,0 0 0 0 0,0-1 1 0 0,1 1-1 0 0,-1 0 1 0 0,1 0-1 0 0,-1 0 0 0 0,1 0 1 0 0,-1 0-1 0 0,1 0 1 0 0,-1 0-1 0 0,1 1 0 0 0,0-1 1 0 0,0 0-1 0 0,0 0 1 0 0,-1 0-1 0 0,1 1 0 0 0,0-1 1 0 0,0 0-1 0 0,0 1 1 0 0,0-1-1 0 0,0 1 0 0 0,0-1 1 0 0,0 1-1 0 0,2-1 1 0 0,4-3 477 0 0,-1-2-144 0 0,0 1 1 0 0,0 1-1 0 0,0-1 1 0 0,1 1-1 0 0,-1 0 0 0 0,1 0 1 0 0,0 1-1 0 0,13-5 0 0 0,12-4 127 0 0,-24 8-472 0 0,1 1 0 0 0,0 0 1 0 0,0 0-1 0 0,0 1 0 0 0,13-2 0 0 0,43-4-83 0 0,-46 8-11 0 0,-1 0 0 0 0,1 1 0 0 0,-1 2 0 0 0,0 0 0 0 0,20 5 0 0 0,-37-8 10 0 0,14 4 47 0 0,-1 0-1 0 0,0 1 0 0 0,0 0 1 0 0,22 12-1 0 0,-26-1-18 0 0,3-4 18 0 0,-9-9-27 0 0,-1-1 1 0 0,0 1-1 0 0,0 0 1 0 0,0 0-1 0 0,-1 0 0 0 0,1 0 1 0 0,-1 0-1 0 0,1 1 1 0 0,-1-1-1 0 0,0 1 0 0 0,0 0 1 0 0,-1-1-1 0 0,1 1 1 0 0,-1 0-1 0 0,0 0 1 0 0,0 0-1 0 0,0 0 0 0 0,0 0 1 0 0,0 5-1 0 0,-1 140 1850 0 0,-1-148-1816 0 0,1 0 0 0 0,-1 0 0 0 0,1 0 0 0 0,-1 0 0 0 0,1 1 0 0 0,-1-1 0 0 0,0 0 0 0 0,0 0 1 0 0,1 0-1 0 0,-1-1 0 0 0,0 1 0 0 0,0 0 0 0 0,0 0 0 0 0,0 0 0 0 0,0-1 0 0 0,0 1 0 0 0,0 0 0 0 0,0-1 0 0 0,-1 1 0 0 0,1-1 1 0 0,0 1-1 0 0,0-1 0 0 0,0 0 0 0 0,-1 1 0 0 0,1-1 0 0 0,-3 0 0 0 0,-1 2 129 0 0,-5 1-67 0 0,0 0-1 0 0,0-1 0 0 0,-1 0 1 0 0,1 0-1 0 0,-1-1 1 0 0,1-1-1 0 0,-1 0 0 0 0,1 0 1 0 0,-1-1-1 0 0,1 0 0 0 0,-1-1 1 0 0,1 0-1 0 0,0 0 1 0 0,0-1-1 0 0,0-1 0 0 0,0 0 1 0 0,-10-5-1 0 0,17 7-112 0 0,2 1 2 0 0,-1 0 0 0 0,1 0 0 0 0,-1 0 1 0 0,1 0-1 0 0,-1 0 0 0 0,1 0 0 0 0,0 0 0 0 0,-1 0 1 0 0,1 0-1 0 0,0-1 0 0 0,0 1 0 0 0,0-1 0 0 0,0 1 1 0 0,0-1-1 0 0,0 1 0 0 0,0-1 0 0 0,1 1 0 0 0,-1-1 1 0 0,0 0-1 0 0,1 1 0 0 0,0-1 0 0 0,-1 0 0 0 0,1 0 1 0 0,0 1-1 0 0,0-1 0 0 0,0 0 0 0 0,0 0 0 0 0,0-1 1 0 0,0-2 15 0 0,0 5-17 0 0,0 0-1 0 0,-1-1 0 0 0,1 1 0 0 0,0 0 1 0 0,0-1-1 0 0,0 1 0 0 0,0 0 1 0 0,0-1-1 0 0,0 1 0 0 0,0-1 1 0 0,0 1-1 0 0,1 0 0 0 0,-1-1 1 0 0,0 1-1 0 0,0 0 0 0 0,0-1 0 0 0,0 1 1 0 0,0 0-1 0 0,0-1 0 0 0,1 1 1 0 0,-1 0-1 0 0,0 0 0 0 0,0-1 1 0 0,1 1-1 0 0,-1 0 0 0 0,0-1 0 0 0,0 1 1 0 0,1 0-1 0 0,-1 0 0 0 0,0 0 1 0 0,1-1-1 0 0,-1 1 0 0 0,0 0 1 0 0,1 0-1 0 0,0 0 0 0 0,26-6-1 0 0,-18 7 1 0 0,1 0-1 0 0,0 1 0 0 0,-1 0 1 0 0,1 0-1 0 0,-1 1 0 0 0,18 7 1 0 0,-8-3 10 0 0,19 9 36 0 0,-1 1 1 0 0,68 45 0 0 0,-8-5-1165 0 0,-65-40-1191 0 0,-31-17 2140 0 0,-1 1 0 0 0,1-1 0 0 0,0 1 0 0 0,-1-1-1 0 0,1 1 1 0 0,0-1 0 0 0,0 1 0 0 0,-1-1 0 0 0,1 0 0 0 0,0 0 0 0 0,0 1 0 0 0,-1-1 0 0 0,1 0-1 0 0,0 0 1 0 0,0 0 0 0 0,0 1 0 0 0,0-1 0 0 0,-1 0 0 0 0,1 0 0 0 0,0-1 0 0 0,0 1-1 0 0,0 0 1 0 0,-1 0 0 0 0,1 0 0 0 0,0 0 0 0 0,0-1 0 0 0,0 1 0 0 0,1-1 0 0 0,7-2-5202 0 0,-13 4 4265 0 0,-9 0-254 0 0,3-3-3527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48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0 80 0 0,'0'1'59'0'0,"0"-1"1"0"0,0 1-1 0 0,0-1 0 0 0,0 1 1 0 0,0-1-1 0 0,0 1 1 0 0,0-1-1 0 0,0 1 0 0 0,0 0 1 0 0,-1-1-1 0 0,1 1 0 0 0,0-1 1 0 0,0 0-1 0 0,-1 1 0 0 0,1-1 1 0 0,0 1-1 0 0,-1-1 0 0 0,1 1 1 0 0,0-1-1 0 0,-1 1 0 0 0,1-1 1 0 0,0 0-1 0 0,-1 1 1 0 0,1-1-1 0 0,-1 0 0 0 0,1 0 1 0 0,-1 1-1 0 0,1-1 0 0 0,-1 0 1 0 0,1 0-1 0 0,-1 0 0 0 0,1 1 1 0 0,-1-1-1 0 0,1 0 0 0 0,-1 0 1 0 0,0 0-1 0 0,1 0 0 0 0,-1 0 1 0 0,1 0-1 0 0,-1 0 1 0 0,1 0-1 0 0,-1 0 0 0 0,1 0 1 0 0,-1-1-1 0 0,0 1 0 0 0,-4 0-201 0 0,1 0 889 0 0,-1 1 293 0 0,-115 20 6377 0 0,120-21-7359 0 0,-1 0-1 0 0,1 0 1 0 0,0 0 0 0 0,0 0-1 0 0,-1 0 1 0 0,1 0-1 0 0,0 0 1 0 0,-1 1 0 0 0,1-1-1 0 0,0 0 1 0 0,0 0-1 0 0,0 0 1 0 0,-1 0 0 0 0,1 1-1 0 0,0-1 1 0 0,0 0-1 0 0,-1 0 1 0 0,1 0 0 0 0,0 1-1 0 0,0-1 1 0 0,0 0-1 0 0,0 0 1 0 0,0 1 0 0 0,-1-1-1 0 0,1 0 1 0 0,0 0-1 0 0,0 1 1 0 0,0-1 0 0 0,0 0-1 0 0,0 1 1 0 0,0-1-1 0 0,0 0 1 0 0,0 0 0 0 0,0 1-1 0 0,0-1 1 0 0,0 0-1 0 0,0 1 1 0 0,0-1 0 0 0,0 0-1 0 0,0 0 1 0 0,0 1-1 0 0,1-1 1 0 0,-1 0 0 0 0,0 0-1 0 0,0 1 1 0 0,0-1-1 0 0,0 0 1 0 0,0 0 0 0 0,1 1-1 0 0,-1-1 1 0 0,0 0-1 0 0,0 0 1 0 0,0 0 0 0 0,1 1-1 0 0,-1-1 1 0 0,0 0-1 0 0,0 0 1 0 0,1 0 0 0 0,-1 0-1 0 0,0 0 1 0 0,0 1-1 0 0,1-1 1 0 0,-1 0 0 0 0,0 0-1 0 0,1 0 1 0 0,21 0 662 0 0,-15 4 525 0 0,-3 1-876 0 0,3 0-54 0 0,0-1 0 0 0,1 1-1 0 0,0-1 1 0 0,0 0 0 0 0,0-1 0 0 0,0 0-1 0 0,1 0 1 0 0,13 2 0 0 0,79 9 1081 0 0,-71-11-1156 0 0,429 18 2955 0 0,55 7-2001 0 0,-318 5-741 0 0,-71-6-1507 0 0,-119-26-973 0 0,-14-1-4933 0 0,-11 3 1781 0 0,18-3 4974 0 0,1 0 1 0 0,-1 0 0 0 0,1 0-1 0 0,0 0 1 0 0,-1 1 0 0 0,1-1-1 0 0,0 0 1 0 0,0 0-1 0 0,-1 1 1 0 0,1-1 0 0 0,0 0-1 0 0,0 1 1 0 0,-1-1-1 0 0,1 0 1 0 0,0 1 0 0 0,0-1-1 0 0,0 0 1 0 0,-1 1-1 0 0,1-1 1 0 0,0 0 0 0 0,0 1-1 0 0,0-1 1 0 0,0 1-1 0 0,0-1 1 0 0,0 0 0 0 0,0 1-1 0 0,0-1 1 0 0,0 1-1 0 0,0-1 1 0 0,0 1 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19:49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34 107 880 0 0,'0'0'64'0'0,"0"0"-1"0"0,-1-1 1 0 0,1 1-1 0 0,0-1 1 0 0,0 1-1 0 0,-1 0 1 0 0,1-1-1 0 0,-1 1 1 0 0,1-1-1 0 0,0 1 1 0 0,-1 0-1 0 0,1 0 1 0 0,-1-1-1 0 0,1 1 1 0 0,0 0-1 0 0,-1 0 1 0 0,1-1-1 0 0,-1 1 1 0 0,1 0-1 0 0,-1 0 1 0 0,1 0-1 0 0,-1 0 1 0 0,1 0-1 0 0,-1 0 1 0 0,1 0-1 0 0,-1 0 1 0 0,1 0-1 0 0,-2 0 1 0 0,-18 0 2697 0 0,21-2-672 0 0,-1 2-2057 0 0,-1 0 0 0 0,1 0 0 0 0,0-1-1 0 0,0 1 1 0 0,0 0 0 0 0,0 0 0 0 0,0 0 0 0 0,0-1 0 0 0,0 1 0 0 0,0 0 0 0 0,0 0 0 0 0,0 0 0 0 0,0-1 0 0 0,0 1 0 0 0,0 0 0 0 0,0 0 0 0 0,0 0 0 0 0,0-1 0 0 0,0 1 0 0 0,0 0 0 0 0,0 0 0 0 0,0 0 0 0 0,0-1 0 0 0,0 1 0 0 0,1 0 0 0 0,-1 0 0 0 0,0 0 0 0 0,0-1 0 0 0,0 1-1 0 0,0 0 1 0 0,0 0 0 0 0,0 0 0 0 0,1 0 0 0 0,-1 0 0 0 0,0 0 0 0 0,0-1 0 0 0,0 1 0 0 0,0 0 0 0 0,1 0 0 0 0,-1 0 0 0 0,0 0 0 0 0,0 0 0 0 0,0 0 0 0 0,1 0 0 0 0,-1 0 0 0 0,0 0 0 0 0,0 0 0 0 0,0 0 0 0 0,1 0 0 0 0,-1 0 0 0 0,0 0 0 0 0,0 0 0 0 0,1 0 0 0 0,6-2 377 0 0,0-1 1 0 0,0 1 0 0 0,0-1-1 0 0,0-1 1 0 0,-1 1 0 0 0,7-6 0 0 0,-6 4-231 0 0,0 1 0 0 0,-1 0 0 0 0,2 0 0 0 0,-1 0 0 0 0,0 1 0 0 0,1 0 0 0 0,-1 0 0 0 0,11-1 0 0 0,71-11 433 0 0,-46 10-288 0 0,-4-1-180 0 0,-1 3-1 0 0,1 1 1 0 0,41 3-1 0 0,-64 0-126 0 0,52 7 192 0 0,-62-7-160 0 0,-1 0 1 0 0,1 1-1 0 0,-1-1 1 0 0,1 1-1 0 0,-1 1 0 0 0,0-1 1 0 0,0 1-1 0 0,0 0 1 0 0,9 7-1 0 0,19 18 285 0 0,-33-27-315 0 0,1 0-1 0 0,0 0 1 0 0,-1 0 0 0 0,1 0-1 0 0,-1 0 1 0 0,1 0 0 0 0,-1 0 0 0 0,1 0-1 0 0,-1 0 1 0 0,0 0 0 0 0,0 0-1 0 0,1 0 1 0 0,-1 0 0 0 0,0 0 0 0 0,0 0-1 0 0,0 1 1 0 0,0-1 0 0 0,0 0-1 0 0,0 0 1 0 0,0 0 0 0 0,-1 0 0 0 0,1 0-1 0 0,0 0 1 0 0,-1 0 0 0 0,1 0-1 0 0,-2 2 1 0 0,-16 25 511 0 0,12-20-391 0 0,-4 11 184 0 0,9-16-283 0 0,-1 1 1 0 0,1-1 0 0 0,-1 0 0 0 0,0 0 0 0 0,0 0 0 0 0,0 0 0 0 0,-1 0 0 0 0,1-1 0 0 0,-1 1 0 0 0,1 0-1 0 0,-4 1 1 0 0,-2 3 139 0 0,-1-1 1 0 0,1 0-1 0 0,-1-1 0 0 0,0 0 0 0 0,0 0 0 0 0,-1-1 0 0 0,1 0 0 0 0,-1 0 0 0 0,0-1 0 0 0,0-1 0 0 0,-19 3 0 0 0,-63 4 701 0 0,32 2 359 0 0,53-13-903 0 0,3-2-313 0 0,-18-1 29 0 0,22 5-57 0 0,-1 0 0 0 0,1 0 1 0 0,-1 0-1 0 0,1-1 0 0 0,0 1 1 0 0,-1 0-1 0 0,1 0 0 0 0,0 0 0 0 0,-1-1 1 0 0,1 1-1 0 0,0 0 0 0 0,-1-1 1 0 0,1 1-1 0 0,0 0 0 0 0,-1 0 1 0 0,1-1-1 0 0,0 1 0 0 0,0-1 0 0 0,-1 1 1 0 0,1 0-1 0 0,0-1 0 0 0,0 1 1 0 0,0 0-1 0 0,0-1 0 0 0,-1 1 0 0 0,1-1 1 0 0,0 0-1 0 0,-3-4-26 0 0,-7-1-8 0 0,-3-4-43 0 0,12 8 76 0 0,0-1 1 0 0,1 0-1 0 0,-1 1 1 0 0,1-1-1 0 0,-1 0 1 0 0,1 1-1 0 0,0-1 1 0 0,0-5-1 0 0,0 7 5 0 0,0 0-1 0 0,0 0 1 0 0,1 0 0 0 0,-1 0-1 0 0,0 0 1 0 0,1 0-1 0 0,-1 0 1 0 0,0 0-1 0 0,1 0 1 0 0,-1 0-1 0 0,1 0 1 0 0,0 0 0 0 0,-1 1-1 0 0,1-1 1 0 0,0 0-1 0 0,0 0 1 0 0,-1 0-1 0 0,1 1 1 0 0,0-1-1 0 0,0 1 1 0 0,0-1-1 0 0,0 0 1 0 0,1 0 0 0 0,3-1-5 0 0,-1 0 1 0 0,1 1 0 0 0,-1-1-1 0 0,1 1 1 0 0,8-1 0 0 0,2 0-10 0 0,-1 1-1 0 0,0 1 1 0 0,23 2 0 0 0,-24 0-13 0 0,1 1-1 0 0,0 1 1 0 0,-1 0-1 0 0,0 1 1 0 0,0 0-1 0 0,13 8 1 0 0,75 49 626 0 0,-21-12 261 0 0,-39-27-338 0 0,1-3-1 0 0,1-1 1 0 0,67 19-1 0 0,-83-31-595 0 0,-1-2 0 0 0,2 0 0 0 0,-1-2 0 0 0,0 0 0 0 0,1-2 0 0 0,-1-2 0 0 0,37-4 0 0 0,-40 2-646 0 0,39-12 0 0 0,-58 14 247 0 0,-1-1 0 0 0,1 0 0 0 0,0 0 0 0 0,-1 0 0 0 0,1-1 0 0 0,-1 0-1 0 0,0 1 1 0 0,0-1 0 0 0,0-1 0 0 0,0 1 0 0 0,0-1 0 0 0,-1 1 0 0 0,0-1 0 0 0,0 0 0 0 0,0 0 0 0 0,4-8 0 0 0,-2 5-596 0 0,28-46-7695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46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1652 773 160 0 0,'1'-1'141'0'0,"-1"0"1"0"0,0 0-1 0 0,0 0 1 0 0,0 0-1 0 0,0 0 0 0 0,0 0 1 0 0,0 0-1 0 0,0 0 0 0 0,0 0 1 0 0,0 0-1 0 0,0 0 1 0 0,0 0-1 0 0,-1 0 0 0 0,1 0 1 0 0,0 0-1 0 0,-1 0 0 0 0,1 0 1 0 0,-1 0-1 0 0,1 0 1 0 0,-1 0-1 0 0,0 0 0 0 0,1 1 1 0 0,-1-1-1 0 0,0 0 1 0 0,1 0-1 0 0,-1 1 0 0 0,0-1 1 0 0,0 0-1 0 0,0 1 0 0 0,0-1 1 0 0,0 1-1 0 0,0-1 1 0 0,0 1-1 0 0,1 0 0 0 0,-1-1 1 0 0,-2 1-1 0 0,-6-3 151 0 0,4-4 1064 0 0,5 6-1294 0 0,0 1 0 0 0,0 0 1 0 0,0-1-1 0 0,0 1 1 0 0,0 0-1 0 0,0 0 0 0 0,0-1 1 0 0,0 1-1 0 0,0 0 1 0 0,0-1-1 0 0,-1 1 0 0 0,1 0 1 0 0,0 0-1 0 0,0-1 0 0 0,0 1 1 0 0,0 0-1 0 0,-1 0 1 0 0,1-1-1 0 0,0 1 0 0 0,0 0 1 0 0,0 0-1 0 0,-1 0 1 0 0,1-1-1 0 0,0 1 0 0 0,0 0 1 0 0,-1 0-1 0 0,1 0 1 0 0,0 0-1 0 0,0 0 0 0 0,-1 0 1 0 0,1-1-1 0 0,-1 1 0 0 0,0 0 129 0 0,-1 0-128 0 0,1 0 0 0 0,0 0 1 0 0,-1 0-1 0 0,1 0 0 0 0,0-1 1 0 0,0 1-1 0 0,-1 0 0 0 0,1-1 1 0 0,0 1-1 0 0,0-1 1 0 0,-1 1-1 0 0,1-1 0 0 0,0 0 1 0 0,0 1-1 0 0,0-1 0 0 0,0 0 1 0 0,0 0-1 0 0,0 0 0 0 0,0 0 1 0 0,-1-1-1 0 0,2 1-40 0 0,0 0 1 0 0,-1 1-1 0 0,1-1 0 0 0,0 1 0 0 0,-1-1 0 0 0,1 1 1 0 0,0-1-1 0 0,-1 1 0 0 0,1-1 0 0 0,-1 1 0 0 0,1 0 1 0 0,0-1-1 0 0,-1 1 0 0 0,1 0 0 0 0,-1-1 0 0 0,1 1 0 0 0,-1 0 1 0 0,1 0-1 0 0,-1-1 0 0 0,0 1 0 0 0,1 0 0 0 0,-1 0 1 0 0,1 0-1 0 0,-1 0 0 0 0,0-1 0 0 0,1 1 0 0 0,-1 0 1 0 0,1 0-1 0 0,-1 0 0 0 0,1 1 0 0 0,-1-1 0 0 0,0 0 1 0 0,1 0-1 0 0,-1 0 0 0 0,0 0 0 0 0,0 1-4 0 0,1-1 0 0 0,0 0-1 0 0,-1 0 1 0 0,1 0 0 0 0,-1 0 0 0 0,1 0-1 0 0,-1 0 1 0 0,1 0 0 0 0,-1 0 0 0 0,1 0-1 0 0,-1 0 1 0 0,1 0 0 0 0,-1 0 0 0 0,1 0 0 0 0,-1 0-1 0 0,1 0 1 0 0,-1 0 0 0 0,1-1 0 0 0,-1 1-1 0 0,1 0 1 0 0,-1 0 0 0 0,1-1 0 0 0,0 1-1 0 0,-1 0 1 0 0,1-1 0 0 0,-1 1 0 0 0,1 0-1 0 0,0-1 1 0 0,-1 1 0 0 0,1 0 0 0 0,0-1-1 0 0,-1 0 1 0 0,-4-1 301 0 0,-17-2-66 0 0,15-1 189 0 0,3 1-299 0 0,-7 1 126 0 0,1 1 0 0 0,-2 0 1 0 0,1 0-1 0 0,-20 1 0 0 0,-19-3 433 0 0,32 2-502 0 0,-50-7 346 0 0,-68 0-1 0 0,88 9 474 0 0,-94 12 1 0 0,131-10-921 0 0,1-1-1 0 0,-1 0 1 0 0,0-1 0 0 0,-16-1 0 0 0,-12-1 95 0 0,19 2-26 0 0,-1-1 2 0 0,0 1 0 0 0,0 2 0 0 0,-27 4 0 0 0,-31-1-1 0 0,33-4-33 0 0,18 2-93 0 0,-1 1 0 0 0,1 1 0 0 0,0 1-1 0 0,0 2 1 0 0,1 0 0 0 0,-28 14 0 0 0,-42 27 609 0 0,93-47-631 0 0,1 0-1 0 0,-1 0 1 0 0,0 0-1 0 0,1 1 1 0 0,0-1-1 0 0,-1 1 1 0 0,1 0-1 0 0,0 0 0 0 0,-3 4 1 0 0,-22 19-76 0 0,20-22 17 0 0,6-3 27 0 0,1-1 1 0 0,0 1-1 0 0,-1 0 0 0 0,1-1 0 0 0,-1 1 1 0 0,1 0-1 0 0,0 0 0 0 0,0 0 0 0 0,-1 0 1 0 0,1 0-1 0 0,0 0 0 0 0,0 0 0 0 0,0 1 1 0 0,0-1-1 0 0,0 0 0 0 0,1 1 0 0 0,-1-1 1 0 0,0 0-1 0 0,1 1 0 0 0,-1-1 0 0 0,1 1 1 0 0,-1-1-1 0 0,1 1 0 0 0,-1 2 0 0 0,1-3 13 0 0,0 0 0 0 0,0 0-1 0 0,0 0 1 0 0,0 0-1 0 0,-1 0 1 0 0,1 0-1 0 0,0 0 1 0 0,-1 0-1 0 0,1 0 1 0 0,-1-1-1 0 0,1 1 1 0 0,-1 0-1 0 0,1 0 1 0 0,-1 0 0 0 0,0 0-1 0 0,1 0 1 0 0,-1-1-1 0 0,0 1 1 0 0,1 0-1 0 0,-1-1 1 0 0,0 1-1 0 0,0 0 1 0 0,0-1-1 0 0,0 1 1 0 0,0-1 0 0 0,-1 1-1 0 0,1-1 5 0 0,0 1 1 0 0,0-1-1 0 0,0 1 0 0 0,0-1 1 0 0,0 1-1 0 0,0 0 0 0 0,1-1 1 0 0,-1 1-1 0 0,0 0 0 0 0,0 0 1 0 0,0 0-1 0 0,1-1 0 0 0,-1 1 1 0 0,0 0-1 0 0,1 0 1 0 0,-1 0-1 0 0,1 0 0 0 0,-1 0 1 0 0,1 0-1 0 0,0 0 0 0 0,-1 1 1 0 0,1-1-1 0 0,0 0 0 0 0,0 0 1 0 0,0 0-1 0 0,-1 2 0 0 0,1 38 100 0 0,0-40-104 0 0,-1 0-1 0 0,1 0 1 0 0,-1 0-1 0 0,0 0 1 0 0,0 0 0 0 0,1-1-1 0 0,-1 1 1 0 0,0 0-1 0 0,0 0 1 0 0,0-1 0 0 0,0 1-1 0 0,0 0 1 0 0,0-1-1 0 0,0 1 1 0 0,0-1 0 0 0,0 1-1 0 0,-1-1 1 0 0,1 0-1 0 0,0 1 1 0 0,0-1 0 0 0,0 0-1 0 0,-2 0 1 0 0,-1 1 17 0 0,4 0-15 0 0,-1-1 1 0 0,0 1-1 0 0,1-1 1 0 0,-1 1-1 0 0,1 0 1 0 0,0-1-1 0 0,-1 1 1 0 0,1 0-1 0 0,-1-1 1 0 0,1 1-1 0 0,0 0 1 0 0,-1 0-1 0 0,1-1 0 0 0,0 1 1 0 0,0 0-1 0 0,0 0 1 0 0,0 0-1 0 0,0-1 1 0 0,0 1-1 0 0,0 0 1 0 0,0 1-1 0 0,-5 14 88 0 0,-5-8-70 0 0,9-8-20 0 0,0 1 0 0 0,0-1 0 0 0,0 1-1 0 0,0 0 1 0 0,0-1 0 0 0,0 1-1 0 0,0 0 1 0 0,0 0 0 0 0,0 0 0 0 0,1 0-1 0 0,-1 0 1 0 0,0 0 0 0 0,0 0-1 0 0,1 0 1 0 0,-1 0 0 0 0,1 0-1 0 0,-1 0 1 0 0,1 1 0 0 0,-1-1 0 0 0,1 0-1 0 0,0 0 1 0 0,0 0 0 0 0,-1 1-1 0 0,1-1 1 0 0,0 2 0 0 0,0 7 8 0 0,1-7-10 0 0,-1 0 1 0 0,0 0-1 0 0,0 0 0 0 0,0 0 1 0 0,0 0-1 0 0,-1 1 1 0 0,0-1-1 0 0,1 0 1 0 0,-1 0-1 0 0,-2 5 0 0 0,-8 6 26 0 0,10-12-24 0 0,-1 0 0 0 0,0-1 0 0 0,1 1 0 0 0,0 1 1 0 0,-1-1-1 0 0,1 0 0 0 0,0 0 0 0 0,0 0 0 0 0,0 1 0 0 0,0-1 0 0 0,1 0 1 0 0,-1 1-1 0 0,0-1 0 0 0,1 1 0 0 0,0-1 0 0 0,0 3 0 0 0,-1-2-1 0 0,1 0-1 0 0,0-1 1 0 0,-1 1-1 0 0,1-1 1 0 0,-1 1-1 0 0,1 0 1 0 0,-1-1-1 0 0,0 1 1 0 0,0-1-1 0 0,-1 0 1 0 0,1 1-1 0 0,0-1 1 0 0,-1 0-1 0 0,1 0 1 0 0,-4 3-1 0 0,-5 9-25 0 0,-1 12-2 0 0,1-14 2 0 0,8-12 26 0 0,1 2 0 0 0,0-1 1 0 0,0 0-1 0 0,0 0 1 0 0,-1 0-1 0 0,1 0 1 0 0,0 1-1 0 0,0-1 0 0 0,1 1 1 0 0,-1-1-1 0 0,0 0 1 0 0,0 1-1 0 0,1 0 1 0 0,-1-1-1 0 0,1 1 0 0 0,-1-1 1 0 0,1 1-1 0 0,0 0 1 0 0,-1-1-1 0 0,1 3 1 0 0,0 76-110 0 0,6-78 27 0 0,190 48-147 0 0,16 9 400 0 0,-140-42-90 0 0,83 16-6 0 0,-107-26-17 0 0,78 8-40 0 0,59 12 207 0 0,-76 7 280 0 0,-17-8 200 0 0,-86-24-636 0 0,1 0 1 0 0,0 0-1 0 0,0-1 0 0 0,0 0 0 0 0,0 0 0 0 0,0-1 0 0 0,11 0 1 0 0,8 0 52 0 0,23 0 89 0 0,1-1 0 0 0,68-11 0 0 0,90-28 117 0 0,-181 35-245 0 0,26-9 145 0 0,-38 9-128 0 0,1 1 1 0 0,-1 1-1 0 0,27-3 1 0 0,105-8 297 0 0,-24 4-214 0 0,118-14 42 0 0,-195 18-109 0 0,65 0 0 0 0,-40 4 123 0 0,12 3 365 0 0,-1 3 1 0 0,97 18-1 0 0,64 5 199 0 0,273-25 74 0 0,-200-3-400 0 0,-269-1-480 0 0,1-3 0 0 0,65-13 0 0 0,-17 1 0 0 0,-41 10 11 0 0,-1 2 1 0 0,1 3-1 0 0,0 1 0 0 0,0 4 0 0 0,57 9 0 0 0,550 35 242 0 0,-417-47 54 0 0,652-102 174 0 0,-532 55-228 0 0,-18 19-141 0 0,110-34-112 0 0,-373 51 0 0 0,163 0 0 0 0,301-3 0 0 0,-292 13 0 0 0,0 2 0 0 0,-27 7 0 0 0,422-56 0 0 0,-369 34 0 0 0,-146 7 0 0 0,-108 6 0 0 0,42-8 0 0 0,-42 5 0 0 0,-17 2 0 0 0,0 0 0 0 0,0-1 0 0 0,0 0 0 0 0,0-1 0 0 0,15-8 0 0 0,34-10 0 0 0,24-6 0 0 0,115-54 0 0 0,-195 79 0 0 0,0 1 0 0 0,0 0 0 0 0,-1-1 0 0 0,1 0 0 0 0,-1 0 0 0 0,0 0 0 0 0,0 0 0 0 0,3-4 0 0 0,24-20 0 0 0,-22 20 0 0 0,0 1 0 0 0,-1-1 0 0 0,1-1 0 0 0,-2 1 0 0 0,1-1 0 0 0,9-17 0 0 0,-14 20 0 0 0,0-1 0 0 0,-1 1 0 0 0,1-1 0 0 0,-1 0 0 0 0,0 0 0 0 0,-1 0 0 0 0,0 1 0 0 0,0-1 0 0 0,0 0 0 0 0,-2-12 0 0 0,1-4 0 0 0,0 21 0 0 0,1-1 0 0 0,0 0 0 0 0,0 0 0 0 0,-1 0 0 0 0,1 0 0 0 0,-1 1 0 0 0,1-1 0 0 0,-1 0 0 0 0,0 1 0 0 0,0-1 0 0 0,0 0 0 0 0,0 1 0 0 0,0-1 0 0 0,0 1 0 0 0,0-1 0 0 0,0 1 0 0 0,-1 0 0 0 0,1-1 0 0 0,0 1 0 0 0,-1 0 0 0 0,1 0 0 0 0,-1 0 0 0 0,0 0 0 0 0,1 0 0 0 0,-3-1 0 0 0,-7-5 0 0 0,-116-98 0 0 0,5 4 0 0 0,60 51 0 0 0,34 27 0 0 0,-45-29 0 0 0,33 26 0 0 0,-29-18 0 0 0,14 20 0 0 0,-2 2 0 0 0,0 3 0 0 0,-88-18 0 0 0,-46 8 0 0 0,55 10 0 0 0,-374-16 0 0 0,499 35 0 0 0,-407 5 0 0 0,91 3 0 0 0,23-1 0 0 0,-230-6 0 0 0,89-21 0 0 0,276 32-93 0 0,-91-27-113 0 0,242 15 196 0 0,-1 1-93 0 0,-1-1 1 0 0,0-1-1 0 0,1-1 0 0 0,-1-1 0 0 0,-27-8 0 0 0,25 5-125 0 0,-34-11-21 0 0,-2 3 1 0 0,-67-9-1 0 0,-195-18 530 0 0,177 14-264 0 0,25 3-181 0 0,61 19 82 0 0,-111 6 0 0 0,72 1 193 0 0,-295-2 9 0 0,140 6 333 0 0,-113 1-106 0 0,104 8 26 0 0,-62 23-22 0 0,290-33-296 0 0,-223 44 65 0 0,21-11-120 0 0,198-33 0 0 0,-7 2 0 0 0,0 1 0 0 0,-58 19 0 0 0,84-21 0 0 0,10-3 0 0 0,0 0 0 0 0,0-1 0 0 0,0 0 0 0 0,0 0 0 0 0,0-1 0 0 0,-1 0 0 0 0,1 0 0 0 0,-1-1 0 0 0,1 0 0 0 0,-13-1 0 0 0,-517 1 0 0 0,384 2 0 0 0,77-2 0 0 0,-148-10 5 0 0,-39 0-5 0 0,223 12-7 0 0,0 1-1 0 0,0 2 1 0 0,0 1-1 0 0,-57 18 1 0 0,-28 18-3048 0 0,121-41 2681 0 0,0 1 0 0 0,0 0 0 0 0,1 0 1 0 0,-1 0-1 0 0,1 0 0 0 0,0 1 0 0 0,-3 2 0 0 0,5-5 217 0 0,0 1 1 0 0,1 0 0 0 0,-1-1-1 0 0,1 1 1 0 0,0 0-1 0 0,-1-1 1 0 0,1 1 0 0 0,-1 0-1 0 0,1 0 1 0 0,0 0-1 0 0,0-1 1 0 0,-1 1 0 0 0,1 0-1 0 0,0 0 1 0 0,0 0-1 0 0,0-1 1 0 0,0 1-1 0 0,0 0 1 0 0,0 0 0 0 0,0 0-1 0 0,0 0 1 0 0,0-1-1 0 0,1 1 1 0 0,-1 0 0 0 0,0 0-1 0 0,0-1 1 0 0,1 1-1 0 0,-1 0 1 0 0,0 0 0 0 0,1-1-1 0 0,-1 1 1 0 0,1 0-1 0 0,-1-1 1 0 0,1 1-1 0 0,-1 0 1 0 0,1-1 0 0 0,0 1-1 0 0,-1-1 1 0 0,1 1-1 0 0,0 0 1 0 0,9 6-2052 0 0,0-1 1 0 0,0 0-1 0 0,12 6 0 0 0,-19-11 1808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48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24 1201 0 0,'-5'0'3041'0'0,"4"0"-2714"0"0,0 0-63 0 0,0 1 0 0 0,-1-1 0 0 0,1 0 1 0 0,-1 0-1 0 0,1 0 0 0 0,-1 0 0 0 0,1 0 0 0 0,-1-1 1 0 0,1 1-1 0 0,0 0 0 0 0,-1-1 0 0 0,1 1 0 0 0,-1-1 1 0 0,1 1-1 0 0,0-1 0 0 0,-1 1 0 0 0,0-2 0 0 0,-4 2 1604 0 0,-32 7 1042 0 0,22-4 7372 0 0,145-16-8326 0 0,-42 7-1497 0 0,92-4-508 0 0,-153 11-1909 0 0,0 1 0 0 0,32 6 0 0 0,-20 6-4872 0 0,-5 6-1293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48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90 2641 0 0,'32'-6'3922'0'0,"-32"12"3441"0"0,33-6-4161 0 0,0 0-481 0 0,25-6-640 0 0,8 6-560 0 0,-1-6-801 0 0,0-9-1120 0 0,33 9-1681 0 0,0-15-4482 0 0,66-14-4562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49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67 498 160 0 0,'0'0'158'0'0,"0"-1"0"0"0,0 1 0 0 0,0-1 0 0 0,0 0 0 0 0,0 1 0 0 0,0-1 0 0 0,0 0 0 0 0,0 1 1 0 0,0-1-1 0 0,-1 1 0 0 0,1-1 0 0 0,0 0 0 0 0,0 1 0 0 0,-1-1 0 0 0,1 1 0 0 0,-1-1 0 0 0,1 1 0 0 0,0-1 0 0 0,-1 1 0 0 0,1-1 0 0 0,-1 1 0 0 0,1-1 0 0 0,-1 1 0 0 0,1 0 0 0 0,-1-1 0 0 0,1 1 0 0 0,-1 0 0 0 0,0-1 0 0 0,1 1 1 0 0,-1 0-1 0 0,1 0 0 0 0,-1 0 0 0 0,0 0 0 0 0,1-1 0 0 0,-1 1 0 0 0,0 0 0 0 0,1 0 0 0 0,-1 0 0 0 0,0 0 0 0 0,1 0 0 0 0,-1 1 0 0 0,1-1 0 0 0,-1 0 0 0 0,0 0 0 0 0,-7 0 53 0 0,8 0-166 0 0,0 0 0 0 0,0 0-1 0 0,-1 0 1 0 0,1 0-1 0 0,0 0 1 0 0,0 0-1 0 0,0 0 1 0 0,-1 0 0 0 0,1 0-1 0 0,0 0 1 0 0,0 0-1 0 0,0 0 1 0 0,0 0 0 0 0,-1 0-1 0 0,1-1 1 0 0,0 1-1 0 0,0 0 1 0 0,0 0-1 0 0,0 0 1 0 0,-1 0 0 0 0,1 0-1 0 0,0 0 1 0 0,0 0-1 0 0,0-1 1 0 0,0 1-1 0 0,0 0 1 0 0,-1 0 0 0 0,1 0-1 0 0,0 0 1 0 0,0-1-1 0 0,0 1 1 0 0,0 0-1 0 0,0 0 1 0 0,0 0 0 0 0,0-1-1 0 0,0 1 1 0 0,0 0-1 0 0,0 0 1 0 0,0 0 0 0 0,0-1-1 0 0,-6-6 1984 0 0,-1 5-1718 0 0,6 1-240 0 0,0 1 0 0 0,0 0 0 0 0,0 0 0 0 0,0-1 0 0 0,0 1 0 0 0,0 0 0 0 0,0-1-1 0 0,0 1 1 0 0,0-1 0 0 0,1 1 0 0 0,-1-1 0 0 0,0 0 0 0 0,0 1 0 0 0,0-1 0 0 0,1 0 0 0 0,-1 0 0 0 0,0 1 0 0 0,1-1 0 0 0,-1 0 0 0 0,1 0 0 0 0,-1 0-1 0 0,1 0 1 0 0,-1 0 0 0 0,1 0 0 0 0,0 0 0 0 0,-1 0 0 0 0,1 0 0 0 0,0 0 0 0 0,0 0 0 0 0,0 0 0 0 0,0 0 0 0 0,0 0 0 0 0,0 0 0 0 0,0 0 0 0 0,0-1-1 0 0,-1-20 948 0 0,1 14-785 0 0,0 0 0 0 0,0 0 0 0 0,0-1 0 0 0,1 1 0 0 0,0 0 1 0 0,4-12-1 0 0,0 6-84 0 0,1 1-1 0 0,1 0 1 0 0,1 0 0 0 0,0 0 0 0 0,0 1 0 0 0,1 1 0 0 0,1-1-1 0 0,0 1 1 0 0,0 1 0 0 0,1 0 0 0 0,16-12 0 0 0,-18 16-77 0 0,3-3 105 0 0,0-1 1 0 0,21-20-1 0 0,-27 22-123 0 0,-5 6-48 0 0,0 1 1 0 0,0 0-1 0 0,0-1 1 0 0,0 1-1 0 0,0 0 1 0 0,0 0-1 0 0,0 0 1 0 0,1-1-1 0 0,-1 1 1 0 0,0 1-1 0 0,1-1 1 0 0,-1 0-1 0 0,1 0 1 0 0,-1 0-1 0 0,1 1 1 0 0,-1-1-1 0 0,1 1 1 0 0,0-1-1 0 0,-1 1 1 0 0,1 0-1 0 0,2 0 1 0 0,28-7 7 0 0,1 8 0 0 0,-23 1-7 0 0,0 1-1 0 0,-1 0 1 0 0,1 0 0 0 0,-1 1-1 0 0,1 0 1 0 0,-1 1-1 0 0,-1 0 1 0 0,1 1-1 0 0,-1-1 1 0 0,0 2 0 0 0,9 7-1 0 0,-5-1-69 0 0,-1 1-1 0 0,0 0 1 0 0,0 1-1 0 0,-2 0 1 0 0,9 19-1 0 0,-15-30 33 0 0,0 1 0 0 0,0 0 0 0 0,-1 1 0 0 0,0-1 0 0 0,0 0-1 0 0,0 1 1 0 0,0 5 0 0 0,-2-8 26 0 0,0 0 0 0 0,-1 0 1 0 0,1-1-1 0 0,-1 1 0 0 0,0 0 0 0 0,0 0 0 0 0,0 0 0 0 0,0-1 0 0 0,0 1 0 0 0,0 0 0 0 0,-1-1 0 0 0,-1 3 1 0 0,2-3 6 0 0,0-1 0 0 0,0 1 1 0 0,1 0-1 0 0,-1-1 1 0 0,1 1-1 0 0,-1 0 1 0 0,1 0-1 0 0,0 0 0 0 0,0 0 1 0 0,0 3-1 0 0,0-4 4 0 0,0 0-1 0 0,0 0 0 0 0,0 0 1 0 0,0 0-1 0 0,0 0 0 0 0,0 1 1 0 0,-1-1-1 0 0,1 0 0 0 0,0 0 0 0 0,-1 0 1 0 0,1 0-1 0 0,0 0 0 0 0,-1 0 1 0 0,1 0-1 0 0,-1 0 0 0 0,0-1 1 0 0,0 2-1 0 0,-21 12 89 0 0,21-14-99 0 0,0 1 1 0 0,1 0-1 0 0,-1-1 0 0 0,0 1 0 0 0,0-1 0 0 0,0 1 0 0 0,0-1 1 0 0,0 1-1 0 0,0-1 0 0 0,-1 0 0 0 0,1 0 0 0 0,0 1 0 0 0,0-1 1 0 0,0 0-1 0 0,0 0 0 0 0,0 0 0 0 0,0 0 0 0 0,0 0 0 0 0,0 0 0 0 0,0-1 1 0 0,-1 1-1 0 0,1 0 0 0 0,0 0 0 0 0,-1-1 0 0 0,-4-1-34 0 0,6 2 38 0 0,0 0 0 0 0,0 0 0 0 0,-1 0 0 0 0,1 0 1 0 0,0-1-1 0 0,0 1 0 0 0,-1 0 0 0 0,1 0 1 0 0,0 0-1 0 0,-1 0 0 0 0,1 0 0 0 0,0 0 0 0 0,0-1 1 0 0,0 1-1 0 0,-1 0 0 0 0,1 0 0 0 0,0 0 1 0 0,0 0-1 0 0,0-1 0 0 0,-1 1 0 0 0,1 0 1 0 0,0 0-1 0 0,0-1 0 0 0,0 1 0 0 0,0 0 0 0 0,0 0 1 0 0,-1-1-1 0 0,1 1 0 0 0,0 0 0 0 0,0 0 1 0 0,0-1-1 0 0,0 1 0 0 0,0 0 0 0 0,0-1 0 0 0,0 1 1 0 0,0-1-1 0 0,-3-7 68 0 0,-1 6-46 0 0,3 1-16 0 0,0 1 0 0 0,0 0-1 0 0,0-1 1 0 0,0 1 0 0 0,0-1-1 0 0,0 1 1 0 0,1-1 0 0 0,-1 0-1 0 0,0 1 1 0 0,0-1 0 0 0,1 0-1 0 0,-1 0 1 0 0,0 1 0 0 0,1-1-1 0 0,-1 0 1 0 0,1 0 0 0 0,-1 0-1 0 0,1 0 1 0 0,-1 0 0 0 0,1 1-1 0 0,0-1 1 0 0,-1 0 0 0 0,1 0-1 0 0,0 0 1 0 0,0 0 0 0 0,0 0-1 0 0,0 0 1 0 0,0 0 0 0 0,0 0-1 0 0,0 0 1 0 0,0 0 0 0 0,0 0-1 0 0,0 0 1 0 0,1 0 0 0 0,-1 0-1 0 0,0 0 1 0 0,1-2 0 0 0,5-9 36 0 0,0 0 0 0 0,-1-1 0 0 0,5-22 0 0 0,0 8 35 0 0,0 0 1 0 0,2 1-1 0 0,1 0 1 0 0,1 1 0 0 0,20-28-1 0 0,-29 48-72 0 0,1 0 1 0 0,0-1-1 0 0,0 2 0 0 0,0-1 0 0 0,1 1 1 0 0,-1 0-1 0 0,1 0 0 0 0,0 1 0 0 0,0 0 1 0 0,1 0-1 0 0,-1 0 0 0 0,0 1 0 0 0,1 1 0 0 0,0-1 1 0 0,8 0-1 0 0,-8 1-41 0 0,-6 0 25 0 0,0 1 0 0 0,0-1 1 0 0,1 1-1 0 0,-1 0 0 0 0,0 0 1 0 0,0 0-1 0 0,0 0 0 0 0,0 0 1 0 0,0 1-1 0 0,0-1 0 0 0,1 0 1 0 0,-1 1-1 0 0,0 0 0 0 0,0-1 1 0 0,0 1-1 0 0,-1 0 0 0 0,1 0 1 0 0,0 0-1 0 0,0 1 0 0 0,0-1 1 0 0,-1 0-1 0 0,1 1 0 0 0,0-1 1 0 0,-1 1-1 0 0,0-1 0 0 0,1 1 1 0 0,-1 0-1 0 0,0-1 0 0 0,0 1 1 0 0,1 2-1 0 0,1 2 18 0 0,-1 0 0 0 0,0 0 0 0 0,0 0 0 0 0,0 0 0 0 0,-1 1 1 0 0,0-1-1 0 0,-1 0 0 0 0,1 11 0 0 0,0 14 65 0 0,0-18-2 0 0,0 1 0 0 0,-1 0 1 0 0,-1-1-1 0 0,0 1 1 0 0,-6 22-1 0 0,-5-10 186 0 0,10-23-163 0 0,0 0 0 0 0,0 0 0 0 0,1 1 1 0 0,-1-1-1 0 0,1 0 0 0 0,0 1 0 0 0,0-1 0 0 0,0 1 0 0 0,0-1 0 0 0,1 1 0 0 0,-1 5 0 0 0,0-20-60 0 0,1-1 1 0 0,0 0-1 0 0,1 0 0 0 0,0 0 0 0 0,4-15 0 0 0,7-10-208 0 0,23-47 1 0 0,-29 70 131 0 0,1 1 0 0 0,1 1 0 0 0,0-1 0 0 0,1 1 1 0 0,0 1-1 0 0,16-16 0 0 0,-19 22 54 0 0,0 0 0 0 0,0 1 1 0 0,1 0-1 0 0,-1 0 0 0 0,1 1 0 0 0,0 0 0 0 0,0 0 0 0 0,0 0 1 0 0,0 1-1 0 0,0 0 0 0 0,1 0 0 0 0,-1 1 0 0 0,1 0 0 0 0,-1 0 1 0 0,14 1-1 0 0,-15 1 16 0 0,0-1 0 0 0,-1 1-1 0 0,1 0 1 0 0,-1 0 0 0 0,1 0 0 0 0,-1 1 0 0 0,0 0 0 0 0,0 0 0 0 0,1 1-1 0 0,-1-1 1 0 0,-1 1 0 0 0,1 0 0 0 0,0 0 0 0 0,-1 1 0 0 0,0-1 0 0 0,1 1-1 0 0,-1 0 1 0 0,-1 0 0 0 0,1 0 0 0 0,-1 1 0 0 0,6 9 0 0 0,-3-3 176 0 0,-2 0-1 0 0,1 1 1 0 0,-2-1 0 0 0,0 1 0 0 0,0 0 0 0 0,2 19 0 0 0,-1 82 1207 0 0,-4-110-1405 0 0,0 0 0 0 0,0-1 0 0 0,0 1 0 0 0,0-1 0 0 0,-1 1 0 0 0,1 0 0 0 0,-1-1 0 0 0,0 1 0 0 0,0-1 0 0 0,0 1 0 0 0,0-1 0 0 0,0 1 0 0 0,0-1 0 0 0,-1 0 0 0 0,1 0 0 0 0,-1 1 0 0 0,1-1 0 0 0,-1 0 0 0 0,-2 1 0 0 0,-3 5-156 0 0,1 5-968 0 0,6-11-960 0 0,-1-8-4918 0 0,1 6 6817 0 0,0-1 0 0 0,1 1 0 0 0,-1 0 0 0 0,0-1 0 0 0,0 1 0 0 0,0-1 0 0 0,0 1 1 0 0,1 0-1 0 0,-1-1 0 0 0,0 1 0 0 0,0 0 0 0 0,1-1 0 0 0,-1 1 0 0 0,0 0 0 0 0,0-1 0 0 0,1 1 1 0 0,-1 0-1 0 0,0-1 0 0 0,1 1 0 0 0,-1 0 0 0 0,1 0 0 0 0,-1-1 0 0 0,1 1 0 0 0,21-13-4206 0 0,-22 13 4205 0 0,1 0 1 0 0,-1-1-1 0 0,0 1 1 0 0,1-1-1 0 0,-1 1 1 0 0,1-1-1 0 0,-1 1 1 0 0,0-1-1 0 0,1 1 1 0 0,-1-1-1 0 0,0 1 1 0 0,0-1-1 0 0,0 0 1 0 0,1 1-1 0 0,-1-1 0 0 0,0 1 1 0 0,0-1-1 0 0,0 0 1 0 0,0 1-1 0 0,0-1 1 0 0,0-1-1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50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132 531 400 0 0,'0'0'40'0'0,"0"1"0"0"0,0 0 0 0 0,0-1-1 0 0,-1 1 1 0 0,1-1 0 0 0,0 1 0 0 0,-1-1 0 0 0,1 1-1 0 0,0-1 1 0 0,-1 1 0 0 0,1-1 0 0 0,-1 1 0 0 0,1-1-1 0 0,-1 0 1 0 0,1 1 0 0 0,-1-1 0 0 0,1 1 0 0 0,-1-1-1 0 0,1 0 1 0 0,-1 0 0 0 0,1 1 0 0 0,-1-1 0 0 0,1 0-1 0 0,-1 0 1 0 0,0 0 0 0 0,1 0 0 0 0,-1 0 0 0 0,1 0 0 0 0,-1 1-1 0 0,0-1 1 0 0,1-1 0 0 0,-2 1 0 0 0,1 0 0 0 0,1 0 0 0 0,-1 0 0 0 0,1 0 1 0 0,-1 0-1 0 0,0 0 0 0 0,1 0 0 0 0,-1 0 1 0 0,1 0-1 0 0,-1 0 0 0 0,0 1 0 0 0,1-1 1 0 0,-1 0-1 0 0,1 0 0 0 0,-1 1 0 0 0,1-1 0 0 0,-1 0 1 0 0,1 0-1 0 0,-1 1 0 0 0,1-1 0 0 0,-1 1 1 0 0,1-1-1 0 0,-1 0 0 0 0,1 1 0 0 0,-1-1 1 0 0,1 1-1 0 0,0-1 0 0 0,-1 1 0 0 0,1-1 0 0 0,0 1 1 0 0,-1 0-1 0 0,1-1 0 0 0,0 2 0 0 0,6 4 4452 0 0,13-6-4115 0 0,-12 0 1131 0 0,-7-14 1226 0 0,1-6-1590 0 0,0 14-984 0 0,0 0 1 0 0,-1 0-1 0 0,0-1 1 0 0,-1 1-1 0 0,1 0 1 0 0,-1 0-1 0 0,0 0 1 0 0,-4-12-1 0 0,-1 4 8 0 0,1 0-1 0 0,1-1 1 0 0,0 1 0 0 0,1-1 0 0 0,1 0-1 0 0,-1-29 1 0 0,3-75 872 0 0,0 113-985 0 0,0 1 1 0 0,1 0-1 0 0,0-1 0 0 0,0 1 0 0 0,1 0 0 0 0,-1 0 0 0 0,1 0 0 0 0,0 0 0 0 0,4-7 0 0 0,-3 8-15 0 0,-1-1-1 0 0,0 0 1 0 0,0 0 0 0 0,0 0-1 0 0,-1 0 1 0 0,1 0 0 0 0,-1-1-1 0 0,-1 1 1 0 0,1-8 0 0 0,-1-68 373 0 0,0 81-409 0 0,1-1 0 0 0,-1 1 0 0 0,0 0-1 0 0,0-1 1 0 0,0 1 0 0 0,0-1 0 0 0,1 1 0 0 0,-1-1-1 0 0,0 1 1 0 0,0 0 0 0 0,1-1 0 0 0,-1 1 0 0 0,0 0 0 0 0,1-1-1 0 0,-1 1 1 0 0,0 0 0 0 0,1-1 0 0 0,-1 1 0 0 0,0 0 0 0 0,1-1-1 0 0,-1 1 1 0 0,1 0 0 0 0,-1 0 0 0 0,1 0 0 0 0,-1 0 0 0 0,1-1-1 0 0,-1 1 1 0 0,0 0 0 0 0,1 0 0 0 0,-1 0 0 0 0,1 0-1 0 0,-1 0 1 0 0,1 0 0 0 0,14 1 28 0 0,-14-1-21 0 0,-1 0 26 0 0,0 0-1 0 0,1 0 0 0 0,-1 0 0 0 0,0 0 0 0 0,0 0 0 0 0,1 0 0 0 0,-1 1 1 0 0,0-1-1 0 0,0 0 0 0 0,1 0 0 0 0,-1 0 0 0 0,0 1 0 0 0,0-1 1 0 0,1 0-1 0 0,-1 0 0 0 0,0 1 0 0 0,0-1 0 0 0,0 0 0 0 0,1 0 0 0 0,-1 1 1 0 0,0-1-1 0 0,0 0 0 0 0,0 0 0 0 0,0 1 0 0 0,0-1 0 0 0,0 0 0 0 0,0 1 1 0 0,0-1-1 0 0,0 0 0 0 0,0 1 0 0 0,0-1 0 0 0,0 0 0 0 0,0 1 0 0 0,0-1 1 0 0,0 0-1 0 0,0 1 0 0 0,0-1 0 0 0,0 0 0 0 0,0 0 0 0 0,0 1 0 0 0,0-1 1 0 0,0 0-1 0 0,-1 1 0 0 0,1-1 0 0 0,0 0 0 0 0,0 0 0 0 0,0 1 0 0 0,0-1 1 0 0,-1 0-1 0 0,1 0 0 0 0,0 0 0 0 0,0 1 0 0 0,-1-1 0 0 0,1 0 0 0 0,0 0 1 0 0,-1 0-1 0 0,1 0 0 0 0,0 1 0 0 0,0-1 0 0 0,-1 0 0 0 0,1 0 0 0 0,-8 2 18 0 0,7-1-41 0 0,0-1-1 0 0,0 0 0 0 0,0 0 0 0 0,0 1 1 0 0,0-1-1 0 0,0 0 0 0 0,0 1 0 0 0,1-1 1 0 0,-1 1-1 0 0,0-1 0 0 0,0 1 0 0 0,0 0 1 0 0,0-1-1 0 0,1 1 0 0 0,-1 0 0 0 0,0 0 1 0 0,1-1-1 0 0,-1 1 0 0 0,1 0 0 0 0,-1 0 0 0 0,0 0 1 0 0,1 0-1 0 0,0 0 0 0 0,-1 0 0 0 0,1-1 1 0 0,0 1-1 0 0,-1 0 0 0 0,1 0 0 0 0,0 0 1 0 0,0 0-1 0 0,0 0 0 0 0,0 0 0 0 0,0 0 1 0 0,0 1-1 0 0,0-1 0 0 0,0 1 0 0 0,0 3 56 0 0,0 1 0 0 0,-1-1 0 0 0,0 0 0 0 0,-1 1 0 0 0,1-1 0 0 0,-1 0 0 0 0,0 0 0 0 0,-5 9-1 0 0,5-9-38 0 0,-1 1-1 0 0,1-1 0 0 0,0 0 1 0 0,0 1-1 0 0,1-1 0 0 0,-1 1 0 0 0,1 0 1 0 0,1-1-1 0 0,-1 7 0 0 0,1-9-39 0 0,0-1 0 0 0,-1 1 1 0 0,1 0-1 0 0,-1-1 0 0 0,1 1 0 0 0,-1 0 0 0 0,0-1 0 0 0,0 1 1 0 0,0-1-1 0 0,0 1 0 0 0,0-1 0 0 0,-1 1 0 0 0,1-1 1 0 0,-1 0-1 0 0,-2 3 0 0 0,3-3 11 0 0,-1 0 0 0 0,0 0 0 0 0,1 1 0 0 0,-1-1 0 0 0,1 0 0 0 0,0 1 0 0 0,0-1 0 0 0,0 1 0 0 0,0-1 0 0 0,0 1 0 0 0,1-1 0 0 0,-1 1 0 0 0,1 0 0 0 0,-1-1 0 0 0,1 4 0 0 0,0 145 213 0 0,0-150-205 0 0,0 0-1 0 0,0 0 0 0 0,0-1 1 0 0,0 1-1 0 0,-1 0 1 0 0,1 0-1 0 0,0 0 1 0 0,0 0-1 0 0,-1-1 1 0 0,1 1-1 0 0,-1 0 0 0 0,1 0 1 0 0,-1 0-1 0 0,1-1 1 0 0,-1 1-1 0 0,1 0 1 0 0,-1-1-1 0 0,0 1 1 0 0,1-1-1 0 0,-1 1 0 0 0,0 0 1 0 0,1-1-1 0 0,-1 1 1 0 0,0-1-1 0 0,0 0 1 0 0,0 1-1 0 0,1-1 1 0 0,-1 0-1 0 0,0 1 1 0 0,0-1-1 0 0,0 0 0 0 0,0 0 1 0 0,0 0-1 0 0,-1 0 1 0 0,-4 2 25 0 0,6-2-34 0 0,0 0 1 0 0,0 0 0 0 0,1 0 0 0 0,-1 0-1 0 0,0 0 1 0 0,0 0 0 0 0,0 0 0 0 0,0 0-1 0 0,0 1 1 0 0,1-1 0 0 0,-1 0 0 0 0,0 0-1 0 0,0 0 1 0 0,0 0 0 0 0,0 0 0 0 0,0 1-1 0 0,0-1 1 0 0,0 0 0 0 0,0 0 0 0 0,0 0 0 0 0,0 0-1 0 0,0 1 1 0 0,1-1 0 0 0,-1 0 0 0 0,0 0-1 0 0,0 0 1 0 0,0 0 0 0 0,0 1 0 0 0,0-1-1 0 0,0 0 1 0 0,0 0 0 0 0,0 0 0 0 0,-1 0-1 0 0,1 1 1 0 0,0-1 0 0 0,0 0 0 0 0,0 0-1 0 0,0 0 1 0 0,0 0 0 0 0,0 1 0 0 0,0-1-1 0 0,0 0 1 0 0,0 0 0 0 0,0 0 0 0 0,-1 0-1 0 0,1 0 1 0 0,0 1 0 0 0,0-1 0 0 0,0 0 0 0 0,0 0-1 0 0,0 0 1 0 0,-1 0 0 0 0,1 0 0 0 0,0 0-1 0 0,22 7 188 0 0,-24-7-192 0 0,1 0 10 0 0,0 1 0 0 0,0-1 0 0 0,-1 0 1 0 0,1-1-1 0 0,0 1 0 0 0,0 0 0 0 0,-1 0 0 0 0,1 0 0 0 0,0-1 0 0 0,0 1 0 0 0,-1 0 0 0 0,1-1 0 0 0,-2-1 0 0 0,2 1 15 0 0,1 0-1 0 0,-1 0 0 0 0,0 0 0 0 0,0-1 1 0 0,1 1-1 0 0,-1 0 0 0 0,1-1 1 0 0,-1 1-1 0 0,1-1 0 0 0,0 1 1 0 0,-1-1-1 0 0,1 1 0 0 0,0 0 0 0 0,0-1 1 0 0,0 1-1 0 0,0-1 0 0 0,0-1 1 0 0,1-1 9 0 0,-1-1 0 0 0,0 1 0 0 0,1 0 0 0 0,0 0 0 0 0,0-1 1 0 0,0 1-1 0 0,0 0 0 0 0,1 0 0 0 0,0 0 0 0 0,-1 0 1 0 0,2 0-1 0 0,3-5 0 0 0,2-5 5 0 0,-7 12-20 0 0,0 0 0 0 0,-1-1 0 0 0,1 1 0 0 0,0 0 0 0 0,-1-1-1 0 0,1 1 1 0 0,-1-1 0 0 0,0 1 0 0 0,0-1 0 0 0,0-2 0 0 0,0 3 0 0 0,0-1 0 0 0,0 1 0 0 0,0 0 0 0 0,1 0 0 0 0,-1 0 0 0 0,0-1 0 0 0,1 1 0 0 0,-1 0 0 0 0,1 0 0 0 0,2-3 0 0 0,0-2-4 0 0,2 0 0 0 0,-1 0 0 0 0,1 1 0 0 0,0 0 0 0 0,0 0 0 0 0,0 1 0 0 0,13-11 0 0 0,-14 14-10 0 0,0-1 0 0 0,0 1 0 0 0,0 0 0 0 0,1 0 0 0 0,-1 1 0 0 0,1-1 0 0 0,-1 1 0 0 0,1 0 0 0 0,-1 0 0 0 0,1 0 0 0 0,0 1 0 0 0,-1 0 0 0 0,1-1 0 0 0,0 2 0 0 0,-1-1 0 0 0,1 1 0 0 0,5 0 0 0 0,0 1-1 0 0,-4-1 3 0 0,0 0 0 0 0,0 0 0 0 0,-1 1 0 0 0,1-1 0 0 0,0 1 0 0 0,-1 1 0 0 0,1-1 0 0 0,-1 1 0 0 0,0 0 0 0 0,0 0 0 0 0,0 0 0 0 0,0 1 0 0 0,6 6 0 0 0,109 108 184 0 0,-113-110-193 0 0,17 19-76 0 0,-23-26 80 0 0,-1-1 0 0 0,1 1 0 0 0,-1-1 0 0 0,1 1 1 0 0,-1 0-1 0 0,1-1 0 0 0,-1 1 0 0 0,0 0 0 0 0,1-1 0 0 0,-1 1 1 0 0,0 0-1 0 0,0-1 0 0 0,1 1 0 0 0,-1 0 0 0 0,0 0 0 0 0,0-1 1 0 0,0 1-1 0 0,0 0 0 0 0,0 0 0 0 0,0-1 0 0 0,0 1 1 0 0,0 0-1 0 0,-1 0 0 0 0,1-1 0 0 0,0 1 0 0 0,0 0 0 0 0,0-1 1 0 0,-1 1-1 0 0,1 0 0 0 0,0-1 0 0 0,-1 1 0 0 0,1 0 0 0 0,-2 0 1 0 0,-10 9 108 0 0,-1-2 1 0 0,-21 11 0 0 0,16-9 2 0 0,12-6-22 0 0,0-1 0 0 0,0 1 1 0 0,-1-1-1 0 0,1-1 0 0 0,-1 1 1 0 0,-8 1-1 0 0,7-2-23 0 0,-27 6 361 0 0,0-2-1 0 0,0-1 1 0 0,-1-1 0 0 0,-38-2 0 0 0,63-3-610 0 0,0-1 0 0 0,1 0-1 0 0,-1 0 1 0 0,1-1 0 0 0,0-1 0 0 0,0 0 0 0 0,-10-5 0 0 0,19 7-20 0 0,0 0 1 0 0,0 0-1 0 0,0 0 0 0 0,1-1 0 0 0,-1 1 1 0 0,0 0-1 0 0,1 0 0 0 0,0-1 0 0 0,-1 1 1 0 0,1 0-1 0 0,0 0 0 0 0,0-1 1 0 0,0 1-1 0 0,0 0 0 0 0,1-1 0 0 0,-1 1 1 0 0,1 0-1 0 0,-1 0 0 0 0,1 0 0 0 0,0-1 1 0 0,0 1-1 0 0,1-2 0 0 0,7-4-999 0 0,0 0 0 0 0,0 1 0 0 0,1 0-1 0 0,0 0 1 0 0,0 1 0 0 0,0 1 0 0 0,1-1 0 0 0,0 2 0 0 0,0-1-1 0 0,14-2 1 0 0,41-12-3665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52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49 480 0 0,'0'-36'4402'0'0,"0"24"2321"0"0,32 33-4802 0 0,33 39 1201 0 0,66 38-81 0 0,-66-23-1920 0 0,1-19-1041 0 0,-34-9-160 0 0,1-13 80 0 0,0 1-801 0 0,-33-8-800 0 0,32-12-2240 0 0,-32-9-3042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52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 2961 0 0,'0'0'6964'0'0,"0"-7"-2242"0"0,33 7-3202 0 0,0-14-399 0 0,-1 8-481 0 0,34-21-880 0 0,32-15-2801 0 0,32-27-5123 0 0,-32 20 1841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53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64 2401 0 0,'0'-56'9231'0'0,"0"55"-9197"0"0,0 1-1 0 0,0 0 1 0 0,0-1 0 0 0,0 1 0 0 0,0-1-1 0 0,1 1 1 0 0,-1 0 0 0 0,0-1-1 0 0,0 1 1 0 0,1 0 0 0 0,-1 0-1 0 0,0-1 1 0 0,1 1 0 0 0,-1 0 0 0 0,0 0-1 0 0,1-1 1 0 0,-1 1 0 0 0,0 0-1 0 0,1 0 1 0 0,-1 0 0 0 0,0-1 0 0 0,1 1-1 0 0,-1 0 1 0 0,1 0 0 0 0,-1 0-1 0 0,0 0 1 0 0,1 0 0 0 0,-1 0 0 0 0,1 0-1 0 0,-1 0 1 0 0,1 0 0 0 0,17 0 127 0 0,-14 0 0 0 0,6 1-57 0 0,0 0 0 0 0,0 0 0 0 0,0 1 1 0 0,0 0-1 0 0,0 1 0 0 0,-1 0 0 0 0,1 1 1 0 0,-1 0-1 0 0,0 0 0 0 0,0 1 1 0 0,14 10-1 0 0,-9-5-8 0 0,0 2 0 0 0,0-1 0 0 0,-1 2 0 0 0,-1 0 0 0 0,15 19 0 0 0,-22-25-20 0 0,-1-1 1 0 0,0 1-1 0 0,0-1 1 0 0,-1 1-1 0 0,0 0 0 0 0,0 0 1 0 0,0 1-1 0 0,2 13 0 0 0,-3-3 134 0 0,0 0-1 0 0,-2 25 0 0 0,0-32-163 0 0,0-9-11 0 0,0-1 1 0 0,1 1-1 0 0,-1 0 0 0 0,0-1 1 0 0,0 1-1 0 0,1-1 1 0 0,-1 1-1 0 0,1-1 0 0 0,-1 0 1 0 0,1 1-1 0 0,0-1 1 0 0,0 1-1 0 0,-1-1 0 0 0,1 0 1 0 0,0 0-1 0 0,0 1 1 0 0,0-1-1 0 0,0 0 0 0 0,1 0 1 0 0,-1 0-1 0 0,3 2 1 0 0,-1 1 267 0 0,-18 0-51 0 0,9-3 161 0 0,6-2-383 0 0,-1 0 1 0 0,0 0-1 0 0,0 0 0 0 0,0 0 0 0 0,0 0 1 0 0,0 1-1 0 0,-1-1 0 0 0,1 0 0 0 0,0 1 1 0 0,0-1-1 0 0,0 0 0 0 0,-1 1 0 0 0,1-1 1 0 0,0 1-1 0 0,-1 0 0 0 0,1-1 0 0 0,0 1 0 0 0,-1 0 1 0 0,-1 0-1 0 0,1 0 46 0 0,-29-10 117 0 0,0 1 0 0 0,-1 2 1 0 0,0 1-1 0 0,0 2 1 0 0,-38-1-1 0 0,51 5-155 0 0,1 0 0 0 0,-1 1-1 0 0,1 1 1 0 0,0 0 0 0 0,-21 6 0 0 0,36-7-13 0 0,1 0 1 0 0,-1 0-1 0 0,1-1 1 0 0,-1 2-1 0 0,1-1 0 0 0,-1 0 1 0 0,1 0-1 0 0,0 1 1 0 0,-4 2-1 0 0,5-3-5 0 0,1 0-1 0 0,-1-1 1 0 0,1 1-1 0 0,-1 0 1 0 0,1 0 0 0 0,-1-1-1 0 0,1 1 1 0 0,-1 0-1 0 0,1 0 1 0 0,0 0-1 0 0,-1 0 1 0 0,1 0 0 0 0,0 0-1 0 0,0-1 1 0 0,0 1-1 0 0,-1 0 1 0 0,1 0-1 0 0,0 0 1 0 0,1 1-1 0 0,0 3 67 0 0,0-1 0 0 0,1 0 0 0 0,0 0 0 0 0,0 0-1 0 0,0 0 1 0 0,0 0 0 0 0,1 0 0 0 0,5 6-1 0 0,-2-2 5 0 0,-2-1-9 0 0,1-1 1 0 0,1 0-1 0 0,-1-1 0 0 0,1 1 0 0 0,0-1 1 0 0,1 0-1 0 0,-1 0 0 0 0,1-1 0 0 0,0 0 0 0 0,0 0 1 0 0,0-1-1 0 0,12 4 0 0 0,7 1 41 0 0,1-2 1 0 0,40 5-1 0 0,-45-8-77 0 0,49 7-266 0 0,75-1 1 0 0,-130-9-725 0 0,1-1-1 0 0,-1 0 1 0 0,0-2 0 0 0,0 0-1 0 0,-1-1 1 0 0,1 0-1 0 0,29-13 1 0 0,-41 15 157 0 0,-1 0-1 0 0,1 0 1 0 0,0-1-1 0 0,-1 1 1 0 0,0-1 0 0 0,1 0-1 0 0,-1 0 1 0 0,-1 0 0 0 0,6-6-1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54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701 179 800 0 0,'-65'-27'6043'0'0,"41"21"-4711"0"0,14 3-717 0 0,-1 1 1 0 0,0 0-1 0 0,0 0 0 0 0,1 1 1 0 0,-1 0-1 0 0,0 1 0 0 0,0 1 1 0 0,-20 2-1 0 0,-29 6 507 0 0,-87 16 717 0 0,5 11-651 0 0,127-33-1020 0 0,0 1 0 0 0,-20 8 0 0 0,31-10-78 0 0,0 0-1 0 0,-1 0 1 0 0,1 0-1 0 0,0 0 1 0 0,0 1-1 0 0,0-1 0 0 0,0 1 1 0 0,1 0-1 0 0,-1 1 1 0 0,1-1-1 0 0,0 0 1 0 0,-5 8-1 0 0,2-2 243 0 0,2-3-163 0 0,1 1-1 0 0,-1 0 0 0 0,1 0 0 0 0,-4 11 1 0 0,11-9-107 0 0,0 0 0 0 0,1 0 1 0 0,-1-1-1 0 0,1 0 0 0 0,1 0 0 0 0,0 0 1 0 0,0-1-1 0 0,9 9 0 0 0,0-2-9 0 0,0-1-1 0 0,1 0 1 0 0,1-1 0 0 0,0-1-1 0 0,1-1 1 0 0,0 0 0 0 0,0-1-1 0 0,39 12 1 0 0,-19-9-51 0 0,0-3-1 0 0,1-1 1 0 0,73 6-1 0 0,-84-13-144 0 0,0-1-1 0 0,0-1 1 0 0,41-6-1 0 0,-56 4-3 0 0,0 1 1 0 0,0-2-1 0 0,0 0 0 0 0,-1 0 1 0 0,1-1-1 0 0,-1-1 0 0 0,-1 0 1 0 0,1 0-1 0 0,17-14 0 0 0,-27 19 118 0 0,1-2-31 0 0,0 1 0 0 0,0-1-1 0 0,0 0 1 0 0,0 0 0 0 0,0 0-1 0 0,3-6 1 0 0,-5 8 43 0 0,0-1 0 0 0,-1 0 0 0 0,1 0 0 0 0,-1 0 0 0 0,1 0 0 0 0,-1 1 0 0 0,0-1 0 0 0,1 0 0 0 0,-1 0 0 0 0,0 0 0 0 0,0 0 0 0 0,0 0 0 0 0,-1 0 0 0 0,1 0 1 0 0,0 0-1 0 0,-1 1 0 0 0,1-1 0 0 0,-2-3 0 0 0,-6-14 31 0 0,0 1 1 0 0,-2 1-1 0 0,0-1 1 0 0,0 2-1 0 0,-2-1 1 0 0,0 1-1 0 0,-1 1 1 0 0,-1 0-1 0 0,0 1 1 0 0,0 1-1 0 0,-2 0 1 0 0,0 1-1 0 0,-34-20 1 0 0,27 19 104 0 0,-2 2 1 0 0,1 0 0 0 0,-2 1 0 0 0,1 1 0 0 0,-1 2-1 0 0,0 0 1 0 0,-1 2 0 0 0,0 1 0 0 0,-49-1-1 0 0,66 5 38 0 0,-1 1-1 0 0,0 0 0 0 0,-12 4 0 0 0,13-3-20 0 0,10-2-119 0 0,-1 0 0 0 0,1 0 0 0 0,0 1 1 0 0,-1-1-1 0 0,1 0 0 0 0,0 0 0 0 0,-1 0 0 0 0,1 0 1 0 0,0 1-1 0 0,0-1 0 0 0,-1 0 0 0 0,1 0 0 0 0,0 0 1 0 0,0 1-1 0 0,-1-1 0 0 0,1 0 0 0 0,0 1 0 0 0,0-1 1 0 0,0 0-1 0 0,-1 0 0 0 0,1 1 0 0 0,0-1 1 0 0,0 0-1 0 0,0 1 0 0 0,0-1 0 0 0,0 0 0 0 0,0 1 1 0 0,0-1-1 0 0,0 0 0 0 0,0 1 0 0 0,0-1 0 0 0,0 0 1 0 0,0 1-1 0 0,0-1 0 0 0,0 0 0 0 0,0 1 1 0 0,0-1-1 0 0,0 0 0 0 0,0 1 0 0 0,0-1 0 0 0,0 0 1 0 0,1 1-1 0 0,-1-1 0 0 0,0 0 0 0 0,0 1 0 0 0,0-1 1 0 0,1 0-1 0 0,-1 0 0 0 0,0 1 0 0 0,0-1 0 0 0,1 0 1 0 0,-1 0-1 0 0,0 1 0 0 0,0-1 0 0 0,1 0 1 0 0,-1 0-1 0 0,0 0 0 0 0,1 0 0 0 0,-1 0 0 0 0,0 1 1 0 0,1-1-1 0 0,106 10 160 0 0,-18 1-194 0 0,-15-3-190 0 0,0 4 0 0 0,-1 3 1 0 0,113 39-1 0 0,-165-48 153 0 0,0 2 1 0 0,-1 0 0 0 0,0 1-1 0 0,0 2 1 0 0,-1 0 0 0 0,-1 0-1 0 0,1 2 1 0 0,-2 1 0 0 0,0 0-1 0 0,-1 1 1 0 0,0 0 0 0 0,21 29-1 0 0,7 24-66 0 0,-36-56 112 0 0,-2-6 41 0 0,-1 1-1 0 0,0 0 1 0 0,0 0-1 0 0,-1 1 1 0 0,1 0-1 0 0,-2 0 1 0 0,1 0-1 0 0,-1 0 1 0 0,0 0 0 0 0,-1 1-1 0 0,0-1 1 0 0,0 1-1 0 0,-1-1 1 0 0,1 17-1 0 0,-2 5 291 0 0,0-6 520 0 0,-4 46-1 0 0,3-62-613 0 0,-1 1 0 0 0,0-1 0 0 0,0 1 0 0 0,-1-1 0 0 0,0 0 0 0 0,-1 0 0 0 0,0 0 0 0 0,-10 14 0 0 0,9-15-76 0 0,-31 45 1778 0 0,-80 86 0 0 0,102-125-1749 0 0,-1-1-1 0 0,0-1 0 0 0,0-1 1 0 0,-1 0-1 0 0,0-1 1 0 0,-1-1-1 0 0,0 0 1 0 0,0-1-1 0 0,-1-1 1 0 0,-22 4-1 0 0,28-7-172 0 0,-1 0 1 0 0,1-1-1 0 0,-1-1 0 0 0,0 0 0 0 0,0-1 0 0 0,0 0 1 0 0,1-1-1 0 0,-1-1 0 0 0,0 0 0 0 0,1 0 0 0 0,-1-1 1 0 0,1-1-1 0 0,0 0 0 0 0,-19-10 0 0 0,26 11 4 0 0,0 0 0 0 0,1 0 0 0 0,0-1 0 0 0,0 0-1 0 0,0 0 1 0 0,0 0 0 0 0,0 0 0 0 0,1-1 0 0 0,0 1-1 0 0,0-1 1 0 0,0 0 0 0 0,1 0 0 0 0,-1 0 0 0 0,1 0-1 0 0,0 0 1 0 0,1-1 0 0 0,-1 1 0 0 0,1 0 0 0 0,0-1-1 0 0,0 1 1 0 0,1-1 0 0 0,0 0 0 0 0,0 1 0 0 0,1-7 0 0 0,2 2-15 0 0,1 0 1 0 0,0 0-1 0 0,1 0 1 0 0,0 1-1 0 0,1 0 1 0 0,0 0-1 0 0,0 0 1 0 0,15-15-1 0 0,104-112-972 0 0,211-176 1 0 0,-202 201-3076 0 0,162-102 1 0 0,-258 188 2771 0 0,86-60-7945 0 0,-91 60 1125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56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0 7283 0 0,'0'15'4322'0'0,"-32"0"-2881"0"0,32-3-1041 0 0,0 23-80 0 0,-33 67 1041 0 0,33-4 320 0 0,-33-17-321 0 0,33-4-239 0 0,0-8-161 0 0,-32 5-480 0 0,32-11-239 0 0,0-7-401 0 0,-33-23-1121 0 0,33-18-960 0 0,0-30-1121 0 0,0 3-2080 0 0,0-17-961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57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1 218 3282 0 0,'0'-11'1097'0'0,"0"1"0"0"0,0 0 0 0 0,1-1 0 0 0,0 1 0 0 0,1 0 1 0 0,0 0-1 0 0,1 0 0 0 0,5-12 0 0 0,-5 16-811 0 0,0 1 1 0 0,1 0-1 0 0,-1 0 0 0 0,1 0 0 0 0,0 1 0 0 0,1-1 1 0 0,-1 1-1 0 0,1 0 0 0 0,0 0 0 0 0,0 1 0 0 0,0-1 1 0 0,0 1-1 0 0,1 0 0 0 0,-1 1 0 0 0,1-1 0 0 0,9-2 1 0 0,31-8 740 0 0,93-14 0 0 0,-113 25-802 0 0,1 1 0 0 0,0 1 1 0 0,-1 1-1 0 0,1 2 0 0 0,-1 0 1 0 0,1 2-1 0 0,-1 1 0 0 0,34 12 0 0 0,-54-16-153 0 0,22 6 263 0 0,-1 2 0 0 0,50 23 0 0 0,-69-29-240 0 0,-1 1 0 0 0,0 0 0 0 0,0 0 0 0 0,-1 0 0 0 0,1 1 0 0 0,6 8 0 0 0,-10-11-29 0 0,0 0-1 0 0,-1 1 0 0 0,0-1 1 0 0,0 1-1 0 0,0-1 0 0 0,0 1 0 0 0,-1 0 1 0 0,0-1-1 0 0,1 1 0 0 0,-1 0 1 0 0,0 0-1 0 0,-1 0 0 0 0,1 0 0 0 0,-1 5 1 0 0,0-6-14 0 0,0 0 1 0 0,0-1-1 0 0,-1 1 0 0 0,1 0 1 0 0,-1 0-1 0 0,0 0 1 0 0,1-1-1 0 0,-1 1 0 0 0,-1 0 1 0 0,1-1-1 0 0,0 1 1 0 0,-1-1-1 0 0,1 1 0 0 0,-1-1 1 0 0,1 0-1 0 0,-1 0 1 0 0,0 0-1 0 0,0 0 0 0 0,0 0 1 0 0,-1 0-1 0 0,1 0 1 0 0,0-1-1 0 0,-1 1 0 0 0,1-1 1 0 0,-1 1-1 0 0,1-1 1 0 0,-1 0-1 0 0,-4 1 0 0 0,-8 6 163 0 0,-14 8-68 0 0,0-2-1 0 0,-1 0 1 0 0,-1-2 0 0 0,0-2-1 0 0,-1-1 1 0 0,0-1 0 0 0,-42 5 0 0 0,39-10-499 0 0,0-1-1 0 0,-50-3 1 0 0,51-3-2114 0 0,-39-9-1 0 0,19-3-4136 0 0,53 16 6285 0 0,1-1 1 0 0,-1 1-1 0 0,0 0 0 0 0,0-1 0 0 0,1 1 0 0 0,-1-1 0 0 0,1 1 0 0 0,-1-1 1 0 0,0 0-1 0 0,1 1 0 0 0,-1-1 0 0 0,1 1 0 0 0,0-1 0 0 0,-1 0 1 0 0,1 0-1 0 0,-1 1 0 0 0,1-1 0 0 0,0 0 0 0 0,0 0 0 0 0,-1 1 0 0 0,1-1 1 0 0,0 0-1 0 0,0 0 0 0 0,0 0 0 0 0,0 1 0 0 0,0-1 0 0 0,0 0 1 0 0,0-1-1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57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35 384 1281 0 0,'0'-1'212'0'0,"1"0"1"0"0,-1-1-1 0 0,0 1 1 0 0,0 0-1 0 0,0 0 0 0 0,0 0 1 0 0,0 0-1 0 0,0 0 1 0 0,0 0-1 0 0,-1 0 1 0 0,1 0-1 0 0,0 0 1 0 0,0 0-1 0 0,-1 0 1 0 0,1 0-1 0 0,-1 0 1 0 0,1 0-1 0 0,-1 0 1 0 0,1 0-1 0 0,-1 1 1 0 0,0-1-1 0 0,1 0 1 0 0,-1 0-1 0 0,0 0 1 0 0,0 1-1 0 0,0-1 1 0 0,1 0-1 0 0,-1 1 1 0 0,0-1-1 0 0,0 1 1 0 0,0-1-1 0 0,0 1 0 0 0,-2-1 1 0 0,-7-4 846 0 0,9 3-715 0 0,0 0-1 0 0,0 0 1 0 0,0 1-1 0 0,0-1 0 0 0,1 0 1 0 0,-1 0-1 0 0,1 0 0 0 0,-1-1 1 0 0,1 1-1 0 0,0 0 1 0 0,-1 0-1 0 0,1 0 0 0 0,0 0 1 0 0,1 0-1 0 0,-1 0 0 0 0,1-4 1 0 0,0-4 515 0 0,-1-118 3996 0 0,0 122-4752 0 0,0 0 0 0 0,1 1 0 0 0,-1-1 0 0 0,1 1 1 0 0,1-1-1 0 0,-1 1 0 0 0,1 0 0 0 0,0-1 0 0 0,0 1 0 0 0,1 0 0 0 0,3-7 0 0 0,1 1-6 0 0,-1-1 4 0 0,-5 9-76 0 0,1 0 0 0 0,-1-1 0 0 0,1 1 1 0 0,0 0-1 0 0,0 0 0 0 0,0 0 0 0 0,1 0 0 0 0,-1 0 1 0 0,1 1-1 0 0,0-1 0 0 0,-1 1 0 0 0,1 0 1 0 0,6-4-1 0 0,1 1-1 0 0,0 0 0 0 0,1 0 0 0 0,-1 1 0 0 0,1 0 0 0 0,0 1 0 0 0,0 0 0 0 0,0 1 0 0 0,1 1 0 0 0,-1-1 0 0 0,19 1 0 0 0,-13 2-18 0 0,0 0 0 0 0,-1 1 0 0 0,0 0 0 0 0,1 1 0 0 0,-1 1 1 0 0,30 12-1 0 0,-43-15 1 0 0,-1 0 1 0 0,0 0-1 0 0,0 0 1 0 0,0 0-1 0 0,0 0 1 0 0,0 1-1 0 0,0-1 1 0 0,0 1-1 0 0,0-1 1 0 0,0 1-1 0 0,-1 0 1 0 0,1 0-1 0 0,-1 0 0 0 0,1 0 1 0 0,-1 0-1 0 0,0 0 1 0 0,2 4-1 0 0,-2-1 29 0 0,1 0-1 0 0,-2 1 1 0 0,1-1-1 0 0,0 0 1 0 0,-1 0-1 0 0,-1 7 0 0 0,1-3 9 0 0,0-6-20 0 0,0-1 0 0 0,0 1 0 0 0,0-1 0 0 0,-1 1 0 0 0,1-1-1 0 0,-1 1 1 0 0,1-1 0 0 0,-1 0 0 0 0,0 1 0 0 0,0-1-1 0 0,0 0 1 0 0,0 0 0 0 0,-1 0 0 0 0,1 0 0 0 0,-1 0-1 0 0,1 0 1 0 0,-1 0 0 0 0,1 0 0 0 0,-1 0 0 0 0,0-1 0 0 0,0 1-1 0 0,0-1 1 0 0,0 1 0 0 0,-4 1 0 0 0,-3 1 103 0 0,-1-1 1 0 0,1 1-1 0 0,0-2 0 0 0,-20 4 1 0 0,2-1 480 0 0,4-2 569 0 0,3-5-660 0 0,18 2-496 0 0,1 1-20 0 0,0-1 0 0 0,0 0 0 0 0,0 0-1 0 0,0 0 1 0 0,0 0 0 0 0,0 1 0 0 0,0-2 0 0 0,0 1-1 0 0,-1 0 1 0 0,1 0 0 0 0,0 0 0 0 0,0 0 0 0 0,0-1-1 0 0,0 1 1 0 0,0 0 0 0 0,0-1 0 0 0,0 1 0 0 0,0-1-1 0 0,0 1 1 0 0,0-1 0 0 0,1 0 0 0 0,-1 1 0 0 0,-2-3-1 0 0,9 1-80 0 0,13-2 24 0 0,1-1 11 0 0,39-3 0 0 0,-35 7 1 0 0,0 2 0 0 0,1 0 0 0 0,-1 1 0 0 0,26 6 0 0 0,-36-5 5 0 0,1 1-1 0 0,-1 0 1 0 0,1 1 0 0 0,-1 1 0 0 0,-1 0 0 0 0,1 1-1 0 0,23 16 1 0 0,-34-21 50 0 0,1 1-1 0 0,-1 0 1 0 0,0 0 0 0 0,0 1 0 0 0,0-1-1 0 0,0 1 1 0 0,-1-1 0 0 0,1 1-1 0 0,3 7 1 0 0,-6-9 7 0 0,1-1-1 0 0,0 1 1 0 0,-1 0-1 0 0,1 0 1 0 0,-1-1 0 0 0,0 1-1 0 0,1 0 1 0 0,-1 0-1 0 0,0 0 1 0 0,0-1 0 0 0,0 1-1 0 0,-1 0 1 0 0,1 0-1 0 0,0-1 1 0 0,-1 1 0 0 0,1 0-1 0 0,-1 0 1 0 0,1-1-1 0 0,-1 1 1 0 0,0 0 0 0 0,0-1-1 0 0,0 1 1 0 0,0-1-1 0 0,-1 2 1 0 0,-4 3 65 0 0,0-2 0 0 0,0 1-1 0 0,-1-1 1 0 0,0 0 0 0 0,1 0 0 0 0,-1-1 0 0 0,-1 0 0 0 0,1 0-1 0 0,0 0 1 0 0,-9 1 0 0 0,-86 17 700 0 0,60-14-910 0 0,0-3 1 0 0,-1-1-1 0 0,-59-3 0 0 0,88-1-618 0 0,-1 0 0 0 0,0-1 0 0 0,0-1 0 0 0,1 0 0 0 0,-1-1 0 0 0,-22-9 0 0 0,35 12 362 0 0,-1 0 1 0 0,1 0-1 0 0,0-1 1 0 0,-1 1 0 0 0,1-1-1 0 0,0 1 1 0 0,0-1-1 0 0,0 0 1 0 0,0 0 0 0 0,0 0-1 0 0,1 0 1 0 0,-1 0-1 0 0,1 0 1 0 0,-3-5 0 0 0,2 2-1017 0 0,1 0 0 0 0,0 0 0 0 0,0-1 1 0 0,0 1-1 0 0,1 0 0 0 0,0-10 0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58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9 2401 0 0,'-33'0'4162'0'0,"33"-9"2321"0"0,-33 9-2321 0 0,66 0-1361 0 0,0 0-1920 0 0,-1 0-161 0 0,1 0-320 0 0,32 0-240 0 0,1 0-400 0 0,-1 0-961 0 0,0 9-1520 0 0,-6-9-1761 0 0,-26 6-560 0 0,-1 0 320 0 0</inkml:trace>
  <inkml:trace contextRef="#ctx0" brushRef="#br0" timeOffset="1">65 194 7924 0 0,'-32'6'8804'0'0,"-1"-6"-3202"0"0,66-13-4561 0 0,-1 5-321 0 0,1-4-80 0 0,32 3-79 0 0,33-3-81 0 0,98 4-1201 0 0,59 8-4881 0 0,-59 14-9445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02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98 317 1040 0 0,'1'-10'5345'0'0,"0"8"-4807"0"0,-1-1 0 0 0,0 0 0 0 0,1 1 0 0 0,-1-1 0 0 0,0 1 0 0 0,0-1 0 0 0,-1 0 0 0 0,1 1 0 0 0,0-1 0 0 0,-1 1 0 0 0,0-1 0 0 0,1 1 1 0 0,-1-1-1 0 0,0 1 0 0 0,-2-4 0 0 0,-19-7 462 0 0,21 12-896 0 0,0-1 1 0 0,0 0-1 0 0,0 1 0 0 0,1-1 0 0 0,-1 0 1 0 0,0 0-1 0 0,1 1 0 0 0,-1-1 1 0 0,1 0-1 0 0,0 0 0 0 0,-1 0 0 0 0,1 0 1 0 0,0 0-1 0 0,0 0 0 0 0,0 1 1 0 0,1-1-1 0 0,-1 0 0 0 0,1-3 0 0 0,0-1 156 0 0,-1 2-155 0 0,0-1 0 0 0,0 1 0 0 0,1 0 0 0 0,0-1 1 0 0,0 1-1 0 0,0 0 0 0 0,1-1 0 0 0,-1 1 0 0 0,1 0 0 0 0,0 0 0 0 0,0 0 0 0 0,4-4 0 0 0,2-6 63 0 0,-6 8-48 0 0,0 0 0 0 0,-1 0 0 0 0,0-1 0 0 0,0 1 0 0 0,0 0 0 0 0,-1 0 0 0 0,1-1-1 0 0,-2 1 1 0 0,-1-12 0 0 0,1-4 429 0 0,1 20-475 0 0,0-1 1 0 0,0 1-1 0 0,0 0 1 0 0,0-1-1 0 0,0 1 1 0 0,0 0-1 0 0,1-1 1 0 0,-1 1-1 0 0,1 0 1 0 0,0 0-1 0 0,1-5 1 0 0,-1 7-50 0 0,0-1 1 0 0,0 0 0 0 0,1 1 0 0 0,-1-1 0 0 0,0 1 0 0 0,0-1 0 0 0,0 1 0 0 0,0 0 0 0 0,0-1 0 0 0,1 1 0 0 0,-1 0 0 0 0,0 0 0 0 0,0 0-1 0 0,1 0 1 0 0,-1 0 0 0 0,0 0 0 0 0,1 0 0 0 0,-1 1 8 0 0,0-1-1 0 0,-1 1 1 0 0,1-1-1 0 0,-1 1 1 0 0,1-1-1 0 0,-1 1 1 0 0,1 0-1 0 0,-1-1 0 0 0,0 1 1 0 0,1-1-1 0 0,-1 1 1 0 0,0 0-1 0 0,1-1 1 0 0,-1 1-1 0 0,0 0 1 0 0,0 0-1 0 0,0-1 1 0 0,0 1-1 0 0,0 0 1 0 0,0-1-1 0 0,0 1 1 0 0,0 0-1 0 0,0 0 1 0 0,0-1-1 0 0,0 1 1 0 0,0 0-1 0 0,0-1 1 0 0,0 1-1 0 0,-1 1 1 0 0,1 0 95 0 0,0 287 1085 0 0,0-286-1204 0 0,0 0 0 0 0,-1 0 0 0 0,1 0 0 0 0,-1 0 0 0 0,0 0 0 0 0,0 0 0 0 0,0 0 0 0 0,0 0 1 0 0,0 0-1 0 0,0 0 0 0 0,-1 0 0 0 0,0-1 0 0 0,1 1 0 0 0,-4 3 0 0 0,-4 8 39 0 0,-2 12-36 0 0,0-14-50 0 0,10-11 32 0 0,-1 1 1 0 0,1-1 0 0 0,0 0-1 0 0,-1 1 1 0 0,1 0 0 0 0,0-1-1 0 0,0 1 1 0 0,0 0 0 0 0,0-1-1 0 0,0 1 1 0 0,1 0 0 0 0,-1 0-1 0 0,0 0 1 0 0,1 0 0 0 0,-1 0-1 0 0,1 0 1 0 0,0-1 0 0 0,0 4-1 0 0,0-3 15 0 0,0-1-1 0 0,0 0 1 0 0,0 1-1 0 0,-1-1 0 0 0,1 1 1 0 0,0-1-1 0 0,-1 0 1 0 0,1 0-1 0 0,0 1 1 0 0,-1-1-1 0 0,0 0 0 0 0,1 0 1 0 0,-1 1-1 0 0,0-1 1 0 0,1 0-1 0 0,-1 0 0 0 0,0 0 1 0 0,0 0-1 0 0,0 0 1 0 0,0 0-1 0 0,0 0 1 0 0,0 0-1 0 0,0-1 0 0 0,0 1 1 0 0,-2 0-1 0 0,2 0 2 0 0,0 0 0 0 0,0-1 0 0 0,0 1 0 0 0,0-1 0 0 0,0 1 0 0 0,1 0 0 0 0,-1 0 0 0 0,0 0 0 0 0,0-1 0 0 0,0 1 0 0 0,1 0 0 0 0,-1 0 0 0 0,1 0 0 0 0,-1 0 0 0 0,0 0 0 0 0,1 0 0 0 0,0 0 0 0 0,-1 0 0 0 0,1 0 0 0 0,0 1 0 0 0,-1-1 0 0 0,1 0 0 0 0,0 0 0 0 0,0 2 1 0 0,0-2-10 0 0,0-1 1 0 0,0 0 0 0 0,0 1 0 0 0,0-1-1 0 0,0 1 1 0 0,0-1 0 0 0,0 0 0 0 0,0 1-1 0 0,0-1 1 0 0,0 0 0 0 0,0 1 0 0 0,-1-1-1 0 0,1 1 1 0 0,0-1 0 0 0,0 0 0 0 0,0 1-1 0 0,-1-1 1 0 0,1 0 0 0 0,0 1 0 0 0,0-1-1 0 0,-1 0 1 0 0,1 0 0 0 0,0 1 0 0 0,0-1 0 0 0,-1 0-1 0 0,1 0 1 0 0,0 1 0 0 0,-1-1 0 0 0,-6 4-5 0 0,6-4 2 0 0,0 1 0 0 0,-1-1 0 0 0,1 1 0 0 0,0 0 0 0 0,0-1 0 0 0,0 1 0 0 0,0 0 0 0 0,0 0 0 0 0,0-1 0 0 0,0 1 0 0 0,0 0 0 0 0,0 0 1 0 0,0 0-1 0 0,1 0 0 0 0,-1 0 0 0 0,0 1 0 0 0,1-1 0 0 0,-1 0 0 0 0,0 0 0 0 0,1 0 0 0 0,0 1 0 0 0,-1-1 0 0 0,1 0 0 0 0,0 0 0 0 0,0 1 0 0 0,-1-1 0 0 0,1 2 1 0 0,0-2-95 0 0,0 19 241 0 0,1-19-131 0 0,-1 0 1 0 0,0 0-1 0 0,1 0 1 0 0,-1 0-1 0 0,0 1 1 0 0,1-1-1 0 0,0 0 1 0 0,-1 0-1 0 0,1 0 0 0 0,0 0 1 0 0,-1 0-1 0 0,1 0 1 0 0,0 0-1 0 0,0-1 1 0 0,0 1-1 0 0,0 0 1 0 0,0 0-1 0 0,0-1 1 0 0,0 1-1 0 0,0 0 0 0 0,0-1 1 0 0,0 1-1 0 0,0-1 1 0 0,0 1-1 0 0,0-1 1 0 0,1 0-1 0 0,-1 1 1 0 0,2-1-1 0 0,9 5 107 0 0,6 0-69 0 0,-1 0 0 0 0,31 5 0 0 0,-11-3-42 0 0,-15-3 1 0 0,1-2 0 0 0,-1 0 0 0 0,1-1 0 0 0,24-2 0 0 0,16-1-12 0 0,-38 2-10 0 0,0-2-1 0 0,-1-1 0 0 0,37-8 0 0 0,-51 9-1 0 0,0-1 0 0 0,0 0 0 0 0,-1-1 0 0 0,1 0 0 0 0,0 0 0 0 0,-1-1 0 0 0,0 0 0 0 0,0-1 0 0 0,-1 0 0 0 0,14-12 0 0 0,-21 16 11 0 0,0-1 0 0 0,1 0 0 0 0,-1 0 0 0 0,0 0 0 0 0,-1 0 0 0 0,1 0 0 0 0,0-1 0 0 0,-1 1 0 0 0,0 0 0 0 0,0 0 0 0 0,0 0 0 0 0,0 0 0 0 0,0-1 0 0 0,-2-4 0 0 0,1-11 0 0 0,1-151 14 0 0,0 170-13 0 0,0 0 0 0 0,0 0 1 0 0,0-1-1 0 0,0 1 0 0 0,0 0 1 0 0,0 0-1 0 0,0 0 0 0 0,0-1 1 0 0,0 1-1 0 0,0 0 0 0 0,1 0 1 0 0,-1 0-1 0 0,0-1 0 0 0,0 1 1 0 0,0 0-1 0 0,0 0 0 0 0,0 0 1 0 0,0 0-1 0 0,0-1 0 0 0,1 1 1 0 0,-1 0-1 0 0,0 0 0 0 0,0 0 1 0 0,0 0-1 0 0,0 0 0 0 0,1 0 1 0 0,-1-1-1 0 0,0 1 0 0 0,0 0 1 0 0,0 0-1 0 0,1 0 0 0 0,-1 0 1 0 0,0 0-1 0 0,0 0 0 0 0,0 0 1 0 0,1 0-1 0 0,-1 0 0 0 0,0 0 1 0 0,1 0-1 0 0,-1 0 1 0 0,1-1 0 0 0,0 1 0 0 0,0 0-1 0 0,0 0 1 0 0,0-1 0 0 0,0 1 0 0 0,0 0 0 0 0,-1 0 0 0 0,1 0 0 0 0,0 0 0 0 0,0 0-1 0 0,0 0 1 0 0,0 1 0 0 0,0-1 0 0 0,0 0 0 0 0,0 0 0 0 0,-1 0 0 0 0,1 1-1 0 0,0-1 1 0 0,0 1 0 0 0,0-1 0 0 0,1 2 0 0 0,-1 0 18 0 0,0 1-1 0 0,0 0 1 0 0,0-1 0 0 0,0 1 0 0 0,-1 0-1 0 0,1 0 1 0 0,-1 0 0 0 0,0 0 0 0 0,0-1 0 0 0,0 1-1 0 0,0 4 1 0 0,0 22 119 0 0,1-12-42 0 0,0 0 1 0 0,-1-1 0 0 0,-1 1 0 0 0,-1 0-1 0 0,0-1 1 0 0,-2 0 0 0 0,1 1 0 0 0,-2-1-1 0 0,0 0 1 0 0,-8 15 0 0 0,4-12 1 0 0,1 0 1 0 0,-10 35-1 0 0,12-33-56 0 0,-1 0 0 0 0,-10 21 0 0 0,4-17-44 0 0,5-12 16 0 0,1 1 0 0 0,0 0-1 0 0,1 0 1 0 0,1 0 0 0 0,0 1 0 0 0,1 0-1 0 0,0 0 1 0 0,1 0 0 0 0,0 18-1 0 0,3 30-851 0 0,0-5-3528 0 0,0-56 4173 0 0,0-1 0 0 0,0 1-1 0 0,0-1 1 0 0,0 1 0 0 0,0-1-1 0 0,1 1 1 0 0,-1-1 0 0 0,1 1-1 0 0,-1-1 1 0 0,1 0 0 0 0,-1 1-1 0 0,1-1 1 0 0,0 0 0 0 0,0 1 0 0 0,0-1-1 0 0,-1 0 1 0 0,1 0 0 0 0,1 0-1 0 0,-1 0 1 0 0,0 0 0 0 0,0 0-1 0 0,0 0 1 0 0,2 1 0 0 0,34 10-2616 0 0,-26-9 1681 0 0,54 11-5583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03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354 401 240 0 0,'-1'-1'259'0'0,"1"1"0"0"0,-1-1 1 0 0,0 1-1 0 0,0-1 0 0 0,0 1 0 0 0,0-1 0 0 0,0 1 1 0 0,0-1-1 0 0,0 1 0 0 0,0 0 0 0 0,0 0 0 0 0,0 0 1 0 0,0-1-1 0 0,0 1 0 0 0,0 0 0 0 0,0 0 0 0 0,0 0 1 0 0,0 1-1 0 0,0-1 0 0 0,0 0 0 0 0,0 0 0 0 0,0 0 1 0 0,0 1-1 0 0,0-1 0 0 0,0 1 0 0 0,-1 0 0 0 0,-36 10 1761 0 0,19-2-705 0 0,-1 1 1 0 0,2 1-1 0 0,-34 26 0 0 0,-2 1 387 0 0,22-21-1040 0 0,26-15-538 0 0,0 1-1 0 0,0 0 1 0 0,0 0-1 0 0,0 1 1 0 0,0 0-1 0 0,1 0 1 0 0,0 0-1 0 0,-10 10 1 0 0,5 14 356 0 0,5-16-318 0 0,3-7-73 0 0,-1-1 1 0 0,1 1-1 0 0,0 0 1 0 0,0 0 0 0 0,1 0-1 0 0,-1 0 1 0 0,1 0-1 0 0,0 0 1 0 0,1 1 0 0 0,-1-1-1 0 0,1 0 1 0 0,0 0-1 0 0,0 1 1 0 0,1-1-1 0 0,-1 0 1 0 0,1 0 0 0 0,2 6-1 0 0,0-4 112 0 0,0-1 0 0 0,0 0 0 0 0,1 0 0 0 0,0-1 0 0 0,0 1 0 0 0,0-1 0 0 0,1 0 0 0 0,0 0 0 0 0,0 0 0 0 0,0-1 0 0 0,1 0 0 0 0,-1 0 0 0 0,1 0 0 0 0,0 0 0 0 0,0-1 0 0 0,0 0 0 0 0,0 0 0 0 0,1-1 0 0 0,6 2 0 0 0,4 1-55 0 0,1-2 0 0 0,-1 0 0 0 0,0 0 0 0 0,1-2 0 0 0,0 0 0 0 0,21-2 1 0 0,0-3-129 0 0,-1-2 0 0 0,0-1 1 0 0,-1-2-1 0 0,0-2 0 0 0,0-2 1 0 0,-1 0-1 0 0,56-32 0 0 0,-81 39-46 0 0,-1-1 0 0 0,0 0-1 0 0,-1-1 1 0 0,1 0-1 0 0,-1 0 1 0 0,-1-1 0 0 0,0 0-1 0 0,0-1 1 0 0,-1 1 0 0 0,11-19-1 0 0,-14 19 23 0 0,0-1-1 0 0,0 1 0 0 0,-1-1 0 0 0,0 1 0 0 0,-1-1 1 0 0,0 0-1 0 0,0 0 0 0 0,-1 0 0 0 0,0 0 0 0 0,-1-1 1 0 0,0 1-1 0 0,-3-17 0 0 0,-7-21-96 0 0,-29-80 1 0 0,28 94 54 0 0,5 17 53 0 0,0 2 0 0 0,0-1 1 0 0,-2 1-1 0 0,0 0 1 0 0,-1 0-1 0 0,0 1 0 0 0,-22-26 1 0 0,22 31-9 0 0,0 0 1 0 0,-1 1-1 0 0,0 0 1 0 0,-1 0-1 0 0,1 1 1 0 0,-1 0-1 0 0,-1 1 1 0 0,1 1-1 0 0,-1 0 1 0 0,0 0 0 0 0,-17-4-1 0 0,9 6-259 0 0,1-1 0 0 0,-1 2 0 0 0,-1 1 0 0 0,1 0 0 0 0,-38 5 0 0 0,31-1-2634 0 0,-44 12 1 0 0,33-2-4455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06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0 160 0 0,'0'0'47'0'0,"0"1"0"0"0,0-1 0 0 0,0 0 0 0 0,1 0 0 0 0,-1 0 0 0 0,0 0 0 0 0,0 1 0 0 0,0-1 0 0 0,0 0 0 0 0,0 0 0 0 0,0 0 0 0 0,0 1 0 0 0,0-1 0 0 0,0 0 0 0 0,0 0 0 0 0,0 0 0 0 0,0 1 0 0 0,0-1 0 0 0,0 0 0 0 0,0 0 0 0 0,0 0 0 0 0,0 1 0 0 0,0-1 0 0 0,0 0 0 0 0,0 0 0 0 0,0 0 0 0 0,0 1 0 0 0,0-1 0 0 0,0 0 0 0 0,0 0 0 0 0,0 0 0 0 0,-1 0 0 0 0,1 1 0 0 0,0-1 0 0 0,0 0 0 0 0,0 0 0 0 0,0 0 0 0 0,0 0 0 0 0,-1 0 0 0 0,1 1 0 0 0,0-1 0 0 0,0 0 0 0 0,0 0 0 0 0,-1 0 0 0 0,1 0 0 0 0,0 0 0 0 0,0 0 0 0 0,0 0 0 0 0,-1 0 0 0 0,1 0 0 0 0,0 0 0 0 0,0 0 0 0 0,0 0 0 0 0,-1 0 0 0 0,1 0 0 0 0,0 0 0 0 0,0 0 0 0 0,0 0 0 0 0,-1 0 0 0 0,1 0 0 0 0,0 0 0 0 0,0 0 0 0 0,-1 0 97 0 0,-1 0-68 0 0,1 0 0 0 0,0 0 1 0 0,-1 0-1 0 0,1 0 1 0 0,0 1-1 0 0,-1-1 0 0 0,1 0 1 0 0,0 1-1 0 0,0-1 1 0 0,-1 1-1 0 0,1 0 0 0 0,0-1 1 0 0,0 1-1 0 0,0 0 1 0 0,-1 0-1 0 0,1-1 0 0 0,0 1 1 0 0,0 0-1 0 0,0 0 0 0 0,-1 2 1 0 0,2-2-44 0 0,0-1 0 0 0,-1 1 1 0 0,1-1-1 0 0,0 0 0 0 0,-1 1 0 0 0,1-1 0 0 0,-1 1 1 0 0,1-1-1 0 0,0 1 0 0 0,-1-1 0 0 0,1 0 1 0 0,-1 1-1 0 0,1-1 0 0 0,-1 0 0 0 0,1 0 0 0 0,-1 1 1 0 0,0-1-1 0 0,1 0 0 0 0,-1 0 0 0 0,1 0 0 0 0,-1 0 1 0 0,1 0-1 0 0,-1 0 0 0 0,0 0 0 0 0,1 0 1 0 0,-1 0-1 0 0,1 0 0 0 0,-1 0 0 0 0,0 0 0 0 0,1 0 1 0 0,-1 0-1 0 0,0-1 0 0 0,1 1 8 0 0,-1 0 0 0 0,1 0 0 0 0,-1 0-1 0 0,1 0 1 0 0,-1-1 0 0 0,0 1 0 0 0,1 0 0 0 0,-1 0-1 0 0,1 0 1 0 0,-1 0 0 0 0,1 0 0 0 0,-1 1 0 0 0,1-1-1 0 0,-1 0 1 0 0,1 0 0 0 0,-1 0 0 0 0,1 0 0 0 0,-1 1-1 0 0,1-1 1 0 0,-1 0 0 0 0,1 0 0 0 0,-1 1 0 0 0,1-1-1 0 0,-1 0 1 0 0,1 1 0 0 0,0-1 0 0 0,-1 0 0 0 0,1 1-1 0 0,-1-1 1 0 0,1 1 0 0 0,-6 2 973 0 0,-16 2 26 0 0,17-3 3269 0 0,0-1-3562 0 0,-8 1-373 0 0,0 1 42 0 0,-1 0 1 0 0,1 1 0 0 0,-22 10 0 0 0,35-13-421 0 0,-1 0 1 0 0,0 0 0 0 0,0 0-1 0 0,1 0 1 0 0,-1 1-1 0 0,1-1 1 0 0,-1 0 0 0 0,1 0-1 0 0,-1 1 1 0 0,1-1-1 0 0,0 0 1 0 0,-1 1 0 0 0,1-1-1 0 0,0 0 1 0 0,0 1-1 0 0,0-1 1 0 0,0 0 0 0 0,0 1-1 0 0,0-1 1 0 0,1 0-1 0 0,0 3 1 0 0,-1 2 11 0 0,0-4-5 0 0,0-1 0 0 0,0 1 1 0 0,0 0-1 0 0,0 0 0 0 0,-1-1 0 0 0,1 1 0 0 0,-1 0 0 0 0,1-1 0 0 0,-1 1 0 0 0,0 0 1 0 0,1-1-1 0 0,-1 1 0 0 0,0-1 0 0 0,0 1 0 0 0,0-1 0 0 0,0 1 0 0 0,0-1 1 0 0,-1 0-1 0 0,1 0 0 0 0,-2 2 0 0 0,1-2 12 0 0,1 1 1 0 0,0-1-1 0 0,-1 0 0 0 0,1 0 0 0 0,0 1 1 0 0,0-1-1 0 0,0 1 0 0 0,0-1 1 0 0,0 1-1 0 0,0-1 0 0 0,1 1 0 0 0,-1-1 1 0 0,0 1-1 0 0,1 0 0 0 0,-1-1 1 0 0,1 1-1 0 0,0 0 0 0 0,0 0 0 0 0,-1-1 1 0 0,1 4-1 0 0,0-2-5 0 0,0 0 1 0 0,0-1-1 0 0,-1 1 0 0 0,1 0 0 0 0,-1 0 1 0 0,0 0-1 0 0,0-1 0 0 0,0 1 1 0 0,0 0-1 0 0,0-1 0 0 0,0 1 0 0 0,-1-1 1 0 0,1 1-1 0 0,-4 2 0 0 0,4-3 0 0 0,-1 1 1 0 0,0-1-1 0 0,0 1 0 0 0,1-1 0 0 0,0 1 0 0 0,-1 0 0 0 0,1 0 1 0 0,0 0-1 0 0,0 0 0 0 0,1 0 0 0 0,-1 0 0 0 0,0 0 0 0 0,1 0 1 0 0,0 4-1 0 0,-1-2-16 0 0,1 0 0 0 0,-1-1-1 0 0,0 1 1 0 0,0 0 0 0 0,0-1 0 0 0,-1 1 0 0 0,0-1 0 0 0,0 1 0 0 0,0-1 0 0 0,0 0 0 0 0,-1 1 0 0 0,0-1 0 0 0,1 0-1 0 0,-8 6 1 0 0,6-4 19 0 0,-1-1 0 0 0,1 1 0 0 0,0 0 0 0 0,0 0 0 0 0,-2 8 0 0 0,-5 26 174 0 0,-13 0-95 0 0,20-36-68 0 0,1 0 0 0 0,0 0 0 0 0,1 0 1 0 0,-1 1-1 0 0,1-1 0 0 0,0 1 0 0 0,0 0 0 0 0,0-1 0 0 0,0 1 0 0 0,1 0 0 0 0,0 0 0 0 0,0 0 1 0 0,0 0-1 0 0,1 8 0 0 0,-2 12 363 0 0,2-20-340 0 0,-1 0 1 0 0,1 1-1 0 0,-1-1 0 0 0,2 0 0 0 0,-1 1 1 0 0,0-1-1 0 0,1 0 0 0 0,0 0 0 0 0,0 1 1 0 0,3 5-1 0 0,0-4-172 0 0,-4-5 72 0 0,1 0 1 0 0,0 1 0 0 0,0-1-1 0 0,0 0 1 0 0,0 0-1 0 0,0 0 1 0 0,0 0 0 0 0,1 0-1 0 0,-1 0 1 0 0,1 0 0 0 0,0-1-1 0 0,-1 1 1 0 0,1 0 0 0 0,0-1-1 0 0,0 0 1 0 0,0 1-1 0 0,0-1 1 0 0,0 0 0 0 0,0 0-1 0 0,0 0 1 0 0,0 0 0 0 0,1 0-1 0 0,-1 0 1 0 0,0-1 0 0 0,1 1-1 0 0,-1-1 1 0 0,0 0-1 0 0,1 0 1 0 0,-1 0 0 0 0,0 0-1 0 0,5 0 1 0 0,-1-1-290 0 0,50-12-2827 0 0,-52 12 2560 0 0,1 0 1 0 0,0-1-1 0 0,-1 1 1 0 0,1-1-1 0 0,-1-1 1 0 0,0 1-1 0 0,0 0 1 0 0,0-1-1 0 0,0 0 1 0 0,6-5-1 0 0,-10 7 308 0 0,1-1 0 0 0,0 1 0 0 0,0-1 0 0 0,-1 1 0 0 0,1-1 0 0 0,-1 0 0 0 0,1 1 0 0 0,-1-1 0 0 0,0 0-1 0 0,0 1 1 0 0,0-1 0 0 0,0 0 0 0 0,0-2 0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06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21 80 0 0,'-1'0'557'0'0,"-54"-2"1566"0"0,8-5 3521 0 0,32 3-4207 0 0,8 2-244 0 0,0 0 0 0 0,0 1 1 0 0,-1 0-1 0 0,-8-1 0 0 0,16 12 621 0 0,0-4-1600 0 0,1-1 0 0 0,0 1-1 0 0,0-1 1 0 0,0 0 0 0 0,1 1-1 0 0,0-1 1 0 0,0 0 0 0 0,0 0-1 0 0,0 0 1 0 0,1 0 0 0 0,0 0-1 0 0,3 4 1 0 0,7 6 450 0 0,25 27 0 0 0,-23-26-341 0 0,-1-3-163 0 0,-1 2 0 0 0,-1-1 0 0 0,0 1 0 0 0,-1 1 0 0 0,-1 0 1 0 0,16 33-1 0 0,-15-5-360 0 0,11-5-1041 0 0,-19-33 841 0 0,-3-5 73 0 0,0 1-1 0 0,1-1 1 0 0,-1 1-1 0 0,1-1 1 0 0,-1 0-1 0 0,1 1 1 0 0,-1-1-1 0 0,1 0 1 0 0,0 1-1 0 0,0-1 1 0 0,0 0-1 0 0,0 0 1 0 0,0 0-1 0 0,0 0 0 0 0,0 0 1 0 0,0 0-1 0 0,0 0 1 0 0,0 0-1 0 0,0 0 1 0 0,1 0-1 0 0,-1-1 1 0 0,0 1-1 0 0,1 0 1 0 0,-1-1-1 0 0,0 1 1 0 0,1-1-1 0 0,-1 0 1 0 0,3 1-1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07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0 442 240 0 0,'26'-7'4162'0'0,"-26"-1"-320"0"0,33-4-481 0 0,32-24-719 0 0,99-53 239 0 0,31-36-1841 0 0,-97 29-4961 0 0,-32 28-5444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08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37 211 2481 0 0,'-3'-26'5285'0'0,"2"25"-5082"0"0,0-1 0 0 0,0 1-1 0 0,0 0 1 0 0,0-1-1 0 0,0 1 1 0 0,0 0-1 0 0,0 0 1 0 0,0 0-1 0 0,0 0 1 0 0,-1 0-1 0 0,1 0 1 0 0,0 0-1 0 0,-1 0 1 0 0,-1 0-1 0 0,-2-3 226 0 0,4 3-214 0 0,0 0 1 0 0,1-1-1 0 0,-1 1 0 0 0,0-1 1 0 0,1 1-1 0 0,-1 0 0 0 0,1-1 1 0 0,-1 1-1 0 0,1-1 1 0 0,0 0-1 0 0,-1 1 0 0 0,1-1 1 0 0,0 1-1 0 0,0-1 1 0 0,0 1-1 0 0,0-1 0 0 0,1 0 1 0 0,-1 1-1 0 0,0-1 0 0 0,1 1 1 0 0,-1-1-1 0 0,1 1 1 0 0,-1-1-1 0 0,1 1 0 0 0,0 0 1 0 0,-1-1-1 0 0,2 0 1 0 0,5-2 176 0 0,-6 4-342 0 0,0-1 1 0 0,1 1-1 0 0,-1-1 0 0 0,0 1 1 0 0,0-1-1 0 0,0 1 1 0 0,0-1-1 0 0,0 1 0 0 0,-1-1 1 0 0,1 0-1 0 0,0 0 1 0 0,0 1-1 0 0,0-1 0 0 0,-1 0 1 0 0,1 0-1 0 0,0 0 0 0 0,-1 0 1 0 0,1 0-1 0 0,0 0 1 0 0,-1 0-1 0 0,1 0 0 0 0,-1 0 1 0 0,0 0-1 0 0,1 0 1 0 0,-1 0-1 0 0,0 0 0 0 0,0-2 1 0 0,1 1-17 0 0,-1 0 0 0 0,0 0 0 0 0,1 1 1 0 0,0-1-1 0 0,-1 0 0 0 0,1 0 0 0 0,0 1 1 0 0,0-1-1 0 0,0 1 0 0 0,0-1 0 0 0,0 1 1 0 0,0-1-1 0 0,0 1 0 0 0,0 0 0 0 0,1 0 1 0 0,-1-1-1 0 0,0 1 0 0 0,1 0 0 0 0,-1 0 1 0 0,1 0-1 0 0,0 0 0 0 0,-1 1 0 0 0,1-1 1 0 0,0 0-1 0 0,-1 1 0 0 0,1-1 0 0 0,2 0 1 0 0,21-13 182 0 0,-14 2-75 0 0,-8 8-127 0 0,0 1 0 0 0,0 0 0 0 0,0 0 0 0 0,1 1 0 0 0,-1-1 0 0 0,1 1 0 0 0,6-4 0 0 0,-10 6-14 0 0,1-1 0 0 0,-1 1 0 0 0,1-1 0 0 0,0 1 0 0 0,-1-1 0 0 0,1 1 0 0 0,-1-1 0 0 0,1 1 0 0 0,0 0 0 0 0,0-1 0 0 0,-1 1 0 0 0,1 0 0 0 0,0 0 0 0 0,-1 0 0 0 0,1-1 0 0 0,0 1 0 0 0,0 0 0 0 0,0 0 0 0 0,-1 0 0 0 0,1 0 0 0 0,0 0 0 0 0,0 0 0 0 0,-1 1 0 0 0,1-1 0 0 0,0 0 0 0 0,0 0 0 0 0,-1 0-1 0 0,1 1 1 0 0,0-1 0 0 0,-1 0 0 0 0,1 1 0 0 0,1 0 0 0 0,-1 1 9 0 0,-1 1-1 0 0,1 0 1 0 0,-1-1-1 0 0,1 1 0 0 0,-1-1 1 0 0,0 1-1 0 0,0 0 1 0 0,0-1-1 0 0,0 1 0 0 0,-1 0 1 0 0,1-1-1 0 0,-1 1 1 0 0,1-1-1 0 0,-1 1 0 0 0,-2 3 1 0 0,-17 51 225 0 0,8-28-91 0 0,-10 40 0 0 0,16-40-56 0 0,4-16-6 0 0,-1 0 0 0 0,-1 1 0 0 0,0-1 0 0 0,-1-1 0 0 0,-9 20 1 0 0,8-19 33 0 0,1 1 0 0 0,0 0 0 0 0,0-1 0 0 0,2 1 0 0 0,-4 22 0 0 0,0 3 128 0 0,-5 4 28 0 0,-5 27 75 0 0,16-65-343 0 0,0 1 0 0 0,1-1 1 0 0,0 1-1 0 0,0 0 1 0 0,0-1-1 0 0,1 1 0 0 0,0-1 1 0 0,0 1-1 0 0,0-1 1 0 0,4 9-1 0 0,17 14-590 0 0,-22-27 440 0 0,1 0 1 0 0,-1 0-1 0 0,1 0 0 0 0,-1 0 0 0 0,1 0 1 0 0,0-1-1 0 0,-1 1 0 0 0,1 0 1 0 0,0 0-1 0 0,0-1 0 0 0,-1 1 0 0 0,1 0 1 0 0,0-1-1 0 0,0 1 0 0 0,0-1 1 0 0,0 1-1 0 0,0-1 0 0 0,0 1 0 0 0,0-1 1 0 0,0 0-1 0 0,0 0 0 0 0,0 1 0 0 0,0-1 1 0 0,0 0-1 0 0,0 0 0 0 0,0 0 1 0 0,0 0-1 0 0,0 0 0 0 0,0 0 0 0 0,0 0 1 0 0,0-1-1 0 0,0 1 0 0 0,0 0 1 0 0,0-1-1 0 0,0 1 0 0 0,0 0 0 0 0,0-1 1 0 0,0 1-1 0 0,0-1 0 0 0,0 1 1 0 0,1-2-1 0 0,3 0-547 0 0,55-23-7003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08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288 115 160 0 0,'-14'2'1460'0'0,"0"0"0"0"0,0 0 0 0 0,1 2 1 0 0,-1 0-1 0 0,0 0 0 0 0,1 1 0 0 0,-18 9 0 0 0,2-1-2 0 0,18-8-911 0 0,1 0-1 0 0,0 0 0 0 0,0 1 0 0 0,0 1 1 0 0,1 0-1 0 0,0 0 0 0 0,-11 11 0 0 0,16-13-364 0 0,0-1-1 0 0,0 1 0 0 0,0-1 0 0 0,1 1 1 0 0,0 0-1 0 0,0 1 0 0 0,0-1 0 0 0,1 1 1 0 0,-1-1-1 0 0,1 1 0 0 0,0 0 0 0 0,1-1 1 0 0,0 1-1 0 0,0 0 0 0 0,-1 9 0 0 0,2-6 91 0 0,0-2 33 0 0,0 0 0 0 0,0 0 0 0 0,0-1 0 0 0,1 1 0 0 0,3 9 0 0 0,-3-13-183 0 0,0 0-1 0 0,1 0 0 0 0,-1 0 1 0 0,1 0-1 0 0,0-1 0 0 0,0 1 1 0 0,0-1-1 0 0,0 0 0 0 0,0 1 1 0 0,1-1-1 0 0,-1 0 0 0 0,1 0 1 0 0,-1 0-1 0 0,4 1 0 0 0,1 2 131 0 0,-1-1-38 0 0,0-1 1 0 0,0 1 0 0 0,0-1-1 0 0,1 0 1 0 0,-1 0-1 0 0,1-1 1 0 0,0 0 0 0 0,0 0-1 0 0,-1-1 1 0 0,1 0-1 0 0,0 0 1 0 0,12 0 0 0 0,26 1 532 0 0,-1-3 0 0 0,1-1 0 0 0,59-11 0 0 0,-94 10-717 0 0,0-1 0 0 0,0 1 0 0 0,0-2 1 0 0,-1 0-1 0 0,1 0 0 0 0,-1 0 0 0 0,-1-1 1 0 0,1-1-1 0 0,-1 1 0 0 0,0-1 0 0 0,0-1 0 0 0,-1 1 1 0 0,0-1-1 0 0,6-9 0 0 0,-7 10-23 0 0,-1 0 0 0 0,0 0-1 0 0,0-1 1 0 0,0 0 0 0 0,-1 1 0 0 0,0-1 0 0 0,-1-1-1 0 0,4-14 1 0 0,-5 17-5 0 0,-1 0 1 0 0,-1 0-1 0 0,1 0 0 0 0,-1 0 1 0 0,0-1-1 0 0,-1 1 0 0 0,0 0 1 0 0,1 0-1 0 0,-2 0 0 0 0,1 0 1 0 0,-1 0-1 0 0,0 0 0 0 0,-4-8 1 0 0,2 6 1 0 0,0 2 1 0 0,0-1 0 0 0,0 0-1 0 0,-1 1 1 0 0,0 0 0 0 0,0 0-1 0 0,-1 0 1 0 0,0 1 0 0 0,0 0-1 0 0,-10-8 1 0 0,-3 2-192 0 0,1 1 1 0 0,-30-11-1 0 0,34 15-25 0 0,-6-2-563 0 0,0 0 1 0 0,-1 2-1 0 0,-1 0 0 0 0,-21-2 0 0 0,32 6-210 0 0,0 1 0 0 0,-1 0-1 0 0,1 1 1 0 0,0 0 0 0 0,-1 1 0 0 0,1 0 0 0 0,0 1-1 0 0,-1 0 1 0 0,-14 6 0 0 0,-40 24-7312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09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8 400 0 0,'4'-5'19614'0'0,"4"3"-15319"0"0,8 3-5247 0 0,71 2 4846 0 0,-33 1-2545 0 0,211 23 819 0 0,-79-1-8151 0 0,-137-17 780 0 0,-49-9 5006 0 0,1 0-1 0 0,-1 0 1 0 0,1 0 0 0 0,-1 0-1 0 0,1 0 1 0 0,-1 0-1 0 0,0 1 1 0 0,1-1-1 0 0,-1 0 1 0 0,1 0 0 0 0,-1 0-1 0 0,1 1 1 0 0,-1-1-1 0 0,0 0 1 0 0,1 0 0 0 0,-1 1-1 0 0,0-1 1 0 0,1 0-1 0 0,-1 1 1 0 0,0-1-1 0 0,1 0 1 0 0,-1 1 0 0 0,0-1-1 0 0,0 1 1 0 0,1-1-1 0 0,-1 0 1 0 0,0 1-1 0 0,0-1 1 0 0,0 1 0 0 0,0-1-1 0 0,0 1 1 0 0,0-1-1 0 0,1 1 1 0 0,-1 0-1 0 0,0 8-6631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09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 4402 0 0,'32'-9'4722'0'0,"-32"3"-320"0"0,33 0-320 0 0,32-2-560 0 0,-39-5-641 0 0,72 5-640 0 0,0-5-720 0 0,0 5-801 0 0,0 2-1280 0 0,0 6-1761 0 0,0 0-3282 0 0,-33 0-2080 0 0,-32 0 880 0 0,0 14 1840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10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132 366 560 0 0,'-4'-17'10234'0'0,"-13"4"-6142"0"0,-1 1-1050 0 0,10 6-2316 0 0,7 6-642 0 0,0-1 0 0 0,0 1-1 0 0,-1-1 1 0 0,1 0 0 0 0,0 0-1 0 0,0 1 1 0 0,0-1-1 0 0,0 0 1 0 0,0 0 0 0 0,0 0-1 0 0,0 0 1 0 0,1-1 0 0 0,-1 1-1 0 0,0 0 1 0 0,1 0 0 0 0,-1 0-1 0 0,0 0 1 0 0,1-1 0 0 0,0 1-1 0 0,-1 0 1 0 0,1-1-1 0 0,0 1 1 0 0,-1 0 0 0 0,1-1-1 0 0,0 1 1 0 0,0 0 0 0 0,0-2-1 0 0,0-192 2052 0 0,0 192-2129 0 0,0 1 1 0 0,0-1-1 0 0,0 1 0 0 0,0 0 1 0 0,1-1-1 0 0,-1 1 1 0 0,1-1-1 0 0,-1 1 1 0 0,1 0-1 0 0,0 0 1 0 0,0-1-1 0 0,0 1 1 0 0,0 0-1 0 0,1 0 1 0 0,-1 0-1 0 0,0 0 0 0 0,1 0 1 0 0,-1 0-1 0 0,1 0 1 0 0,3-2-1 0 0,1-3 19 0 0,-4 5-5 0 0,-1 0 0 0 0,-1 0 0 0 0,1 0 0 0 0,0-1 1 0 0,0 1-1 0 0,-1 0 0 0 0,0 0 0 0 0,1-1 0 0 0,-1 1 1 0 0,0-5-1 0 0,0 1 208 0 0,-1 20-38 0 0,1-11-184 0 0,0-1 0 0 0,0 0 0 0 0,0 0 0 0 0,0 1 0 0 0,-1-1 0 0 0,1 0 1 0 0,-1 0-1 0 0,1 0 0 0 0,-1 0 0 0 0,0 0 0 0 0,0 0 0 0 0,0 0 0 0 0,0 0 0 0 0,0 0 0 0 0,0 0 0 0 0,-1 0 0 0 0,1-1 0 0 0,-1 1 1 0 0,-2 2-1 0 0,-5 7 32 0 0,8-10-33 0 0,-1 1 1 0 0,1 1-1 0 0,1-1 1 0 0,-1 0-1 0 0,0 0 1 0 0,0 0-1 0 0,1 0 0 0 0,-1 1 1 0 0,1-1-1 0 0,0 0 1 0 0,0 0-1 0 0,0 1 1 0 0,0-1-1 0 0,0 0 1 0 0,0 1-1 0 0,1 1 0 0 0,0-1 9 0 0,-1-1-1 0 0,0 0 1 0 0,0 1-1 0 0,0-1 0 0 0,0 0 1 0 0,0 1-1 0 0,0-1 1 0 0,0 0-1 0 0,-1 1 1 0 0,1-1-1 0 0,-1 0 0 0 0,0 0 1 0 0,-1 4-1 0 0,-9 6 148 0 0,10-11-133 0 0,-1 0 0 0 0,1 0 0 0 0,0 0 0 0 0,0 0 0 0 0,0 0-1 0 0,0 1 1 0 0,0-1 0 0 0,0 0 0 0 0,0 1 0 0 0,0-1 0 0 0,0 1 0 0 0,1-1 0 0 0,-1 1 0 0 0,0-1 0 0 0,1 1 0 0 0,0 0 0 0 0,-1-1-1 0 0,1 1 1 0 0,0-1 0 0 0,0 4 0 0 0,0-3-5 0 0,-1 0 0 0 0,1-1 0 0 0,0 1 0 0 0,0 0 1 0 0,-1 0-1 0 0,1 0 0 0 0,-1-1 0 0 0,1 1 0 0 0,-1 0 0 0 0,0-1 0 0 0,0 1 0 0 0,0 0 0 0 0,0-1 0 0 0,0 1 0 0 0,0-1 0 0 0,0 0 0 0 0,0 1 0 0 0,-1-1 1 0 0,-1 2-1 0 0,2-2-6 0 0,0 0 1 0 0,-1 0-1 0 0,1 1 1 0 0,0-1 0 0 0,0 0-1 0 0,-1 1 1 0 0,1-1 0 0 0,1 1-1 0 0,-1 0 1 0 0,0-1-1 0 0,0 1 1 0 0,0 0 0 0 0,1-1-1 0 0,-1 1 1 0 0,1 0-1 0 0,0 0 1 0 0,-1 0 0 0 0,1-1-1 0 0,0 4 1 0 0,0-3 14 0 0,0 1 0 0 0,0 0-1 0 0,0 0 1 0 0,1 0 0 0 0,-1 0 0 0 0,1-1 0 0 0,0 1-1 0 0,0 0 1 0 0,0 0 0 0 0,0-1 0 0 0,0 1 0 0 0,0-1-1 0 0,1 1 1 0 0,-1-1 0 0 0,1 0 0 0 0,0 1 0 0 0,0-1-1 0 0,-1 0 1 0 0,1 0 0 0 0,1 0 0 0 0,-1 0 0 0 0,0-1 0 0 0,0 1-1 0 0,1-1 1 0 0,3 3 0 0 0,12 5 74 0 0,1 0 0 0 0,0-2-1 0 0,0 0 1 0 0,0-1 0 0 0,1 0 0 0 0,0-2 0 0 0,0-1 0 0 0,0 0-1 0 0,1-1 1 0 0,-1-1 0 0 0,0-1 0 0 0,1-1 0 0 0,-1-1-1 0 0,25-6 1 0 0,48-7-39 0 0,-90 14-65 0 0,0 0 0 0 0,0 0 1 0 0,0 0-1 0 0,1 0 0 0 0,-1-1 0 0 0,0 1 1 0 0,-1-1-1 0 0,1 0 0 0 0,0 0 0 0 0,0 0 0 0 0,-1 0 1 0 0,1-1-1 0 0,-1 1 0 0 0,4-5 0 0 0,18-16 32 0 0,-21 22-33 0 0,-1-1 0 0 0,0 1 1 0 0,0-1-1 0 0,1 0 1 0 0,-1 0-1 0 0,-1 0 0 0 0,1 0 1 0 0,0 0-1 0 0,0 0 0 0 0,-1 0 1 0 0,1 0-1 0 0,-1-1 1 0 0,0 1-1 0 0,0-1 0 0 0,2-2 1 0 0,-2-2 27 0 0,0 0 0 0 0,0 0 1 0 0,-1 0-1 0 0,0-12 1 0 0,0 4 54 0 0,0 2 76 0 0,0 15-118 0 0,1-1 1 0 0,0 1-1 0 0,-1 0 0 0 0,1 0 0 0 0,0-1 1 0 0,0 1-1 0 0,0 0 0 0 0,0-1 0 0 0,0 1 1 0 0,0-1-1 0 0,0 1 0 0 0,0-1 0 0 0,3 3 1 0 0,18 22 259 0 0,-11-11-122 0 0,-1 1-1 0 0,0 0 1 0 0,-1 0-1 0 0,-1 1 1 0 0,-1 0-1 0 0,0 0 1 0 0,-1 1 0 0 0,-1 0-1 0 0,0 0 1 0 0,-2 0-1 0 0,0 1 1 0 0,0 19-1 0 0,-3 146 235 0 0,0-180-472 0 0,0-1-1 0 0,0 1 1 0 0,0 0 0 0 0,-1-1 0 0 0,1 1-1 0 0,-1-1 1 0 0,0 1 0 0 0,0-1-1 0 0,0 1 1 0 0,-1-1 0 0 0,1 1 0 0 0,-1-1-1 0 0,0 0 1 0 0,0 0 0 0 0,0 0 0 0 0,0 0-1 0 0,0 0 1 0 0,-5 4 0 0 0,1 2-4097 0 0,6-17-321 0 0,0 6 3804 0 0,0 0 1 0 0,0-1-1 0 0,1 1 0 0 0,-1 0 1 0 0,0 0-1 0 0,1 0 0 0 0,-1-1 1 0 0,1 1-1 0 0,0 0 0 0 0,0 0 1 0 0,-1 0-1 0 0,3-3 0 0 0,22-17-3722 0 0,8-4 5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11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358 140 560 0 0,'0'-1'225'0'0,"-1"0"-1"0"0,1 0 0 0 0,-1 1 1 0 0,0-1-1 0 0,1 0 0 0 0,-1 0 1 0 0,0 0-1 0 0,0 1 1 0 0,0-1-1 0 0,1 0 0 0 0,-1 1 1 0 0,0-1-1 0 0,0 1 0 0 0,0-1 1 0 0,0 1-1 0 0,0-1 0 0 0,0 1 1 0 0,0 0-1 0 0,0-1 1 0 0,0 1-1 0 0,-1 0 0 0 0,0 0 1 0 0,-31-6 2151 0 0,28 5-1389 0 0,-4 0-205 0 0,1 1-1 0 0,0-1 1 0 0,0 1-1 0 0,0 1 1 0 0,-1-1-1 0 0,1 1 1 0 0,0 1-1 0 0,0 0 0 0 0,-8 2 1 0 0,-56 26 1454 0 0,70-29-2122 0 0,-16 8 546 0 0,0 1 0 0 0,1 0 1 0 0,-28 22-1 0 0,41-29-543 0 0,0 1 0 0 0,0 0 0 0 0,0-1 0 0 0,0 1 1 0 0,1 0-1 0 0,-4 5 0 0 0,6-7-69 0 0,0-1-1 0 0,0 1 1 0 0,1-1 0 0 0,-1 1 0 0 0,0 0 0 0 0,1-1 0 0 0,0 1 0 0 0,-1-1 0 0 0,1 1-1 0 0,0 0 1 0 0,0-1 0 0 0,0 1 0 0 0,0 0 0 0 0,0 0 0 0 0,0-1 0 0 0,0 1 0 0 0,0 0 0 0 0,1-1-1 0 0,-1 1 1 0 0,1-1 0 0 0,-1 1 0 0 0,2 1 0 0 0,8 15 365 0 0,-8-15-310 0 0,0 1 1 0 0,0-1-1 0 0,0 1 1 0 0,-1-1-1 0 0,1 1 0 0 0,-1 0 1 0 0,1 0-1 0 0,-1 0 1 0 0,-1 0-1 0 0,1 0 1 0 0,0 6-1 0 0,-1-8-56 0 0,0 0-1 0 0,0-1 1 0 0,0 1-1 0 0,0 0 1 0 0,1-1-1 0 0,-1 1 1 0 0,1 0-1 0 0,-1-1 1 0 0,1 1-1 0 0,-1 0 1 0 0,1-1 0 0 0,0 1-1 0 0,0-1 1 0 0,0 1-1 0 0,0-1 1 0 0,0 0-1 0 0,0 1 1 0 0,0-1-1 0 0,0 0 1 0 0,1 0-1 0 0,-1 1 1 0 0,2 0 0 0 0,3 1 26 0 0,-1-1 0 0 0,1 1 0 0 0,0-1 0 0 0,0 0 0 0 0,6 1 0 0 0,0 1 85 0 0,25 5 96 0 0,0 0-1 0 0,1-3 1 0 0,0-1-1 0 0,62 1 1 0 0,-96-7-257 0 0,15 1 24 0 0,1-2 1 0 0,-1 0-1 0 0,30-8 0 0 0,-44 9-19 0 0,1-1 1 0 0,0 0-1 0 0,-1-1 0 0 0,0 1 0 0 0,1-1 0 0 0,-1 0 1 0 0,0 0-1 0 0,-1-1 0 0 0,1 0 0 0 0,0 1 1 0 0,-1-2-1 0 0,0 1 0 0 0,0 0 0 0 0,0-1 0 0 0,-1 0 1 0 0,5-7-1 0 0,1-5-97 0 0,0-1 1 0 0,-2 0 0 0 0,0 0-1 0 0,9-37 1 0 0,-15 47 37 0 0,1 0 1 0 0,-1 0-1 0 0,0 0 0 0 0,-1 0 1 0 0,0-1-1 0 0,0 1 1 0 0,-1 0-1 0 0,0 0 1 0 0,0 0-1 0 0,-1 0 0 0 0,0 0 1 0 0,0 1-1 0 0,-1-1 1 0 0,-5-12-1 0 0,3 14-46 0 0,-1-1 0 0 0,1 1 0 0 0,-1 0 0 0 0,0 0 0 0 0,-1 0 0 0 0,1 1 0 0 0,-1 0 0 0 0,0 0-1 0 0,0 1 1 0 0,-1 0 0 0 0,1 0 0 0 0,-1 1 0 0 0,0 0 0 0 0,0 0 0 0 0,-15-2 0 0 0,-6-5-396 0 0,13 5-31 0 0,-1 0 1 0 0,1 1-1 0 0,-1 1 0 0 0,0 0 0 0 0,0 2 0 0 0,0 0 0 0 0,-19 1 0 0 0,27 0-6 0 0,9 0 371 0 0,-1 0 1 0 0,1 0-1 0 0,0 0 1 0 0,-1 0-1 0 0,1 1 1 0 0,0-1-1 0 0,-1 0 1 0 0,1 0-1 0 0,0 0 1 0 0,-1 1-1 0 0,1-1 1 0 0,0 0-1 0 0,0 0 1 0 0,0 1-1 0 0,-1-1 1 0 0,1 0-1 0 0,0 1 1 0 0,0-1-1 0 0,0 0 1 0 0,-1 0-1 0 0,1 1 0 0 0,0-1 1 0 0,0 0-1 0 0,0 1 1 0 0,0-1-1 0 0,0 1 1 0 0,0-1-1 0 0,0 0 1 0 0,0 1-1 0 0,0-1 1 0 0,0 0-1 0 0,0 1 1 0 0,0-1-1 0 0,0 0 1 0 0,0 1-1 0 0,0-1 1 0 0,0 0-1 0 0,0 1 1 0 0,0-1-1 0 0,0 0 1 0 0,1 1-1 0 0,-1-1 1 0 0,0 0-1 0 0,0 1 1 0 0,0-1-1 0 0,1 0 1 0 0,-1 0-1 0 0,0 1 0 0 0,0-1 1 0 0,1 0-1 0 0,-1 0 1 0 0,0 1-1 0 0,1-1 1 0 0,-1 0-1 0 0,0 0 1 0 0,0 0-1 0 0,1 0 1 0 0,-1 1-1 0 0,1-1 1 0 0,26 13-5025 0 0,6-1 613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12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519 190 320 0 0,'-1'0'179'0'0,"1"-1"-1"0"0,0 0 1 0 0,0 0-1 0 0,0 0 1 0 0,0 0 0 0 0,-1 1-1 0 0,1-1 1 0 0,0 0-1 0 0,-1 0 1 0 0,1 0 0 0 0,0 1-1 0 0,-1-1 1 0 0,1 0-1 0 0,-1 1 1 0 0,1-1 0 0 0,-1 0-1 0 0,0 1 1 0 0,1-1-1 0 0,-1 1 1 0 0,0-1-1 0 0,1 1 1 0 0,-1-1 0 0 0,0 1-1 0 0,0-1 1 0 0,1 1-1 0 0,-1 0 1 0 0,0-1 0 0 0,0 1-1 0 0,0 0 1 0 0,1 0-1 0 0,-1 0 1 0 0,-1-1 0 0 0,-7-2 1224 0 0,-6-9 2281 0 0,13 11-3446 0 0,1-1-1 0 0,-1 1 0 0 0,0 0 0 0 0,0-1 0 0 0,0 1 0 0 0,0 0 0 0 0,0 0 1 0 0,0 0-1 0 0,-4-1 0 0 0,-35-17 3720 0 0,36 16-3499 0 0,0 0 1 0 0,0 0-1 0 0,0 1 0 0 0,0 0 1 0 0,-1 0-1 0 0,1 0 0 0 0,-1 0 0 0 0,1 1 1 0 0,-1 0-1 0 0,0 0 0 0 0,0 1 1 0 0,1-1-1 0 0,-1 1 0 0 0,-7 1 1 0 0,0 2 29 0 0,0 1 1 0 0,0 0 0 0 0,0 1 0 0 0,1 0 0 0 0,0 1 0 0 0,0 0 0 0 0,0 1 0 0 0,1 0 0 0 0,-11 10 0 0 0,-9 3-29 0 0,22-14-322 0 0,0-1-25 0 0,1 0 0 0 0,0 0 0 0 0,0 1-1 0 0,1-1 1 0 0,-1 2 0 0 0,1-1 0 0 0,1 1 0 0 0,-1 0 0 0 0,-8 14 0 0 0,5 1 201 0 0,8-17-254 0 0,0 0-1 0 0,0 0 0 0 0,-1 0 0 0 0,0 0 0 0 0,0-1 0 0 0,0 1 0 0 0,-7 7 0 0 0,7-9-18 0 0,0-1-1 0 0,1 1 1 0 0,-1 0 0 0 0,1 0 0 0 0,-1 0-1 0 0,1 0 1 0 0,0 1 0 0 0,1-1 0 0 0,-1 0-1 0 0,0 1 1 0 0,1-1 0 0 0,-2 6 0 0 0,4-7-29 0 0,-1 0 1 0 0,0 0 0 0 0,1 0-1 0 0,-1 0 1 0 0,1 0 0 0 0,0 0-1 0 0,-1 0 1 0 0,1 0 0 0 0,0 0-1 0 0,0 0 1 0 0,1 0 0 0 0,-1 0-1 0 0,0-1 1 0 0,0 1 0 0 0,1 0-1 0 0,-1-1 1 0 0,1 1 0 0 0,0-1-1 0 0,-1 0 1 0 0,1 1 0 0 0,0-1-1 0 0,0 0 1 0 0,0 0 0 0 0,0 0-1 0 0,2 1 1 0 0,18 9-13 0 0,0 0 0 0 0,0-1 0 0 0,1-1 0 0 0,0-1 0 0 0,1-1 0 0 0,0-2 0 0 0,0 0 0 0 0,0-1 0 0 0,29 0 0 0 0,-17-4 0 0 0,0-3 0 0 0,45-7 0 0 0,-76 9 0 0 0,0 0 0 0 0,0-1 0 0 0,0 0 0 0 0,0 0 0 0 0,0 0 0 0 0,-1 0 0 0 0,1-1 0 0 0,-1 1 0 0 0,1-1 0 0 0,-1-1 0 0 0,0 1 0 0 0,6-6 0 0 0,4-4 0 0 0,7-5 0 0 0,-1 0 0 0 0,-1-2 0 0 0,-1-1 0 0 0,-1 0 0 0 0,0-1 0 0 0,13-25 0 0 0,-26 40 0 0 0,0-1 0 0 0,0 0 0 0 0,-1 0 0 0 0,0 0 0 0 0,0-1 0 0 0,2-16 0 0 0,-4 22 0 0 0,-1-1 0 0 0,-1 1 0 0 0,1 0 0 0 0,0-1 0 0 0,-1 1 0 0 0,1-1 0 0 0,-1 1 0 0 0,0 0 0 0 0,0-1 0 0 0,-1 1 0 0 0,1 0 0 0 0,-1 0 0 0 0,1 0 0 0 0,-1 0 0 0 0,0 0 0 0 0,0 0 0 0 0,0 1 0 0 0,-1-1 0 0 0,-2-3 0 0 0,-10-6 0 0 0,0 0 0 0 0,-1 1 0 0 0,0 1 0 0 0,-1 0 0 0 0,-33-14 0 0 0,22 11 0 0 0,12 6-465 0 0,1 1-1 0 0,-2 0 1 0 0,1 1 0 0 0,-1 1-1 0 0,1 1 1 0 0,-1 0 0 0 0,0 1-1 0 0,0 1 1 0 0,0 1-1 0 0,0 0 1 0 0,0 1 0 0 0,0 1-1 0 0,-23 5 1 0 0,-14 7-5391 0 0,53-13 5619 0 0,0-1 0 0 0,1 1 0 0 0,-1-1 0 0 0,0 0 1 0 0,1 1-1 0 0,-1-1 0 0 0,1 1 0 0 0,-1-1 0 0 0,1 1 0 0 0,-1-1 0 0 0,1 1 0 0 0,-1 0 0 0 0,1-1 1 0 0,-1 1-1 0 0,1 0 0 0 0,0-1 0 0 0,-1 1 0 0 0,1 0 0 0 0,0 0 0 0 0,-1-1 0 0 0,1 1 0 0 0,0 0 1 0 0,0 0-1 0 0,0-1 0 0 0,0 1 0 0 0,0 0 0 0 0,0 0 0 0 0,0 1 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13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68 648 400 0 0,'0'1'146'0'0,"0"-1"-1"0"0,0 0 1 0 0,1 0-1 0 0,-1 0 1 0 0,0 1-1 0 0,0-1 1 0 0,0 0-1 0 0,0 0 1 0 0,0 0-1 0 0,0 1 1 0 0,0-1-1 0 0,0 0 1 0 0,0 0-1 0 0,0 1 1 0 0,0-1-1 0 0,0 0 1 0 0,0 0-1 0 0,0 1 1 0 0,0-1-1 0 0,0 0 1 0 0,0 0 0 0 0,0 0-1 0 0,0 1 1 0 0,0-1-1 0 0,0 0 1 0 0,0 0-1 0 0,0 0 1 0 0,-1 1-1 0 0,1-1 1 0 0,0 0-1 0 0,0 0 1 0 0,0 0-1 0 0,0 1 1 0 0,-1-1-1 0 0,-3 1 3246 0 0,-18-1-256 0 0,16 0-361 0 0,1-2-546 0 0,-17-3-614 0 0,21 4-1526 0 0,1 0 0 0 0,-1 1 1 0 0,0-1-1 0 0,1 0 0 0 0,-1 0 0 0 0,1 0 0 0 0,-1 0 0 0 0,1 0 0 0 0,-1 0 0 0 0,1 0 1 0 0,0 0-1 0 0,-1 0 0 0 0,1 0 0 0 0,0 0 0 0 0,0 0 0 0 0,0 0 0 0 0,0 0 0 0 0,0 0 1 0 0,0 0-1 0 0,0 0 0 0 0,0 0 0 0 0,0 0 0 0 0,0 0 0 0 0,1-2 0 0 0,0-3 204 0 0,-1 0-199 0 0,1 0 0 0 0,0 0 0 0 0,0 0 1 0 0,0-1-1 0 0,1 1 0 0 0,0 0 0 0 0,3-6 1 0 0,9-31 173 0 0,-3-44 80 0 0,2 43-155 0 0,-10 36-117 0 0,-1 0 1 0 0,1 0-1 0 0,-1 0 1 0 0,-1 0-1 0 0,1 0 1 0 0,-1-12 0 0 0,-2-5 219 0 0,0 19-227 0 0,0 0-1 0 0,0 1 1 0 0,1-1 0 0 0,0 0-1 0 0,1 0 1 0 0,-1 1 0 0 0,1-1-1 0 0,0 0 1 0 0,0 1 0 0 0,1-1-1 0 0,1-5 1 0 0,7-2 52 0 0,-8 11-108 0 0,0 0 0 0 0,-1 0-1 0 0,1 0 1 0 0,-1 0 0 0 0,1 0 0 0 0,-1 0-1 0 0,0 0 1 0 0,0 0 0 0 0,0-1 0 0 0,0 1-1 0 0,0 0 1 0 0,-1-1 0 0 0,1 1 0 0 0,-1-1-1 0 0,0 1 1 0 0,1-4 0 0 0,-2-18-25 0 0,0 18-5 0 0,0 0 1 0 0,1-1 0 0 0,0 1-1 0 0,0 0 1 0 0,1-1 0 0 0,-1 1-1 0 0,1 0 1 0 0,1 0 0 0 0,2-9-1 0 0,8 0 105 0 0,-11 13-64 0 0,1 1 1 0 0,-1-1-1 0 0,0 0 1 0 0,1 0-1 0 0,-1 0 1 0 0,0 0-1 0 0,0 0 1 0 0,0 0-1 0 0,0 0 1 0 0,0 0 0 0 0,-1 0-1 0 0,1-1 1 0 0,0 1-1 0 0,-1 0 1 0 0,0 0-1 0 0,0-1 1 0 0,0 1-1 0 0,0-3 1 0 0,0-11 147 0 0,0 26 445 0 0,6-3-376 0 0,-3-5-209 0 0,-1-1-13 0 0,-1 0 0 0 0,1-1 0 0 0,-1 1 0 0 0,0 0-1 0 0,1 0 1 0 0,-1 0 0 0 0,0 0 0 0 0,0 0-1 0 0,1 0 1 0 0,-1 0 0 0 0,0 0 0 0 0,0 1-1 0 0,0-1 1 0 0,0 0 0 0 0,-1 1 0 0 0,1-1 0 0 0,0 1-1 0 0,0-1 1 0 0,-1 1 0 0 0,1-1 0 0 0,-1 1-1 0 0,0-1 1 0 0,1 1 0 0 0,-1-1 0 0 0,0 1 0 0 0,0 0-1 0 0,0-1 1 0 0,0 4 0 0 0,0 1 38 0 0,1-1 1 0 0,0 1-1 0 0,0 0 0 0 0,1 0 1 0 0,0-1-1 0 0,0 1 0 0 0,0-1 1 0 0,0 0-1 0 0,1 1 0 0 0,0-1 1 0 0,0 0-1 0 0,7 8 0 0 0,-6-8 26 0 0,-1 0 1 0 0,1 0-1 0 0,-1 0 0 0 0,0 0 0 0 0,0 1 0 0 0,-1 0 1 0 0,1-1-1 0 0,-1 1 0 0 0,-1 0 0 0 0,1 0 0 0 0,-1 0 0 0 0,1 12 1 0 0,-1-11-60 0 0,0 0 1 0 0,0 0 0 0 0,0 0 0 0 0,1-1 0 0 0,0 1-1 0 0,1 0 1 0 0,-1-1 0 0 0,1 0 0 0 0,0 0 0 0 0,1 0-1 0 0,0 0 1 0 0,0 0 0 0 0,0-1 0 0 0,0 1-1 0 0,7 5 1 0 0,5 8 76 0 0,-8-10-37 0 0,0 0 0 0 0,1-1 1 0 0,0 1-1 0 0,1-2 0 0 0,13 10 1 0 0,2 0 9 0 0,6 8 45 0 0,-22-17-75 0 0,0-1 0 0 0,0 0 0 0 0,1-1 0 0 0,-1 0 0 0 0,1 0 0 0 0,1-1 0 0 0,-1 0-1 0 0,1-1 1 0 0,12 3 0 0 0,-11-4-33 0 0,0-1 0 0 0,1-1-1 0 0,-1 0 1 0 0,1 0 0 0 0,0-1 0 0 0,-1-1-1 0 0,1 0 1 0 0,-1-1 0 0 0,1 0-1 0 0,14-5 1 0 0,-19 4 17 0 0,0-1 0 0 0,0 0 1 0 0,14-9-1 0 0,7-5 77 0 0,-3 3 0 0 0,-2-1-1 0 0,0-1 1 0 0,33-30-1 0 0,-49 40-108 0 0,77-65-320 0 0,165-109 1 0 0,-250 181 144 0 0,0 0 0 0 0,0 0-1 0 0,0 0 1 0 0,1 0 0 0 0,-1 0-1 0 0,0 0 1 0 0,0 0 0 0 0,1 0-1 0 0,-1 0 1 0 0,0 0-1 0 0,0 0 1 0 0,0 0 0 0 0,1 0-1 0 0,-1 0 1 0 0,0 0 0 0 0,0 0-1 0 0,0 0 1 0 0,1 0 0 0 0,-1 1-1 0 0,0-1 1 0 0,0 0-1 0 0,0 0 1 0 0,1 0 0 0 0,-1 0-1 0 0,0 1 1 0 0,0-1 0 0 0,0 0-1 0 0,0 0 1 0 0,0 0 0 0 0,1 0-1 0 0,-1 1 1 0 0,0-1 0 0 0,0 0-1 0 0,0 0 1 0 0,0 1-1 0 0,0-1 1 0 0,0 0 0 0 0,0 0-1 0 0,0 0 1 0 0,0 1 0 0 0,0-1-1 0 0,0 0 1 0 0,0 0 0 0 0,0 1-1 0 0,0-1 1 0 0,0 0 0 0 0,0 0-1 0 0,0 0 1 0 0,0 1-1 0 0,0-1 1 0 0,-1 22-9195 0 0,1-11 5725 0 0,0 10-1966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36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31 960 0 0,'0'0'6323'0'0,"-6"0"-3721"0"0,-48-1 3547 0 0,53 1-6089 0 0,1 0 0 0 0,0 0 0 0 0,0 0-1 0 0,-1 0 1 0 0,1-1 0 0 0,0 1 0 0 0,0 0 0 0 0,-1 0 0 0 0,1 0-1 0 0,0 0 1 0 0,0 0 0 0 0,-1 0 0 0 0,1 0 0 0 0,0-1 0 0 0,0 1-1 0 0,-1 0 1 0 0,1 0 0 0 0,0 0 0 0 0,0-1 0 0 0,0 1 0 0 0,0 0-1 0 0,-1 0 1 0 0,1-1 0 0 0,0 1 0 0 0,0 0 0 0 0,0 0 0 0 0,0-1-1 0 0,0 1 1 0 0,0 0 0 0 0,0 0 0 0 0,0-1 0 0 0,-1 1 0 0 0,1 0-1 0 0,0 0 1 0 0,0-1 0 0 0,0 1 0 0 0,0 0 0 0 0,0-1 0 0 0,1 1-1 0 0,-1 0 1 0 0,0 0 0 0 0,0-1 0 0 0,0 1 0 0 0,0 0 0 0 0,0 0-1 0 0,0-1 1 0 0,0 1 0 0 0,0 0 0 0 0,1 0 0 0 0,-1-1 0 0 0,0 1-1 0 0,0 0 1 0 0,0 0 0 0 0,1 0 0 0 0,-1-1 0 0 0,0 1 0 0 0,0 0 0 0 0,0 0-1 0 0,1 0 1 0 0,-1 0 0 0 0,0-1 0 0 0,0 1 0 0 0,1 0 0 0 0,-1 0-1 0 0,0 0 1 0 0,1 0 0 0 0,-1 0 0 0 0,0 0 0 0 0,1 0 0 0 0,29-6 131 0 0,0 1 0 0 0,0 2 1 0 0,1 1-1 0 0,-1 1 1 0 0,44 5-1 0 0,-35 0-1198 0 0,0 2-1 0 0,0 1 1 0 0,65 23-1 0 0,-52-6-4897 0 0,-33-13 2846 0 0,13 2-2117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37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2081 0 0,'0'0'7123'0'0,"32"-6"-5202"0"0,1 6-240 0 0,0-9-240 0 0,32 9-241 0 0,65 9-239 0 0,1-3-401 0 0,98 8-2561 0 0,-99-1-4002 0 0,-104 2-2641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34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70 748 1841 0 0,'0'0'123'0'0,"0"0"1"0"0,0 0-1 0 0,0-1 0 0 0,0 1 1 0 0,0 0-1 0 0,0 0 1 0 0,1 0-1 0 0,-1-1 0 0 0,0 1 1 0 0,0 0-1 0 0,0 0 1 0 0,0 0-1 0 0,0-1 0 0 0,0 1 1 0 0,0 0-1 0 0,0 0 0 0 0,0-1 1 0 0,0 1-1 0 0,0 0 1 0 0,0 0-1 0 0,0 0 0 0 0,0-1 1 0 0,0 1-1 0 0,0 0 1 0 0,0 0-1 0 0,-1-1 0 0 0,1 1 1 0 0,0 0-1 0 0,0 0 1 0 0,0 0-1 0 0,0 0 0 0 0,0-1 1 0 0,0 1-1 0 0,-1 0 0 0 0,1 0 1 0 0,0 0-1 0 0,0 0 1 0 0,0-1-1 0 0,0 1 0 0 0,-1 0 1 0 0,1 0-1 0 0,0 0 1 0 0,0 0-1 0 0,0 0 0 0 0,-1 0 1 0 0,1 0-1 0 0,0 0 1 0 0,0 0-1 0 0,0 0 0 0 0,-1-1 1 0 0,1 1-1 0 0,0 0 1 0 0,0 0-1 0 0,-1 0 0 0 0,1 0 1 0 0,0 1-1 0 0,0-1 0 0 0,0 0 1 0 0,-1 0-1 0 0,-53 7 6280 0 0,48-5-1574 0 0,5-42-3172 0 0,0 27-1476 0 0,0-1 0 0 0,1 0-1 0 0,0 0 1 0 0,2 0-1 0 0,-1 1 1 0 0,5-15-1 0 0,1 6 15 0 0,-3 11-60 0 0,0 0-1 0 0,-1 0 0 0 0,0 0 0 0 0,-1 0 1 0 0,2-23-1 0 0,-4 29-83 0 0,0 0 0 0 0,1 0 0 0 0,0-1 0 0 0,0 1-1 0 0,0 0 1 0 0,0 0 0 0 0,1 0 0 0 0,0 0 0 0 0,0 0 0 0 0,4-5 0 0 0,-4 6-8 0 0,0-1-1 0 0,0 1 0 0 0,0-1 1 0 0,0 0-1 0 0,-1 1 1 0 0,1-1-1 0 0,-1 0 1 0 0,-1 0-1 0 0,1 0 1 0 0,0-6-1 0 0,-2-8 41 0 0,0 14-47 0 0,0 0 0 0 0,1 0 0 0 0,0 0 0 0 0,0 0 0 0 0,0-1 0 0 0,1 1 1 0 0,0 0-1 0 0,0 0 0 0 0,0 0 0 0 0,3-7 0 0 0,5-2 22 0 0,-7 12-49 0 0,0-1 0 0 0,0 0-1 0 0,0 0 1 0 0,-1 0-1 0 0,1-1 1 0 0,-1 1-1 0 0,1 0 1 0 0,-1 0 0 0 0,0-1-1 0 0,0 1 1 0 0,-1-1-1 0 0,1 1 1 0 0,-1-1-1 0 0,0-6 1 0 0,0 8-2 0 0,0 1 0 0 0,0-1 0 0 0,0 1 0 0 0,1-1 0 0 0,-1 1 0 0 0,0-1 0 0 0,1 1 0 0 0,-1-1 0 0 0,1 1 0 0 0,-1 0 0 0 0,1-1 0 0 0,0 1 0 0 0,-1 0 0 0 0,1-1 0 0 0,0 1 0 0 0,0 0 0 0 0,0 0 0 0 0,0 0-1 0 0,0 0 1 0 0,0 0 0 0 0,1 0 0 0 0,1-2 0 0 0,-2 3 1 0 0,0-1-1 0 0,0 0 1 0 0,0 0-1 0 0,1 0 1 0 0,-1 0 0 0 0,0 0-1 0 0,-1 0 1 0 0,1 0-1 0 0,0-1 1 0 0,0 1-1 0 0,0 0 1 0 0,-1 0-1 0 0,1-1 1 0 0,0 1-1 0 0,-1 0 1 0 0,1-1-1 0 0,-1 1 1 0 0,0 0-1 0 0,0-1 1 0 0,1 1-1 0 0,-1-1 1 0 0,0-1-1 0 0,0-114 1501 0 0,0 116-1508 0 0,0 1 0 0 0,0-1 1 0 0,0 1-1 0 0,0-1 0 0 0,0 1 0 0 0,1-1 1 0 0,-1 0-1 0 0,0 1 0 0 0,0-1 1 0 0,0 1-1 0 0,1-1 0 0 0,-1 1 0 0 0,0-1 1 0 0,1 1-1 0 0,-1 0 0 0 0,0-1 0 0 0,1 1 1 0 0,-1-1-1 0 0,1 1 0 0 0,-1 0 1 0 0,1-1-1 0 0,-1 1 0 0 0,1 0 0 0 0,-1 0 1 0 0,1-1-1 0 0,-1 1 0 0 0,1 0 1 0 0,-1 0-1 0 0,1 0 0 0 0,-1 0 0 0 0,1-1 1 0 0,-1 1-1 0 0,1 0 0 0 0,0 0 0 0 0,-1 0 1 0 0,1 0-1 0 0,-1 0 0 0 0,2 1 1 0 0,-2-1 80 0 0,1 0 1 0 0,0 0-1 0 0,-1 0 1 0 0,1 0-1 0 0,-1 0 1 0 0,1 0-1 0 0,0 0 1 0 0,-1 0-1 0 0,1 0 1 0 0,-1 0 0 0 0,1-1-1 0 0,0 1 1 0 0,-1 0-1 0 0,1 0 1 0 0,-1 0-1 0 0,1-1 1 0 0,-1 1-1 0 0,1 0 1 0 0,-1-1-1 0 0,1 1 1 0 0,-1-1 0 0 0,1 1-1 0 0,-1 0 1 0 0,1-1-1 0 0,-1 1 1 0 0,0-1-1 0 0,1 1 1 0 0,-1-1-1 0 0,0 1 1 0 0,1-1-1 0 0,-1 1 1 0 0,0-1-1 0 0,0 0 1 0 0,1 1 0 0 0,-1-1-1 0 0,0 1 1 0 0,0-1-1 0 0,0 0 1 0 0,0 1-1 0 0,0-1 1 0 0,0 1-1 0 0,0-1 1 0 0,0 0-1 0 0,0 1 1 0 0,-1-2 0 0 0,7 2 251 0 0,146-5 457 0 0,-55 1-872 0 0,99 8 1 0 0,-128 7-5113 0 0,-67-11 4845 0 0,0 0 1 0 0,0 0-1 0 0,0 0 0 0 0,0 1 0 0 0,0-1 1 0 0,0 0-1 0 0,-1 1 0 0 0,1-1 1 0 0,0 1-1 0 0,0-1 0 0 0,0 1 0 0 0,0-1 1 0 0,0 1-1 0 0,-1 0 0 0 0,1-1 1 0 0,0 1-1 0 0,1 1 0 0 0,-3-1 49 0 0,1 0-1 0 0,-1 0 1 0 0,1 0-1 0 0,-1-1 1 0 0,1 1-1 0 0,-1 0 1 0 0,0-1 0 0 0,1 1-1 0 0,-1 0 1 0 0,0-1-1 0 0,1 1 1 0 0,-1-1-1 0 0,0 1 1 0 0,0-1-1 0 0,1 1 1 0 0,-1-1 0 0 0,0 0-1 0 0,0 1 1 0 0,0-1-1 0 0,0 0 1 0 0,0 0-1 0 0,0 1 1 0 0,0-1-1 0 0,-1 0 1 0 0,-30 7-7210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35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3922 0 0,'0'-7'4242'0'0,"0"1"-401"0"0,33-2-639 0 0,-1 2-721 0 0,-32-1-720 0 0,33 7-561 0 0,0 0-559 0 0,32 0-1202 0 0,-32 7-2320 0 0,32 7-2321 0 0,-39 5-961 0 0,7 10 400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7:36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0 432 1040 0 0,'6'-1'2228'0'0,"-1"-1"-1495"0"0,6-1 38 0 0,0 3 2687 0 0,-10-15 4375 0 0,4 9-7915 0 0,0 4 144 0 0,12-9 445 0 0,-17 9-453 0 0,1 0 0 0 0,0 0-1 0 0,0 0 1 0 0,-1-1 0 0 0,1 1 0 0 0,-1 0-1 0 0,1 0 1 0 0,-1-1 0 0 0,0 1-1 0 0,0-5 1 0 0,0 6-31 0 0,0 0-1 0 0,0-1 1 0 0,0 1 0 0 0,0-1-1 0 0,0 1 1 0 0,1 0 0 0 0,-1-1-1 0 0,0 1 1 0 0,1 0-1 0 0,-1 0 1 0 0,1-1 0 0 0,-1 1-1 0 0,1 0 1 0 0,0 0-1 0 0,0 0 1 0 0,-1-1 0 0 0,1 1-1 0 0,0 0 1 0 0,0 0 0 0 0,0 0-1 0 0,0 1 1 0 0,0-1-1 0 0,3-1 1 0 0,-3 1-6 0 0,0 0 0 0 0,0 0 0 0 0,0 0-1 0 0,1 0 1 0 0,-1 0 0 0 0,0 0 0 0 0,0 0 0 0 0,0 0 0 0 0,-1 0-1 0 0,1 0 1 0 0,0-1 0 0 0,0 1 0 0 0,-1 0 0 0 0,1-1 0 0 0,-1 1 0 0 0,1 0-1 0 0,-1-1 1 0 0,1 1 0 0 0,-1-1 0 0 0,0 1 0 0 0,0-1 0 0 0,0 1-1 0 0,0-3 1 0 0,-1-14 145 0 0,1 13-119 0 0,-1 0 1 0 0,1-1-1 0 0,0 1 1 0 0,0 0-1 0 0,0 0 1 0 0,1-1-1 0 0,0 1 1 0 0,0 0 0 0 0,0 0-1 0 0,3-7 1 0 0,6-2 68 0 0,-8 12-89 0 0,-1 0 0 0 0,1 0 0 0 0,-1 0 0 0 0,1 0 0 0 0,-1 0 0 0 0,0-1 0 0 0,1 1 0 0 0,-1-1 0 0 0,0 1 0 0 0,-1-1 0 0 0,1 1 0 0 0,0-1 0 0 0,-1 1 0 0 0,1-1 0 0 0,-1-3 0 0 0,1-5 107 0 0,-1-18 144 0 0,0 28-255 0 0,0 0 0 0 0,0 0 1 0 0,0 0-1 0 0,0 0 0 0 0,0 0 0 0 0,0 0 0 0 0,0 0 0 0 0,0 0 0 0 0,0 0 0 0 0,-1 0 1 0 0,1 0-1 0 0,0 0 0 0 0,-1 1 0 0 0,1-1 0 0 0,-1 0 0 0 0,1 0 0 0 0,-1 0 1 0 0,1 1-1 0 0,-2-2 0 0 0,-14-2 40 0 0,16 4-19 0 0,-1 0 0 0 0,1 0 1 0 0,-1 0-1 0 0,1 0 0 0 0,-1 0 0 0 0,1 0 1 0 0,0 0-1 0 0,-1 0 0 0 0,1 0 0 0 0,-1 0 1 0 0,1 0-1 0 0,-1-1 0 0 0,1 1 1 0 0,0 0-1 0 0,-1 0 0 0 0,1 0 0 0 0,-1-1 1 0 0,1 1-1 0 0,0 0 0 0 0,-1 0 0 0 0,1-1 1 0 0,0 1-1 0 0,-1 0 0 0 0,1-1 0 0 0,0 1 1 0 0,0 0-1 0 0,-1-1 0 0 0,1 1 1 0 0,0-1-1 0 0,-1 1 0 0 0,2-2-30 0 0,0 1 0 0 0,0 0 0 0 0,0 0 0 0 0,-1 1 0 0 0,1-1-1 0 0,0 0 1 0 0,0 0 0 0 0,0 0 0 0 0,1 1 0 0 0,-1-1 0 0 0,0 0 0 0 0,0 1 0 0 0,0-1 0 0 0,0 1 0 0 0,1 0-1 0 0,-1-1 1 0 0,0 1 0 0 0,0 0 0 0 0,3-1 0 0 0,0 0 19 0 0,0-8 22 0 0,-4 9-48 0 0,0-1 1 0 0,0 1 0 0 0,0 0-1 0 0,0-1 1 0 0,0 1 0 0 0,0-1-1 0 0,0 1 1 0 0,0-1-1 0 0,0 1 1 0 0,0 0 0 0 0,0-1-1 0 0,1 1 1 0 0,-1-1 0 0 0,0 1-1 0 0,0 0 1 0 0,0-1 0 0 0,1 1-1 0 0,-1 0 1 0 0,0-1 0 0 0,0 1-1 0 0,1 0 1 0 0,-1-1-1 0 0,0 1 1 0 0,1 0 0 0 0,-1 0-1 0 0,1-1 1 0 0,-1 1 0 0 0,0 0-1 0 0,1 0 1 0 0,51-17 124 0 0,-39 13-121 0 0,0 1-1 0 0,0-2 0 0 0,0 0 1 0 0,14-8-1 0 0,-17 9 11 0 0,1 1 0 0 0,0 1 0 0 0,-1 0 0 0 0,1 0 0 0 0,0 1 0 0 0,0 0 0 0 0,0 1 0 0 0,0 1 0 0 0,0-1 0 0 0,12 4 0 0 0,-22-4 3 0 0,21 5 185 0 0,-22-4-195 0 0,1-1 1 0 0,-1 0-1 0 0,0 1 1 0 0,1-1-1 0 0,-1 0 1 0 0,1 1-1 0 0,-1-1 1 0 0,1 1-1 0 0,-1-1 1 0 0,0 1-1 0 0,1-1 1 0 0,-1 0-1 0 0,0 1 1 0 0,0 0-1 0 0,1-1 1 0 0,-1 1-1 0 0,0-1 1 0 0,0 1-1 0 0,0-1 1 0 0,0 1-1 0 0,1-1 1 0 0,-1 1-1 0 0,0-1 1 0 0,0 1-1 0 0,0 0 1 0 0,0-1-1 0 0,0 1 1 0 0,-1-1-1 0 0,1 1 1 0 0,0-1-1 0 0,0 1 1 0 0,0-1-1 0 0,0 1 1 0 0,-1 0-1 0 0,1-1 1 0 0,0 1-1 0 0,0-1 1 0 0,-1 0-1 0 0,1 1 1 0 0,0-1-1 0 0,-1 1 1 0 0,1-1-1 0 0,-1 1 1 0 0,1-1-1 0 0,0 0 1 0 0,-1 1-1 0 0,1-1 1 0 0,-1 0-1 0 0,1 1 1 0 0,-2-1-1 0 0,-19 23 257 0 0,16-10-158 0 0,-7 12 89 0 0,-37 17 95 0 0,38-31-257 0 0,-2-1-1 0 0,0-1 1 0 0,0 1-1 0 0,0-2 1 0 0,-22 10 0 0 0,3-1 84 0 0,31-16-121 0 0,0 0 1 0 0,0 0-1 0 0,0 0 1 0 0,1-1-1 0 0,-1 1 1 0 0,0 0-1 0 0,0 0 1 0 0,-1 0-1 0 0,1-1 1 0 0,0 1-1 0 0,0 0 1 0 0,0-1-1 0 0,0 1 1 0 0,-1-1-1 0 0,1 0 1 0 0,0 1-1 0 0,0-1 1 0 0,-1 0-1 0 0,1 0 1 0 0,0 0-1 0 0,-1 0 1 0 0,1 0-1 0 0,0 0 1 0 0,0 0-1 0 0,-1 0 1 0 0,-1-1-1 0 0,2 0-69 0 0,0-1-1 0 0,0 1 0 0 0,1-1 0 0 0,-1 1 1 0 0,0-1-1 0 0,1 1 0 0 0,-1-1 1 0 0,1 0-1 0 0,-1 1 0 0 0,1-1 0 0 0,0 0 1 0 0,0 0-1 0 0,0 1 0 0 0,0-1 0 0 0,0 0 1 0 0,0 0-1 0 0,0 1 0 0 0,1-4 1 0 0,0 1 93 0 0,-2 2-24 0 0,1 1 1 0 0,0-1-1 0 0,0 1 1 0 0,0-1-1 0 0,0 1 1 0 0,1-1 0 0 0,-1 1-1 0 0,0 0 1 0 0,0-1-1 0 0,1 1 1 0 0,-1-1-1 0 0,1 1 1 0 0,0 0 0 0 0,-1 0-1 0 0,1-1 1 0 0,0 1-1 0 0,-1 0 1 0 0,1 0-1 0 0,0 0 1 0 0,0-1-1 0 0,0 1 1 0 0,0 0 0 0 0,0 1-1 0 0,1-1 1 0 0,-1 0-1 0 0,0 0 1 0 0,2-1-1 0 0,6-4 0 0 0,2-20 108 0 0,-4 29-20 0 0,0 1-1 0 0,0 1 1 0 0,-1-1 0 0 0,0 1 0 0 0,1 0-1 0 0,-2 1 1 0 0,1-1 0 0 0,7 10-1 0 0,38 57 578 0 0,-14-17-400 0 0,-36-54-301 0 0,0 0 0 0 0,0 0 0 0 0,0 0 1 0 0,0 0-1 0 0,0 0 0 0 0,0 0 1 0 0,0 0-1 0 0,1-1 0 0 0,-1 1 0 0 0,0-1 1 0 0,0 1-1 0 0,1-1 0 0 0,-1 1 1 0 0,0-1-1 0 0,0 0 0 0 0,1 1 1 0 0,-1-1-1 0 0,1 0 0 0 0,2 0 0 0 0,-4 0-14 0 0,0 0 0 0 0,1 0 0 0 0,-1 0 0 0 0,0-1 0 0 0,1 1 0 0 0,-1 0 0 0 0,0 0-1 0 0,1 0 1 0 0,-1 0 0 0 0,1 0 0 0 0,-1 0 0 0 0,0 1 0 0 0,1-1 0 0 0,-1 0 0 0 0,0 0-1 0 0,1 0 1 0 0,-1 0 0 0 0,0 0 0 0 0,1 0 0 0 0,-1 1 0 0 0,0-1 0 0 0,1 0 0 0 0,-1 0-1 0 0,0 1 1 0 0,1-1 0 0 0,-1 0 0 0 0,0 0 0 0 0,0 1 0 0 0,1-1 0 0 0,-1 0 0 0 0,0 1-1 0 0,0-1 1 0 0,0 0 0 0 0,1 1 0 0 0,-1-1 0 0 0,0 0 0 0 0,0 1 0 0 0,0-1 0 0 0,0 0-1 0 0,0 1 1 0 0,0-1 0 0 0,0 1-65 0 0,0-1 0 0 0,1 1 0 0 0,-1-1 0 0 0,0 0 0 0 0,0 1 0 0 0,0-1-1 0 0,1 0 1 0 0,-1 1 0 0 0,0-1 0 0 0,0 0 0 0 0,1 1 0 0 0,-1-1 0 0 0,0 0 0 0 0,1 0 0 0 0,-1 1 0 0 0,0-1-1 0 0,1 0 1 0 0,-1 0 0 0 0,0 0 0 0 0,1 1 0 0 0,-1-1 0 0 0,1 0 0 0 0,-1 0 0 0 0,0 0 0 0 0,1 0-1 0 0,-1 0 1 0 0,1 0 0 0 0,-1 0 0 0 0,0 0 0 0 0,1 0 0 0 0,0 0 0 0 0,16 0-1656 0 0,-12 0 683 0 0,22-1-4380 0 0,-27 1 5334 0 0,1 0 1 0 0,-1 0 0 0 0,0 0-1 0 0,0 0 1 0 0,0 0-1 0 0,1 0 1 0 0,-1 0 0 0 0,0 0-1 0 0,0 0 1 0 0,0 0-1 0 0,1 0 1 0 0,-1 0 0 0 0,0 0-1 0 0,0 0 1 0 0,0-1-1 0 0,0 1 1 0 0,1 0 0 0 0,-1 0-1 0 0,0 0 1 0 0,0 0-1 0 0,0 0 1 0 0,0-1 0 0 0,1 1-1 0 0,-1 0 1 0 0,0 0-1 0 0,0 0 1 0 0,0 0 0 0 0,0-1-1 0 0,0 1 1 0 0,0 0-1 0 0,0 0 1 0 0,0 0 0 0 0,0-1-1 0 0,0 1 1 0 0,1 0-1 0 0,-1 0 1 0 0,0 0 0 0 0,0-1-1 0 0,0 1 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22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0 0 160 0 0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24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97 333 240 0 0,'-1'-1'27'0'0,"1"-1"0"0"0,0 1 1 0 0,0 0-1 0 0,-1-1 0 0 0,1 1 0 0 0,-1 0 0 0 0,1-1 1 0 0,-1 1-1 0 0,1 0 0 0 0,-1 0 0 0 0,0 0 0 0 0,0-1 0 0 0,0 1 1 0 0,0 0-1 0 0,0 0 0 0 0,0 0 0 0 0,0 0 0 0 0,0 1 1 0 0,0-1-1 0 0,0 0 0 0 0,0 0 0 0 0,0 1 0 0 0,-2-2 0 0 0,-5-3 68 0 0,-24-32 999 0 0,0 5 443 0 0,31 31-1500 0 0,1 1-19 0 0,0-1 0 0 0,-1 1 0 0 0,1 0 0 0 0,0-1 0 0 0,-1 1 1 0 0,1 0-1 0 0,0-1 0 0 0,0 1 0 0 0,0 0 0 0 0,-1-1 0 0 0,1 1 0 0 0,0 0 0 0 0,0-1 0 0 0,0 1 0 0 0,0-1 0 0 0,0 1 0 0 0,0 0 1 0 0,0-1-1 0 0,0 1 0 0 0,0-1 0 0 0,0 1 0 0 0,0 0 0 0 0,0-1 0 0 0,0 1 0 0 0,0-1 0 0 0,0 1 0 0 0,0 0 0 0 0,0-1 1 0 0,0 1-1 0 0,1 0 0 0 0,-1-1 0 0 0,0 1 0 0 0,0 0 0 0 0,0-1 0 0 0,1 1 0 0 0,-1 0 0 0 0,0-1 0 0 0,0 1 0 0 0,1 0 1 0 0,-1-1-1 0 0,0 1 0 0 0,1 0 0 0 0,16-12 325 0 0,-13 9-143 0 0,-3 2-159 0 0,-1 0 1 0 0,1 0 0 0 0,-1 0 0 0 0,1 0 0 0 0,-1 0 0 0 0,1 0-1 0 0,-1 0 1 0 0,1 0 0 0 0,-1 0 0 0 0,0 0 0 0 0,0 0 0 0 0,0-1-1 0 0,1 1 1 0 0,-1 0 0 0 0,0 0 0 0 0,-1-2 0 0 0,1 2 5 0 0,0 0 1 0 0,0-1 0 0 0,0 1 0 0 0,0 0-1 0 0,1-1 1 0 0,-1 1 0 0 0,0 0 0 0 0,0-1-1 0 0,1 1 1 0 0,-1 0 0 0 0,1 0 0 0 0,-1-1-1 0 0,1 1 1 0 0,1-2 0 0 0,52-43 1273 0 0,-49 40-1247 0 0,0 2 1 0 0,0-1-1 0 0,0 0 1 0 0,1 1 0 0 0,0 0-1 0 0,-1 0 1 0 0,1 1 0 0 0,1-1-1 0 0,-1 1 1 0 0,0 1 0 0 0,1-1-1 0 0,13-2 1 0 0,26-13 195 0 0,-29 12-185 0 0,1 0 0 0 0,-1 2 0 0 0,1 0 0 0 0,0 0 0 0 0,31-1 0 0 0,32-6-48 0 0,-75 10-148 0 0,0 0 0 0 0,0 0 0 0 0,1 0-1 0 0,-1 1 1 0 0,0 0 0 0 0,0 1 0 0 0,1-1 0 0 0,8 3 0 0 0,-11 0-154 0 0,3 2-1832 0 0,15-1 123 0 0,-17-3-360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26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778 124 880 0 0,'1'-1'141'0'0,"-1"0"0"0"0,0 0-1 0 0,0 0 1 0 0,0-1 0 0 0,0 1-1 0 0,0 0 1 0 0,0 0-1 0 0,0-1 1 0 0,0 1 0 0 0,0 0-1 0 0,0 0 1 0 0,-1-1 0 0 0,1 1-1 0 0,0 0 1 0 0,-1 0-1 0 0,1 0 1 0 0,-1-1 0 0 0,1 1-1 0 0,-1 0 1 0 0,0 0 0 0 0,0 0-1 0 0,1 0 1 0 0,-1 0 0 0 0,0 0-1 0 0,0 1 1 0 0,0-1-1 0 0,0 0 1 0 0,0 0 0 0 0,0 0-1 0 0,0 1 1 0 0,0-1 0 0 0,-2 0-1 0 0,-7-4 168 0 0,-2-3 631 0 0,-14-5 190 0 0,-1 0-249 0 0,20 8-746 0 0,0 1 0 0 0,0 1-1 0 0,-1-1 1 0 0,1 1-1 0 0,-1 1 1 0 0,0 0-1 0 0,0 0 1 0 0,0 0 0 0 0,0 1-1 0 0,0 0 1 0 0,-10 0-1 0 0,-22-4 332 0 0,-3-2 182 0 0,-1 3 0 0 0,1 1 0 0 0,-72 5 0 0 0,103-1-528 0 0,-31 4 583 0 0,-49 13-1 0 0,79-15-563 0 0,1 0-1 0 0,0 2 1 0 0,1-1 0 0 0,-1 2-1 0 0,1-1 1 0 0,0 1 0 0 0,0 1-1 0 0,-14 12 1 0 0,22-17-128 0 0,0 0 0 0 0,1 1 0 0 0,-1 0 0 0 0,1-1 1 0 0,-1 1-1 0 0,1 0 0 0 0,0 0 0 0 0,0 1 0 0 0,1-1 0 0 0,-1 0 0 0 0,1 1 0 0 0,-2 4 0 0 0,1 1 0 0 0,1 0-1 0 0,0 0 0 0 0,1 17 0 0 0,0-12 23 0 0,0-11-32 0 0,1 0 0 0 0,-1 0 0 0 0,1 0 0 0 0,0 0 0 0 0,0 0 0 0 0,0 0 1 0 0,0 0-1 0 0,0 0 0 0 0,1 0 0 0 0,-1 0 0 0 0,1-1 0 0 0,0 1 0 0 0,0-1 0 0 0,0 1 0 0 0,0-1 0 0 0,0 0 0 0 0,0 1 0 0 0,5 2 0 0 0,-3-2-9 0 0,-1 0 0 0 0,0 0 0 0 0,0 0 0 0 0,0 1 0 0 0,0-1 0 0 0,-1 1 0 0 0,1 0 0 0 0,2 6 0 0 0,6 35-138 0 0,-8-37 125 0 0,1 0-1 0 0,0 0 0 0 0,0-1 1 0 0,6 7-1 0 0,-5-7 26 0 0,0 0 1 0 0,0 1-1 0 0,-1-1 0 0 0,0 1 1 0 0,2 8-1 0 0,5 45-3 0 0,-3-35-159 0 0,1-1 1 0 0,2 0-1 0 0,19 35 1 0 0,16 36-708 0 0,-41-85 840 0 0,-1 1 0 0 0,-1 0 1 0 0,0 1-1 0 0,-1-1 0 0 0,0 0 0 0 0,0 19 0 0 0,-3 16 52 0 0,-1-30-15 0 0,2 0 1 0 0,0-1-1 0 0,0 1 0 0 0,2 0 0 0 0,5 24 1 0 0,14 9-12 0 0,-13-25 135 0 0,-5-18-105 0 0,-1 1 0 0 0,1 0 1 0 0,0-1-1 0 0,0 1 0 0 0,1-1 0 0 0,9 13 0 0 0,21 32-169 0 0,-19-26 184 0 0,24 27-1 0 0,-33-46-4 0 0,1 0 0 0 0,-1 0-1 0 0,2 0 1 0 0,-1 0-1 0 0,1-1 1 0 0,0-1 0 0 0,16 9-1 0 0,25 6 78 0 0,0-3-1 0 0,2-1 0 0 0,92 14 0 0 0,16 6 300 0 0,-107-25-170 0 0,0-1 1 0 0,0-3-1 0 0,1-2 1 0 0,77-3-1 0 0,205-31 42 0 0,-279 20 163 0 0,-1-3-1 0 0,-1-3 1 0 0,104-42 0 0 0,-112 39-279 0 0,18-6 10 0 0,-1-4 0 0 0,60-35 1 0 0,-39 18-42 0 0,32-20 176 0 0,-104 56-278 0 0,1 0 0 0 0,-2-1 1 0 0,1 0-1 0 0,-2 0 0 0 0,1-1 1 0 0,14-21-1 0 0,-14 17 21 0 0,-5 7-13 0 0,0 0 0 0 0,-1 0 1 0 0,1 0-1 0 0,-2 0 0 0 0,1-1 0 0 0,-1 0 0 0 0,0 0 0 0 0,-1 0 1 0 0,0 0-1 0 0,-1-1 0 0 0,1 1 0 0 0,-2-1 0 0 0,2-14 0 0 0,-2-28 299 0 0,1 23 153 0 0,-5-53 0 0 0,3 75-408 0 0,-2-1 1 0 0,1 1-1 0 0,-1 0 1 0 0,0 0-1 0 0,0-1 1 0 0,-1 1-1 0 0,0 0 1 0 0,0 1-1 0 0,-1-1 1 0 0,1 1-1 0 0,-10-13 1 0 0,-10-3 129 0 0,-1 0 1 0 0,0 2 0 0 0,-2 1 0 0 0,0 1-1 0 0,-1 0 1 0 0,-1 3 0 0 0,-56-24 0 0 0,12 8 65 0 0,-83-48-1 0 0,58 31 170 0 0,-150-53 1 0 0,47 22 111 0 0,177 71-581 0 0,1 1 1 0 0,-1 0-1 0 0,0 2 1 0 0,0 1-1 0 0,-1 1 0 0 0,1 1 1 0 0,-40 1-1 0 0,-4 5-1470 0 0,-88 16-1 0 0,125-15-160 0 0,0 1 0 0 0,1 2 0 0 0,-39 14 0 0 0,61-19 686 0 0,1 0 0 0 0,0 1 0 0 0,0-1 0 0 0,1 1 1 0 0,-9 7-1 0 0,14-11 955 0 0,-33 27-7867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34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256 129 1121 0 0,'-20'-4'1898'0'0,"-1"2"0"0"0,1 0 0 0 0,-1 2 0 0 0,0 0 0 0 0,1 1 0 0 0,-26 5 0 0 0,24-5-338 0 0,17-1 2549 0 0,5-9-668 0 0,0-106 721 0 0,0 114-4161 0 0,0 1-1 0 0,0 0 0 0 0,0 0 1 0 0,0 0-1 0 0,0 0 0 0 0,0-1 0 0 0,0 1 1 0 0,0 0-1 0 0,0 0 0 0 0,0 0 1 0 0,0 0-1 0 0,0-1 0 0 0,1 1 1 0 0,-1 0-1 0 0,0 0 0 0 0,0 0 0 0 0,0 0 1 0 0,0-1-1 0 0,0 1 0 0 0,0 0 1 0 0,0 0-1 0 0,1 0 0 0 0,-1 0 1 0 0,0 0-1 0 0,0 0 0 0 0,0 0 1 0 0,0 0-1 0 0,1-1 0 0 0,-1 1 0 0 0,0 0 1 0 0,0 0-1 0 0,0 0 0 0 0,0 0 1 0 0,1 0-1 0 0,-1 0 0 0 0,0 0 1 0 0,0 0-1 0 0,0 0 0 0 0,0 0 0 0 0,1 0 1 0 0,-1 0-1 0 0,0 0 0 0 0,0 0 1 0 0,2 0 0 0 0,-1 0 1 0 0,0 0-1 0 0,0 0 1 0 0,0 0 0 0 0,0 1-1 0 0,0-1 1 0 0,0 0-1 0 0,1 0 1 0 0,-1 1 0 0 0,0-1-1 0 0,0 0 1 0 0,0 1-1 0 0,0-1 1 0 0,0 1 0 0 0,0 0-1 0 0,0-1 1 0 0,0 1-1 0 0,-1 0 1 0 0,1-1 0 0 0,0 1-1 0 0,0 0 1 0 0,1 2-1 0 0,-1-1 3 0 0,-1 0-1 0 0,1 0 0 0 0,-1 0 0 0 0,0 0 0 0 0,1 1 0 0 0,-1-1 0 0 0,0 0 1 0 0,0 0-1 0 0,0 0 0 0 0,0 1 0 0 0,-1-1 0 0 0,1 0 0 0 0,-1 0 0 0 0,1 0 1 0 0,-1 0-1 0 0,0 0 0 0 0,-1 3 0 0 0,-4 10 15 0 0,2-5-8 0 0,0-1 1 0 0,1 1 0 0 0,0 0 0 0 0,1 0 0 0 0,0 1 0 0 0,-1 17-1 0 0,4-9 41 0 0,-1-14-34 0 0,1 1 0 0 0,-1-1-1 0 0,0 0 1 0 0,-1 1-1 0 0,1-1 1 0 0,-1 0-1 0 0,0 0 1 0 0,-3 11 0 0 0,-7 2-6 0 0,9-15-9 0 0,0 0-1 0 0,0 0 0 0 0,0 1 0 0 0,1-1 1 0 0,-1 1-1 0 0,1-1 0 0 0,0 1 0 0 0,0 0 0 0 0,0-1 1 0 0,0 1-1 0 0,0 7 0 0 0,1-9 9 0 0,0 1 0 0 0,0-1 1 0 0,0 1-1 0 0,0-1 0 0 0,-1 0 0 0 0,1 0 0 0 0,-1 1 0 0 0,0-1 0 0 0,0 0 0 0 0,0 0 0 0 0,0 0 1 0 0,0 0-1 0 0,0 0 0 0 0,0 0 0 0 0,-1 0 0 0 0,-2 3 0 0 0,-2 3 45 0 0,1 5 65 0 0,5-10-160 0 0,0-3 38 0 0,0 0 1 0 0,0 0-1 0 0,0 0 1 0 0,0 0-1 0 0,0 0 1 0 0,0 0-1 0 0,-1 1 1 0 0,1-1-1 0 0,0 0 1 0 0,0 0-1 0 0,0 0 1 0 0,0 0-1 0 0,0 1 1 0 0,0-1-1 0 0,0 0 1 0 0,0 0-1 0 0,0 0 1 0 0,0 0-1 0 0,0 1 1 0 0,0-1-1 0 0,0 0 1 0 0,0 0-1 0 0,0 0 1 0 0,0 0-1 0 0,0 1 1 0 0,0-1-1 0 0,1 0 1 0 0,-1 0-1 0 0,0 0 1 0 0,0 0-1 0 0,0 1 1 0 0,0-1-1 0 0,0 0 1 0 0,0 0-1 0 0,0 0 1 0 0,0 0-1 0 0,1 0 1 0 0,-1 0-1 0 0,0 0 1 0 0,0 1-1 0 0,0-1 1 0 0,0 0-1 0 0,0 0 1 0 0,1 0-1 0 0,-1 0 1 0 0,0 0-1 0 0,0 0 1 0 0,0 0-1 0 0,0 0 1 0 0,1 0-1 0 0,-1 0 1 0 0,0 0-1 0 0,0 0 1 0 0,0 0-1 0 0,0 0 1 0 0,1 0-1 0 0,-1 0 1 0 0,0 0-1 0 0,0 0 1 0 0,0 0-1 0 0,1 0 1 0 0,1 0 8 0 0,-2-1-7 0 0,1 1 0 0 0,-1 0 0 0 0,1 0-1 0 0,0 0 1 0 0,-1-1 0 0 0,1 1 0 0 0,-1 0 0 0 0,1 0-1 0 0,0 0 1 0 0,-1 0 0 0 0,1 0 0 0 0,-1 0 0 0 0,1 0 0 0 0,0 1-1 0 0,-1-1 1 0 0,1 0 0 0 0,-1 0 0 0 0,1 0 0 0 0,-1 1-1 0 0,1-1 1 0 0,0 0 0 0 0,-1 0 0 0 0,1 1 0 0 0,-1-1 0 0 0,1 1-1 0 0,-1-1 1 0 0,0 0 0 0 0,1 1 0 0 0,-1-1 0 0 0,1 1-1 0 0,-1-1 1 0 0,0 1 0 0 0,1-1 0 0 0,-1 1 0 0 0,0-1 0 0 0,0 1-1 0 0,1-1 1 0 0,-1 1 0 0 0,0 0 0 0 0,0 0 0 0 0,0 0 0 0 0,1-1 0 0 0,-1 1 1 0 0,0 0-1 0 0,0-1 1 0 0,0 1-1 0 0,1 0 1 0 0,-1-1-1 0 0,0 1 0 0 0,0-1 1 0 0,1 1-1 0 0,-1-1 1 0 0,1 1-1 0 0,-1-1 0 0 0,0 1 1 0 0,1-1-1 0 0,-1 1 1 0 0,1-1-1 0 0,-1 1 0 0 0,1-1 1 0 0,-1 0-1 0 0,1 1 1 0 0,0-1-1 0 0,-1 0 1 0 0,1 0-1 0 0,-1 1 0 0 0,1-1 1 0 0,0 0-1 0 0,-1 0 1 0 0,1 0-1 0 0,0 0 0 0 0,-1 0 1 0 0,1 0-1 0 0,0 0 1 0 0,0 0-1 0 0,0 0 0 0 0,-1 0 0 0 0,1 0 0 0 0,0 0 0 0 0,-1 0 0 0 0,1 0 0 0 0,-1 0 0 0 0,1 0 0 0 0,0 0 0 0 0,-1 1 0 0 0,1-1 0 0 0,-1 0 0 0 0,1 0 0 0 0,-1 0 0 0 0,1 1 0 0 0,0-1 0 0 0,-1 0 0 0 0,1 1 0 0 0,-1-1 0 0 0,0 0-1 0 0,1 1 1 0 0,-1-1 0 0 0,1 1 0 0 0,-1-1 0 0 0,0 1 0 0 0,1-1 0 0 0,-1 1 0 0 0,0-1 0 0 0,1 1 0 0 0,-1-1 0 0 0,0 1 0 0 0,0-1 0 0 0,1 1 0 0 0,-1 0 0 0 0,0 0 0 0 0,1 0 0 0 0,0-1-1 0 0,0 1 1 0 0,0 0-1 0 0,0 0 1 0 0,0-1 0 0 0,0 1-1 0 0,0-1 1 0 0,0 1-1 0 0,0-1 1 0 0,0 1-1 0 0,1-1 1 0 0,-1 0 0 0 0,0 1-1 0 0,0-1 1 0 0,0 0-1 0 0,1 0 1 0 0,-1 0 0 0 0,0 0-1 0 0,0 0 1 0 0,3-1-1 0 0,-3 1-3 0 0,5 5-63 0 0,-1-3 0 0 0,23 2 114 0 0,1-1-1 0 0,0-1 0 0 0,50-3 1 0 0,-21 0-6 0 0,-47 2-41 0 0,-2-1 0 0 0,37-9 0 0 0,-39 7 5 0 0,-6 2-1 0 0,0 1 0 0 0,0-1 0 0 0,0-1 0 0 0,0 1-1 0 0,0 0 1 0 0,0 0 0 0 0,0 0 0 0 0,0 0-1 0 0,0-1 1 0 0,0 1 0 0 0,0 0 0 0 0,0-1-1 0 0,0 1 1 0 0,0-1 0 0 0,-1 1 0 0 0,1-1 0 0 0,0 0-1 0 0,0 1 1 0 0,0-1 0 0 0,-1 0 0 0 0,1 1-1 0 0,0-1 1 0 0,-1 0 0 0 0,1 0 0 0 0,-1 0-1 0 0,1 0 1 0 0,-1 1 0 0 0,1-1 0 0 0,-1 0 0 0 0,0 0-1 0 0,1 0 1 0 0,-1 0 0 0 0,0 0 0 0 0,0 0-1 0 0,0 0 1 0 0,0 0 0 0 0,1 0 0 0 0,-1 0 0 0 0,-1 0-1 0 0,1-1 1 0 0,0 0 3 0 0,0 1 1 0 0,0 0-1 0 0,1 0 0 0 0,-1 0 0 0 0,0 0 1 0 0,1-1-1 0 0,-1 1 0 0 0,0 0 0 0 0,1 0 1 0 0,0 0-1 0 0,-1 0 0 0 0,1 0 0 0 0,-1 0 1 0 0,1 0-1 0 0,0 0 0 0 0,0 0 0 0 0,0 1 1 0 0,-1-1-1 0 0,1 0 0 0 0,0 0 0 0 0,0 1 1 0 0,0-1-1 0 0,1 0 0 0 0,0 0 2 0 0,-1 1 1 0 0,0-1-1 0 0,0 0 1 0 0,0 0-1 0 0,0 0 1 0 0,0 0-1 0 0,0 0 0 0 0,0 0 1 0 0,0 0-1 0 0,0 0 1 0 0,0 0-1 0 0,-1-1 1 0 0,1 1-1 0 0,0 0 0 0 0,-1 0 1 0 0,1-1-1 0 0,-1 1 1 0 0,1 0-1 0 0,-1-1 1 0 0,0 1-1 0 0,1 0 0 0 0,-1-1 1 0 0,0-1-1 0 0,0-142 645 0 0,0 143-645 0 0,0 1 0 0 0,0-1 0 0 0,0 0 0 0 0,0 0 0 0 0,1 0-1 0 0,-1 0 1 0 0,1 0 0 0 0,-1 0 0 0 0,1 1 0 0 0,0-1 0 0 0,0 0 0 0 0,0 0 0 0 0,0 1 0 0 0,0-1 0 0 0,0 1 0 0 0,0-1 0 0 0,0 1 0 0 0,0-1 0 0 0,4-2-1 0 0,-4 3-5 0 0,0 0-1 0 0,1 0 1 0 0,-1 0-1 0 0,0-1 1 0 0,0 1-1 0 0,0 0 0 0 0,0-1 1 0 0,0 1-1 0 0,0-1 1 0 0,0 1-1 0 0,-1-1 0 0 0,1 0 1 0 0,0 1-1 0 0,-1-1 1 0 0,1 0-1 0 0,-1 1 0 0 0,0-1 1 0 0,0 0-1 0 0,0-3 1 0 0,0-2-2 0 0,-1 5 2 0 0,1-1 1 0 0,0 1 0 0 0,-1 0-1 0 0,1 0 1 0 0,0 0 0 0 0,0 0-1 0 0,0 0 1 0 0,1 0 0 0 0,-1-1-1 0 0,0 1 1 0 0,1 0-1 0 0,0 0 1 0 0,-1 0 0 0 0,1 0-1 0 0,0 0 1 0 0,0 0 0 0 0,1-1-1 0 0,-2 3-3 0 0,17-8-63 0 0,-17 7 61 0 0,0 1 1 0 0,0 0-1 0 0,0 0 0 0 0,1 0 1 0 0,-1 0-1 0 0,0-1 0 0 0,0 1 1 0 0,1 0-1 0 0,-1 0 0 0 0,0 0 1 0 0,0 0-1 0 0,1 0 0 0 0,-1 0 1 0 0,0 0-1 0 0,0 0 0 0 0,1 0 1 0 0,-1 0-1 0 0,0 0 0 0 0,1 0 1 0 0,-1 0-1 0 0,0 0 0 0 0,0 0 1 0 0,1 0-1 0 0,-1 0 0 0 0,0 0 1 0 0,0 0-1 0 0,1 0 0 0 0,-1 1 1 0 0,0-1-1 0 0,0 0 0 0 0,1 0 1 0 0,-1 0-1 0 0,0 0 0 0 0,0 1 1 0 0,0-1-1 0 0,1 0 0 0 0,-1 0 1 0 0,0 0-1 0 0,0 1 0 0 0,0-1 1 0 0,0 0-1 0 0,1 0 0 0 0,-1 1 1 0 0,0-1-1 0 0,0 0 0 0 0,0 0 1 0 0,0 1-1 0 0,0-1 0 0 0,0 0 1 0 0,0 35 11 0 0,1-19 24 0 0,-1 1 0 0 0,-2-1 0 0 0,-2 20 0 0 0,-7 16 20 0 0,6-29-38 0 0,0 1 1 0 0,2-1 0 0 0,-1 25-1 0 0,4-28 40 0 0,-2 0-1 0 0,-1-1 1 0 0,-8 34-1 0 0,6-35-34 0 0,1 0 1 0 0,1 0-1 0 0,-1 31 0 0 0,3-33-16 0 0,-1-1 0 0 0,0 0 0 0 0,-1 0 0 0 0,-6 22 0 0 0,5-24-34 0 0,0 0 0 0 0,1 0 0 0 0,1 1 0 0 0,-1 17 0 0 0,3 18-1692 0 0,0-49 1679 0 0,0 0-1 0 0,0 0 1 0 0,0 0-1 0 0,0-1 1 0 0,0 1-1 0 0,1 0 1 0 0,-1 0-1 0 0,0 0 1 0 0,0 0-1 0 0,0 0 1 0 0,0 0-1 0 0,0 0 0 0 0,0 0 1 0 0,0 0-1 0 0,0 0 1 0 0,0-1-1 0 0,1 1 1 0 0,-1 0-1 0 0,0 0 1 0 0,0 0-1 0 0,0 0 1 0 0,0 0-1 0 0,0 0 1 0 0,0 0-1 0 0,0 0 1 0 0,1 0-1 0 0,-1 0 0 0 0,0 0 1 0 0,0 0-1 0 0,0 0 1 0 0,0 0-1 0 0,0 0 1 0 0,0 0-1 0 0,1 0 1 0 0,-1 0-1 0 0,0 0 1 0 0,0 0-1 0 0,0 0 1 0 0,0 0-1 0 0,0 0 1 0 0,0 0-1 0 0,0 1 1 0 0,1-1-1 0 0,-1 0 0 0 0,0 0 1 0 0,0 0-1 0 0,0 0 1 0 0,0 0-1 0 0,0 0 1 0 0,0 0-1 0 0,0 0 1 0 0,0 0-1 0 0,0 1 1 0 0,0-1-1 0 0,0 0 1 0 0,1 0-1 0 0,-1 0 1 0 0,0 0-1 0 0,0 0 0 0 0,0 0 1 0 0,0 0-1 0 0,0 1 1 0 0,0-1-1 0 0,0 0 1 0 0,0 0-1 0 0,0 0 1 0 0,0 0-1 0 0,0 0 1 0 0,14-7-2326 0 0,0-1-1 0 0,0 0 1 0 0,0-1 0 0 0,16-16 0 0 0,9-4-1358 0 0,26-13-2117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35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372 151 1601 0 0,'-19'0'1311'0'0,"-4"-1"596"0"0,-1 1 0 0 0,2 2 0 0 0,-1 0 0 0 0,0 2-1 0 0,-39 10 1 0 0,49-10-1383 0 0,2-2-162 0 0,1 1-1 0 0,-1 0 0 0 0,1 1 0 0 0,0 0 0 0 0,0 0 1 0 0,0 1-1 0 0,1 0 0 0 0,-15 12 0 0 0,-9 15 893 0 0,33-31-1213 0 0,-1-1 0 0 0,1 1-1 0 0,-1 0 1 0 0,1-1 0 0 0,-1 1 0 0 0,1 0-1 0 0,-1-1 1 0 0,1 1 0 0 0,0 0 0 0 0,-1 0-1 0 0,1 0 1 0 0,0-1 0 0 0,0 1 0 0 0,0 0-1 0 0,0 0 1 0 0,-1 0 0 0 0,1-1 0 0 0,0 1-1 0 0,1 0 1 0 0,-1 0 0 0 0,0 1 0 0 0,0-2-8 0 0,0 1 0 0 0,0 0 0 0 0,0-1 0 0 0,0 1 0 0 0,0 0 0 0 0,0-1-1 0 0,0 1 1 0 0,0 0 0 0 0,0-1 0 0 0,0 1 0 0 0,0 0 0 0 0,0-1 0 0 0,-1 1 0 0 0,1 0 0 0 0,0-1 0 0 0,-1 1 0 0 0,1-1 0 0 0,0 1 0 0 0,-1 0 0 0 0,1-1 0 0 0,0 1 0 0 0,-1-1 0 0 0,1 1 0 0 0,-2 0 0 0 0,-5 3 124 0 0,0 2 125 0 0,16 4-34 0 0,7 6-15 0 0,7 11 2 0 0,-16-17-194 0 0,1 0 1 0 0,0-1-1 0 0,11 10 1 0 0,-7-12-24 0 0,0 0 0 0 0,0 0 1 0 0,1-2-1 0 0,-1 1 0 0 0,1-2 1 0 0,0 0-1 0 0,20 4 0 0 0,11 1-17 0 0,-33-10 3 0 0,-2-2 5 0 0,3 2 20 0 0,0-1 0 0 0,-1-1 1 0 0,0 0-1 0 0,0 0 1 0 0,0-1-1 0 0,13-7 0 0 0,-18 9-11 0 0,-1-1-1 0 0,0 0 1 0 0,0 0-1 0 0,-1 0 0 0 0,1-1 1 0 0,-1 1-1 0 0,1-1 1 0 0,-1 0-1 0 0,0-1 1 0 0,-1 1-1 0 0,1-1 0 0 0,-1 1 1 0 0,0-1-1 0 0,3-6 1 0 0,5-38 168 0 0,-10 46-171 0 0,5-16 93 0 0,-1-1-1 0 0,-1 0 1 0 0,0 0 0 0 0,1-36 0 0 0,-5 50-75 0 0,-1 0 0 0 0,1-1-1 0 0,-1 1 1 0 0,-1 0 0 0 0,1 0-1 0 0,-1 0 1 0 0,0 0 0 0 0,0 0-1 0 0,-1 0 1 0 0,1 0 0 0 0,-1 1 0 0 0,-1-1-1 0 0,1 1 1 0 0,-1 0 0 0 0,0 0-1 0 0,0 0 1 0 0,-1 0 0 0 0,1 1-1 0 0,-1 0 1 0 0,-6-5 0 0 0,-1 0 83 0 0,-1 1 0 0 0,0 1 1 0 0,-26-12-1 0 0,33 16-140 0 0,0 1 0 0 0,0 0 0 0 0,0 1 0 0 0,-1-1 0 0 0,1 1-1 0 0,0 0 1 0 0,-1 1 0 0 0,1 0 0 0 0,-1 0 0 0 0,-11 1 0 0 0,18-1-1 0 0,-1 0-1 0 0,1 1 1 0 0,0-1 0 0 0,-1 0 0 0 0,1 0-1 0 0,-1 1 1 0 0,1-1 0 0 0,0 0-1 0 0,-1 1 1 0 0,1-1 0 0 0,0 0 0 0 0,-1 1-1 0 0,1-1 1 0 0,0 0 0 0 0,0 1-1 0 0,-1-1 1 0 0,1 0 0 0 0,0 1 0 0 0,0-1-1 0 0,0 1 1 0 0,0-1 0 0 0,-1 1-1 0 0,1-1 1 0 0,0 1 0 0 0,0-1 0 0 0,0 0-1 0 0,0 1 1 0 0,0 0 0 0 0,-4 10-709 0 0,3-10 571 0 0,0 0 1 0 0,0 1-1 0 0,0-1 0 0 0,-1 1 1 0 0,1-1-1 0 0,1 0 1 0 0,-1 1-1 0 0,0 0 1 0 0,0-1-1 0 0,1 1 0 0 0,-1-1 1 0 0,0 1-1 0 0,1 0 1 0 0,0 0-1 0 0,-1-1 1 0 0,1 1-1 0 0,0 0 1 0 0,0 0-1 0 0,0-1 0 0 0,0 1 1 0 0,0 0-1 0 0,1-1 1 0 0,-1 1-1 0 0,0 0 1 0 0,1 0-1 0 0,-1-1 0 0 0,1 1 1 0 0,0 0-1 0 0,-1-1 1 0 0,1 1-1 0 0,0-1 1 0 0,2 3-1 0 0,1 6-782 0 0,0 1-638 0 0,-3-9 1237 0 0,-1 0 0 0 0,1 0 0 0 0,0 0 0 0 0,-1 0 0 0 0,1-1 0 0 0,0 1 0 0 0,0 0 0 0 0,0-1-1 0 0,1 1 1 0 0,-1 0 0 0 0,2 1 0 0 0,4 2-1087 0 0,1 0 1 0 0,0-1-1 0 0,0 0 0 0 0,15 6 1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35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76 2401 0 0,'-31'17'3108'0'0,"0"-2"0"0"0,-60 21 0 0 0,16-7-680 0 0,61-23-2079 0 0,-2 0 22 0 0,1 0 0 0 0,0 1 0 0 0,1 1 0 0 0,0 0 0 0 0,-23 19 0 0 0,35-25-298 0 0,1 1 0 0 0,0 0 0 0 0,0 0 0 0 0,0 0 0 0 0,0 0 0 0 0,1 1 0 0 0,-1-1 0 0 0,1 0 0 0 0,0 0 0 0 0,0 0 0 0 0,0 1 0 0 0,0-1 0 0 0,0 0 0 0 0,2 4 0 0 0,-2 3 32 0 0,0-8-88 0 0,1 1-1 0 0,-1-1 1 0 0,1 0 0 0 0,-1 1-1 0 0,1-1 1 0 0,0 0-1 0 0,0 0 1 0 0,0 0 0 0 0,0 0-1 0 0,0 0 1 0 0,0 0-1 0 0,0 0 1 0 0,1 0 0 0 0,-1 0-1 0 0,1-1 1 0 0,-1 1-1 0 0,1 0 1 0 0,0-1 0 0 0,0 1-1 0 0,0-1 1 0 0,-1 0-1 0 0,1 0 1 0 0,1 0 0 0 0,-1 0-1 0 0,4 2 1 0 0,7 2 6 0 0,0-1 1 0 0,1 0 0 0 0,18 2-1 0 0,-11-1 78 0 0,-6-2-61 0 0,1 0-1 0 0,0-1 0 0 0,-1 0 1 0 0,31-2-1 0 0,-18 0 18 0 0,1 0 6 0 0,-1-2 0 0 0,1 0 1 0 0,0-2-1 0 0,39-11 0 0 0,-56 11-18 0 0,0 0-1 0 0,-1-1 0 0 0,0 0 0 0 0,0-1 0 0 0,16-10 0 0 0,-22 13 2 0 0,0-1 0 0 0,0-1 0 0 0,0 1 0 0 0,-1-1 0 0 0,1 0 0 0 0,-1 0 0 0 0,-1 0 0 0 0,1 0 0 0 0,0-1 0 0 0,-1 1 0 0 0,3-9 0 0 0,0 0 84 0 0,-5 12-91 0 0,0 0-1 0 0,0-1 1 0 0,0 1 0 0 0,0 0 0 0 0,0-1-1 0 0,-1 1 1 0 0,1 0 0 0 0,-1-1 0 0 0,0 1-1 0 0,0-3 1 0 0,0 2 12 0 0,-1 0 1 0 0,0 0-1 0 0,0 0 1 0 0,-1 0-1 0 0,1 0 0 0 0,-1 0 1 0 0,1 1-1 0 0,-1-1 0 0 0,0 0 1 0 0,-4-3-1 0 0,-17-26 437 0 0,18 25-381 0 0,0 0 0 0 0,0 0 0 0 0,0 0 0 0 0,-1 1 1 0 0,0-1-1 0 0,0 1 0 0 0,-1 1 0 0 0,1-1 0 0 0,-1 1 0 0 0,0 0 0 0 0,-1 1 0 0 0,1 0 0 0 0,-1 0 0 0 0,-15-5 0 0 0,-45-8-520 0 0,1 3-1 0 0,-1 4 1 0 0,-72-3-1 0 0,74 12-5442 0 0,62 1 1172 0 0,2 3 2140 0 0,3-1 675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39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131 377 560 0 0,'5'-11'4318'0'0,"11"9"-2802"0"0,-9 1-627 0 0,-8 1-841 0 0,1 0-1 0 0,0 0 1 0 0,0 0-1 0 0,0 0 1 0 0,0 0-1 0 0,0 0 1 0 0,0 0-1 0 0,0 0 0 0 0,0 0 1 0 0,0 0-1 0 0,0 0 1 0 0,0 0-1 0 0,0 0 1 0 0,0 0-1 0 0,0 0 1 0 0,0 0-1 0 0,0 0 1 0 0,0 0-1 0 0,0 0 1 0 0,0 0-1 0 0,-1 0 0 0 0,1-1 1 0 0,0 1-1 0 0,0 0 1 0 0,0 0-1 0 0,0 0 1 0 0,0 0-1 0 0,0 0 1 0 0,0 0-1 0 0,0 0 1 0 0,0 0-1 0 0,0 0 0 0 0,0 0 1 0 0,0 0-1 0 0,0 0 1 0 0,0 0-1 0 0,0 0 1 0 0,0 0-1 0 0,0-1 1 0 0,0 1-1 0 0,0 0 1 0 0,1 0-1 0 0,-1 0 1 0 0,0 0-1 0 0,0 0 0 0 0,0 0 1 0 0,0 0-1 0 0,0 0 1 0 0,0 0-1 0 0,0 0 1 0 0,0 0-1 0 0,0 0 1 0 0,0 0-1 0 0,0 0 1 0 0,-11-4 761 0 0,-5-3 2388 0 0,16 5-2900 0 0,0 0 1 0 0,0-1-1 0 0,0 1 1 0 0,1 0 0 0 0,-1 0-1 0 0,0-1 1 0 0,1 1-1 0 0,0 0 1 0 0,-1 0-1 0 0,1 0 1 0 0,0 0 0 0 0,0 0-1 0 0,0 0 1 0 0,1 0-1 0 0,-1 0 1 0 0,0 0-1 0 0,1 0 1 0 0,2-2 0 0 0,7-9 291 0 0,-11 11-500 0 0,1 0 1 0 0,0 0 0 0 0,0 1-1 0 0,-1-1 1 0 0,1 0 0 0 0,-1 0-1 0 0,0 0 1 0 0,1 0 0 0 0,-1 0-1 0 0,0 0 1 0 0,0-3 0 0 0,0 2-5 0 0,0 1-1 0 0,0 0 1 0 0,0 0 0 0 0,0-1 0 0 0,0 1 0 0 0,1 0 0 0 0,-1 0-1 0 0,1-1 1 0 0,0 1 0 0 0,-1 0 0 0 0,2-2 0 0 0,20-24 782 0 0,-11-6-160 0 0,-6 23-509 0 0,1 1 0 0 0,1 0 0 0 0,-1 0 1 0 0,2 0-1 0 0,-1 1 0 0 0,14-13 0 0 0,17-26 536 0 0,-28 42-594 0 0,-9 6-125 0 0,0-1 0 0 0,0 1 0 0 0,0-1 0 0 0,0 1 0 0 0,-1-1 0 0 0,1 1 0 0 0,0-1 0 0 0,0 1 1 0 0,0-1-1 0 0,0 0 0 0 0,-1 0 0 0 0,1 1 0 0 0,0-1 0 0 0,-1 0 0 0 0,1 0 0 0 0,0 0 0 0 0,-1 0 0 0 0,1 0 0 0 0,-1 0 0 0 0,1 0 0 0 0,-1 1 0 0 0,0-2 1 0 0,1 1-1 0 0,-1 0 0 0 0,0 0 0 0 0,0-1 0 0 0,0 1-9 0 0,0 1 0 0 0,1-1-1 0 0,-1 0 1 0 0,0 0 0 0 0,0 1 0 0 0,1-1 0 0 0,-1 0 0 0 0,0 1 0 0 0,1-1-1 0 0,-1 1 1 0 0,1-1 0 0 0,-1 0 0 0 0,0 1 0 0 0,1-1 0 0 0,-1 1 0 0 0,1-1-1 0 0,0 1 1 0 0,-1-1 0 0 0,1 1 0 0 0,-1 0 0 0 0,1-1 0 0 0,0 1 0 0 0,-1 0-1 0 0,1-1 1 0 0,0 1 0 0 0,-1 0 0 0 0,1 0 0 0 0,0 0 0 0 0,0 0 0 0 0,-1 0-1 0 0,1-1 1 0 0,0 1 0 0 0,-1 0 0 0 0,1 1 0 0 0,0-1 0 0 0,0 0 0 0 0,1 0-1 0 0,3 0 26 0 0,1-6 49 0 0,-7 7-76 0 0,1 0-1 0 0,-1 0 1 0 0,1 0-1 0 0,-1 0 1 0 0,0-1-1 0 0,0 1 0 0 0,1 0 1 0 0,-1-1-1 0 0,0 1 1 0 0,0 0-1 0 0,0-1 1 0 0,0 1-1 0 0,0-1 1 0 0,0 1-1 0 0,0-1 0 0 0,0 1 1 0 0,0-1-1 0 0,0 0 1 0 0,0 0-1 0 0,-2 1 1 0 0,-4 2 3 0 0,6-3-6 0 0,0 1 0 0 0,1 0 0 0 0,-1 0 1 0 0,1 0-1 0 0,-1-1 0 0 0,1 1 0 0 0,-1 0 0 0 0,1 0 0 0 0,0 0 0 0 0,-1 0 0 0 0,1 0 0 0 0,0-1 0 0 0,0 1 0 0 0,0 0 0 0 0,0 0 0 0 0,0 0 0 0 0,0 0 0 0 0,0 0 0 0 0,0 1 0 0 0,0 0 5 0 0,0 0-1 0 0,0 0 0 0 0,0 0 1 0 0,-1-1-1 0 0,1 1 1 0 0,0 0-1 0 0,-1 0 0 0 0,1-1 1 0 0,-1 1-1 0 0,-1 3 0 0 0,-15 18-3 0 0,0-1-1 0 0,-2 0 0 0 0,0-1 0 0 0,-37 30 1 0 0,-39 42-129 0 0,80-76 163 0 0,1 0 0 0 0,2 1 0 0 0,-15 26 0 0 0,22-35-28 0 0,0 0 0 0 0,1 1 1 0 0,1 0-1 0 0,0 0 0 0 0,0 0 1 0 0,1 0-1 0 0,0 0 0 0 0,0 0 1 0 0,1 12-1 0 0,1-19-7 0 0,-1 13 122 0 0,2-1 1 0 0,3 23 0 0 0,-3-33-65 0 0,1 1-1 0 0,-1 0 1 0 0,1-1 0 0 0,0 0 0 0 0,1 1 0 0 0,0-1 0 0 0,-1 0 0 0 0,2 0 0 0 0,4 6 0 0 0,3 1 34 0 0,0 0 0 0 0,0-2 1 0 0,1 1-1 0 0,1-1 0 0 0,22 13 1 0 0,-27-18-246 0 0,0 0 0 0 0,0 0 0 0 0,1-1-1 0 0,-1-1 1 0 0,1 1 0 0 0,0-1 0 0 0,0-1 0 0 0,0 0 0 0 0,12 2 0 0 0,-14-3-802 0 0,1-1 0 0 0,-1 1 1 0 0,1-1-1 0 0,-1 0 0 0 0,1-1 0 0 0,-1 0 0 0 0,1 0 0 0 0,-1-1 1 0 0,12-3-1 0 0,4-2-1980 0 0,69-18-8952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44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131 223 560 0 0,'0'0'429'0'0,"0"-1"-1"0"0,0 0 0 0 0,0 0 0 0 0,0 0 1 0 0,0 0-1 0 0,-1 0 0 0 0,1 0 1 0 0,0 0-1 0 0,0 0 0 0 0,-1 0 0 0 0,1 0 1 0 0,-1 0-1 0 0,1 0 0 0 0,-1 0 1 0 0,1 0-1 0 0,-2 0 0 0 0,-12-5 3184 0 0,-25 12 1572 0 0,33-4-3586 0 0,6-5-1394 0 0,0 1 0 0 0,0-1 1 0 0,0 1-1 0 0,0-1 0 0 0,0 1 0 0 0,0-1 0 0 0,-1 1 1 0 0,1-1-1 0 0,-1 1 0 0 0,1-1 0 0 0,-1 1 0 0 0,-2-4 1 0 0,-2 1-109 0 0,-15-17 179 0 0,19 21-265 0 0,0 0 0 0 0,1 0 0 0 0,0 0 0 0 0,-1-1 0 0 0,1 1 0 0 0,0 0 0 0 0,-1 0 0 0 0,1 0-1 0 0,0-1 1 0 0,0 1 0 0 0,0 0 0 0 0,0 0 0 0 0,0 0 0 0 0,0-1 0 0 0,0 1 0 0 0,1 0 0 0 0,-1 0 0 0 0,0 0 0 0 0,1 0 0 0 0,-1-1 0 0 0,1 1 0 0 0,-1 0 0 0 0,1 0 0 0 0,-1 0 0 0 0,1 0 0 0 0,1-2 0 0 0,8-7 59 0 0,-9 9-57 0 0,1 0 0 0 0,-1-1-1 0 0,1 1 1 0 0,-1-1 0 0 0,0 1 0 0 0,0-1 0 0 0,1 0 0 0 0,-1 1 0 0 0,0-1 0 0 0,-1 0 0 0 0,1 0-1 0 0,0 0 1 0 0,0 0 0 0 0,-1 1 0 0 0,1-1 0 0 0,-1 0 0 0 0,0 0 0 0 0,0 0 0 0 0,1-2 0 0 0,-1-47 258 0 0,0 35 58 0 0,0 35 208 0 0,0-6-537 0 0,0-5 11 0 0,1-1 0 0 0,-1 0-1 0 0,-1 0 1 0 0,0 0-1 0 0,0 1 1 0 0,-3 10-1 0 0,-7 3 3 0 0,9-17-11 0 0,0 0 1 0 0,0-1-1 0 0,0 1 0 0 0,1 0 1 0 0,-1 0-1 0 0,1 0 0 0 0,0 0 1 0 0,0 1-1 0 0,0-1 1 0 0,0 7-1 0 0,1-9 2 0 0,0-1 0 0 0,0 1 0 0 0,0 0 0 0 0,0-1 0 0 0,-1 1 0 0 0,1-1 0 0 0,0 1 0 0 0,-1-1-1 0 0,1 1 1 0 0,-1-1 0 0 0,0 0 0 0 0,1 1 0 0 0,-1-1 0 0 0,0 1 0 0 0,0-1 0 0 0,0 0 0 0 0,0 0 0 0 0,0 0 0 0 0,0 1 0 0 0,0-1 0 0 0,0 0 0 0 0,-3 1 0 0 0,3-1-4 0 0,0 0 1 0 0,0 0-1 0 0,0-1 0 0 0,-1 1 1 0 0,1 0-1 0 0,0 0 0 0 0,1 1 1 0 0,-1-1-1 0 0,0 0 1 0 0,0 0-1 0 0,0 0 0 0 0,1 1 1 0 0,-1-1-1 0 0,1 0 0 0 0,-1 0 1 0 0,1 1-1 0 0,-1-1 0 0 0,1 1 1 0 0,0-1-1 0 0,-1 0 1 0 0,1 1-1 0 0,0 2 0 0 0,0 37-186 0 0,0-40 361 0 0,6 0-294 0 0,37 7 113 0 0,66 4 1 0 0,-86-12 10 0 0,25-1 52 0 0,-46 0-54 0 0,1 1 1 0 0,0-1-1 0 0,0 0 1 0 0,0 0 0 0 0,-1 0-1 0 0,1-1 1 0 0,-1 1-1 0 0,1 0 1 0 0,-1-1-1 0 0,1 0 1 0 0,-1 1-1 0 0,4-5 1 0 0,-2 3 9 0 0,-1 0 1 0 0,1 1 0 0 0,0-1-1 0 0,0 1 1 0 0,0 0-1 0 0,1 0 1 0 0,4-1-1 0 0,25-14 76 0 0,-33 16-78 0 0,1 0 0 0 0,-1 0 0 0 0,0 0 0 0 0,0-1 0 0 0,0 1 0 0 0,0 0 0 0 0,0 0 0 0 0,0-1 1 0 0,0 1-1 0 0,0-1 0 0 0,-1 1 0 0 0,1 0 0 0 0,0-1 0 0 0,-1 0 0 0 0,1 1 0 0 0,-1-1 1 0 0,0 1-1 0 0,1-1 0 0 0,-1 1 0 0 0,0-3 0 0 0,0 3 0 0 0,0-1 1 0 0,0 1-1 0 0,0 0 1 0 0,0 0-1 0 0,1 0 0 0 0,-1 0 1 0 0,0 0-1 0 0,1-1 0 0 0,-1 1 1 0 0,0 0-1 0 0,1 0 0 0 0,-1 0 1 0 0,1 0-1 0 0,0 0 0 0 0,-1 0 1 0 0,1 0-1 0 0,0 1 1 0 0,0-1-1 0 0,-1 0 0 0 0,1 0 1 0 0,0 0-1 0 0,0 1 0 0 0,0-1 1 0 0,0 0-1 0 0,0 1 0 0 0,2-1 1 0 0,-2 0 2 0 0,0 1 0 0 0,0-1-1 0 0,0 1 1 0 0,0-1 0 0 0,0 1 0 0 0,-1-1 0 0 0,1 1 0 0 0,0-1 0 0 0,0 0-1 0 0,-1 1 1 0 0,1-1 0 0 0,0 0 0 0 0,-1 0 0 0 0,1 0 0 0 0,-1 1 0 0 0,1-1-1 0 0,-1 0 1 0 0,1 0 0 0 0,-1 0 0 0 0,0 0 0 0 0,1 0 0 0 0,-1 0 0 0 0,0 0-1 0 0,0 0 1 0 0,0 0 0 0 0,1-1 0 0 0,-1-47 2068 0 0,0 48-1614 0 0,0 3-382 0 0,0 1 1 0 0,0-1 0 0 0,0 1-1 0 0,0-1 1 0 0,0 1-1 0 0,-1-1 1 0 0,1 1 0 0 0,-1-1-1 0 0,1 1 1 0 0,-1-1-1 0 0,-2 5 1 0 0,-14 39 42 0 0,-20 69 11 0 0,26-49-59 0 0,0-34-38 0 0,8-25-39 0 0,0-1 0 0 0,0 1 0 0 0,1 1 0 0 0,1-1 0 0 0,-1 0 0 0 0,1 0 0 0 0,0 9 1 0 0,1 0-32 0 0,1-12 3 0 0,-1 0 0 0 0,0 0-1 0 0,0 0 1 0 0,0 1 0 0 0,-1-1 0 0 0,1 0-1 0 0,-1 0 1 0 0,0 0 0 0 0,-2 5-1 0 0,-5 3-162 0 0,6-11 83 0 0,1 1 0 0 0,0-1 0 0 0,0 0 0 0 0,0 1 0 0 0,0-1 0 0 0,0 0 0 0 0,0 1 0 0 0,0 0 0 0 0,1-1 0 0 0,-1 1 0 0 0,0-1 0 0 0,1 1-1 0 0,0 0 1 0 0,-1-1 0 0 0,1 1 0 0 0,0 3 0 0 0,0-5-87 0 0,0 1-1 0 0,0 0 1 0 0,1-1 0 0 0,-1 1-1 0 0,1-1 1 0 0,-1 1 0 0 0,0-1-1 0 0,1 1 1 0 0,-1-1 0 0 0,1 1-1 0 0,-1-1 1 0 0,1 0-1 0 0,-1 1 1 0 0,1-1 0 0 0,0 0-1 0 0,-1 1 1 0 0,1-1 0 0 0,-1 0-1 0 0,1 0 1 0 0,0 0-1 0 0,-1 1 1 0 0,1-1 0 0 0,0 0-1 0 0,0 0 1 0 0,26 4-3461 0 0,-9-1 110 0 0,15 9-3394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44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297 312 2641 0 0,'-6'-1'873'0'0,"5"2"-669"0"0,-1-1-1 0 0,1 0 1 0 0,0 0 0 0 0,0 0 0 0 0,0-1-1 0 0,-1 1 1 0 0,1 0 0 0 0,0 0 0 0 0,0-1-1 0 0,0 1 1 0 0,0-1 0 0 0,-1 1 0 0 0,1-1-1 0 0,0 1 1 0 0,0-1 0 0 0,0 1 0 0 0,0-1-1 0 0,0 0 1 0 0,0 0 0 0 0,1 0 0 0 0,-1 0-1 0 0,0 1 1 0 0,-1-3 0 0 0,-9 4 2130 0 0,-29 10 174 0 0,-67 27 0 0 0,83-27-1660 0 0,8-4-290 0 0,1 1-1 0 0,-22 15 1 0 0,35-22-506 0 0,1 1 0 0 0,-1 0 0 0 0,1 1 0 0 0,0-1 0 0 0,0 0-1 0 0,0 0 1 0 0,0 0 0 0 0,0 1 0 0 0,1-1 0 0 0,-1 0 0 0 0,1 1 0 0 0,-1-1 0 0 0,1 1 0 0 0,0-1 0 0 0,0 1 0 0 0,0-1 0 0 0,0 0-1 0 0,0 1 1 0 0,1 2 0 0 0,0 5 124 0 0,-1-8-155 0 0,0 0 0 0 0,1 0 0 0 0,-1 0 0 0 0,0-1 0 0 0,1 1 1 0 0,-1 0-1 0 0,1-1 0 0 0,0 1 0 0 0,0 0 0 0 0,0-1 0 0 0,0 1 0 0 0,0-1 0 0 0,0 1 0 0 0,0-1 0 0 0,0 0 1 0 0,0 1-1 0 0,2 0 0 0 0,2 2 73 0 0,0 0 1 0 0,0-1-1 0 0,0 0 1 0 0,0 0-1 0 0,7 3 1 0 0,2 0 318 0 0,1-1 1 0 0,29 7 0 0 0,-42-12-381 0 0,0 1 1 0 0,0-1-1 0 0,0 0 1 0 0,0 0 0 0 0,0 0-1 0 0,0 0 1 0 0,0 0 0 0 0,1 0-1 0 0,-1-1 1 0 0,0 1-1 0 0,0-1 1 0 0,2 0 0 0 0,11-3 22 0 0,-4 3-20 0 0,-2 0-2 0 0,1-1 0 0 0,-1 1-1 0 0,1-2 1 0 0,-1 1 0 0 0,0-1-1 0 0,0 0 1 0 0,0-1 0 0 0,0 0-1 0 0,0-1 1 0 0,-1 0 0 0 0,11-8-1 0 0,-5 0 61 0 0,-1 0-1 0 0,-1-1 0 0 0,0 0 1 0 0,-1-1-1 0 0,-1 0 1 0 0,0-1-1 0 0,-1 0 0 0 0,-1 0 1 0 0,0-1-1 0 0,5-18 0 0 0,-7 20-18 0 0,-1 1-1 0 0,0-1 1 0 0,-1-1-1 0 0,3-24 1 0 0,-7 35-61 0 0,0-1 0 0 0,0 1 0 0 0,0-1 1 0 0,-1 1-1 0 0,1-1 0 0 0,-1 1 0 0 0,-1-1 1 0 0,1 1-1 0 0,-1-1 0 0 0,0 1 0 0 0,0 0 1 0 0,0 0-1 0 0,-1 0 0 0 0,0 0 1 0 0,-5-7-1 0 0,-6-4 49 0 0,-1 1 0 0 0,-1 1 1 0 0,-32-24-1 0 0,44 36-165 0 0,0-1 0 0 0,0 1 0 0 0,-1-1 1 0 0,1 2-1 0 0,-1-1 0 0 0,0 0 0 0 0,1 1 0 0 0,-1 0 0 0 0,0 0 0 0 0,0 0 0 0 0,0 1 0 0 0,0-1 0 0 0,0 1 0 0 0,0 0 1 0 0,0 1-1 0 0,0-1 0 0 0,0 1 0 0 0,1 0 0 0 0,-1 0 0 0 0,0 1 0 0 0,0-1 0 0 0,1 1 0 0 0,-1 0 0 0 0,-7 5 0 0 0,12-7 3 0 0,-1 1-1 0 0,1-1 1 0 0,-1 1-1 0 0,1-1 1 0 0,-1 1-1 0 0,1-1 1 0 0,0 1-1 0 0,-1-1 1 0 0,1 1-1 0 0,0-1 1 0 0,-1 1-1 0 0,1-1 0 0 0,0 1 1 0 0,0 0-1 0 0,0-1 1 0 0,0 1-1 0 0,-1 0 1 0 0,1-1-1 0 0,0 1 1 0 0,0 0-1 0 0,0-1 1 0 0,0 1-1 0 0,0-1 1 0 0,0 1-1 0 0,1 0 1 0 0,-1 2-285 0 0,0-1 1 0 0,0 0 0 0 0,0 1-1 0 0,0-1 1 0 0,1 0 0 0 0,-1 0 0 0 0,1 0-1 0 0,0 1 1 0 0,0-1 0 0 0,-1 0-1 0 0,1 0 1 0 0,1 0 0 0 0,-1 0 0 0 0,2 2-1 0 0,7 8-2791 0 0,1-1 1 0 0,22 17-1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45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98 269 3522 0 0,'-32'6'4081'0'0,"-1"0"-319"0"0,0-6 3361 0 0,66-6-5762 0 0,0 0-240 0 0,32-1-481 0 0,59 7-400 0 0,39-8-1040 0 0,33 2-2242 0 0,-32 6-2320 0 0,-66 0-1281 0 0,-66-6 1761 0 0</inkml:trace>
  <inkml:trace contextRef="#ctx0" brushRef="#br0" timeOffset="1">131 1 3282 0 0,'-33'47'5362'0'0,"33"1"-1840"0"0,33 0-1522 0 0,-66 0-319 0 0,1 14 0 0 0,-1-14-240 0 0,33-6-241 0 0,0 5-640 0 0,0 3-319 0 0,0-8-722 0 0,33-3-2000 0 0,-1-3-4722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45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229 138 1121 0 0,'0'-1'225'0'0,"1"0"1"0"0,-1-1 0 0 0,0 1 0 0 0,0-1 0 0 0,0 1 0 0 0,1 0 0 0 0,-1-1 0 0 0,1 1-1 0 0,-1 0 1 0 0,1 0 0 0 0,-1-1 0 0 0,1 1 0 0 0,0 0 0 0 0,0 0 0 0 0,0 0 0 0 0,-1 0-1 0 0,1 0 1 0 0,0 0 0 0 0,0 0 0 0 0,0 0 0 0 0,1 0 0 0 0,-1 0 0 0 0,0 0 0 0 0,0 1-1 0 0,0-1 1 0 0,3 0 0 0 0,2-3 639 0 0,-5 2-423 0 0,0 0 1 0 0,0 0-1 0 0,0 0 1 0 0,0 0-1 0 0,-1 0 1 0 0,1 0-1 0 0,-1 0 1 0 0,1-1-1 0 0,-1 1 1 0 0,0 0-1 0 0,1 0 1 0 0,-1-1-1 0 0,0 1 1 0 0,-1 0-1 0 0,1-1 1 0 0,0 1-1 0 0,-1-2 1 0 0,0-4 623 0 0,1 7-1022 0 0,0 0 0 0 0,0 1 0 0 0,0-1 0 0 0,0 0 0 0 0,0 0 0 0 0,1 0 0 0 0,-1 0 0 0 0,0 0 0 0 0,0 1 0 0 0,1-1 0 0 0,-1 0 0 0 0,1 0 0 0 0,-1 0 1 0 0,1 1-1 0 0,-1-1 0 0 0,1 0 0 0 0,-1 1 0 0 0,1-1 0 0 0,-1 0 0 0 0,1 1 0 0 0,0-1 0 0 0,-1 1 0 0 0,1-1 0 0 0,0 1 0 0 0,0-1 0 0 0,-1 1 0 0 0,1-1 1 0 0,0 1-1 0 0,0 0 0 0 0,0 0 0 0 0,1-1 0 0 0,-1 1-24 0 0,-1 0-1 0 0,1 0 1 0 0,0-1 0 0 0,0 1-1 0 0,0 0 1 0 0,-1-1 0 0 0,1 1 0 0 0,0 0-1 0 0,-1-1 1 0 0,1 1 0 0 0,0-1-1 0 0,-1 1 1 0 0,1-1 0 0 0,0 1-1 0 0,-1-1 1 0 0,1 0 0 0 0,-1 1 0 0 0,1-1-1 0 0,-1 0 1 0 0,0 1 0 0 0,1-1-1 0 0,-1 0 1 0 0,0 0 0 0 0,1 1 0 0 0,-1-1-1 0 0,0 0 1 0 0,0 0 0 0 0,1 0-1 0 0,-1 1 1 0 0,0-1 0 0 0,0-1-1 0 0,0 2-15 0 0,0-1-1 0 0,0 1 1 0 0,0 0 0 0 0,0-1-1 0 0,0 1 1 0 0,0 0-1 0 0,0 0 1 0 0,0-1-1 0 0,0 1 1 0 0,0 0-1 0 0,0-1 1 0 0,0 1-1 0 0,0 0 1 0 0,0 0-1 0 0,1-1 1 0 0,-1 1-1 0 0,0 0 1 0 0,0 0 0 0 0,0-1-1 0 0,0 1 1 0 0,1 0-1 0 0,-1 0 1 0 0,0-1-1 0 0,0 1 1 0 0,1 0-1 0 0,-1 0 1 0 0,0 0-1 0 0,0 0 1 0 0,1-1-1 0 0,-1 1 1 0 0,0 0-1 0 0,1 0 1 0 0,-1 0-1 0 0,21-7 10 0 0,-14 9-5 0 0,-12 11 32 0 0,4-12-20 0 0,-21 41 464 0 0,-41 59 0 0 0,-4 7 295 0 0,-69 125 1008 0 0,131-225-1774 0 0,0 1-1 0 0,1-1 0 0 0,0 1 0 0 0,1 0 0 0 0,0 0 0 0 0,1 0 0 0 0,-1 0 0 0 0,2 1 1 0 0,-1-1-1 0 0,1 19 0 0 0,1-28-52 0 0,0 0 1 0 0,0 1-1 0 0,0-1 1 0 0,0 0-1 0 0,0 1 1 0 0,0-1-1 0 0,0 0 1 0 0,0 1-1 0 0,0-1 1 0 0,1 0-1 0 0,-1 1 1 0 0,0-1-1 0 0,0 0 1 0 0,0 0-1 0 0,0 1 1 0 0,1-1-1 0 0,-1 0 1 0 0,0 0-1 0 0,0 1 0 0 0,1-1 1 0 0,-1 0-1 0 0,0 0 1 0 0,0 0-1 0 0,1 1 1 0 0,-1-1-1 0 0,0 0 1 0 0,1 0-1 0 0,-1 0 1 0 0,0 0-1 0 0,1 0 1 0 0,-1 0-1 0 0,0 0 1 0 0,0 0-1 0 0,1 0 1 0 0,-1 0-1 0 0,0 0 1 0 0,1 0-1 0 0,-1 0 1 0 0,0 0-1 0 0,1 0 1 0 0,-1 0-1 0 0,1 0 1 0 0,19-5-982 0 0,-12 3 419 0 0,171-62-10729 0 0,-140 49 9163 0 0,31-15-2274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46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382 254 1441 0 0,'-45'12'3102'0'0,"1"2"1"0"0,1 2 0 0 0,1 2 0 0 0,-67 38-1 0 0,100-52-2738 0 0,1 2-1 0 0,1-1 0 0 0,-1 1 0 0 0,1 0 0 0 0,0 1 0 0 0,1-1 0 0 0,-1 1 0 0 0,-5 9 1 0 0,-15 33 2263 0 0,27-47-2544 0 0,1-1 0 0 0,0 1 0 0 0,0-1 0 0 0,0 1 0 0 0,0-1 0 0 0,0 0 0 0 0,1 1 0 0 0,-1-1 0 0 0,0 0-1 0 0,0 0 1 0 0,1 0 0 0 0,-1 0 0 0 0,1 0 0 0 0,2 1 0 0 0,35 17 981 0 0,-18-12-797 0 0,0-1 0 0 0,0-1 0 0 0,0-1-1 0 0,32 2 1 0 0,-22-4-111 0 0,0-2 0 0 0,0-1 0 0 0,44-7 0 0 0,-55 5-120 0 0,0-2-1 0 0,1 0 0 0 0,-2-1 1 0 0,1-1-1 0 0,-1-1 0 0 0,0-1 1 0 0,22-14-1 0 0,-32 18-39 0 0,0-2 0 0 0,0 1 0 0 0,0-1 0 0 0,-1-1 0 0 0,0 1 1 0 0,-1-1-1 0 0,1-1 0 0 0,-2 0 0 0 0,1 0 0 0 0,-1 0 0 0 0,0 0 0 0 0,-1-1 0 0 0,0 0 0 0 0,-1 0 0 0 0,0 0 0 0 0,-1-1 0 0 0,0 0 0 0 0,0 1 0 0 0,-1-1 0 0 0,-1 0 0 0 0,0 0 0 0 0,0 0 0 0 0,-1 0 0 0 0,0 0 0 0 0,-1 0 0 0 0,-3-13 0 0 0,3 17-26 0 0,-1 0 0 0 0,0 1-1 0 0,0 0 1 0 0,-1-1 0 0 0,1 1-1 0 0,-1 0 1 0 0,-1 0-1 0 0,1 0 1 0 0,-1 1 0 0 0,0-1-1 0 0,-1 1 1 0 0,-7-7-1 0 0,0 1-96 0 0,-1 1 1 0 0,-1 0-1 0 0,-17-9 0 0 0,29 17 109 0 0,-14-6-353 0 0,0-1 1 0 0,-1 2-1 0 0,1 0 1 0 0,-2 1-1 0 0,1 1 0 0 0,0 0 1 0 0,-1 1-1 0 0,-35-2 0 0 0,50 5 306 0 0,-155-12-5647 0 0,56 11-3303 0 0,64 2 1091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47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33 2161 0 0,'0'-2'550'0'0,"0"0"0"0"0,0 0 0 0 0,0 0 0 0 0,0 0 0 0 0,0 0 1 0 0,0 0-1 0 0,0 0 0 0 0,1 0 0 0 0,-1 0 0 0 0,1 0 0 0 0,-1 0 0 0 0,1 0 0 0 0,1-2 0 0 0,-1 4-411 0 0,1-1-1 0 0,-1 1 1 0 0,0 0-1 0 0,1-1 1 0 0,-1 1-1 0 0,0 0 1 0 0,1 0-1 0 0,-1 0 1 0 0,0 0-1 0 0,1 0 1 0 0,-1 0-1 0 0,0 0 1 0 0,1 1-1 0 0,-1-1 1 0 0,0 0-1 0 0,1 1 1 0 0,-1-1-1 0 0,0 1 1 0 0,2 0-1 0 0,3 2-5 0 0,0-1 0 0 0,-1 1 0 0 0,1 0 0 0 0,-1 0 0 0 0,1 1 0 0 0,-1-1 0 0 0,0 1 0 0 0,-1 0 0 0 0,1 1 0 0 0,-1-1 0 0 0,1 1 0 0 0,6 10 0 0 0,14 14 286 0 0,-16-19-299 0 0,8 7 160 0 0,0 1 0 0 0,-2 1 0 0 0,0 0 0 0 0,-1 1 1 0 0,-1 0-1 0 0,11 24 0 0 0,-8-9 836 0 0,16 52-1 0 0,-27-68-705 0 0,-1 0 0 0 0,-1 0 1 0 0,0 0-1 0 0,-1 31 0 0 0,-1-6 287 0 0,0-11-163 0 0,-2-1 1 0 0,-6 49-1 0 0,5-70-481 0 0,0 0 0 0 0,-1 0 0 0 0,-1-1 0 0 0,1 0 0 0 0,-2 1-1 0 0,1-1 1 0 0,-1-1 0 0 0,-1 1 0 0 0,0-1 0 0 0,0 0 0 0 0,-12 13 0 0 0,-37 25-160 0 0,49-42-251 0 0,-1 1 1 0 0,1-1-1 0 0,-1 0 1 0 0,0-1-1 0 0,-1 0 1 0 0,1 0-1 0 0,-1-1 1 0 0,0 1 0 0 0,0-2-1 0 0,0 1 1 0 0,0-1-1 0 0,0 0 1 0 0,-1-1-1 0 0,-11 1 1 0 0,11-1-619 0 0,1-1 0 0 0,-1 0 0 0 0,1-1 1 0 0,-1 1-1 0 0,0-2 0 0 0,-9-1 1 0 0,-47-21-7603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47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508 124 960 0 0,'-11'-2'923'0'0,"1"-1"0"0"0,-1 0-1 0 0,1-1 1 0 0,0 0 0 0 0,0 0-1 0 0,1-1 1 0 0,-1 0 0 0 0,1-1-1 0 0,0 0 1 0 0,0-1 0 0 0,-8-8-1 0 0,13 12-238 0 0,1-1-1 0 0,-1 0 1 0 0,1 1 0 0 0,-1 0-1 0 0,-9-6 1 0 0,11 8-544 0 0,2 1-104 0 0,0 0-1 0 0,-1-1 1 0 0,1 1-1 0 0,0 0 1 0 0,-1 0 0 0 0,1-1-1 0 0,0 1 1 0 0,0 0-1 0 0,0 0 1 0 0,-1-1 0 0 0,1 1-1 0 0,0 0 1 0 0,0-1-1 0 0,0 1 1 0 0,0 0 0 0 0,0-1-1 0 0,0 1 1 0 0,-1 0-1 0 0,1-1 1 0 0,0 1 0 0 0,0-1-1 0 0,0 1 1 0 0,0 0-1 0 0,0-1 1 0 0,0 1 0 0 0,0 0-1 0 0,1-1 1 0 0,-1 1-1 0 0,0 0 1 0 0,0-1-1 0 0,0 1 1 0 0,0 0 0 0 0,0-1-1 0 0,1 1 1 0 0,-1 0-1 0 0,0-1 1 0 0,0 1 0 0 0,0 0-1 0 0,1 0 1 0 0,-1-1-1 0 0,0 1 1 0 0,0 0 0 0 0,1 0-1 0 0,-1-1 1 0 0,0 1-1 0 0,1 0 1 0 0,-1 0 0 0 0,0 0-1 0 0,1 0 1 0 0,-1-1-1 0 0,0 1 1 0 0,1 0 0 0 0,-1 0-1 0 0,1 0 1 0 0,28-12 1928 0 0,-17 10-1811 0 0,1 0-1 0 0,-1 1 1 0 0,1 0 0 0 0,-1 1-1 0 0,1 1 1 0 0,-1 0 0 0 0,1 0-1 0 0,-1 1 1 0 0,0 1 0 0 0,1 0-1 0 0,-1 1 1 0 0,-1 0 0 0 0,18 9-1 0 0,-12-5-135 0 0,1 2-1 0 0,-1 0 0 0 0,-1 1 0 0 0,0 1 1 0 0,-1 0-1 0 0,0 1 0 0 0,25 27 1 0 0,-36-34-26 0 0,0 0 0 0 0,0-1 0 0 0,-1 1 0 0 0,1 0 1 0 0,-1 1-1 0 0,4 10 0 0 0,6 15-23 0 0,-5-21 65 0 0,10 16 80 0 0,-17-26-110 0 0,-1 0-1 0 0,1 0 1 0 0,-1 0-1 0 0,1 0 1 0 0,-1 1-1 0 0,0-1 1 0 0,0 0-1 0 0,0 0 1 0 0,0 0-1 0 0,0 0 1 0 0,0 1-1 0 0,0-1 1 0 0,0 0-1 0 0,0 0 1 0 0,0 0-1 0 0,-1 0 1 0 0,1 1-1 0 0,-1-1 1 0 0,1 0-1 0 0,0 0 1 0 0,-1 0-1 0 0,0 0 1 0 0,1 0-1 0 0,-1 0 1 0 0,0 0-1 0 0,0 1 1 0 0,-1 0 26 0 0,-1-1 1 0 0,1 1 0 0 0,-1 0-1 0 0,1-1 1 0 0,-1 1 0 0 0,1-1-1 0 0,-1 0 1 0 0,-4 2-1 0 0,6-4-36 0 0,1 1 0 0 0,0-1 0 0 0,0 1 0 0 0,-1-1-1 0 0,1 1 1 0 0,0-1 0 0 0,-1 1 0 0 0,1 0 0 0 0,0-1-1 0 0,-1 1 1 0 0,1-1 0 0 0,0 1 0 0 0,-1 0-1 0 0,1-1 1 0 0,-1 1 0 0 0,1 0 0 0 0,-1-1 0 0 0,1 1-1 0 0,-1 0 1 0 0,1 0 0 0 0,-1 0 0 0 0,1-1-1 0 0,-1 1 1 0 0,0 0 0 0 0,1 0 0 0 0,-1 0 0 0 0,1 0-1 0 0,-1 0 1 0 0,1 0 0 0 0,-1 0 0 0 0,1 0 0 0 0,-2 0-1 0 0,-19-7-274 0 0,7-1 205 0 0,1-1-1 0 0,-1 2 1 0 0,-1 0 0 0 0,-27-9-1 0 0,-143-39-108 0 0,153 47 154 0 0,0 0 0 0 0,-1 3 0 0 0,1 0 0 0 0,-57 1 0 0 0,77 4 32 0 0,1 1 1 0 0,-1 0-1 0 0,1 1 1 0 0,0 0-1 0 0,0 1 0 0 0,0 0 1 0 0,0 1-1 0 0,-16 8 1 0 0,8-1 149 0 0,0 1-1 0 0,-33 29 1 0 0,51-40-126 0 0,-1 0 1 0 0,1 0-1 0 0,0 0 0 0 0,-1 1 0 0 0,1-1 1 0 0,0 0-1 0 0,0 1 0 0 0,0-1 0 0 0,0 1 1 0 0,0-1-1 0 0,0 1 0 0 0,1-1 0 0 0,-1 1 1 0 0,0 0-1 0 0,1-1 0 0 0,-1 1 0 0 0,1 0 1 0 0,0-1-1 0 0,-1 1 0 0 0,1 0 0 0 0,0 0 1 0 0,0-1-1 0 0,1 4 0 0 0,-1-2 39 0 0,2 1-1 0 0,-1-1 0 0 0,0 0 1 0 0,1 0-1 0 0,-1 0 1 0 0,1 0-1 0 0,0-1 1 0 0,0 1-1 0 0,0 0 1 0 0,0-1-1 0 0,5 5 1 0 0,8 5 191 0 0,-1-1 0 0 0,2-1 0 0 0,30 17 0 0 0,-28-18-136 0 0,1-1 0 0 0,-1-1 0 0 0,1-1 0 0 0,1 0 0 0 0,29 4 1 0 0,97 2 121 0 0,-76-8-322 0 0,-13-1-1567 0 0,66-4 0 0 0,-100-1-971 0 0,42-10 0 0 0,-51 9 302 0 0,-1-1 1 0 0,1-1-1 0 0,24-13 1 0 0,1-9-4740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48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17 2401 0 0,'0'0'195'0'0,"0"-1"-1"0"0,0 1 1 0 0,0 0 0 0 0,-1-1-1 0 0,1 1 1 0 0,0-1 0 0 0,0 1-1 0 0,-1-1 1 0 0,1 1 0 0 0,0 0-1 0 0,0-1 1 0 0,-1 1 0 0 0,1 0-1 0 0,0-1 1 0 0,-1 1-1 0 0,1 0 1 0 0,-1-1 0 0 0,1 1-1 0 0,0 0 1 0 0,-1 0 0 0 0,1-1-1 0 0,-1 1 1 0 0,1 0 0 0 0,-1 0-1 0 0,-24-6 11281 0 0,27 5-11179 0 0,0 1-1 0 0,-1-1 1 0 0,1 1 0 0 0,0 0-1 0 0,0 0 1 0 0,-1 0 0 0 0,1 0 0 0 0,0 0-1 0 0,0 0 1 0 0,-1 0 0 0 0,4 1 0 0 0,4 0 290 0 0,222-1 2970 0 0,-71 0-6632 0 0,-82 4-3184 0 0,-72-3 5024 0 0,1 0 0 0 0,0 0 0 0 0,0 0-1 0 0,-1 1 1 0 0,1 0 0 0 0,-1 0 0 0 0,0 1 0 0 0,1 0 0 0 0,8 6 0 0 0,-14-9 1041 0 0,-1 0 1 0 0,1 1 0 0 0,-1-1 0 0 0,0 1-1 0 0,1-1 1 0 0,-1 1 0 0 0,0-1 0 0 0,1 1-1 0 0,-1-1 1 0 0,0 1 0 0 0,1-1 0 0 0,-1 1-1 0 0,0-1 1 0 0,0 1 0 0 0,0 0 0 0 0,0-1-1 0 0,1 1 1 0 0,-1-1 0 0 0,0 1 0 0 0,0 0 0 0 0,0 0-1 0 0,0-1 133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49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7 2801 0 0,'0'0'5683'0'0,"-33"8"-721"0"0,0-8-880 0 0,33-8 2401 0 0,33 2-5202 0 0,0 6-241 0 0,25 0-320 0 0,8 0-560 0 0,-1 6-1200 0 0,0 2-1921 0 0,66 5-4803 0 0,0 7-4161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50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785 64 4802 0 0,'-18'-3'1550'0'0,"-30"0"8425"0"0,43 8-6786 0 0,2-5-2783 0 0,2 0-310 0 0,0 0 0 0 0,0 0 0 0 0,-1-1-1 0 0,1 1 1 0 0,0 0 0 0 0,0 1 0 0 0,0-1 0 0 0,0 0 0 0 0,0 0 0 0 0,0 0 0 0 0,0 0 0 0 0,0 1 0 0 0,0-1-1 0 0,0 1 1 0 0,0-1 0 0 0,0 1 0 0 0,0-1 0 0 0,0 1 0 0 0,1-1 0 0 0,-1 1 0 0 0,0 0 0 0 0,0-1 0 0 0,0 3 1934 0 0,0-1-1121 0 0,2-2-896 0 0,-1 0-1 0 0,0 0 1 0 0,0 0-1 0 0,0 1 1 0 0,0-1-1 0 0,0 0 1 0 0,0 0-1 0 0,0 0 0 0 0,0 0 1 0 0,0 0-1 0 0,0 1 1 0 0,0-1-1 0 0,0 0 1 0 0,0 0-1 0 0,0 0 1 0 0,0 0-1 0 0,0 1 1 0 0,0-1-1 0 0,0 0 1 0 0,0 0-1 0 0,0 0 1 0 0,0 0-1 0 0,0 0 0 0 0,0 1 1 0 0,0-1-1 0 0,-1 0 1 0 0,1 0-1 0 0,0 0 1 0 0,0 0-1 0 0,0 0 1 0 0,0 0-1 0 0,0 1 1 0 0,0-1-1 0 0,0 0 1 0 0,-1 0-1 0 0,1 0 1 0 0,0 0-1 0 0,0 0 0 0 0,0 0 1 0 0,0 0-1 0 0,0 0 1 0 0,-1 0-1 0 0,1 0 1 0 0,0 0-1 0 0,0 0 1 0 0,0 0-1 0 0,0 0 1 0 0,-1 0-1 0 0,1 0 1 0 0,0 0-1 0 0,0 0 1 0 0,0 0-1 0 0,0 0 0 0 0,0 0 1 0 0,-1 0-1 0 0,1 0 1 0 0,0 0-1 0 0,0 0 1 0 0,0 0-1 0 0,0 0 1 0 0,0 0-1 0 0,-1 0 1 0 0,1 0-1 0 0,-22 0 548 0 0,17 0 3189 0 0,5-1-3715 0 0,0 1-1 0 0,0-1 1 0 0,1 1 0 0 0,-1 0 0 0 0,0-1-1 0 0,0 1 1 0 0,1-1 0 0 0,-1 1 0 0 0,0 0-1 0 0,0-1 1 0 0,1 1 0 0 0,-1 0 0 0 0,1-1-1 0 0,-1 1 1 0 0,0 0 0 0 0,1 0 0 0 0,-1 0 0 0 0,0-1-1 0 0,1 1 1 0 0,-1 0 0 0 0,1 0 0 0 0,-1 0-1 0 0,1 0 1 0 0,-1 0 0 0 0,0-1 0 0 0,1 1-1 0 0,-1 0 1 0 0,1 0 0 0 0,-1 0 0 0 0,1 0-1 0 0,0 1 1 0 0,14-1-144 0 0,-15 0 180 0 0,33-1 24 0 0,-33 1-93 0 0,0 0 1 0 0,1 0-1 0 0,-1 0 0 0 0,0 0 1 0 0,0 0-1 0 0,0 0 1 0 0,1 0-1 0 0,-1-1 1 0 0,0 1-1 0 0,0 0 1 0 0,1 0-1 0 0,-1 0 0 0 0,0 0 1 0 0,0 0-1 0 0,0-1 1 0 0,1 1-1 0 0,-1 0 1 0 0,0 0-1 0 0,0 0 0 0 0,0 0 1 0 0,0-1-1 0 0,1 1 1 0 0,-1 0-1 0 0,0 0 1 0 0,0-1-1 0 0,0 1 1 0 0,0 0-1 0 0,0 0 0 0 0,0-1 1 0 0,0 1-1 0 0,0 0 1 0 0,0 0-1 0 0,0-1 1 0 0,0 1-1 0 0,0 0 1 0 0,0-1-1 0 0,0 1-1 0 0,0 0 1 0 0,0 0-1 0 0,0 0 0 0 0,0-1 1 0 0,0 1-1 0 0,0 0 0 0 0,0 0 1 0 0,0-1-1 0 0,0 1 0 0 0,0 0 1 0 0,1 0-1 0 0,-1 0 0 0 0,0-1 1 0 0,0 1-1 0 0,0 0 0 0 0,0 0 1 0 0,0 0-1 0 0,0 0 0 0 0,0-1 1 0 0,1 1-1 0 0,-1 0 0 0 0,0 0 1 0 0,0 0-1 0 0,0 0 0 0 0,0 0 1 0 0,1-1-1 0 0,-1 1 0 0 0,0 0 0 0 0,0 0 1 0 0,0 0-1 0 0,0 0 0 0 0,1 0 1 0 0,-1 0-1 0 0,0 0 0 0 0,0 0 1 0 0,1 0-1 0 0,-1 0 0 0 0,0 0 1 0 0,0 0-1 0 0,1 0 0 0 0,11-2 28 0 0,-35 2 198 0 0,-195-46 561 0 0,197 42-728 0 0,0 1-1 0 0,0 1 1 0 0,0 1 0 0 0,-1 0-1 0 0,-41 6 1 0 0,31 0-59 0 0,30-5 0 0 0,1 0 0 0 0,-1 0 0 0 0,0 1 0 0 0,1-1 0 0 0,-1 1 0 0 0,1-1 0 0 0,-1 1 0 0 0,1-1 0 0 0,-1 1 0 0 0,1 0 0 0 0,0 0 0 0 0,-1 0 0 0 0,1 0 0 0 0,0 0 0 0 0,0 0 0 0 0,0 0 0 0 0,-1 0 0 0 0,1 0 0 0 0,0 0 0 0 0,0 2 0 0 0,0 0 0 0 0,0 0 0 0 0,0 0 0 0 0,0 0 0 0 0,1 0 0 0 0,0 0 0 0 0,0 0 0 0 0,-1 0 0 0 0,2 5 0 0 0,-1 3 0 0 0,0 11 0 0 0,0-22 0 0 0,0 0 0 0 0,0 1 0 0 0,0-1 0 0 0,0 0 0 0 0,0 1 0 0 0,0-1 0 0 0,0 1 0 0 0,0-1 0 0 0,0 1 0 0 0,0-1 0 0 0,0 0 0 0 0,0 1 0 0 0,0-1 0 0 0,0 1 0 0 0,0-1 0 0 0,1 1 0 0 0,-1-1 0 0 0,0 0 0 0 0,0 1 0 0 0,0-1 0 0 0,1 0 0 0 0,-1 1 0 0 0,0-1 0 0 0,1 0 0 0 0,-1 1 0 0 0,0-1 0 0 0,1 0 0 0 0,-1 1 0 0 0,0-1 0 0 0,1 0 0 0 0,0 1 0 0 0,20 2 0 0 0,-10 4 0 0 0,16-1 0 0 0,6-2 0 0 0,54-12 0 0 0,-64 4 0 0 0,0 2 0 0 0,0 0 0 0 0,37 2 0 0 0,-53 1 0 0 0,0 0 0 0 0,0 0 0 0 0,-1 1 0 0 0,1 0 0 0 0,-1 0 0 0 0,1 0 0 0 0,-1 1 0 0 0,0 0 0 0 0,0 0 0 0 0,0 0 0 0 0,0 1 0 0 0,-1 0 0 0 0,1 0 0 0 0,-1 1 0 0 0,0-1 0 0 0,8 10 0 0 0,-10-10 0 0 0,0 0 0 0 0,0 1 0 0 0,0-1 0 0 0,-1 1 0 0 0,1-1 0 0 0,-1 1 0 0 0,0 0 0 0 0,0 0 0 0 0,-1 0 0 0 0,1 0 0 0 0,-1 0 0 0 0,0 0 0 0 0,-1 1 0 0 0,1-1 0 0 0,-1 0 0 0 0,0 0 0 0 0,0 0 0 0 0,-1 1 0 0 0,1-1 0 0 0,-1 0 0 0 0,-1 0 0 0 0,1 0 0 0 0,-1 0 0 0 0,1 0 0 0 0,-1 0 0 0 0,-1 0 0 0 0,1-1 0 0 0,-1 1 0 0 0,0-1 0 0 0,-5 8 0 0 0,-30 32 0 0 0,-55 50 0 0 0,86-88 4 0 0,0 0 0 0 0,0-1 1 0 0,0 0-1 0 0,-1-1 0 0 0,1 0 0 0 0,-1 0 0 0 0,0 0 1 0 0,0-1-1 0 0,-1 0 0 0 0,1-1 0 0 0,-1 0 0 0 0,1 0 1 0 0,-1-1-1 0 0,0 0 0 0 0,0 0 0 0 0,-12-2 1 0 0,-11-1-147 0 0,1-2 1 0 0,-1-1 0 0 0,-33-11 0 0 0,47 12-20 0 0,-9-3-1250 0 0,1-2 0 0 0,-42-18 0 0 0,58 23 471 0 0,1-1-1 0 0,-1 0 1 0 0,1-1-1 0 0,0 0 1 0 0,1 0-1 0 0,0-1 1 0 0,0 0-1 0 0,0 0 1 0 0,-9-12-1 0 0,15 16 271 0 0,1 0 0 0 0,-1 0 0 0 0,1-1 0 0 0,0 1 0 0 0,0 0 0 0 0,0 0 0 0 0,0-1 0 0 0,0 1 0 0 0,1 0 0 0 0,0-1 0 0 0,0 1 0 0 0,0-6-1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50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453 210 2001 0 0,'-71'-11'9673'0'0,"-5"10"-4460"0"0,31 4-2698 0 0,-57 12 0 0 0,80-11-1787 0 0,-40 14 1 0 0,55-16-608 0 0,1 0 0 0 0,0 1 0 0 0,1 0 0 0 0,-1 0 0 0 0,1 1 0 0 0,-1-1 0 0 0,1 1 0 0 0,0 0 0 0 0,0 1 0 0 0,-6 6 0 0 0,10-10-102 0 0,0 0 0 0 0,1 0 1 0 0,-1 0-1 0 0,0 0 1 0 0,1 0-1 0 0,-1 0 0 0 0,1 0 1 0 0,-1 0-1 0 0,1 0 1 0 0,0 0-1 0 0,-1 0 0 0 0,1 0 1 0 0,0 1-1 0 0,0-1 1 0 0,0 0-1 0 0,0 0 1 0 0,0 0-1 0 0,0 0 0 0 0,0 0 1 0 0,0 1-1 0 0,0-1 1 0 0,0 0-1 0 0,1 0 0 0 0,-1 0 1 0 0,0 0-1 0 0,1 0 1 0 0,-1 0-1 0 0,1 0 0 0 0,0 2 1 0 0,24 19 91 0 0,-20-18-71 0 0,15 9 13 0 0,1-1-1 0 0,0-1 0 0 0,1-1 1 0 0,0-1-1 0 0,0-1 0 0 0,1 0 0 0 0,0-2 1 0 0,0-1-1 0 0,47 5 0 0 0,-16-6-16 0 0,0-3 0 0 0,0-2 0 0 0,66-10 0 0 0,-85 7-12 0 0,1-2 0 0 0,-1-2 0 0 0,0-1 0 0 0,41-17 0 0 0,-63 20-5 0 0,0 0-1 0 0,0 0 0 0 0,-1-1 0 0 0,1-1 0 0 0,-2 0 0 0 0,1-1 0 0 0,-1 0 0 0 0,0-1 0 0 0,-1 0 0 0 0,0 0 1 0 0,-1-1-1 0 0,0 0 0 0 0,12-22 0 0 0,-18 28-17 0 0,0-1 0 0 0,0 1 0 0 0,-1-1 0 0 0,0 0 0 0 0,0 0 0 0 0,0 0 0 0 0,-1 0 1 0 0,1-10-1 0 0,-2 12 5 0 0,0 1 0 0 0,-1-1 0 0 0,1 0 0 0 0,-1 1 0 0 0,0-1 0 0 0,0 1 0 0 0,0-1 0 0 0,0 1 0 0 0,-1-1 0 0 0,0 1 0 0 0,1 0 0 0 0,-1 0 0 0 0,0 0 0 0 0,-1 0 0 0 0,-3-5 1 0 0,-1 1 103 0 0,0 1 0 0 0,0 0 1 0 0,-1 0-1 0 0,0 1 1 0 0,0-1-1 0 0,0 2 1 0 0,0-1-1 0 0,-15-5 0 0 0,-77-20 1048 0 0,99 30-1149 0 0,-25-7 22 0 0,1 2-1 0 0,-1 0 0 0 0,0 2 0 0 0,0 1 0 0 0,0 1 0 0 0,0 1 0 0 0,-27 3 0 0 0,36-1-274 0 0,-70 9-161 0 0,78-9-419 0 0,-1 0 0 0 0,0 1-1 0 0,1 0 1 0 0,0 1-1 0 0,0 0 1 0 0,0 1 0 0 0,-13 8-1 0 0,21-12 368 0 0,-1 0-1 0 0,1 0 0 0 0,-1 0 0 0 0,1 0 1 0 0,-1 0-1 0 0,1 0 0 0 0,0 0 0 0 0,-1 1 1 0 0,1-1-1 0 0,0 1 0 0 0,0-1 0 0 0,0 1 0 0 0,0-1 1 0 0,1 1-1 0 0,-1 0 0 0 0,0-1 0 0 0,1 1 1 0 0,-2 2-1 0 0,3 0-663 0 0,0-1 1 0 0,0 0-1 0 0,1 1 1 0 0,-1-1-1 0 0,1 0 1 0 0,0 0-1 0 0,-1 0 1 0 0,1 0-1 0 0,0 0 1 0 0,5 4-1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52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28 115 4082 0 0,'0'9'8123'0'0,"-5"-11"-6055"0"0,-17-5-414 0 0,22 7-1634 0 0,0 0-1 0 0,0 0 1 0 0,0 0-1 0 0,0 0 1 0 0,1 0-1 0 0,-1 0 1 0 0,0 0-1 0 0,0 0 0 0 0,0 0 1 0 0,0-1-1 0 0,0 1 1 0 0,0 0-1 0 0,1 0 1 0 0,-1 0-1 0 0,0 0 1 0 0,0 0-1 0 0,0 0 1 0 0,0 0-1 0 0,0-1 1 0 0,0 1-1 0 0,0 0 0 0 0,0 0 1 0 0,0 0-1 0 0,0 0 1 0 0,0 0-1 0 0,0-1 1 0 0,0 1-1 0 0,0 0 1 0 0,0 0-1 0 0,0 0 1 0 0,0 0-1 0 0,0 0 1 0 0,0-1-1 0 0,0 1 0 0 0,0 0 1 0 0,0 0-1 0 0,0 0 1 0 0,0 0-1 0 0,0 0 1 0 0,0-1-1 0 0,0 1 1 0 0,0 0-1 0 0,0 0 1 0 0,0 0-1 0 0,0 0 1 0 0,0 0-1 0 0,0 0 0 0 0,-1-1 1 0 0,1 1-1 0 0,0 0 1 0 0,0 0-1 0 0,0 0 1 0 0,0 0-1 0 0,0 0 1 0 0,0 0-1 0 0,-1 0 1 0 0,1 0-1 0 0,0 0 1 0 0,0 0-1 0 0,0 0 1 0 0,8-4 366 0 0,0-1 1 0 0,0 1 0 0 0,-1-1 0 0 0,1-1 0 0 0,7-6 0 0 0,-4-1-30 0 0,-10 12-317 0 0,0-1 0 0 0,1 0 1 0 0,0 0-1 0 0,-1 1 0 0 0,1-1 0 0 0,0 1 1 0 0,0-1-1 0 0,0 1 0 0 0,0 0 0 0 0,0-1 1 0 0,0 1-1 0 0,4-1 0 0 0,17-7 234 0 0,-1 1 0 0 0,47-9-1 0 0,-59 15-247 0 0,1 0 0 0 0,0 1 0 0 0,0 1 0 0 0,0-1-1 0 0,0 2 1 0 0,0 0 0 0 0,0 0 0 0 0,11 3 0 0 0,-17-2-13 0 0,0 0-1 0 0,-1 0 1 0 0,1 0 0 0 0,-1 0 0 0 0,0 1-1 0 0,0 0 1 0 0,0-1 0 0 0,0 2 0 0 0,0-1-1 0 0,-1 0 1 0 0,1 1 0 0 0,-1-1 0 0 0,0 1-1 0 0,4 6 1 0 0,6 6 36 0 0,3 3-3 0 0,-3-5 50 0 0,21 31 1 0 0,-31-40-75 0 0,0 1 0 0 0,0-1 0 0 0,0 1 0 0 0,-1 0 0 0 0,0 0-1 0 0,0 0 1 0 0,0 0 0 0 0,-1 0 0 0 0,0 0 0 0 0,1 11 0 0 0,-2 79 245 0 0,0-93-245 0 0,-1-1 0 0 0,1 0 0 0 0,0 0 0 0 0,0 0 0 0 0,-1 1 0 0 0,1-1 0 0 0,-1 0 0 0 0,0 0 0 0 0,0 0 0 0 0,0 0 0 0 0,0 0 0 0 0,0 0 0 0 0,0 0 0 0 0,0 0 0 0 0,-1-1 0 0 0,1 1 0 0 0,0 0 0 0 0,-1-1 0 0 0,0 1 0 0 0,1-1 0 0 0,-5 3 0 0 0,3-2 14 0 0,-2 5 191 0 0,5-20-120 0 0,0 12-107 0 0,-1-1 0 0 0,1 1 1 0 0,-1 0-1 0 0,0 0 0 0 0,1 0 1 0 0,-1 0-1 0 0,0 0 0 0 0,1 0 1 0 0,-1 0-1 0 0,0 0 0 0 0,0 0 1 0 0,0 0-1 0 0,0 0 1 0 0,0 0-1 0 0,0 1 0 0 0,0-1 1 0 0,0 0-1 0 0,-2 0 0 0 0,-28-15 43 0 0,20 11-12 0 0,1 0 3 0 0,0 0 0 0 0,-1 0 1 0 0,0 1-1 0 0,0 0 0 0 0,0 1 0 0 0,0 0 1 0 0,0 1-1 0 0,-1 0 0 0 0,1 1 1 0 0,-1 0-1 0 0,1 1 0 0 0,-1 0 1 0 0,-18 3-1 0 0,-41 7 124 0 0,62-8-114 0 0,1 0-1 0 0,0 1 1 0 0,0-1-1 0 0,0 2 1 0 0,1-1 0 0 0,-1 1-1 0 0,-12 8 1 0 0,14-7 31 0 0,0 0 0 0 0,1 0 0 0 0,-1 0 0 0 0,1 0 1 0 0,0 1-1 0 0,0 0 0 0 0,1 0 0 0 0,-4 7 0 0 0,7-11-50 0 0,0-1-1 0 0,0 1 0 0 0,1 0 0 0 0,-1 0 1 0 0,1-1-1 0 0,-1 1 0 0 0,1 0 1 0 0,0 0-1 0 0,0 0 0 0 0,-1 0 0 0 0,1 0 1 0 0,1-1-1 0 0,-1 1 0 0 0,0 0 1 0 0,0 0-1 0 0,1 0 0 0 0,-1 0 1 0 0,1-1-1 0 0,-1 1 0 0 0,1 0 0 0 0,0-1 1 0 0,0 1-1 0 0,0 0 0 0 0,0-1 1 0 0,0 1-1 0 0,0-1 0 0 0,0 1 1 0 0,0-1-1 0 0,0 0 0 0 0,1 1 0 0 0,1 0 1 0 0,5 5 90 0 0,1-1 0 0 0,-1 0 0 0 0,1-1 1 0 0,1 0-1 0 0,-1-1 0 0 0,1 0 0 0 0,0 0 0 0 0,-1-1 0 0 0,13 3 1 0 0,10 0-9 0 0,49 2 0 0 0,-69-7-73 0 0,30 1-10 0 0,1-1-1 0 0,51-6 0 0 0,-77 3-278 0 0,1 0 0 0 0,-1-1 0 0 0,0-1-1 0 0,-1-1 1 0 0,1 0 0 0 0,-1-2-1 0 0,0 0 1 0 0,18-10 0 0 0,-20 7-857 0 0,-1-1-1 0 0,0 0 1 0 0,14-17 0 0 0,-18 19 292 0 0,83-82-9372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8:57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1489 118 640 0 0,'-15'-6'807'0'0,"10"3"-340"0"0,1 1 1 0 0,-1 1 0 0 0,0-1-1 0 0,0 1 1 0 0,0 0 0 0 0,0 0 0 0 0,0 0-1 0 0,-6 0 1 0 0,-87-12 4174 0 0,-6-9-2281 0 0,-47 1 14 0 0,15 0-615 0 0,-158 0 948 0 0,250 21-2404 0 0,0 1-1 0 0,0 2 1 0 0,-79 17-1 0 0,97-11-153 0 0,2 2-1 0 0,0 1 1 0 0,0 1-1 0 0,1 0 1 0 0,1 2-1 0 0,-25 21 1 0 0,14-12 4 0 0,-59 54 379 0 0,91-77-529 0 0,1-1-1 0 0,-1 1 1 0 0,0 0-1 0 0,1-1 1 0 0,-1 1-1 0 0,1 0 1 0 0,-1 0-1 0 0,1 0 1 0 0,0 0-1 0 0,-1-1 1 0 0,1 1-1 0 0,0 0 1 0 0,-1 0-1 0 0,1 0 1 0 0,0 0-1 0 0,0 0 1 0 0,0 0-1 0 0,0 0 0 0 0,0 1 1 0 0,-4 15 60 0 0,-18 11 56 0 0,11 5-107 0 0,2-15-37 0 0,7-14 27 0 0,-1 0 0 0 0,1 0 0 0 0,0 0 0 0 0,0 1 0 0 0,1-1 0 0 0,-1 1 1 0 0,1-1-1 0 0,0 1 0 0 0,0-1 0 0 0,1 1 0 0 0,-1 7 0 0 0,1 310 624 0 0,0-318-628 0 0,1 0 0 0 0,-1 0-1 0 0,1 0 1 0 0,0 1 0 0 0,0-1-1 0 0,1 0 1 0 0,-1 0 0 0 0,1 0-1 0 0,0-1 1 0 0,3 7-1 0 0,-2-6 17 0 0,-1 0 0 0 0,0 0 0 0 0,0 0-1 0 0,-1 0 1 0 0,1 0 0 0 0,-1 0-1 0 0,0 0 1 0 0,0 1 0 0 0,0-1-1 0 0,0 8 1 0 0,-1-4-1 0 0,1 0 0 0 0,0-1 0 0 0,0 1-1 0 0,1 0 1 0 0,0-1 0 0 0,0 0 0 0 0,5 11 0 0 0,-4-11-16 0 0,0 1-1 0 0,-1 0 1 0 0,1 0 0 0 0,-1 0 0 0 0,-1 0 0 0 0,0 0 0 0 0,1 12-1 0 0,-2-5-23 0 0,2-1 0 0 0,0 1-1 0 0,1-1 1 0 0,6 18 0 0 0,-5-17 65 0 0,0-1 1 0 0,-1 1 0 0 0,-1 0-1 0 0,1 19 1 0 0,-3-29-21 0 0,0 16 67 0 0,4 37 0 0 0,-3-52-79 0 0,1 1 0 0 0,0-1 0 0 0,0 1 0 0 0,0-1 0 0 0,1 1 0 0 0,0-1 0 0 0,0 0 0 0 0,8 11 0 0 0,16 24 19 0 0,-16-1 54 0 0,11-6 67 0 0,-20-30-136 0 0,0 0 1 0 0,0-1-1 0 0,0 0 0 0 0,1 1 1 0 0,-1-1-1 0 0,1 0 0 0 0,0 0 0 0 0,0 0 1 0 0,0-1-1 0 0,0 1 0 0 0,1-1 1 0 0,3 3-1 0 0,-1-3-27 0 0,-1-1-1 0 0,1 1 1 0 0,-1-1 0 0 0,1 0-1 0 0,-1 0 1 0 0,1 0 0 0 0,0-1-1 0 0,7 0 1 0 0,210-15 643 0 0,-167 14-488 0 0,-32 0 5 0 0,37 5 0 0 0,-33-2-29 0 0,113 14 730 0 0,-24 1 262 0 0,135 2 1 0 0,-200-21-850 0 0,1-3 1 0 0,-1-2 0 0 0,0-2 0 0 0,76-25 0 0 0,-55 14 190 0 0,126-54 1 0 0,-166 59-337 0 0,-1-2 1 0 0,0-2-1 0 0,-2 0 1 0 0,0-3 0 0 0,-1 0-1 0 0,29-29 1 0 0,-7 8 140 0 0,10-8 3 0 0,-56 46-220 0 0,-1 0 0 0 0,1-1-1 0 0,-1 1 1 0 0,0-1 0 0 0,0 0 0 0 0,-1 0 0 0 0,0 0 0 0 0,0-1 0 0 0,2-6 0 0 0,6-44 302 0 0,-2 27-246 0 0,-5 23-88 0 0,-2 0 1 0 0,1-1 0 0 0,-1 0-1 0 0,-1 0 1 0 0,1 0-1 0 0,-1 0 1 0 0,0 0 0 0 0,-1 0-1 0 0,0 0 1 0 0,0 0-1 0 0,-3-11 1 0 0,-6-17-6 0 0,4 21 0 0 0,1 0 0 0 0,1 0 0 0 0,0 0 0 0 0,0-27 0 0 0,3 32 0 0 0,0 0 0 0 0,-1 0 0 0 0,0 0 0 0 0,-1-1 0 0 0,0 1 0 0 0,0 1 0 0 0,-1-1 0 0 0,0 0 0 0 0,-1 1 0 0 0,0-1 0 0 0,-7-10 0 0 0,-14-36 0 0 0,21 46 0 0 0,1 1 0 0 0,-1 0 0 0 0,-1 0 0 0 0,1 1 0 0 0,-1-1 0 0 0,-10-11 0 0 0,-12-11 0 0 0,20 18 0 0 0,6 11 0 0 0,0 1 0 0 0,0-1 0 0 0,0 0 0 0 0,0 0 0 0 0,0 1 0 0 0,0-1 0 0 0,-1 1 0 0 0,1-1 0 0 0,0 1 0 0 0,-1 0 0 0 0,1-1 0 0 0,-1 1 0 0 0,0 0 0 0 0,1 0 0 0 0,-1 0 0 0 0,0 0 0 0 0,1 0 0 0 0,-1 0 0 0 0,-3 0 0 0 0,-15-6 0 0 0,1 1 0 0 0,-40-6 0 0 0,32 7 0 0 0,-33-6-1480 0 0,1 3 0 0 0,-1 2 0 0 0,0 3 0 0 0,-80 6 1 0 0,25 8-4642 0 0,-141 33 0 0 0,190-31-4844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00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66 287 400 0 0,'-5'0'2341'0'0,"-23"0"17462"0"0,28-1-18348 0 0,0 1-1432 0 0,0 0 1 0 0,0 0-1 0 0,0 0 1 0 0,0-1-1 0 0,0 1 1 0 0,0 0-1 0 0,0 0 1 0 0,0 0-1 0 0,0-1 1 0 0,0 1-1 0 0,0 0 1 0 0,0 0-1 0 0,0 0 1 0 0,0-1-1 0 0,0 1 1 0 0,0 0-1 0 0,0 0 1 0 0,0 0-1 0 0,0-1 1 0 0,0 1-1 0 0,0 0 1 0 0,0 0-1 0 0,0 0 1 0 0,1 0-1 0 0,-1-1 1 0 0,0 1-1 0 0,0 0 1 0 0,0 0-1 0 0,0 0 1 0 0,0 0-1 0 0,0 0 1 0 0,1-1-1 0 0,-1 1 1 0 0,0 0-1 0 0,0 0 1 0 0,0 0-1 0 0,0 0 1 0 0,1 0 0 0 0,-1 0-1 0 0,0 0 1 0 0,0 0-1 0 0,0 0 1 0 0,0 0-1 0 0,1 0 1 0 0,-1 0-1 0 0,0 0 1 0 0,0 0-1 0 0,0 0 1 0 0,1 0-1 0 0,-1 0 1 0 0,0 0-1 0 0,0 0 1 0 0,0 0-1 0 0,1 0 1 0 0,3-1 109 0 0,-3 1-88 0 0,0 0-1 0 0,0 0 1 0 0,0-1 0 0 0,0 1-1 0 0,0 0 1 0 0,0 0-1 0 0,0-1 1 0 0,0 1-1 0 0,0-1 1 0 0,0 1 0 0 0,0-1-1 0 0,0 1 1 0 0,-1-1-1 0 0,1 1 1 0 0,0-1-1 0 0,0 0 1 0 0,0 1 0 0 0,-1-1-1 0 0,1 0 1 0 0,0 0-1 0 0,-1 0 1 0 0,1 0-1 0 0,-1 1 1 0 0,1-1 0 0 0,-1 0-1 0 0,1 0 1 0 0,-1 0-1 0 0,0 0 1 0 0,1 0-1 0 0,-1 0 1 0 0,0 0 0 0 0,0 0-1 0 0,0 0 1 0 0,0 0-1 0 0,0 0 1 0 0,0-1-1 0 0,0 0 1 0 0,0 1-16 0 0,0 0 0 0 0,0 0 0 0 0,0 0-1 0 0,1 0 1 0 0,-1 0 0 0 0,0 0 0 0 0,1 1 0 0 0,-1-1-1 0 0,0 0 1 0 0,1 0 0 0 0,-1 0 0 0 0,1 0 0 0 0,0 0 0 0 0,-1 0-1 0 0,1 1 1 0 0,0-1 0 0 0,-1 0 0 0 0,1 1 0 0 0,0-1-1 0 0,0 0 1 0 0,-1 1 0 0 0,1-1 0 0 0,0 1 0 0 0,0-1 0 0 0,1 0-1 0 0,-1 1-10 0 0,1-1-1 0 0,-1 1 0 0 0,0-1 1 0 0,0 1-1 0 0,-1-1 0 0 0,1 0 1 0 0,0 1-1 0 0,0-1 1 0 0,0 0-1 0 0,0 0 0 0 0,0 0 1 0 0,-1 0-1 0 0,1 1 0 0 0,0-1 1 0 0,-1 0-1 0 0,1 0 0 0 0,-1-1 1 0 0,1 1-1 0 0,-1 0 0 0 0,0 0 1 0 0,1 0-1 0 0,-1 0 1 0 0,0 0-1 0 0,0 0 0 0 0,1-3 1 0 0,-1-197 2143 0 0,0 198-1919 0 0,0 8 113 0 0,0-5-337 0 0,0 1 1 0 0,0 0-1 0 0,0 0 1 0 0,0 0-1 0 0,0 0 1 0 0,-1 0-1 0 0,1 0 1 0 0,0 0 0 0 0,-1 0-1 0 0,1 0 1 0 0,-1 0-1 0 0,1 0 1 0 0,-1 0-1 0 0,1-1 1 0 0,-2 2-1 0 0,-6 9 26 0 0,0 0 0 0 0,1 0 0 0 0,0 0 0 0 0,0 1 0 0 0,2 0-1 0 0,-7 18 1 0 0,9-20 3 0 0,1-1 0 0 0,1 1 1 0 0,-1 0-1 0 0,2 0 0 0 0,-1 0 0 0 0,1 0 0 0 0,2 12 0 0 0,-1 6-37 0 0,-1-26-12 0 0,0 0-1 0 0,0 0 1 0 0,0-1 0 0 0,0 1-1 0 0,0 0 1 0 0,-1 0 0 0 0,1-1-1 0 0,-1 1 1 0 0,1 0 0 0 0,-1 0-1 0 0,0-1 1 0 0,1 1 0 0 0,-1-1-1 0 0,0 1 1 0 0,0-1-1 0 0,0 1 1 0 0,-1-1 0 0 0,1 1-1 0 0,0-1 1 0 0,0 0 0 0 0,-3 2-1 0 0,3-2 10 0 0,0 0 0 0 0,0 0-1 0 0,-1 0 1 0 0,1 0-1 0 0,0 0 1 0 0,0 0 0 0 0,0 1-1 0 0,0-1 1 0 0,1 0-1 0 0,-1 1 1 0 0,0-1-1 0 0,0 1 1 0 0,1-1 0 0 0,-1 1-1 0 0,1-1 1 0 0,0 1-1 0 0,-1-1 1 0 0,1 1 0 0 0,0 0-1 0 0,0-1 1 0 0,0 3-1 0 0,0 24 74 0 0,0-27-80 0 0,0-1-1 0 0,0 0 0 0 0,1 1 1 0 0,-1-1-1 0 0,0 1 1 0 0,0-1-1 0 0,1 0 0 0 0,-1 1 1 0 0,0-1-1 0 0,1 0 0 0 0,-1 1 1 0 0,0-1-1 0 0,1 0 0 0 0,-1 0 1 0 0,1 1-1 0 0,-1-1 0 0 0,1 0 1 0 0,-1 0-1 0 0,0 0 0 0 0,1 1 1 0 0,-1-1-1 0 0,1 0 1 0 0,-1 0-1 0 0,1 0 0 0 0,-1 0 1 0 0,1 0-1 0 0,-1 0 0 0 0,1 0 1 0 0,0 0-1 0 0,13-1-51 0 0,-13 1 43 0 0,10 0-111 0 0,-7 0 123 0 0,1-1-1 0 0,-1 1 1 0 0,1 0 0 0 0,-1 0-1 0 0,1 1 1 0 0,-1-1-1 0 0,1 1 1 0 0,8 2-1 0 0,-2 0 15 0 0,277 11-3 0 0,-284-14-24 0 0,0-1 0 0 0,0 1-1 0 0,0-1 1 0 0,-1 0 0 0 0,1 0 0 0 0,0-1 0 0 0,0 1 0 0 0,-1-1 0 0 0,1 0 0 0 0,-1 0 0 0 0,0 0 0 0 0,1 0 0 0 0,-1-1 0 0 0,0 1 0 0 0,0-1 0 0 0,4-5-1 0 0,-6 7 9 0 0,0-1-2 0 0,0 0-1 0 0,0 0 1 0 0,0 0 0 0 0,0 0-1 0 0,0 0 1 0 0,-1 0 0 0 0,1-1-1 0 0,-1 1 1 0 0,0 0-1 0 0,0 0 1 0 0,1 0 0 0 0,-1 0-1 0 0,-1-1 1 0 0,1 1-1 0 0,-1-3 1 0 0,1-7-6 0 0,-2-15-35 0 0,1 18 35 0 0,1 1 0 0 0,-1-1 0 0 0,1 1 1 0 0,1-1-1 0 0,-1 1 0 0 0,1 0 0 0 0,1-1 1 0 0,3-12-1 0 0,5 3 40 0 0,-7 14-22 0 0,-1 1 0 0 0,0-1 0 0 0,0 0 0 0 0,-1 1 0 0 0,1-1 0 0 0,-1 0 0 0 0,0 0-1 0 0,0 0 1 0 0,0 0 0 0 0,0 0 0 0 0,-1 0 0 0 0,0-8 0 0 0,0 0 19 0 0,-1 46 37 0 0,-2 0 0 0 0,-1 0 0 0 0,-2 0 0 0 0,-12 39 0 0 0,8-36 29 0 0,2 0 1 0 0,2 1-1 0 0,1 0 1 0 0,2 1-1 0 0,2 44 0 0 0,0-65-89 0 0,-1 0 0 0 0,0 0 0 0 0,-1 0 0 0 0,-10 30 0 0 0,7-28-5 0 0,4-9-1002 0 0,0 1 0 0 0,0 0 1 0 0,1 15-1 0 0,3-2-2486 0 0,-2-25 3441 0 0,0 0-1 0 0,0 0 1 0 0,-1 0 0 0 0,1 1 0 0 0,0-1 0 0 0,0 0 0 0 0,0 0 0 0 0,0 0 0 0 0,0 0 0 0 0,0 0 0 0 0,0 1 0 0 0,0-1 0 0 0,0 0 0 0 0,0 0 0 0 0,0 0 0 0 0,0 0 0 0 0,0 1 0 0 0,0-1 0 0 0,0 0 0 0 0,0 0 0 0 0,0 0 0 0 0,0 0-1 0 0,0 0 1 0 0,0 1 0 0 0,1-1 0 0 0,-1 0 0 0 0,0 0 0 0 0,0 0 0 0 0,0 0 0 0 0,0 0 0 0 0,0 0 0 0 0,0 1 0 0 0,0-1 0 0 0,0 0 0 0 0,1 0 0 0 0,-1 0 0 0 0,0 0 0 0 0,0 0 0 0 0,0 0 0 0 0,0 0 0 0 0,0 0 0 0 0,1 0 0 0 0,-1 0-1 0 0,0 0 1 0 0,0 0 0 0 0,0 1 0 0 0,0-1 0 0 0,0 0 0 0 0,1 0 0 0 0,-1 0 0 0 0,0 0 0 0 0,0 0 0 0 0,0 0 0 0 0,0-1 0 0 0,0 1 0 0 0,1 0 0 0 0,-1 0 0 0 0,0 0 0 0 0,0 0 0 0 0,0 0 0 0 0,0 0 0 0 0,0 0 0 0 0,1 0 0 0 0,-1 0-1 0 0,60-74-11943 0 0,-28 26 5523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01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90 2561 0 0,'-8'8'906'0'0,"0"0"1"0"0,0 1-1 0 0,1 0 0 0 0,0 0 0 0 0,1 0 0 0 0,0 1 0 0 0,0 0 1 0 0,-5 15-1 0 0,6-14-372 0 0,0 0 1 0 0,0-1-1 0 0,-1 0 1 0 0,0 0-1 0 0,-1 0 1 0 0,0-1-1 0 0,-1 0 1 0 0,-12 11-1 0 0,0-6-74 0 0,18-12-393 0 0,-1-1 0 0 0,0 1 0 0 0,1-1 0 0 0,0 1 0 0 0,-1 0 0 0 0,1 0 0 0 0,0 0 0 0 0,0 0 0 0 0,0 0 0 0 0,0 0 0 0 0,0 1 0 0 0,0-1 0 0 0,1 1 0 0 0,-1-1 0 0 0,1 1 0 0 0,0-1 0 0 0,0 1 0 0 0,0 0 0 0 0,0 0 0 0 0,0 0 0 0 0,0 0-1 0 0,1 0 1 0 0,-1-1 0 0 0,1 5 0 0 0,0 69 1441 0 0,0-74-1438 0 0,0 1 0 0 0,0-1 1 0 0,1 1-1 0 0,-1-1 0 0 0,0 1 1 0 0,1-1-1 0 0,0 1 0 0 0,0-1 1 0 0,-1 0-1 0 0,2 1 0 0 0,-1-1 0 0 0,0 0 1 0 0,0 0-1 0 0,1 0 0 0 0,-1 0 1 0 0,1 0-1 0 0,2 3 0 0 0,5 6 212 0 0,-2 2 193 0 0,-6-11-435 0 0,-1-1 1 0 0,1 1 0 0 0,0-1-1 0 0,-1 0 1 0 0,1 1-1 0 0,0-1 1 0 0,0 0 0 0 0,0 0-1 0 0,0 1 1 0 0,0-1-1 0 0,0 0 1 0 0,0 0 0 0 0,1 0-1 0 0,-1 0 1 0 0,0-1-1 0 0,0 1 1 0 0,1 0-1 0 0,-1 0 1 0 0,1-1 0 0 0,-1 1-1 0 0,0-1 1 0 0,1 1-1 0 0,-1-1 1 0 0,1 0 0 0 0,-1 1-1 0 0,1-1 1 0 0,0 0-1 0 0,-1 0 1 0 0,1 0 0 0 0,-1 0-1 0 0,1-1 1 0 0,1 1-1 0 0,10 0 43 0 0,8 1 149 0 0,0-2 0 0 0,0 0 0 0 0,0-1 1 0 0,-1 0-1 0 0,1-2 0 0 0,26-8 0 0 0,53-24 282 0 0,-57 22-317 0 0,43-21-1 0 0,-69 28-130 0 0,0-2 0 0 0,-1 0 0 0 0,1 0 1 0 0,-2-2-1 0 0,18-14 0 0 0,-29 21-42 0 0,0 0 0 0 0,-1 0 0 0 0,1 0 0 0 0,-1 0 0 0 0,0-1 0 0 0,0 0-1 0 0,-1 1 1 0 0,1-1 0 0 0,-1 0 0 0 0,0 0 0 0 0,0-1 0 0 0,-1 1 0 0 0,1 0 0 0 0,-1-1 0 0 0,0 1 0 0 0,-1 0 0 0 0,1-1-1 0 0,-1 1 1 0 0,0-1 0 0 0,-1 1 0 0 0,1-1 0 0 0,-3-8 0 0 0,0 4 9 0 0,-1-1 0 0 0,0 1 1 0 0,-1 0-1 0 0,0 0 0 0 0,-1 0 0 0 0,0 0 0 0 0,0 1 1 0 0,-1 0-1 0 0,0 1 0 0 0,-16-16 0 0 0,18 19-25 0 0,-6-5-23 0 0,1 0 0 0 0,-1 1 0 0 0,-1 1-1 0 0,1 0 1 0 0,-1 0 0 0 0,-1 1 0 0 0,1 1-1 0 0,-1 0 1 0 0,-1 1 0 0 0,1 0 0 0 0,-1 1 0 0 0,0 1-1 0 0,-22-4 1 0 0,12 3-766 0 0,0 1 0 0 0,-1 2 0 0 0,1 0 0 0 0,0 1 0 0 0,-1 1-1 0 0,1 2 1 0 0,0 0 0 0 0,-38 11 0 0 0,61-14 587 0 0,1 1-1 0 0,-1-1 0 0 0,0 0 1 0 0,1 0-1 0 0,-1 1 1 0 0,0-1-1 0 0,1 1 0 0 0,-1-1 1 0 0,1 1-1 0 0,-1-1 0 0 0,0 1 1 0 0,1-1-1 0 0,-1 1 1 0 0,1-1-1 0 0,0 1 0 0 0,-1-1 1 0 0,1 1-1 0 0,-1 0 1 0 0,1-1-1 0 0,0 1 0 0 0,0 0 1 0 0,-1-1-1 0 0,1 1 1 0 0,0 0-1 0 0,0 0 0 0 0,0-1 1 0 0,0 1-1 0 0,0 1 1 0 0,0-2-66 0 0,0 1-1 0 0,0-1 1 0 0,0 0 0 0 0,0 1 0 0 0,0-1 0 0 0,0 1 0 0 0,0-1 0 0 0,1 1 0 0 0,-1-1 0 0 0,0 1 0 0 0,0-1 0 0 0,0 0 0 0 0,1 1-1 0 0,-1-1 1 0 0,0 0 0 0 0,1 1 0 0 0,-1-1 0 0 0,0 0 0 0 0,1 1 0 0 0,-1-1 0 0 0,0 0 0 0 0,1 1 0 0 0,-1-1 0 0 0,1 0 0 0 0,0 0-1 0 0,26 7-3994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01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12 880 0 0,'-69'15'8371'0'0,"42"-10"-6013"0"0,-35 12-1 0 0,-36 23 1939 0 0,89-36-4107 0 0,0 1 1 0 0,1 0 0 0 0,-1 0 0 0 0,1 0 0 0 0,0 1-1 0 0,1 0 1 0 0,-12 12 0 0 0,17-16-153 0 0,-1 0 1 0 0,1 1-1 0 0,0-1 1 0 0,0 1-1 0 0,0 0 1 0 0,1 0-1 0 0,-1-1 1 0 0,1 1-1 0 0,-1 0 0 0 0,1 0 1 0 0,0 0-1 0 0,0 1 1 0 0,0-1-1 0 0,1 0 1 0 0,-1 0-1 0 0,1 0 1 0 0,0 1-1 0 0,0-1 0 0 0,0 0 1 0 0,0 0-1 0 0,0 1 1 0 0,1-1-1 0 0,-1 0 1 0 0,2 3-1 0 0,20 36 470 0 0,-13-17-149 0 0,-7-18-213 0 0,1 0 0 0 0,0 0 0 0 0,0 0 1 0 0,1-1-1 0 0,-1 1 0 0 0,8 8 0 0 0,1-1 169 0 0,1 0 1 0 0,1-1-1 0 0,0 0 1 0 0,1-1-1 0 0,0-1 0 0 0,22 13 1 0 0,-3-5 278 0 0,68 26 1 0 0,-85-38-418 0 0,0-1 0 0 0,32 7-1 0 0,-38-12-117 0 0,-1 0 0 0 0,1-1 1 0 0,-1 0-1 0 0,1-1 0 0 0,-1 0 0 0 0,18-4 0 0 0,-17 3-9 0 0,-5 1-11 0 0,-1 0 0 0 0,1-1 1 0 0,0 1-1 0 0,0-1 0 0 0,-1 0 1 0 0,1-1-1 0 0,8-4 0 0 0,-11 5-22 0 0,-1 0 0 0 0,0-1 0 0 0,0 1 0 0 0,0 0 0 0 0,0-1 0 0 0,0 1 0 0 0,0-1 0 0 0,-1 0 0 0 0,1 1 0 0 0,-1-1 0 0 0,1 0 0 0 0,-1 0 0 0 0,0 0 0 0 0,-1 0 0 0 0,1 0 0 0 0,0 0 0 0 0,-1 0 0 0 0,0 0 0 0 0,1 0 0 0 0,-1 0 0 0 0,-1-4 0 0 0,1-7 10 0 0,-1 0 0 0 0,-1-1 0 0 0,-1 1 0 0 0,0 0 0 0 0,0 0 0 0 0,-2 1 0 0 0,1-1 1 0 0,-13-23-1 0 0,3 12-18 0 0,-2 0 0 0 0,0 0 0 0 0,-30-33 0 0 0,31 43-193 0 0,0 1 0 0 0,0 0 0 0 0,-1 0 0 0 0,-1 2 1 0 0,-1 0-1 0 0,1 1 0 0 0,-2 1 0 0 0,1 0 0 0 0,-1 2 0 0 0,-23-8 0 0 0,24 10-523 0 0,0 1-1 0 0,-1 1 0 0 0,0 0 0 0 0,0 1 0 0 0,0 1 0 0 0,0 1 0 0 0,0 1 0 0 0,0 0 0 0 0,0 2 0 0 0,-34 6 1 0 0,45-6-196 0 0,-1 1 1 0 0,1 0 0 0 0,0 1 0 0 0,0-1-1 0 0,1 2 1 0 0,-10 5 0 0 0,-21 24-7875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02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21 2401 0 0,'-5'-1'2935'0'0,"-16"-3"430"0"0,1 0 0 0 0,-1 2-1 0 0,-37-7 10019 0 0,150 23-11849 0 0,-42-6-1086 0 0,150 18 830 0 0,523 0-584 0 0,-684-28-689 0 0,1 2-35 0 0,-1-2 0 0 0,72-14 0 0 0,-105 15-268 0 0,14-3 133 0 0,-13-4-3414 0 0,-14-1-1920 0 0,-13 5 2483 0 0,14 3 1393 0 0,-43-7-5220 0 0,-65-5-1855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03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360 110 1121 0 0,'24'0'8232'0'0,"-32"0"-2554"0"0,-8 0 567 0 0,16 0-6227 0 0,0 0-1 0 0,-1-1 0 0 0,1 1 0 0 0,0 0 0 0 0,0 0 0 0 0,0 0 0 0 0,0 0 0 0 0,0-1 1 0 0,0 1-1 0 0,0 0 0 0 0,0 0 0 0 0,0 0 0 0 0,0 0 0 0 0,-1-1 0 0 0,1 1 0 0 0,0 0 0 0 0,0 0 1 0 0,0 0-1 0 0,0-1 0 0 0,0 1 0 0 0,0 0 0 0 0,0 0 0 0 0,1 0 0 0 0,-1-1 0 0 0,0 1 1 0 0,0 0-1 0 0,0 0 0 0 0,0 0 0 0 0,0 0 0 0 0,0-1 0 0 0,0 1 0 0 0,0 0 0 0 0,0 0 1 0 0,0 0-1 0 0,1 0 0 0 0,-1-1 0 0 0,0 1 0 0 0,0 0 0 0 0,0 0 0 0 0,0 0 0 0 0,0 0 1 0 0,1 0-1 0 0,-1 0 0 0 0,0 0 0 0 0,0 0 0 0 0,0-1 0 0 0,0 1 0 0 0,1 0 0 0 0,-1 0 1 0 0,0 0-1 0 0,0 0 0 0 0,0 0 0 0 0,1 0 0 0 0,-1 0 0 0 0,0 0 0 0 0,0 0 0 0 0,0 0 1 0 0,1 0-1 0 0,-1 0 0 0 0,0 0 0 0 0,0 0 0 0 0,0 0 0 0 0,1 1 0 0 0,-1-1 0 0 0,0 0 0 0 0,0 0 1 0 0,22-1 529 0 0,-22 1-506 0 0,1 0 0 0 0,-1 0 1 0 0,0 0-1 0 0,0 0 1 0 0,1 0-1 0 0,-1-1 1 0 0,0 1-1 0 0,0 0 0 0 0,1 0 1 0 0,-1 0-1 0 0,0 0 1 0 0,0 0-1 0 0,0 0 1 0 0,1 0-1 0 0,-1 0 0 0 0,0-1 1 0 0,0 1-1 0 0,0 0 1 0 0,1 0-1 0 0,-1 0 1 0 0,0 0-1 0 0,0-1 1 0 0,0 1-1 0 0,0 0 0 0 0,1 0 1 0 0,-1 0-1 0 0,0-1 1 0 0,0 1-1 0 0,0 0 1 0 0,0 0-1 0 0,0-1 0 0 0,0 1 1 0 0,0 0-1 0 0,0 0 1 0 0,0-1-1 0 0,0 1 1 0 0,0 0-1 0 0,0-1 1 0 0,4-5 422 0 0,13 1 17 0 0,-16 5-443 0 0,-1-1 1 0 0,1 1-1 0 0,-1 0 1 0 0,0 0 0 0 0,1-1-1 0 0,-1 1 1 0 0,0 0-1 0 0,1-1 1 0 0,-1 1 0 0 0,0-1-1 0 0,1 1 1 0 0,-1 0-1 0 0,0-1 1 0 0,0 1 0 0 0,1-1-1 0 0,-1 1 1 0 0,0-1-1 0 0,0 1 1 0 0,0-1-1 0 0,0 1 1 0 0,0-1 0 0 0,0 1-1 0 0,0-1 1 0 0,0 1-1 0 0,0-1 1 0 0,0 1 0 0 0,0 0-1 0 0,0-1 1 0 0,0 1-1 0 0,0-1 1 0 0,0 1 0 0 0,0-1-1 0 0,0 1 1 0 0,-1-1-1 0 0,-4-13 359 0 0,-1 8-299 0 0,-1 1 0 0 0,1 0 0 0 0,-1 0-1 0 0,-1 0 1 0 0,1 1 0 0 0,-1 0 0 0 0,1 0 0 0 0,-1 1 0 0 0,0 0-1 0 0,0 0 1 0 0,-1 1 0 0 0,1 0 0 0 0,0 0 0 0 0,-1 1-1 0 0,1 1 1 0 0,-1-1 0 0 0,-12 2 0 0 0,20-1-89 0 0,-55 8 343 0 0,27 2-188 0 0,29-10-158 0 0,-1 0 0 0 0,0 1-1 0 0,0-1 1 0 0,1 0-1 0 0,-1 1 1 0 0,0-1-1 0 0,1 1 1 0 0,-1-1 0 0 0,0 1-1 0 0,1-1 1 0 0,-1 1-1 0 0,1 0 1 0 0,-1-1-1 0 0,1 1 1 0 0,-1 0 0 0 0,1-1-1 0 0,0 1 1 0 0,-1 0-1 0 0,1 0 1 0 0,0-1-1 0 0,-1 1 1 0 0,1 1 0 0 0,0 75 234 0 0,0-76-235 0 0,1 0 0 0 0,-1 0 1 0 0,0 0-1 0 0,1 0 1 0 0,-1 0-1 0 0,1 0 0 0 0,-1 0 1 0 0,1-1-1 0 0,-1 1 0 0 0,1 0 1 0 0,0 0-1 0 0,0 0 1 0 0,-1 0-1 0 0,1-1 0 0 0,0 1 1 0 0,0 0-1 0 0,0-1 0 0 0,0 1 1 0 0,0-1-1 0 0,0 1 1 0 0,0-1-1 0 0,1 1 0 0 0,29 10-40 0 0,-19-7 27 0 0,-3-1 8 0 0,0 0 0 0 0,0-1 0 0 0,1 0 0 0 0,-1-1 0 0 0,1 0 0 0 0,15 0 0 0 0,-8 0 0 0 0,55 4 86 0 0,83 18 1 0 0,-150-22-75 0 0,1 0-1 0 0,-1 0 0 0 0,0 1 1 0 0,0 0-1 0 0,-1 0 0 0 0,1 0 1 0 0,8 5-1 0 0,-12-6-9 0 0,0 0 0 0 0,0 0 1 0 0,0 0-1 0 0,0 0 0 0 0,0 0 0 0 0,0 0 0 0 0,0 0 0 0 0,0 0 1 0 0,0 1-1 0 0,0-1 0 0 0,0 0 0 0 0,-1 1 0 0 0,1-1 0 0 0,0 0 1 0 0,-1 1-1 0 0,1-1 0 0 0,-1 1 0 0 0,0-1 0 0 0,0 1 0 0 0,1-1 0 0 0,-1 1 1 0 0,0-1-1 0 0,0 1 0 0 0,0-1 0 0 0,0 1 0 0 0,-1-1 0 0 0,1 1 1 0 0,0-1-1 0 0,-1 1 0 0 0,1-1 0 0 0,-2 3 0 0 0,-7 12 93 0 0,0-1-1 0 0,-1 0 1 0 0,-14 16-1 0 0,16-22-32 0 0,2-2-37 0 0,0-1 0 0 0,0 0 0 0 0,-1 0 0 0 0,1 0-1 0 0,-1-1 1 0 0,-1 0 0 0 0,1-1 0 0 0,-1 0-1 0 0,-11 5 1 0 0,7-3-6 0 0,-10 4-64 0 0,0-1 0 0 0,0-1 0 0 0,-1-1 0 0 0,0-2 0 0 0,0 0 0 0 0,-1-1 0 0 0,-39 2 0 0 0,39-6-1022 0 0,0 0 0 0 0,-34-5 0 0 0,46 3 55 0 0,1-1 0 0 0,0 1 0 0 0,0-2 0 0 0,0 1 0 0 0,0-2 0 0 0,-12-6 0 0 0,20 10 464 0 0,0-1 1 0 0,1 0-1 0 0,-1 1 0 0 0,1-1 0 0 0,0 0 0 0 0,-1-1 0 0 0,1 1 0 0 0,0 0 1 0 0,0 0-1 0 0,0-1 0 0 0,1 0 0 0 0,-1 1 0 0 0,-2-6 0 0 0,3 3-872 0 0,-1 0 1 0 0,1-1-1 0 0,0 1 0 0 0,1-1 1 0 0,0 1-1 0 0,0-9 0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03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296 195 1601 0 0,'-97'10'10272'0'0,"4"-1"-4710"0"0,27-7-2481 0 0,34 5-893 0 0,31-6-2153 0 0,1-1 0 0 0,-1 0 0 0 0,1 1 0 0 0,-1-1 0 0 0,1 0 0 0 0,0 1 0 0 0,-1-1 0 0 0,1 0 0 0 0,-1 1 0 0 0,1-1 0 0 0,0 1 0 0 0,-1-1 0 0 0,1 1 0 0 0,0-1 0 0 0,0 1 0 0 0,-1-1 0 0 0,1 1 0 0 0,0-1 1 0 0,0 1-1 0 0,0-1 0 0 0,0 1 0 0 0,0-1 0 0 0,0 1 0 0 0,0 0 0 0 0,0-1 0 0 0,0 1 0 0 0,0-1 0 0 0,0 1 0 0 0,0-1 0 0 0,0 1 0 0 0,7 18 106 0 0,4-9-6 0 0,2 0-1 0 0,-1-1 1 0 0,1-1 0 0 0,1 0 0 0 0,-1 0-1 0 0,1-2 1 0 0,1 0 0 0 0,-1 0 0 0 0,24 5-1 0 0,-2-4 108 0 0,0-2-1 0 0,1-1 1 0 0,-1-1 0 0 0,0-3-1 0 0,1-1 1 0 0,-1-1-1 0 0,0-2 1 0 0,61-15 0 0 0,-92 18-209 0 0,1-1 0 0 0,-1 0 0 0 0,1 0 0 0 0,-1-1 0 0 0,0 1 0 0 0,0-1 0 0 0,0 0 1 0 0,-1-1-1 0 0,1 1 0 0 0,-1-1 0 0 0,0 0 0 0 0,1 0 0 0 0,-2 0 0 0 0,1-1 0 0 0,0 1 0 0 0,-1-1 1 0 0,0 0-1 0 0,0 0 0 0 0,-1 0 0 0 0,1 0 0 0 0,-1-1 0 0 0,0 1 0 0 0,-1-1 0 0 0,3-8 1 0 0,-3 6 16 0 0,0 0 0 0 0,-1 1 0 0 0,1-1 0 0 0,-1 0 0 0 0,-1 0 1 0 0,0 1-1 0 0,0-1 0 0 0,0 1 0 0 0,-1-1 0 0 0,0 1 0 0 0,-1-1 1 0 0,1 1-1 0 0,-1 0 0 0 0,-1 0 0 0 0,1 0 0 0 0,-10-12 0 0 0,7 12-8 0 0,0 0-1 0 0,-1 1 0 0 0,0 0 0 0 0,0 0 0 0 0,-1 0 1 0 0,1 1-1 0 0,-1 0 0 0 0,-1 1 0 0 0,1-1 0 0 0,0 2 1 0 0,-1-1-1 0 0,0 1 0 0 0,0 0 0 0 0,-15-2 0 0 0,-13 0-214 0 0,0 2 0 0 0,-58 1 0 0 0,70 2-72 0 0,10 0 6 0 0,-2-1-191 0 0,0 1-1 0 0,0 0 0 0 0,0 1 1 0 0,0 1-1 0 0,0 1 0 0 0,0 1 1 0 0,1 0-1 0 0,-1 1 0 0 0,1 0 1 0 0,-30 16-1 0 0,42-19 233 0 0,1 0-126 0 0,-1-1-1 0 0,0 1 0 0 0,1 0 0 0 0,0 1 1 0 0,-1-1-1 0 0,1 1 0 0 0,0-1 0 0 0,0 1 0 0 0,-3 4 1 0 0,6-6 80 0 0,-1 1 0 0 0,1-1 0 0 0,-1 1 1 0 0,1 0-1 0 0,0-1 0 0 0,0 1 0 0 0,0-1 0 0 0,0 1 1 0 0,0 0-1 0 0,0-1 0 0 0,0 1 0 0 0,1-1 0 0 0,-1 1 1 0 0,0-1-1 0 0,1 1 0 0 0,-1-1 0 0 0,1 1 1 0 0,0-1-1 0 0,0 1 0 0 0,-1-1 0 0 0,1 1 0 0 0,0-1 1 0 0,0 0-1 0 0,0 0 0 0 0,0 1 0 0 0,0-1 0 0 0,3 1 1 0 0,29 35-8615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04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 2161 0 0,'-26'1'6763'0'0,"-46"10"8604"0"0,248 8-8000 0 0,-87-13-8961 0 0,4-4-4592 0 0,-84-1 4475 0 0,31 7-13720 0 0,-62-2 10296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05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164 104 1681 0 0,'-33'6'6403'0'0,"1"-6"-1281"0"0,-34 0-1280 0 0,34 0 800 0 0,32-6-3682 0 0,32-8-159 0 0,-32 1-241 0 0,0-1-80 0 0,33-7-160 0 0,0 6-480 0 0,-1 9-1200 0 0,34-7-2082 0 0,-34 13-1760 0 0,60-8-321 0 0,-27 8 561 0 0,0 8 880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05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17 640 0 0,'1'-1'138'0'0,"-1"0"-1"0"0,1 0 1 0 0,-1 0 0 0 0,1 0-1 0 0,0 0 1 0 0,-1 0-1 0 0,1 1 1 0 0,0-1 0 0 0,0 0-1 0 0,0 1 1 0 0,0-1-1 0 0,-1 0 1 0 0,1 1 0 0 0,0-1-1 0 0,0 1 1 0 0,0 0-1 0 0,0-1 1 0 0,0 1-1 0 0,0 0 1 0 0,0-1 0 0 0,1 1-1 0 0,-1 0 1 0 0,0 0-1 0 0,0 0 1 0 0,0 0 0 0 0,2 0-1 0 0,-2 0 284 0 0,27-2 4562 0 0,-25 2-4787 0 0,-1 0-1 0 0,1 1 0 0 0,0 0 0 0 0,-1-1 1 0 0,1 1-1 0 0,-1 0 0 0 0,1 0 0 0 0,-1 1 1 0 0,0-1-1 0 0,1 0 0 0 0,-1 1 0 0 0,0-1 1 0 0,0 1-1 0 0,0 0 0 0 0,0 0 0 0 0,0 0 1 0 0,0 0-1 0 0,-1 0 0 0 0,1 0 0 0 0,2 4 1 0 0,83 98 3045 0 0,-68-76-2074 0 0,27 48 1 0 0,-44-69-933 0 0,0-1 1 0 0,0 1 0 0 0,-1 0 0 0 0,0 0-1 0 0,-1 1 1 0 0,1-1 0 0 0,-1 0 0 0 0,0 0-1 0 0,-2 10 1 0 0,0 7 995 0 0,2-22-818 0 0,-6-4-330 0 0,-1-1 0 0 0,1 0 0 0 0,0 0 0 0 0,0 0 0 0 0,0-1 0 0 0,0 0 0 0 0,0 0 0 0 0,-5-5 0 0 0,5 4-47 0 0,0 0 0 0 0,-1 0 0 0 0,1 1 0 0 0,-1-1 0 0 0,-1 2 0 0 0,1-1 0 0 0,0 1 0 0 0,-9-2 0 0 0,-22-10 107 0 0,15 7-26 0 0,0 1 0 0 0,0 1 1 0 0,0 1-1 0 0,0 1 0 0 0,-1 1 0 0 0,0 1 0 0 0,0 1 0 0 0,-40 4 0 0 0,54-2-19 0 0,0 0 0 0 0,-1 1 0 0 0,1 0-1 0 0,0 1 1 0 0,0 0 0 0 0,1 0 0 0 0,-1 1 0 0 0,1 1 0 0 0,0 0-1 0 0,0 0 1 0 0,-9 7 0 0 0,16-11-58 0 0,-1 1 1 0 0,0 0-1 0 0,1 0 1 0 0,0 0-1 0 0,0 0 1 0 0,0 0-1 0 0,0 1 1 0 0,0-1-1 0 0,0 1 1 0 0,0-1-1 0 0,1 1 1 0 0,-1 0-1 0 0,1 0 0 0 0,0 0 1 0 0,0 0-1 0 0,0 0 1 0 0,0 0-1 0 0,0 0 1 0 0,1 0-1 0 0,-1 3 1 0 0,2 1 86 0 0,-1 0 0 0 0,2-1 0 0 0,-1 0 0 0 0,1 1 0 0 0,0-1 0 0 0,0 0 0 0 0,4 7 0 0 0,2 8 315 0 0,-7-16-335 0 0,1-1 0 0 0,-1 0 1 0 0,0 1-1 0 0,1-1 0 0 0,0 0 1 0 0,0 0-1 0 0,1 0 0 0 0,-1 0 1 0 0,1-1-1 0 0,-1 1 0 0 0,1 0 1 0 0,0-1-1 0 0,1 0 0 0 0,-1 0 1 0 0,1 0-1 0 0,-1 0 0 0 0,1-1 1 0 0,0 1-1 0 0,0-1 0 0 0,0 0 0 0 0,5 2 1 0 0,12 6-130 0 0,2-1 0 0 0,-1-1 1 0 0,1-1-1 0 0,0 0 0 0 0,1-2 1 0 0,0-1-1 0 0,-1-1 0 0 0,1-1 1 0 0,0-1-1 0 0,0-1 0 0 0,0-1 1 0 0,0-1-1 0 0,0-2 0 0 0,0 0 1 0 0,43-14-1 0 0,-54 13-827 0 0,0 0 0 0 0,-1-2 0 0 0,1 1 0 0 0,11-9 0 0 0,-10 4-2107 0 0,-1 0 0 0 0,21-22 0 0 0,31-45-12411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06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360 303 2321 0 0,'-34'0'4874'0'0,"-48"1"4242"0"0,8 6-3737 0 0,63-1-3645 0 0,-14 9 711 0 0,-37 25 4053 0 0,54-33-6431 0 0,0-1-1 0 0,0 0 1 0 0,-1-1 0 0 0,1 0-1 0 0,-17 7 1 0 0,20-7-67 0 0,10-8 0 0 0,17 3 0 0 0,-11 4 0 0 0,22-3 0 0 0,222 5 0 0 0,359 43 0 0 0,-609-49 0 0 0,1 1 0 0 0,-1-1 0 0 0,0 0 0 0 0,0 0 0 0 0,1 0 0 0 0,6-2 0 0 0,8-1 0 0 0,-1 1 0 0 0,29 1 0 0 0,-15 0 0 0 0,26-6 0 0 0,-59 7 0 0 0,0 0 0 0 0,0 0 0 0 0,0 0 0 0 0,0 0 0 0 0,0 0 0 0 0,0 0 0 0 0,0 0 0 0 0,-1 0 0 0 0,1 0 0 0 0,0-1 0 0 0,0 1 0 0 0,0 0 0 0 0,0 0 0 0 0,0 0 0 0 0,0 0 0 0 0,0 0 0 0 0,0 0 0 0 0,0 0 0 0 0,0-1 0 0 0,0 1 0 0 0,0 0 0 0 0,0 0 0 0 0,0 0 0 0 0,0 0 0 0 0,0 0 0 0 0,0 0 0 0 0,0-1 0 0 0,0 1 0 0 0,0 0 0 0 0,0 0 0 0 0,0 0 0 0 0,0 0 0 0 0,0 0 0 0 0,0 0 0 0 0,0-1 0 0 0,0 1 0 0 0,0 0 0 0 0,0 0 0 0 0,0 0 0 0 0,0 0 0 0 0,0 0 0 0 0,0 0 0 0 0,0 0 0 0 0,0-1 0 0 0,1 1 0 0 0,-1 0 0 0 0,0 0 0 0 0,0 0 0 0 0,0 0 0 0 0,0 0 0 0 0,0 0 0 0 0,0 0 0 0 0,-108-54 0 0 0,52 31 0 0 0,-188-82 0 0 0,173 71 0 0 0,-157-69 0 0 0,223 101 0 0 0,-61-26 1 0 0,61 25-1 0 0,0 0-1 0 0,0 0 0 0 0,0 0 1 0 0,0-1-1 0 0,0 1 0 0 0,1-1 1 0 0,-1 0-1 0 0,1-1 0 0 0,-6-7 1 0 0,-17-29-5083 0 0,28 39 4647 0 0,0 1-1 0 0,0 0 0 0 0,0-1 0 0 0,0 1 1 0 0,1 0-1 0 0,-1 0 0 0 0,0 0 1 0 0,1 0-1 0 0,-1 0 0 0 0,1 0 0 0 0,-1 0 1 0 0,1 1-1 0 0,-1-1 0 0 0,1 1 0 0 0,0-1 1 0 0,-1 1-1 0 0,1-1 0 0 0,0 1 1 0 0,-1 0-1 0 0,1 0 0 0 0,3 0 0 0 0,47-3-9470 0 0,-20 8 4544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06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557 0 1601 0 0,'0'3'782'0'0,"0"0"0"0"0,0 0 0 0 0,0-1 0 0 0,0 1 0 0 0,-1 0 1 0 0,1 0-1 0 0,-1-1 0 0 0,0 1 0 0 0,1 0 0 0 0,-1-1 0 0 0,-3 5 0 0 0,1-3-354 0 0,-1 0 0 0 0,1 0-1 0 0,-1-1 1 0 0,0 0-1 0 0,0 0 1 0 0,0 0-1 0 0,-6 3 1 0 0,-24 15 1482 0 0,7-6 24 0 0,1 1-1 0 0,-34 29 0 0 0,-88 79 2636 0 0,128-107-4203 0 0,6-6-198 0 0,0 1 0 0 0,1 0-1 0 0,1 2 1 0 0,0-1 0 0 0,0 1 0 0 0,-9 18-1 0 0,14-22-106 0 0,-1 0-1 0 0,0-1 0 0 0,-1 0 0 0 0,1 0 1 0 0,-12 8-1 0 0,-7 8-142 0 0,25-23-12 0 0,1-1 0 0 0,0 1 0 0 0,0 0-1 0 0,0 0 1 0 0,0 0 0 0 0,0-1 0 0 0,0 1 0 0 0,0 0-1 0 0,1 0 1 0 0,-1 0 0 0 0,1 0 0 0 0,-1 1-1 0 0,1-1 1 0 0,0 0 0 0 0,0 0 0 0 0,0 0 0 0 0,1 4-1 0 0,-1 2-1437 0 0,0-8 1464 0 0,0 0 0 0 0,0 0 0 0 0,0 0 0 0 0,0 0 0 0 0,0 1 1 0 0,0-1-1 0 0,0 0 0 0 0,0 0 0 0 0,0 0 0 0 0,0 0 0 0 0,0 0 0 0 0,0 0 0 0 0,0 0 0 0 0,0 1 0 0 0,0-1 0 0 0,0 0 0 0 0,1 0 0 0 0,-1 0 0 0 0,0 0 0 0 0,0 0 0 0 0,0 0 0 0 0,0 0 0 0 0,0 0 0 0 0,0 0 1 0 0,0 0-1 0 0,0 1 0 0 0,1-1 0 0 0,-1 0 0 0 0,0 0 0 0 0,0 0 0 0 0,0 0 0 0 0,0 0 0 0 0,0 0 0 0 0,0 0 0 0 0,1 0 0 0 0,-1 0 0 0 0,0 0 0 0 0,0 0 0 0 0,0 0 0 0 0,0 0 0 0 0,0 0 0 0 0,0 0 1 0 0,0 0-1 0 0,1 0 0 0 0,-1 0 0 0 0,0 0 0 0 0,0-1 0 0 0,0 1 0 0 0,0 0 0 0 0,0 0 0 0 0,0 0 0 0 0,0 0 0 0 0,1 0 0 0 0,-1 0 0 0 0,0 0 0 0 0,0 0 0 0 0,0 0 0 0 0,0 0 0 0 0,0-1 0 0 0,0 1 0 0 0,0 0 1 0 0,0 0-1 0 0,0 0 0 0 0,27-9-6842 0 0,6-8-2308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07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94 259 800 0 0,'-65'-18'12947'0'0,"44"8"-10847"0"0,20 9-1985 0 0,0 0 0 0 0,0-1-1 0 0,1 1 1 0 0,-1-1 0 0 0,0 0-1 0 0,1 1 1 0 0,-1-1 0 0 0,1 1-1 0 0,-1-1 1 0 0,1 0 0 0 0,0 1-1 0 0,0-1 1 0 0,0 0 0 0 0,0 1-1 0 0,0-1 1 0 0,0 0 0 0 0,0 1-1 0 0,0-1 1 0 0,1-2 0 0 0,0-1 219 0 0,-1-174 4202 0 0,0 179-4533 0 0,0-1 0 0 0,-1 1 1 0 0,1-1-1 0 0,0 1 1 0 0,0-1-1 0 0,0 1 1 0 0,0 0-1 0 0,0-1 1 0 0,0 1-1 0 0,1-1 0 0 0,-1 1 1 0 0,0-1-1 0 0,0 1 1 0 0,0 0-1 0 0,0-1 1 0 0,0 1-1 0 0,1-1 1 0 0,-1 1-1 0 0,0 0 0 0 0,0-1 1 0 0,1 1-1 0 0,-1 0 1 0 0,0-1-1 0 0,0 1 1 0 0,1 0-1 0 0,-1-1 1 0 0,0 1-1 0 0,1 0 0 0 0,-1 0 1 0 0,1-1-1 0 0,26 0 11 0 0,-24 1-13 0 0,-1 1 1 0 0,1-1 0 0 0,-1 1 0 0 0,1 0 0 0 0,-1 0 0 0 0,0 0-1 0 0,0 0 1 0 0,1 0 0 0 0,-1 0 0 0 0,0 0 0 0 0,0 1-1 0 0,0-1 1 0 0,0 1 0 0 0,0-1 0 0 0,-1 1 0 0 0,1 0 0 0 0,0 0-1 0 0,-1 0 1 0 0,1 0 0 0 0,-1 0 0 0 0,0 0 0 0 0,0 0-1 0 0,2 3 1 0 0,15 22 88 0 0,-4-9 37 0 0,-1 0-1 0 0,-1 2 1 0 0,0-1 0 0 0,-1 2 0 0 0,13 35-1 0 0,-13-5 355 0 0,0-27-191 0 0,-9-21-195 0 0,0 1 0 0 0,0 0-1 0 0,0 0 1 0 0,0 0 0 0 0,-1 1 0 0 0,0-1 0 0 0,0 0 0 0 0,0 0 0 0 0,0 1 0 0 0,0 7-1 0 0,-1-10-29 0 0,0 1 0 0 0,0-1 0 0 0,0 1 0 0 0,1 0 0 0 0,-1-1 0 0 0,1 1 0 0 0,-1-1-1 0 0,1 1 1 0 0,0-1 0 0 0,0 0 0 0 0,0 1 0 0 0,1-1 0 0 0,-1 0 0 0 0,0 0-1 0 0,1 1 1 0 0,-1-1 0 0 0,1 0 0 0 0,0 0 0 0 0,4 3 0 0 0,-2-1 51 0 0,2 4 417 0 0,-6-8-533 0 0,-1-1 0 0 0,1 1 0 0 0,0-1 0 0 0,0 1 0 0 0,0 0 0 0 0,0-1 0 0 0,0 1 0 0 0,0-1 0 0 0,0 1 0 0 0,0 0 0 0 0,0-1 0 0 0,0 1 0 0 0,0-1 0 0 0,0 1 0 0 0,0 0 0 0 0,0-1 0 0 0,0 1 0 0 0,0-1 0 0 0,0 1 0 0 0,0 0 0 0 0,1-1 0 0 0,-1 1 0 0 0,0-1 1 0 0,0 1-1 0 0,0 0 0 0 0,1-1 0 0 0,-1 1 0 0 0,0 0 0 0 0,0 0 0 0 0,1-1 0 0 0,-1 1 0 0 0,0 0 0 0 0,1 0 0 0 0,-1-1 0 0 0,0 1 0 0 0,1 0 0 0 0,-1 0 0 0 0,1-1 0 0 0,9-4 26 0 0,-9 5-23 0 0,0 0 0 0 0,0-1 0 0 0,0 1 0 0 0,0-1 0 0 0,0 1 0 0 0,0-1 1 0 0,0 1-1 0 0,0-1 0 0 0,0 0 0 0 0,0 0 0 0 0,-1 1 0 0 0,1-1 0 0 0,0 0 0 0 0,0 0 0 0 0,-1 0 0 0 0,1 0 0 0 0,-1 0 0 0 0,1 0 0 0 0,-1 0 0 0 0,1 0 0 0 0,-1 0 1 0 0,0 0-1 0 0,1 0 0 0 0,-1 0 0 0 0,0 0 0 0 0,0 0 0 0 0,0 0 0 0 0,0 0 0 0 0,0 0 0 0 0,0 0 0 0 0,0-1 0 0 0,0 1 0 0 0,0 0 0 0 0,-1-2 0 0 0,1-9-4 0 0,-1 6-72 0 0,1 1 0 0 0,0-1 0 0 0,1 0-1 0 0,-1 0 1 0 0,1 1 0 0 0,0-1 0 0 0,3-7 0 0 0,17-23-1288 0 0,-12 16-218 0 0,-8 17 1237 0 0,0 0 1 0 0,0 0-1 0 0,0 1 1 0 0,0-1-1 0 0,1 1 1 0 0,-1-1-1 0 0,1 1 1 0 0,0-1-1 0 0,-1 1 1 0 0,1 0-1 0 0,0 0 1 0 0,0 0-1 0 0,1 0 1 0 0,-1 0-1 0 0,3-2 1 0 0,-1 2-426 0 0,0-1 0 0 0,0 1 0 0 0,0 0 0 0 0,0 0 0 0 0,0 1 0 0 0,0-1 0 0 0,0 1 0 0 0,0 0 0 0 0,1 0-1 0 0,-1 0 1 0 0,1 1 0 0 0,-1-1 0 0 0,8 1 0 0 0,-8 2 43 0 0,0-1 0 0 0,0 1 0 0 0,0 0 0 0 0,0 0 0 0 0,0 0 0 0 0,4 3 0 0 0,-8-5 723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08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488 120 80 0 0,'0'-3'482'0'0,"0"1"-1"0"0,0 0 1 0 0,-1 0 0 0 0,1 0 0 0 0,0 0-1 0 0,-1-1 1 0 0,0 1 0 0 0,0 0-1 0 0,0 0 1 0 0,0 0 0 0 0,0 0-1 0 0,0 0 1 0 0,0 1 0 0 0,0-1-1 0 0,-1 0 1 0 0,1 1 0 0 0,-3-4 0 0 0,-34-20 5022 0 0,32 22-4724 0 0,0 0 0 0 0,1 0 0 0 0,-1-1 0 0 0,-8-8 0 0 0,12 10-517 0 0,1 0 0 0 0,-1 1 0 0 0,1-1 1 0 0,-1 0-1 0 0,0 1 0 0 0,0-1 0 0 0,0 1 0 0 0,0 0 0 0 0,0 0 0 0 0,0-1 1 0 0,-4 0-1 0 0,-1-1 154 0 0,7 3-399 0 0,0 0-1 0 0,1 0 1 0 0,-1 0-1 0 0,0 0 1 0 0,0 0-1 0 0,0 0 1 0 0,0 0-1 0 0,0-1 1 0 0,0 1 0 0 0,1 0-1 0 0,-1 0 1 0 0,0 0-1 0 0,0 0 1 0 0,0 0-1 0 0,0 0 1 0 0,0 0 0 0 0,0 0-1 0 0,0-1 1 0 0,0 1-1 0 0,0 0 1 0 0,1 0-1 0 0,-1 0 1 0 0,0 0-1 0 0,0 0 1 0 0,0-1 0 0 0,0 1-1 0 0,0 0 1 0 0,0 0-1 0 0,0 0 1 0 0,0 0-1 0 0,0 0 1 0 0,0-1 0 0 0,0 1-1 0 0,0 0 1 0 0,0 0-1 0 0,0 0 1 0 0,0 0-1 0 0,0 0 1 0 0,0-1 0 0 0,-1 1-1 0 0,1 0 1 0 0,0 0-1 0 0,0 0 1 0 0,0 0-1 0 0,0 0 1 0 0,0 0-1 0 0,0-1 1 0 0,0 1 0 0 0,0 0-1 0 0,0 0 1 0 0,-1 0-1 0 0,1 0 1 0 0,0 0-1 0 0,0 0 1 0 0,0 0 0 0 0,0 0-1 0 0,0 0 1 0 0,0 0-1 0 0,-1-1 1 0 0,20 0 853 0 0,-11 1 19 0 0,-8 1-83 0 0,0 4-200 0 0,0-4-576 0 0,0 0 0 0 0,1 0 1 0 0,-1 0-1 0 0,0 0 0 0 0,1 1 0 0 0,-1-1 0 0 0,1 0 0 0 0,-1-1 0 0 0,1 1 0 0 0,0 0 0 0 0,-1 0 0 0 0,1 0 0 0 0,0 0 0 0 0,0 0 1 0 0,-1-1-1 0 0,1 1 0 0 0,1 1 0 0 0,32 19 458 0 0,79 54 1049 0 0,-78-50-1162 0 0,-14-11-159 0 0,-1 1 0 0 0,0 1 0 0 0,-1 1 0 0 0,-1 1 0 0 0,0 0 0 0 0,26 37 0 0 0,-29-30 63 0 0,-5-9-77 0 0,-1-1 1 0 0,2 0-1 0 0,15 17 0 0 0,23 20 224 0 0,-38-24-276 0 0,-6-15-88 0 0,17 15 97 0 0,-18-18-52 0 0,-11-7-65 0 0,-15-7-47 0 0,20 4 4 0 0,-4-2-10 0 0,1 0 0 0 0,-1 0 0 0 0,1 0 1 0 0,0 0-1 0 0,-1-1 0 0 0,-5-4 1 0 0,-16-8 23 0 0,-57-28 45 0 0,-77-36-50 0 0,132 67-6 0 0,1 1 0 0 0,-2 1 0 0 0,-45-8 0 0 0,55 15 14 0 0,1 1 0 0 0,0 0 1 0 0,-1 2-1 0 0,0 1 0 0 0,-27 3 0 0 0,28 0 12 0 0,0 0-1 0 0,-23 9 1 0 0,19-4-11 0 0,0 1-1 0 0,1 1 1 0 0,-23 16-1 0 0,31-19-17 0 0,9-6 0 0 0,1 0 0 0 0,0 1 0 0 0,-1-1 0 0 0,1 1 0 0 0,0 0 0 0 0,-4 5 0 0 0,7-7 0 0 0,0 0 0 0 0,0 1 0 0 0,0-1 0 0 0,0 0 0 0 0,0 1 0 0 0,1-1 0 0 0,-1 1 0 0 0,1-1 0 0 0,-1 1 0 0 0,1 0 0 0 0,-1-1 0 0 0,1 1 0 0 0,0 0 0 0 0,0-1 0 0 0,-1 1 0 0 0,1 0 0 0 0,1-1 0 0 0,-1 1 0 0 0,0 0 0 0 0,0-1 0 0 0,0 1 0 0 0,1-1 0 0 0,-1 1 0 0 0,2 2 0 0 0,2 5 0 0 0,0 1 0 0 0,1-1 0 0 0,1 0 0 0 0,-1-1 0 0 0,1 1 0 0 0,1-1 0 0 0,-1 0 0 0 0,1-1 0 0 0,1 0 0 0 0,-1 0 0 0 0,1 0 0 0 0,0-1 0 0 0,1 0 0 0 0,0-1 0 0 0,0 0 0 0 0,0 0 0 0 0,0-1 0 0 0,1 0 0 0 0,12 3 0 0 0,-3-3 2 0 0,1-1-1 0 0,0-1 1 0 0,0-1-1 0 0,32-1 1 0 0,-8-6-22 0 0,47-11 0 0 0,-81 15-193 0 0,-1 0 0 0 0,1-1 0 0 0,-1-1-1 0 0,14-6 1 0 0,52-37-5457 0 0,71-42-8003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08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98 158 80 0 0,'0'1'184'0'0,"0"0"0"0"0,0 0-1 0 0,0-1 1 0 0,0 1 0 0 0,0 0 0 0 0,1 0 0 0 0,-1 0 0 0 0,0-1-1 0 0,0 1 1 0 0,1 0 0 0 0,-1-1 0 0 0,0 1 0 0 0,1 0-1 0 0,-1 0 1 0 0,1-1 0 0 0,-1 1 0 0 0,1-1 0 0 0,-1 1-1 0 0,1 0 1 0 0,-1-1 0 0 0,1 1 0 0 0,0-1 0 0 0,-1 0-1 0 0,1 1 1 0 0,0-1 0 0 0,-1 1 0 0 0,1-1 0 0 0,0 0-1 0 0,-1 1 1 0 0,1-1 0 0 0,0 0 0 0 0,0 0 0 0 0,0 0 0 0 0,-1 0-1 0 0,3 0 1 0 0,0 1 402 0 0,-5-1-287 0 0,1 0-235 0 0,0 0 0 0 0,0 0 1 0 0,0 0-1 0 0,1 0 1 0 0,-1 0-1 0 0,0 0 1 0 0,0-1-1 0 0,1 1 1 0 0,-1 0-1 0 0,0 0 1 0 0,0-1-1 0 0,1 1 1 0 0,-1 0-1 0 0,0-1 1 0 0,1 1-1 0 0,-1-1 0 0 0,0 1 1 0 0,1 0-1 0 0,-1-1 1 0 0,1 0-1 0 0,-1 1 1 0 0,1-1-1 0 0,-1 1 1 0 0,1-1-1 0 0,-1 0 1 0 0,1 1-1 0 0,0-1 1 0 0,-1 0-1 0 0,1 1 0 0 0,0-1 1 0 0,-1-1-1 0 0,1 1 26 0 0,0 0 0 0 0,-1 0-1 0 0,1 0 1 0 0,0-1-1 0 0,-1 1 1 0 0,1 0 0 0 0,0 0-1 0 0,-1 0 1 0 0,0 0-1 0 0,1 1 1 0 0,-1-1 0 0 0,0 0-1 0 0,1 0 1 0 0,-1 0-1 0 0,0 0 1 0 0,0 1-1 0 0,1-1 1 0 0,-1 0 0 0 0,0 1-1 0 0,0-1 1 0 0,0 0-1 0 0,0 1 1 0 0,0-1 0 0 0,-2 0-1 0 0,-6-4 619 0 0,-2-8 652 0 0,9 10-1149 0 0,0 1 0 0 0,0 0 0 0 0,0 0 1 0 0,0 0-1 0 0,0 0 0 0 0,0 0 0 0 0,-1 0 0 0 0,1 1 0 0 0,0-1 0 0 0,-4 0 0 0 0,3 1 21 0 0,1 0 1 0 0,0-1-1 0 0,0 1 0 0 0,-1 0 1 0 0,1-1-1 0 0,0 1 0 0 0,0-1 1 0 0,0 1-1 0 0,0-1 0 0 0,1 0 1 0 0,-4-3-1 0 0,1-6 3847 0 0,3-5 4034 0 0,7 16-7080 0 0,4 0-855 0 0,1 1-127 0 0,0-1-1 0 0,1-1 0 0 0,-1 0 0 0 0,0 0 1 0 0,14-4-1 0 0,11-6-91 0 0,-1 2 1 0 0,2 2-1 0 0,48-4 0 0 0,103 2-1450 0 0,-103 13-3740 0 0,26 12-7405 0 0,-79-7 5740 0 0,-31-9 6680 0 0,-1 0 0 0 0,1 1 1 0 0,-1-1-1 0 0,1 1 1 0 0,-1-1-1 0 0,0 1 1 0 0,1-1-1 0 0,-1 0 0 0 0,0 1 1 0 0,1-1-1 0 0,-1 1 1 0 0,0-1-1 0 0,0 1 1 0 0,1 0-1 0 0,-1-1 1 0 0,0 1-1 0 0,0-1 0 0 0,0 1 1 0 0,0-1-1 0 0,0 1 1 0 0,0 0-1 0 0,0-1 1 0 0,0 1-1 0 0,0 0 0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09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5362 0 0,'-26'21'5363'0'0,"-7"-7"-2082"0"0,33-1-239 0 0,-32-13-721 0 0,32 6 2321 0 0,32-6-1200 0 0,1 0-2002 0 0,26-6-79 0 0,71 6-161 0 0,99 0 1 0 0,32 6-1361 0 0,-130 15-3762 0 0,-40 8-7203 0 0,40 12-5363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13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778 212 160 0 0,'-19'-14'2172'0'0,"0"1"-1"0"0,-1 1 1 0 0,-1 0 0 0 0,-31-12-1 0 0,22 5 439 0 0,26 16-2255 0 0,0 0 1 0 0,0 0-1 0 0,0 1 0 0 0,0-1 0 0 0,0 1 0 0 0,-7-3 0 0 0,-34-15 1672 0 0,37 16-1783 0 0,1 0 1 0 0,-1 0 0 0 0,0 1-1 0 0,-1 0 1 0 0,1 0 0 0 0,0 1-1 0 0,-1 0 1 0 0,-12-1 0 0 0,-13-1 175 0 0,1 2 0 0 0,-1 1 0 0 0,-60 7 0 0 0,72-4-249 0 0,-1 1-1 0 0,1 1 1 0 0,0 1-1 0 0,0 1 1 0 0,1 1-1 0 0,-1 1 1 0 0,1 1-1 0 0,-27 16 0 0 0,46-24-124 0 0,-1 0-1 0 0,1 1 1 0 0,0-1-1 0 0,0 1 0 0 0,0 0 1 0 0,0 0-1 0 0,0 0 1 0 0,0 0-1 0 0,0 0 0 0 0,1 0 1 0 0,-1 0-1 0 0,1 1 0 0 0,-2 3 1 0 0,1-1 188 0 0,1 1-1 0 0,0 0 1 0 0,1-1 0 0 0,-1 1-1 0 0,2 10 1 0 0,-1-16-231 0 0,0 1 25 0 0,0 0 0 0 0,1 0 0 0 0,-1-1 0 0 0,1 1 0 0 0,-1 0 0 0 0,1 0 0 0 0,0 0 0 0 0,-1-1-1 0 0,1 1 1 0 0,0 0 0 0 0,0 0 0 0 0,-1-1 0 0 0,1 1 0 0 0,0-1 0 0 0,0 1 0 0 0,0-1 0 0 0,0 1-1 0 0,0-1 1 0 0,0 0 0 0 0,0 1 0 0 0,0-1 0 0 0,0 0 0 0 0,0 0 0 0 0,0 1 0 0 0,0-1 0 0 0,0 0-1 0 0,0 0 1 0 0,1 0 0 0 0,6 1 137 0 0,219 62 1145 0 0,89 30-886 0 0,-300-87-404 0 0,-3-2-1 0 0,-1 1 1 0 0,1 1-1 0 0,-1 0 1 0 0,20 14-1 0 0,-28-18-12 0 0,-1 1-1 0 0,0 0 1 0 0,0 0-1 0 0,-1 0 1 0 0,1 0-1 0 0,0 1 1 0 0,-1-1-1 0 0,0 1 1 0 0,0-1-1 0 0,0 1 1 0 0,0 0-1 0 0,-1 0 1 0 0,1 0-1 0 0,-1 0 1 0 0,0 0-1 0 0,0 0 1 0 0,-1 0-1 0 0,1 0 1 0 0,-1 0-1 0 0,0 5 1 0 0,0 0-1 0 0,1 4 45 0 0,-1 0-1 0 0,-1 0 1 0 0,0 0-1 0 0,-6 25 1 0 0,5-33-39 0 0,0 0-1 0 0,0 0 1 0 0,0-1-1 0 0,0 0 1 0 0,-1 1-1 0 0,0-1 1 0 0,0 0-1 0 0,0 0 1 0 0,0 0-1 0 0,-1-1 1 0 0,1 1-1 0 0,-1-1 1 0 0,0 0-1 0 0,0 0 1 0 0,0 0 0 0 0,0 0-1 0 0,-6 2 1 0 0,-4 1-50 0 0,0-1 0 0 0,0-1 0 0 0,0 0 0 0 0,-1 0 1 0 0,1-2-1 0 0,-1 0 0 0 0,0 0 0 0 0,1-1 0 0 0,-1-1 1 0 0,0-1-1 0 0,-15-2 0 0 0,4 0-51 0 0,0-2 0 0 0,0-1 0 0 0,0-1 0 0 0,1-1 0 0 0,-37-18 1 0 0,61 26 85 0 0,-18-9-41 0 0,0-1 0 0 0,-32-22 0 0 0,49 30 41 0 0,-1 1 0 0 0,1-1 0 0 0,0 0 0 0 0,0-1 0 0 0,0 1 1 0 0,0 0-1 0 0,0-1 0 0 0,0 1 0 0 0,1-1 0 0 0,-1 1 0 0 0,1-1 0 0 0,-1-3 0 0 0,1 5 2 0 0,1 0 1 0 0,0 0-1 0 0,0-1 1 0 0,0 1-1 0 0,0 0 1 0 0,0 0-1 0 0,1-1 1 0 0,-1 1-1 0 0,0 0 1 0 0,0 0-1 0 0,1 0 1 0 0,-1-1-1 0 0,1 1 1 0 0,-1 0 0 0 0,1 0-1 0 0,0 0 1 0 0,-1 0-1 0 0,1 0 1 0 0,0 0-1 0 0,0 0 1 0 0,-1 0-1 0 0,1 0 1 0 0,0 0-1 0 0,0 1 1 0 0,0-1-1 0 0,0 0 1 0 0,0 0-1 0 0,3 0 1 0 0,11-8 0 0 0,1 1 0 0 0,0 0 0 0 0,28-8 0 0 0,28-14 0 0 0,-45 16-25 0 0,0 0 0 0 0,-2-2 0 0 0,0-1 1 0 0,0 0-1 0 0,-2-2 0 0 0,42-43 0 0 0,-62 58 16 0 0,0 1 0 0 0,1-1 0 0 0,-1-1-1 0 0,-1 1 1 0 0,1 0 0 0 0,-1-1-1 0 0,1 1 1 0 0,-1-1 0 0 0,-1 0 0 0 0,1 1-1 0 0,-1-1 1 0 0,0 0 0 0 0,0 0-1 0 0,1-9 1 0 0,-3 8 12 0 0,0 0 0 0 0,0 0 0 0 0,-1 0 0 0 0,1 0 0 0 0,-1 0 0 0 0,-1 0 0 0 0,1 1 0 0 0,-1-1 0 0 0,0 1 0 0 0,-6-9 0 0 0,1 2 38 0 0,0 1 1 0 0,0-1 0 0 0,-2 1-1 0 0,1 0 1 0 0,-1 1 0 0 0,-17-13 0 0 0,18 17-89 0 0,0 0 1 0 0,0 1-1 0 0,-1 0 0 0 0,0 0 1 0 0,0 1-1 0 0,0 1 1 0 0,-1 0-1 0 0,1 0 1 0 0,-12-1-1 0 0,-1 2-802 0 0,1 1 0 0 0,0 1-1 0 0,0 1 1 0 0,0 1 0 0 0,0 1 0 0 0,0 1-1 0 0,0 1 1 0 0,-23 9 0 0 0,37-12-26 0 0,1 1 0 0 0,0 0 1 0 0,0 0-1 0 0,0 1 0 0 0,1 0 1 0 0,-12 8-1 0 0,17-11 429 0 0,0 0 1 0 0,0 0-1 0 0,0 0 1 0 0,0 1-1 0 0,0-1 1 0 0,0 0-1 0 0,1 0 1 0 0,-1 1-1 0 0,0-1 1 0 0,1 0-1 0 0,-1 1 0 0 0,1-1 1 0 0,-1 0-1 0 0,1 1 1 0 0,0-1-1 0 0,0 1 1 0 0,0-1-1 0 0,0 1 1 0 0,0 2-1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14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36 313 560 0 0,'0'-9'9151'0'0,"-1"8"-9014"0"0,1 0 0 0 0,0 0 0 0 0,0 1 0 0 0,-1-1 0 0 0,1 0 0 0 0,-1 0 0 0 0,1 0 0 0 0,-1 0 0 0 0,1 1 0 0 0,-1-1 0 0 0,1 0 0 0 0,-1 1 0 0 0,0-1 0 0 0,0 0 0 0 0,1 1 0 0 0,-1-1 0 0 0,0 1 0 0 0,0-1 0 0 0,1 1 0 0 0,-1-1 0 0 0,0 1 0 0 0,0 0 0 0 0,0-1 0 0 0,0 1 0 0 0,0 0 0 0 0,0 0 0 0 0,0 0 0 0 0,1-1 0 0 0,-2 1 0 0 0,-4-1 529 0 0,5 0-497 0 0,0 0 0 0 0,0 0 0 0 0,0-1 1 0 0,1 1-1 0 0,-1 0 0 0 0,1 0 0 0 0,-1 0 1 0 0,1-1-1 0 0,-1 1 0 0 0,1 0 0 0 0,0 0 1 0 0,-1-1-1 0 0,1 1 0 0 0,0 0 0 0 0,0-1 1 0 0,0 1-1 0 0,0 0 0 0 0,0-1 0 0 0,0 1 0 0 0,1 0 1 0 0,-1-1-1 0 0,1 0 0 0 0,-1-6 567 0 0,0 6-618 0 0,0-1 0 0 0,1 1 0 0 0,-1 0 0 0 0,1-1 0 0 0,0 1-1 0 0,-1 0 1 0 0,1-1 0 0 0,0 1 0 0 0,0 0 0 0 0,0 0-1 0 0,1 0 1 0 0,-1 0 0 0 0,0 0 0 0 0,4-4 0 0 0,6-10 502 0 0,0-18 434 0 0,11 0-107 0 0,-11 1-147 0 0,0 18-456 0 0,-9 14-300 0 0,-1-1 0 0 0,0 1 0 0 0,1-1 0 0 0,-1 1 0 0 0,0-1 0 0 0,0 0 0 0 0,0 0-1 0 0,0 1 1 0 0,0-1 0 0 0,0 0 0 0 0,0 0 0 0 0,-1 0 0 0 0,1 0 0 0 0,-1 0 0 0 0,0 0 0 0 0,1 0-1 0 0,-1-2 1 0 0,0 2-23 0 0,0 1-1 0 0,0 0 1 0 0,0 0-1 0 0,0-1 1 0 0,1 1-1 0 0,-1 0 1 0 0,0 0-1 0 0,1-1 1 0 0,-1 1-1 0 0,1 0 1 0 0,-1 0-1 0 0,1 0 1 0 0,0 0-1 0 0,-1 0 1 0 0,1 0-1 0 0,0 0 1 0 0,0 0-1 0 0,0 0 1 0 0,0 0-1 0 0,0 0 1 0 0,0 0-1 0 0,0 1 1 0 0,0-1-1 0 0,0 0 1 0 0,0 1-1 0 0,0-1 1 0 0,2 0-1 0 0,4-3 47 0 0,-2 2-45 0 0,-1 0 0 0 0,1 0 0 0 0,-1 1 0 0 0,1-1 0 0 0,0 1 0 0 0,0 0 0 0 0,0 1 0 0 0,0-1 0 0 0,-1 1 0 0 0,1 0 0 0 0,0 0 0 0 0,0 1 0 0 0,0-1 0 0 0,0 1 0 0 0,0 0 0 0 0,5 2 0 0 0,-1 0-9 0 0,0-1 0 0 0,0 2 1 0 0,-1-1-1 0 0,1 1 0 0 0,-1 1 0 0 0,0-1 1 0 0,14 12-1 0 0,-13-8-9 0 0,10 8 19 0 0,0 1 1 0 0,27 32-1 0 0,-42-44-20 0 0,0 1 0 0 0,0 0 1 0 0,0 1-1 0 0,0-1 0 0 0,-1 1 1 0 0,0-1-1 0 0,-1 1 0 0 0,0 0 0 0 0,0 0 1 0 0,0 0-1 0 0,-1 0 0 0 0,0 1 1 0 0,1 10-1 0 0,-2-16 2 0 0,0 0-1 0 0,-1 0 1 0 0,1 0 0 0 0,0 0 0 0 0,0 0-1 0 0,-1 0 1 0 0,1 0 0 0 0,-1 0 0 0 0,0 0-1 0 0,0 0 1 0 0,1-1 0 0 0,-1 1 0 0 0,0 0-1 0 0,-1 0 1 0 0,1-1 0 0 0,0 1 0 0 0,0-1-1 0 0,-1 1 1 0 0,-2 2 0 0 0,3-3 1 0 0,-1 0 0 0 0,1 0 0 0 0,0 0 0 0 0,0 0 0 0 0,0 1-1 0 0,0-1 1 0 0,0 0 0 0 0,0 0 0 0 0,0 1 0 0 0,1-1 0 0 0,-1 1 0 0 0,0-1 0 0 0,1 1 0 0 0,-1-1 0 0 0,1 1 0 0 0,0-1 0 0 0,-1 1-1 0 0,1 0 1 0 0,0 2 0 0 0,-1-3-3 0 0,1-1-1 0 0,-1 1 0 0 0,1 0 0 0 0,-1 0 1 0 0,1 0-1 0 0,-1 0 0 0 0,0-1 0 0 0,1 1 0 0 0,-1 0 1 0 0,0-1-1 0 0,0 1 0 0 0,0-1 0 0 0,1 1 1 0 0,-1-1-1 0 0,0 1 0 0 0,0-1 0 0 0,0 1 1 0 0,0-1-1 0 0,0 0 0 0 0,0 1 0 0 0,0-1 1 0 0,0 0-1 0 0,0 0 0 0 0,0 0 0 0 0,0 0 0 0 0,0 0 1 0 0,0 0-1 0 0,0 0 0 0 0,0 0 0 0 0,-1-1 1 0 0,-31-1 234 0 0,33 1-227 0 0,-1 1 1 0 0,1 0-1 0 0,-1-1 0 0 0,1 1 1 0 0,-1-1-1 0 0,1 1 0 0 0,-1-1 1 0 0,1 1-1 0 0,0-1 0 0 0,-1 1 1 0 0,1-1-1 0 0,0 1 0 0 0,-1-1 1 0 0,1 1-1 0 0,0-1 0 0 0,0 1 1 0 0,0-1-1 0 0,-1 0 0 0 0,1 1 1 0 0,0-1-1 0 0,0 0 0 0 0,0 1 1 0 0,0-1-1 0 0,0 1 0 0 0,0-1 1 0 0,0 0-1 0 0,0 1 0 0 0,1-2 1 0 0,-1 1-3 0 0,0 0 1 0 0,0 0-1 0 0,0 0 1 0 0,0-1-1 0 0,0 1 1 0 0,-1 0-1 0 0,1 0 1 0 0,0 0-1 0 0,-1-1 1 0 0,1 1-1 0 0,0 0 1 0 0,-1 0-1 0 0,0 0 1 0 0,0-1-1 0 0,-6-4 36 0 0,6 5-37 0 0,0 0 0 0 0,-1 0 0 0 0,1 1 0 0 0,0-1 0 0 0,0 0 0 0 0,0 0 1 0 0,0 0-1 0 0,0 0 0 0 0,0 0 0 0 0,0 0 0 0 0,1 0 0 0 0,-1 0 0 0 0,0-1 1 0 0,0 1-1 0 0,1 0 0 0 0,-1 0 0 0 0,1-1 0 0 0,-1 1 0 0 0,1 0 0 0 0,0-1 1 0 0,-1 1-1 0 0,1 0 0 0 0,0-1 0 0 0,0 1 0 0 0,0-1 0 0 0,0 1 0 0 0,0 0 1 0 0,0-1-1 0 0,1 1 0 0 0,-1 0 0 0 0,0-1 0 0 0,1 1 0 0 0,-1 0 0 0 0,1-3 0 0 0,9-11 9 0 0,0 1 0 0 0,1 0 0 0 0,0 0 0 0 0,1 1-1 0 0,0 0 1 0 0,1 1 0 0 0,1 1 0 0 0,0 0-1 0 0,0 0 1 0 0,23-11 0 0 0,-25 17-28 0 0,0 0 0 0 0,0 1 0 0 0,0 0 0 0 0,1 1 0 0 0,-1 1 0 0 0,1 0 0 0 0,-1 0 0 0 0,1 1 0 0 0,0 1 1 0 0,0 0-1 0 0,0 1 0 0 0,-1 0 0 0 0,1 1 0 0 0,0 1 0 0 0,-1 0 0 0 0,0 0 0 0 0,0 1 0 0 0,19 9 0 0 0,-27-11 15 0 0,1 1-1 0 0,-1-1 1 0 0,0 1-1 0 0,0 0 1 0 0,0 0-1 0 0,0 1 1 0 0,-1-1 0 0 0,1 1-1 0 0,-1 0 1 0 0,0-1-1 0 0,0 2 1 0 0,0-1-1 0 0,-1 0 1 0 0,1 0 0 0 0,-1 1-1 0 0,0-1 1 0 0,0 1-1 0 0,-1 0 1 0 0,1 0-1 0 0,-1 0 1 0 0,0-1 0 0 0,0 1-1 0 0,-1 0 1 0 0,1 0-1 0 0,-2 9 1 0 0,1-10 1 0 0,1-1 1 0 0,-2 0-1 0 0,1 0 1 0 0,0 0-1 0 0,0 0 1 0 0,-1 0-1 0 0,0 0 1 0 0,0 0-1 0 0,0 0 1 0 0,0 0 0 0 0,0-1-1 0 0,0 1 1 0 0,-1 0-1 0 0,1 0 1 0 0,-1-1-1 0 0,0 1 1 0 0,0-1-1 0 0,0 0 1 0 0,-4 5-1 0 0,3-4-1 0 0,-3 4 40 0 0,5-6-36 0 0,0 0 0 0 0,0 0 1 0 0,0 0-1 0 0,0 1 1 0 0,0-2-1 0 0,0 1 0 0 0,0 0 1 0 0,0 0-1 0 0,0 0 0 0 0,0 0 1 0 0,0-1-1 0 0,-1 1 1 0 0,1 0-1 0 0,0-1 0 0 0,0 0 1 0 0,-1 1-1 0 0,1-1 0 0 0,0 1 1 0 0,-1-1-1 0 0,1 0 0 0 0,-1 0 1 0 0,1 0-1 0 0,0 0 1 0 0,-3 0-1 0 0,-2-7 73 0 0,0 6-79 0 0,5 1-1 0 0,1 0 1 0 0,-1 0-1 0 0,0 0 0 0 0,0-1 1 0 0,0 1-1 0 0,0 0 0 0 0,0 0 1 0 0,1 0-1 0 0,-1-1 0 0 0,0 1 1 0 0,0-1-1 0 0,0 1 0 0 0,1 0 1 0 0,-1-1-1 0 0,0 1 0 0 0,0-1 1 0 0,1 0-1 0 0,-1 1 0 0 0,1-1 1 0 0,-1 1-1 0 0,0-1 0 0 0,1 0 1 0 0,-1 0-1 0 0,1 1 0 0 0,-1-1 1 0 0,1 0-1 0 0,0 0 0 0 0,-1 0 1 0 0,1 1-1 0 0,0-1 0 0 0,0 0 1 0 0,0 0-1 0 0,-1 0 0 0 0,1 0 1 0 0,0 0-1 0 0,0-1 0 0 0,0-5 37 0 0,0 0 0 0 0,0 0-1 0 0,1-1 1 0 0,2-11 0 0 0,-1 16-27 0 0,-1-1 0 0 0,1 1 0 0 0,-1 0 1 0 0,1 0-1 0 0,0 0 0 0 0,0 0 1 0 0,1 0-1 0 0,-1 0 0 0 0,0 0 1 0 0,1 1-1 0 0,4-4 0 0 0,22-29 99 0 0,-25 30-80 0 0,-1 0-1 0 0,1 0 0 0 0,0 0 0 0 0,0 1 0 0 0,1 0 1 0 0,7-7-1 0 0,-2 5 30 0 0,-1 1-1 0 0,1 0 1 0 0,0 1-1 0 0,1 0 1 0 0,-1 0 0 0 0,1 1-1 0 0,14-3 1 0 0,-18 5 42 0 0,-1 1 0 0 0,1-1 0 0 0,0 1 0 0 0,-1 0 0 0 0,1 1 0 0 0,-1-1 0 0 0,1 1 0 0 0,-1 0 0 0 0,1 1 0 0 0,-1 0 0 0 0,0 0 0 0 0,0 0 0 0 0,1 1 0 0 0,8 5 0 0 0,-8-3-16 0 0,0 0 0 0 0,0 0 0 0 0,-1 1-1 0 0,1 0 1 0 0,-1 1 0 0 0,-1-1 0 0 0,1 1 0 0 0,-1 0 0 0 0,0 1 0 0 0,0-1 0 0 0,-1 1 0 0 0,0 0 0 0 0,-1 0 0 0 0,0 0 0 0 0,0 0-1 0 0,-1 1 1 0 0,1-1 0 0 0,-2 1 0 0 0,1 0 0 0 0,-2 0 0 0 0,1 14 0 0 0,-1-20-84 0 0,0-1 0 0 0,0 1 0 0 0,0 0 0 0 0,-1-1 0 0 0,1 1 0 0 0,-1 0 1 0 0,1-1-1 0 0,-1 1 0 0 0,0-1 0 0 0,0 1 0 0 0,0-1 0 0 0,0 1 0 0 0,-1-1 0 0 0,1 0 0 0 0,-1 0 0 0 0,1 1 0 0 0,-3 1 0 0 0,2-2 0 0 0,1-1 0 0 0,-1 1-1 0 0,1 0 1 0 0,0 0-1 0 0,-1 0 1 0 0,1 0 0 0 0,0 0-1 0 0,0 0 1 0 0,1 0 0 0 0,-1 0-1 0 0,0 0 1 0 0,1 0 0 0 0,-1 1-1 0 0,1-1 1 0 0,0 0-1 0 0,-1 0 1 0 0,1 3 0 0 0,0-4-85 0 0,0-1 1 0 0,-1 1 0 0 0,1 0 0 0 0,0-1 0 0 0,-1 1 0 0 0,1-1-1 0 0,-1 1 1 0 0,1-1 0 0 0,-1 1 0 0 0,1-1 0 0 0,-1 1 0 0 0,1-1-1 0 0,-1 0 1 0 0,1 1 0 0 0,-1-1 0 0 0,0 0 0 0 0,1 1 0 0 0,-1-1-1 0 0,0 0 1 0 0,1 0 0 0 0,-1 0 0 0 0,0 1 0 0 0,1-1-1 0 0,-1 0 1 0 0,0 0 0 0 0,1 0 0 0 0,-1 0 0 0 0,0 0 0 0 0,1 0-1 0 0,-1 0 1 0 0,0-1 0 0 0,0 1 0 0 0,1 0 0 0 0,-1 0 0 0 0,1 0-1 0 0,-1-1 1 0 0,0 1 0 0 0,0 0-83 0 0,1 0 0 0 0,-1 0 1 0 0,1-1-1 0 0,-1 1 0 0 0,1 0 0 0 0,-1 0 0 0 0,1 0 1 0 0,-1 0-1 0 0,1 0 0 0 0,0-1 0 0 0,-1 1 1 0 0,1 0-1 0 0,-1 0 0 0 0,1 0 0 0 0,0-1 0 0 0,-1 1 1 0 0,1 0-1 0 0,0-1 0 0 0,-1 1 0 0 0,1 0 0 0 0,0-1 1 0 0,-1 1-1 0 0,1-1 0 0 0,0 1 0 0 0,0 0 0 0 0,0-1 1 0 0,-1 1-1 0 0,1-1 0 0 0,0 1 0 0 0,0-1 1 0 0,0 1-1 0 0,0-1 0 0 0,0 1 0 0 0,0 0 0 0 0,0-1 1 0 0,0 1-1 0 0,0-1 0 0 0,0 1 0 0 0,0-1 0 0 0,0 1 1 0 0,0-1-1 0 0,0 1 0 0 0,0-1 0 0 0,0 1 1 0 0,1-1-1 0 0,-1 1 0 0 0,0 0 0 0 0,0-1 0 0 0,1 1 1 0 0,-1-1-1 0 0,0 1 0 0 0,0 0 0 0 0,1-1 0 0 0,-1 1 1 0 0,0 0-1 0 0,1-1 0 0 0,-1 1 0 0 0,0 0 0 0 0,1 0 1 0 0,-1-1-1 0 0,1 1 0 0 0,21-16-5235 0 0,-6-13-254 0 0,-3 18 3762 0 0,-1 0-1 0 0,18-11 1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15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1 2161 0 0,'-47'10'13463'0'0,"13"5"-8253"0"0,29-11-4879 0 0,0 0 1 0 0,1 0 0 0 0,0 0-1 0 0,0 1 1 0 0,0-1 0 0 0,0 1-1 0 0,1 0 1 0 0,0 0-1 0 0,0 0 1 0 0,0 0 0 0 0,1 1-1 0 0,-4 9 1 0 0,-7 19 523 0 0,1 0 1 0 0,1 0 0 0 0,3 2-1 0 0,0-1 1 0 0,2 1 0 0 0,-1 51-1 0 0,7 304 778 0 0,-2-353-1633 0 0,-13 72 0 0 0,9-75 0 0 0,-4 67 0 0 0,10-68 79 0 0,0 18-306 0 0,0-20-852 0 0,0-32 969 0 0,0 1-1 0 0,0-1 1 0 0,0 0 0 0 0,0 1 0 0 0,-1-1-1 0 0,1 0 1 0 0,0 1 0 0 0,0-1 0 0 0,0 0-1 0 0,0 1 1 0 0,0-1 0 0 0,0 0 0 0 0,0 1-1 0 0,0-1 1 0 0,0 0 0 0 0,0 1 0 0 0,1-1-1 0 0,-1 0 1 0 0,0 1 0 0 0,0-1 0 0 0,0 0-1 0 0,0 1 1 0 0,0-1 0 0 0,1 0 0 0 0,-1 0-1 0 0,0 1 1 0 0,0-1 0 0 0,0 0 0 0 0,1 1-1 0 0,-1-1 1 0 0,0 0 0 0 0,0 0 0 0 0,1 0-1 0 0,-1 1 1 0 0,0-1 0 0 0,1 0 0 0 0,-1 0-1 0 0,0 0 1 0 0,1 0 0 0 0,-1 0 0 0 0,0 0-1 0 0,1 1 1 0 0,-1-1 0 0 0,0 0 0 0 0,1 0 0 0 0,-1 0-1 0 0,0 0 1 0 0,1 0 0 0 0,-1 0 0 0 0,0 0-1 0 0,1 0 1 0 0,-1-1 0 0 0,0 1 0 0 0,1 0-1 0 0,-1 0 1 0 0,0 0 0 0 0,1 0 0 0 0,-1 0-1 0 0,0 0 1 0 0,1-1 0 0 0,-1 1 0 0 0,1 0-1 0 0,19-19-4727 0 0,12-30-6114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15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548 63 720 0 0,'0'-1'302'0'0,"0"0"0"0"0,0 0 0 0 0,0 0 0 0 0,1 0 0 0 0,-1 0 0 0 0,0 0 0 0 0,0 0 0 0 0,-1 1 0 0 0,1-1 0 0 0,0 0 0 0 0,0 0-1 0 0,0 0 1 0 0,0 0 0 0 0,-1 0 0 0 0,1 0 0 0 0,-1 0 0 0 0,1 0 0 0 0,0 0 0 0 0,-1 1 0 0 0,0-1 0 0 0,1 0 0 0 0,-1 0 0 0 0,1 0 0 0 0,-1 1-1 0 0,0-1 1 0 0,1 0 0 0 0,-1 1 0 0 0,0-1 0 0 0,0 1 0 0 0,0-1 0 0 0,0 1 0 0 0,1-1 0 0 0,-1 1 0 0 0,0 0 0 0 0,0-1 0 0 0,0 1 0 0 0,0 0-1 0 0,0 0 1 0 0,-1-1 0 0 0,-16-5 3469 0 0,-74-9 5787 0 0,58 10-7911 0 0,-12 1-399 0 0,0 1 1 0 0,0 2-1 0 0,-77 9 1 0 0,110-5-1249 0 0,-1-1 0 0 0,-25 10 0 0 0,34-11 0 0 0,0 1 0 0 0,0 1 0 0 0,0-1 0 0 0,0 0 0 0 0,1 1 0 0 0,-1 0 0 0 0,1 0 0 0 0,0 1 0 0 0,-6 5 0 0 0,9-9 0 0 0,1 1 0 0 0,-1 0 0 0 0,1-1 0 0 0,-1 1 0 0 0,1-1 0 0 0,0 1 0 0 0,0 0 0 0 0,-1-1 0 0 0,1 1 0 0 0,0 0 0 0 0,0-1 0 0 0,0 1 0 0 0,-1 0 0 0 0,1 0 0 0 0,0-1 0 0 0,0 1 0 0 0,0 0 0 0 0,0-1 0 0 0,0 1 0 0 0,1 0 0 0 0,-1 0 0 0 0,0-1 0 0 0,0 1 0 0 0,0 0 0 0 0,1-1 0 0 0,-1 1 0 0 0,0 0 0 0 0,1-1 0 0 0,-1 1 0 0 0,0-1 0 0 0,1 1 0 0 0,-1-1 0 0 0,1 1 0 0 0,0 0 0 0 0,21 15 0 0 0,-18-14 0 0 0,17 10 0 0 0,0-1 0 0 0,2-1 0 0 0,-1-1 0 0 0,40 10 0 0 0,91 10 0 0 0,-110-23 0 0 0,0 2 0 0 0,74 24 0 0 0,-107-28 0 0 0,1 1 0 0 0,-1 0 0 0 0,0 0 0 0 0,0 1 0 0 0,-1 0 0 0 0,0 1 0 0 0,10 8 0 0 0,-17-13 0 0 0,0-1 0 0 0,0 1 0 0 0,0 0 0 0 0,0 0 0 0 0,-1 0 0 0 0,1 1 0 0 0,-1-1 0 0 0,1 0 0 0 0,-1 1 0 0 0,0-1 0 0 0,0 0 0 0 0,0 1 0 0 0,0 0 0 0 0,0-1 0 0 0,-1 1 0 0 0,1-1 0 0 0,-1 1 0 0 0,0 0 0 0 0,0-1 0 0 0,1 1 0 0 0,-2 0 0 0 0,1-1 0 0 0,0 1 0 0 0,-1 0 0 0 0,1-1 0 0 0,-1 1 0 0 0,0-1 0 0 0,1 1 0 0 0,-1 0 0 0 0,-3 3 0 0 0,0-1 0 0 0,-1 0 0 0 0,0 0 0 0 0,0-1 0 0 0,0 0 0 0 0,-1 0 0 0 0,1 0 0 0 0,-1-1 0 0 0,0 0 0 0 0,0 0 0 0 0,0-1 0 0 0,-10 4 0 0 0,4-1 0 0 0,-14 5 0 0 0,-1-1 0 0 0,0-2 0 0 0,-1 0 0 0 0,0-2 0 0 0,0 0 0 0 0,0-2 0 0 0,-41-2 0 0 0,42-1-81 0 0,0-2 0 0 0,1 0 0 0 0,-1-2 0 0 0,-28-8-1 0 0,46 9-379 0 0,0 1 0 0 0,0-1 0 0 0,1 0-1 0 0,-1-1 1 0 0,1 0 0 0 0,0-1 0 0 0,0 1-1 0 0,1-2 1 0 0,-1 1 0 0 0,-9-10 0 0 0,14 12-85 0 0,0 0 1 0 0,1-1-1 0 0,-1 1 1 0 0,1-1-1 0 0,-1 0 1 0 0,1 1-1 0 0,0-1 1 0 0,1 0-1 0 0,-1-1 1 0 0,1 1-1 0 0,0 0 1 0 0,0 0-1 0 0,0-1 1 0 0,0 1-1 0 0,1 0 1 0 0,-1-1-1 0 0,1 1 1 0 0,0 0-1 0 0,1-1 1 0 0,-1 1-1 0 0,3-7 1 0 0,2-9-5698 0 0,17-36 0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9:16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86 110 1361 0 0,'0'-1'165'0'0,"-1"1"1"0"0,1-1 0 0 0,0 1 0 0 0,0-1 0 0 0,0 1-1 0 0,0-1 1 0 0,-1 1 0 0 0,1 0 0 0 0,0-1 0 0 0,0 1-1 0 0,-1-1 1 0 0,1 1 0 0 0,0-1 0 0 0,-1 1 0 0 0,1 0 0 0 0,0-1-1 0 0,-1 1 1 0 0,1 0 0 0 0,-1-1 0 0 0,1 1 0 0 0,-1 0-1 0 0,1 0 1 0 0,-1-1 0 0 0,1 1 0 0 0,-1 0 0 0 0,1 0-1 0 0,-1 0 1 0 0,0-1 0 0 0,-21-3 1963 0 0,-1 0-214 0 0,23 4-1784 0 0,-1 0 0 0 0,1 0-1 0 0,-1 0 1 0 0,1 0 0 0 0,-1 0 0 0 0,1-1 0 0 0,0 1-1 0 0,-1 0 1 0 0,1 0 0 0 0,-1-1 0 0 0,1 1 0 0 0,-1 0-1 0 0,1-1 1 0 0,0 1 0 0 0,-1 0 0 0 0,1-1 0 0 0,0 1 0 0 0,-1 0-1 0 0,1-1 1 0 0,0 1 0 0 0,0-1 0 0 0,-1 1 0 0 0,1-1-1 0 0,0 1 1 0 0,0-1 0 0 0,0 1 0 0 0,0-1 0 0 0,-1 0-1 0 0,1 1-65 0 0,0 0 0 0 0,0-1 0 0 0,0 1 0 0 0,0 0-1 0 0,0 0 1 0 0,0-1 0 0 0,0 1 0 0 0,0 0 0 0 0,0 0-1 0 0,0-1 1 0 0,0 1 0 0 0,0 0 0 0 0,0 0-1 0 0,-1-1 1 0 0,1 1 0 0 0,0 0 0 0 0,0 0 0 0 0,0 0-1 0 0,0-1 1 0 0,-1 1 0 0 0,1 0 0 0 0,0 0 0 0 0,0 0-1 0 0,0 0 1 0 0,-1-1 0 0 0,1 1 0 0 0,0 0 0 0 0,0 0-1 0 0,-1 0 1 0 0,1 0 0 0 0,0 0 0 0 0,0 0 0 0 0,-1 0-1 0 0,1 0 1 0 0,-1 0 14 0 0,1 0 0 0 0,-1-1-1 0 0,0 1 1 0 0,1 0 0 0 0,-1 0 0 0 0,0 0 0 0 0,1 0-1 0 0,-1-1 1 0 0,0 1 0 0 0,1 0 0 0 0,-1-1 0 0 0,1 1-1 0 0,-1 0 1 0 0,1-1 0 0 0,-1 1 0 0 0,1-1 0 0 0,-1 1-1 0 0,1-1 1 0 0,-1 1 0 0 0,1-1 0 0 0,0 1 0 0 0,-1-1-1 0 0,1 1 1 0 0,0-1 0 0 0,-1 1 0 0 0,1-1 0 0 0,0 0-1 0 0,1-1 140 0 0,1 0-1 0 0,-1 0 1 0 0,1 0-1 0 0,-1 0 1 0 0,1 0-1 0 0,0 1 0 0 0,0-1 1 0 0,0 1-1 0 0,0-1 1 0 0,0 1-1 0 0,4-2 1 0 0,16-7 849 0 0,-12 5-770 0 0,0 0 0 0 0,1 1 0 0 0,0 0 0 0 0,0 1 0 0 0,0 0 0 0 0,0 0 0 0 0,1 1-1 0 0,-1 1 1 0 0,19 0 0 0 0,12 1 293 0 0,54 6-1 0 0,-34 4-209 0 0,0 2 0 0 0,-1 3 0 0 0,88 34 0 0 0,-103-33-219 0 0,-38-14-133 0 0,13 7 34 0 0,-20-9-58 0 0,0 1 0 0 0,-1-1 0 0 0,1 1 0 0 0,0-1 1 0 0,-1 1-1 0 0,1-1 0 0 0,-1 1 0 0 0,1 0 1 0 0,-1-1-1 0 0,0 1 0 0 0,1-1 0 0 0,-1 1 1 0 0,1 0-1 0 0,-1-1 0 0 0,0 1 0 0 0,0 0 1 0 0,1 0-1 0 0,-1-1 0 0 0,0 1 0 0 0,0 0 0 0 0,0 0 1 0 0,0 1-1 0 0,1-1 5 0 0,-1 0-1 0 0,1 0 1 0 0,0 0-1 0 0,0 0 1 0 0,-1 0 0 0 0,1 0-1 0 0,0-1 1 0 0,0 1 0 0 0,0 0-1 0 0,0 0 1 0 0,0-1-1 0 0,0 1 1 0 0,0 0 0 0 0,0-1-1 0 0,0 1 1 0 0,1-1 0 0 0,-1 1-1 0 0,0-1 1 0 0,0 0-1 0 0,0 0 1 0 0,1 1 0 0 0,-1-1-1 0 0,1 0 1 0 0,0 0 24 0 0,-2 0-28 0 0,0 0 0 0 0,1 1 0 0 0,-1-1-1 0 0,0 0 1 0 0,0 0 0 0 0,0 0 0 0 0,0 0 0 0 0,0 1 0 0 0,0-1-1 0 0,0 0 1 0 0,0 0 0 0 0,0 0 0 0 0,0 0 0 0 0,0 0 0 0 0,0 1-1 0 0,0-1 1 0 0,0 0 0 0 0,0 0 0 0 0,-1 0 0 0 0,1 0 0 0 0,0 0-1 0 0,0 1 1 0 0,0-1 0 0 0,0 0 0 0 0,0 0 0 0 0,0 0 0 0 0,0 0 0 0 0,0 0-1 0 0,0 0 1 0 0,0 0 0 0 0,-1 1 0 0 0,1-1 0 0 0,0 0 0 0 0,0 0-1 0 0,0 0 1 0 0,0 0 0 0 0,0 0 0 0 0,0 0 0 0 0,-1 0 0 0 0,1 0-1 0 0,0 0 1 0 0,0 0 0 0 0,0 0 0 0 0,0 0 0 0 0,-1 0 0 0 0,1 0-1 0 0,0 0 1 0 0,0 0 0 0 0,0 0 0 0 0,0 0 0 0 0,0 0 0 0 0,-1 0 0 0 0,1 0-1 0 0,0 0 1 0 0,0 0 0 0 0,0 0 0 0 0,-14 4 115 0 0,11-3-36 0 0,2 0-61 0 0,0 0-1 0 0,0 0 1 0 0,1 0-1 0 0,-1 0 0 0 0,1 0 1 0 0,-1 0-1 0 0,1 0 1 0 0,-1 0-1 0 0,1 0 1 0 0,-1 1-1 0 0,1-1 1 0 0,0 0-1 0 0,0 0 1 0 0,0 0-1 0 0,0 0 0 0 0,0 1 1 0 0,0-1-1 0 0,0 2 1 0 0,-4 20 364 0 0,-2-15-240 0 0,0 0 0 0 0,-1 0 1 0 0,0 0-1 0 0,0-1 0 0 0,-1 0 0 0 0,-10 8 0 0 0,-16 13 410 0 0,20-16-459 0 0,0-1-1 0 0,-1-1 0 0 0,0 0 1 0 0,0-1-1 0 0,-1 0 1 0 0,-1-2-1 0 0,1 0 0 0 0,-25 7 1 0 0,6-4 51 0 0,-1-2 0 0 0,1-2 0 0 0,-48 3 0 0 0,82-9-149 0 0,-10 1 0 0 0,1 0 0 0 0,-1-1 0 0 0,1 0 0 0 0,-1-1 0 0 0,1 0 0 0 0,-1-1 0 0 0,-12-3 0 0 0,-5-7 0 0 0,28 11 0 0 0,0 1 0 0 0,0 0 0 0 0,-1 0 0 0 0,1 0 0 0 0,0-1 0 0 0,0 1 0 0 0,-1 0 0 0 0,1 0 0 0 0,0-1 0 0 0,0 1 0 0 0,0 0 0 0 0,-1 0 0 0 0,1-1 0 0 0,0 1 0 0 0,0 0 0 0 0,0-1 0 0 0,0 1 0 0 0,0 0 0 0 0,0-1 0 0 0,0 1 0 0 0,-1 0 0 0 0,1-1 0 0 0,0 1 0 0 0,0 0 0 0 0,0-1 0 0 0,0 1 0 0 0,1 0 0 0 0,-1 0 0 0 0,0-1 0 0 0,0 1 0 0 0,0 0 0 0 0,0-1 0 0 0,0 1 0 0 0,0 0 0 0 0,0-1 0 0 0,1 1 0 0 0,-1 0 0 0 0,0 0 0 0 0,0-1 0 0 0,0 1 0 0 0,1 0 0 0 0,-1 0 0 0 0,0-1 0 0 0,0 1 0 0 0,1 0 0 0 0,-1 0 0 0 0,0 0 0 0 0,0-1 0 0 0,1 1 0 0 0,-1 0 0 0 0,0 0 0 0 0,1 0 0 0 0,-1 0 0 0 0,1 0 0 0 0,17-7 0 0 0,-17 7 0 0 0,8-4 0 0 0,-1 1 0 0 0,1 0 0 0 0,0 0 0 0 0,0 1 0 0 0,1 0 0 0 0,-1 0 0 0 0,0 1 0 0 0,0 1 0 0 0,11-1 0 0 0,10 5 0 0 0,0 0 0 0 0,37 11 0 0 0,35 11 0 0 0,-2 5 0 0 0,0 4 0 0 0,115 58 0 0 0,-194-82-68 0 0,1-1 0 0 0,1 0 0 0 0,41 10 0 0 0,-61-19-123 0 0,0-1 0 0 0,0 1-1 0 0,0-1 1 0 0,0 0 0 0 0,0 0 0 0 0,0 0 0 0 0,0 0 0 0 0,3-1 0 0 0,-5 1 24 0 0,-1 0 0 0 0,1-1 1 0 0,-1 1-1 0 0,1 0 1 0 0,-1 0-1 0 0,0-1 0 0 0,1 1 1 0 0,-1 0-1 0 0,0 0 0 0 0,1-1 1 0 0,-1 1-1 0 0,0 0 1 0 0,1-1-1 0 0,-1 1 0 0 0,0-1 1 0 0,1 1-1 0 0,-1 0 0 0 0,0-1 1 0 0,0 1-1 0 0,0-1 1 0 0,0 1-1 0 0,1-1 0 0 0,-1 1 1 0 0,0-1-1 0 0,0 1 0 0 0,0-1 1 0 0,0 1-1 0 0,0-1 1 0 0,0 1-1 0 0,0-1 0 0 0,0 1 1 0 0,0 0-1 0 0,0-1 0 0 0,0 1 1 0 0,-1-1-1 0 0,1 1 1 0 0,0-1-1 0 0,0 1 0 0 0,0-1 1 0 0,-1 1-1 0 0,1 0 0 0 0,0-1 1 0 0,0 1-1 0 0,-1-1 1 0 0,1 1-1 0 0,0 0 0 0 0,-1-1 1 0 0,1 1-1 0 0,0 0 0 0 0,-1-1 1 0 0,-26-27-10826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1:55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1 187 480 0 0,'4'-2'261'0'0,"18"-11"1874"0"0,-21 11-1704 0 0,-1 1 0 0 0,1-1 0 0 0,0 0-1 0 0,0 1 1 0 0,-1-1 0 0 0,1 0 0 0 0,0 0-1 0 0,-1 1 1 0 0,0-1 0 0 0,0 0 0 0 0,1 0-1 0 0,-1 0 1 0 0,0 1 0 0 0,0-3 0 0 0,-1-6 1486 0 0,1 6-1098 0 0,0 1-1 0 0,0-1 0 0 0,0 0 0 0 0,1 0 1 0 0,-1 1-1 0 0,1-1 0 0 0,1-5 0 0 0,-1 7-741 0 0,1 0-1 0 0,-1 0 0 0 0,0 1 1 0 0,1-1-1 0 0,-1 1 0 0 0,1-1 0 0 0,-1 1 1 0 0,1-1-1 0 0,-1 1 0 0 0,1 0 1 0 0,0 0-1 0 0,0 0 0 0 0,0 0 0 0 0,0 0 1 0 0,3-1-1 0 0,41-15 268 0 0,1 2-1 0 0,0 2 1 0 0,73-11-1 0 0,-89 20-172 0 0,0 2-1 0 0,-1 1 1 0 0,1 2 0 0 0,0 0 0 0 0,-1 2-1 0 0,1 2 1 0 0,-1 0 0 0 0,0 2 0 0 0,44 17-1 0 0,-67-21-13 0 0,0 1 0 0 0,1 0-1 0 0,-1 0 1 0 0,-1 1-1 0 0,1 0 1 0 0,-1 0-1 0 0,0 1 1 0 0,0 0-1 0 0,0 0 1 0 0,9 13-1 0 0,-13-15-56 0 0,1 0-1 0 0,-1 0 0 0 0,1 0 1 0 0,-1 0-1 0 0,0 0 0 0 0,-1 1 1 0 0,1-1-1 0 0,-1 1 0 0 0,0-1 1 0 0,0 1-1 0 0,0-1 0 0 0,-1 1 1 0 0,0 0-1 0 0,0-1 0 0 0,0 1 1 0 0,0 0-1 0 0,-1-1 0 0 0,1 1 1 0 0,-3 8-1 0 0,-19 25 194 0 0,11 3-79 0 0,-11 0-68 0 0,15-21-123 0 0,6-16-15 0 0,-1 0 0 0 0,1 0 0 0 0,-1 0 0 0 0,0 0 1 0 0,0 0-1 0 0,0 0 0 0 0,-1 0 0 0 0,1-1 0 0 0,-1 1 0 0 0,0-1 0 0 0,-5 5 1 0 0,5-6-11 0 0,1 1 1 0 0,-1-1 0 0 0,0 1-1 0 0,1-1 1 0 0,0 1 0 0 0,0 0-1 0 0,0 0 1 0 0,0 0-1 0 0,0 0 1 0 0,0 0 0 0 0,1 0-1 0 0,0 1 1 0 0,-1-1 0 0 0,1 0-1 0 0,0 1 1 0 0,1-1 0 0 0,-1 1-1 0 0,1-1 1 0 0,-1 6 0 0 0,0-10-19 0 0,0 0 1 0 0,0 0-1 0 0,0 0 0 0 0,0 0 1 0 0,-1 0-1 0 0,1 1 1 0 0,0-1-1 0 0,-1 0 1 0 0,1 0-1 0 0,0 1 0 0 0,-1-1 1 0 0,1 1-1 0 0,-1 0 1 0 0,1-1-1 0 0,-3 1 0 0 0,0-2-53 0 0,3 2 58 0 0,1-1 0 0 0,-1 0 0 0 0,0 0 0 0 0,1 0 0 0 0,-1 0 0 0 0,1 0 0 0 0,-1 0 0 0 0,1 0 0 0 0,-1 0 0 0 0,1 0 0 0 0,0 0 0 0 0,0 0 0 0 0,-1 0 0 0 0,1 0 0 0 0,0 0 0 0 0,0 0 0 0 0,0 0 0 0 0,0 0 0 0 0,0-2 0 0 0,-4-16-5 0 0,-56-57 260 0 0,54 70-225 0 0,-1 0 1 0 0,1 1-1 0 0,-1 0 1 0 0,-1 0-1 0 0,1 1 1 0 0,-1 0-1 0 0,0 0 1 0 0,0 1-1 0 0,0 0 1 0 0,0 1-1 0 0,0-1 1 0 0,-1 1-1 0 0,1 1 1 0 0,-1 0-1 0 0,1 0 1 0 0,-1 1-1 0 0,-9 0 1 0 0,-11 2 34 0 0,-1 1 0 0 0,1 1 1 0 0,-53 15-1 0 0,68-14-14 0 0,-1-1 0 0 0,1 2 0 0 0,-1 0 0 0 0,-19 12 0 0 0,28-15-6 0 0,0 1-1 0 0,0 1 1 0 0,0-1-1 0 0,1 1 1 0 0,0 0-1 0 0,-1 0 0 0 0,2 1 1 0 0,-1 0-1 0 0,1-1 1 0 0,-1 1-1 0 0,-2 8 1 0 0,6-13-30 0 0,0 1 1 0 0,1-1-1 0 0,-1 1 1 0 0,1-1-1 0 0,-1 1 0 0 0,1-1 1 0 0,0 1-1 0 0,0 0 1 0 0,0-1-1 0 0,0 1 1 0 0,0-1-1 0 0,0 1 1 0 0,0-1-1 0 0,0 1 0 0 0,0-1 1 0 0,1 1-1 0 0,-1 0 1 0 0,1-1-1 0 0,-1 0 1 0 0,1 1-1 0 0,0-1 1 0 0,-1 1-1 0 0,1-1 1 0 0,0 0-1 0 0,0 1 0 0 0,0-1 1 0 0,0 0-1 0 0,0 0 1 0 0,0 0-1 0 0,0 0 1 0 0,3 2-1 0 0,1 1-32 0 0,1-1-1 0 0,0 0 0 0 0,-1 0 1 0 0,1 0-1 0 0,0 0 1 0 0,13 2-1 0 0,22 3-81 0 0,0-1-1 0 0,1-3 0 0 0,0-1 0 0 0,64-5 1 0 0,64-10-3611 0 0,62-24-7090 0 0,-69 2-244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1:56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0 320 0 0,'7'2'556'0'0,"-6"-2"-455"0"0,1 0 0 0 0,-1 1 0 0 0,0-1 1 0 0,0 0-1 0 0,0 0 0 0 0,1 1 0 0 0,-1-1 1 0 0,0 1-1 0 0,0-1 0 0 0,0 1 0 0 0,0-1 1 0 0,0 1-1 0 0,0 0 0 0 0,0 0 0 0 0,0-1 1 0 0,0 1-1 0 0,0 0 0 0 0,0 0 0 0 0,0 0 1 0 0,-1 0-1 0 0,1 0 0 0 0,0 0 0 0 0,-1 0 1 0 0,1 0-1 0 0,0 3 0 0 0,0-3 68 0 0,0 0 0 0 0,0 1 0 0 0,-1-1 1 0 0,1 1-1 0 0,0-1 0 0 0,1 0 0 0 0,-1 0 0 0 0,0 0 0 0 0,0 0 0 0 0,0 0 0 0 0,1 0 0 0 0,-1 0 0 0 0,0 0 0 0 0,1 0 0 0 0,-1 0 0 0 0,1-1 1 0 0,2 2-1 0 0,37 15 1486 0 0,-41-17-1618 0 0,43 13 579 0 0,0-2 0 0 0,0-2 1 0 0,57 5-1 0 0,30 5-227 0 0,147 47 78 0 0,-269-64-399 0 0,-1 0 0 0 0,0 0-1 0 0,1 1 1 0 0,-1 1 0 0 0,0-1 0 0 0,0 1-1 0 0,-1 0 1 0 0,1 1 0 0 0,-1-1 0 0 0,0 1-1 0 0,0 0 1 0 0,-1 1 0 0 0,1 0-1 0 0,-1 0 1 0 0,0 0 0 0 0,-1 0 0 0 0,0 1-1 0 0,0-1 1 0 0,0 1 0 0 0,0 0-1 0 0,-1 1 1 0 0,-1-1 0 0 0,1 0 0 0 0,-1 1-1 0 0,1 8 1 0 0,-2-11 37 0 0,0 0 0 0 0,0 0 1 0 0,-1 1-1 0 0,0-1 0 0 0,0 0 0 0 0,0 1 0 0 0,0-1 1 0 0,-1 0-1 0 0,0 0 0 0 0,0 1 0 0 0,-1-1 0 0 0,1 0 0 0 0,-5 8 1 0 0,-1-1 216 0 0,0 0 0 0 0,-1 0 0 0 0,-16 18 1 0 0,19-25-217 0 0,-18 22 386 0 0,-2-1 1 0 0,-1-2-1 0 0,0 0 0 0 0,-2-2 1 0 0,-36 23-1 0 0,-157 74 1171 0 0,215-116-1611 0 0,-11 6-397 0 0,-1-1 1 0 0,0-1-1 0 0,0-1 0 0 0,0-1 1 0 0,-23 4-1 0 0,38-8-162 0 0,1-1 0 0 0,0 0 1 0 0,-1 1-1 0 0,1-1 0 0 0,-1 0 0 0 0,1 0 0 0 0,0 0 0 0 0,-1 0 0 0 0,1-1 0 0 0,0 1 0 0 0,-5-2 0 0 0,6 1 50 0 0,1 1-1 0 0,-1-1 0 0 0,1 1 0 0 0,-1-1 1 0 0,1 0-1 0 0,-1 0 0 0 0,1 1 0 0 0,0-1 0 0 0,-1 0 1 0 0,1 0-1 0 0,0 1 0 0 0,0-1 0 0 0,0 0 0 0 0,-1 0 1 0 0,1 0-1 0 0,0 1 0 0 0,0-1 0 0 0,0 0 1 0 0,0 0-1 0 0,0 0 0 0 0,1 0 0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07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132 578 80 0 0,'-14'3'476'0'0,"0"-1"0"0"0,-23 0-1 0 0,37-3-182 0 0,0 1-254 0 0,0-1-1 0 0,0 1 1 0 0,0 0-1 0 0,0-1 1 0 0,0 1-1 0 0,0-1 1 0 0,0 1-1 0 0,0 0 0 0 0,0-1 1 0 0,0 1-1 0 0,0 0 1 0 0,0-1-1 0 0,0 1 1 0 0,0 0-1 0 0,0-1 1 0 0,0 1-1 0 0,-1 0 1 0 0,1-1-1 0 0,0 1 1 0 0,0 0-1 0 0,0-1 1 0 0,-1 1-1 0 0,1 0 0 0 0,0-1 1 0 0,0 1-1 0 0,-1 0 1 0 0,1 0-1 0 0,0-1 1 0 0,-1 1-1 0 0,1 0 1 0 0,0 0-1 0 0,-1 0 1 0 0,0-1-1 0 0,-17 0 1123 0 0,9 1 1240 0 0,9-2-1115 0 0,0 2-1219 0 0,0-1 1 0 0,0 1 0 0 0,1 0-1 0 0,-1-1 1 0 0,0 1 0 0 0,0 0-1 0 0,0-1 1 0 0,0 1 0 0 0,0 0-1 0 0,0-1 1 0 0,0 1-1 0 0,0-1 1 0 0,0 1 0 0 0,0 0-1 0 0,-1-1 1 0 0,1 1 0 0 0,0 0-1 0 0,0-1 1 0 0,0 1-1 0 0,0 0 1 0 0,0-1 0 0 0,-1 1-1 0 0,1 0 1 0 0,0-1 0 0 0,0 1-1 0 0,-1 0 1 0 0,1 0-1 0 0,0-1 1 0 0,0 1 0 0 0,-1 0-1 0 0,1 0 1 0 0,0 0 0 0 0,-1-1-1 0 0,1 1 1 0 0,0 0 0 0 0,-1 0-1 0 0,-21-1 653 0 0,22 0-663 0 0,-1 1 0 0 0,1 0-1 0 0,-1-1 1 0 0,1 1-1 0 0,-1 0 1 0 0,1-1-1 0 0,0 1 1 0 0,-1-1-1 0 0,1 1 1 0 0,0-1-1 0 0,-1 1 1 0 0,1-1 0 0 0,0 1-1 0 0,0-1 1 0 0,-1 1-1 0 0,1-1 1 0 0,0 1-1 0 0,0-1 1 0 0,0 1-1 0 0,0-1 1 0 0,0 1 0 0 0,0-1-1 0 0,0 1 1 0 0,0-1-1 0 0,0 0 1 0 0,0 1-1 0 0,0-1 1 0 0,0 1-1 0 0,0-1 1 0 0,0 1-1 0 0,0-1 1 0 0,1 1 0 0 0,-1-1-1 0 0,0 1 1 0 0,0-1-1 0 0,1 1 1 0 0,-1-1-1 0 0,0 1 1 0 0,1-1-1 0 0,-1 1 1 0 0,0-1-1 0 0,1 1 1 0 0,-1 0 0 0 0,1-1-1 0 0,0 1 1 0 0,5-3-16 0 0,-5 3-34 0 0,0 0 0 0 0,0-1 0 0 0,0 1 0 0 0,0-1 0 0 0,0 1-1 0 0,0-1 1 0 0,0 1 0 0 0,0-1 0 0 0,0 1 0 0 0,0-1 0 0 0,0 0-1 0 0,0 0 1 0 0,0 1 0 0 0,-1-1 0 0 0,1 0 0 0 0,0 0 0 0 0,0 0 0 0 0,-1 0-1 0 0,1 0 1 0 0,-1 0 0 0 0,1 0 0 0 0,-1 0 0 0 0,1 0 0 0 0,-1 0-1 0 0,0 0 1 0 0,1-1 0 0 0,-1 1 0 0 0,0-2 0 0 0,0 2 6 0 0,0-1 1 0 0,1 1 0 0 0,-1-1 0 0 0,0 1-1 0 0,1-1 1 0 0,-1 0 0 0 0,1 1 0 0 0,-1-1-1 0 0,1 1 1 0 0,0 0 0 0 0,0-1-1 0 0,0 1 1 0 0,0-1 0 0 0,0 1 0 0 0,0 0-1 0 0,0 0 1 0 0,0 0 0 0 0,2-2 0 0 0,9-11 138 0 0,-1-19 262 0 0,-1 15-139 0 0,-8 14-182 0 0,1 1 0 0 0,-1-1-1 0 0,0 0 1 0 0,-1 0 0 0 0,1-1-1 0 0,-1 1 1 0 0,0 0-1 0 0,0-1 1 0 0,0 1 0 0 0,0 0-1 0 0,-1-7 1 0 0,1 7-6 0 0,-1 0-1 0 0,0 0 0 0 0,1 0 1 0 0,0 0-1 0 0,0 0 1 0 0,0 0-1 0 0,0 0 1 0 0,0 1-1 0 0,1-1 1 0 0,0 0-1 0 0,4-6 0 0 0,-4 7 4 0 0,0-1-1 0 0,0 1 0 0 0,0-1 0 0 0,-1 1 0 0 0,1-1 1 0 0,-1 0-1 0 0,0 0 0 0 0,0 1 0 0 0,0-1 0 0 0,-1 0 1 0 0,1-7-1 0 0,-1 9-41 0 0,0 0 0 0 0,0 0 0 0 0,1 0 0 0 0,-1 0 0 0 0,0 0 0 0 0,1 0 0 0 0,-1 1 0 0 0,1-1 0 0 0,0 0 0 0 0,-1 0 0 0 0,1 1 0 0 0,0-1 0 0 0,0 1 0 0 0,0-1 1 0 0,0 0-1 0 0,0 1 0 0 0,1 0 0 0 0,-1-1 0 0 0,3-1 0 0 0,-3 2 2 0 0,1 0 0 0 0,-1-1 0 0 0,0 1 0 0 0,0 0 0 0 0,0-1 0 0 0,0 1 0 0 0,0 0 0 0 0,0-1 0 0 0,0 0 0 0 0,0 1 0 0 0,0-1 0 0 0,-1 1 0 0 0,1-1 0 0 0,-1 0 0 0 0,1 0 0 0 0,-1 1 0 0 0,0-1 0 0 0,1 0 0 0 0,-1-2 0 0 0,0 0 16 0 0,0 1-1 0 0,0 0 1 0 0,1 0 0 0 0,0-1 0 0 0,-1 1 0 0 0,1 0 0 0 0,0 0 0 0 0,0 0-1 0 0,1 0 1 0 0,-1 0 0 0 0,1 0 0 0 0,-1 0 0 0 0,1 1 0 0 0,0-1 0 0 0,2-2 0 0 0,4-5 13 0 0,15-18 346 0 0,-13 20-289 0 0,-7-3 0 0 0,-3 10-122 0 0,0 0-1 0 0,0 1 0 0 0,0-1 0 0 0,0 0 0 0 0,0 0 1 0 0,0 1-1 0 0,0-1 0 0 0,0 0 0 0 0,0 1 1 0 0,0-1-1 0 0,1 1 0 0 0,-1-1 0 0 0,0 0 0 0 0,0 1 1 0 0,1-1-1 0 0,-1 0 0 0 0,1 1 0 0 0,-1-1 0 0 0,0 1 1 0 0,1-1-1 0 0,-1 1 0 0 0,1-1 0 0 0,-1 1 1 0 0,1 0-1 0 0,1-1 0 0 0,4-3-59 0 0,-4 3 29 0 0,-1 0-1 0 0,0 1 0 0 0,1-1 1 0 0,-1 0-1 0 0,0 0 1 0 0,0 0-1 0 0,0 0 0 0 0,0 0 1 0 0,0 0-1 0 0,0 0 1 0 0,0 0-1 0 0,0 0 1 0 0,0 0-1 0 0,0-1 0 0 0,-1 1 1 0 0,1 0-1 0 0,0-1 1 0 0,-1 1-1 0 0,1 0 0 0 0,-1-1 1 0 0,1 1-1 0 0,-1-1 1 0 0,0 1-1 0 0,0-1 0 0 0,0 1 1 0 0,0-1-1 0 0,0 1 1 0 0,0 0-1 0 0,0-3 0 0 0,0 3-54 0 0,0 1-1 0 0,0 0 1 0 0,1-1-1 0 0,-1 1 1 0 0,0-1-1 0 0,1 1 1 0 0,-1-1-1 0 0,0 1 1 0 0,1 0-1 0 0,-1-1 1 0 0,0 1-1 0 0,1 0 1 0 0,-1-1-1 0 0,1 1 1 0 0,-1 0-1 0 0,0 0 1 0 0,1-1-1 0 0,-1 1 1 0 0,1 0-1 0 0,-1 0 1 0 0,1 0-1 0 0,-1-1 1 0 0,1 1-1 0 0,-1 0 1 0 0,1 0-1 0 0,-1 0 1 0 0,1 0-1 0 0,-1 0 1 0 0,1 0-1 0 0,0 0 1 0 0,-1 0-1 0 0,1 1 1 0 0,-1-1-1 0 0,1 0 1 0 0,0 0-1 0 0,12-1-3357 0 0,-10-10-9312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08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0 400 0 0,'0'8'-80'0'0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08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745 13 640 0 0,'0'-6'1281'0'0,"-32"6"240"0"0,32-6 159 0 0,-33 6 1 0 0,0 0 240 0 0,1 0 0 0 0,-66 0 160 0 0,-33 21 720 0 0,-32 6-720 0 0,32 6-1441 0 0,73-4-640 0 0,25-2 80 0 0,33 0-880 0 0,0-12-1601 0 0,0-9-1441 0 0,33 0-5842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09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0 560 0 0,'-33'0'4322'0'0,"1"15"-3361"0"0,32 3 79 0 0,0 3-79 0 0,32 21-401 0 0,1 6-400 0 0,-33-7-880 0 0,33-5-1842 0 0,-1-16-2080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09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9 1921 0 0,'0'-9'2401'0'0,"33"9"-160"0"0,-1 9-400 0 0,1-9-400 0 0,0 12-481 0 0,32 3-720 0 0,0-1-720 0 0,0-1-721 0 0,-32-5-800 0 0,32 5-800 0 0,-32 1-320 0 0</inkml:trace>
  <inkml:trace contextRef="#ctx0" brushRef="#br0" timeOffset="1">294 111 2561 0 0,'-32'70'1921'0'0,"-1"5"-961"0"0,1-12-399 0 0,-1 5-81 0 0,0-5-320 0 0,1-3-240 0 0,-1-10-400 0 0,0 4-641 0 0,1-13-1040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25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7 400 0 0,'-33'-6'1841'0'0,"0"12"-1921"0"0,33 2-160 0 0,0 5-1441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12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549 14 400 0 0,'33'-14'11819'0'0,"-33"15"-11777"0"0,0 0 1 0 0,0-1-1 0 0,-1 1 0 0 0,1-1 1 0 0,0 1-1 0 0,-1-1 0 0 0,1 1 1 0 0,0-1-1 0 0,-1 1 0 0 0,1-1 1 0 0,0 1-1 0 0,-1-1 0 0 0,1 0 1 0 0,-1 1-1 0 0,1-1 0 0 0,-1 0 1 0 0,1 1-1 0 0,-1-1 0 0 0,1 0 1 0 0,-1 1-1 0 0,1-1 0 0 0,-1 0 0 0 0,0 0 1 0 0,1 0-1 0 0,-1 0 0 0 0,1 0 1 0 0,-1 1-1 0 0,1-1 0 0 0,-1 0 1 0 0,0 0-1 0 0,1-1 0 0 0,-1 1 1 0 0,0 0-1 0 0,0 0-3 0 0,1 0-1 0 0,-1 0 1 0 0,1 0-1 0 0,-1 0 1 0 0,0 0-1 0 0,1 0 1 0 0,-1 0-1 0 0,1 0 1 0 0,-1 0-1 0 0,0 0 1 0 0,1 1-1 0 0,-1-1 1 0 0,1 0-1 0 0,-1 0 1 0 0,1 0-1 0 0,-1 1 0 0 0,1-1 1 0 0,-1 0-1 0 0,1 1 1 0 0,-1-1-1 0 0,1 0 1 0 0,-1 1-1 0 0,1-1 1 0 0,-1 1-1 0 0,1-1 1 0 0,0 1-1 0 0,-1-1 1 0 0,1 1-1 0 0,0-1 1 0 0,-1 1-1 0 0,1-1 1 0 0,0 1-1 0 0,-1 0 1 0 0,1 0-10 0 0,0-1 1 0 0,0 1-1 0 0,0 0 1 0 0,0-1-1 0 0,0 1 1 0 0,0-1-1 0 0,0 1 1 0 0,0 0-1 0 0,-1-1 1 0 0,1 1-1 0 0,0-1 0 0 0,-1 1 1 0 0,1-1-1 0 0,0 1 1 0 0,-1-1-1 0 0,1 1 1 0 0,0-1-1 0 0,-1 1 1 0 0,1-1-1 0 0,-1 0 1 0 0,1 1-1 0 0,-1-1 1 0 0,1 0-1 0 0,-1 1 1 0 0,1-1-1 0 0,-1 0 1 0 0,1 0-1 0 0,-1 1 0 0 0,0-1 1 0 0,1 0-1 0 0,-1 0 1 0 0,1 0-1 0 0,-1 0 1 0 0,0 0-1 0 0,0 0 1 0 0,0 0-5 0 0,1 1 1 0 0,-1-1-1 0 0,0 0 0 0 0,0 0 1 0 0,0 0-1 0 0,0 1 1 0 0,1-1-1 0 0,-1 0 0 0 0,0 1 1 0 0,0-1-1 0 0,1 0 1 0 0,-1 1-1 0 0,0-1 0 0 0,1 1 1 0 0,-1 0-1 0 0,0-1 1 0 0,1 1-1 0 0,-1-1 0 0 0,1 1 1 0 0,-1 0-1 0 0,1-1 1 0 0,-1 1-1 0 0,1 0 0 0 0,-1 0 1 0 0,1-1-1 0 0,0 1 1 0 0,0 0-1 0 0,-1 0 1 0 0,1 0-1 0 0,0 0 0 0 0,0-1 1 0 0,0 1-1 0 0,0 0 1 0 0,0 0-1 0 0,0 0 0 0 0,0 1 1 0 0,1 7 233 0 0,-1-7-184 0 0,1 1-1 0 0,-1 0 1 0 0,0-1 0 0 0,0 1-1 0 0,0 0 1 0 0,0-1 0 0 0,0 1-1 0 0,0 0 1 0 0,-1 0 0 0 0,0-1-1 0 0,1 1 1 0 0,-1-1 0 0 0,0 1-1 0 0,0 0 1 0 0,-2 2 0 0 0,-4 0 96 0 0,6-4-138 0 0,-1-1 0 0 0,1 1 0 0 0,0 0 0 0 0,0 0 0 0 0,-1 0 0 0 0,1 0-1 0 0,0 0 1 0 0,0 0 0 0 0,0 0 0 0 0,0 0 0 0 0,1 0 0 0 0,-1 0 0 0 0,0 0 0 0 0,0 1-1 0 0,1-1 1 0 0,-1 0 0 0 0,0 1 0 0 0,1-1 0 0 0,-1 0 0 0 0,1 1 0 0 0,0-1-1 0 0,0 1 1 0 0,-1 2 0 0 0,1-3 10 0 0,0 1-1 0 0,0 0 0 0 0,0-1 0 0 0,0 1 1 0 0,-1-1-1 0 0,1 1 0 0 0,0 0 1 0 0,-1-1-1 0 0,1 1 0 0 0,-1-1 1 0 0,0 1-1 0 0,0-1 0 0 0,1 0 0 0 0,-1 1 1 0 0,0-1-1 0 0,0 0 0 0 0,0 1 1 0 0,0-1-1 0 0,-1 0 0 0 0,1 0 1 0 0,-2 1-1 0 0,2-1 9 0 0,0 1 0 0 0,-1-1 0 0 0,1 0 0 0 0,0 0 0 0 0,0 1 0 0 0,0-1 0 0 0,0 0 0 0 0,0 1 1 0 0,0-1-1 0 0,0 1 0 0 0,0 0 0 0 0,0-1 0 0 0,1 1 0 0 0,-1 0 0 0 0,1-1 0 0 0,-1 1 0 0 0,1 0 0 0 0,0 0 0 0 0,0-1 0 0 0,-1 1 0 0 0,2 2 0 0 0,-1 50 1550 0 0,-1-53-1572 0 0,0 0 0 0 0,1 1-1 0 0,-1-1 1 0 0,0 0 0 0 0,1 0-1 0 0,-1 0 1 0 0,0 0 0 0 0,0 0-1 0 0,0 0 1 0 0,0 0 0 0 0,0 0-1 0 0,0-1 1 0 0,0 1-1 0 0,0 0 1 0 0,0-1 0 0 0,0 1-1 0 0,-1 0 1 0 0,1-1 0 0 0,0 0-1 0 0,0 1 1 0 0,-2-1 0 0 0,-2 2 87 0 0,5-1-94 0 0,-1 0 1 0 0,0-1-1 0 0,1 1 0 0 0,-1 0 0 0 0,1 0 0 0 0,-1-1 1 0 0,1 1-1 0 0,0 0 0 0 0,-1 0 0 0 0,1 0 0 0 0,0 0 1 0 0,-1 0-1 0 0,1 0 0 0 0,0-1 0 0 0,0 1 0 0 0,0 0 1 0 0,0 0-1 0 0,0 0 0 0 0,0 2 0 0 0,-5 13 241 0 0,-4-8-128 0 0,8-7-113 0 0,0-1 0 0 0,0 1-1 0 0,-1 0 1 0 0,1 0-1 0 0,0 0 1 0 0,0 0 0 0 0,0 0-1 0 0,0 0 1 0 0,0 0-1 0 0,0 0 1 0 0,1 0 0 0 0,-1 0-1 0 0,0 1 1 0 0,1-1-1 0 0,-1 0 1 0 0,0 0 0 0 0,1 1-1 0 0,0-1 1 0 0,-1 1-1 0 0,1-1 1 0 0,0 0 0 0 0,-1 1-1 0 0,1 2 1 0 0,0-2 5 0 0,0 0 0 0 0,0 0 0 0 0,-1 0 0 0 0,1 0 0 0 0,-1 0-1 0 0,1 0 1 0 0,-1 0 0 0 0,0 0 0 0 0,0 0 0 0 0,0 0 0 0 0,0 0 0 0 0,0 0 0 0 0,0 0 0 0 0,-1-1 0 0 0,1 1 0 0 0,-3 2 0 0 0,3-3-6 0 0,-1 1 1 0 0,1 0 0 0 0,-1-1 0 0 0,1 1-1 0 0,0 0 1 0 0,-1 0 0 0 0,1 0-1 0 0,0 0 1 0 0,1 0 0 0 0,-1 0 0 0 0,0 0-1 0 0,0 0 1 0 0,1 0 0 0 0,-1 0-1 0 0,1 1 1 0 0,0 3 0 0 0,0-5 3 0 0,0 0-1 0 0,0 0 1 0 0,0 0-1 0 0,-1 0 1 0 0,1 1 0 0 0,0-1-1 0 0,0 0 1 0 0,-1 0-1 0 0,1 0 1 0 0,0 0 0 0 0,-1 0-1 0 0,1 0 1 0 0,-1 0 0 0 0,0 0-1 0 0,1 0 1 0 0,-1 0-1 0 0,0 0 1 0 0,1 0 0 0 0,-1 0-1 0 0,0-1 1 0 0,0 1-1 0 0,0 0 1 0 0,0 0 0 0 0,0-1-1 0 0,0 1 1 0 0,0-1 0 0 0,-2 2-1 0 0,3-2 2 0 0,-1 0-1 0 0,0 1 0 0 0,0-1 1 0 0,0 1-1 0 0,0-1 1 0 0,0 1-1 0 0,0 0 0 0 0,1-1 1 0 0,-1 1-1 0 0,0 0 1 0 0,1 0-1 0 0,-1-1 0 0 0,0 1 1 0 0,1 0-1 0 0,-1 0 1 0 0,1 0-1 0 0,-1 0 0 0 0,1 0 1 0 0,-1-1-1 0 0,1 1 1 0 0,0 0-1 0 0,0 0 0 0 0,-1 0 1 0 0,1 0-1 0 0,0 0 1 0 0,0 0-1 0 0,0 2 1 0 0,0-1 3 0 0,-1 1 0 0 0,1 0 1 0 0,-1-1-1 0 0,1 1 1 0 0,-1-1-1 0 0,0 1 1 0 0,0-1-1 0 0,0 1 0 0 0,0-1 1 0 0,0 1-1 0 0,-1-1 1 0 0,1 0-1 0 0,-1 0 1 0 0,0 0-1 0 0,1 0 0 0 0,-1 0 1 0 0,0 0-1 0 0,0 0 1 0 0,0-1-1 0 0,-3 3 1 0 0,1-2 30 0 0,1 1 0 0 0,0 0 1 0 0,0 0-1 0 0,0 1 0 0 0,0-1 1 0 0,-3 6-1 0 0,-4 16 327 0 0,-1-12-220 0 0,10-11-148 0 0,-1 0 1 0 0,1-1 0 0 0,-1 1-1 0 0,1 0 1 0 0,0 0 0 0 0,-1 0-1 0 0,1 0 1 0 0,0 1-1 0 0,0-1 1 0 0,0 0 0 0 0,1 0-1 0 0,-1 0 1 0 0,1 1 0 0 0,-1-1-1 0 0,1 0 1 0 0,0 1-1 0 0,0 3 1 0 0,-1-4 2 0 0,1 0 0 0 0,0 1-1 0 0,0-1 1 0 0,-1 0 0 0 0,1 1 0 0 0,-1-1-1 0 0,1 0 1 0 0,-1 0 0 0 0,0 0 0 0 0,0 1-1 0 0,0-1 1 0 0,0 0 0 0 0,-1 0 0 0 0,1 0-1 0 0,-1-1 1 0 0,-2 4 0 0 0,2-3-7 0 0,1 0 0 0 0,-1-1 0 0 0,1 1 0 0 0,0 0 1 0 0,-1 0-1 0 0,1 0 0 0 0,0 0 0 0 0,0 0 0 0 0,0 0 0 0 0,1 0 0 0 0,-1 0 0 0 0,0 0 1 0 0,1 0-1 0 0,0 1 0 0 0,-1-1 0 0 0,1 4 0 0 0,0 2 54 0 0,1-6-49 0 0,-1-1 0 0 0,0 1-1 0 0,1 0 1 0 0,-1 0-1 0 0,0-1 1 0 0,0 1-1 0 0,0 0 1 0 0,0-1-1 0 0,-1 1 1 0 0,1 0-1 0 0,0 0 1 0 0,-1-1-1 0 0,1 1 1 0 0,-1 0-1 0 0,0-1 1 0 0,0 1-1 0 0,1-1 1 0 0,-3 3-1 0 0,-6 2 37 0 0,8-5-51 0 0,-1-1-1 0 0,1 1 0 0 0,0 0 0 0 0,0 0 0 0 0,0-1 0 0 0,0 1 0 0 0,0 0 0 0 0,0 0 0 0 0,0 0 0 0 0,0 0 0 0 0,0 1 0 0 0,1-1 0 0 0,-1 0 0 0 0,0 0 0 0 0,1 0 0 0 0,-1 1 0 0 0,1-1 0 0 0,-1 0 0 0 0,1 1 0 0 0,-1-1 0 0 0,1 0 0 0 0,0 1 0 0 0,0-1 0 0 0,0 0 1 0 0,0 1-1 0 0,0-1 0 0 0,0 0 0 0 0,0 3 0 0 0,0-3-4 0 0,1 0 1 0 0,-1 0 0 0 0,0 0 0 0 0,0 1-1 0 0,0-1 1 0 0,0 0 0 0 0,0 0-1 0 0,-1 0 1 0 0,1 0 0 0 0,0 0 0 0 0,0 1-1 0 0,-1-1 1 0 0,1 0 0 0 0,-1 0-1 0 0,1 0 1 0 0,-1 0 0 0 0,1 0 0 0 0,-1 0-1 0 0,0 0 1 0 0,1 0 0 0 0,-1-1-1 0 0,0 1 1 0 0,0 0 0 0 0,0 0 0 0 0,1 0-1 0 0,-1-1 1 0 0,0 1 0 0 0,0 0 0 0 0,0-1-1 0 0,0 1 1 0 0,0-1 0 0 0,-1 1-1 0 0,1-1 1 0 0,0 0 0 0 0,-2 1 0 0 0,-2 1 13 0 0,4-1-5 0 0,0 0 0 0 0,1 0 1 0 0,-1 0-1 0 0,0 0 1 0 0,1 1-1 0 0,-1-1 0 0 0,0 0 1 0 0,1 1-1 0 0,0-1 1 0 0,-1 0-1 0 0,1 1 0 0 0,0-1 1 0 0,0 0-1 0 0,0 1 1 0 0,0-1-1 0 0,0 0 0 0 0,0 1 1 0 0,0-1-1 0 0,0 0 1 0 0,0 1-1 0 0,1 1 0 0 0,0 3 65 0 0,-2-2-70 0 0,1 0 0 0 0,0 1 0 0 0,-1-1 1 0 0,0 0-1 0 0,0 0 0 0 0,0 1 0 0 0,0-1 0 0 0,-1 0 0 0 0,0 0 1 0 0,0 0-1 0 0,-4 6 0 0 0,-4 8-28 0 0,9-14 27 0 0,0-1-1 0 0,0 1 1 0 0,0 0-1 0 0,0-1 1 0 0,1 1-1 0 0,-1 0 1 0 0,1 0-1 0 0,0 5 1 0 0,0-5 13 0 0,0 1 0 0 0,0 0-1 0 0,0-1 1 0 0,-1 1 0 0 0,0-1 0 0 0,-2 7 0 0 0,-18 36 64 0 0,10 2-80 0 0,1-24-14 0 0,7-19 14 0 0,0 1 0 0 0,1 0 0 0 0,-1 0 0 0 0,1 0 0 0 0,1 0 0 0 0,0 0 0 0 0,-1 15 1 0 0,1-15-17 0 0,1-1 0 0 0,-1 1 1 0 0,0-1-1 0 0,-1 1 0 0 0,1-1 1 0 0,-1 1-1 0 0,0-1 1 0 0,-1 0-1 0 0,-6 11 0 0 0,3-5-14 0 0,5-9-33 0 0,0 1 1 0 0,0-1-1 0 0,0 1 0 0 0,0-1 1 0 0,1 1-1 0 0,0-1 1 0 0,-1 1-1 0 0,1-1 1 0 0,1 6-1 0 0,-1-2-1779 0 0,0-10 1251 0 0,1 0 0 0 0,-1-1 0 0 0,1 1 0 0 0,0 0 0 0 0,0 0 0 0 0,0 0 0 0 0,1 0 0 0 0,-1 1 0 0 0,1-1 1 0 0,-1 0-1 0 0,1 1 0 0 0,0-1 0 0 0,0 0 0 0 0,4-3 0 0 0,9-13-2284 0 0,45-63-7516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13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15 400 0 0,'32'0'8151'0'0,"-33"-2"-6868"0"0,8-1-1032 0 0,20 2 1496 0 0,-21-6-773 0 0,48 6 653 0 0,-49 1-946 0 0,1 1-28 0 0,10 2 1 0 0,0-1-1 0 0,0-1 1 0 0,28-1 0 0 0,-3-4-103 0 0,0 2 0 0 0,0 2 0 0 0,74 9 0 0 0,113 33 1299 0 0,-216-40-1796 0 0,15 5 106 0 0,-1 0 0 0 0,0 1 1 0 0,31 16-1 0 0,-30-8-97 0 0,-22-12-55 0 0,1-1 1 0 0,-1 1 0 0 0,1-1 0 0 0,11 5-1 0 0,53 13 366 0 0,-57-17-298 0 0,-1-2-1 0 0,1 0 1 0 0,-1 0 0 0 0,1-2-1 0 0,0 1 1 0 0,0-1 0 0 0,-1-1 0 0 0,21-4-1 0 0,24 1 298 0 0,62-5 667 0 0,49 3 294 0 0,-10-8-840 0 0,-82 1-240 0 0,17-1-28 0 0,64-6 94 0 0,-110 16-272 0 0,-34 2-807 0 0,1 1-1 0 0,-1 0 1 0 0,0 1 0 0 0,18 2 0 0 0,-29 0-1452 0 0,-20 3-1181 0 0,-91 14-7346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14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18 640 0 0,'3'-11'4766'0'0,"11"10"-4108"0"0,2 1 2175 0 0,-16-4-341 0 0,0 8 846 0 0,-28 1-1484 0 0,29-5-1815 0 0,-1 0 1 0 0,0 0-1 0 0,0 0 1 0 0,0 0-1 0 0,0 1 1 0 0,1-1-1 0 0,-1 0 1 0 0,0 0-1 0 0,0 0 1 0 0,0 0-1 0 0,0 0 1 0 0,0 1-1 0 0,1-1 1 0 0,-1 0-1 0 0,0 0 1 0 0,0 0 0 0 0,0 0-1 0 0,0 1 1 0 0,0-1-1 0 0,0 0 1 0 0,0 0-1 0 0,0 0 1 0 0,0 1-1 0 0,0-1 1 0 0,0 0-1 0 0,0 0 1 0 0,0 0-1 0 0,0 1 1 0 0,0-1-1 0 0,0 0 1 0 0,0 0-1 0 0,0 0 1 0 0,0 1-1 0 0,0-1 1 0 0,0 0-1 0 0,0 0 1 0 0,0 0-1 0 0,0 1 1 0 0,0-1-1 0 0,-1 0 1 0 0,1 0-1 0 0,0 0 1 0 0,0 0-1 0 0,0 1 1 0 0,0-1-1 0 0,0 0 1 0 0,-1 0-1 0 0,1 0 1 0 0,0 0-1 0 0,0 0 1 0 0,-1 1-1 0 0,54 12 1019 0 0,-16-2-376 0 0,0-1 1 0 0,1-3 0 0 0,75 6 0 0 0,305-30 2258 0 0,-380 15-2614 0 0,135-2 655 0 0,-107 5-793 0 0,118-15 0 0 0,-83-2-86 0 0,1 4-1 0 0,180 3 0 0 0,-191 19-1 0 0,-41-2 132 0 0,161 27 780 0 0,-112-18-716 0 0,227 50-7 0 0,-311-63-283 0 0,1 2 0 0 0,-1 0 0 0 0,15 9 0 0 0,-24-13-68 0 0,-1 1 1 0 0,-1 0-1 0 0,1 1 0 0 0,0-1 0 0 0,-1 1 1 0 0,0 0-1 0 0,0 0 0 0 0,0 0 1 0 0,0 1-1 0 0,5 8 0 0 0,-8-11-61 0 0,0-1 0 0 0,-1 0 0 0 0,0 0 0 0 0,1 0 0 0 0,-1 1 0 0 0,1-1 0 0 0,-1 0 0 0 0,0 1 0 0 0,0-1 0 0 0,0 0 0 0 0,0 0 0 0 0,0 1 0 0 0,0-1 0 0 0,0 0-1 0 0,0 1 1 0 0,-1-1 0 0 0,1 0 0 0 0,0 0 0 0 0,-1 1 0 0 0,1-1 0 0 0,-1 0 0 0 0,0 0 0 0 0,1 0 0 0 0,-1 0 0 0 0,0 1 0 0 0,1-1 0 0 0,-1 0 0 0 0,0 0 0 0 0,0-1 0 0 0,0 1 0 0 0,0 0 0 0 0,0 0 0 0 0,0 0 0 0 0,0-1 0 0 0,-2 2 0 0 0,-1 1-1021 0 0,-1-1 1 0 0,0 1 0 0 0,0-1 0 0 0,0 0 0 0 0,0-1-1 0 0,-1 1 1 0 0,1-1 0 0 0,-7 1 0 0 0,-48 0-9877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15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0 800 0 0,'-6'3'374'0'0,"1"-1"0"0"0,-1 1 0 0 0,1 0 0 0 0,0 1-1 0 0,0-1 1 0 0,0 1 0 0 0,0 0 0 0 0,1 0-1 0 0,-1 1 1 0 0,-4 6 0 0 0,-1 2 189 0 0,2 1 0 0 0,-1-1-1 0 0,-7 20 1 0 0,8-18-307 0 0,5-11-132 0 0,1 1-1 0 0,-1 1 1 0 0,1-1-1 0 0,0 0 1 0 0,0 0-1 0 0,1 1 1 0 0,-1-1-1 0 0,1 1 0 0 0,0 0 1 0 0,0 6-1 0 0,0 52 1002 0 0,-1-33-709 0 0,2 0-1 0 0,1 0 1 0 0,7 40 0 0 0,2-30-227 0 0,-7-31-147 0 0,0 1 1 0 0,0 0-1 0 0,-1 0 1 0 0,0 0-1 0 0,-1 0 1 0 0,-1 0-1 0 0,0 0 1 0 0,0 0-1 0 0,-2 13 1 0 0,-8 12 149 0 0,-2-1-1 0 0,-30 63 1 0 0,13-33-274 0 0,23-50-52 0 0,-1 0-1 0 0,0-1 0 0 0,-1 0 0 0 0,-1-1 0 0 0,-14 17 0 0 0,18-24-249 0 0,0 0 0 0 0,0-1 0 0 0,-1 0 0 0 0,0 0 0 0 0,0 0 0 0 0,0-1-1 0 0,-1 0 1 0 0,1 0 0 0 0,-1-1 0 0 0,0 0 0 0 0,0 0 0 0 0,-12 3 0 0 0,15-5-371 0 0,1-1 1 0 0,-1 1 0 0 0,1-1-1 0 0,-1 0 1 0 0,1 0-1 0 0,-1 0 1 0 0,0-1-1 0 0,-4 0 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16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116 512 1601 0 0,'4'0'470'0'0,"14"0"146"0"0,-18 0-547 0 0,1 0 0 0 0,-1 0 0 0 0,1 0 0 0 0,-1 0 0 0 0,1 0 0 0 0,-1 0-1 0 0,0 0 1 0 0,1 0 0 0 0,-1-1 0 0 0,0 1 0 0 0,1 0 0 0 0,-1 0 0 0 0,1 0 0 0 0,-1 0 0 0 0,0-1 0 0 0,1 1 0 0 0,-1 0 0 0 0,0 0 0 0 0,1-1 0 0 0,-1 1 0 0 0,0 0 0 0 0,0-1 0 0 0,1 1 0 0 0,-1 0 0 0 0,0-1 0 0 0,0 1 0 0 0,1 0 0 0 0,-1-1-1 0 0,0 1 1 0 0,0 0 0 0 0,0-1 0 0 0,0 0 0 0 0,0 0 26 0 0,1 0-1 0 0,-1 0 0 0 0,0 0 1 0 0,0 0-1 0 0,1 0 0 0 0,-1 0 1 0 0,0 0-1 0 0,1 0 0 0 0,-1 1 1 0 0,1-1-1 0 0,-1 0 0 0 0,1 0 1 0 0,0 0-1 0 0,-1 0 0 0 0,1 1 1 0 0,0-1-1 0 0,-1 0 0 0 0,1 1 1 0 0,0-1-1 0 0,0 1 1 0 0,0-1-1 0 0,0 1 0 0 0,0-1 1 0 0,1 0-1 0 0,10-7 655 0 0,-2-17 692 0 0,15 1-92 0 0,-22 21-1171 0 0,1 1-1 0 0,-1-1 1 0 0,0 0 0 0 0,0 0-1 0 0,0 0 1 0 0,-1 0 0 0 0,1-1-1 0 0,3-5 1 0 0,5-21 957 0 0,-8 21-824 0 0,0 1 0 0 0,1-1 0 0 0,0 1 0 0 0,0-1 0 0 0,10-13 0 0 0,29-33 393 0 0,2 2 0 0 0,2 1-1 0 0,74-61 1 0 0,-115 109-662 0 0,0 1 0 0 0,0 0 1 0 0,0 0-1 0 0,0 0 0 0 0,0 1 0 0 0,1 0 0 0 0,-1 0 1 0 0,1 1-1 0 0,-1 0 0 0 0,1 0 0 0 0,0 0 0 0 0,-1 1 1 0 0,1 0-1 0 0,12 2 0 0 0,-2-2-8 0 0,-9 0-35 0 0,0 0 1 0 0,0 0-1 0 0,-1 1 1 0 0,1 0-1 0 0,0 0 0 0 0,-1 1 1 0 0,15 5-1 0 0,-14-3-71 0 0,0 1 1 0 0,-1 0-1 0 0,0 0 0 0 0,0 1 1 0 0,0 0-1 0 0,9 12 0 0 0,-9-11-15 0 0,0 0 0 0 0,0 0 0 0 0,-1 1 0 0 0,-1 0-1 0 0,1 0 1 0 0,-1 1 0 0 0,5 11 0 0 0,-9-17 81 0 0,0 0 0 0 0,0 1 0 0 0,-1-1 0 0 0,1 0-1 0 0,-1 1 1 0 0,1-1 0 0 0,-1 0 0 0 0,0 1 0 0 0,-1-1 0 0 0,1 0 0 0 0,-1 1 0 0 0,1-1 0 0 0,-1 0-1 0 0,0 0 1 0 0,0 1 0 0 0,0-1 0 0 0,-1 0 0 0 0,1 0 0 0 0,-1 0 0 0 0,1 0 0 0 0,-1 0 0 0 0,0-1-1 0 0,0 1 1 0 0,-1-1 0 0 0,1 1 0 0 0,0-1 0 0 0,-1 0 0 0 0,1 1 0 0 0,-4 0 0 0 0,-6 6 47 0 0,-1-1-1 0 0,0-1 1 0 0,0 0 0 0 0,-1-1 0 0 0,0 0 0 0 0,0-1 0 0 0,0-1-1 0 0,-19 3 1 0 0,-6 4 45 0 0,-32 10 1235 0 0,-1-2-1 0 0,0-4 1 0 0,-1-3 0 0 0,-97 3-1 0 0,146-14-2 0 0,-40-3-1 0 0,55 0-1095 0 0,-1 1 0 0 0,1-2 0 0 0,0 1 0 0 0,0-1 0 0 0,0 0 0 0 0,-16-9 0 0 0,9-2-289 0 0,16 14 66 0 0,-1 0-1 0 0,1-1 1 0 0,0 1-1 0 0,0-1 1 0 0,0 1-1 0 0,0-1 1 0 0,0 1-1 0 0,0-1 1 0 0,0 1 0 0 0,0 0-1 0 0,0-1 1 0 0,0 1-1 0 0,0-1 1 0 0,0 1-1 0 0,0-1 1 0 0,0 1-1 0 0,0-1 1 0 0,0 1-1 0 0,0 0 1 0 0,1-1-1 0 0,-1 1 1 0 0,0-1-1 0 0,0 1 1 0 0,0 0 0 0 0,1-1-1 0 0,-1 0 1 0 0,3-1-1 0 0,0 0 1 0 0,0-1-1 0 0,0 1 1 0 0,1 1 0 0 0,-1-1-1 0 0,0 0 1 0 0,1 1-1 0 0,-1-1 1 0 0,7 0 0 0 0,23-7 61 0 0,40-4 0 0 0,-33 9-155 0 0,78 1 0 0 0,-69 3-62 0 0,376 19-3058 0 0,-421-19 3169 0 0,138 17-1734 0 0,-120-13 1336 0 0,0 0 0 0 0,-1 2 0 0 0,33 12 1 0 0,-52-17 392 0 0,1 0 0 0 0,-1 0-1 0 0,0 0 1 0 0,0 0 0 0 0,0 0 0 0 0,0 1 0 0 0,0-1 0 0 0,0 1 0 0 0,0-1 0 0 0,0 1 0 0 0,-1 0 0 0 0,4 3 0 0 0,-5-4 39 0 0,0 0 0 0 0,1 0 0 0 0,-1-1 0 0 0,0 1 1 0 0,0 0-1 0 0,1 0 0 0 0,-1 0 0 0 0,0 0 0 0 0,0 0 0 0 0,0-1 0 0 0,0 1 0 0 0,0 0 0 0 0,0 0 0 0 0,0 0 0 0 0,-1 0 1 0 0,1 0-1 0 0,0-1 0 0 0,0 1 0 0 0,-1 0 0 0 0,1 0 0 0 0,0 0 0 0 0,-1-1 0 0 0,1 1 0 0 0,-1 1 0 0 0,-4 2 17 0 0,1 1-1 0 0,-1-1 1 0 0,0 0 0 0 0,0 0-1 0 0,0-1 1 0 0,0 1-1 0 0,-1-1 1 0 0,-8 4-1 0 0,-6 0 23 0 0,1 0-1 0 0,-1-1 0 0 0,-1 0 1 0 0,1-2-1 0 0,-28 2 0 0 0,7 0 30 0 0,-400 50-643 0 0,305-44-3749 0 0,32-3-4708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18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612 36 1121 0 0,'0'-35'13072'0'0,"1"36"-11071"0"0,-8 3-1587 0 0,-15-3 466 0 0,17-1 761 0 0,10 0-1548 0 0,13 1 172 0 0,-36 5-36 0 0,18-6-213 0 0,0 0 0 0 0,0 0 0 0 0,-1 0 1 0 0,1 0-1 0 0,0 0 0 0 0,0 0 0 0 0,-1 0 0 0 0,1 0 1 0 0,0 0-1 0 0,0 0 0 0 0,-1 0 0 0 0,1 0 1 0 0,0 0-1 0 0,0 1 0 0 0,0-1 0 0 0,-1 0 0 0 0,1 0 1 0 0,0 0-1 0 0,0 0 0 0 0,0 0 0 0 0,0 1 1 0 0,-1-1-1 0 0,1 0 0 0 0,0 0 0 0 0,0 0 0 0 0,0 1 1 0 0,0-1-1 0 0,0 0 0 0 0,0 0 0 0 0,-1 1 1 0 0,1-1-1 0 0,0 0 0 0 0,0 0 0 0 0,0 1 0 0 0,0-1 1 0 0,0 0-1 0 0,0 0 0 0 0,0 1 0 0 0,0-1 1 0 0,0 0-1 0 0,0 1-6 0 0,0-1-1 0 0,0 0 1 0 0,0 1 0 0 0,0-1 0 0 0,0 0 0 0 0,0 0 0 0 0,0 1 0 0 0,0-1-1 0 0,0 0 1 0 0,0 0 0 0 0,0 1 0 0 0,0-1 0 0 0,0 0 0 0 0,0 0 0 0 0,0 1 0 0 0,0-1-1 0 0,-1 0 1 0 0,1 0 0 0 0,0 1 0 0 0,0-1 0 0 0,0 0 0 0 0,0 0 0 0 0,-1 0-1 0 0,1 1 1 0 0,0-1 0 0 0,0 0 0 0 0,-1 0 0 0 0,1 0 0 0 0,0 0 0 0 0,0 0 0 0 0,-1 1-1 0 0,1-1 1 0 0,-1 0 0 0 0,-6 4 129 0 0,0 1 0 0 0,1 1 0 0 0,-1-1 1 0 0,1 1-1 0 0,0 0 0 0 0,-9 11 0 0 0,14-16-125 0 0,1 0-1 0 0,-1 0 1 0 0,0 0 0 0 0,1 0 0 0 0,-1 1-1 0 0,1-1 1 0 0,-1 0 0 0 0,1 0 0 0 0,0 0-1 0 0,0 1 1 0 0,-1-1 0 0 0,1 0 0 0 0,0 0-1 0 0,0 1 1 0 0,0 1 0 0 0,0-2-8 0 0,1 0 0 0 0,-1 0 0 0 0,0 0-1 0 0,-1 0 1 0 0,1 0 0 0 0,0 0 0 0 0,0 0 0 0 0,0 0 0 0 0,-1 0 0 0 0,1 0 0 0 0,0 0 0 0 0,-1 0-1 0 0,1 0 1 0 0,-1 0 0 0 0,1 0 0 0 0,-2 1 0 0 0,-8 7 33 0 0,8-8-35 0 0,1-1 0 0 0,0 1 0 0 0,0 0 0 0 0,0 0 1 0 0,-1 0-1 0 0,1 0 0 0 0,0 0 0 0 0,1 1 0 0 0,-1-1 0 0 0,0 0 0 0 0,0 0 1 0 0,0 1-1 0 0,1-1 0 0 0,-1 0 0 0 0,1 1 0 0 0,-1-1 0 0 0,1 1 1 0 0,-1-1-1 0 0,1 1 0 0 0,0-1 0 0 0,0 0 0 0 0,0 1 0 0 0,-1-1 0 0 0,2 1 1 0 0,-1 2-1 0 0,0 276-71 0 0,0-279 72 0 0,0 0-1 0 0,0 0 1 0 0,0 0 0 0 0,0 0-1 0 0,-1 0 1 0 0,1 0-1 0 0,0 0 1 0 0,0 0 0 0 0,-1 0-1 0 0,1 0 1 0 0,-1 0-1 0 0,1 0 1 0 0,-1 0 0 0 0,1 0-1 0 0,-1 0 1 0 0,1 0 0 0 0,-1-1-1 0 0,0 1 1 0 0,0 0-1 0 0,1 0 1 0 0,-1-1 0 0 0,0 1-1 0 0,0-1 1 0 0,0 1-1 0 0,0-1 1 0 0,0 1 0 0 0,-1 0-1 0 0,1-1 4 0 0,0 1 0 0 0,0-1 0 0 0,0 1-1 0 0,0-1 1 0 0,0 1 0 0 0,0-1 0 0 0,0 1 0 0 0,1 0-1 0 0,-1-1 1 0 0,0 1 0 0 0,0 0 0 0 0,1 0-1 0 0,-1-1 1 0 0,0 1 0 0 0,1 0 0 0 0,-1 0-1 0 0,1 0 1 0 0,-1 0 0 0 0,1 0 0 0 0,0 0 0 0 0,-1 0-1 0 0,1 0 1 0 0,0 0 0 0 0,0 0 0 0 0,-1 0-1 0 0,1 0 1 0 0,0 2 0 0 0,0-2 5 0 0,0 0 0 0 0,0 0 0 0 0,0-1 0 0 0,0 1 0 0 0,0 0 0 0 0,0 0 0 0 0,0 0 0 0 0,0 0 0 0 0,-1 0 0 0 0,1-1 0 0 0,0 1-1 0 0,0 0 1 0 0,-1 0 0 0 0,1-1 0 0 0,-1 1 0 0 0,1 0 0 0 0,-1 0 0 0 0,1-1 0 0 0,-1 1 0 0 0,1 0 0 0 0,-1-1 0 0 0,0 1 0 0 0,1-1 0 0 0,-1 1 0 0 0,0-1 0 0 0,0 1 0 0 0,1-1 0 0 0,-1 0 0 0 0,0 1 0 0 0,0-1 0 0 0,1 0 0 0 0,-1 1 0 0 0,-1-1 0 0 0,1 0 13 0 0,0 0 0 0 0,0 0 0 0 0,1 1 1 0 0,-1-1-1 0 0,0 0 0 0 0,0 1 1 0 0,1-1-1 0 0,-1 1 0 0 0,0-1 0 0 0,0 1 1 0 0,1-1-1 0 0,-1 1 0 0 0,0-1 0 0 0,1 1 1 0 0,-1-1-1 0 0,1 1 0 0 0,-1 0 1 0 0,1 0-1 0 0,-1-1 0 0 0,1 1 0 0 0,-1 0 1 0 0,1 0-1 0 0,0-1 0 0 0,-1 1 0 0 0,1 0 1 0 0,0 0-1 0 0,0 0 0 0 0,0 0 1 0 0,0-1-1 0 0,0 1 0 0 0,0 0 0 0 0,0 0 1 0 0,0 1-1 0 0,0-1 12 0 0,-1 1 1 0 0,1-1 0 0 0,0 0-1 0 0,0 1 1 0 0,-1-1 0 0 0,1 0-1 0 0,-1 1 1 0 0,1-1-1 0 0,-1 0 1 0 0,1 0 0 0 0,-1 1-1 0 0,0-1 1 0 0,0 0-1 0 0,1 0 1 0 0,-1 0 0 0 0,0 0-1 0 0,0 0 1 0 0,0 0-1 0 0,0 0 1 0 0,-1 0 0 0 0,1 0-1 0 0,0 0 1 0 0,0-1-1 0 0,0 1 1 0 0,-3 0 0 0 0,-2 3 51 0 0,6-4-70 0 0,-1 0 0 0 0,1 1 0 0 0,-1-1 0 0 0,1 1 0 0 0,-1-1 0 0 0,1 1 1 0 0,0-1-1 0 0,-1 1 0 0 0,1-1 0 0 0,-1 1 0 0 0,1 0 0 0 0,0-1 0 0 0,0 1 1 0 0,-1-1-1 0 0,1 1 0 0 0,0 0 0 0 0,0-1 0 0 0,0 1 0 0 0,0 0 0 0 0,0-1 0 0 0,0 1 1 0 0,0 0-1 0 0,0-1 0 0 0,0 1 0 0 0,0 0 0 0 0,0-1 0 0 0,0 1 0 0 0,0 1 0 0 0,1-2-14 0 0,-1 1-1 0 0,0-1 0 0 0,0 1 1 0 0,0-1-1 0 0,0 1 0 0 0,0-1 0 0 0,0 1 1 0 0,0 0-1 0 0,0-1 0 0 0,0 1 0 0 0,0-1 1 0 0,0 1-1 0 0,0-1 0 0 0,0 1 0 0 0,0-1 1 0 0,0 1-1 0 0,-1-1 0 0 0,1 1 1 0 0,0-1-1 0 0,0 1 0 0 0,-1-1 0 0 0,1 1 1 0 0,0-1-1 0 0,-1 1 0 0 0,1-1 0 0 0,0 1 1 0 0,-1-1-1 0 0,1 0 0 0 0,-1 1 0 0 0,1-1 1 0 0,-9 5 25 0 0,-5 5-22 0 0,13-7-25 0 0,0-1 0 0 0,0 1 0 0 0,1-1 0 0 0,-1 1 0 0 0,1-1 0 0 0,-1 1 0 0 0,1 0 0 0 0,0-1 0 0 0,0 4 0 0 0,0 110 416 0 0,0-113-384 0 0,0 0 0 0 0,0 0 0 0 0,-1 0 0 0 0,1 0 0 0 0,-1 0 1 0 0,0-1-1 0 0,0 1 0 0 0,0 0 0 0 0,0 0 0 0 0,-1 0 0 0 0,1-1 0 0 0,-1 1 0 0 0,-3 4 0 0 0,3-5-20 0 0,0 1-1 0 0,1-1 0 0 0,-1 1 1 0 0,1 0-1 0 0,-1 0 0 0 0,1 0 1 0 0,0 0-1 0 0,0 0 0 0 0,0 0 1 0 0,0 0-1 0 0,1 0 0 0 0,-1 0 1 0 0,1 6-1 0 0,0 134 1339 0 0,0-142-1310 0 0,-1 1 0 0 0,1-1 1 0 0,0 0-1 0 0,-1 0 0 0 0,1 0 0 0 0,0 0 1 0 0,-1 0-1 0 0,1 0 0 0 0,-1 0 0 0 0,0 0 0 0 0,1 0 1 0 0,-1 0-1 0 0,0 0 0 0 0,0 0 0 0 0,1 0 1 0 0,-1 0-1 0 0,0 0 0 0 0,0-1 0 0 0,0 1 1 0 0,-2 1-1 0 0,-25 11 320 0 0,16-8-90 0 0,8-2 360 0 0,4-2-508 0 0,0 3-26 0 0,0-3 0 0 0,2-3-33 0 0,-2 2-48 0 0,-29-12-111 0 0,25 10 116 0 0,-1-1 0 0 0,1 1 1 0 0,1-1-1 0 0,-1 0 0 0 0,0 0 1 0 0,1 0-1 0 0,-1-1 0 0 0,1 1 1 0 0,0-1-1 0 0,-4-7 0 0 0,-20-19 109 0 0,18 22-60 0 0,0-1 1 0 0,-14-19 0 0 0,-7-8-2 0 0,16 22-43 0 0,-21-26 9 0 0,33 36-15 0 0,0 0 0 0 0,0-1 0 0 0,1 1 0 0 0,-1-1 0 0 0,1 1 0 0 0,-1-6 0 0 0,-2-8-24 0 0,-6-3-74 0 0,8 19 47 0 0,1 0 0 0 0,-1 0 0 0 0,1-1 0 0 0,-1 1 1 0 0,1-1-1 0 0,0 1 0 0 0,0-1 0 0 0,0 0 0 0 0,0 1 1 0 0,1-1-1 0 0,-1 0 0 0 0,1 0 0 0 0,-1 1 0 0 0,1-1 0 0 0,0 0 1 0 0,0 0-1 0 0,0 0 0 0 0,1 1 0 0 0,-1-1 0 0 0,1 0 1 0 0,0-2-1 0 0,2 0-342 0 0,0 0 0 0 0,0 0 0 0 0,1 0 0 0 0,-1 1 0 0 0,1 0 1 0 0,7-6-1 0 0,-9 8-281 0 0,0 1-1 0 0,0 0 1 0 0,0-1 0 0 0,0 1 0 0 0,0 0 0 0 0,0 0-1 0 0,1 1 1 0 0,-1-1 0 0 0,1 0 0 0 0,-1 1 0 0 0,0-1 0 0 0,1 1-1 0 0,2 0 1 0 0,55 6-9867 0 0,-27 0 5923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19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1 345 1201 0 0,'0'-14'2081'0'0,"32"-13"-161"0"0,1-30-159 0 0,65-44-320 0 0,-33 3-2242 0 0,-32 50-3040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19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13 1681 0 0,'0'-7'3121'0'0,"0"1"1"0"0,-32 6 4321 0 0,-1 0-4882 0 0,33 21-1920 0 0,-33 60-1 0 0,1-4-80 0 0,-1-15-240 0 0,0-2-240 0 0,1 3 0 0 0,32-7-1440 0 0,0-35-2882 0 0,0-30-3682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20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1040 0 0,'1'-1'89'0'0,"-1"0"-1"0"0,1 0 0 0 0,0 0 0 0 0,-1 0 0 0 0,1 0 0 0 0,0 1 0 0 0,-1-1 1 0 0,1 0-1 0 0,0 0 0 0 0,0 1 0 0 0,0-1 0 0 0,0 0 0 0 0,0 1 0 0 0,0-1 1 0 0,0 1-1 0 0,0 0 0 0 0,0-1 0 0 0,0 1 0 0 0,0 0 0 0 0,0-1 0 0 0,0 1 1 0 0,0 0-1 0 0,0 0 0 0 0,0 0 0 0 0,0 0 0 0 0,0 0 0 0 0,2 0 0 0 0,3-1 286 0 0,97-31 2107 0 0,50 11-2041 0 0,-144 21-384 0 0,1 0-1 0 0,0 0 1 0 0,0 0-1 0 0,-1 2 1 0 0,12 1 0 0 0,-20-3-25 0 0,0 0 1 0 0,-1 0-1 0 0,1 0 1 0 0,0 0-1 0 0,-1 0 1 0 0,1 0-1 0 0,0 0 1 0 0,-1 1-1 0 0,1-1 0 0 0,0 0 1 0 0,-1 0-1 0 0,1 0 1 0 0,0 1-1 0 0,-1-1 1 0 0,1 0-1 0 0,-1 1 1 0 0,1-1-1 0 0,-1 0 1 0 0,1 1-1 0 0,-1-1 1 0 0,1 1-1 0 0,-1-1 1 0 0,1 1-1 0 0,-1-1 1 0 0,1 1-1 0 0,-1-1 1 0 0,0 1-1 0 0,1-1 1 0 0,-1 1-1 0 0,0 0 1 0 0,1-1-1 0 0,-1 1 1 0 0,0 0-1 0 0,0-1 1 0 0,0 1-1 0 0,0 0 1 0 0,-1 3 263 0 0,-1 0 1 0 0,0-1-1 0 0,0 1 1 0 0,0-1-1 0 0,0 0 1 0 0,-5 6-1 0 0,2-3 113 0 0,-13 15 962 0 0,0-2-1 0 0,-2 0 1 0 0,0-1-1 0 0,-1 0 1 0 0,-33 19-1 0 0,-50 33 219 0 0,97-66-2164 0 0,0-1 1 0 0,0 1-1 0 0,-1-1 1 0 0,1-1-1 0 0,-1 0 1 0 0,-8 2-1 0 0,11-3-5773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21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66 294 1121 0 0,'0'0'63'0'0,"0"0"1"0"0,0 0-1 0 0,0 0 1 0 0,0 0-1 0 0,-1-1 1 0 0,1 1 0 0 0,0 0-1 0 0,0 0 1 0 0,0 0-1 0 0,0 0 1 0 0,0-1-1 0 0,0 1 1 0 0,0 0 0 0 0,0 0-1 0 0,0 0 1 0 0,0-1-1 0 0,0 1 1 0 0,0 0-1 0 0,0 0 1 0 0,0 0-1 0 0,0-1 1 0 0,0 1 0 0 0,0 0-1 0 0,0 0 1 0 0,0 0-1 0 0,0-1 1 0 0,0 1-1 0 0,0 0 1 0 0,0 0 0 0 0,1 0-1 0 0,-1 0 1 0 0,0-1-1 0 0,0 1 1 0 0,0 0-1 0 0,0 0 1 0 0,0 0 0 0 0,0 0-1 0 0,1 0 1 0 0,-1-1-1 0 0,0 1 1 0 0,0 0-1 0 0,0 0 1 0 0,0 0 0 0 0,1 0-1 0 0,-1 0 1 0 0,0 0-1 0 0,0 0 1 0 0,0 0-1 0 0,1 0 1 0 0,-1 0 0 0 0,0 0-1 0 0,0 0 1 0 0,0 0-1 0 0,1 0 1 0 0,-1 0-1 0 0,0 0 1 0 0,0 0 0 0 0,0 0-1 0 0,1 0 1 0 0,-1 0-1 0 0,0 0 1 0 0,0 0-1 0 0,1 0 1 0 0,20-4 1017 0 0,-20 3-943 0 0,0 0 0 0 0,0 0 0 0 0,-1 1 0 0 0,1-1 0 0 0,-1 0 0 0 0,1 0 0 0 0,-1 0 0 0 0,1 0 0 0 0,-1 0 0 0 0,1 0 0 0 0,-1 0 0 0 0,0-1 0 0 0,0 1 0 0 0,1 0 0 0 0,-1 0 0 0 0,0 0 0 0 0,0 0 0 0 0,0 0 0 0 0,0 0 0 0 0,0 0 0 0 0,-1 0 0 0 0,1-1 0 0 0,0 1 0 0 0,-1-1 0 0 0,1-3 520 0 0,0 2-592 0 0,0 1-1 0 0,0 0 1 0 0,0-1-1 0 0,1 1 1 0 0,-1 0-1 0 0,1-1 1 0 0,0 1-1 0 0,0 0 1 0 0,-1 0-1 0 0,1 0 1 0 0,1-1-1 0 0,-1 1 1 0 0,0 0-1 0 0,0 0 1 0 0,1 1-1 0 0,-1-1 1 0 0,1 0-1 0 0,2-2 1 0 0,4-5-17 0 0,6-11 114 0 0,10-8-73 0 0,-20 23-87 0 0,1 1 0 0 0,-2 0-1 0 0,1-1 1 0 0,0 0-1 0 0,-1 0 1 0 0,0 0 0 0 0,2-6-1 0 0,-3 7-4 0 0,1-1 0 0 0,-1 1-1 0 0,1-1 1 0 0,0 1 0 0 0,0 0-1 0 0,1 0 1 0 0,-1 0 0 0 0,8-6-1 0 0,16-17 54 0 0,-22 22-24 0 0,-1 1 0 0 0,0-1 0 0 0,1 1-1 0 0,0 0 1 0 0,6-4 0 0 0,-10 7-18 0 0,1 0 0 0 0,0 1 1 0 0,-1-1-1 0 0,1 0 0 0 0,0 1 0 0 0,0-1 0 0 0,0 1 0 0 0,-1 0 1 0 0,1-1-1 0 0,0 1 0 0 0,0 0 0 0 0,0 0 0 0 0,0 0 1 0 0,0 1-1 0 0,-1-1 0 0 0,1 0 0 0 0,0 1 0 0 0,0-1 0 0 0,0 1 1 0 0,-1-1-1 0 0,4 2 0 0 0,15 5 262 0 0,-18-7-231 0 0,1 0 1 0 0,-1 1-1 0 0,1 0 1 0 0,-1 0 0 0 0,1-1-1 0 0,-1 2 1 0 0,0-1-1 0 0,0 0 1 0 0,1 0-1 0 0,-1 1 1 0 0,0-1 0 0 0,0 1-1 0 0,0-1 1 0 0,0 1-1 0 0,-1 0 1 0 0,4 3-1 0 0,13 12 242 0 0,-13-13-197 0 0,-1-1 0 0 0,0 1-1 0 0,0 0 1 0 0,0 0 0 0 0,-1 0 0 0 0,1 1 0 0 0,4 7 0 0 0,-6-8-15 0 0,-1 0 0 0 0,0 0 0 0 0,1-1-1 0 0,-1 1 1 0 0,-1 0 0 0 0,1 1 0 0 0,-1-1 0 0 0,1 0 0 0 0,-1 0 0 0 0,-1 0 0 0 0,1 0 0 0 0,0 0-1 0 0,-1 0 1 0 0,0 0 0 0 0,0 0 0 0 0,0 0 0 0 0,0 0 0 0 0,-3 4 0 0 0,1-3 83 0 0,0 0 0 0 0,0 0 1 0 0,0 0-1 0 0,-1 0 1 0 0,0-1-1 0 0,0 1 0 0 0,0-1 1 0 0,-1 0-1 0 0,1-1 0 0 0,-1 1 1 0 0,0-1-1 0 0,-7 4 0 0 0,-14 5 657 0 0,0-1-1 0 0,-1-1 0 0 0,0-1 0 0 0,0-1 1 0 0,-35 4-1 0 0,41-11-742 0 0,21-1-69 0 0,0 0 0 0 0,0 0 1 0 0,1 0-1 0 0,-1 0 1 0 0,0 0-1 0 0,0 0 1 0 0,1 0-1 0 0,-1 0 1 0 0,0 0-1 0 0,0 0 0 0 0,0-1 1 0 0,1 1-1 0 0,-1 0 1 0 0,0 0-1 0 0,0 0 1 0 0,0 0-1 0 0,1-1 0 0 0,-1 1 1 0 0,0 0-1 0 0,0 0 1 0 0,0 0-1 0 0,0-1 1 0 0,0 1-1 0 0,0 0 0 0 0,1 0 1 0 0,-1 0-1 0 0,0-1 1 0 0,0 1-1 0 0,0 0 1 0 0,0 0-1 0 0,0-1 0 0 0,0 1 1 0 0,0 0-1 0 0,0 0 1 0 0,0-1-1 0 0,0 1 1 0 0,0 0-1 0 0,0 0 0 0 0,0-1 1 0 0,0 1-1 0 0,0 0 1 0 0,0 0-1 0 0,-1-1 1 0 0,1 1-1 0 0,0 0 0 0 0,0 0 1 0 0,0 0-1 0 0,0-1 1 0 0,0 1-1 0 0,0 0 1 0 0,-1 0-1 0 0,1 0 0 0 0,0-1 1 0 0,0 1-1 0 0,0 0 1 0 0,-1 0-1 0 0,1 0 1 0 0,0 0-1 0 0,0 0 0 0 0,0-1 1 0 0,-1 1-1 0 0,1 0 1 0 0,0 0-1 0 0,0 0 1 0 0,-1 0-1 0 0,1 0 0 0 0,0 0 1 0 0,92-30-1533 0 0,-79 27 1022 0 0,1 0 0 0 0,0 1 0 0 0,26 0-1 0 0,-33 3 401 0 0,-1-1 0 0 0,1 1 0 0 0,-1 0 0 0 0,0 1 0 0 0,0 0 0 0 0,0 0 0 0 0,1 0 0 0 0,-2 1 0 0 0,1-1-1 0 0,8 6 1 0 0,-12-7 128 0 0,0 0 0 0 0,0 0 0 0 0,-1 1 0 0 0,1-1 0 0 0,0 0-1 0 0,0 1 1 0 0,-1-1 0 0 0,1 1 0 0 0,-1-1 0 0 0,0 1 0 0 0,1 0 0 0 0,-1-1-1 0 0,0 1 1 0 0,0 0 0 0 0,0 0 0 0 0,0 0 0 0 0,0 0 0 0 0,0 0-1 0 0,-1 0 1 0 0,1 0 0 0 0,-1 0 0 0 0,1 1 0 0 0,-1-1 0 0 0,0 0 0 0 0,0 0-1 0 0,0 0 1 0 0,0 3 0 0 0,-2 2 159 0 0,-1 0 0 0 0,1 0 0 0 0,-1 0-1 0 0,-1 0 1 0 0,1-1 0 0 0,-9 13 0 0 0,6-11-45 0 0,0 1 1 0 0,0-1-1 0 0,-1 0 1 0 0,0-1-1 0 0,0 0 1 0 0,-1 0-1 0 0,-12 9 1 0 0,3-6-199 0 0,0 0 1 0 0,-1-1-1 0 0,-25 8 1 0 0,15-6-327 0 0,-47 17-1737 0 0,14-15-2214 0 0,-31-10-4966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23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0 1521 0 0,'0'0'118'0'0,"0"0"0"0"0,0 1 0 0 0,0-1 0 0 0,0 0 1 0 0,0 0-1 0 0,0 0 0 0 0,-1 0 0 0 0,1 1 0 0 0,0-1 0 0 0,0 0 1 0 0,0 0-1 0 0,0 0 0 0 0,0 1 0 0 0,0-1 0 0 0,0 0 1 0 0,0 0-1 0 0,0 0 0 0 0,0 1 0 0 0,0-1 0 0 0,0 0 0 0 0,0 0 1 0 0,0 0-1 0 0,0 1 0 0 0,0-1 0 0 0,0 0 0 0 0,0 0 1 0 0,0 0-1 0 0,0 1 0 0 0,1-1 0 0 0,-1 0 0 0 0,0 0 0 0 0,0 0 1 0 0,0 0-1 0 0,0 1 0 0 0,0-1 0 0 0,0 0 0 0 0,1 0 0 0 0,-1 0 1 0 0,0 0-1 0 0,0 0 0 0 0,0 0 0 0 0,0 1 0 0 0,1-1 1 0 0,-1 0-1 0 0,0 0 0 0 0,0 0 0 0 0,0 0 0 0 0,1 0 0 0 0,-1 0 1 0 0,0 0-1 0 0,0 0 0 0 0,0 0 0 0 0,1 0 0 0 0,-1 0 1 0 0,0 0-1 0 0,0 0 0 0 0,0 0 0 0 0,1 0 0 0 0,-1 0 0 0 0,0 0 1 0 0,0 0-1 0 0,0 0 0 0 0,1-1 0 0 0,17 6 1035 0 0,-18-5-1095 0 0,1 0 1 0 0,-1 0 0 0 0,0 0-1 0 0,1 0 1 0 0,-1 0-1 0 0,0 0 1 0 0,1 0-1 0 0,-1 0 1 0 0,0 0 0 0 0,1 0-1 0 0,-1 0 1 0 0,0 0-1 0 0,1 1 1 0 0,-1-1-1 0 0,0 0 1 0 0,1 0 0 0 0,-1 0-1 0 0,0 0 1 0 0,1 1-1 0 0,-1-1 1 0 0,0 0-1 0 0,0 0 1 0 0,1 1 0 0 0,-1-1-1 0 0,0 0 1 0 0,0 1-1 0 0,0-1 1 0 0,1 0-1 0 0,-1 1 1 0 0,0-1 0 0 0,0 0-1 0 0,0 1 1 0 0,0-1-1 0 0,0 0 1 0 0,0 1-1 0 0,0-1 1 0 0,1 0 0 0 0,-1 1-1 0 0,0-1 1 0 0,0 0-1 0 0,0 1 1 0 0,-1-1-1 0 0,1 0 1 0 0,0 1 0 0 0,0-1-1 0 0,0 0 1 0 0,0 1-1 0 0,0-1 1 0 0,0 1-1 0 0,0-1 1 0 0,-1 0 0 0 0,1 0-1 0 0,0 1 1 0 0,0-1-1 0 0,0 0 1 0 0,-1 1-1 0 0,1-1 1 0 0,0 0 0 0 0,0 0-1 0 0,-1 1 1 0 0,1-1-1 0 0,0 0 1 0 0,-1 0 0 0 0,1 0-1 0 0,0 0 1 0 0,-1 1-1 0 0,1-1 1 0 0,-55 40 3903 0 0,55-39-3923 0 0,-1-1 1 0 0,1 1 0 0 0,-1-1-1 0 0,1 1 1 0 0,0-1 0 0 0,-1 1 0 0 0,1-1-1 0 0,-1 1 1 0 0,1-1 0 0 0,0 1-1 0 0,0-1 1 0 0,-1 1 0 0 0,1-1-1 0 0,0 1 1 0 0,0 0 0 0 0,0-1 0 0 0,0 1-1 0 0,0-1 1 0 0,-1 1 0 0 0,1 0-1 0 0,0-1 1 0 0,1 1 0 0 0,-1-1 0 0 0,0 1-1 0 0,0 0 1 0 0,0 0 0 0 0,2 1 1079 0 0,-4-7 1172 0 0,7 5-2065 0 0,10 0 0 0 0,-30 0-51 0 0,10 0 358 0 0,4 7-428 0 0,2-19 297 0 0,-1 11-322 0 0,0 6-80 0 0,0-36-573 0 0,0 30 506 0 0,-12 0-6529 0 0,2-3 4742 0 0,-12-9-5970 0 0,-32-11 1848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27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1185 240 0 0,'3'-12'3544'0'0,"9"11"-2418"0"0,6 0 5796 0 0,-18 0-6885 0 0,-1 1 1 0 0,1-1-1 0 0,0 1 1 0 0,-1-1-1 0 0,1 1 0 0 0,0 0 1 0 0,-1-1-1 0 0,1 1 0 0 0,0-1 1 0 0,-1 1-1 0 0,1 0 1 0 0,-1-1-1 0 0,1 1 0 0 0,-1 0 1 0 0,1 0-1 0 0,0-1 0 0 0,-1 1 1 0 0,1 0-1 0 0,-1 0 0 0 0,1 0 1 0 0,-1 0-1 0 0,0 0 1 0 0,1 0-1 0 0,-1-1 0 0 0,1 1 1 0 0,-1 0-1 0 0,1 0 0 0 0,-1 1 1 0 0,1-1-1 0 0,-1 0 1 0 0,1 0-1 0 0,-1 0 0 0 0,1 0 1 0 0,-1 0-1 0 0,0 1-22 0 0,1-1 0 0 0,-1 0 1 0 0,1 0-1 0 0,-1 0 0 0 0,1 0 0 0 0,-1 0 1 0 0,0 1-1 0 0,1-1 0 0 0,-1 0 0 0 0,1 0 1 0 0,-1-1-1 0 0,1 1 0 0 0,-1 0 0 0 0,1 0 0 0 0,-1 0 1 0 0,1 0-1 0 0,-1 0 0 0 0,1 0 0 0 0,-1-1 1 0 0,1 1-1 0 0,-1 0 0 0 0,1-1 0 0 0,-1 1 0 0 0,1 0 1 0 0,-1-1-1 0 0,1 1 0 0 0,0 0 0 0 0,-1-1 1 0 0,1 1-1 0 0,0-1 0 0 0,-1 1 0 0 0,1 0 0 0 0,0-1 1 0 0,-1 0-1 0 0,1-2 389 0 0,1-16 255 0 0,-1 18-617 0 0,0 1 0 0 0,0-1 0 0 0,0 1 0 0 0,0-1 0 0 0,0 1 0 0 0,0-1 0 0 0,0 1 0 0 0,0-1 1 0 0,0 1-1 0 0,0-1 0 0 0,-1 1 0 0 0,1-1 0 0 0,0 1 0 0 0,0-1 0 0 0,0 1 0 0 0,-1-1 0 0 0,1 1 0 0 0,0 0 0 0 0,0-1 0 0 0,-1 1 0 0 0,1-1 1 0 0,0 1-1 0 0,-1 0 0 0 0,1-1 0 0 0,-1 1 0 0 0,1 0 0 0 0,-1-1 0 0 0,-5 0 109 0 0,1 0 0 0 0,-1 0 0 0 0,1-1 1 0 0,0 1-1 0 0,0-1 0 0 0,-1 0 0 0 0,1-1 0 0 0,-7-4 1 0 0,11 6-103 0 0,0-1 0 0 0,0 1 1 0 0,1-1-1 0 0,-1 1 1 0 0,0-1-1 0 0,1 0 1 0 0,-1 1-1 0 0,1-1 1 0 0,-1 0-1 0 0,1 0 1 0 0,0 1-1 0 0,0-1 0 0 0,-1 0 1 0 0,1 0-1 0 0,1 0 1 0 0,-1 1-1 0 0,0-1 1 0 0,0 0-1 0 0,1-2 1 0 0,0-3 174 0 0,-2-11 96 0 0,0 13-291 0 0,0-1 0 0 0,1 1 0 0 0,-1 0 0 0 0,1 0 0 0 0,1-1 0 0 0,-1 1 0 0 0,1 0 0 0 0,0 0 0 0 0,0-1 0 0 0,0 1 0 0 0,3-7-1 0 0,7 5 23 0 0,-10 6-46 0 0,0 1 1 0 0,0-1-1 0 0,0 1 1 0 0,0-1-1 0 0,0 0 1 0 0,0 1 0 0 0,0-1-1 0 0,-1 0 1 0 0,1 0-1 0 0,0 0 1 0 0,0 0-1 0 0,0 0 1 0 0,-1 0-1 0 0,1 0 1 0 0,-1 0-1 0 0,1 0 1 0 0,-1 0 0 0 0,1 0-1 0 0,-1 0 1 0 0,1-1-1 0 0,-1 1 1 0 0,0 0-1 0 0,0 0 1 0 0,0 0-1 0 0,0-1 1 0 0,0 0 0 0 0,0-61 74 0 0,0 63-84 0 0,0-1 0 0 0,0 0 0 0 0,1 0 0 0 0,-1 0 1 0 0,0 0-1 0 0,0 0 0 0 0,0 0 0 0 0,0 0 1 0 0,1 1-1 0 0,-1-1 0 0 0,0 0 0 0 0,1 0 0 0 0,-1 0 1 0 0,1 1-1 0 0,-1-1 0 0 0,1 0 0 0 0,-1 0 1 0 0,1 1-1 0 0,0-1 0 0 0,-1 0 0 0 0,1 1 0 0 0,0-1 1 0 0,-1 1-1 0 0,1-1 0 0 0,0 1 0 0 0,0-1 0 0 0,0 1 1 0 0,-1 0-1 0 0,3-1 0 0 0,-2 1 0 0 0,0-1 1 0 0,0 1-1 0 0,0-1 0 0 0,0 1 0 0 0,0-1 0 0 0,0 0 1 0 0,-1 1-1 0 0,1-1 0 0 0,0 0 0 0 0,0 1 1 0 0,0-1-1 0 0,-1 0 0 0 0,1 0 0 0 0,0 0 0 0 0,-1 0 1 0 0,1 0-1 0 0,0 0 0 0 0,-1 0 0 0 0,0 0 1 0 0,1 0-1 0 0,-1 0 0 0 0,0 0 0 0 0,1 0 0 0 0,-1 0 1 0 0,0 0-1 0 0,0 0 0 0 0,0 0 0 0 0,0-1 1 0 0,0-1-1 0 0,0-3 6 0 0,-1 4 3 0 0,1 0 1 0 0,0 0-1 0 0,0 0 0 0 0,-1 0 1 0 0,2 0-1 0 0,-1 0 0 0 0,0 0 1 0 0,0 0-1 0 0,1 0 1 0 0,-1 0-1 0 0,1 0 0 0 0,-1 0 1 0 0,1 0-1 0 0,0 0 0 0 0,-1 1 1 0 0,3-3-1 0 0,5-2 14 0 0,-7 5-17 0 0,0 1 0 0 0,0-1 0 0 0,1 0 0 0 0,-1 0 0 0 0,0 0 0 0 0,0 0 0 0 0,0 0 0 0 0,0 0 0 0 0,0 0 0 0 0,0 0 0 0 0,0 0 0 0 0,0 0 0 0 0,-1 0 0 0 0,1-1 0 0 0,0 1 0 0 0,-1 0 0 0 0,1-1 0 0 0,-1 1 0 0 0,1 0 0 0 0,-1-1 0 0 0,0 1 0 0 0,0-1 0 0 0,1-1 0 0 0,-1 2-3 0 0,0-1-1 0 0,0 1 1 0 0,0 0-1 0 0,0 0 1 0 0,0 0 0 0 0,1 0-1 0 0,-1 0 1 0 0,0 0 0 0 0,1-1-1 0 0,-1 1 1 0 0,1 0 0 0 0,-1 0-1 0 0,1 0 1 0 0,-1 0 0 0 0,1 0-1 0 0,0 1 1 0 0,-1-1 0 0 0,1 0-1 0 0,0 0 1 0 0,0 0-1 0 0,0 1 1 0 0,0-1 0 0 0,0 0-1 0 0,0 1 1 0 0,0-1 0 0 0,1 0-1 0 0,-1 0-3 0 0,0 1-1 0 0,0-1 1 0 0,0 1-1 0 0,0-1 1 0 0,0 0-1 0 0,0 0 0 0 0,0 1 1 0 0,0-1-1 0 0,0 0 1 0 0,-1 0-1 0 0,1 0 1 0 0,0 0-1 0 0,-1 0 0 0 0,1 0 1 0 0,0 0-1 0 0,-1 0 1 0 0,1 0-1 0 0,-1 0 1 0 0,0-1-1 0 0,1 1 1 0 0,-1 0-1 0 0,0 0 0 0 0,0 0 1 0 0,0-1-1 0 0,0 1 1 0 0,0-1-1 0 0,0-225-274 0 0,0 226 282 0 0,0 0 0 0 0,0 1 0 0 0,0-1 0 0 0,0 1 0 0 0,0-1 0 0 0,0 0 0 0 0,0 1 0 0 0,-1-1 0 0 0,1 1 0 0 0,0-1 0 0 0,-1 1 0 0 0,1-1 0 0 0,0 0 0 0 0,-1 1 0 0 0,1-1 0 0 0,0 1 0 0 0,-1 0 0 0 0,1-1 0 0 0,-1 1 0 0 0,1-1 0 0 0,-1 1 0 0 0,1 0 0 0 0,-1-1 0 0 0,1 1 0 0 0,-1 0 0 0 0,0-1 0 0 0,1 1-1 0 0,-1 0 1 0 0,1 0 0 0 0,-1 0 0 0 0,0 0 0 0 0,1-1 0 0 0,-1 1 0 0 0,0 0 0 0 0,0 0-2 0 0,0 0 0 0 0,0 0 0 0 0,1 0 0 0 0,-1 0 0 0 0,0 0 0 0 0,0-1 0 0 0,0 1 0 0 0,1 0 0 0 0,-1-1 0 0 0,0 1 0 0 0,0-1-1 0 0,1 1 1 0 0,-1 0 0 0 0,0-1 0 0 0,1 0 0 0 0,-1 1 0 0 0,1-1 0 0 0,-1 1 0 0 0,1-1 0 0 0,-1 0 0 0 0,1 1 0 0 0,-1-1 0 0 0,1 0 0 0 0,-1 1 0 0 0,1-1-1 0 0,0 0 1 0 0,0 0 0 0 0,-1 0 0 0 0,1 1 0 0 0,0-1 0 0 0,0 0 0 0 0,0 0 0 0 0,0 0 0 0 0,0 1 0 0 0,0-2 0 0 0,0-211 320 0 0,0 212-316 0 0,0 1 1 0 0,0-1 0 0 0,0 1-1 0 0,1-1 1 0 0,-1 1-1 0 0,0-1 1 0 0,0 1 0 0 0,1-1-1 0 0,-1 1 1 0 0,0-1-1 0 0,1 1 1 0 0,-1-1 0 0 0,0 1-1 0 0,1-1 1 0 0,-1 1-1 0 0,1 0 1 0 0,-1-1 0 0 0,1 1-1 0 0,-1 0 1 0 0,1-1-1 0 0,-1 1 1 0 0,1 0-1 0 0,-1-1 1 0 0,1 1 0 0 0,-1 0-1 0 0,1 0 1 0 0,-1 0-1 0 0,1 0 1 0 0,0 0 0 0 0,-1 0-1 0 0,1 0 1 0 0,-1 0-1 0 0,1 0 1 0 0,0 0 0 0 0,0 0-1 0 0,0 0 1 0 0,-1 0-1 0 0,1 0 0 0 0,0 0 0 0 0,-1 0 1 0 0,1 0-1 0 0,-1 0 0 0 0,1 0 1 0 0,-1 0-1 0 0,1 0 0 0 0,0 0 0 0 0,-1 0 1 0 0,1 0-1 0 0,-1-1 0 0 0,1 1 1 0 0,-1 0-1 0 0,1 0 0 0 0,-1-1 1 0 0,1 1-1 0 0,-1 0 0 0 0,1-1 0 0 0,-1 1 1 0 0,1 0-1 0 0,-1-1 0 0 0,0 1 1 0 0,1-1-1 0 0,-1 1 0 0 0,0-1 1 0 0,1 1-1 0 0,-1-1 0 0 0,0 1 0 0 0,0-1 1 0 0,1 1-1 0 0,-1-1 0 0 0,0 1 1 0 0,0-2-1 0 0,1 1 2 0 0,-1 0 0 0 0,0 1-1 0 0,0-1 1 0 0,0 0 0 0 0,0 0 0 0 0,1 0-1 0 0,-1 1 1 0 0,0-1 0 0 0,1 0 0 0 0,-1 0 0 0 0,1 1-1 0 0,-1-1 1 0 0,1 0 0 0 0,-1 1 0 0 0,1-1-1 0 0,0 0 1 0 0,-1 1 0 0 0,1-1 0 0 0,-1 1 0 0 0,1-1-1 0 0,0 1 1 0 0,0 0 0 0 0,-1-1 0 0 0,1 1 0 0 0,0-1-1 0 0,0 1 1 0 0,0 0 0 0 0,-1 0 0 0 0,1 0-1 0 0,0-1 1 0 0,0 1 0 0 0,0 0 0 0 0,0 0 0 0 0,-1 0-1 0 0,1 0 1 0 0,1 1 0 0 0,3-2 20 0 0,-5 1-24 0 0,0 0 0 0 0,0 0 0 0 0,0 0 0 0 0,0 0 1 0 0,1 1-1 0 0,-1-1 0 0 0,0 0 0 0 0,0 0 0 0 0,0 0 0 0 0,0 0 0 0 0,1 0 0 0 0,-1 0 0 0 0,0 0 0 0 0,0 0 0 0 0,0 0 1 0 0,0 0-1 0 0,1-1 0 0 0,-1 1 0 0 0,0 0 0 0 0,0 0 0 0 0,0 0 0 0 0,0 0 0 0 0,1 0 0 0 0,-1 0 0 0 0,0 0 0 0 0,0 0 1 0 0,0 0-1 0 0,0 0 0 0 0,0-1 0 0 0,0 1 0 0 0,1 0 0 0 0,-1 0 0 0 0,0 0 0 0 0,0 0 0 0 0,0 0 0 0 0,0-1 0 0 0,0 1 1 0 0,0 0-1 0 0,0 0 0 0 0,0 0 0 0 0,0 0 0 0 0,0-1 0 0 0,0 1 0 0 0,0 0 0 0 0,0 0 0 0 0,0 0 0 0 0,0 0 0 0 0,0-1 0 0 0,0 1 1 0 0,0 0-1 0 0,0 0 0 0 0,0 0 0 0 0,0 0 0 0 0,0-1 0 0 0,0 1 0 0 0,0 0 2 0 0,0 0-1 0 0,0-1 0 0 0,0 1 1 0 0,0 0-1 0 0,0 0 0 0 0,0 0 1 0 0,0 0-1 0 0,0-1 1 0 0,0 1-1 0 0,0 0 0 0 0,0 0 1 0 0,0 0-1 0 0,0 0 1 0 0,0-1-1 0 0,0 1 0 0 0,0 0 1 0 0,0 0-1 0 0,0 0 1 0 0,0 0-1 0 0,0-1 0 0 0,0 1 1 0 0,0 0-1 0 0,0 0 0 0 0,0 0 1 0 0,1 0-1 0 0,-1 0 1 0 0,0-1-1 0 0,0 1 0 0 0,0 0 1 0 0,0 0-1 0 0,0 0 1 0 0,0 0-1 0 0,1 0 0 0 0,-1 0 1 0 0,0 0-1 0 0,0 0 1 0 0,0 0-1 0 0,0-1 0 0 0,1 1 1 0 0,-1 0-1 0 0,0 0 0 0 0,0 0 1 0 0,0 0-1 0 0,0 0 1 0 0,1 0-1 0 0,-1 0 0 0 0,0 0 1 0 0,0 0-1 0 0,0 0 1 0 0,0 0-1 0 0,1 0 0 0 0,-1 0 1 0 0,0 0-1 0 0,0 1 1 0 0,1-1-1 0 0,1-1-5 0 0,-1 1 13 0 0,0 0 1 0 0,0 0 0 0 0,0 0 0 0 0,0 0-1 0 0,0 0 1 0 0,1-1 0 0 0,-1 1 0 0 0,0 0 0 0 0,0-1-1 0 0,0 1 1 0 0,0-1 0 0 0,0 1 0 0 0,-1-1-1 0 0,1 0 1 0 0,0 1 0 0 0,0-1 0 0 0,0 0-1 0 0,0 1 1 0 0,-1-1 0 0 0,1 0 0 0 0,0 0 0 0 0,-1 0-1 0 0,1 0 1 0 0,0 0 0 0 0,-1 0 0 0 0,1 0-1 0 0,-1 0 1 0 0,0 0 0 0 0,1 0 0 0 0,-1 0-1 0 0,0 0 1 0 0,0 0 0 0 0,1 0 0 0 0,-1 0-1 0 0,0 0 1 0 0,0 0 0 0 0,0 0 0 0 0,0-1 0 0 0,-1 1-1 0 0,1-2 1 0 0,0 2-6 0 0,0 0-1 0 0,0 0 1 0 0,1 0-1 0 0,-1-1 0 0 0,0 1 1 0 0,1 0-1 0 0,-1 0 1 0 0,1 0-1 0 0,-1 0 1 0 0,1 0-1 0 0,-1 0 1 0 0,1 0-1 0 0,0 0 1 0 0,0 0-1 0 0,-1 0 1 0 0,1 0-1 0 0,0 1 1 0 0,0-1-1 0 0,0 0 1 0 0,0 1-1 0 0,0-1 1 0 0,0 0-1 0 0,0 1 0 0 0,0-1 1 0 0,2 0-1 0 0,5-3 27 0 0,25-29 128 0 0,-30 23-112 0 0,-3 9-44 0 0,0 1 0 0 0,0-1 0 0 0,0 1 0 0 0,1-1 0 0 0,-1 1 0 0 0,0-1 0 0 0,0 1 0 0 0,0-1 0 0 0,0 1 0 0 0,0-1 0 0 0,1 1 0 0 0,-1 0 0 0 0,0-1 0 0 0,0 1 0 0 0,1-1 0 0 0,-1 1 0 0 0,0-1 0 0 0,0 1 0 0 0,1 0 0 0 0,-1-1 0 0 0,1 1 0 0 0,-1 0 0 0 0,0 0 0 0 0,1-1 0 0 0,-1 1 0 0 0,1 0 0 0 0,-1-1 0 0 0,8-1 94 0 0,6-6-125 0 0,-13 6 163 0 0,0 1 0 0 0,0-1 0 0 0,-1 0 0 0 0,1 0 0 0 0,-1 1 1 0 0,1-1-1 0 0,-1 0 0 0 0,1 0 0 0 0,-1 0 0 0 0,0 1 0 0 0,0-1 0 0 0,0-3 1 0 0,-28 5 1557 0 0,28 0-1687 0 0,0 0 0 0 0,0 0 1 0 0,0 0-1 0 0,-1 0 0 0 0,1 0 1 0 0,0 0-1 0 0,0 0 1 0 0,0 0-1 0 0,-1 0 0 0 0,1 0 1 0 0,0 0-1 0 0,0 0 0 0 0,0 0 1 0 0,-1-1-1 0 0,1 1 1 0 0,0 0-1 0 0,0 0 0 0 0,0 0 1 0 0,0 0-1 0 0,0 0 0 0 0,-1 0 1 0 0,1-1-1 0 0,0 1 1 0 0,0 0-1 0 0,0 0 0 0 0,0 0 1 0 0,0 0-1 0 0,0-1 0 0 0,-1 1 1 0 0,1 0-1 0 0,0 0 1 0 0,0 0-1 0 0,0-1 0 0 0,0 1 1 0 0,0 0-1 0 0,0 0 0 0 0,0 0 1 0 0,0-1-1 0 0,0 1 1 0 0,0 0 3 0 0,0-1 1 0 0,0 1 0 0 0,0 0 0 0 0,0 0 0 0 0,0 0 0 0 0,0-1 0 0 0,0 1 0 0 0,0 0 0 0 0,0 0 0 0 0,0 0 0 0 0,0-1 0 0 0,0 1 0 0 0,-1 0 0 0 0,1 0 0 0 0,0 0 0 0 0,0-1 0 0 0,0 1 0 0 0,0 0 0 0 0,0 0 0 0 0,0 0 0 0 0,-1 0 0 0 0,1 0 0 0 0,0-1 0 0 0,0 1 0 0 0,0 0 0 0 0,0 0 0 0 0,-1 0 0 0 0,1 0 0 0 0,0 0 0 0 0,0 0 0 0 0,0 0 0 0 0,-1 0 0 0 0,1 0 0 0 0,0 0-1 0 0,0 0 1 0 0,0 0 0 0 0,-1 0 0 0 0,1 0 0 0 0,0 0 0 0 0,-55-8 709 0 0,50 6-148 0 0,-1 2-426 0 0,-15 2-54 0 0,20-2-91 0 0,1 0-1 0 0,0 0 1 0 0,0 0-1 0 0,-1 0 1 0 0,1 0-1 0 0,0 0 0 0 0,0 0 1 0 0,-1 0-1 0 0,1 0 1 0 0,0 0-1 0 0,0 0 1 0 0,-1 1-1 0 0,1-1 1 0 0,0 0-1 0 0,0 0 0 0 0,0 0 1 0 0,0 0-1 0 0,-1 1 1 0 0,1-1-1 0 0,0 0 1 0 0,0 0-1 0 0,0 0 1 0 0,0 1-1 0 0,0-1 0 0 0,-1 0 1 0 0,1 0-1 0 0,0 1 1 0 0,0-1-1 0 0,0 0 1 0 0,0 0-1 0 0,0 1 0 0 0,0-1 1 0 0,0 0-1 0 0,0 0 1 0 0,0 1-1 0 0,0-1 1 0 0,0 1-4 0 0,0-1 1 0 0,0 1-1 0 0,1-1 1 0 0,-1 1-1 0 0,0-1 1 0 0,0 1-1 0 0,1-1 1 0 0,-1 1-1 0 0,0-1 1 0 0,1 1-1 0 0,-1-1 0 0 0,0 0 1 0 0,1 1-1 0 0,-1-1 1 0 0,1 1-1 0 0,-1-1 1 0 0,0 0-1 0 0,1 0 1 0 0,-1 1-1 0 0,1-1 1 0 0,-1 0-1 0 0,1 0 1 0 0,-1 1-1 0 0,1-1 1 0 0,-1 0-1 0 0,1 0 1 0 0,-1 0-1 0 0,1 0 1 0 0,0 0-1 0 0,-1 0 1 0 0,1 0-1 0 0,-1 0 1 0 0,1 0-1 0 0,-1 0 1 0 0,1 0-1 0 0,0 0 2 0 0,0 0 0 0 0,-1 0 0 0 0,1 0 0 0 0,-1 0 0 0 0,1 0 0 0 0,0 0 0 0 0,-1 0 0 0 0,1 0 0 0 0,0 0 0 0 0,-1 0 0 0 0,1 0 1 0 0,-1 0-1 0 0,1 1 0 0 0,0-1 0 0 0,-1 0 0 0 0,1 0 0 0 0,-1 1 0 0 0,1-1 0 0 0,-1 0 0 0 0,1 1 0 0 0,-1-1 0 0 0,1 1 0 0 0,-1-1 0 0 0,0 1 0 0 0,1-1 0 0 0,-1 1 0 0 0,1-1 0 0 0,-1 1 0 0 0,0-1 0 0 0,0 1 0 0 0,1-1 0 0 0,-1 1 0 0 0,0-1 0 0 0,0 1 0 0 0,0 0 0 0 0,1 0 0 0 0,-1 2 4 0 0,0 1-1 0 0,1-1 0 0 0,-1 0 0 0 0,-1 0 0 0 0,1 1 1 0 0,0-1-1 0 0,-1 0 0 0 0,1 0 0 0 0,-1 0 0 0 0,0 1 1 0 0,0-1-1 0 0,-1 0 0 0 0,1 0 0 0 0,0 0 0 0 0,-1-1 1 0 0,0 1-1 0 0,0 0 0 0 0,0-1 0 0 0,0 1 0 0 0,0-1 1 0 0,0 1-1 0 0,-1-1 0 0 0,1 0 0 0 0,-4 2 0 0 0,-57 56 16 0 0,45-42-447 0 0,-1 0 0 0 0,-1-1 0 0 0,-23 16-1 0 0,16-15-3613 0 0,21-10-3935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28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20 480 0 0,'0'0'641'0'0,"0"-7"-561"0"0,-32 7-160 0 0,32-6 80 0 0,0 0-481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29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1 480 0 0,'0'0'801'0'0,"-5"0"52"0"0,-5 0-487 0 0,-8-1 1487 0 0,0 1-1 0 0,-23 4 0 0 0,25 8-505 0 0,-7-5-729 0 0,12-3-328 0 0,0 0 0 0 0,-1 0 0 0 0,1 1 0 0 0,-14 9 0 0 0,-100 78 1324 0 0,97-78-1339 0 0,26-14-297 0 0,0 1 0 0 0,-1 0 0 0 0,1 0 0 0 0,0-1 0 0 0,-1 2 0 0 0,1-1 0 0 0,0 0 0 0 0,0 0 0 0 0,0 1 0 0 0,0-1 0 0 0,0 1 1 0 0,0 0-1 0 0,1-1 0 0 0,-1 1 0 0 0,0 0 0 0 0,1 0 0 0 0,-2 3 0 0 0,3-4-87 0 0,1-1 0 0 0,-1 1 0 0 0,1 0 0 0 0,0 0 0 0 0,-1-1 0 0 0,1 1 0 0 0,0-1 1 0 0,-1 1-1 0 0,1-1 0 0 0,0 1 0 0 0,0-1 0 0 0,0 1 0 0 0,0-1 0 0 0,-1 0 0 0 0,1 1 0 0 0,0-1 0 0 0,0 0 0 0 0,0 0 0 0 0,0 1 0 0 0,0-1 0 0 0,0 0 1 0 0,0 0-1 0 0,0 0 0 0 0,0 0 0 0 0,1-1 0 0 0,8 0-4569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31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506 1 240 0 0,'0'0'800'0'0,"5"1"-359"0"0,17 3 172 0 0,-22-4-578 0 0,0 0-1 0 0,1 0 0 0 0,-1 0 1 0 0,0 0-1 0 0,0 0 0 0 0,1 0 0 0 0,-1 0 1 0 0,0 0-1 0 0,0 1 0 0 0,1-1 1 0 0,-1 0-1 0 0,0 0 0 0 0,0 0 1 0 0,1 0-1 0 0,-1 0 0 0 0,0 0 1 0 0,0 1-1 0 0,0-1 0 0 0,1 0 1 0 0,-1 0-1 0 0,0 0 0 0 0,0 0 0 0 0,0 1 1 0 0,0-1-1 0 0,0 0 0 0 0,1 0 1 0 0,-1 1-1 0 0,0-1 0 0 0,0 0 1 0 0,0 0-1 0 0,0 1 0 0 0,0-1 1 0 0,0 0-1 0 0,0 0 0 0 0,0 1 0 0 0,0-1 1 0 0,0 0-1 0 0,0 0 0 0 0,0 1 1 0 0,0-1-1 0 0,0 0 0 0 0,0 1-7 0 0,0-1-1 0 0,0 1 0 0 0,0-1 0 0 0,0 0 0 0 0,0 1 1 0 0,0-1-1 0 0,0 0 0 0 0,0 1 0 0 0,0-1 0 0 0,0 1 1 0 0,0-1-1 0 0,0 0 0 0 0,1 1 0 0 0,-1-1 0 0 0,0 0 1 0 0,0 1-1 0 0,0-1 0 0 0,1 0 0 0 0,-1 0 0 0 0,0 1 1 0 0,0-1-1 0 0,1 0 0 0 0,-1 1 0 0 0,0-1 0 0 0,1 0 1 0 0,-1 0-1 0 0,0 0 0 0 0,1 1 0 0 0,6 2 139 0 0,-6-3-111 0 0,0 1 1 0 0,0-1-1 0 0,0 1 1 0 0,0-1-1 0 0,0 1 1 0 0,0-1-1 0 0,0 1 1 0 0,0 0-1 0 0,0 0 1 0 0,0-1-1 0 0,0 1 1 0 0,0 0-1 0 0,0 0 1 0 0,-1 0-1 0 0,1 0 1 0 0,0 0-1 0 0,-1 0 1 0 0,1 0-1 0 0,0 0 1 0 0,-1 0-1 0 0,0 0 1 0 0,1 0-1 0 0,-1 1 1 0 0,1-1-1 0 0,-1 0 1 0 0,0 0-1 0 0,0 0 1 0 0,0 0-1 0 0,0 1 1 0 0,0 0-1 0 0,0 0-28 0 0,0-1 0 0 0,0 0 0 0 0,1 0-1 0 0,-1 0 1 0 0,0 0 0 0 0,1 0 0 0 0,-1 0-1 0 0,1 0 1 0 0,-1 0 0 0 0,1 0 0 0 0,-1 0-1 0 0,1 0 1 0 0,0 0 0 0 0,-1 0 0 0 0,1 0-1 0 0,0 0 1 0 0,0-1 0 0 0,0 1 0 0 0,0 0-1 0 0,0 0 1 0 0,0-1 0 0 0,0 1 0 0 0,0-1-1 0 0,0 1 1 0 0,1 0 0 0 0,7 5 118 0 0,2 16 176 0 0,-3-12-219 0 0,-1-1 0 0 0,2 0 0 0 0,-1 0 0 0 0,20 14 0 0 0,-19-16-44 0 0,1 1-1 0 0,-1 1 1 0 0,-1-1-1 0 0,16 21 0 0 0,-21-11 18 0 0,-3-17-56 0 0,0 0 0 0 0,0 0-1 0 0,0 0 1 0 0,0 0 0 0 0,0 0-1 0 0,0 1 1 0 0,1-1 0 0 0,-1 0-1 0 0,0 0 1 0 0,1 0-1 0 0,-1 0 1 0 0,1 0 0 0 0,-1 0-1 0 0,1 0 1 0 0,-1 0 0 0 0,1 0-1 0 0,-1 0 1 0 0,1 0 0 0 0,1 1-1 0 0,7 1 185 0 0,-8-3-139 0 0,0 0-1 0 0,-1 0 1 0 0,1 0 0 0 0,0 1-1 0 0,0-1 1 0 0,-1 0 0 0 0,1 0 0 0 0,0 0-1 0 0,0 1 1 0 0,-1-1 0 0 0,1 1 0 0 0,0-1-1 0 0,-1 0 1 0 0,1 1 0 0 0,0-1 0 0 0,-1 1-1 0 0,1-1 1 0 0,-1 1 0 0 0,1 0-1 0 0,-1-1 1 0 0,1 1 0 0 0,-1 0 0 0 0,1-1-1 0 0,-1 1 1 0 0,0 0 0 0 0,1-1 0 0 0,-1 1-1 0 0,0 0 1 0 0,0 0 0 0 0,1-1-1 0 0,-1 1 1 0 0,0 0 0 0 0,0 2 3334 0 0,-5-3-2449 0 0,-46 1 586 0 0,-89-3 1600 0 0,-22-25-519 0 0,42 7-1081 0 0,115 20-1454 0 0,10 0-13 0 0,35 1-181 0 0,66 10 1 0 0,-8-1-114 0 0,-93-6 227 0 0,-10-3 54 0 0,-33-2 128 0 0,-40-8 0 0 0,-28-3 441 0 0,54 5-271 0 0,25 2-127 0 0,0 1 0 0 0,-52 1 0 0 0,73 3-172 0 0,12 0-186 0 0,0-1 106 0 0,21 3-106 0 0,136 23 53 0 0,-141-24 160 0 0,-120-9 720 0 0,-82 3 694 0 0,178 5-1477 0 0,1 1 1 0 0,-1-1-1 0 0,0 0 0 0 0,1 0 0 0 0,-1 0 1 0 0,0 0-1 0 0,0 0 0 0 0,1-1 0 0 0,-1 1 1 0 0,0 0-1 0 0,1-1 0 0 0,-1 1 0 0 0,1-1 1 0 0,-1 0-1 0 0,-1 0 0 0 0,2 0-8 0 0,0 0-1 0 0,0 1 1 0 0,0-1-1 0 0,0 1 1 0 0,-1 0 0 0 0,1-1-1 0 0,0 1 1 0 0,0 0-1 0 0,0-1 1 0 0,-1 1 0 0 0,1 0-1 0 0,0 0 1 0 0,0 0-1 0 0,0 0 1 0 0,-3 1 0 0 0,-13-3-26 0 0,45-4-139 0 0,5 0-5 0 0,119-20-1106 0 0,-11-1-627 0 0,-139 25 1836 0 0,-8 0 57 0 0,-22-1 114 0 0,-43 3 139 0 0,38 4-185 0 0,6-4-54 0 0,22-4 1 0 0,-1 3 39 0 0,-15 0-39 0 0,21 1-15 0 0,0 0 1 0 0,0 0 0 0 0,0 0-1 0 0,0 0 1 0 0,0 0 0 0 0,0-1 0 0 0,0 1-1 0 0,1 0 1 0 0,-1 0 0 0 0,0 0 0 0 0,0 0-1 0 0,0 0 1 0 0,0 0 0 0 0,0 0 0 0 0,0 0-1 0 0,0-1 1 0 0,0 1 0 0 0,0 0 0 0 0,0 0-1 0 0,0 0 1 0 0,0 0 0 0 0,0 0 0 0 0,0 0-1 0 0,0-1 1 0 0,0 1 0 0 0,0 0 0 0 0,0 0-1 0 0,0 0 1 0 0,0 0 0 0 0,0 0 0 0 0,0 0-1 0 0,0-1 1 0 0,0 1 0 0 0,0 0 0 0 0,0 0-1 0 0,0 0 1 0 0,0 0 0 0 0,0 0 0 0 0,0 0-1 0 0,0-1 1 0 0,0 1 0 0 0,0 0 0 0 0,0 0-1 0 0,0 0 1 0 0,-1 0 0 0 0,1 0 0 0 0,0 0-1 0 0,0 0 1 0 0,0 0 0 0 0,0 0 0 0 0,0 0-1 0 0,0-1 1 0 0,7-1-27 0 0,-6 2 19 0 0,0-1 1 0 0,0 1 0 0 0,0 0-1 0 0,0 0 1 0 0,0-1-1 0 0,0 1 1 0 0,0-1 0 0 0,0 1-1 0 0,-1-1 1 0 0,1 1-1 0 0,0-1 1 0 0,0 1 0 0 0,0-1-1 0 0,-1 0 1 0 0,1 1-1 0 0,0-1 1 0 0,-1 0 0 0 0,1 0-1 0 0,0 1 1 0 0,-1-1 0 0 0,1 0-1 0 0,-1 0 1 0 0,0 0-1 0 0,1 0 1 0 0,-1 0 0 0 0,0 0-1 0 0,1 0 1 0 0,-1 0-1 0 0,0 0 1 0 0,0 0 0 0 0,0 0-1 0 0,0 0 1 0 0,0 0-1 0 0,0 0 1 0 0,0-1 0 0 0,-2 1-6 0 0,36-5 12 0 0,-23 6 1 0 0,23-7 0 0 0,-13 3 0 0 0,31-5 38 0 0,-44 9-9 0 0,-8 0-11 0 0,0 0-1 0 0,0 0 1 0 0,0 0 0 0 0,1 0-1 0 0,-1 0 1 0 0,0 0 0 0 0,0 0-1 0 0,0 0 1 0 0,1 0 0 0 0,-1 0-1 0 0,0-1 1 0 0,0 1 0 0 0,0 0-1 0 0,1 0 1 0 0,-1 0 0 0 0,0 0-1 0 0,0 0 1 0 0,0 0 0 0 0,0 0-1 0 0,1 0 1 0 0,-1-1 0 0 0,0 1-1 0 0,0 0 1 0 0,0 0 0 0 0,0 0-1 0 0,0 0 1 0 0,1-1 0 0 0,-1 1-1 0 0,0 0 1 0 0,0 0 0 0 0,0 0-1 0 0,0 0 1 0 0,0-1 0 0 0,0 1-1 0 0,0 0 1 0 0,0 0 0 0 0,0 0 0 0 0,0-1-1 0 0,0 1 1 0 0,0 0 0 0 0,0 0-1 0 0,0 0 1 0 0,0-1 0 0 0,0 1-1 0 0,0 0 1 0 0,0-1 0 0 0,0 1 45 0 0,5-5 3 0 0,1 2-50 0 0,0 0-3 0 0,1 0 0 0 0,-1 0 0 0 0,1 1 0 0 0,0 0 0 0 0,9-2 0 0 0,81-12-107 0 0,-77 13 60 0 0,52 1-78 0 0,-94 2 192 0 0,17 0 13 0 0,0 0 41 0 0,-26-2-48 0 0,1 0 1 0 0,0-2 0 0 0,-42-10-1 0 0,55 10-112 0 0,17 4 24 0 0,0 0-1 0 0,1-1 1 0 0,-1 1 0 0 0,0 0 0 0 0,0 0 0 0 0,0 0-1 0 0,0 0 1 0 0,1 0 0 0 0,-1 0 0 0 0,0 0 0 0 0,0 0-1 0 0,0 0 1 0 0,0 0 0 0 0,0 0 0 0 0,1-1 0 0 0,-1 1-1 0 0,0 0 1 0 0,0 0 0 0 0,0 0 0 0 0,0 0 0 0 0,0 0 0 0 0,0-1-1 0 0,0 1 1 0 0,0 0 0 0 0,0 0 0 0 0,1 0 0 0 0,-1 0-1 0 0,0-1 1 0 0,0 1 0 0 0,0 0 0 0 0,0 0 0 0 0,0 0-1 0 0,0 0 1 0 0,0-1 0 0 0,0 1 0 0 0,0 0 0 0 0,0 0 0 0 0,0 0-1 0 0,0 0 1 0 0,0-1 0 0 0,-1 1 0 0 0,1 0 0 0 0,0 0-1 0 0,0 0 1 0 0,0 0 0 0 0,0-1 0 0 0,0 1 0 0 0,0 0-1 0 0,0 0 1 0 0,0 0 0 0 0,0 0 0 0 0,-1 0 0 0 0,1 0-1 0 0,0-1 1 0 0,0 1 0 0 0,0 0 0 0 0,0 0 0 0 0,0 0 0 0 0,-1 0-1 0 0,1 0 1 0 0,0 0 0 0 0,0 0 0 0 0,0 0 0 0 0,0 0-1 0 0,-1 0 1 0 0,1 0 0 0 0,17 0-78 0 0,80 21-167 0 0,7 3 321 0 0,-44-9 112 0 0,-55-14-39 0 0,-7-1-120 0 0,1 1-1 0 0,-1-1 1 0 0,0 0-1 0 0,1 1 1 0 0,-1-1-1 0 0,0 0 0 0 0,0 0 1 0 0,1 0-1 0 0,-1 0 1 0 0,0-1-1 0 0,-3 1 1 0 0,-4-1 42 0 0,3 1-13 0 0,0 0 0 0 0,0-1 0 0 0,0 1 0 0 0,-1-1 0 0 0,1 0 0 0 0,0-1 0 0 0,0 1 0 0 0,0-1 0 0 0,-9-5 0 0 0,0 4 81 0 0,0-1 0 0 0,0 2-1 0 0,-27-1 1 0 0,36 3-190 0 0,7 0 45 0 0,0 1 1 0 0,0 0 0 0 0,0-1-1 0 0,0 1 1 0 0,0-1-1 0 0,0 1 1 0 0,0-1 0 0 0,0 1-1 0 0,0-1 1 0 0,0 1 0 0 0,0-1-1 0 0,0 0 1 0 0,0 0 0 0 0,0 0-1 0 0,0 0 1 0 0,0 1-1 0 0,0-1 1 0 0,1-1 0 0 0,1 1-1 0 0,1 0-31 0 0,4 3-709 0 0,-5 0 295 0 0,14 1-951 0 0,11 4-1285 0 0,-27-8 2338 0 0,0 0 0 0 0,0 1 0 0 0,0-1 0 0 0,-1 0 0 0 0,1 1 0 0 0,0-1 0 0 0,-1 0 0 0 0,1 1 0 0 0,0-1 0 0 0,-1 1 0 0 0,1-1 0 0 0,0 1 0 0 0,-1 0 0 0 0,1-1 0 0 0,-1 1 0 0 0,1 0 0 0 0,-1-1 0 0 0,1 1 0 0 0,-1 0 0 0 0,0-1 0 0 0,1 1 0 0 0,-1 0 0 0 0,0 0 0 0 0,1 0 0 0 0,-1 1 0 0 0,0 5-6412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48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748 110 1040 0 0,'-1'-1'293'0'0,"0"-1"-1"0"0,1 1 1 0 0,-1-1-1 0 0,0 1 0 0 0,1-1 1 0 0,-1 1-1 0 0,0 0 0 0 0,0-1 1 0 0,0 1-1 0 0,0 0 1 0 0,-1 0-1 0 0,1 0 0 0 0,0 0 1 0 0,0 0-1 0 0,-1 0 0 0 0,1 0 1 0 0,0 0-1 0 0,-1 0 1 0 0,1 0-1 0 0,-1 1 0 0 0,1-1 1 0 0,-1 1-1 0 0,0-1 0 0 0,1 1 1 0 0,-1 0-1 0 0,-2-1 1 0 0,-54-7 4848 0 0,53 7-4837 0 0,-23-3 1830 0 0,23 3-266 0 0,-1 1-201 0 0,-11 0 1841 0 0,34 0-2107 0 0,-11 0-921 0 0,-1 0-66 0 0,82 0 546 0 0,-68 0-864 0 0,0 0-1 0 0,0-2 0 0 0,22-3 1 0 0,3-2 2 0 0,494-47 63 0 0,-440 53-335 0 0,-165 8 375 0 0,40-4 19 0 0,-43 2-1 0 0,-315 20 608 0 0,167-4-493 0 0,146-19-202 0 0,3-1-104 0 0,30 3 54 0 0,8 0 17 0 0,-46-1 0 0 0,73-3-166 0 0,8 0-13 0 0,148-6 0 0 0,62-1 80 0 0,-194 6 0 0 0,231-6 0 0 0,-211 8-53 0 0,1 1 0 0 0,41 9-1 0 0,-82-11 52 0 0,0 0 0 0 0,1 0 1 0 0,-1 0-1 0 0,0 0 0 0 0,1 0 0 0 0,-1 0 0 0 0,0 0 0 0 0,1 1 0 0 0,-1-1 0 0 0,0 0 0 0 0,0 0 0 0 0,1 0 0 0 0,-1 0 0 0 0,0 1 0 0 0,0-1 0 0 0,1 0 0 0 0,-1 0 1 0 0,0 1-1 0 0,0-1 0 0 0,0 0 0 0 0,1 0 0 0 0,-1 1 0 0 0,0-1 0 0 0,0 0 0 0 0,0 0 0 0 0,0 1 0 0 0,0-1 0 0 0,0 0 0 0 0,1 1 0 0 0,-1-1 0 0 0,0 0 0 0 0,0 1 1 0 0,0-1-1 0 0,0 0 0 0 0,0 1 0 0 0,0-1 0 0 0,0 0 0 0 0,0 0 0 0 0,-1 1 0 0 0,1-1 0 0 0,0 0 0 0 0,0 1 0 0 0,0-1 0 0 0,0 1 0 0 0,-6 8 9 0 0,-2-5-7 0 0,0-1 0 0 0,0 0 0 0 0,0-1 0 0 0,0 0 0 0 0,-1 0 0 0 0,-14 0 0 0 0,-3 2 0 0 0,11-1 0 0 0,-297 36 160 0 0,236-34-176 0 0,-1 4-1 0 0,1 3 0 0 0,-108 32 1 0 0,-24 31 154 0 0,90-30-143 0 0,64-24-88 0 0,54-21 83 0 0,-14 12-90 0 0,14-12 97 0 0,0 0-1 0 0,0 0 1 0 0,0 1 0 0 0,0-1 0 0 0,0 0 0 0 0,0 0 0 0 0,0 1 0 0 0,0-1 0 0 0,0 0 0 0 0,0 0 0 0 0,0 1 0 0 0,0-1 0 0 0,0 0 0 0 0,0 0-1 0 0,1 0 1 0 0,-1 1 0 0 0,0-1 0 0 0,0 0 0 0 0,0 0 0 0 0,0 1 0 0 0,0-1 0 0 0,1 0 0 0 0,-1 0 0 0 0,0 0 0 0 0,0 0 0 0 0,0 1-1 0 0,0-1 1 0 0,1 0 0 0 0,-1 0 0 0 0,0 0 0 0 0,0 0 0 0 0,1 0 0 0 0,-1 0 0 0 0,0 0 0 0 0,0 1 0 0 0,1-1 0 0 0,-1 0 0 0 0,0 0 0 0 0,1 0 0 0 0,29 3-365 0 0,5-3 358 0 0,-11 0 31 0 0,0-1 1 0 0,29-4-1 0 0,615-42 1166 0 0,-572 49-1193 0 0,-23 1-68 0 0,-72-3-9 0 0,1 0-1 0 0,-1-1 1 0 0,0 1 0 0 0,1 0-1 0 0,-1 0 1 0 0,1 1 0 0 0,-1-1-1 0 0,1 0 1 0 0,-1 0 0 0 0,0 1-1 0 0,1-1 1 0 0,-1 1 0 0 0,0-1-1 0 0,1 1 1 0 0,-1-1 0 0 0,0 1-1 0 0,0 0 1 0 0,1 0 0 0 0,1 1-1 0 0,-2 1-788 0 0,-1-1 0 0 0,1 0-1 0 0,0 1 1 0 0,-1-1 0 0 0,1 1-1 0 0,-1-1 1 0 0,0 1 0 0 0,0-1-1 0 0,0 1 1 0 0,0 3 0 0 0,-1 5-2339 0 0,1 28-7981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4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0 798 640 0 0,'0'-2'924'0'0,"3"-54"8238"0"0,-1 46-8694 0 0,0 1 1 0 0,1-1-1 0 0,1 1 0 0 0,0 0 1 0 0,0 0-1 0 0,0 0 1 0 0,8-10-1 0 0,21-37 1165 0 0,-4 4-207 0 0,2 2-1 0 0,67-83 1 0 0,-51 83-1142 0 0,31-37 139 0 0,-58 59-201 0 0,2 1 0 0 0,34-33 1 0 0,-53 58-200 0 0,1-1 1 0 0,-1 0 0 0 0,0 0 0 0 0,0-1 0 0 0,-1 1-1 0 0,1-1 1 0 0,-1 1 0 0 0,1-1 0 0 0,-1 0 0 0 0,0 0-1 0 0,0 0 1 0 0,-1 0 0 0 0,1 0 0 0 0,-1 0-1 0 0,0 0 1 0 0,0-1 0 0 0,-1 1 0 0 0,1 0 0 0 0,-1-1-1 0 0,0 1 1 0 0,0-1 0 0 0,-1-7 0 0 0,1 10-11 0 0,1 1-6 0 0,-1 1-7 0 0,0 0 0 0 0,0 0 0 0 0,0 0 0 0 0,0 0 0 0 0,0 0 0 0 0,1 0 0 0 0,-1 0 0 0 0,0 0 0 0 0,0 0 0 0 0,0 0 0 0 0,0-1 1 0 0,0 1-1 0 0,0 0 0 0 0,0 0 0 0 0,0 0 0 0 0,0 0 0 0 0,0 0 0 0 0,0 0 0 0 0,0 0 0 0 0,0 0 0 0 0,0-1 0 0 0,0 1 1 0 0,0 0-1 0 0,0 0 0 0 0,1 0 0 0 0,-1 0 0 0 0,0 0 0 0 0,0 0 0 0 0,-1 0 0 0 0,1-1 0 0 0,0 1 0 0 0,0 0 0 0 0,0 0 0 0 0,0 0 1 0 0,0 0-1 0 0,0 0 0 0 0,0 0 0 0 0,0 0 0 0 0,0-1 0 0 0,0 1 0 0 0,0 0 0 0 0,0 0 0 0 0,0 0 0 0 0,0 0 0 0 0,0 0 0 0 0,0 0 1 0 0,-1 0-1 0 0,1 0 0 0 0,0 0 0 0 0,0 0 0 0 0,0-1 0 0 0,-28-7 16 0 0,22 7 1504 0 0,6 1-1492 0 0,0 1-1 0 0,0-1 1 0 0,0 0 0 0 0,0 0-1 0 0,0 0 1 0 0,0 1 0 0 0,0-1-1 0 0,0 0 1 0 0,0 0-1 0 0,0 0 1 0 0,1 0 0 0 0,-1 1-1 0 0,0-1 1 0 0,0 0-1 0 0,0 0 1 0 0,0 0 0 0 0,0 1-1 0 0,0-1 1 0 0,0 0-1 0 0,0 0 1 0 0,1 0 0 0 0,-1 0-1 0 0,0 0 1 0 0,0 1-1 0 0,0-1 1 0 0,0 0 0 0 0,1 0-1 0 0,-1 0 1 0 0,0 0 0 0 0,0 0-1 0 0,0 0 1 0 0,0 0-1 0 0,1 0 1 0 0,-1 0 0 0 0,0 0-1 0 0,0 0 1 0 0,0 0-1 0 0,1 0 1 0 0,-1 0 0 0 0,0 0-1 0 0,0 0 1 0 0,1 0-1 0 0,2 0 151 0 0,-2 0-135 0 0,0 0 0 0 0,0 0-1 0 0,0 0 1 0 0,0 0-1 0 0,0 0 1 0 0,0 0 0 0 0,0 0-1 0 0,0 0 1 0 0,0 0-1 0 0,0 1 1 0 0,0-1 0 0 0,0 0-1 0 0,0 1 1 0 0,0-1 0 0 0,0 0-1 0 0,0 1 1 0 0,0-1-1 0 0,0 1 1 0 0,0 0 0 0 0,0-1-1 0 0,0 1 1 0 0,-1 0-1 0 0,2 0 1 0 0,3 2 517 0 0,38 5 51 0 0,39 8-109 0 0,109 8-1 0 0,-135-21-1661 0 0,2 5-3511 0 0,-39-5 116 0 0,0 0 0 0 0,-1 2 0 0 0,34 13 0 0 0,-46-12 580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49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3282 0 0,'0'-13'3841'0'0,"0"-1"-159"0"0,0 1-321 0 0,0 5-559 0 0,0 1-481 0 0,0 1-560 0 0,33 6-481 0 0,0 0-399 0 0,32 0-881 0 0,0 6-2081 0 0,33 1-3522 0 0,0 14-2000 0 0,26-1-241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49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1361 0 0,'33'0'1921'0'0,"0"0"-241"0"0,-1 6-159 0 0,34-6-401 0 0,-34 9-559 0 0,34-3-561 0 0,-1 9-1441 0 0,0-3-1280 0 0,-32-12-80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50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63 2001 0 0,'-33'9'9364'0'0,"66"-9"-8323"0"0,0-9-321 0 0,-1 9-80 0 0,1-6 1 0 0,32 0-161 0 0,1-9-80 0 0,32 9-240 0 0,-7-2-560 0 0,7 1-1601 0 0,0 1-1761 0 0,0 6-640 0 0,-33-8 801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51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22 270 800 0 0,'-4'-18'4523'0'0,"-8"2"-2312"0"0,6 8-1395 0 0,13-1-72 0 0,-6 9-675 0 0,0-1-1 0 0,0 0 0 0 0,0 0 0 0 0,0 0 0 0 0,0 0 0 0 0,0 0 1 0 0,0-1-1 0 0,0 1 0 0 0,0 0 0 0 0,0 0 0 0 0,-1 0 1 0 0,1-1-1 0 0,0 1 0 0 0,-1 0 0 0 0,0-1 0 0 0,1 1 1 0 0,-1-1-1 0 0,0 1 0 0 0,1-3 0 0 0,-1 1 1 0 0,1 1 1 0 0,-1-1-1 0 0,1 0 0 0 0,0 1 0 0 0,0-1 1 0 0,0 0-1 0 0,0 1 0 0 0,0 0 0 0 0,1-1 1 0 0,-1 1-1 0 0,1 0 0 0 0,0-1 0 0 0,-1 1 0 0 0,1 0 1 0 0,0 0-1 0 0,0 0 0 0 0,5-3 0 0 0,46-29 519 0 0,-36 25-314 0 0,13-12 102 0 0,-20 14-262 0 0,1-1 0 0 0,0 2 1 0 0,0 0-1 0 0,14-6 0 0 0,93-24 299 0 0,-112 34-397 0 0,0 0 0 0 0,-1 1-1 0 0,1 0 1 0 0,0 0 0 0 0,0 1 0 0 0,0-1-1 0 0,0 1 1 0 0,11 2 0 0 0,-15-2-10 0 0,0 0-1 0 0,-1 0 1 0 0,1 0 0 0 0,0 0 0 0 0,-1 1 0 0 0,1-1-1 0 0,0 1 1 0 0,-1-1 0 0 0,1 1 0 0 0,-1 0 0 0 0,1 0 0 0 0,-1-1-1 0 0,1 1 1 0 0,-1 0 0 0 0,1 0 0 0 0,-1 1 0 0 0,0-1 0 0 0,0 0-1 0 0,0 0 1 0 0,0 1 0 0 0,1-1 0 0 0,-2 0 0 0 0,1 1-1 0 0,0-1 1 0 0,0 1 0 0 0,0-1 0 0 0,-1 1 0 0 0,1 0 0 0 0,-1-1-1 0 0,1 1 1 0 0,-1 0 0 0 0,1 2 0 0 0,-1 14 64 0 0,1-7-4 0 0,-1 1 0 0 0,-1-1 0 0 0,0 0 0 0 0,-4 20 0 0 0,-16 19 214 0 0,6-19-112 0 0,-3-18-176 0 0,12-11-18 0 0,6-4 87 0 0,1 0 0 0 0,-1 0 0 0 0,0 0 1 0 0,0-1-1 0 0,1 1 0 0 0,-1 0 1 0 0,1 0-1 0 0,0 0 0 0 0,-1 0 0 0 0,1 0 1 0 0,0 0-1 0 0,0 0 0 0 0,0 1 0 0 0,1-1 1 0 0,-1 0-1 0 0,0 1 0 0 0,1-1 1 0 0,-1 0-1 0 0,1 1 0 0 0,-1 0 0 0 0,1-1 1 0 0,0 1-1 0 0,-1 0 0 0 0,3-1 1 0 0,8-7 140 0 0,3-6-78 0 0,-11 10-99 0 0,0 1-1 0 0,1 0 1 0 0,-1 0-1 0 0,1 0 1 0 0,0 1-1 0 0,0-1 0 0 0,7-3 1 0 0,-4 4-9 0 0,5-2 32 0 0,1-1 0 0 0,22-15 0 0 0,-9 10-61 0 0,-15 9-39 0 0,0 0 0 0 0,0 2 0 0 0,0-1 0 0 0,0 2 0 0 0,0-1 0 0 0,0 2 0 0 0,0-1 1 0 0,18 6-1 0 0,-30-6 65 0 0,1 0 0 0 0,0 0 0 0 0,-1 0 0 0 0,1-1 1 0 0,0 1-1 0 0,-1 0 0 0 0,1 0 0 0 0,-1 0 0 0 0,1 0 1 0 0,-1 0-1 0 0,0 0 0 0 0,0 0 0 0 0,1 1 0 0 0,-1-1 0 0 0,0 0 1 0 0,0 0-1 0 0,0 0 0 0 0,0 0 0 0 0,0 0 0 0 0,0 0 1 0 0,-1 2-1 0 0,1-1 63 0 0,0 0-1 0 0,0 0 1 0 0,0-1 0 0 0,0 1 0 0 0,-1 0 0 0 0,1 0 0 0 0,-1 0 0 0 0,0-1 0 0 0,1 1-1 0 0,-1 0 1 0 0,-1 2 0 0 0,-9 4 480 0 0,-1-1 0 0 0,-20 10 0 0 0,27-15 84 0 0,10-2-467 0 0,-4 0-152 0 0,13 0 47 0 0,-13 0-60 0 0,-1 0 0 0 0,1 0 0 0 0,-1 0-1 0 0,1 0 1 0 0,-1 0 0 0 0,0 0-1 0 0,1 0 1 0 0,-1 0 0 0 0,1 0-1 0 0,-1 0 1 0 0,1 0 0 0 0,-1-1 0 0 0,1 1-1 0 0,-1 0 1 0 0,1 0 0 0 0,-1 0-1 0 0,0-1 1 0 0,1 1 0 0 0,-1 0-1 0 0,0-1 1 0 0,1 1 0 0 0,-1 0 0 0 0,0-1-1 0 0,1 1 1 0 0,-1 0 0 0 0,0-1-1 0 0,1 1 1 0 0,-1-1 0 0 0,0 0 0 0 0,1 0 3 0 0,0 0 0 0 0,0-1 0 0 0,0 1 1 0 0,0 0-1 0 0,0 0 0 0 0,0 0 0 0 0,0 0 1 0 0,0 0-1 0 0,0 0 0 0 0,1 0 0 0 0,-1 0 1 0 0,0 0-1 0 0,1 0 0 0 0,-1 1 0 0 0,0-1 1 0 0,1 0-1 0 0,-1 1 0 0 0,3-1 1 0 0,-1 0 14 0 0,9-7 94 0 0,1 2 0 0 0,0-1 0 0 0,0 1 0 0 0,1 1 0 0 0,18-5 0 0 0,-30 10-98 0 0,-1-1 0 0 0,1 1 0 0 0,-1 0-1 0 0,0 0 1 0 0,1 0 0 0 0,-1 0 0 0 0,0 0 0 0 0,1 0 0 0 0,-1 0 0 0 0,1 1 0 0 0,-1-1-1 0 0,0 0 1 0 0,1 1 0 0 0,-1-1 0 0 0,0 1 0 0 0,0-1 0 0 0,1 1 0 0 0,-1 0 0 0 0,0-1-1 0 0,0 1 1 0 0,0 0 0 0 0,0 0 0 0 0,0 0 0 0 0,0 0 0 0 0,0 0 0 0 0,0 0 0 0 0,0 0-1 0 0,0 0 1 0 0,-1 0 0 0 0,1 1 0 0 0,0-1 0 0 0,-1 0 0 0 0,1 2 0 0 0,0-1-14 0 0,0 1-1 0 0,-1-1 1 0 0,1 0 0 0 0,-1 1 0 0 0,0-1 0 0 0,0 1 0 0 0,0-1 0 0 0,0 0 0 0 0,0 1 0 0 0,0-1 0 0 0,-1 1-1 0 0,1-1 1 0 0,-1 0 0 0 0,0 1 0 0 0,0-1 0 0 0,0 0 0 0 0,0 0 0 0 0,-2 4 0 0 0,-3 0-243 0 0,-10 12-394 0 0,16-17 540 0 0,-1-1 0 0 0,1 1 0 0 0,-1 0 0 0 0,1-1-1 0 0,0 1 1 0 0,0 0 0 0 0,-1-1 0 0 0,1 1 0 0 0,0 0-1 0 0,0-1 1 0 0,0 1 0 0 0,-1 0 0 0 0,1 0 0 0 0,0-1-1 0 0,0 1 1 0 0,0 0 0 0 0,0-1 0 0 0,1 1 0 0 0,-1 0 0 0 0,0-1-1 0 0,0 1 1 0 0,0 0 0 0 0,0 0 0 0 0,1-1 0 0 0,-1 1-1 0 0,0-1 1 0 0,1 1 0 0 0,-1 0 0 0 0,0-1 0 0 0,1 1-1 0 0,8 6-1079 0 0,-3-2-1521 0 0,1-1 0 0 0,0-1 0 0 0,1 0-1 0 0,10 4 1 0 0,-13-5-1325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53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129 186 2401 0 0,'0'-110'10872'0'0,"0"109"-10808"0"0,0 0 0 0 0,0 0 0 0 0,1 0 0 0 0,-1 0 1 0 0,0 0-1 0 0,0 0 0 0 0,1 0 0 0 0,-1 0 0 0 0,1 0 0 0 0,-1 0 1 0 0,1 0-1 0 0,-1 0 0 0 0,1 0 0 0 0,-1 0 0 0 0,1 1 0 0 0,0-1 1 0 0,0 0-1 0 0,-1 0 0 0 0,1 0 0 0 0,0 1 0 0 0,0-1 0 0 0,0 1 0 0 0,0-1 1 0 0,0 1-1 0 0,0-1 0 0 0,0 1 0 0 0,0-1 0 0 0,1 1 0 0 0,6-5 303 0 0,1-2 171 0 0,-6 3-381 0 0,1 1 0 0 0,-1 0-1 0 0,1 0 1 0 0,0 0 0 0 0,0 1-1 0 0,0-1 1 0 0,1 1 0 0 0,-1 0-1 0 0,0 0 1 0 0,1 0 0 0 0,-1 1-1 0 0,10-2 1 0 0,-9 2-94 0 0,22-2 147 0 0,0 0 0 0 0,1 2 0 0 0,-1 1 0 0 0,0 2 1 0 0,1 0-1 0 0,36 8 0 0 0,-57-8-185 0 0,10 2 34 0 0,0 0 0 0 0,0 1-1 0 0,24 11 1 0 0,-37-14-56 0 0,-1-1 0 0 0,0 1 0 0 0,0-1 0 0 0,0 1 0 0 0,0 0 0 0 0,0 0 0 0 0,0 1 0 0 0,-1-1 0 0 0,1 0-1 0 0,-1 1 1 0 0,1 0 0 0 0,-1-1 0 0 0,0 1 0 0 0,0 0 0 0 0,0 0 0 0 0,0 1 0 0 0,-1-1 0 0 0,0 0 0 0 0,1 0 0 0 0,-1 1 0 0 0,0-1 0 0 0,0 1 0 0 0,-1-1 0 0 0,1 6-1 0 0,0 6 24 0 0,-1-10-31 0 0,1 0 0 0 0,-1-1-1 0 0,0 1 1 0 0,-1 0 0 0 0,1-1 0 0 0,-1 1-1 0 0,0-1 1 0 0,0 1 0 0 0,-2 5 0 0 0,-8 8-78 0 0,9-16 76 0 0,0 1 0 0 0,0 0 0 0 0,1 0 0 0 0,-1 0 0 0 0,1 0 0 0 0,0 0 0 0 0,-1 0 0 0 0,2 0 1 0 0,-1 0-1 0 0,0 1 0 0 0,0-1 0 0 0,1 0 0 0 0,0 1 0 0 0,0 4 0 0 0,-1-9 20 0 0,0 0-1 0 0,0 0 0 0 0,0 0 1 0 0,0 0-1 0 0,0 0 1 0 0,0 0-1 0 0,0 1 1 0 0,-1-1-1 0 0,1 0 1 0 0,0 1-1 0 0,0-1 1 0 0,-1 1-1 0 0,1-1 0 0 0,0 1 1 0 0,0-1-1 0 0,-1 1 1 0 0,1 0-1 0 0,-1 0 1 0 0,0-1-1 0 0,-1 1 19 0 0,-94-33 236 0 0,84 30-171 0 0,1-1 1 0 0,-1 2-1 0 0,1 0 1 0 0,-22-1-1 0 0,26 3-44 0 0,-16-1 206 0 0,0 2 1 0 0,0 0 0 0 0,0 2-1 0 0,0 1 1 0 0,-41 11 0 0 0,54-12-144 0 0,-6 1 198 0 0,0 2 1 0 0,0-1-1 0 0,-30 16 1 0 0,42-18-182 0 0,-1 0 1 0 0,1 1-1 0 0,0-1 1 0 0,0 1-1 0 0,0 0 0 0 0,1 0 1 0 0,-1 1-1 0 0,1-1 1 0 0,0 1-1 0 0,0 0 1 0 0,1 0-1 0 0,0 0 1 0 0,-4 8-1 0 0,6-11-76 0 0,0 1 1 0 0,1-1-1 0 0,-1 1 0 0 0,1-1 0 0 0,0 1 1 0 0,0-1-1 0 0,-1 1 0 0 0,2 0 1 0 0,-1-1-1 0 0,0 1 0 0 0,0-1 0 0 0,1 1 1 0 0,0-1-1 0 0,-1 1 0 0 0,1-1 1 0 0,0 1-1 0 0,0-1 0 0 0,0 0 0 0 0,0 0 1 0 0,1 1-1 0 0,-1-1 0 0 0,1 0 0 0 0,-1 0 1 0 0,1 0-1 0 0,0 0 0 0 0,0-1 1 0 0,2 3-1 0 0,6 5 59 0 0,1-1 0 0 0,0 0 0 0 0,20 11 0 0 0,-22-14-43 0 0,6 3-75 0 0,-1-1 0 0 0,1-1-1 0 0,0 0 1 0 0,1-1 0 0 0,-1 0 0 0 0,1-2 0 0 0,0 0 0 0 0,29 2 0 0 0,2-4-568 0 0,75-8 0 0 0,-99 5 260 0 0,140-18-4387 0 0,-127 14 1666 0 0,1-2 1 0 0,37-14-1 0 0,-53 13 34 0 0,0-1 0 0 0,0-1 0 0 0,24-16 1 0 0,-44 26 2889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1:37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63 1681 0 0,'1'2'10533'0'0,"-8"1"-9434"0"0,-47-1 3436 0 0,48-3 1304 0 0,6-10-5434 0 0,0 3-72 0 0,0 7-326 0 0,0 1 0 0 0,0 0 1 0 0,0-1-1 0 0,0 1 0 0 0,0-1 1 0 0,1 1-1 0 0,-1 0 0 0 0,0-1 1 0 0,0 1-1 0 0,0 0 0 0 0,0-1 1 0 0,0 1-1 0 0,0 0 1 0 0,1-1-1 0 0,-1 1 0 0 0,0 0 1 0 0,0-1-1 0 0,0 1 0 0 0,1 0 1 0 0,-1 0-1 0 0,0-1 0 0 0,0 1 1 0 0,1 0-1 0 0,-1 0 0 0 0,0-1 1 0 0,1 1-1 0 0,-1 0 1 0 0,1 0-1 0 0,4-3 55 0 0,-3 3-52 0 0,-1 0 1 0 0,0-1-1 0 0,0 1 0 0 0,0-1 1 0 0,0 1-1 0 0,0-1 1 0 0,0 1-1 0 0,0-1 1 0 0,0 0-1 0 0,0 1 1 0 0,0-1-1 0 0,0 0 1 0 0,0 0-1 0 0,0 0 0 0 0,-1 0 1 0 0,1 0-1 0 0,0 0 1 0 0,-1 0-1 0 0,1 0 1 0 0,0 0-1 0 0,-1 0 1 0 0,1 0-1 0 0,-1 0 1 0 0,0 0-1 0 0,1-2 0 0 0,-1 2-2 0 0,1 0 0 0 0,-1 0 0 0 0,0 1-1 0 0,1-1 1 0 0,-1 0 0 0 0,0 1 0 0 0,1-1-1 0 0,-1 0 1 0 0,1 1 0 0 0,-1-1-1 0 0,1 0 1 0 0,0 1 0 0 0,-1-1 0 0 0,1 1-1 0 0,-1-1 1 0 0,1 1 0 0 0,0-1-1 0 0,0 1 1 0 0,-1 0 0 0 0,1-1 0 0 0,0 1-1 0 0,0 0 1 0 0,-1 0 0 0 0,1-1 0 0 0,0 1-1 0 0,1 0 1 0 0,19-1 757 0 0,-9 5-625 0 0,-1 0 6 0 0,-2-1 0 0 0,1 2 0 0 0,0 0 0 0 0,-1 0 0 0 0,0 0 0 0 0,0 1 0 0 0,10 9-1 0 0,-18-14-128 0 0,18 14 214 0 0,-1 1 1 0 0,-1 0-1 0 0,0 1 1 0 0,25 36-1 0 0,-30-17-65 0 0,-7-18-105 0 0,16 25 86 0 0,-10-5-80 0 0,-1-18-87 0 0,-7-16 11 0 0,-1 1 0 0 0,0 0 0 0 0,0-1 0 0 0,0 1 0 0 0,0 0-1 0 0,-1 0 1 0 0,0 0 0 0 0,0 0 0 0 0,0 0 0 0 0,0 8-1 0 0,-2-10 7 0 0,1 0-1 0 0,1 1 1 0 0,-1-1-1 0 0,0 1 0 0 0,1-1 1 0 0,0 0-1 0 0,0 1 0 0 0,0-1 1 0 0,0 0-1 0 0,0 0 0 0 0,0 0 1 0 0,1 0-1 0 0,0 0 1 0 0,0 0-1 0 0,0 0 0 0 0,0 0 1 0 0,0-1-1 0 0,0 1 0 0 0,1-1 1 0 0,-1 1-1 0 0,4 1 0 0 0,21 23-9 0 0,-26-25 17 0 0,0 0-1 0 0,0-1 0 0 0,0 1 1 0 0,0 0-1 0 0,1-1 1 0 0,-1 1-1 0 0,0 0 0 0 0,1-1 1 0 0,-1 1-1 0 0,1-1 1 0 0,0 0-1 0 0,-1 0 0 0 0,1 1 1 0 0,0-1-1 0 0,0 0 1 0 0,-1 0-1 0 0,5 1 0 0 0,-3-1 3 0 0,1 2 23 0 0,-2-8-832 0 0,-2 3 809 0 0,0-1-1 0 0,1 1 1 0 0,-1-1-1 0 0,0 0 1 0 0,0 1-1 0 0,0-1 1 0 0,-1 0-1 0 0,1 1 1 0 0,-1-1-1 0 0,1 1 1 0 0,-1-1-1 0 0,0 1 1 0 0,0-1-1 0 0,0 1 1 0 0,0-1-1 0 0,0 1 1 0 0,-1 0-1 0 0,1 0 1 0 0,-1 0 0 0 0,1 0-1 0 0,-1 0 1 0 0,0 0-1 0 0,0 0 1 0 0,0 0-1 0 0,0 0 1 0 0,0 1-1 0 0,0-1 1 0 0,-4-1-1 0 0,-14-10 85 0 0,8 5-46 0 0,-1-1 1 0 0,-1 2-1 0 0,1 0 0 0 0,-1 0 1 0 0,0 1-1 0 0,-22-5 0 0 0,-21-2 76 0 0,-71-7 0 0 0,114 19-106 0 0,-1 1-1 0 0,1 1 1 0 0,0 0-1 0 0,0 1 0 0 0,0 1 1 0 0,0 0-1 0 0,1 0 0 0 0,-1 2 1 0 0,1 0-1 0 0,0 0 1 0 0,-23 13-1 0 0,22-11-40 0 0,-1 0-1 0 0,10-5 14 0 0,0 0 0 0 0,0 1 0 0 0,0-1 0 0 0,1 1 0 0 0,-7 4 0 0 0,10-5 13 0 0,-1-1 0 0 0,1 1 0 0 0,0-1-1 0 0,-1 1 1 0 0,1 0 0 0 0,0 0 0 0 0,0-1 0 0 0,0 1 0 0 0,1 0 0 0 0,-1 0-1 0 0,0 0 1 0 0,1 0 0 0 0,-1 0 0 0 0,1 0 0 0 0,-1 0 0 0 0,1 0 0 0 0,0 0 0 0 0,0 2-1 0 0,0 26 82 0 0,-1-7-63 0 0,5 40 0 0 0,-3-57-22 0 0,0 1-1 0 0,1-1 1 0 0,-1 1-1 0 0,1-1 1 0 0,1 0-1 0 0,-1 0 1 0 0,1 1-1 0 0,0-2 1 0 0,1 1-1 0 0,4 6 1 0 0,-1-4 2 0 0,0 1 0 0 0,0-2 0 0 0,1 1 0 0 0,1-1 0 0 0,-1 0 0 0 0,1-1 0 0 0,0 0 0 0 0,0 0 0 0 0,1-1 0 0 0,0 0 0 0 0,0-1 0 0 0,0 0 0 0 0,0-1 0 0 0,20 5 0 0 0,-17-6-259 0 0,-1-1 0 0 0,1 0 0 0 0,0-1 0 0 0,0 0 0 0 0,13-2 0 0 0,-12 0-770 0 0,1-1 0 0 0,-1-1 0 0 0,0 0 0 0 0,18-7 0 0 0,126-72-15402 0 0,-93 43 11485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1:38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35 240 0 0,'-26'-1'5750'0'0,"-47"-8"0"0"0,9 0 678 0 0,56 8-5932 0 0,7 2-423 0 0,0-1-1 0 0,0 0 1 0 0,0 0-1 0 0,0 0 0 0 0,0 0 1 0 0,0 0-1 0 0,0 0 1 0 0,0 0-1 0 0,0 0 1 0 0,0 0-1 0 0,0 0 1 0 0,0-1-1 0 0,0 1 1 0 0,0 0-1 0 0,0-1 1 0 0,0 1-1 0 0,0-1 1 0 0,0 1-1 0 0,0-1 1 0 0,0 1-1 0 0,1-1 1 0 0,-1 0-1 0 0,0 1 1 0 0,-1-4 3214 0 0,100-2-566 0 0,12 10-1668 0 0,-84-3-852 0 0,43 2 15 0 0,51 3-405 0 0,-56 2-1383 0 0,0 0-4072 0 0,-34-4 1174 0 0,-12-4 2160 0 0,-12 0 114 0 0,-30-7-7624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1:38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20 1841 0 0,'0'0'95'0'0,"0"1"0"0"0,0 0 0 0 0,0 0 0 0 0,0 0 0 0 0,0-1 0 0 0,0 1 0 0 0,0 0 0 0 0,0 0 0 0 0,0 0 0 0 0,0-1 0 0 0,-1 1 0 0 0,1 0 0 0 0,0 0 0 0 0,0-1 0 0 0,-1 1 0 0 0,1 0 0 0 0,-1-1 0 0 0,1 1 0 0 0,-1 0 0 0 0,1-1 0 0 0,-1 1 0 0 0,1-1 0 0 0,-1 1 0 0 0,1-1 0 0 0,-1 1 0 0 0,0-1 0 0 0,1 1 0 0 0,-1-1 0 0 0,0 1 0 0 0,0-1 0 0 0,1 0 0 0 0,-1 1 0 0 0,0-1 0 0 0,0 0 0 0 0,1 0 0 0 0,-1 0 0 0 0,0 0 0 0 0,0 0 0 0 0,1 0 1 0 0,-1 0-1 0 0,0 0 0 0 0,0 0 0 0 0,0 0 0 0 0,1 0 0 0 0,-3 0 0 0 0,0-1-37 0 0,-3 1 1329 0 0,12 0 160 0 0,103-3 7798 0 0,5-6-6884 0 0,16-1-1256 0 0,4 5-3328 0 0,-26 1-3007 0 0,-8-3-3709 0 0,-89 6 4557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1:40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8 560 0 0,'-40'-5'689'0'0,"1"3"1"0"0,-40 2-1 0 0,68 0-577 0 0,1 1-1 0 0,0 1 1 0 0,0-1 0 0 0,0 2-1 0 0,0-1 1 0 0,1 1 0 0 0,-1 1-1 0 0,0 0 1 0 0,-13 8 0 0 0,-6 3 292 0 0,8-7-181 0 0,13-5-64 0 0,1 0 1 0 0,0 1-1 0 0,0-1 0 0 0,-12 9 0 0 0,17-11-77 0 0,0 1 0 0 0,0 0 0 0 0,1 0-1 0 0,-1 0 1 0 0,0 0 0 0 0,1 0 0 0 0,-1 0-1 0 0,1 0 1 0 0,0 0 0 0 0,0 0 0 0 0,-1 1-1 0 0,1-1 1 0 0,1 1 0 0 0,-1-1-1 0 0,0 0 1 0 0,1 1 0 0 0,-1 0 0 0 0,1-1-1 0 0,0 5 1 0 0,0 76 1692 0 0,0-82-1760 0 0,0 0-1 0 0,0-1 0 0 0,0 1 1 0 0,0-1-1 0 0,0 1 0 0 0,0 0 1 0 0,0-1-1 0 0,0 1 0 0 0,0-1 1 0 0,0 1-1 0 0,1-1 0 0 0,-1 1 1 0 0,0-1-1 0 0,0 1 0 0 0,1 0 1 0 0,-1-1-1 0 0,0 0 0 0 0,1 1 1 0 0,-1-1-1 0 0,0 1 0 0 0,1-1 1 0 0,-1 1-1 0 0,1-1 0 0 0,-1 0 1 0 0,1 1-1 0 0,-1-1 0 0 0,1 0 1 0 0,-1 1-1 0 0,1-1 0 0 0,-1 0 1 0 0,1 0-1 0 0,-1 0 0 0 0,2 1 1 0 0,18 5 182 0 0,-12-4-112 0 0,0 0 1 0 0,0 1-1 0 0,0 0 0 0 0,0 0 1 0 0,-1 1-1 0 0,13 7 1 0 0,3 5 66 0 0,2-2 0 0 0,-1-1 0 0 0,41 15 0 0 0,26 13-8 0 0,-71-31-124 0 0,0 1-1 0 0,-1 1 1 0 0,0 1 0 0 0,23 20-1 0 0,-40-28-1 0 0,1 0 0 0 0,-1-1 0 0 0,-1 1 0 0 0,1 0 1 0 0,-1 0-1 0 0,1 1 0 0 0,-1-1 0 0 0,-1 0 0 0 0,1 0 0 0 0,-1 0 0 0 0,0 1 0 0 0,0-1 0 0 0,-1 0 0 0 0,-1 9 0 0 0,1 6 127 0 0,1-17-112 0 0,0 1 0 0 0,-1-1 0 0 0,1 0 0 0 0,-1 0-1 0 0,1 0 1 0 0,-1 1 0 0 0,0-1 0 0 0,0 0 0 0 0,-1 0-1 0 0,1 0 1 0 0,-1-1 0 0 0,1 1 0 0 0,-4 5 0 0 0,-33 26 354 0 0,30-27-247 0 0,-1 0 0 0 0,1 0 0 0 0,-11 13 0 0 0,14-14-102 0 0,1-1 0 0 0,-1 1 0 0 0,-1-1 0 0 0,1-1 1 0 0,-1 1-1 0 0,0-1 0 0 0,0 0 0 0 0,0 0 0 0 0,0-1 0 0 0,-1 0 0 0 0,1 0 1 0 0,-1 0-1 0 0,-11 2 0 0 0,14-3-82 0 0,0-1 1 0 0,-1 1 0 0 0,1-1-1 0 0,-1 0 1 0 0,1-1-1 0 0,-1 1 1 0 0,0-1-1 0 0,1 0 1 0 0,-1 0-1 0 0,1 0 1 0 0,-1-1-1 0 0,1 0 1 0 0,-1 0-1 0 0,-6-2 1 0 0,8 1-8 0 0,0 0 1 0 0,1 0-1 0 0,-1 0 0 0 0,0-1 1 0 0,1 1-1 0 0,0-1 0 0 0,-1 0 0 0 0,1 0 1 0 0,0 0-1 0 0,1 0 0 0 0,-1 0 1 0 0,0 0-1 0 0,1 0 0 0 0,0 0 1 0 0,-1-4-1 0 0,-3-1 57 0 0,1 0 1 0 0,-1 0-1 0 0,0 0 1 0 0,-1 1-1 0 0,-12-13 1 0 0,13 16 93 0 0,1-1 0 0 0,0 1 0 0 0,-1-1 0 0 0,1 0 1 0 0,1 0-1 0 0,-1-1 0 0 0,1 1 0 0 0,0-1 0 0 0,0 0 1 0 0,1 1-1 0 0,-1-1 0 0 0,1 0 0 0 0,1-1 0 0 0,-3-11 1 0 0,4-56 3154 0 0,0 73-3198 0 0,1 0-1 0 0,0 0 0 0 0,-1 0 0 0 0,1 0 0 0 0,0 0 0 0 0,-1 0 1 0 0,1 0-1 0 0,0 1 0 0 0,0-1 0 0 0,0 0 0 0 0,-1 0 1 0 0,1 1-1 0 0,0-1 0 0 0,0 1 0 0 0,0-1 0 0 0,0 1 0 0 0,0-1 1 0 0,0 1-1 0 0,0 0 0 0 0,1-1 0 0 0,-1 1 0 0 0,0 0 0 0 0,0 0 1 0 0,0 0-1 0 0,0 0 0 0 0,2 0 0 0 0,-2 0 123 0 0,21-7 523 0 0,0 2 0 0 0,1 1 0 0 0,0 0 0 0 0,-1 2 0 0 0,44 0 1 0 0,23-2 307 0 0,-74 3-799 0 0,0-2 0 0 0,0 0 0 0 0,0 0 0 0 0,0-1 0 0 0,17-8 0 0 0,-25 9-167 0 0,0-1-1 0 0,-1 1 1 0 0,1-1-1 0 0,-1-1 1 0 0,0 1 0 0 0,0-1-1 0 0,-1 0 1 0 0,1-1-1 0 0,-1 1 1 0 0,0-1 0 0 0,-1 0-1 0 0,8-13 1 0 0,-7 10-86 0 0,0-1 0 0 0,0-1 1 0 0,-1 1-1 0 0,-1 0 0 0 0,0-1 1 0 0,-1 0-1 0 0,1 0 0 0 0,-2 0 1 0 0,1-19-1 0 0,-2 26-61 0 0,0-1 1 0 0,0 1-1 0 0,-1 0 0 0 0,0-1 1 0 0,0 1-1 0 0,0-1 1 0 0,0 1-1 0 0,0 0 0 0 0,-1 0 1 0 0,0 0-1 0 0,0 0 1 0 0,0 0-1 0 0,-5-6 0 0 0,1-1-246 0 0,5 9 160 0 0,-1 0-1 0 0,1-1 0 0 0,0 1 1 0 0,-1 0-1 0 0,1 0 1 0 0,-1 0-1 0 0,0 0 1 0 0,0 1-1 0 0,0-1 0 0 0,0 0 1 0 0,0 1-1 0 0,0-1 1 0 0,-4-1-1 0 0,14 2-1978 0 0,-21 9-1038 0 0,13-8 3109 0 0,-1 0-1 0 0,1 0 0 0 0,0 1 0 0 0,0-1 0 0 0,-1 0 0 0 0,1 1 1 0 0,0-1-1 0 0,-1 0 0 0 0,1 0 0 0 0,0 1 0 0 0,0-1 0 0 0,0 0 1 0 0,0 1-1 0 0,-1-1 0 0 0,1 1 0 0 0,0-1 0 0 0,0 0 0 0 0,0 1 1 0 0,0-1-1 0 0,0 1 0 0 0,0-1 0 0 0,0 0 0 0 0,0 1 0 0 0,0-1 1 0 0,0 0-1 0 0,0 1 0 0 0,0-1 0 0 0,0 1 0 0 0,0-1 0 0 0,0 0 1 0 0,1 1-1 0 0,-1-1 0 0 0,0 0 0 0 0,0 1 0 0 0,0-1 0 0 0,1 1 1 0 0,-1-1-1 0 0,0 0 0 0 0,0 0 0 0 0,1 1 0 0 0,-1-1 0 0 0,0 0 1 0 0,1 1-1 0 0,21 25-4703 0 0,-21-23 4345 0 0,0-1 1 0 0,0 1 0 0 0,0 0 0 0 0,-1-1-1 0 0,1 1 1 0 0,-1 0 0 0 0,0 0 0 0 0,0 0 0 0 0,0 4-1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1:42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1 241 160 0 0,'98'-69'3068'0'0,"-72"45"-2425"0"0,-23 20-594 0 0,-1 1 0 0 0,1 0-1 0 0,0 0 1 0 0,0 1 0 0 0,0-1-1 0 0,0 1 1 0 0,0-1 0 0 0,1 1-1 0 0,-1 0 1 0 0,1 0 0 0 0,6-2-1 0 0,207-62 158 0 0,-185 59-140 0 0,-1 1-1 0 0,1 2 1 0 0,1 1-1 0 0,62 2 1 0 0,-87 2 47 0 0,-1 0 0 0 0,1 0 0 0 0,-1 1 0 0 0,0 0 0 0 0,1 0 1 0 0,-1 1-1 0 0,0 0 0 0 0,0 0 0 0 0,-1 1 0 0 0,1-1 0 0 0,-1 2 0 0 0,0-1 0 0 0,7 6 0 0 0,-10-7-26 0 0,-1-1 1 0 0,1 1-1 0 0,0 0 0 0 0,-1 0 0 0 0,0 0 0 0 0,0 0 0 0 0,0 1 0 0 0,0-1 0 0 0,0 1 1 0 0,-1-1-1 0 0,1 1 0 0 0,-1-1 0 0 0,0 1 0 0 0,0 0 0 0 0,-1-1 0 0 0,1 1 1 0 0,-1 0-1 0 0,1 0 0 0 0,-1 0 0 0 0,-1 0 0 0 0,1-1 0 0 0,0 1 0 0 0,-1 0 1 0 0,-1 6-1 0 0,-20 35 713 0 0,17-33-592 0 0,4-10-178 0 0,1 0 0 0 0,-1 0 0 0 0,0 0 0 0 0,1 0 0 0 0,-1 0 0 0 0,0 0 0 0 0,-1 0 0 0 0,1 0 0 0 0,0 0 0 0 0,0 0-1 0 0,-1-1 1 0 0,1 1 0 0 0,-1-1 0 0 0,0 1 0 0 0,1-1 0 0 0,-1 0 0 0 0,0 1 0 0 0,0-1 0 0 0,0 0 0 0 0,0 0 0 0 0,-3 1 0 0 0,-1 1 129 0 0,5-2-33 0 0,0-1 0 0 0,-1 1 0 0 0,1 0 0 0 0,0-1 0 0 0,0 1 0 0 0,0 0 1 0 0,0-1-1 0 0,-1 1 0 0 0,1-1 0 0 0,0 0 0 0 0,-1 0 0 0 0,1 1 0 0 0,0-1 1 0 0,-1 0-1 0 0,1 0 0 0 0,0 0 0 0 0,0 0 0 0 0,-1 0 0 0 0,-1-1 0 0 0,4 0-91 0 0,0 0-1 0 0,-1-1 1 0 0,1 1-1 0 0,0 0 1 0 0,0 0-1 0 0,0 0 1 0 0,0 0-1 0 0,0-1 1 0 0,0 2-1 0 0,0-1 1 0 0,0 0-1 0 0,1 0 1 0 0,-1 0 0 0 0,0 0-1 0 0,1 1 1 0 0,-1-1-1 0 0,0 1 1 0 0,3-2-1 0 0,0 0 57 0 0,-3 2-75 0 0,0-1-1 0 0,-1 0 0 0 0,1 1 1 0 0,0-1-1 0 0,-1 0 0 0 0,1 0 1 0 0,-1 1-1 0 0,0-1 0 0 0,1 0 1 0 0,-1 0-1 0 0,0 0 0 0 0,1 0 1 0 0,-1 0-1 0 0,0 0 0 0 0,0 1 1 0 0,0-1-1 0 0,0 0 0 0 0,0 0 1 0 0,0-2-1 0 0,4-14 145 0 0,9 1 49 0 0,31-31 1 0 0,-8 9 105 0 0,-27 27-229 0 0,0 1 0 0 0,1 0 0 0 0,0 1 1 0 0,1 0-1 0 0,0 0 0 0 0,0 1 0 0 0,1 0 0 0 0,0 1 1 0 0,0 1-1 0 0,1 0 0 0 0,0 0 0 0 0,17-4 0 0 0,3 9-6 0 0,-29 1-74 0 0,0 0 0 0 0,0 1 0 0 0,1 0-1 0 0,-1-1 1 0 0,0 2 0 0 0,0-1-1 0 0,0 0 1 0 0,0 1 0 0 0,0 0 0 0 0,0 0-1 0 0,-1 0 1 0 0,1 0 0 0 0,4 4-1 0 0,2 19 9 0 0,15 2 45 0 0,-21-23-46 0 0,0-1-1 0 0,0 1 1 0 0,-1 0-1 0 0,1 1 1 0 0,-1-1-1 0 0,5 8 1 0 0,-7-9 0 0 0,0-1 1 0 0,0 1 0 0 0,0-1 0 0 0,0 1 0 0 0,-1-1 0 0 0,1 1 0 0 0,-1 0-1 0 0,1-1 1 0 0,-1 1 0 0 0,0 0 0 0 0,0-1 0 0 0,0 1 0 0 0,-1 0 0 0 0,1-1-1 0 0,-1 1 1 0 0,1-1 0 0 0,-1 1 0 0 0,0 0 0 0 0,0-1 0 0 0,0 1 0 0 0,0-1 0 0 0,0 0-1 0 0,-1 1 1 0 0,1-1 0 0 0,-1 0 0 0 0,1 0 0 0 0,-1 0 0 0 0,-2 2 0 0 0,1-2 57 0 0,0 1 1 0 0,0-1-1 0 0,0 0 1 0 0,-1 0-1 0 0,1-1 1 0 0,0 1-1 0 0,-1-1 1 0 0,1 1-1 0 0,-1-1 1 0 0,0 0-1 0 0,1 0 1 0 0,-1-1-1 0 0,0 1 1 0 0,0-1-1 0 0,0 0 1 0 0,1 0-1 0 0,-1 0 1 0 0,-7-2-1 0 0,10 2-39 0 0,0-1 0 0 0,1 0 0 0 0,-1 0 0 0 0,0 0-1 0 0,1 0 1 0 0,-1 0 0 0 0,1 0 0 0 0,-1 0-1 0 0,1 0 1 0 0,0 0 0 0 0,-1 0 0 0 0,1 0 0 0 0,0 0-1 0 0,0 0 1 0 0,-1 0 0 0 0,1-1 0 0 0,0 1 0 0 0,0 0-1 0 0,0 0 1 0 0,1 0 0 0 0,-1 0 0 0 0,0 0 0 0 0,0 0-1 0 0,1-2 1 0 0,-1-4 214 0 0,2 3-188 0 0,-1 0 0 0 0,1 1 1 0 0,0-1-1 0 0,0 1 0 0 0,1-1 1 0 0,-1 1-1 0 0,1 0 0 0 0,-1 0 1 0 0,1 0-1 0 0,0 0 0 0 0,0 0 0 0 0,0 1 1 0 0,7-5-1 0 0,9-9 246 0 0,-14 11-244 0 0,0 0-1 0 0,0 1 0 0 0,0 0 0 0 0,1 0 1 0 0,0 1-1 0 0,-1-1 0 0 0,1 1 0 0 0,1 0 0 0 0,-1 1 1 0 0,0 0-1 0 0,0 0 0 0 0,1 0 0 0 0,8-1 1 0 0,-2 1-40 0 0,0 1 1 0 0,0 1 0 0 0,0 0-1 0 0,1 1 1 0 0,-1 0-1 0 0,13 3 1 0 0,-21-3-10 0 0,-1 1-1 0 0,0-1 1 0 0,1 1 0 0 0,-1 0-1 0 0,0 1 1 0 0,0-1 0 0 0,0 1-1 0 0,-1-1 1 0 0,1 1 0 0 0,0 0 0 0 0,-1 0-1 0 0,0 1 1 0 0,0-1 0 0 0,3 5-1 0 0,-6-8-7 0 0,1 1 0 0 0,-1 0 0 0 0,1 0 0 0 0,-1-1-1 0 0,1 1 1 0 0,-1 0 0 0 0,0 0 0 0 0,0 0 0 0 0,1 0 0 0 0,-1 0-1 0 0,0 0 1 0 0,0-1 0 0 0,0 1 0 0 0,0 0 0 0 0,0 0 0 0 0,0 0 0 0 0,0 0-1 0 0,0 0 1 0 0,-1 0 0 0 0,1 0 0 0 0,0-1 0 0 0,0 1 0 0 0,-1 0-1 0 0,0 1 1 0 0,-14 20 50 0 0,7-12-3 0 0,-3 24 150 0 0,0-17-114 0 0,9-15-86 0 0,0 0 1 0 0,1 1-1 0 0,-1-1 1 0 0,1 0-1 0 0,0 1 1 0 0,-1 0-1 0 0,1-1 1 0 0,0 1-1 0 0,1-1 0 0 0,-1 1 1 0 0,0 0-1 0 0,1 0 1 0 0,-1 0-1 0 0,1-1 1 0 0,0 5-1 0 0,0-8-162 0 0,0 0 0 0 0,0 0 0 0 0,1 0 0 0 0,-1 0 0 0 0,0 1 0 0 0,0-1 0 0 0,1 0 0 0 0,-1 0 0 0 0,1 0 0 0 0,-1 0 0 0 0,1 1 0 0 0,-1-1 0 0 0,1 0 0 0 0,-1 0 0 0 0,1 1 0 0 0,-1-1 0 0 0,1 0 0 0 0,0 1 0 0 0,0-1 0 0 0,-1 1 0 0 0,1-1-1 0 0,0 1 1 0 0,0-1 0 0 0,0 1 0 0 0,-1 0 0 0 0,1-1 0 0 0,0 1 0 0 0,0 0 0 0 0,0 0 0 0 0,1-1 0 0 0,17-7-4419 0 0,41-26-3303 0 0,-27 8 4483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1:42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22 320 0 0,'60'-14'2668'0'0,"-45"9"902"0"0,8 3-1164 0 0,-25 2-2185 0 0,0 1 0 0 0,0-1-1 0 0,0 0 1 0 0,0 1 0 0 0,0 0-1 0 0,0 0 1 0 0,0-1 0 0 0,1 1-1 0 0,-1 0 1 0 0,0 0 0 0 0,-2 3-1 0 0,-4 1 347 0 0,-35 23 1794 0 0,4 3-541 0 0,2 2-1 0 0,-41 45 1 0 0,-24 42-929 0 0,53-66-999 0 0,29-34 200 0 0,1 1-1 0 0,-16 24 1 0 0,31-39-325 0 0,-1 1 0 0 0,1 0 0 0 0,1 0 0 0 0,-1 0 0 0 0,1 1 0 0 0,1-1 0 0 0,-1 1 0 0 0,1 0 0 0 0,0-1 0 0 0,1 1 1 0 0,-1 14-1 0 0,2-22 233 0 0,0 2-374 0 0,1 0 1 0 0,-1-1-1 0 0,0 1 1 0 0,0 0-1 0 0,-1-1 1 0 0,1 1-1 0 0,0 0 1 0 0,0-1-1 0 0,-1 1 1 0 0,1-1-1 0 0,-1 1 1 0 0,0 0-1 0 0,1-1 1 0 0,-2 3-1 0 0,0-3-500 0 0,-1 1 1 0 0,1-1-1 0 0,0 0 0 0 0,0 0 0 0 0,-1 0 1 0 0,1 0-1 0 0,0 0 0 0 0,-1 0 1 0 0,-4 0-1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1:43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587 53 160 0 0,'0'0'3508'0'0,"0"0"-3384"0"0,0 0 0 0 0,1-1 0 0 0,-1 1-1 0 0,0 0 1 0 0,0-1 0 0 0,0 1 0 0 0,0 0 0 0 0,0-1-1 0 0,0 1 1 0 0,0 0 0 0 0,0-1 0 0 0,0 1-1 0 0,0-1 1 0 0,0 1 0 0 0,0 0 0 0 0,0-1 0 0 0,0 1-1 0 0,0 0 1 0 0,0-1 0 0 0,0 1 0 0 0,0 0-1 0 0,0-1 1 0 0,-1 1 0 0 0,1 0 0 0 0,0-1 0 0 0,0 1-1 0 0,0 0 1 0 0,-1-1 0 0 0,1 1 0 0 0,0 0-1 0 0,0 0 1 0 0,-1-1 0 0 0,1 1 0 0 0,0 0 0 0 0,0 0-1 0 0,-1-1 1 0 0,1 1 0 0 0,0 0 0 0 0,-1 0-1 0 0,1 0 1 0 0,0 0 0 0 0,-1-1 0 0 0,-20-6 1093 0 0,0 1 1 0 0,0 0-1 0 0,-1 2 0 0 0,-33-4 1 0 0,-88-1 1285 0 0,142 9-2489 0 0,-162 0 2480 0 0,131 5-1987 0 0,26 1-333 0 0,7-4-185 0 0,-1 1 0 0 0,1 0 0 0 0,0 0 0 0 0,0-1 0 0 0,0 1 0 0 0,0 0 0 0 0,1-1 0 0 0,-1 1 1 0 0,1-1-1 0 0,-1 0 0 0 0,1 1 0 0 0,0-1 0 0 0,0 0 0 0 0,0 0 0 0 0,0 0 0 0 0,0 0 1 0 0,1-1-1 0 0,-1 1 0 0 0,0-1 0 0 0,1 1 0 0 0,-1-1 0 0 0,4 1 0 0 0,10 6 3 0 0,0-1 0 0 0,22 6-1 0 0,-25-8-9 0 0,53 20-81 0 0,43 13-175 0 0,-92-34 239 0 0,31 13-24 0 0,-26-10 179 0 0,-29-4-37 0 0,-30-1 568 0 0,36-2-645 0 0,-53 1 412 0 0,-1-3 1 0 0,1-2 0 0 0,-92-19 0 0 0,131 20-478 0 0,2 0-569 0 0,-1-1 0 0 0,1 0 0 0 0,0 0 0 0 0,0-1-1 0 0,0-1 1 0 0,-18-11 0 0 0,30 16 552 0 0,1 1-1 0 0,0 0 1 0 0,0 0-1 0 0,-1 0 1 0 0,1 0-1 0 0,0-1 1 0 0,0 1-1 0 0,-1 0 0 0 0,1 0 1 0 0,0-1-1 0 0,0 1 1 0 0,0 0-1 0 0,-1 0 1 0 0,1-1-1 0 0,0 1 1 0 0,0 0-1 0 0,0-1 1 0 0,0 1-1 0 0,0 0 1 0 0,0-1-1 0 0,0 1 0 0 0,0 0 1 0 0,0-1-1 0 0,0 1 1 0 0,0 0-1 0 0,0 0 1 0 0,0-1-1 0 0,0 1 1 0 0,0 0-1 0 0,0-1 1 0 0,0 1-1 0 0,0 0 1 0 0,0-1-1 0 0,0 1 0 0 0,0 0 1 0 0,0-1-1 0 0,1 1 1 0 0,-1 0-1 0 0,0 0 1 0 0,0-1-1 0 0,0 1 1 0 0,1 0-1 0 0,-1 0 1 0 0,0-1-1 0 0,0 1 1 0 0,1 0-1 0 0,-1 0 0 0 0,0 0 1 0 0,0-1-1 0 0,1 1 1 0 0,-1 0-1 0 0,0 0 1 0 0,1 0-1 0 0,20-7-2469 0 0,-16 5 1555 0 0,28-9-3184 0 0,-1 3 333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1:44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85 1601 0 0,'9'-4'828'0'0,"10"-5"217"0"0,-14-6 3044 0 0,-5 14-3978 0 0,1 0 0 0 0,-1 1 0 0 0,1-1-1 0 0,0 0 1 0 0,-1 0 0 0 0,1 0 0 0 0,0 0-1 0 0,0 1 1 0 0,0-1 0 0 0,-1 0 0 0 0,1 1-1 0 0,0-1 1 0 0,0 1 0 0 0,0-1 0 0 0,0 1-1 0 0,0-1 1 0 0,0 1 0 0 0,0 0 0 0 0,0-1-1 0 0,0 1 1 0 0,0 0 0 0 0,1 0 0 0 0,-1 0-1 0 0,1 0 1 0 0,2-1 322 0 0,20-8 167 0 0,0 1 0 0 0,1 1 1 0 0,-1 2-1 0 0,2 0 0 0 0,-1 1 1 0 0,28 1-1 0 0,-2 2-597 0 0,-48 1-6 0 0,3 2-10 0 0,-5-1 15 0 0,0 0 0 0 0,-1 0 1 0 0,1 0-1 0 0,0 0 0 0 0,-1 0 1 0 0,1 0-1 0 0,-1 0 0 0 0,1 1 1 0 0,-1-1-1 0 0,1 0 0 0 0,-1 0 1 0 0,0 1-1 0 0,0-1 0 0 0,0 0 1 0 0,0 0-1 0 0,0 1 1 0 0,0-1-1 0 0,0 0 0 0 0,0 0 1 0 0,0 1-1 0 0,0-1 0 0 0,-1 2 1 0 0,0 5 156 0 0,1-3-92 0 0,0 0 0 0 0,-1-1 0 0 0,0 1 0 0 0,0 0 0 0 0,-1-1 0 0 0,1 1 0 0 0,-1-1 0 0 0,0 1 0 0 0,0-1 0 0 0,-1 0 0 0 0,-3 6 0 0 0,-2 1 243 0 0,-1 0 0 0 0,-18 17 0 0 0,21-24-197 0 0,1 1 0 0 0,-2-1 0 0 0,1 0 0 0 0,0-1 0 0 0,-1 1 1 0 0,0-1-1 0 0,0-1 0 0 0,0 1 0 0 0,0-1 0 0 0,0-1 0 0 0,0 1 0 0 0,0-1 0 0 0,-1 0 0 0 0,-13-1 0 0 0,-27 6 325 0 0,42-6-443 0 0,0 1 0 0 0,0-1 0 0 0,0 0-1 0 0,0-1 1 0 0,0 0 0 0 0,0 0 0 0 0,1 0 0 0 0,-1-1-1 0 0,0 1 1 0 0,1-1 0 0 0,-1-1 0 0 0,1 1 0 0 0,-1-1-1 0 0,1 0 1 0 0,0 0 0 0 0,0 0 0 0 0,1-1-1 0 0,-1 0 1 0 0,1 0 0 0 0,-1 0 0 0 0,1 0 0 0 0,-3-6-1 0 0,6 8 31 0 0,-1-1 0 0 0,1 1 0 0 0,0-1 0 0 0,1 0 0 0 0,-1 0-1 0 0,0 0 1 0 0,1 1 0 0 0,0-1 0 0 0,-1 0 0 0 0,1 0 0 0 0,0 0 0 0 0,1 0-1 0 0,0-4 1 0 0,-1-5 81 0 0,1 11-97 0 0,-1 1 0 0 0,0 0-1 0 0,0-1 1 0 0,1 1 0 0 0,-1 0 0 0 0,0-1 0 0 0,1 1-1 0 0,-1 0 1 0 0,0 0 0 0 0,1-1 0 0 0,-1 1 0 0 0,0 0 0 0 0,1 0-1 0 0,-1-1 1 0 0,1 1 0 0 0,-1 0 0 0 0,0 0 0 0 0,1 0 0 0 0,-1 0-1 0 0,1 0 1 0 0,-1 0 0 0 0,1 0 0 0 0,-1 0 0 0 0,0 0 0 0 0,1 0-1 0 0,-1 0 1 0 0,1 0 0 0 0,-1 0 0 0 0,1 0 0 0 0,-1 0-1 0 0,0 0 1 0 0,1 1 0 0 0,-1-1 0 0 0,1 0 0 0 0,18 5 174 0 0,-19-5-182 0 0,9 3 94 0 0,0 1-1 0 0,-1 0 0 0 0,1 0 0 0 0,-1 1 1 0 0,0 0-1 0 0,8 6 0 0 0,26 18 180 0 0,165 84-1341 0 0,-164-90-4429 0 0,-10-19-4335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26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1837 154 400 0 0,'-70'-67'1654'0'0,"-23"5"747"0"0,84 58-2073 0 0,-1 0-1 0 0,0 0 1 0 0,0 1-1 0 0,-1 0 0 0 0,1 1 1 0 0,-1 0-1 0 0,1 1 1 0 0,-1 0-1 0 0,1 1 0 0 0,-21 1 1 0 0,13-1-235 0 0,2 0 224 0 0,-196 6 2204 0 0,173-3-2316 0 0,1 2-1 0 0,0 2 0 0 0,-49 15 0 0 0,-45 27-31 0 0,71-25-199 0 0,-100 26-1 0 0,131-44 59 0 0,0 2 0 0 0,0 0 1 0 0,0 2-1 0 0,-39 19 0 0 0,-29 20 53 0 0,69-35-41 0 0,-45 27 0 0 0,2 14 88 0 0,54-39-105 0 0,-1-1 0 0 0,-36 21 0 0 0,39-27 2 0 0,-64 36-184 0 0,72-40 160 0 0,2-1 0 0 0,-1 2 0 0 0,0-1 1 0 0,1 1-1 0 0,0 0 0 0 0,0 0 0 0 0,1 0 0 0 0,-5 9 0 0 0,8-13 8 0 0,-3 5 43 0 0,1 1 0 0 0,-1 0 0 0 0,2 1 1 0 0,-6 12-1 0 0,11-16 0 0 0,0 0 0 0 0,1-1 0 0 0,-1 1 0 0 0,1-1 0 0 0,0 0 0 0 0,0 0 0 0 0,0 0 0 0 0,0 0 0 0 0,1 0 0 0 0,-1-1 0 0 0,6 5 0 0 0,6 6 206 0 0,-3-3-57 0 0,0 0 0 0 0,1-1 0 0 0,1 0 0 0 0,0-1 0 0 0,28 14 0 0 0,9 5 125 0 0,-3 4-21 0 0,-18-12-190 0 0,1-2 1 0 0,34 16-1 0 0,-26-17-83 0 0,79 41 155 0 0,-69-30-48 0 0,0-1 1 0 0,1-3-1 0 0,91 29 1 0 0,3-15-65 0 0,70 21 309 0 0,154 34-69 0 0,8-28 28 0 0,-351-59-242 0 0,47 16-1 0 0,-5-1 8 0 0,137 22 519 0 0,-108-25-73 0 0,163 51 0 0 0,-233-59-505 0 0,193 75 294 0 0,-162-59-247 0 0,87 27 0 0 0,-31-15 350 0 0,29 10-73 0 0,-49-15-287 0 0,-63-21-49 0 0,0-2 1 0 0,46 11-1 0 0,39-12 272 0 0,-29-4-159 0 0,-57-2-98 0 0,203 9 195 0 0,115-13 149 0 0,6-15-43 0 0,-124 4-34 0 0,-87 4-158 0 0,102-3-63 0 0,-220 10 40 0 0,39-6 1 0 0,-39 4-46 0 0,39-1 1 0 0,154-11 142 0 0,6-2 67 0 0,-190 16-262 0 0,173-15 177 0 0,430-64 1272 0 0,-397 53-1161 0 0,201-36 214 0 0,-206 36-213 0 0,-168 17-253 0 0,-4 2-23 0 0,-1-4-1 0 0,71-22 0 0 0,0-4 68 0 0,34-12-90 0 0,-13 9 259 0 0,-93 28-175 0 0,145-34 42 0 0,-100 11-15 0 0,14 3 27 0 0,98-30 28 0 0,-119 27-121 0 0,-85 25-57 0 0,-10 5-6 0 0,3 1 16 0 0,0-1-1 0 0,1 1 1 0 0,-1 1 0 0 0,1-1-1 0 0,0 1 1 0 0,0 0-1 0 0,1 1 1 0 0,9-4 0 0 0,5-3 47 0 0,168-92 386 0 0,-145 76-352 0 0,-38 21-102 0 0,0 0 0 0 0,1 1 0 0 0,0-1 0 0 0,14-4 0 0 0,-12 7-2 0 0,-9 2-8 0 0,0 0 0 0 0,-1 0 0 0 0,1 0 0 0 0,0 0 0 0 0,0-1 0 0 0,0 1 0 0 0,0 0 0 0 0,0 0 0 0 0,0 0 0 0 0,0-1 0 0 0,-1 1 0 0 0,1-1 0 0 0,0 1 0 0 0,0 0 0 0 0,0-1 0 0 0,-1 1 0 0 0,1-1 0 0 0,0 0 0 0 0,-1 1 0 0 0,1-1 0 0 0,0 0 0 0 0,-1 1 0 0 0,1-1 0 0 0,-1 0 0 0 0,1 0 0 0 0,-1 1 0 0 0,1-1 0 0 0,-1 0 0 0 0,0 0 0 0 0,1 0 0 0 0,-1 0 0 0 0,0 0 0 0 0,0 1 0 0 0,1-3 0 0 0,-1 3-2 0 0,0-1 0 0 0,0 1 0 0 0,0 0 0 0 0,0 0 0 0 0,0-1 0 0 0,0 1 0 0 0,0 0 0 0 0,0-1 0 0 0,0 1 0 0 0,0 0 0 0 0,0-1 0 0 0,1 1 0 0 0,-1 0 0 0 0,0 0 0 0 0,0-1 0 0 0,0 1 0 0 0,0 0 0 0 0,1 0 0 0 0,-1-1 0 0 0,0 1 0 0 0,0 0 0 0 0,0 0 0 0 0,1 0 0 0 0,-1-1 0 0 0,0 1 0 0 0,0 0 0 0 0,1 0 0 0 0,-1 0 0 0 0,0 0 0 0 0,1-1 0 0 0,18-5 14 0 0,-14 5-6 0 0,0 0 1 0 0,0 0 0 0 0,-1-1 0 0 0,1 0 0 0 0,7-4 0 0 0,-1-3 10 0 0,-6 4 5 0 0,1 0 1 0 0,0 0-1 0 0,0 1 1 0 0,0 0 0 0 0,0 1-1 0 0,1-1 1 0 0,0 1-1 0 0,9-3 1 0 0,76-22 81 0 0,-73 21-66 0 0,-1 1 0 0 0,25-4 0 0 0,-25 6-27 0 0,-1 0 1 0 0,32-13-1 0 0,-6 1 48 0 0,6-2 12 0 0,-29 9-58 0 0,-19 9-15 0 0,0 0 1 0 0,0 0-1 0 0,-1 0 0 0 0,1 0 1 0 0,0-1-1 0 0,0 1 0 0 0,0 0 1 0 0,-1-1-1 0 0,1 1 0 0 0,0 0 1 0 0,-1-1-1 0 0,1 1 0 0 0,0-1 1 0 0,-1 1-1 0 0,1-1 0 0 0,0 1 0 0 0,-1-1 1 0 0,1 1-1 0 0,-1-1 0 0 0,1 0 1 0 0,-1 1-1 0 0,1-1 0 0 0,-1 0 1 0 0,0 1-1 0 0,1-1 0 0 0,-1 0 1 0 0,0 1-1 0 0,1-1 0 0 0,-1 0 1 0 0,0 0-1 0 0,0 0 0 0 0,0 1 1 0 0,0-1-1 0 0,0 0 0 0 0,0-1 1 0 0,0 1-2 0 0,-1 0 0 0 0,0-1 0 0 0,0 1 0 0 0,0 0 1 0 0,0 0-1 0 0,0 0 0 0 0,0 0 0 0 0,0 0 1 0 0,0 0-1 0 0,0 0 0 0 0,-1 0 0 0 0,1 0 1 0 0,0 0-1 0 0,-1 0 0 0 0,1 1 0 0 0,0-1 0 0 0,-1 1 1 0 0,-1-1-1 0 0,-1-1 2 0 0,-13-14-4 0 0,15 13 5 0 0,0 1 0 0 0,-1 0 0 0 0,1 0 0 0 0,-1 0-1 0 0,1 0 1 0 0,-1 1 0 0 0,0-1 0 0 0,-4-1 0 0 0,-276-157-82 0 0,223 126-38 0 0,-1 2 0 0 0,-2 4 0 0 0,-1 2 0 0 0,-2 3 0 0 0,-76-17 1 0 0,125 36 74 0 0,-395-82-408 0 0,67 44-56 0 0,-1 15 0 0 0,-414 22 0 0 0,103 64 587 0 0,640-57-80 0 0,-270 36 93 0 0,-138 12-132 0 0,310-43 2 0 0,-172 22 154 0 0,-50 37-384 0 0,307-58 283 0 0,-1-2 1 0 0,-1-1-1 0 0,-51 2 1 0 0,69-7-64 0 0,0-1 0 0 0,0-1 1 0 0,0 0-1 0 0,1 0 1 0 0,-1-2-1 0 0,1 1 1 0 0,-1-2-1 0 0,1 0 0 0 0,-20-11 1 0 0,28 13 29 0 0,-1-1 1 0 0,1 0 0 0 0,0 0-1 0 0,0-1 1 0 0,0 1 0 0 0,-8-12-1 0 0,-19-16 12 0 0,11 18-9 0 0,0 2 1 0 0,-1 1 0 0 0,0 1-1 0 0,-1 1 1 0 0,-26-8 0 0 0,14 4-70 0 0,-56-29 1 0 0,69 29 58 0 0,-1 2 0 0 0,0 1 0 0 0,-1 0-1 0 0,0 2 1 0 0,0 1 0 0 0,-30-5 0 0 0,10 10-91 0 0,1 1 0 0 0,-1 3 0 0 0,-59 9 1 0 0,64-5 80 0 0,-1-2 1 0 0,1-2-1 0 0,-1-1 1 0 0,-58-7-1 0 0,29-5 1 0 0,-89-3 0 0 0,-223 26-114 0 0,286-5 138 0 0,0-4 0 0 0,-138-13 0 0 0,181 5-334 0 0,-54 1 1 0 0,81 5-1253 0 0,0 1 0 0 0,-29 6 1 0 0,-11 7-6370 0 0,0-11-4215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02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48 160 0 0,'-32'-6'240'0'0,"32"-9"-80"0"0,32 1-320 0 0,-32 1-160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03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0 480 0 0,'-93'34'3815'0'0,"89"-32"-1513"0"0,13-2 288 0 0,8-1-1546 0 0,-11 0-964 0 0,-1-3-66 0 0,17 3-1 0 0,-17 1 54 0 0,1 0-1 0 0,15 0-39 0 0,-15 0 40 0 0,-6 1-49 0 0,0 0 1 0 0,0 0-1 0 0,-1 0 1 0 0,1 0-1 0 0,0 0 1 0 0,-1 0-1 0 0,1 0 1 0 0,0 0 0 0 0,-1 0-1 0 0,1 0 1 0 0,-1 0-1 0 0,0 0 1 0 0,1 0-1 0 0,-1 0 1 0 0,0 0-1 0 0,1-1 1 0 0,-1 1-1 0 0,0 0 1 0 0,0-1-1 0 0,0 1 1 0 0,0 0-1 0 0,1-1 1 0 0,-1 1-1 0 0,0-1 1 0 0,0 1-1 0 0,0-1 1 0 0,0 0-1 0 0,-2 1 1 0 0,-4 3 71 0 0,-26 23 257 0 0,32-26-336 0 0,1 0 0 0 0,-1-1 0 0 0,1 1 0 0 0,-1 0 1 0 0,1 0-1 0 0,-1-1 0 0 0,1 1 0 0 0,-1 0 0 0 0,1 0 1 0 0,0 0-1 0 0,0 0 0 0 0,-1 0 0 0 0,1 0 0 0 0,0 0 0 0 0,0 0 1 0 0,0-1-1 0 0,0 1 0 0 0,0 0 0 0 0,0 0 0 0 0,0 0 1 0 0,0 0-1 0 0,1 1 0 0 0,-1-1-5 0 0,0 0 0 0 0,0 0 1 0 0,0 0-1 0 0,0 0 0 0 0,0-1 0 0 0,0 1 0 0 0,0 0 1 0 0,0 0-1 0 0,0 0 0 0 0,0 0 0 0 0,0 0 0 0 0,-1 0 1 0 0,1 0-1 0 0,0 0 0 0 0,-1 0 0 0 0,1-1 1 0 0,0 1-1 0 0,-1 0 0 0 0,1 0 0 0 0,-1 0 0 0 0,0-1 1 0 0,0 2-1 0 0,-21 11 141 0 0,21-12-134 0 0,1 0 0 0 0,-1 1 0 0 0,0-1 0 0 0,0 1 0 0 0,1-1 0 0 0,-1 0 0 0 0,0 1 0 0 0,1-1 0 0 0,0 1 0 0 0,-1 0 0 0 0,1-1 0 0 0,0 1 0 0 0,0-1 0 0 0,0 1 0 0 0,0-1 0 0 0,0 1 0 0 0,0 0 0 0 0,0-1 0 0 0,0 1 0 0 0,1 2 0 0 0,0 4 100 0 0,-1-7-112 0 0,0 0-1 0 0,0 0 1 0 0,0 0-1 0 0,0 0 0 0 0,0 0 1 0 0,1 0-1 0 0,-1 0 1 0 0,0 0-1 0 0,1 0 0 0 0,-1 0 1 0 0,0 0-1 0 0,1 0 1 0 0,-1 0-1 0 0,1 0 0 0 0,-1-1 1 0 0,1 1-1 0 0,0 0 1 0 0,-1 0-1 0 0,1-1 0 0 0,0 1 1 0 0,0 0-1 0 0,-1-1 1 0 0,1 1-1 0 0,0-1 0 0 0,0 1 1 0 0,0-1-1 0 0,0 1 1 0 0,0-1-1 0 0,0 1 1 0 0,1-1-1 0 0,7 5 1 0 0,-7-3 13 0 0,-1 1 1 0 0,0 0 0 0 0,0 0-1 0 0,0 0 1 0 0,0 0-1 0 0,-1 0 1 0 0,1 0 0 0 0,-1 0-1 0 0,0 0 1 0 0,0 0-1 0 0,0 0 1 0 0,0 0 0 0 0,0 1-1 0 0,-2 3 1 0 0,2 4 19 0 0,0 134 446 0 0,0-144-473 0 0,0 0 0 0 0,0 0 0 0 0,-1 0 0 0 0,1 0 0 0 0,0 0 0 0 0,0 0 0 0 0,0-1 0 0 0,-1 1 0 0 0,1 0 0 0 0,-1 0 0 0 0,1 0 0 0 0,0 0 0 0 0,-1 0 0 0 0,0 0-1 0 0,1-1 1 0 0,-1 1 0 0 0,1 0 0 0 0,-1 0 0 0 0,0-1 0 0 0,0 1 0 0 0,1-1 0 0 0,-1 1 0 0 0,0 0 0 0 0,0-1 0 0 0,0 1 0 0 0,1-1 0 0 0,-3 1 0 0 0,2-1-6 0 0,0 1 1 0 0,0-1-1 0 0,0 1 1 0 0,0-1 0 0 0,0 1-1 0 0,0 0 1 0 0,0-1-1 0 0,0 1 1 0 0,1 0 0 0 0,-1-1-1 0 0,0 1 1 0 0,0 0-1 0 0,1 0 1 0 0,-1 0-1 0 0,1 0 1 0 0,-1 0 0 0 0,0 0-1 0 0,1 0 1 0 0,0 0-1 0 0,-1 0 1 0 0,1 0-1 0 0,0 0 1 0 0,-1 0 0 0 0,1 0-1 0 0,0 0 1 0 0,0 0-1 0 0,0 0 1 0 0,0 2 0 0 0,0-2 3 0 0,0 0 0 0 0,0 1 0 0 0,0-1 0 0 0,0 0 0 0 0,-1 0 0 0 0,1 1 0 0 0,0-1 0 0 0,-1 0 0 0 0,1 1 0 0 0,-1-1 1 0 0,1 0-1 0 0,-1 0 0 0 0,1 0 0 0 0,-1 0 0 0 0,0 1 0 0 0,0-1 0 0 0,0 0 0 0 0,1 0 0 0 0,-1-1 0 0 0,0 1 0 0 0,0 0 1 0 0,0 0-1 0 0,-1 0 0 0 0,0 0 0 0 0,1 0 4 0 0,-1 0-1 0 0,1 0 1 0 0,0-1 0 0 0,0 1 0 0 0,0 0 0 0 0,0 0-1 0 0,0 0 1 0 0,0 0 0 0 0,1 0 0 0 0,-1 0-1 0 0,0 0 1 0 0,0 0 0 0 0,1 1 0 0 0,-1-1 0 0 0,1 0-1 0 0,-1 0 1 0 0,1 1 0 0 0,-1-1 0 0 0,1 0-1 0 0,0 1 1 0 0,-1-1 0 0 0,1 0 0 0 0,0 1 0 0 0,0 1-1 0 0,0-1 29 0 0,0 0 0 0 0,0 0-1 0 0,0 0 1 0 0,0 0-1 0 0,-1 0 1 0 0,1 0 0 0 0,-1 0-1 0 0,1 0 1 0 0,-1-1-1 0 0,0 1 1 0 0,0 0 0 0 0,0 0-1 0 0,0-1 1 0 0,0 1-1 0 0,0 0 1 0 0,0-1 0 0 0,-3 3-1 0 0,2-2 59 0 0,0 1-1 0 0,0-1 1 0 0,1 0 0 0 0,-1 1-1 0 0,1-1 1 0 0,-1 1-1 0 0,1-1 1 0 0,0 1-1 0 0,0 0 1 0 0,0 0-1 0 0,0-1 1 0 0,1 1 0 0 0,-1 0-1 0 0,1 0 1 0 0,0 0-1 0 0,-1 0 1 0 0,2 5-1 0 0,-1-8-97 0 0,0 1-1 0 0,0 0 1 0 0,-1 0 0 0 0,1-1-1 0 0,0 1 1 0 0,0 0-1 0 0,0-1 1 0 0,-1 1-1 0 0,1-1 1 0 0,0 1-1 0 0,0 0 1 0 0,-1-1-1 0 0,1 1 1 0 0,-1-1-1 0 0,1 1 1 0 0,0 0-1 0 0,-1-1 1 0 0,1 0 0 0 0,-1 1-1 0 0,1-1 1 0 0,-1 1-1 0 0,0-1 1 0 0,1 1-1 0 0,-1-1 1 0 0,1 0-1 0 0,-1 0 1 0 0,0 1-1 0 0,1-1 1 0 0,-1 0-1 0 0,0 0 1 0 0,1 0-1 0 0,-1 1 1 0 0,0-1 0 0 0,-1 0-1 0 0,2 0 6 0 0,-1 0-1 0 0,0 0 1 0 0,1 0-1 0 0,-1 0 1 0 0,0 0-1 0 0,1 0 1 0 0,-1 1 0 0 0,0-1-1 0 0,1 0 1 0 0,-1 0-1 0 0,0 1 1 0 0,1-1-1 0 0,-1 0 1 0 0,1 1-1 0 0,-1-1 1 0 0,0 1 0 0 0,1-1-1 0 0,-1 0 1 0 0,1 1-1 0 0,0 0 1 0 0,-1-1-1 0 0,1 1 1 0 0,-1-1 0 0 0,1 1-1 0 0,0-1 1 0 0,-1 1-1 0 0,1 0 1 0 0,0-1-1 0 0,0 1 1 0 0,-1 0-1 0 0,1-1 1 0 0,0 1 0 0 0,0 0-1 0 0,0 1 1 0 0,0-2 3 0 0,0 1 0 0 0,0-1 1 0 0,0 1-1 0 0,0-1 0 0 0,0 1 1 0 0,-1-1-1 0 0,1 1 0 0 0,0-1 1 0 0,0 1-1 0 0,0-1 0 0 0,-1 1 1 0 0,1-1-1 0 0,0 1 0 0 0,0-1 1 0 0,-1 1-1 0 0,1-1 0 0 0,0 0 1 0 0,-1 1-1 0 0,1-1 0 0 0,-1 0 1 0 0,1 1-1 0 0,-1-1 0 0 0,1 0 1 0 0,0 1-1 0 0,-1-1 0 0 0,1 0 0 0 0,-1 0 1 0 0,1 0-1 0 0,-1 1 0 0 0,1-1 1 0 0,-1 0-1 0 0,0 0 0 0 0,1 0 1 0 0,-1 0-1 0 0,1 0 0 0 0,-1 0 1 0 0,1 0-1 0 0,-1 0 0 0 0,0 0 1 0 0,0 0 10 0 0,1 0 1 0 0,-1-1 0 0 0,0 1-1 0 0,1 0 1 0 0,-1 0-1 0 0,0 1 1 0 0,1-1 0 0 0,-1 0-1 0 0,0 0 1 0 0,1 0-1 0 0,-1 0 1 0 0,1 0 0 0 0,-1 1-1 0 0,0-1 1 0 0,1 0-1 0 0,-1 1 1 0 0,1-1 0 0 0,-1 0-1 0 0,1 1 1 0 0,-1-1-1 0 0,1 1 1 0 0,-1-1 0 0 0,1 1-1 0 0,-1-1 1 0 0,1 1-1 0 0,0-1 1 0 0,-1 1 0 0 0,1-1-1 0 0,0 1 1 0 0,-1-1-1 0 0,1 1 1 0 0,0 0 0 0 0,0-1-1 0 0,0 1 1 0 0,0-1-1 0 0,-1 1 1 0 0,1 0 0 0 0,0-1-1 0 0,0 1 1 0 0,0 1-1 0 0,0-1-15 0 0,-1 0 0 0 0,1 0 0 0 0,-1 0 0 0 0,0 0 0 0 0,0 0 0 0 0,1-1 0 0 0,-1 1 0 0 0,0 0 0 0 0,0 0 0 0 0,0 0 0 0 0,0-1 0 0 0,0 1 0 0 0,0 0 0 0 0,-2 0-1 0 0,-16 15 72 0 0,19-16-71 0 0,0 1 1 0 0,-1-1 0 0 0,1 1-1 0 0,0-1 1 0 0,0 1 0 0 0,0 0-1 0 0,-1-1 1 0 0,1 1 0 0 0,0-1-1 0 0,0 1 1 0 0,0 0 0 0 0,0-1-1 0 0,0 1 1 0 0,0 0 0 0 0,0-1-1 0 0,0 1 1 0 0,1-1 0 0 0,-1 1-1 0 0,0 0 1 0 0,0-1 0 0 0,0 1-1 0 0,1-1 1 0 0,-1 1 0 0 0,0-1-1 0 0,0 1 1 0 0,1-1 0 0 0,-1 1-1 0 0,1-1 1 0 0,-1 1 0 0 0,0-1-1 0 0,1 1 1 0 0,-1-1 0 0 0,1 1-1 0 0,-1-1 1 0 0,1 0 0 0 0,0 1-1 0 0,8 5 20 0 0,-7-5-19 0 0,-1 0-1 0 0,0-1 1 0 0,0 1-1 0 0,0 0 1 0 0,0 0 0 0 0,0-1-1 0 0,0 1 1 0 0,0 0 0 0 0,0 0-1 0 0,0 0 1 0 0,0 0 0 0 0,0 1-1 0 0,-1-1 1 0 0,1 0 0 0 0,0 0-1 0 0,-1 0 1 0 0,1 1-1 0 0,-1-1 1 0 0,1 0 0 0 0,-1 0-1 0 0,0 1 1 0 0,0-1 0 0 0,1 0-1 0 0,-1 1 1 0 0,0-1 0 0 0,0 1-1 0 0,-1 1 1 0 0,1-2-2 0 0,0 0 0 0 0,1-1 0 0 0,-1 1-1 0 0,0 0 1 0 0,0-1 0 0 0,0 1 0 0 0,1 0 0 0 0,-1-1 0 0 0,0 1 0 0 0,0 0 0 0 0,1-1 0 0 0,-1 1 0 0 0,1 0-1 0 0,-1-1 1 0 0,1 1 0 0 0,-1-1 0 0 0,1 1 0 0 0,-1-1 0 0 0,1 1 0 0 0,-1-1 0 0 0,1 1 0 0 0,0-1-1 0 0,-1 0 1 0 0,1 1 0 0 0,0-1 0 0 0,-1 0 0 0 0,1 1 0 0 0,0-1 0 0 0,-1 0 0 0 0,1 0 0 0 0,1 0 0 0 0,-1 1 0 0 0,0-1 1 0 0,-1 0-1 0 0,1 0 1 0 0,0 0-1 0 0,0 0 1 0 0,0 1-1 0 0,-1-1 1 0 0,1 0-1 0 0,0 1 1 0 0,-1-1-1 0 0,1 1 1 0 0,0-1-1 0 0,-1 1 1 0 0,1-1-1 0 0,0 1 1 0 0,-1-1-1 0 0,1 1 1 0 0,-1-1-1 0 0,1 1 1 0 0,-1 0-1 0 0,0-1 1 0 0,1 1-1 0 0,-1 0 1 0 0,1 0-1 0 0,-1-1 1 0 0,0 1-1 0 0,0 0 1 0 0,1 0-1 0 0,-1-1 1 0 0,0 1-1 0 0,0 0 1 0 0,0 1-1 0 0,0 125 854 0 0,0-127-852 0 0,0 1 1 0 0,-1 0-1 0 0,1 0 0 0 0,0 0 1 0 0,-1 0-1 0 0,1 0 0 0 0,-1 0 1 0 0,1 0-1 0 0,-1-1 0 0 0,1 1 0 0 0,-1 0 1 0 0,0 0-1 0 0,1-1 0 0 0,-1 1 1 0 0,0 0-1 0 0,0-1 0 0 0,1 1 1 0 0,-1-1-1 0 0,0 1 0 0 0,0-1 1 0 0,0 1-1 0 0,0-1 0 0 0,0 0 1 0 0,0 1-1 0 0,1-1 0 0 0,-1 0 1 0 0,0 0-1 0 0,0 1 0 0 0,-2-1 1 0 0,-2 1 20 0 0,5-1-15 0 0,-1 0-1 0 0,1 0 0 0 0,0 0 0 0 0,-1 1 1 0 0,1-1-1 0 0,0 0 0 0 0,0 0 0 0 0,-1 0 1 0 0,1 0-1 0 0,0 0 0 0 0,0 0 0 0 0,-1 0 1 0 0,1 1-1 0 0,0-1 0 0 0,0 0 0 0 0,0 0 1 0 0,-1 0-1 0 0,1 1 0 0 0,0-1 0 0 0,0 0 1 0 0,0 0-1 0 0,0 1 0 0 0,-1-1 0 0 0,1 0 1 0 0,0 0-1 0 0,0 1 0 0 0,0-1 1 0 0,0 0-1 0 0,0 0 0 0 0,0 1 0 0 0,0-1 1 0 0,0 0-1 0 0,0 0 0 0 0,0 1 0 0 0,0-1 1 0 0,0 0-1 0 0,0 1 0 0 0,0-1 0 0 0,0 0 1 0 0,0 0-1 0 0,0 1 0 0 0,0-1 0 0 0,0 0 1 0 0,0 0-1 0 0,0 1 0 0 0,1-1 0 0 0,-1 0 1 0 0,0 0-1 0 0,0 1 0 0 0,0-1 0 0 0,0 0 1 0 0,1 0-1 0 0,-1 0 0 0 0,0 1 0 0 0,0-1 1 0 0,0 0-1 0 0,1 0 0 0 0,-1 0 1 0 0,0 0-1 0 0,0 1 0 0 0,1-1 0 0 0,-1 0 1 0 0,0 0-1 0 0,0 0 0 0 0,1 0 0 0 0,-1 0 1 0 0,1 0-1 0 0,-1 0 10 0 0,2 0-1 0 0,-1 1 0 0 0,0-1 0 0 0,1 0 0 0 0,-1 0 0 0 0,1 0 0 0 0,-1 0 1 0 0,1 0-1 0 0,-1 0 0 0 0,1-1 0 0 0,-1 1 0 0 0,0 0 0 0 0,1-1 0 0 0,-1 1 0 0 0,1-1 0 0 0,-1 0 0 0 0,0 1 1 0 0,2-2-1 0 0,-3 1 157 0 0,0-14 534 0 0,0 13-683 0 0,0 0 0 0 0,0 0 1 0 0,0 0-1 0 0,1 1 0 0 0,-1-1 0 0 0,0 0 0 0 0,1 0 1 0 0,-1 1-1 0 0,1-1 0 0 0,0 0 0 0 0,0 1 0 0 0,0-1 1 0 0,-1 1-1 0 0,1-1 0 0 0,1 1 0 0 0,-1-1 0 0 0,0 1 1 0 0,0 0-1 0 0,0-1 0 0 0,3 0 0 0 0,-3 1-9 0 0,0 0-1 0 0,1 0 1 0 0,-1-1-1 0 0,0 1 1 0 0,0 0-1 0 0,0-1 1 0 0,0 1 0 0 0,0-1-1 0 0,0 1 1 0 0,0-1-1 0 0,-1 1 1 0 0,1-1-1 0 0,0 1 1 0 0,-1-1-1 0 0,1 0 1 0 0,-1 1 0 0 0,0-1-1 0 0,0 0 1 0 0,1 1-1 0 0,-1-3 1 0 0,0-131 518 0 0,0 134-536 0 0,0 0 0 0 0,0 0 0 0 0,0 0 0 0 0,0 0 0 0 0,0 0 0 0 0,-1 0 0 0 0,1 0 0 0 0,0 0 0 0 0,0 0 0 0 0,-1 0 0 0 0,1 0 0 0 0,0 0 0 0 0,-1 0 0 0 0,1 0 0 0 0,-1 0 0 0 0,0 1 0 0 0,1-1 0 0 0,-1 0 0 0 0,1 0 0 0 0,-1 1 0 0 0,0-1 0 0 0,0 0 0 0 0,1 1 0 0 0,-1-1 0 0 0,0 1 0 0 0,0-1 0 0 0,0 1 0 0 0,0-1 0 0 0,-1 0 0 0 0,1 1-79 0 0,0 0 0 0 0,0-1-1 0 0,0 1 1 0 0,0-1 0 0 0,0 1 0 0 0,0-1-1 0 0,0 0 1 0 0,0 1 0 0 0,1-1-1 0 0,-1 0 1 0 0,0 1 0 0 0,0-1 0 0 0,1 0-1 0 0,-1 0 1 0 0,1 0 0 0 0,-1 0-1 0 0,1 1 1 0 0,-1-1 0 0 0,1 0-1 0 0,-1 0 1 0 0,1 0 0 0 0,0 0 0 0 0,-1 0-1 0 0,1 0 1 0 0,0 0 0 0 0,0 0-1 0 0,0 0 1 0 0,0 0 0 0 0,0-1-1 0 0,0 0 1 0 0,0-1-1434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03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359 158 880 0 0,'-65'-21'2562'0'0,"32"7"-1"0"0,-32-7-240 0 0,32 2-480 0 0,-32-2-481 0 0,32 1-319 0 0,1 5-481 0 0,32 9-400 0 0,-33-2-880 0 0,33 1-2962 0 0,33 1-1760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04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1 165 1040 0 0,'65'-27'1361'0'0,"-32"6"-160"0"0,26 0-241 0 0,-27-6-400 0 0,34 7-560 0 0,-34 5-720 0 0,1-6-881 0 0,0 9-240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04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1 880 0 0,'-3'10'7609'0'0,"-11"7"-7317"0"0,-1 0-56 0 0,11-12-170 0 0,1 0-1 0 0,-1 0 0 0 0,1 0 1 0 0,1 0-1 0 0,-1 1 0 0 0,1-1 0 0 0,0 1 1 0 0,-2 8-1 0 0,1-1-105 0 0,2 1 0 0 0,0 0-1 0 0,0 16 1 0 0,3-30-288 0 0,-1 1 0 0 0,1-1-1 0 0,-1 0 1 0 0,1 0 0 0 0,0 0-1 0 0,-1 0 1 0 0,1 0 0 0 0,0 0-1 0 0,-1 0 1 0 0,1 0 0 0 0,-1 0-1 0 0,1-1 1 0 0,2 0 0 0 0,-2 0 362 0 0,-1 1-80 0 0,-1 0 0 0 0,0 0-1 0 0,0 0 1 0 0,1 0 0 0 0,-1 0 0 0 0,0 0-1 0 0,1 0 1 0 0,-1 0 0 0 0,0-1-1 0 0,0 1 1 0 0,1 0 0 0 0,-1 0 0 0 0,0 0-1 0 0,0 0 1 0 0,0-1 0 0 0,1 1-1 0 0,-1 0 1 0 0,0 0 0 0 0,0 0 0 0 0,0-1-1 0 0,1 1 1 0 0,-1 0 0 0 0,0 0-1 0 0,0-1 1 0 0,0 1 0 0 0,0 0 0 0 0,0-1-1 0 0,0 1 1 0 0,0 0 0 0 0,0 0-1 0 0,0-1 1 0 0,0 1 0 0 0,0 0 0 0 0,0-1-1 0 0,0 1 1 0 0,0 0 0 0 0,0-1-1 0 0,0 1 1 0 0,0 0 0 0 0,0 0 0 0 0,0-1-1 0 0,0-1-437 0 0,0-6-849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05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1521 0 0,'0'-21'1680'0'0,"0"0"-79"0"0,33 13-160 0 0,-33 2-241 0 0,32-1-159 0 0,-32 14-241 0 0,33-1-79 0 0,0 8-161 0 0,-1 7-80 0 0,1 6-160 0 0,0 0-160 0 0,-1-6 0 0 0,-32-6-240 0 0,26-1-480 0 0,-26-8-560 0 0,-26-6-961 0 0,-6-14-3842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2:06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1 198 1121 0 0,'0'-2'143'0'0,"0"0"1"0"0,0 0-1 0 0,1 0 1 0 0,-1 0 0 0 0,1 0-1 0 0,-1 0 1 0 0,1 0 0 0 0,0 1-1 0 0,0-1 1 0 0,0 0-1 0 0,0 0 1 0 0,0 0 0 0 0,0 1-1 0 0,0-1 1 0 0,0 0 0 0 0,1 1-1 0 0,1-2 1 0 0,8-12 659 0 0,0-18 544 0 0,0 15-814 0 0,-9 16-449 0 0,-1-1 0 0 0,1 0 0 0 0,0 1-1 0 0,-1-1 1 0 0,1 0 0 0 0,-1 0 0 0 0,0 0 0 0 0,0 0 0 0 0,0 0 0 0 0,0 0 0 0 0,-1 0 0 0 0,1-1 0 0 0,-1-3-1 0 0,0 6-54 0 0,0-1 0 0 0,0 1 0 0 0,0-1-1 0 0,0 1 1 0 0,0-1 0 0 0,1 1 0 0 0,-1-1-1 0 0,0 1 1 0 0,1-1 0 0 0,-1 1-1 0 0,1 0 1 0 0,0-1 0 0 0,-1 1 0 0 0,1 0-1 0 0,0-1 1 0 0,0 1 0 0 0,0 0-1 0 0,0 0 1 0 0,0 0 0 0 0,0 0 0 0 0,0-1-1 0 0,0 2 1 0 0,0-1 0 0 0,0 0-1 0 0,1 0 1 0 0,-1 0 0 0 0,3-1 0 0 0,1-1 47 0 0,0-5 90 0 0,-5 8-164 0 0,0-1 1 0 0,0 1 0 0 0,0 0 0 0 0,0 0 0 0 0,1 0-1 0 0,-1-1 1 0 0,0 1 0 0 0,0 0 0 0 0,0 0-1 0 0,0 0 1 0 0,0-1 0 0 0,0 1 0 0 0,0 0 0 0 0,0 0-1 0 0,0 0 1 0 0,0-1 0 0 0,1 1 0 0 0,-1 0 0 0 0,0 0-1 0 0,0 0 1 0 0,0 0 0 0 0,0 0 0 0 0,1 0 0 0 0,-1-1-1 0 0,0 1 1 0 0,0 0 0 0 0,0 0 0 0 0,0 0-1 0 0,1 0 1 0 0,-1 0 0 0 0,0 0 0 0 0,0 0 0 0 0,0 0-1 0 0,1 0 1 0 0,-1 0 0 0 0,0 0 0 0 0,0 0 0 0 0,1 0-1 0 0,-1 0 1 0 0,0 0 0 0 0,1 0-2 0 0,0 0 1 0 0,-1-1 0 0 0,1 1 0 0 0,0 0 1 0 0,0 0-1 0 0,0 0 0 0 0,0 0 0 0 0,0 0 0 0 0,0 0 0 0 0,0 1 0 0 0,0-1 0 0 0,0 0 0 0 0,0 0 0 0 0,0 1 0 0 0,0-1 0 0 0,-1 1 0 0 0,1-1 1 0 0,0 0-1 0 0,0 1 0 0 0,0-1 0 0 0,-1 1 0 0 0,1 0 0 0 0,0-1 0 0 0,0 1 0 0 0,-1 0 0 0 0,1-1 0 0 0,-1 1 0 0 0,1 0 0 0 0,-1 0 0 0 0,1 0 0 0 0,-1-1 1 0 0,1 1-1 0 0,-1 0 0 0 0,0 0 0 0 0,1 0 0 0 0,-1 0 0 0 0,0 0 0 0 0,1 2 0 0 0,-1 0 4 0 0,0 0-1 0 0,1 0 1 0 0,-1 1 0 0 0,1-1 0 0 0,0 0-1 0 0,0 0 1 0 0,0 0 0 0 0,1 0-1 0 0,-1 0 1 0 0,1 0 0 0 0,-1 0-1 0 0,4 3 1 0 0,-3-4 17 0 0,-1 0-1 0 0,0 0 1 0 0,1 0-1 0 0,-1 0 1 0 0,0 0-1 0 0,0 0 0 0 0,0 1 1 0 0,0-1-1 0 0,0 0 1 0 0,0 1-1 0 0,-1-1 1 0 0,1 0-1 0 0,-1 1 1 0 0,0-1-1 0 0,0 1 1 0 0,0-1-1 0 0,0 1 1 0 0,0-1-1 0 0,0 1 1 0 0,-1-1-1 0 0,1 1 1 0 0,-1-1-1 0 0,0 3 1 0 0,-10 20 379 0 0,8-20-265 0 0,1 1 0 0 0,0-1 1 0 0,0 1-1 0 0,0-1 0 0 0,0 1 0 0 0,1 0 0 0 0,0-1 0 0 0,0 1 1 0 0,1 8-1 0 0,-1-19-167 0 0,1 3 37 0 0,-1-1 0 0 0,1 1 0 0 0,0-1-1 0 0,-1 1 1 0 0,1-1 0 0 0,0 1 0 0 0,1-1 0 0 0,-1 1 0 0 0,0-1 0 0 0,1 1 0 0 0,-1 0-1 0 0,1-1 1 0 0,0 1 0 0 0,0 0 0 0 0,2-5 0 0 0,5 5 15 0 0,-7 1-18 0 0,0 1 1 0 0,0 0 0 0 0,0 0 0 0 0,-1 0-1 0 0,1-1 1 0 0,0 1 0 0 0,0 0-1 0 0,0-1 1 0 0,0 1 0 0 0,-1-1-1 0 0,1 1 1 0 0,0-1 0 0 0,0 1 0 0 0,-1-1-1 0 0,1 1 1 0 0,0-1 0 0 0,-1 0-1 0 0,1 1 1 0 0,-1-1 0 0 0,1 0 0 0 0,-1 0-1 0 0,1 0 1 0 0,-1 1 0 0 0,1-1-1 0 0,-1 0 1 0 0,0 0 0 0 0,1 0 0 0 0,-1 0-1 0 0,0 0 1 0 0,0 0 0 0 0,0 1-1 0 0,0-1 1 0 0,0 0 0 0 0,0-2 0 0 0,6 3 141 0 0,9 2-41 0 0,-10-2-66 0 0,0 0 0 0 0,-1 1 0 0 0,1-1 0 0 0,-1 1 0 0 0,1 0-1 0 0,-1 1 1 0 0,1-1 0 0 0,-1 1 0 0 0,5 2 0 0 0,7 3 121 0 0,13 5 63 0 0,-28-11-197 0 0,0 0 0 0 0,0-1-1 0 0,0 1 1 0 0,0 0-1 0 0,0-1 1 0 0,0 1 0 0 0,-1 0-1 0 0,1 0 1 0 0,0 0 0 0 0,0 0-1 0 0,-1 0 1 0 0,1 0-1 0 0,0 0 1 0 0,-1 0 0 0 0,1 0-1 0 0,-1 0 1 0 0,0 0-1 0 0,1 0 1 0 0,-1 1 0 0 0,0-1-1 0 0,1 2 1 0 0,-1-1 18 0 0,0 0 0 0 0,0 0 0 0 0,0-1 0 0 0,0 1 0 0 0,0 0 0 0 0,-1 0 0 0 0,1-1 0 0 0,-1 1 1 0 0,1 0-1 0 0,-1 0 0 0 0,1-1 0 0 0,-1 1 0 0 0,0 0 0 0 0,0-1 0 0 0,0 1 0 0 0,0-1 0 0 0,0 1 0 0 0,0-1 0 0 0,0 0 0 0 0,-1 1 0 0 0,1-1 0 0 0,-3 2 0 0 0,-5 6 50 0 0,-1 3 45 0 0,9-10-168 0 0,0-1-1 0 0,0 1 1 0 0,0-1 0 0 0,-1 0 0 0 0,1 1-1 0 0,-1-1 1 0 0,1 0 0 0 0,-1 0 0 0 0,1 0 0 0 0,-1 0-1 0 0,1 0 1 0 0,-1 0 0 0 0,0 0 0 0 0,0-1-1 0 0,1 1 1 0 0,-1-1 0 0 0,0 1 0 0 0,0-1-1 0 0,0 0 1 0 0,0 0 0 0 0,0 1 0 0 0,-2-2 0 0 0,-78 8-2746 0 0,11-13-2147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10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1425 236 880 0 0,'-5'-1'466'0'0,"4"1"-386"0"0,0 0 0 0 0,0 0-1 0 0,0 0 1 0 0,0 0-1 0 0,1 0 1 0 0,-1 0 0 0 0,0 0-1 0 0,0 0 1 0 0,0-1 0 0 0,1 1-1 0 0,-1 0 1 0 0,0 0-1 0 0,0-1 1 0 0,1 1 0 0 0,-1-1-1 0 0,0 1 1 0 0,0-1 0 0 0,1 1-1 0 0,-1-1 1 0 0,1 1-1 0 0,-1-1 1 0 0,0 0 0 0 0,1 1-1 0 0,-1-1 1 0 0,1 0 0 0 0,0 1-1 0 0,-1-1 1 0 0,1 0-1 0 0,-1-1 1 0 0,1 2-24 0 0,0-1-1 0 0,0 1 0 0 0,-1 0 1 0 0,1-1-1 0 0,0 1 1 0 0,0 0-1 0 0,0-1 1 0 0,-1 1-1 0 0,1 0 1 0 0,0-1-1 0 0,-1 1 1 0 0,1 0-1 0 0,0-1 1 0 0,0 1-1 0 0,-1 0 1 0 0,1 0-1 0 0,0 0 1 0 0,-1-1-1 0 0,1 1 0 0 0,-1 0 1 0 0,1 0-1 0 0,0 0 1 0 0,-1 0-1 0 0,1 0 1 0 0,-1-1-1 0 0,1 1 1 0 0,0 0-1 0 0,-1 0 1 0 0,1 0-1 0 0,-1 0 1 0 0,1 0-1 0 0,-18 0 349 0 0,13 1-88 0 0,-185-3 3672 0 0,48 11-2907 0 0,118-5-831 0 0,0 0 0 0 0,-36 12 1 0 0,-28 7 331 0 0,57-17-430 0 0,-82 21 368 0 0,100-23-188 0 0,0 1 1 0 0,1 1 0 0 0,0-1 0 0 0,0 2 0 0 0,0 0 0 0 0,-20 16 0 0 0,23-16-283 0 0,0-1-1 0 0,-1 0 1 0 0,0 0 0 0 0,0-1-1 0 0,0 0 1 0 0,0-1 0 0 0,-17 5-1 0 0,10-4-8 0 0,1 1 0 0 0,-18 10 0 0 0,29-13-37 0 0,0 0 0 0 0,1 0 0 0 0,-1 1 0 0 0,1 0 0 0 0,0 0 0 0 0,-6 6 0 0 0,-18 17-72 0 0,-43 33 215 0 0,48-45-88 0 0,10-7 39 0 0,0 0 1 0 0,1 1 0 0 0,-20 19-1 0 0,19-15 14 0 0,-1-1-1 0 0,-23 16 1 0 0,28-23-78 0 0,1 0 1 0 0,0 1-1 0 0,0 0 0 0 0,0 1 1 0 0,1 0-1 0 0,0 0 0 0 0,0 0 1 0 0,1 1-1 0 0,0 0 1 0 0,0 0-1 0 0,-7 17 0 0 0,2 14 220 0 0,-1-21-56 0 0,10-16-175 0 0,1 0 1 0 0,-1 0-1 0 0,1 1 0 0 0,-1-1 0 0 0,1 0 1 0 0,0 0-1 0 0,0 1 0 0 0,0-1 0 0 0,0 1 1 0 0,0-1-1 0 0,1 0 0 0 0,-1 1 0 0 0,1 0 0 0 0,-1 4 1 0 0,1 5-42 0 0,0-9 19 0 0,-1 1 1 0 0,1-1-1 0 0,0 0 1 0 0,0 0-1 0 0,1 0 1 0 0,-1 1-1 0 0,1-1 1 0 0,-1 0-1 0 0,1 0 1 0 0,0 0-1 0 0,2 4 1 0 0,19 21 131 0 0,-11 0-53 0 0,10 0-53 0 0,-12-12 17 0 0,-8-14-30 0 0,0 0 0 0 0,1 1 0 0 0,-1-1-1 0 0,0 0 1 0 0,1 0 0 0 0,-1 0 0 0 0,1 0 0 0 0,0 0 0 0 0,-1-1 0 0 0,1 1 0 0 0,0 0 0 0 0,0-1 0 0 0,0 1 0 0 0,1-1 0 0 0,1 1 0 0 0,34 16 5 0 0,-25-12-13 0 0,-1-1-1 0 0,0 2 0 0 0,11 7 0 0 0,-15-8 8 0 0,0-1 0 0 0,0-1 1 0 0,1 1-1 0 0,-1-2 1 0 0,18 7-1 0 0,-15-7 0 0 0,0 1 1 0 0,-1 1-1 0 0,0-1 0 0 0,12 9 0 0 0,-11-7 21 0 0,1 1 0 0 0,-1-2 0 0 0,20 8 0 0 0,-18-9-8 0 0,-1 1 0 0 0,0 1 0 0 0,17 10 0 0 0,39 20-47 0 0,-7-4 269 0 0,-54-28-253 0 0,0-1 1 0 0,1 0-1 0 0,-1 0 0 0 0,1 0 0 0 0,-1 0 0 0 0,15 1 1 0 0,-1 1-43 0 0,12 4 99 0 0,-21-7-12 0 0,1 1 0 0 0,-1 1 0 0 0,0 0 1 0 0,0 0-1 0 0,0 1 0 0 0,-1 1 0 0 0,1 0 0 0 0,-1 1 1 0 0,18 14-1 0 0,3 12 153 0 0,-25-25-15 0 0,1 0 0 0 0,-1 0 0 0 0,1-1 1 0 0,0 0-1 0 0,1 0 0 0 0,15 9 0 0 0,2-4 258 0 0,-12-6-125 0 0,0 0 1 0 0,-1 1-1 0 0,13 10 0 0 0,-14-9-41 0 0,1 0-1 0 0,1-1 1 0 0,-1-1-1 0 0,1 0 1 0 0,0-1-1 0 0,27 7 0 0 0,1 0 646 0 0,16 3-337 0 0,-44-13-429 0 0,0 2 0 0 0,-1 0 0 0 0,24 10 0 0 0,-23-9-76 0 0,-1-1-1 0 0,1-1 0 0 0,0 0 1 0 0,21 1-1 0 0,26 5 127 0 0,-2 8-5 0 0,-38-11-102 0 0,1 0-1 0 0,0-1 0 0 0,23 2 1 0 0,-27-6-38 0 0,89 12 225 0 0,-85-10-141 0 0,0-1 0 0 0,0-1 0 0 0,23-1 0 0 0,46 1 311 0 0,61-2-22 0 0,-22 1 120 0 0,-33 0-281 0 0,-89 0-233 0 0,4 1 20 0 0,1-1-1 0 0,-1 0 1 0 0,1-1 0 0 0,-1 0 0 0 0,0-1 0 0 0,1 0 0 0 0,-1-1-1 0 0,0 0 1 0 0,-1-1 0 0 0,23-10 0 0 0,40-27 93 0 0,-12 9-119 0 0,-30 14-31 0 0,2 2-1 0 0,52-19 1 0 0,-37 18-94 0 0,-36 12 82 0 0,0 1 0 0 0,23-6 0 0 0,-31 9 8 0 0,-1 1 0 0 0,1 0 0 0 0,0-1 0 0 0,-1 2 1 0 0,1-1-1 0 0,0 0 0 0 0,-1 1 0 0 0,1 0 0 0 0,0 0 1 0 0,-1 0-1 0 0,8 4 0 0 0,112 30-59 0 0,-118-32 65 0 0,2 0 2 0 0,38-3 16 0 0,-29 1 19 0 0,-13-1-20 0 0,-1 1-1 0 0,1-1 1 0 0,0 0 0 0 0,-1 0-1 0 0,1 0 1 0 0,0-1-1 0 0,-1 1 1 0 0,1-1 0 0 0,-1 0-1 0 0,1 0 1 0 0,-1 0-1 0 0,1 0 1 0 0,3-3 0 0 0,28-13 146 0 0,-22 12-112 0 0,-1-1-1 0 0,20-13 0 0 0,132-110 353 0 0,-133 98-293 0 0,-27 26-98 0 0,0 0 1 0 0,0 1 0 0 0,1-1 0 0 0,0 1 0 0 0,7-5 0 0 0,124-66 203 0 0,-125 71-249 0 0,0-1 0 0 0,23-5 0 0 0,-3 0-7 0 0,-25 3 18 0 0,-1 1-19 0 0,-2 6 32 0 0,-2 0 11 0 0,1 0 0 0 0,-1 0 0 0 0,0-1 0 0 0,0 1 0 0 0,0 0 0 0 0,0 0-1 0 0,0 0 1 0 0,0-1 0 0 0,0 1 0 0 0,0-1 0 0 0,0 1 0 0 0,0-1 0 0 0,0 1 0 0 0,0-1 0 0 0,0 1 0 0 0,0-1 0 0 0,0 0-1 0 0,-1 1 1 0 0,1-1 0 0 0,0 0 0 0 0,0 0 0 0 0,-1 0 0 0 0,1 0 0 0 0,0-1 0 0 0,-1 1 0 0 0,0 1 0 0 0,1-1-1 0 0,-1 1 1 0 0,0-1 0 0 0,0 1 0 0 0,0-1 0 0 0,1 1 0 0 0,-1-1 0 0 0,0 1 0 0 0,0-1 0 0 0,1 1-1 0 0,-1-1 1 0 0,0 1 0 0 0,1 0 0 0 0,-1-1 0 0 0,1 1 0 0 0,-1 0 0 0 0,1-1 0 0 0,-1 1 0 0 0,0 0-1 0 0,1-1 1 0 0,-1 1 0 0 0,1 0 0 0 0,-1 0 0 0 0,1 0 0 0 0,0-1 0 0 0,-1 1 0 0 0,1 0 0 0 0,0 0-1 0 0,0 0 2 0 0,-1 0-1 0 0,1 0 1 0 0,0-1 0 0 0,-1 1-1 0 0,1 0 1 0 0,0 0-1 0 0,-1 0 1 0 0,1-1-1 0 0,0 1 1 0 0,-1 0-1 0 0,1-1 1 0 0,-1 1-1 0 0,1-1 1 0 0,-1 1-1 0 0,1-1 1 0 0,-1 1-1 0 0,1-1 1 0 0,-1 1-1 0 0,1-1 1 0 0,-1 1-1 0 0,0-1 1 0 0,1 1-1 0 0,-1-1 1 0 0,0 0-1 0 0,0 1 1 0 0,1-1 0 0 0,-1 0-1 0 0,0 1 1 0 0,0-1-1 0 0,0 0 1 0 0,0 0-1 0 0,0 1 0 0 0,0 0 2 0 0,0-1 0 0 0,0 1 0 0 0,0 0-1 0 0,0-1 1 0 0,0 1 0 0 0,0-1 0 0 0,1 1 0 0 0,-1 0 0 0 0,0-1-1 0 0,0 1 1 0 0,0 0 0 0 0,0-1 0 0 0,0 1 0 0 0,0 0 0 0 0,1-1 0 0 0,-1 1-1 0 0,0 0 1 0 0,0-1 0 0 0,1 1 0 0 0,-1 0 0 0 0,0 0 0 0 0,0-1-1 0 0,1 1 1 0 0,-1 0 0 0 0,0 0 0 0 0,1 0 0 0 0,-1-1 0 0 0,1 1-1 0 0,5-4 9 0 0,-5 4-10 0 0,1-1 0 0 0,-1 0 0 0 0,0 1 0 0 0,1-1 1 0 0,-1 0-1 0 0,0 0 0 0 0,0 0 0 0 0,0 0 0 0 0,0 0 0 0 0,0 0 0 0 0,0 0 1 0 0,0-1-1 0 0,0 1 0 0 0,0 0 0 0 0,-1 0 0 0 0,1-1 0 0 0,0 1 0 0 0,-1-1 0 0 0,1 1 1 0 0,-1 0-1 0 0,1-1 0 0 0,-1 1 0 0 0,0-1 0 0 0,0 1 0 0 0,0-1 0 0 0,0 1 0 0 0,0-1 1 0 0,0-2-1 0 0,0 3 0 0 0,0 0 0 0 0,0 0 0 0 0,0 0 0 0 0,0 0 0 0 0,0 0 0 0 0,1 0 0 0 0,-1 0 0 0 0,0 0 0 0 0,1 0 0 0 0,-1 0 0 0 0,0 1 0 0 0,1-1 0 0 0,-1 0 0 0 0,1 0 0 0 0,0 0 0 0 0,-1 0 0 0 0,1 0 0 0 0,-1 1 0 0 0,1-1 0 0 0,0 0 0 0 0,0 1 0 0 0,0-1 0 0 0,-1 0 0 0 0,1 1 0 0 0,0-1 0 0 0,0 1 0 0 0,0-1 0 0 0,1 1 0 0 0,-1-1 0 0 0,0 1 0 0 0,0-1 0 0 0,0 1 0 0 0,0-1 0 0 0,0 1 0 0 0,0-1 0 0 0,0 1 0 0 0,-1-1 0 0 0,1 0 0 0 0,0 0 0 0 0,0 1 0 0 0,-1-1 0 0 0,1 0 0 0 0,0 0 0 0 0,-1 0 0 0 0,1 0 0 0 0,-1 0 0 0 0,1 0 0 0 0,-1 0 0 0 0,0 0 0 0 0,1 0 0 0 0,-1 0 0 0 0,0 0 0 0 0,0 0 0 0 0,1 0 0 0 0,-1 0 0 0 0,0 0 0 0 0,0-1 0 0 0,0-246 66 0 0,0 245-69 0 0,-1 1 0 0 0,1 0-1 0 0,0-1 1 0 0,-1 1-1 0 0,1-1 1 0 0,-1 1 0 0 0,0 0-1 0 0,1-1 1 0 0,-1 1-1 0 0,0 0 1 0 0,-1 0-1 0 0,1 0 1 0 0,0 0 0 0 0,-1 0-1 0 0,-2-3 1 0 0,-8-13-9 0 0,11 13 7 0 0,-1 0-1 0 0,1 1 1 0 0,0-1 0 0 0,0 0-1 0 0,1 0 1 0 0,-1 0 0 0 0,1 0 0 0 0,1-6-1 0 0,-1 5-16 0 0,0 0-1 0 0,-1-1 1 0 0,1 1-1 0 0,-3-11 1 0 0,-1 9-8 0 0,1 0 0 0 0,-1 0-1 0 0,0 1 1 0 0,-6-8 0 0 0,-14-29-126 0 0,19 32 125 0 0,5 8 27 0 0,-1 1 0 0 0,0 0 0 0 0,-1-1 0 0 0,1 1 1 0 0,0 0-1 0 0,-1 0 0 0 0,0 0 0 0 0,1 0 0 0 0,-1 0 0 0 0,0 1 0 0 0,-1-1 0 0 0,1 1 0 0 0,0-1 0 0 0,-1 1 0 0 0,-4-4 1 0 0,-16-8-17 0 0,0 0 1 0 0,-1 2-1 0 0,0 0 0 0 0,-1 2 1 0 0,0 1-1 0 0,-27-7 1 0 0,19 6-5 0 0,-10-1-53 0 0,30 9 98 0 0,1-1 1 0 0,-23-9-1 0 0,9 2-16 0 0,1 1 1 0 0,-29-4-1 0 0,25 6-10 0 0,0-2-1 0 0,-31-12 1 0 0,-104-41-915 0 0,13 14 893 0 0,124 36 162 0 0,21 9-98 0 0,-1 0 0 0 0,0 0 0 0 0,1 1 0 0 0,-12-2 0 0 0,-13-5 83 0 0,1 0-1 0 0,0-2 0 0 0,-50-25 1 0 0,40 17 1 0 0,-43-13 0 0 0,41 15-15 0 0,-14-2 109 0 0,-9 3 265 0 0,-33 3-128 0 0,26 6-352 0 0,57 7 0 0 0,-30 2 0 0 0,-1 1 0 0 0,1 3 0 0 0,-52 12 0 0 0,41-7 0 0 0,39-9 0 0 0,0 1 0 0 0,1 1 0 0 0,0 0 0 0 0,0 1 0 0 0,0 1 0 0 0,0 0 0 0 0,-15 10 0 0 0,20-10 0 0 0,-9 5 0 0 0,0 2 0 0 0,-22 17 0 0 0,24-16 0 0 0,-33 19 0 0 0,28-19 0 0 0,7-4 0 0 0,0-1 0 0 0,-1 0 0 0 0,-32 11 0 0 0,11-7 0 0 0,11-12 0 0 0,26-1 0 0 0,1 0 0 0 0,0 0 0 0 0,0 0 0 0 0,-1 0 0 0 0,1 0 0 0 0,0 0 0 0 0,0 0 0 0 0,-1 0 0 0 0,1 0 0 0 0,0 0 0 0 0,0-1 0 0 0,-1 1 0 0 0,1 0 0 0 0,0 0 0 0 0,0 0 0 0 0,0 0 0 0 0,0-1 0 0 0,-1 1 0 0 0,1 0 0 0 0,0 0 0 0 0,0 0 0 0 0,0-1 0 0 0,0 1 0 0 0,0 0 0 0 0,-1 0 0 0 0,1 0 0 0 0,0-1 0 0 0,0 1 0 0 0,0 0 0 0 0,0 0 0 0 0,0-1 0 0 0,0 1 0 0 0,0 0 0 0 0,0 0 0 0 0,0-1 0 0 0,0 1 0 0 0,0-1-45 0 0,0 0 0 0 0,0 0 0 0 0,0 1 0 0 0,0-1-1 0 0,0 0 1 0 0,0 0 0 0 0,-1 1 0 0 0,1-1 0 0 0,0 0 0 0 0,0 1 0 0 0,-1-1 0 0 0,1 0 0 0 0,0 1-1 0 0,-1-1 1 0 0,1 0 0 0 0,-1 1 0 0 0,1-1 0 0 0,-1 1 0 0 0,1-1 0 0 0,-1 1 0 0 0,1-1 0 0 0,-1 1 0 0 0,0-1-1 0 0,1 1 1 0 0,-1-1 0 0 0,0 1 0 0 0,1 0 0 0 0,-1-1 0 0 0,0 1 0 0 0,1 0 0 0 0,-2 0 0 0 0,-6-4-1345 0 0,3-1-339 0 0,-1 1-1 0 0,0 0 1 0 0,0 1 0 0 0,0-1 0 0 0,-1 1 0 0 0,1 0 0 0 0,-1 1-1 0 0,-11-3 1 0 0,16 4 1178 0 0,-31-12-6466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13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34 153 2641 0 0,'1'-1'556'0'0,"-1"0"-1"0"0,0 0 1 0 0,0 0-1 0 0,0 0 1 0 0,-1 0-1 0 0,1 0 1 0 0,0 0-1 0 0,0 0 1 0 0,-1 0-1 0 0,1 0 1 0 0,0 0 0 0 0,-1 0-1 0 0,1 0 1 0 0,-1 0-1 0 0,1 0 1 0 0,-1 0-1 0 0,1 1 1 0 0,-1-1-1 0 0,-1-1 1 0 0,-13-3 3576 0 0,10 4-4381 0 0,-2-2 4553 0 0,14 0-3793 0 0,48 0 2464 0 0,58-18-1166 0 0,46-12-963 0 0,124-27-927 0 0,-254 57-785 0 0,7 5-4991 0 0,-36-2 5782 0 0,0 0 0 0 0,0 0 0 0 0,-1 0 0 0 0,1 0-1 0 0,0 0 1 0 0,0 0 0 0 0,0 0 0 0 0,0 0 0 0 0,-1 0 0 0 0,1 0-1 0 0,0 0 1 0 0,0 0 0 0 0,0 1 0 0 0,0-1 0 0 0,0 0-1 0 0,0 0 1 0 0,-1 0 0 0 0,1 0 0 0 0,0 0 0 0 0,0 0 0 0 0,0 1-1 0 0,0-1 1 0 0,0 0 0 0 0,0 0 0 0 0,0 0 0 0 0,0 0-1 0 0,0 1 1 0 0,0-1 0 0 0,0 0 0 0 0,0 0 0 0 0,0 0-1 0 0,0 0 1 0 0,0 0 0 0 0,0 1 0 0 0,0-1 0 0 0,0 0 0 0 0,0 0-1 0 0,0 0 1 0 0,0 0 0 0 0,0 1 0 0 0,0-1 0 0 0,0 0-1 0 0,0 0 1 0 0,0 0 0 0 0,0 0 0 0 0,0 1 0 0 0,0-1 0 0 0,0 0-1 0 0,0 0 1 0 0,1 0 0 0 0,-1 0 0 0 0,0 0 0 0 0,0 0-1 0 0,0 1 1 0 0,0-1 0 0 0,0 0 0 0 0,0 0 0 0 0,1 0-1 0 0,-1 0 1 0 0,0 0 0 0 0,0 0 0 0 0,0 0 0 0 0,0 0 0 0 0,1 0-1 0 0,-1 0 1 0 0,-22 11-5501 0 0,17-4-40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14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22 880 0 0,'-27'-8'2135'0'0,"41"-1"940"0"0,-7 5 2760 0 0,-23 6 729 0 0,41 3 2505 0 0,4 1-9761 0 0,106 15 1974 0 0,-8-1-870 0 0,-87-13-679 0 0,0-1 0 0 0,1-3 0 0 0,71-2 0 0 0,-35-9-3969 0 0,-6-8-4373 0 0,-34 2 1632 0 0,-5 2 988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29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810 146 1201 0 0,'0'0'1680'0'0,"0"0"-1538"0"0,1-1-1 0 0,-1 1 0 0 0,0 0 0 0 0,0-1 1 0 0,0 1-1 0 0,0 0 0 0 0,0-1 1 0 0,0 1-1 0 0,0 0 0 0 0,0-1 0 0 0,1 1 1 0 0,-1 0-1 0 0,0-1 0 0 0,0 1 0 0 0,-1 0 1 0 0,1-1-1 0 0,0 1 0 0 0,0 0 1 0 0,0-1-1 0 0,0 1 0 0 0,0 0 0 0 0,0-1 1 0 0,0 1-1 0 0,0 0 0 0 0,-1-1 1 0 0,1 1-1 0 0,0 0 0 0 0,0-1 0 0 0,0 1 1 0 0,-1 0-1 0 0,1 0 0 0 0,0-1 0 0 0,-1 1 1 0 0,1 0-1 0 0,0 0 0 0 0,0 0 1 0 0,-1-1-1 0 0,1 1 0 0 0,0 0 0 0 0,-1 0 1 0 0,1 0-1 0 0,0 0 0 0 0,-1 0 0 0 0,-21-6 1127 0 0,22 6-1239 0 0,0 0 1 0 0,-1 0 0 0 0,1 0-1 0 0,0 1 1 0 0,0-1-1 0 0,0 0 1 0 0,-1 0-1 0 0,1 0 1 0 0,0 0 0 0 0,0 0-1 0 0,0-1 1 0 0,0 1-1 0 0,-1 0 1 0 0,1 0 0 0 0,0 0-1 0 0,0 0 1 0 0,0 0-1 0 0,-1 0 1 0 0,1 0 0 0 0,0 0-1 0 0,0 0 1 0 0,0 0-1 0 0,0 0 1 0 0,0-1 0 0 0,-1 1-1 0 0,1 0 1 0 0,0 0-1 0 0,0 0 1 0 0,0 0 0 0 0,0 0-1 0 0,0-1 1 0 0,0 1-1 0 0,0 0 1 0 0,0 0-1 0 0,-1 0 1 0 0,1 0 0 0 0,0-1-1 0 0,0 1 1 0 0,0 0-1 0 0,0 0 1 0 0,0 0 0 0 0,0-1-1 0 0,0 1 1 0 0,0 0-1 0 0,0 0 1 0 0,0 0 0 0 0,0-1-1 0 0,0 1 1 0 0,0 0-1 0 0,0 0 1 0 0,1 0-1 0 0,-1-1-8 0 0,0 1-1 0 0,0 0 0 0 0,0 0 0 0 0,0 0 0 0 0,0 0 0 0 0,0 0 0 0 0,0-1 0 0 0,0 1 0 0 0,0 0 0 0 0,0 0 0 0 0,0 0 0 0 0,0 0 0 0 0,0 0 0 0 0,0-1 0 0 0,0 1 0 0 0,0 0 0 0 0,-1 0 0 0 0,1 0 0 0 0,0 0 0 0 0,0 0 0 0 0,0-1 0 0 0,0 1 0 0 0,0 0 0 0 0,0 0 1 0 0,0 0-1 0 0,0 0 0 0 0,0 0 0 0 0,0 0 0 0 0,-1 0 0 0 0,1 0 0 0 0,0-1 0 0 0,0 1 0 0 0,0 0 0 0 0,0 0 0 0 0,0 0 0 0 0,0 0 0 0 0,-1 0 0 0 0,1 0 0 0 0,0 0 0 0 0,0 0 0 0 0,0 0 0 0 0,0 0 0 0 0,0 0 0 0 0,-1 0 0 0 0,1 0 0 0 0,0 0 0 0 0,0 0 0 0 0,0 0 1 0 0,0 0-1 0 0,0 0 0 0 0,-1 0 0 0 0,1 0 0 0 0,0 0 0 0 0,0 0 0 0 0,0 0 0 0 0,0 0 0 0 0,0 1 0 0 0,-1-1 0 0 0,1 0 0 0 0,0 0 0 0 0,-23 3 957 0 0,0 1 0 0 0,1 0 0 0 0,-35 13 0 0 0,38-9-469 0 0,0 0-1 0 0,-18 10 0 0 0,-19 10 106 0 0,29-14-600 0 0,23-11-26 0 0,1 0 1 0 0,-1 0-1 0 0,0 0 0 0 0,0 0 1 0 0,0-1-1 0 0,-1 1 0 0 0,-7 2 1 0 0,-12 7 206 0 0,16-6 68 0 0,0 1 0 0 0,0-1 0 0 0,1 2 0 0 0,-7 8-1 0 0,10-11-207 0 0,-1 0-1 0 0,1 0 0 0 0,-1 0 0 0 0,0-1 0 0 0,0 0 0 0 0,-1 0 1 0 0,1 0-1 0 0,-9 4 0 0 0,5-5-37 0 0,1 0 1 0 0,0 0-1 0 0,0 1 1 0 0,0 0-1 0 0,0 1 0 0 0,1 0 1 0 0,-1 0-1 0 0,1 0 1 0 0,0 1-1 0 0,1 0 1 0 0,-1 0-1 0 0,-5 9 0 0 0,-43 33-176 0 0,44-23-13 0 0,3-13 167 0 0,6-10 22 0 0,0 1 0 0 0,0 0 0 0 0,0 0 0 0 0,0 1 0 0 0,0-1 0 0 0,1 0 0 0 0,-1 1 0 0 0,1-1 0 0 0,0 1 0 0 0,0-1 0 0 0,1 1 0 0 0,-1-1 1 0 0,1 1-1 0 0,-1 0 0 0 0,1-1 0 0 0,1 8 0 0 0,-1-9-14 0 0,0-1-1 0 0,0 1 1 0 0,0-1 0 0 0,0 1 0 0 0,-1-1 0 0 0,1 1-1 0 0,-1-1 1 0 0,1 1 0 0 0,-1-1 0 0 0,1 0 0 0 0,-1 1 0 0 0,0-1-1 0 0,1 0 1 0 0,-1 1 0 0 0,0-1 0 0 0,0 0 0 0 0,0 0-1 0 0,0 0 1 0 0,0 0 0 0 0,0 0 0 0 0,0 0 0 0 0,-3 1 0 0 0,3-1-5 0 0,0 0 1 0 0,0 0-1 0 0,0 0 1 0 0,0 0 0 0 0,0 0-1 0 0,0 0 1 0 0,0 0-1 0 0,0 0 1 0 0,0 0 0 0 0,0 1-1 0 0,0-1 1 0 0,1 0-1 0 0,-1 0 1 0 0,1 1 0 0 0,-1-1-1 0 0,1 1 1 0 0,-1-1-1 0 0,1 0 1 0 0,0 1 0 0 0,0-1-1 0 0,-1 1 1 0 0,1 1-1 0 0,1 4 30 0 0,-1-1 0 0 0,-1 1 0 0 0,1-1 0 0 0,-1 0 0 0 0,-3 11 0 0 0,3-13-8 0 0,-1 0 0 0 0,0 0 0 0 0,-1-1 0 0 0,1 1 0 0 0,-1-1 1 0 0,0 0-1 0 0,1 1 0 0 0,-7 4 0 0 0,5-5-4 0 0,1 1-1 0 0,0-1 1 0 0,1 1 0 0 0,-1 0-1 0 0,0 0 1 0 0,1 0 0 0 0,0 0-1 0 0,-2 5 1 0 0,-8 17 120 0 0,0-13-124 0 0,11-12-4 0 0,0 0 0 0 0,-1 0 0 0 0,1 0 0 0 0,0 0 0 0 0,0 0 0 0 0,0 1 0 0 0,0-1 0 0 0,0 0 1 0 0,0 1-1 0 0,0-1 0 0 0,1 1 0 0 0,-1-1 0 0 0,1 1 0 0 0,-1-1 0 0 0,1 1 0 0 0,-1 0 0 0 0,1-1 0 0 0,0 1 1 0 0,-1 0-1 0 0,1 2 0 0 0,0 68 606 0 0,0-69-594 0 0,0-1 0 0 0,1 0-1 0 0,-1 0 1 0 0,0 1-1 0 0,1-1 1 0 0,-1 0 0 0 0,1 0-1 0 0,0 0 1 0 0,0 0-1 0 0,0 1 1 0 0,0-1 0 0 0,0 0-1 0 0,0-1 1 0 0,0 1-1 0 0,1 0 1 0 0,-1 0 0 0 0,3 2-1 0 0,-3-3-13 0 0,1 1 0 0 0,-1 0 1 0 0,1-1-1 0 0,-1 1 0 0 0,0 0 0 0 0,0 0 0 0 0,0 0 0 0 0,0 0 0 0 0,0 0 0 0 0,0 0 0 0 0,0 0 1 0 0,-1 0-1 0 0,1 0 0 0 0,-1 1 0 0 0,1-1 0 0 0,-1 0 0 0 0,0 3 0 0 0,0-2 3 0 0,0-1 1 0 0,1 1-1 0 0,-1-1 0 0 0,0 1 0 0 0,1-1 0 0 0,0 1 1 0 0,0-1-1 0 0,0 0 0 0 0,0 1 0 0 0,0-1 0 0 0,0 0 0 0 0,0 0 1 0 0,1 0-1 0 0,-1 0 0 0 0,1 0 0 0 0,2 3 0 0 0,5 6 13 0 0,0 3 66 0 0,-8-12-64 0 0,1 1 1 0 0,-1-1-1 0 0,1 0 0 0 0,0 0 1 0 0,-1 0-1 0 0,1 0 0 0 0,0 0 1 0 0,0 0-1 0 0,0 0 0 0 0,1-1 1 0 0,-1 1-1 0 0,0-1 0 0 0,3 2 1 0 0,19 10 93 0 0,121 58 459 0 0,2-16-282 0 0,-12-13-294 0 0,-125-38 52 0 0,-1 0 1 0 0,1 1-1 0 0,-1 0 1 0 0,0 0-1 0 0,0 1 0 0 0,-1 0 1 0 0,1 1-1 0 0,-2-1 1 0 0,1 2-1 0 0,-1-1 0 0 0,0 1 1 0 0,0 0-1 0 0,9 16 1 0 0,-5 2 40 0 0,0-14-26 0 0,-10-11-60 0 0,1 1 1 0 0,-1-1 0 0 0,0 1-1 0 0,1-1 1 0 0,-1 1 0 0 0,0-1 0 0 0,0 1-1 0 0,0 0 1 0 0,0 0 0 0 0,0-1 0 0 0,-1 1-1 0 0,1 0 1 0 0,0 0 0 0 0,-1 0-1 0 0,0 0 1 0 0,1 0 0 0 0,-1 0 0 0 0,0 3-1 0 0,1-3-6 0 0,-1 0 0 0 0,0 1 0 0 0,1-1-1 0 0,0 1 1 0 0,0-1 0 0 0,0 0 0 0 0,0 1-1 0 0,0-1 1 0 0,0 0 0 0 0,0 0 0 0 0,1 0-1 0 0,-1 0 1 0 0,1 0 0 0 0,0 0 0 0 0,-1 0-1 0 0,1-1 1 0 0,0 1 0 0 0,0-1 0 0 0,0 1-1 0 0,4 1 1 0 0,8 5-1 0 0,-1-1 0 0 0,20 8 0 0 0,1 0-2 0 0,-28-12 8 0 0,-1 0 0 0 0,0-1 0 0 0,1 0 0 0 0,-1 0 0 0 0,1 0 0 0 0,0-1 1 0 0,0 0-1 0 0,9 1 0 0 0,54-1 117 0 0,-53-2-75 0 0,-1 1-1 0 0,21 3 0 0 0,-27-2 0 0 0,0-1 0 0 0,0 0 0 0 0,0 0 0 0 0,0-1 0 0 0,0 0 0 0 0,0 0 0 0 0,17-5 0 0 0,-11 2-23 0 0,239-52 456 0 0,-243 53-438 0 0,-1 0 0 0 0,0-1-1 0 0,0 0 1 0 0,0-1-1 0 0,-1 0 1 0 0,1 0 0 0 0,-1-1-1 0 0,10-9 1 0 0,19-11 77 0 0,-21 16-79 0 0,-4 2 0 0 0,0 0 0 0 0,-1-1 0 0 0,0 0 0 0 0,14-15 0 0 0,-11 9 24 0 0,-8 9-35 0 0,-1 0 0 0 0,0-1 1 0 0,0 1-1 0 0,0-2 1 0 0,8-13-1 0 0,2-26 131 0 0,33-31 54 0 0,-33 50-151 0 0,16-41 1 0 0,-27 56-67 0 0,-1 1 0 0 0,0 0 0 0 0,-1-1 0 0 0,-1 0 0 0 0,0 0 0 0 0,1-19 0 0 0,-2 9 26 0 0,-1 15-17 0 0,1 1-1 0 0,-1-1 1 0 0,0 0-1 0 0,-1 0 1 0 0,0 0-1 0 0,0 1 1 0 0,-4-13-1 0 0,-16-21-5 0 0,10 1-13 0 0,-11 7-41 0 0,18 27 48 0 0,3 2 14 0 0,-1 1 0 0 0,1 1 0 0 0,-1-1 0 0 0,0 0 0 0 0,0 0 0 0 0,0 1 0 0 0,0-1 0 0 0,-1 1 1 0 0,1-1-1 0 0,-1 1 0 0 0,1 0 0 0 0,-1 0 0 0 0,-4-2 0 0 0,3 2-5 0 0,-6-6-2 0 0,-1 2 1 0 0,0-1-1 0 0,0 2 1 0 0,0-1-1 0 0,-1 1 1 0 0,-16-4-1 0 0,24 8-6 0 0,-1 0-1 0 0,1 0 0 0 0,0-1 0 0 0,0 1 0 0 0,0-1 0 0 0,0 0 1 0 0,0 0-1 0 0,0-1 0 0 0,1 1 0 0 0,-1-1 0 0 0,1 0 1 0 0,-1 0-1 0 0,1 0 0 0 0,0 0 0 0 0,-4-5 0 0 0,-32-31-34 0 0,26 30 38 0 0,2-1 1 0 0,0-1-1 0 0,0 0 0 0 0,1-1 1 0 0,0 0-1 0 0,1 0 0 0 0,-9-16 1 0 0,7 8-29 0 0,-1 2 0 0 0,-1-1 1 0 0,-1 1-1 0 0,0 1 0 0 0,-1 1 1 0 0,-1 0-1 0 0,0 1 0 0 0,-36-25 1 0 0,44 35 31 0 0,6 4-19 0 0,0 0 0 0 0,-1-1 0 0 0,1 1-1 0 0,0-1 1 0 0,0 0 0 0 0,0 0 0 0 0,0 0 0 0 0,0 0 0 0 0,1 0 0 0 0,-1 0 0 0 0,0 0 0 0 0,1 0 0 0 0,0-1 0 0 0,-2-3 0 0 0,-1 2-78 0 0,1-1-1 0 0,-1 1 1 0 0,0 0-1 0 0,0 1 0 0 0,0-1 1 0 0,0 1-1 0 0,-1 0 1 0 0,0 0-1 0 0,1 0 0 0 0,-1 1 1 0 0,-5-3-1 0 0,-10-6-37 0 0,-3-11 182 0 0,22 20-40 0 0,-1 0 0 0 0,1 0 0 0 0,-1 1 0 0 0,1-1-1 0 0,-1 1 1 0 0,0-1 0 0 0,0 1 0 0 0,0-1 0 0 0,0 1 0 0 0,-2-1-1 0 0,-36-15 96 0 0,-18-11-207 0 0,33 15 99 0 0,0 1 1 0 0,-1 1 0 0 0,0 1-1 0 0,0 1 1 0 0,-1 1-1 0 0,0 2 1 0 0,-41-4 0 0 0,59 8-48 0 0,0 1 1 0 0,0 1-1 0 0,0 0 0 0 0,0 0 1 0 0,-11 2-1 0 0,16-1-62 0 0,0 1 1 0 0,1 0-1 0 0,-1-1 1 0 0,1 1-1 0 0,-1 1 1 0 0,1-1-1 0 0,0 0 1 0 0,-1 1-1 0 0,1 0 1 0 0,1-1-1 0 0,-5 6 1 0 0,3-4-210 0 0,1 0 0 0 0,-1 1 0 0 0,1-1 0 0 0,0 1 0 0 0,0 0 0 0 0,-4 9 0 0 0,7-12 117 0 0,-1 0 0 0 0,0 0 0 0 0,0 0 0 0 0,1 1 0 0 0,0-1 0 0 0,-1 0 0 0 0,1 0 0 0 0,0 1 0 0 0,0-1 0 0 0,0 0 0 0 0,0 0 0 0 0,0 1 0 0 0,1-1 0 0 0,-1 0 0 0 0,1 0 0 0 0,0 0 0 0 0,-1 0 0 0 0,1 1 1 0 0,0-1-1 0 0,0 0 0 0 0,2 3 0 0 0,2 0-541 0 0,0 0 1 0 0,1-1 0 0 0,-1 1-1 0 0,1-1 1 0 0,0 0 0 0 0,0 0-1 0 0,10 4 1 0 0,49 23-6392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15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2 364 800 0 0,'-1'-5'4961'0'0,"1"4"-4911"0"0,-1 0 0 0 0,1 0-1 0 0,0 0 1 0 0,0-1-1 0 0,0 1 1 0 0,0 0 0 0 0,0 0-1 0 0,0 0 1 0 0,1-1-1 0 0,-1 1 1 0 0,0 0 0 0 0,1 0-1 0 0,-1 0 1 0 0,1 0-1 0 0,-1 0 1 0 0,1-1 0 0 0,-1 1-1 0 0,1 0 1 0 0,0 0 0 0 0,0 0-1 0 0,5-4-4 0 0,-4 4-30 0 0,-1 0 0 0 0,0 1 0 0 0,1-2-1 0 0,-1 1 1 0 0,0 0 0 0 0,1 0 0 0 0,-1 0 0 0 0,0-1-1 0 0,0 1 1 0 0,0 0 0 0 0,0-1 0 0 0,0 1 0 0 0,0-1-1 0 0,0 1 1 0 0,-1-1 0 0 0,1 0 0 0 0,0 1 0 0 0,-1-1-1 0 0,0 0 1 0 0,1 1 0 0 0,-1-1 0 0 0,0 0 0 0 0,0-2-1 0 0,1 1 9 0 0,-1 0 0 0 0,1 0-1 0 0,0-1 1 0 0,-1 1 0 0 0,2 0-1 0 0,-1 0 1 0 0,0 0 0 0 0,0 0-1 0 0,1 0 1 0 0,0 0 0 0 0,0 1-1 0 0,-1-1 1 0 0,1 0 0 0 0,1 1 0 0 0,-1-1-1 0 0,0 1 1 0 0,1 0 0 0 0,3-3-1 0 0,-2 2 25 0 0,-1 0 0 0 0,1-1 0 0 0,-1 1 0 0 0,0-1 1 0 0,0 0-1 0 0,4-7 0 0 0,2-9 241 0 0,-8 16-212 0 0,0 1 0 0 0,1-1 0 0 0,0 1 0 0 0,-1 0 0 0 0,1-1 0 0 0,1 1 0 0 0,-1 0 0 0 0,0 0 0 0 0,1 0 0 0 0,-1 1 0 0 0,6-5 0 0 0,-2 2 189 0 0,-1-1 0 0 0,0 1 0 0 0,0-1 0 0 0,6-11 1 0 0,-7 12 43 0 0,-1 0 1 0 0,0 0-1 0 0,1 0 1 0 0,0 1-1 0 0,0-1 1 0 0,0 1-1 0 0,9-6 1 0 0,-9 9 3 0 0,-2 0-214 0 0,-1 1-1 0 0,1 0 1 0 0,-1-1 0 0 0,1 1 0 0 0,-1 0 0 0 0,1-1 0 0 0,-1 0-1 0 0,0 1 1 0 0,1-1 0 0 0,-1 0 0 0 0,0 0 0 0 0,1 0 0 0 0,-1 0-1 0 0,0 0 1 0 0,1-1 0 0 0,-2 1 728 0 0,6 1-66 0 0,2 1-509 0 0,0 1 1 0 0,0 0-1 0 0,0 0 1 0 0,-1 1 0 0 0,1 0-1 0 0,12 6 1 0 0,5 3-167 0 0,-19-9-104 0 0,0 1 0 0 0,0 0 0 0 0,-1 0 0 0 0,1 0 0 0 0,-1 1 0 0 0,0 0 0 0 0,0 0 0 0 0,-1 0 1 0 0,5 8-1 0 0,-6-10-3 0 0,-2-1 14 0 0,0-1 1 0 0,-1 0-1 0 0,1 0 1 0 0,0 1-1 0 0,-1-1 0 0 0,1 0 1 0 0,-1 1-1 0 0,1-1 1 0 0,-1 0-1 0 0,0 1 1 0 0,0-1-1 0 0,1 1 1 0 0,-1-1-1 0 0,0 0 1 0 0,0 1-1 0 0,0-1 1 0 0,-1 1-1 0 0,1-1 1 0 0,0 1-1 0 0,0-1 1 0 0,-1 0-1 0 0,1 1 1 0 0,-2 1-1 0 0,-16 26-116 0 0,11-19 69 0 0,5-5 29 0 0,0 0 0 0 0,-1 0 0 0 0,0 0-1 0 0,0 0 1 0 0,0-1 0 0 0,-1 1 0 0 0,0-1 0 0 0,-4 5-1 0 0,8-9 24 0 0,0 0-1 0 0,0 0 1 0 0,0-1-1 0 0,0 1 0 0 0,0 0 1 0 0,0 0-1 0 0,0 0 1 0 0,0 0-1 0 0,0-1 0 0 0,0 1 1 0 0,0 0-1 0 0,0 0 1 0 0,0 0-1 0 0,0 0 0 0 0,0-1 1 0 0,0 1-1 0 0,0 0 1 0 0,0 0-1 0 0,-1 0 0 0 0,1 0 1 0 0,0 0-1 0 0,0-1 1 0 0,0 1-1 0 0,0 0 1 0 0,0 0-1 0 0,0 0 0 0 0,0 0 1 0 0,0 0-1 0 0,-1 0 1 0 0,1 0-1 0 0,0-1 0 0 0,0 1 1 0 0,0 0-1 0 0,0 0 1 0 0,0 0-1 0 0,-1 0 0 0 0,1 0 1 0 0,0 0-1 0 0,0 0 1 0 0,0 0-1 0 0,0 0 0 0 0,0 0 1 0 0,-1 0-1 0 0,1 0 1 0 0,0 0-1 0 0,0 0 0 0 0,0 0 1 0 0,0 0-1 0 0,-1 0 1 0 0,1 0-1 0 0,0 0 0 0 0,0 0 1 0 0,0 0-1 0 0,0 0 1 0 0,-1 0-1 0 0,1 0 1 0 0,0 0-1 0 0,0 1 0 0 0,0-1 1 0 0,0 0-1 0 0,0 0 1 0 0,-1 0-1 0 0,8-16-100 0 0,53-37-271 0 0,-45 38 284 0 0,2 0 1 0 0,23-15-1 0 0,-20 15 39 0 0,-3 2 3 0 0,0 2 0 0 0,28-15 1 0 0,12-7-64 0 0,-52 29 104 0 0,1 1 0 0 0,0 0-1 0 0,-1 0 1 0 0,1 0-1 0 0,0 0 1 0 0,0 1 0 0 0,0 0-1 0 0,8-1 1 0 0,-14 3 8 0 0,0 0 0 0 0,0 0 0 0 0,1 0 1 0 0,-1 0-1 0 0,0 0 0 0 0,0 0 0 0 0,0 0 0 0 0,0 0 1 0 0,1 0-1 0 0,-1 0 0 0 0,0 0 0 0 0,0 0 0 0 0,0 0 1 0 0,0 0-1 0 0,1 0 0 0 0,-1 0 0 0 0,0 0 0 0 0,0 0 1 0 0,0 0-1 0 0,0 0 0 0 0,0 0 0 0 0,1 0 0 0 0,-1 0 1 0 0,0 0-1 0 0,0 0 0 0 0,0 1 0 0 0,0-1 0 0 0,0 0 1 0 0,0 0-1 0 0,1 0 0 0 0,-1 0 0 0 0,0 0 0 0 0,0 0 1 0 0,0 1-1 0 0,0-1 0 0 0,0 0 0 0 0,0 0 0 0 0,0 0 1 0 0,0 0-1 0 0,0 1 0 0 0,0-1 0 0 0,0 0 0 0 0,0 0 1 0 0,0 0-1 0 0,0 0 0 0 0,0 1 0 0 0,6 9 116 0 0,-4-8-85 0 0,0-1-1 0 0,0 1 0 0 0,1 0 1 0 0,-1 0-1 0 0,-1 0 1 0 0,1 1-1 0 0,0-1 0 0 0,0 0 1 0 0,-1 1-1 0 0,0-1 1 0 0,1 1-1 0 0,-1-1 1 0 0,0 1-1 0 0,0-1 0 0 0,0 1 1 0 0,-1 0-1 0 0,1 0 1 0 0,-1-1-1 0 0,1 1 0 0 0,-1 0 1 0 0,0 0-1 0 0,0 0 1 0 0,0-1-1 0 0,0 1 1 0 0,-1 0-1 0 0,1 0 0 0 0,-1 0 1 0 0,0-1-1 0 0,0 1 1 0 0,-1 4-1 0 0,-7 11 198 0 0,6-12-120 0 0,0 0 1 0 0,1 0-1 0 0,0 0 0 0 0,0 1 0 0 0,0-1 0 0 0,0 1 0 0 0,1-1 0 0 0,0 1 0 0 0,0 11 1 0 0,1-17-30 0 0,0-20 160 0 0,0 19-237 0 0,0-1 0 0 0,0 1 0 0 0,0-1 1 0 0,0 1-1 0 0,1-1 0 0 0,-1 1 0 0 0,0-1 0 0 0,0 1 1 0 0,0 0-1 0 0,0-1 0 0 0,0 1 0 0 0,1-1 0 0 0,-1 1 1 0 0,0 0-1 0 0,0-1 0 0 0,1 1 0 0 0,-1-1 0 0 0,0 1 1 0 0,0 0-1 0 0,1-1 0 0 0,-1 1 0 0 0,1 0 0 0 0,-1 0 1 0 0,1-1-1 0 0,5-5 51 0 0,0-1 1 0 0,0 1 0 0 0,-1-1 0 0 0,0 0-1 0 0,6-12 1 0 0,9-11 97 0 0,-17 26-133 0 0,1 0-1 0 0,0 1 1 0 0,1-1-1 0 0,-1 1 1 0 0,1 0-1 0 0,-1 0 1 0 0,1 1-1 0 0,0-1 1 0 0,7-2 0 0 0,24-14 128 0 0,-35 17-108 0 0,1 0-1 0 0,0 0 0 0 0,0 1 0 0 0,0-1 1 0 0,0 0-1 0 0,1 1 0 0 0,-1 0 0 0 0,0-1 1 0 0,1 1-1 0 0,-1 0 0 0 0,0 0 0 0 0,1 0 1 0 0,-1 1-1 0 0,1-1 0 0 0,0 1 0 0 0,-1-1 1 0 0,1 1-1 0 0,-1 0 0 0 0,1 0 0 0 0,0 0 0 0 0,-1 0 1 0 0,1 0-1 0 0,0 1 0 0 0,-1-1 0 0 0,1 1 1 0 0,-1 0-1 0 0,1 0 0 0 0,-1 0 0 0 0,5 2 1 0 0,9 6 319 0 0,-12-7-259 0 0,0-1 0 0 0,-1 1 0 0 0,1 0 0 0 0,-1 1-1 0 0,0-1 1 0 0,1 0 0 0 0,-1 1 0 0 0,2 3-1 0 0,-3-4-45 0 0,-1-1 0 0 0,0 1 0 0 0,0 0 0 0 0,-1 0 1 0 0,1 0-1 0 0,0 0 0 0 0,0 0 0 0 0,-1 0 0 0 0,0 0 0 0 0,1 1 0 0 0,-1-1 0 0 0,0 0 0 0 0,0 0 0 0 0,0 0 0 0 0,0 0 0 0 0,0 0 0 0 0,-1 0 0 0 0,1 0 0 0 0,-1 1 0 0 0,1-1 0 0 0,-2 2 0 0 0,-20 56 827 0 0,20-51-786 0 0,2-6-112 0 0,-1 0 1 0 0,1-1 0 0 0,-1 1-1 0 0,0 0 1 0 0,1-1 0 0 0,-1 1-1 0 0,0-1 1 0 0,-1 1 0 0 0,1-1-1 0 0,0 0 1 0 0,-1 1 0 0 0,1-1-1 0 0,-1 0 1 0 0,0 0 0 0 0,0 0-1 0 0,1 0 1 0 0,-1 0 0 0 0,-1-1-1 0 0,-3 4 1 0 0,0 4-2051 0 0,6-9 1940 0 0,0 0 0 0 0,1 1 1 0 0,-1-1-1 0 0,0 1 0 0 0,1-1 0 0 0,-1 0 0 0 0,0 1 0 0 0,1-1 1 0 0,-1 0-1 0 0,1 1 0 0 0,-1-1 0 0 0,1 0 0 0 0,-1 0 1 0 0,1 1-1 0 0,-1-1 0 0 0,1 0 0 0 0,-1 0 0 0 0,1 0 0 0 0,-1 0 1 0 0,1 0-1 0 0,-1 0 0 0 0,1 0 0 0 0,0 0 0 0 0,43 3-4527 0 0,-33 1-708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17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131 268 320 0 0,'0'47'9605'0'0,"0"-46"-9525"0"0,0 0 0 0 0,-6 3 26 0 0,-16-2 521 0 0,37 4-153 0 0,-30-5 79 0 0,15-1-512 0 0,0 0 0 0 0,0 0-1 0 0,-1 0 1 0 0,1 0 0 0 0,0 0 0 0 0,0 0-1 0 0,-1 1 1 0 0,1-1 0 0 0,0 0-1 0 0,0 0 1 0 0,-1 0 0 0 0,1 0-1 0 0,0 0 1 0 0,0 0 0 0 0,-1 1-1 0 0,1-1 1 0 0,0 0 0 0 0,0 0 0 0 0,0 0-1 0 0,-1 1 1 0 0,1-1 0 0 0,0 0-1 0 0,0 0 1 0 0,0 0 0 0 0,0 1-1 0 0,0-1 1 0 0,-1 0 0 0 0,1 0-1 0 0,0 1 1 0 0,0-1 0 0 0,0 0 0 0 0,0 1-1 0 0,0-1 1 0 0,0 0 0 0 0,0 0-1 0 0,0 1 1 0 0,0-1 0 0 0,0 0-1 0 0,0 0 1 0 0,0 1 0 0 0,0-1-1 0 0,0 0 1 0 0,0 1 0 0 0,0-1 0 0 0,1 0-1 0 0,-1 0 1 0 0,0 1 0 0 0,0-1-14 0 0,0 1 0 0 0,1-1 0 0 0,-1 0 0 0 0,0 1 1 0 0,0-1-1 0 0,0 0 0 0 0,0 1 0 0 0,0-1 0 0 0,0 0 1 0 0,0 1-1 0 0,0-1 0 0 0,0 1 0 0 0,0-1 0 0 0,0 0 1 0 0,0 1-1 0 0,0-1 0 0 0,0 0 0 0 0,-1 1 1 0 0,1-1-1 0 0,0 0 0 0 0,0 1 0 0 0,0-1 0 0 0,0 0 1 0 0,-1 1-1 0 0,1-1 0 0 0,0 0 0 0 0,0 1 0 0 0,0-1 1 0 0,-1 0-1 0 0,1 0 0 0 0,0 1 0 0 0,-1-1 0 0 0,1 0 1 0 0,0 0-1 0 0,-1 0 0 0 0,1 0 0 0 0,0 1 0 0 0,-1-1 1 0 0,1 0-1 0 0,-1 0-14 0 0,0 0-6 0 0,-1 0 0 0 0,1 0 1 0 0,0 0-1 0 0,0 0 0 0 0,-1 0 1 0 0,1 0-1 0 0,0 1 0 0 0,0-1 0 0 0,-1 0 1 0 0,1 1-1 0 0,0-1 0 0 0,0 1 1 0 0,0 0-1 0 0,0-1 0 0 0,0 1 1 0 0,0 0-1 0 0,0-1 0 0 0,0 1 0 0 0,0 0 1 0 0,0 0-1 0 0,-2 2 0 0 0,3-3 4 0 0,-1 1 0 0 0,1 0 0 0 0,-1-1 0 0 0,1 1 0 0 0,-1 0 0 0 0,0-1 0 0 0,1 1 0 0 0,-1-1 0 0 0,0 1 0 0 0,1-1 0 0 0,-1 1 0 0 0,0-1 0 0 0,0 0-1 0 0,1 1 1 0 0,-1-1 0 0 0,0 0 0 0 0,0 0 0 0 0,0 0 0 0 0,0 1 0 0 0,1-1 0 0 0,-1 0 0 0 0,0 0 0 0 0,0 0 0 0 0,0 0 0 0 0,-1-1 0 0 0,-31 1 262 0 0,27 0-204 0 0,0 0 78 0 0,12 0-54 0 0,-5 0-75 0 0,14 0 13 0 0,-14 0-27 0 0,-1 0 0 0 0,0 0-1 0 0,1 0 1 0 0,-1 0 0 0 0,1 0 0 0 0,-1 0 0 0 0,1-1-1 0 0,-1 1 1 0 0,0 0 0 0 0,1 0 0 0 0,-1 0-1 0 0,1 0 1 0 0,-1-1 0 0 0,0 1 0 0 0,1 0-1 0 0,-1 0 1 0 0,0-1 0 0 0,1 1 0 0 0,-1 0 0 0 0,0-1-1 0 0,1 1 1 0 0,-1 0 0 0 0,0-1 0 0 0,0 1-1 0 0,1-1 1 0 0,-1 1 0 0 0,0 0 0 0 0,0-1 0 0 0,0 1-1 0 0,0-1 1 0 0,1 1 0 0 0,-1-1 0 0 0,0 0 3 0 0,0 0 1 0 0,0 0-1 0 0,1 0 1 0 0,-1-1-1 0 0,0 1 1 0 0,1 0-1 0 0,-1 0 1 0 0,1 1 0 0 0,-1-1-1 0 0,1 0 1 0 0,-1 0-1 0 0,1 0 1 0 0,0 0-1 0 0,-1 0 1 0 0,1 1-1 0 0,0-1 1 0 0,0 0-1 0 0,0 0 1 0 0,-1 1-1 0 0,1-1 1 0 0,0 1 0 0 0,0-1-1 0 0,0 1 1 0 0,2-1-1 0 0,7-7 31 0 0,1-18 56 0 0,-5 17-59 0 0,0 1 0 0 0,0-1 1 0 0,1 1-1 0 0,9-7 0 0 0,-9 8-11 0 0,-1 0 0 0 0,1 0 0 0 0,-1 0 0 0 0,0-1 0 0 0,8-15 0 0 0,-6 3 54 0 0,-7 15-57 0 0,1 1 0 0 0,0 0 0 0 0,0 0-1 0 0,0 0 1 0 0,0 0 0 0 0,0 0 0 0 0,1 0 0 0 0,0 1-1 0 0,-1-1 1 0 0,7-4 0 0 0,51-56 459 0 0,-56 51-353 0 0,-4 13-119 0 0,0-1-1 0 0,0 1 0 0 0,0-1 1 0 0,0 1-1 0 0,0-1 1 0 0,0 1-1 0 0,0-1 0 0 0,0 1 1 0 0,0-1-1 0 0,0 1 0 0 0,1-1 1 0 0,-1 1-1 0 0,0-1 0 0 0,0 1 1 0 0,1-1-1 0 0,-1 1 1 0 0,0-1-1 0 0,0 1 0 0 0,1-1 1 0 0,-1 1-1 0 0,1 0 0 0 0,-1-1 1 0 0,0 1-1 0 0,1-1 0 0 0,-1 1 1 0 0,1 0-1 0 0,0-1 1 0 0,21 0 125 0 0,-22 1-129 0 0,0 0 0 0 0,0 0-1 0 0,0 0 1 0 0,1 0 0 0 0,-1 0 0 0 0,0 0 0 0 0,0 0-1 0 0,0 0 1 0 0,1 0 0 0 0,-1 0 0 0 0,0 0 0 0 0,0 0-1 0 0,0 0 1 0 0,1 0 0 0 0,-1 0 0 0 0,0 0 0 0 0,0 0-1 0 0,0-1 1 0 0,1 1 0 0 0,-1 0 0 0 0,0 0 0 0 0,0 0-1 0 0,0 0 1 0 0,0 0 0 0 0,0-1 0 0 0,1 1 0 0 0,-1 0-1 0 0,0 0 1 0 0,0 0 0 0 0,0 0 0 0 0,0-1 0 0 0,0 1 0 0 0,0 0-1 0 0,0 0 1 0 0,0 0 0 0 0,0-1 0 0 0,0 1 0 0 0,0 0-1 0 0,0 0 1 0 0,0-1 0 0 0,0 1 0 0 0,0 0 0 0 0,0 0-1 0 0,0 0 1 0 0,0-1 0 0 0,0 1-2 0 0,0-1 0 0 0,0 1 0 0 0,0 0 0 0 0,0-1 0 0 0,0 1 1 0 0,0 0-1 0 0,0-1 0 0 0,0 1 0 0 0,0 0 0 0 0,1 0 0 0 0,-1-1 0 0 0,0 1 0 0 0,0 0 0 0 0,0-1 0 0 0,0 1 1 0 0,0 0-1 0 0,1-1 0 0 0,-1 1 0 0 0,0 0 0 0 0,0 0 0 0 0,1-1 0 0 0,-1 1 0 0 0,0 0 0 0 0,0 0 0 0 0,1 0 1 0 0,-1-1-1 0 0,0 1 0 0 0,0 0 0 0 0,1 0 0 0 0,-1 0 0 0 0,22-6 25 0 0,-15 4 61 0 0,-8 0-56 0 0,1 2-31 0 0,-1 0-1 0 0,1 0 0 0 0,0 0 1 0 0,0 0-1 0 0,0 0 0 0 0,0 0 0 0 0,0 0 1 0 0,0 0-1 0 0,0-1 0 0 0,0 1 1 0 0,0 0-1 0 0,0 0 0 0 0,-1 0 1 0 0,1 0-1 0 0,0 0 0 0 0,0 0 1 0 0,0 0-1 0 0,0 0 0 0 0,0 0 1 0 0,0 0-1 0 0,0 0 0 0 0,0-1 0 0 0,0 1 1 0 0,0 0-1 0 0,0 0 0 0 0,0 0 1 0 0,0 0-1 0 0,0 0 0 0 0,0 0 1 0 0,0 0-1 0 0,0 0 0 0 0,0-1 1 0 0,0 1-1 0 0,0 0 0 0 0,0 0 1 0 0,0 0-1 0 0,0 0 0 0 0,0 0 0 0 0,0 0 1 0 0,0 0-1 0 0,0 0 0 0 0,0-1 1 0 0,0 1-1 0 0,0 0 0 0 0,0 0 1 0 0,0 0-1 0 0,0 0 0 0 0,0 0 1 0 0,0 0-1 0 0,0 0 0 0 0,1 0 1 0 0,-1 0-1 0 0,0 0 0 0 0,0 0 0 0 0,0 0 1 0 0,0-1-1 0 0,0 1 0 0 0,28-7 88 0 0,-23 3-74 0 0,-5 4-6 0 0,0 1 1 0 0,0-1 0 0 0,-1 0-1 0 0,1 1 1 0 0,0-1 0 0 0,-1 0-1 0 0,1 1 1 0 0,0-1 0 0 0,-1 0-1 0 0,1 1 1 0 0,0-1 0 0 0,-1 0-1 0 0,1 1 1 0 0,0-1 0 0 0,-1 0-1 0 0,1 0 1 0 0,-1 0 0 0 0,1 1-1 0 0,-1-1 1 0 0,1 0 0 0 0,-1 0-1 0 0,1 0 1 0 0,-1 0 0 0 0,1 0-1 0 0,0 0 1 0 0,-1 0 0 0 0,1 0-1 0 0,-1 0 1 0 0,1 0 0 0 0,-1 0-1 0 0,1 0 1 0 0,-1 0 0 0 0,1 0-1 0 0,-1-1 1 0 0,0 1 0 0 0,1 0-1 0 0,-1 0 1 0 0,1-1 0 0 0,-1 1-1 0 0,1 0 1 0 0,-1 0 0 0 0,1 0-1 0 0,-1 0 1 0 0,1 0 0 0 0,-1 0-1 0 0,0 0 1 0 0,1 0-1 0 0,-1 0 1 0 0,1 0 0 0 0,-1 0-1 0 0,1 0 1 0 0,-1 0 0 0 0,1 0-1 0 0,-1 0 1 0 0,1 1 0 0 0,-1-1-1 0 0,1 0 1 0 0,-1 0 0 0 0,1 1-1 0 0,-1-1 1 0 0,1 0-1 0 0,-1 1 1 0 0,1-1 0 0 0,0 0-1 0 0,-1 1 1 0 0,1-1 0 0 0,0 1-1 0 0,-1-1 1 0 0,1 1 0 0 0,0-1-1 0 0,-1 1 1 0 0,1-1-1 0 0,0 1 1 0 0,0 1 7 0 0,0-1-1 0 0,0 0 1 0 0,0 0-1 0 0,-1 0 1 0 0,1 0-1 0 0,0 0 1 0 0,0 0 0 0 0,-1 0-1 0 0,1 0 1 0 0,0 0-1 0 0,-1 0 1 0 0,1 0-1 0 0,-1-1 1 0 0,1 1 0 0 0,-1 0-1 0 0,0 0 1 0 0,1 0-1 0 0,-1 0 1 0 0,0-1-1 0 0,0 1 1 0 0,1 0 0 0 0,-1-1-1 0 0,0 1 1 0 0,0 0-1 0 0,0-1 1 0 0,0 1-1 0 0,0-1 1 0 0,0 0 0 0 0,0 1-1 0 0,0-1 1 0 0,0 0-1 0 0,0 1 1 0 0,0-1-1 0 0,0 0 1 0 0,-1 0 0 0 0,-2 1-30 0 0,3 0 29 0 0,1 0 0 0 0,-1 1 0 0 0,0-1 0 0 0,0 1-1 0 0,1-1 1 0 0,-1 1 0 0 0,1-1 0 0 0,-1 1 0 0 0,1-1 0 0 0,0 1 0 0 0,-1-1 0 0 0,1 1 0 0 0,0 0-1 0 0,0-1 1 0 0,0 1 0 0 0,0-1 0 0 0,1 1 0 0 0,-1 0 0 0 0,1 1 0 0 0,-1-1 7 0 0,0-2-17 0 0,0 1 0 0 0,0 0 1 0 0,0 0-1 0 0,0-1 0 0 0,-1 1 0 0 0,1 0 0 0 0,0-1 0 0 0,0 1 1 0 0,-1 0-1 0 0,1-1 0 0 0,0 1 0 0 0,-1 0 0 0 0,1-1 0 0 0,-1 1 1 0 0,1-1-1 0 0,0 1 0 0 0,-1-1 0 0 0,1 1 0 0 0,-1-1 0 0 0,0 1 1 0 0,1-1-1 0 0,-1 0 0 0 0,1 1 0 0 0,-1-1 0 0 0,0 0 0 0 0,1 1 1 0 0,-1-1-1 0 0,0 0 0 0 0,1 0 0 0 0,-1 1 0 0 0,0-1 0 0 0,0 0 1 0 0,0 0-2 0 0,0 0 1 0 0,0 0-1 0 0,0 0 1 0 0,1 1-1 0 0,-1-1 1 0 0,0 0-1 0 0,0 1 1 0 0,0-1-1 0 0,1 0 1 0 0,-1 1 0 0 0,0-1-1 0 0,1 1 1 0 0,-1-1-1 0 0,0 1 1 0 0,1-1-1 0 0,-1 1 1 0 0,1 0-1 0 0,-1-1 1 0 0,1 1-1 0 0,-1 0 1 0 0,1-1-1 0 0,-1 1 1 0 0,1 0-1 0 0,0-1 1 0 0,-1 1 0 0 0,1 0-1 0 0,0 0 1 0 0,0 0-1 0 0,0-1 1 0 0,-1 1-1 0 0,1 0 1 0 0,0 1-1 0 0,0 0 7 0 0,0-1-1 0 0,0 0 0 0 0,0 0 1 0 0,0 0-1 0 0,0 0 0 0 0,0 1 1 0 0,0-1-1 0 0,-1 0 0 0 0,1 0 1 0 0,0 0-1 0 0,-1 0 0 0 0,1 0 1 0 0,-1 0-1 0 0,0 0 0 0 0,1 0 1 0 0,-1 0-1 0 0,0 0 0 0 0,1 0 1 0 0,-1 0-1 0 0,0 0 0 0 0,0 0 1 0 0,0-1-1 0 0,0 1 0 0 0,0 0 1 0 0,0-1-1 0 0,0 1 0 0 0,0-1 1 0 0,-2 2-1 0 0,-6 3 24 0 0,-24 24 446 0 0,29-19-180 0 0,4-9-284 0 0,0-1-1 0 0,0 1 1 0 0,0-1 0 0 0,0 1-1 0 0,0-1 1 0 0,0 1 0 0 0,0-1-1 0 0,-1 1 1 0 0,1-1 0 0 0,0 1-1 0 0,0-1 1 0 0,0 1 0 0 0,-1-1-1 0 0,1 0 1 0 0,0 1-1 0 0,0-1 1 0 0,-1 1 0 0 0,1-1-1 0 0,0 0 1 0 0,-1 1 0 0 0,1-1-1 0 0,0 0 1 0 0,-1 1 0 0 0,1-1-1 0 0,-1 1 1 0 0,-6 2 61 0 0,5-2-58 0 0,1-1 0 0 0,0 1 0 0 0,0-1 0 0 0,0 1 0 0 0,0 0 0 0 0,0-1 0 0 0,0 1 0 0 0,0 0 0 0 0,0 0 0 0 0,0-1 0 0 0,0 1 0 0 0,0 0 0 0 0,0 0 0 0 0,1 0 0 0 0,-1 0 0 0 0,0 0 0 0 0,1 0-1 0 0,-1 0 1 0 0,1 1 0 0 0,-1-1 0 0 0,1 0 0 0 0,-1 0 0 0 0,1 0 0 0 0,0 0 0 0 0,0 1 0 0 0,-1-1 0 0 0,1 0 0 0 0,0 2 0 0 0,1 0 5 0 0,-1-1 1 0 0,0 0-1 0 0,0 1 0 0 0,-1-1 0 0 0,1 1 1 0 0,0-1-1 0 0,-1 0 0 0 0,0 1 1 0 0,1-1-1 0 0,-3 4 0 0 0,2-5-12 0 0,1 0-1 0 0,-1 0 1 0 0,0-1 0 0 0,-1 1-1 0 0,1 0 1 0 0,0 0-1 0 0,0 0 1 0 0,0-1 0 0 0,0 1-1 0 0,-1-1 1 0 0,1 1-1 0 0,-3 0 1 0 0,-1 1-17 0 0,4 1 31 0 0,-1 1 0 0 0,1-1 0 0 0,0 1 0 0 0,1 0 0 0 0,-1-1 0 0 0,1 1 0 0 0,-1 0 0 0 0,1-1 0 0 0,0 1-1 0 0,0 0 1 0 0,2 5 0 0 0,-2-4-16 0 0,0-4-10 0 0,0-1 1 0 0,-1 1 0 0 0,1-1 0 0 0,0 0 0 0 0,0 1 0 0 0,0-1-1 0 0,0 1 1 0 0,-1-1 0 0 0,1 0 0 0 0,0 1 0 0 0,0-1 0 0 0,-1 0-1 0 0,1 1 1 0 0,0-1 0 0 0,-1 0 0 0 0,1 1 0 0 0,0-1 0 0 0,-1 0-1 0 0,1 1 1 0 0,0-1 0 0 0,-1 0 0 0 0,1 0 0 0 0,-1 0 0 0 0,1 0-1 0 0,-1 1 1 0 0,1-1 0 0 0,0 0 0 0 0,-1 0 0 0 0,1 0 0 0 0,-1 0-1 0 0,1 0 1 0 0,-1 0 0 0 0,1 0 0 0 0,-1 0 0 0 0,1 0 0 0 0,0 0-1 0 0,-1 0 1 0 0,1 0 0 0 0,-1 0 0 0 0,1-1 0 0 0,-1 1 0 0 0,0 0 1 0 0,1 0 1 0 0,-1-1 0 0 0,1 1 0 0 0,-1 0 0 0 0,1 0 0 0 0,-1 0-1 0 0,1 0 1 0 0,-1 0 0 0 0,1 0 0 0 0,-1 0 0 0 0,0 0 0 0 0,1 0-1 0 0,-1 0 1 0 0,1 0 0 0 0,-1 0 0 0 0,1 1 0 0 0,-1-1 0 0 0,1 0 0 0 0,-1 0-1 0 0,1 1 1 0 0,-1-1 0 0 0,1 0 0 0 0,-1 0 0 0 0,1 1 0 0 0,-1-1-1 0 0,1 0 1 0 0,0 1 0 0 0,-1-1 0 0 0,1 1 0 0 0,0-1 0 0 0,-1 1 0 0 0,1-1-1 0 0,0 1 1 0 0,-1-1 0 0 0,1 1 0 0 0,0-1 0 0 0,0 1 0 0 0,0-1-1 0 0,-1 1 1 0 0,1-1 0 0 0,0 1 0 0 0,0-1 0 0 0,0 2 0 0 0,0-1 223 0 0,-5 0-119 0 0,-50 17 280 0 0,50-17-80 0 0,5-8 66 0 0,0 7-362 0 0,0 0 0 0 0,0-1 0 0 0,-1 1-1 0 0,1 0 1 0 0,0-1 0 0 0,0 1-1 0 0,0-1 1 0 0,0 1 0 0 0,0 0 0 0 0,0-1-1 0 0,0 1 1 0 0,0 0 0 0 0,0-1 0 0 0,0 1-1 0 0,0 0 1 0 0,0-1 0 0 0,0 1 0 0 0,0 0-1 0 0,1-1 1 0 0,-1 1 0 0 0,0 0 0 0 0,0-1-1 0 0,0 1 1 0 0,0 0 0 0 0,1-1-1 0 0,-1 1 1 0 0,0 0 0 0 0,0-1 0 0 0,0 1-1 0 0,1 0 1 0 0,-1 0 0 0 0,0-1 0 0 0,1 1-1 0 0,-1 0 1 0 0,0 0 0 0 0,0 0 0 0 0,1 0-1 0 0,-1-1 1 0 0,0 1 0 0 0,1 0 0 0 0,6 0 16 0 0,-7 0-24 0 0,1 0 1 0 0,0 0-1 0 0,-1 0 1 0 0,1 1-1 0 0,0-1 1 0 0,-1 0-1 0 0,1 0 1 0 0,0 0-1 0 0,-1 0 1 0 0,1 0-1 0 0,0-1 1 0 0,-1 1-1 0 0,1 0 1 0 0,0 0-1 0 0,-1 0 0 0 0,1-1 1 0 0,0 1-1 0 0,-1 0 1 0 0,1 0-1 0 0,-1-1 1 0 0,1 1-1 0 0,-1-1 1 0 0,1 1-1 0 0,-1 0 1 0 0,1-1-1 0 0,-1 1 1 0 0,1-1-1 0 0,-1 1 1 0 0,1-1-1 0 0,-1 1 1 0 0,0-1-1 0 0,1 0 1 0 0,-1 1-1 0 0,0-1 1 0 0,0 1-1 0 0,1-1 1 0 0,-1 0-1 0 0,0 1 0 0 0,0-1 1 0 0,0 0-1 0 0,0 0 1 0 0,1 0-1 0 0,-1 0 0 0 0,1-1 0 0 0,0 1 0 0 0,-1 0 0 0 0,1 0 0 0 0,0 0 0 0 0,0 0 0 0 0,0 0 0 0 0,0 0 0 0 0,0 1 0 0 0,0-1 0 0 0,0 0 0 0 0,0 0 0 0 0,0 1 0 0 0,0-1 0 0 0,0 0 0 0 0,0 1 0 0 0,0-1 0 0 0,1 1 0 0 0,-1 0 0 0 0,0-1 0 0 0,2 1 0 0 0,1-2 8 0 0,18-8 17 0 0,2 0 1 0 0,-1 2-1 0 0,2 0 0 0 0,-1 2 1 0 0,0 1-1 0 0,1 0 0 0 0,42-1 1 0 0,-54 5-31 0 0,0 1 0 0 0,0 0 1 0 0,0 1-1 0 0,0 1 0 0 0,-1-1 1 0 0,1 2-1 0 0,22 7 0 0 0,-34-9 1 0 0,-1 0-1 0 0,1 0 0 0 0,0 0 1 0 0,-1 0-1 0 0,1 0 0 0 0,-1 0 0 0 0,1 0 1 0 0,-1 0-1 0 0,0 0 0 0 0,1 0 0 0 0,-1 0 1 0 0,0 0-1 0 0,0 1 0 0 0,0-1 1 0 0,0 0-1 0 0,0 0 0 0 0,0 0 0 0 0,0 0 1 0 0,0 0-1 0 0,0 1 0 0 0,0-1 1 0 0,-1 0-1 0 0,1 0 0 0 0,-1 0 0 0 0,1 0 1 0 0,-1 0-1 0 0,1 0 0 0 0,-1 0 1 0 0,1 0-1 0 0,-2 2 0 0 0,-53 29 162 0 0,32-25-56 0 0,23-7-97 0 0,-1 0 0 0 0,0 0 0 0 0,1 0-1 0 0,-1 0 1 0 0,1 0 0 0 0,-1 0 0 0 0,0 0 0 0 0,1 0-1 0 0,-1 0 1 0 0,1 0 0 0 0,-1 1 0 0 0,1-1-1 0 0,-1 0 1 0 0,0 0 0 0 0,1 1 0 0 0,-1-1-1 0 0,1 0 1 0 0,-1 1 0 0 0,1-1 0 0 0,-1 0-1 0 0,1 1 1 0 0,0-1 0 0 0,-1 1 0 0 0,1-1-1 0 0,-1 1 1 0 0,1-1 0 0 0,-1 2 0 0 0,-4-1 86 0 0,-50-1 0 0 0,68 3-69 0 0,-11-4 5 0 0,-17-2-15 0 0,10-3 13 0 0,5 5 66 0 0,0 4-192 0 0,0-3 106 0 0,0 1 0 0 0,0-1 0 0 0,0 0 0 0 0,1 1-1 0 0,-1-1 1 0 0,0 0 0 0 0,0 1 0 0 0,0-1 0 0 0,0 0-1 0 0,0 1 1 0 0,0-1 0 0 0,0 1 0 0 0,0-1 0 0 0,0 0-1 0 0,0 1 1 0 0,0-1 0 0 0,0 0 0 0 0,0 1 0 0 0,0-1-1 0 0,-1 0 1 0 0,1 1 0 0 0,0-1 0 0 0,0 0 0 0 0,0 1-1 0 0,0-1 1 0 0,-1 0 0 0 0,1 0 0 0 0,0 1-1 0 0,0-1 1 0 0,-1 0 0 0 0,1 0 0 0 0,0 1 0 0 0,0-1-1 0 0,-1 0 1 0 0,1 0 0 0 0,0 0 0 0 0,-1 1 0 0 0,1-1-1 0 0,0 0 1 0 0,-1 0 0 0 0,1 0 0 0 0,-22 4-7 0 0,15 1-23 0 0,3-2 59 0 0,2-3-11 0 0,2 0-20 0 0,-1 0 1 0 0,0 0-1 0 0,0-1 1 0 0,0 1-1 0 0,0 0 0 0 0,0 0 1 0 0,0 0-1 0 0,1 0 0 0 0,-1 0 1 0 0,0 0-1 0 0,0 1 1 0 0,0-1-1 0 0,0 0 0 0 0,0 0 1 0 0,1 1-1 0 0,-1-1 1 0 0,0 0-1 0 0,0 1 0 0 0,0-1 1 0 0,1 0-1 0 0,-1 1 1 0 0,0 0-1 0 0,1-1 0 0 0,-1 1 1 0 0,0-1-1 0 0,1 1 0 0 0,-1 0 1 0 0,1-1-1 0 0,-1 1 1 0 0,1 0-1 0 0,-1-1 0 0 0,1 1 1 0 0,-1 0-1 0 0,1 1 1 0 0,-6-1-33 0 0,5-1 28 0 0,0 0 2 0 0,0 0 0 0 0,0-1 1 0 0,0 1-1 0 0,-1 0 0 0 0,1 0 1 0 0,0 0-1 0 0,0 0 0 0 0,0 0 1 0 0,0 0-1 0 0,0 0 0 0 0,0 1 0 0 0,0-1 1 0 0,0 0-1 0 0,0 1 0 0 0,0-1 1 0 0,0 0-1 0 0,0 1 0 0 0,0-1 1 0 0,0 1-1 0 0,0 0 0 0 0,0-1 0 0 0,0 1 1 0 0,-1 1-1 0 0,2 0 437 0 0,-5-2-373 0 0,-50 0-134 0 0,49 0 15 0 0,7 2 37 0 0,-2 0 18 0 0,-26 0-32 0 0,22-2-238 0 0,21-11-15849 0 0,-3 8 14528 0 0,-9-4-3038 0 0,-4 1 757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18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1441 0 0,'0'0'2241'0'0,"32"-8"80"0"0,-32 16-80 0 0,0-2-80 0 0,33 15-80 0 0,0 21 480 0 0,-1 26-160 0 0,34-20-1601 0 0,-34-21-1040 0 0,1-12-560 0 0,0 5-1201 0 0,-1-7-800 0 0,-64-5-961 0 0,-1 5-2401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19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34 173 3762 0 0,'-33'6'7363'0'0,"33"-12"-5762"0"0,33 0-241 0 0,-33-3-239 0 0,32-3-161 0 0,-32-3-79 0 0,65-6-161 0 0,-32 1-320 0 0,32-7-880 0 0,33 0-2561 0 0,0-9-3602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20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9 800 0 0,'0'-8'2882'0'0,"0"16"-1202"0"0,0-2 1 0 0,0 21 560 0 0,-32 29 400 0 0,-1-2-960 0 0,33-6-800 0 0,0-12-321 0 0,-33-3-320 0 0,33 2-160 0 0,0-14-1521 0 0,0 0-2480 0 0,0-7-3363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20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33 960 0 0,'0'-12'2802'0'0,"0"4"-161"0"0,0 1-160 0 0,0 1-80 0 0,33 6 1841 0 0,-1 6-2641 0 0,34 1-401 0 0,-1 1-479 0 0,0-2-1362 0 0,66 0-2960 0 0,26 3-4803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21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438 67 2001 0 0,'8'-4'766'0'0,"-7"3"-604"0"0,1 1 1 0 0,-1-1-1 0 0,1 0 1 0 0,-1 0-1 0 0,0 1 1 0 0,1-1-1 0 0,-1 0 1 0 0,0 0-1 0 0,0 0 1 0 0,1 0-1 0 0,-1 0 1 0 0,0-1 0 0 0,0 1-1 0 0,0 0 1 0 0,-1 0-1 0 0,1-1 1 0 0,0 1-1 0 0,0-1 1 0 0,-1 1-1 0 0,1 0 1 0 0,-1-1-1 0 0,1 1 1 0 0,-1-1-1 0 0,1-2 1 0 0,-1 3-51 0 0,0 0 0 0 0,0 1 0 0 0,1-1 0 0 0,-1 0 0 0 0,0 0 1 0 0,1 0-1 0 0,-1 0 0 0 0,0 1 0 0 0,1-1 0 0 0,-1 0 0 0 0,1 0 0 0 0,-1 1 0 0 0,1-1 1 0 0,0 0-1 0 0,-1 1 0 0 0,1-1 0 0 0,0 1 0 0 0,0-1 0 0 0,-1 1 0 0 0,1-1 0 0 0,0 1 1 0 0,0-1-1 0 0,-1 1 0 0 0,1 0 0 0 0,0-1 0 0 0,1 1 0 0 0,28-7 1104 0 0,-16 4-337 0 0,-13 2-726 0 0,0 1 1 0 0,0-1-1 0 0,1 1 0 0 0,-1-1 1 0 0,1 1-1 0 0,-1-1 0 0 0,0 1 1 0 0,1 0-1 0 0,-1 0 0 0 0,1 0 1 0 0,-1 0-1 0 0,1 0 0 0 0,-1 0 1 0 0,0 0-1 0 0,1 0 0 0 0,-1 0 1 0 0,2 1-1 0 0,3 1 222 0 0,-5-2-330 0 0,-1 0 0 0 0,1 1 0 0 0,-1-1 0 0 0,1 0 0 0 0,-1 0 0 0 0,1 1 0 0 0,-1-1 0 0 0,0 1 0 0 0,1-1 1 0 0,-1 0-1 0 0,1 1 0 0 0,-1-1 0 0 0,0 1 0 0 0,1-1 0 0 0,-1 1 0 0 0,0-1 0 0 0,0 1 0 0 0,1-1 0 0 0,-1 1 0 0 0,0-1 0 0 0,0 1 0 0 0,0-1 0 0 0,0 1 0 0 0,0-1 0 0 0,1 2 1 0 0,1 5 156 0 0,13 13 131 0 0,-9-13-230 0 0,0 0 0 0 0,-1 1 0 0 0,0-1 0 0 0,-1 1 0 0 0,0 0 0 0 0,6 14 0 0 0,-6 2 31 0 0,-1 1 0 0 0,-2-1 0 0 0,0 1 0 0 0,-3 35 1 0 0,0-1 181 0 0,2-57-103 0 0,-5-2-106 0 0,-17 0 40 0 0,16 0 13 0 0,1 0 13 0 0,-68 0 596 0 0,0 3 1 0 0,-90 16-1 0 0,156-17-689 0 0,-140 35 740 0 0,135-33-636 0 0,-1 1 1 0 0,1 0 0 0 0,0 1-1 0 0,1 0 1 0 0,-1 1-1 0 0,1 0 1 0 0,0 1-1 0 0,-13 13 1 0 0,13-12 267 0 0,8-4 34 0 0,21 2-176 0 0,-17-7-304 0 0,34 10 130 0 0,-1-1 0 0 0,1-2 1 0 0,1-2-1 0 0,54 2 0 0 0,-53-7-1270 0 0,-1-2 0 0 0,48-7 0 0 0,40-19-8284 0 0,-121 28 8825 0 0,0-1 0 0 0,0 0 0 0 0,1 0 1 0 0,-1-1-1 0 0,0 1 0 0 0,0 0 0 0 0,0-1 0 0 0,4-3 0 0 0,-6 4 306 0 0,0 0-1 0 0,-1 0 0 0 0,1 0 1 0 0,-1 0-1 0 0,1 0 0 0 0,-1 0 1 0 0,0 0-1 0 0,1 0 0 0 0,-1 0 0 0 0,0 0 1 0 0,1 0-1 0 0,-1 0 0 0 0,0 0 1 0 0,0 0-1 0 0,0 0 0 0 0,0-2 1 0 0,0 3 268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31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908 58 1361 0 0,'0'-1'119'0'0,"0"0"0"0"0,0 0 0 0 0,0 1 0 0 0,0-1 0 0 0,0 0 0 0 0,0 0 0 0 0,-1 0 0 0 0,1 1 0 0 0,0-1 0 0 0,-1 0 0 0 0,1 0 0 0 0,-1 1 0 0 0,1-1 0 0 0,0 0 0 0 0,-1 1 0 0 0,0-1 0 0 0,1 0 0 0 0,-1 1 0 0 0,1-1 0 0 0,-1 1 0 0 0,0-1 0 0 0,1 1 0 0 0,-1-1 0 0 0,0 1 0 0 0,0-1 1 0 0,1 1-1 0 0,-1 0 0 0 0,0 0 0 0 0,0-1 0 0 0,1 1 0 0 0,-1 0 0 0 0,0 0 0 0 0,0 0 0 0 0,0 0 0 0 0,-1 0 0 0 0,-5-2 451 0 0,7 2-521 0 0,0 0 0 0 0,-1 0 0 0 0,1 0 0 0 0,0 0-1 0 0,0 0 1 0 0,-1 0 0 0 0,1-1 0 0 0,0 1 0 0 0,-1 0 0 0 0,1 0 0 0 0,0 0-1 0 0,0 0 1 0 0,0-1 0 0 0,-1 1 0 0 0,1 0 0 0 0,0 0 0 0 0,0 0 0 0 0,0-1-1 0 0,-1 1 1 0 0,1 0 0 0 0,0 0 0 0 0,0-1 0 0 0,0 1 0 0 0,0 0 0 0 0,0 0-1 0 0,0-1 1 0 0,0 1 0 0 0,-1 0 0 0 0,1-1 0 0 0,0 1 0 0 0,0 0-1 0 0,0 0 1 0 0,0-1 0 0 0,-5-6 1198 0 0,-4 3-439 0 0,-1 0 0 0 0,0 1-1 0 0,-1 1 1 0 0,1 0 0 0 0,-17-2 0 0 0,-66 2 1498 0 0,74 2-1869 0 0,-1 0-224 0 0,0-1 174 0 0,0 1 0 0 0,0 1 0 0 0,-31 6 0 0 0,29-6-178 0 0,17-1-159 0 0,0 0 0 0 0,0 1 0 0 0,0-1 1 0 0,0 1-1 0 0,0 0 0 0 0,-8 2 0 0 0,-12 2 37 0 0,-15 5 93 0 0,-2 2 130 0 0,35-11-227 0 0,1 0 1 0 0,0 1 0 0 0,0-1-1 0 0,-1 1 1 0 0,1 1 0 0 0,1-1-1 0 0,-1 1 1 0 0,0 0 0 0 0,1 0-1 0 0,-1 1 1 0 0,1-1 0 0 0,0 1-1 0 0,-8 8 1 0 0,6-5-16 0 0,-1 0 0 0 0,1 0 0 0 0,-18 9 1 0 0,-15 15 151 0 0,29-13-126 0 0,-11-1 26 0 0,12 1 133 0 0,-1-10-158 0 0,10-8-92 0 0,0 1-1 0 0,0-1 1 0 0,0 1 0 0 0,0 0 0 0 0,0-1 0 0 0,0 1 0 0 0,0 0 0 0 0,0 0 0 0 0,0 0 0 0 0,1 0 0 0 0,-1 0 0 0 0,0 0 0 0 0,1 0 0 0 0,-1 0 0 0 0,0 0-1 0 0,1 0 1 0 0,-1 0 0 0 0,1 0 0 0 0,-1 0 0 0 0,1 0 0 0 0,0 1 0 0 0,0-1 0 0 0,-1 0 0 0 0,1 0 0 0 0,0 0 0 0 0,0 2 0 0 0,0-1-6 0 0,0-1 0 0 0,0 1 0 0 0,0 0 0 0 0,-1-1 0 0 0,1 1-1 0 0,0-1 1 0 0,-1 1 0 0 0,0-1 0 0 0,1 1 0 0 0,-1-1 0 0 0,0 1 0 0 0,0-1 0 0 0,0 1 0 0 0,0-1 0 0 0,0 0 0 0 0,0 1 0 0 0,0-1 0 0 0,0 0 0 0 0,0 0 0 0 0,-2 1 0 0 0,-8 10 13 0 0,0 12 44 0 0,-11 0-28 0 0,12 3 41 0 0,-12 0 0 0 0,11-1-41 0 0,1-13 2 0 0,8-11-20 0 0,0 0 0 0 0,1 0 0 0 0,-1 0-1 0 0,1 0 1 0 0,0 0 0 0 0,-1 0 0 0 0,1 1-1 0 0,0-1 1 0 0,0 0 0 0 0,0 1 0 0 0,1-1 0 0 0,-1 0-1 0 0,1 1 1 0 0,-1-1 0 0 0,1 1 0 0 0,0 4 0 0 0,0 144 205 0 0,0-149-211 0 0,1 1 0 0 0,0 0-1 0 0,0-1 1 0 0,1 1 0 0 0,-1-1 0 0 0,1 1 0 0 0,-1-1 0 0 0,1 0-1 0 0,-1 0 1 0 0,1 0 0 0 0,0 0 0 0 0,0 0 0 0 0,0 0-1 0 0,1 0 1 0 0,-1 0 0 0 0,0-1 0 0 0,1 1 0 0 0,2 1 0 0 0,20 18 43 0 0,-25-20-45 0 0,1 1 1 0 0,0 0-1 0 0,-1-1 0 0 0,1 1 0 0 0,-1 0 1 0 0,1-1-1 0 0,-1 1 0 0 0,0 0 1 0 0,0 0-1 0 0,0 0 0 0 0,0 1 0 0 0,0-1-2 0 0,0-1-1 0 0,0 1 0 0 0,0 0 0 0 0,0-1 0 0 0,0 1 0 0 0,1-1 0 0 0,-1 1 0 0 0,0 0 0 0 0,1-1 0 0 0,-1 1 1 0 0,1-1-1 0 0,0 1 0 0 0,-1-1 0 0 0,2 2 0 0 0,8 5 15 0 0,-9-7-8 0 0,0 0 0 0 0,0-1 0 0 0,0 1 0 0 0,1 0 0 0 0,-1 0 0 0 0,0 0 0 0 0,0 0 0 0 0,0 0-1 0 0,0 0 1 0 0,-1 0 0 0 0,1 0 0 0 0,0 1 0 0 0,0-1 0 0 0,-1 0 0 0 0,1 0 0 0 0,-1 1 0 0 0,1-1 0 0 0,-1 0 0 0 0,1 1 0 0 0,-1-1 0 0 0,0 0 0 0 0,0 1 0 0 0,1 1 0 0 0,-1-1-11 0 0,0-1 1 0 0,0 1-1 0 0,1 0 0 0 0,-1 0 1 0 0,1-1-1 0 0,-1 1 1 0 0,1 0-1 0 0,0 0 0 0 0,0-1 1 0 0,-1 1-1 0 0,1-1 1 0 0,0 1-1 0 0,1-1 0 0 0,-1 1 1 0 0,0-1-1 0 0,0 0 1 0 0,0 0-1 0 0,1 1 0 0 0,-1-1 1 0 0,1 0-1 0 0,-1 0 1 0 0,1 0-1 0 0,-1-1 1 0 0,1 1-1 0 0,0 0 0 0 0,-1 0 1 0 0,5 0-1 0 0,-4 0 7 0 0,1 0 0 0 0,0 1-1 0 0,-1-1 1 0 0,1 1 0 0 0,0-1 0 0 0,-1 1-1 0 0,0 0 1 0 0,5 4 0 0 0,3 19 133 0 0,-5-20-108 0 0,0 1-1 0 0,1 0 0 0 0,-1-1 1 0 0,8 5-1 0 0,13 13-66 0 0,67 72 162 0 0,-72-75 31 0 0,-20-19-144 0 0,0-1 0 0 0,0 1 0 0 0,0 0 0 0 0,1 0 0 0 0,-1 0 0 0 0,0 0 0 0 0,0 0 0 0 0,0 0 0 0 0,-1 0 1 0 0,1 1-1 0 0,0-1 0 0 0,0 0 0 0 0,-1 0 0 0 0,1 1 0 0 0,0-1 0 0 0,-1 0 0 0 0,1 1 0 0 0,-1-1 0 0 0,0 0 0 0 0,0 1 0 0 0,1-1 0 0 0,-1 1 1 0 0,0 2-1 0 0,0-1 28 0 0,1 0 0 0 0,0 1 1 0 0,0-1-1 0 0,0 0 1 0 0,0 0-1 0 0,0 0 1 0 0,1 0-1 0 0,-1 0 1 0 0,1 0-1 0 0,0 0 0 0 0,0 0 1 0 0,0 0-1 0 0,0-1 1 0 0,0 1-1 0 0,1-1 1 0 0,-1 0-1 0 0,1 0 1 0 0,5 4-1 0 0,15 17 105 0 0,-20-19-135 0 0,0 1 1 0 0,1 0-1 0 0,0-1 0 0 0,0 0 0 0 0,6 6 1 0 0,-6-6 2 0 0,3 0 17 0 0,0-1 1 0 0,0 0-1 0 0,0 0 0 0 0,0-1 0 0 0,0 0 0 0 0,0 0 1 0 0,1 0-1 0 0,-1-1 0 0 0,1-1 0 0 0,-1 1 0 0 0,1-1 1 0 0,-1 0-1 0 0,1-1 0 0 0,-1 1 0 0 0,1-1 0 0 0,-1-1 1 0 0,11-3-1 0 0,1-2 68 0 0,36-10 0 0 0,29-9 54 0 0,6-6-58 0 0,80-32 36 0 0,-120 41-124 0 0,19-9 45 0 0,89-54 0 0 0,-143 75-23 0 0,-1-1 1 0 0,-1 0-1 0 0,20-22 0 0 0,1-1-9 0 0,26-30 213 0 0,-58 62-212 0 0,-1-1 1 0 0,0 0-1 0 0,0 0 1 0 0,0 0-1 0 0,0 0 1 0 0,0 0-1 0 0,-1 0 1 0 0,0 0-1 0 0,1 1 1 0 0,-2-1-1 0 0,1 0 1 0 0,-2-8-1 0 0,1-6 50 0 0,2-3 30 0 0,-1 8-39 0 0,1 0 0 0 0,-2 1 0 0 0,0-1-1 0 0,-4-19 1 0 0,-17-32 77 0 0,18 47-123 0 0,3 12-5 0 0,0-1 0 0 0,0 1 0 0 0,0-1 0 0 0,-1 1 0 0 0,0 0 0 0 0,0 0 0 0 0,0 0 0 0 0,-1 0 0 0 0,1 0 0 0 0,-1 0 0 0 0,0 1 0 0 0,-1-1 0 0 0,1 1 0 0 0,-1 0 0 0 0,0 0 0 0 0,0 0 0 0 0,0 0 0 0 0,-1 1 0 0 0,1 0 0 0 0,-1 0 0 0 0,-7-4 0 0 0,-146-102 516 0 0,154 107-507 0 0,-14-8 65 0 0,1-1 1 0 0,1 0 0 0 0,-27-24 0 0 0,34 27-45 0 0,0 0 0 0 0,-1 1 0 0 0,-1 0 0 0 0,1 0 0 0 0,-1 1 0 0 0,0 0 0 0 0,0 1 0 0 0,-1 0 0 0 0,0 1 0 0 0,1 0 0 0 0,-1 1 0 0 0,-1 1 0 0 0,1 0 0 0 0,0 0 0 0 0,-18 1 0 0 0,6 0-483 0 0,-1-1 0 0 0,-26-5-1 0 0,-11-9-4382 0 0,53 13 3324 0 0,-1 0 0 0 0,1 1 0 0 0,-1 0-1 0 0,0 0 1 0 0,-18 0 0 0 0,12 1-175 0 0,-50 0-5094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03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190 351 800 0 0,'0'-1'260'0'0,"0"1"-1"0"0,0-1 1 0 0,0 0 0 0 0,-1 0-1 0 0,1 1 1 0 0,0-1-1 0 0,0 0 1 0 0,0 0-1 0 0,-1 0 1 0 0,1 1-1 0 0,0-1 1 0 0,-1 0 0 0 0,1 1-1 0 0,0-1 1 0 0,-1 0-1 0 0,1 1 1 0 0,-1-1-1 0 0,1 1 1 0 0,-1-1-1 0 0,1 0 1 0 0,-1 1 0 0 0,0-1-1 0 0,1 1 1 0 0,-1 0-1 0 0,0-1 1 0 0,1 1-1 0 0,-1-1 1 0 0,0 1-1 0 0,0 0 1 0 0,-2-1 296 0 0,0 0-1 0 0,0 1 1 0 0,0-1 0 0 0,0 1-1 0 0,0 0 1 0 0,0 0 0 0 0,-1 1-1 0 0,-3 0 1 0 0,-11 2 985 0 0,-1 2 0 0 0,-17 7 0 0 0,23-8-1143 0 0,0 0 163 0 0,7-1-68 0 0,-1-1 1 0 0,1 0-1 0 0,-1 0 0 0 0,-13 1 1 0 0,20-5-398 0 0,0 1 1 0 0,0-1 0 0 0,0 1-1 0 0,0-1 1 0 0,0 1 0 0 0,1-1 0 0 0,-1 1-1 0 0,1-1 1 0 0,-1 1 0 0 0,1-1-1 0 0,1-2 1 0 0,52-65 63 0 0,-9 19-112 0 0,-21 23 95 0 0,38-34 0 0 0,-57 56-123 0 0,-1 0 0 0 0,1 0 0 0 0,-1-1 1 0 0,7-9-1 0 0,-9 11-14 0 0,1-1 1 0 0,0 1-1 0 0,1 0 1 0 0,-1 0 0 0 0,1 0-1 0 0,-1 0 1 0 0,1 1-1 0 0,6-5 1 0 0,12-13-7 0 0,-6 3 0 0 0,-6 14-3 0 0,-9 4-2 0 0,-1 0 1 0 0,1 0 0 0 0,0-1-1 0 0,0 1 1 0 0,0 0-1 0 0,-1 0 1 0 0,1-1 0 0 0,0 1-1 0 0,0-1 1 0 0,-1 1 0 0 0,1 0-1 0 0,0-1 1 0 0,-1 1 0 0 0,1-1-1 0 0,0 0 1 0 0,-1 1 0 0 0,1-1-1 0 0,-1 0 1 0 0,1 1 0 0 0,-1-1-1 0 0,1 0 1 0 0,-1 1-1 0 0,0-1 1 0 0,1 0 0 0 0,-1 0-1 0 0,0 1 1 0 0,1-1 0 0 0,-1 0-1 0 0,0 0 1 0 0,0 0 0 0 0,0 0-1 0 0,0-1 1 0 0,6-2-23 0 0,15 4-13 0 0,-20 1 42 0 0,0 0 1 0 0,0 0-1 0 0,0 0 0 0 0,-1 1 0 0 0,1-1 0 0 0,-1 0 0 0 0,1 0 0 0 0,-1 1 0 0 0,1-1 1 0 0,-1 0-1 0 0,0 1 0 0 0,1-1 0 0 0,-1 0 0 0 0,0 1 0 0 0,0-1 0 0 0,0 0 0 0 0,0 1 0 0 0,0-1 1 0 0,0 0-1 0 0,-1 1 0 0 0,0 2 0 0 0,1 6 5 0 0,-1 5 26 0 0,-1 0 0 0 0,0-1 0 0 0,-1 1 0 0 0,0 0 1 0 0,-2-1-1 0 0,1 0 0 0 0,-9 17 0 0 0,-14 45 302 0 0,16-19 252 0 0,0-28-269 0 0,8-22-253 0 0,1 0 0 0 0,-1-1 1 0 0,1 1-1 0 0,0 0 0 0 0,1 0 1 0 0,0 1-1 0 0,-1 10 0 0 0,2 51-25 0 0,0-68-91 0 0,0 0 0 0 0,0 0-1 0 0,0 0 1 0 0,0 0-1 0 0,0 1 1 0 0,0-1 0 0 0,1 0-1 0 0,-1 0 1 0 0,0 0 0 0 0,1 0-1 0 0,-1 0 1 0 0,1 0 0 0 0,-1 0-1 0 0,1 0 1 0 0,-1 0 0 0 0,1 0-1 0 0,0 0 1 0 0,-1 0-1 0 0,1-1 1 0 0,0 1 0 0 0,0 0-1 0 0,0 0 1 0 0,0-1 0 0 0,0 1-1 0 0,0-1 1 0 0,0 1 0 0 0,0 0-1 0 0,0-1 1 0 0,0 0-1 0 0,0 1 1 0 0,0-1 0 0 0,0 0-1 0 0,0 1 1 0 0,0-1 0 0 0,2 0-1 0 0,-1 1-246 0 0,9-2-4078 0 0,11-13-3174 0 0,-22 13 7065 0 0,1 1 0 0 0,0-1 0 0 0,-1 0 0 0 0,1 0 1 0 0,-1-1-1 0 0,1 1 0 0 0,-1 0 0 0 0,0 0 0 0 0,1 0 0 0 0,-1 0 0 0 0,0 0 0 0 0,0 0 0 0 0,0 0 0 0 0,0-1 0 0 0,0 1 0 0 0,0-1 0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04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65 153 320 0 0,'0'-68'11165'0'0,"1"66"-11097"0"0,-1 1 0 0 0,0 0 0 0 0,0 0 0 0 0,1 0 0 0 0,-1 0 0 0 0,0-1 0 0 0,1 1 0 0 0,-1 0 1 0 0,1 0-1 0 0,0 0 0 0 0,-1 0 0 0 0,1 0 0 0 0,0 0 0 0 0,-1 0 0 0 0,1 1 0 0 0,0-1 0 0 0,0 0 0 0 0,0 0 0 0 0,0 1 0 0 0,0-1 0 0 0,0 0 0 0 0,0 1 0 0 0,0-1 0 0 0,0 1 0 0 0,2-1 0 0 0,5-4 258 0 0,0-2 29 0 0,2 0 1 0 0,-1 0-1 0 0,1 1 0 0 0,0 0 1 0 0,0 1-1 0 0,14-5 1 0 0,-20 8-269 0 0,0 1 0 0 0,1 0 0 0 0,-1 0 0 0 0,1 0 0 0 0,-1 0 0 0 0,1 1 0 0 0,-1 0 0 0 0,1 0 0 0 0,-1 0 0 0 0,1 1 0 0 0,0-1 0 0 0,-1 1 0 0 0,1 0 0 0 0,-1 0 0 0 0,0 1 0 0 0,1-1 0 0 0,-1 1 0 0 0,0 0 0 0 0,5 3 0 0 0,9 5 425 0 0,18 11 617 0 0,-35-20-1096 0 0,-1-1 1 0 0,0 1-1 0 0,1-1 1 0 0,-1 1-1 0 0,0-1 1 0 0,0 1-1 0 0,1-1 0 0 0,-1 1 1 0 0,0-1-1 0 0,0 1 1 0 0,0 0-1 0 0,0-1 1 0 0,0 1-1 0 0,1-1 0 0 0,-1 1 1 0 0,0-1-1 0 0,0 1 1 0 0,0 0-1 0 0,-1-1 1 0 0,1 1-1 0 0,0-1 1 0 0,0 1-1 0 0,0-1 0 0 0,0 1 1 0 0,0-1-1 0 0,-1 1 1 0 0,1-1-1 0 0,0 1 1 0 0,-1-1-1 0 0,1 1 0 0 0,0-1 1 0 0,-1 1-1 0 0,0 0 1 0 0,-15 13 390 0 0,11-10-171 0 0,-2 6 162 0 0,5-8-359 0 0,1 0 0 0 0,0 0 0 0 0,-1 0 0 0 0,1-1 0 0 0,-1 1-1 0 0,0 0 1 0 0,0-1 0 0 0,1 0 0 0 0,-1 1 0 0 0,0-1 0 0 0,0 0 0 0 0,0 0 0 0 0,0 0 0 0 0,-5 1 0 0 0,-4 3-159 0 0,0-1 1 0 0,-1-1-1 0 0,0 0 1 0 0,1-1-1 0 0,-1 0 1 0 0,0-1-1 0 0,-22 0 1 0 0,21-2-1103 0 0,0 0 0 0 0,0-1 1 0 0,1 0-1 0 0,-18-6 1 0 0,29 8 850 0 0,-1-1 0 0 0,0 1 0 0 0,0-1 0 0 0,1 0 0 0 0,-1 0 0 0 0,0 0 0 0 0,1 0 0 0 0,-1 0 0 0 0,0 0 0 0 0,1 0 0 0 0,0 0 0 0 0,-1 0 0 0 0,1-1 0 0 0,0 1 0 0 0,-1-1 0 0 0,1 1 0 0 0,-2-3 0 0 0,-6-9-3039 0 0,-18-8-1235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05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99 259 720 0 0,'1'-11'3445'0'0,"-1"-18"2400"0"0,-6 14-4837 0 0,-3 9-795 0 0,8 6-166 0 0,0-1-1 0 0,-1 0 1 0 0,1 0-1 0 0,0 0 1 0 0,0 0-1 0 0,0 0 1 0 0,0 0-1 0 0,0 0 1 0 0,0 0-1 0 0,0 0 0 0 0,0 0 1 0 0,0-1-1 0 0,1 1 1 0 0,-1 0-1 0 0,0-1 1 0 0,1 1-1 0 0,-1 0 1 0 0,1-1-1 0 0,-1 1 1 0 0,1-1-1 0 0,0 1 0 0 0,0-1 1 0 0,-1 1-1 0 0,1-1 1 0 0,0 1-1 0 0,1-3 1 0 0,-2-8 317 0 0,1 8-311 0 0,-1 1 0 0 0,1 0 0 0 0,0-1 0 0 0,0 1 0 0 0,0 0 0 0 0,0-1 0 0 0,0 1 0 0 0,1 0 0 0 0,0-1 0 0 0,0 1 0 0 0,0 0 1 0 0,2-6-1 0 0,8 0 35 0 0,-10 8-57 0 0,0 0 0 0 0,0 1 0 0 0,0-1 0 0 0,1 0 0 0 0,-1 0 0 0 0,0-1 0 0 0,0 1 0 0 0,0 0 0 0 0,0 0-1 0 0,-1 0 1 0 0,1-1 0 0 0,0 1 0 0 0,0 0 0 0 0,-1-1 0 0 0,1 1 0 0 0,-1-1 0 0 0,1 1 0 0 0,-1 0 0 0 0,0-1 0 0 0,0 1 0 0 0,1-1 0 0 0,-1 1 0 0 0,0-1 0 0 0,0 1 0 0 0,-1-3 0 0 0,1-43 1623 0 0,1 47-1622 0 0,0-1 0 0 0,0 0-1 0 0,0 0 1 0 0,1 1 0 0 0,-1-1-1 0 0,0 0 1 0 0,0 1 0 0 0,0-1-1 0 0,0 1 1 0 0,1-1 0 0 0,-1 1-1 0 0,0 0 1 0 0,1 0 0 0 0,-1 0-1 0 0,0-1 1 0 0,0 1 0 0 0,1 0-1 0 0,-1 0 1 0 0,2 1 0 0 0,-1-1 41 0 0,7-1-4 0 0,0 0 0 0 0,0 0-1 0 0,0 1 1 0 0,0 0-1 0 0,0 1 1 0 0,0 0 0 0 0,0 0-1 0 0,0 1 1 0 0,0 1-1 0 0,0-1 1 0 0,-1 1 0 0 0,1 1-1 0 0,10 5 1 0 0,8 3-53 0 0,17 9-22 0 0,-43-21 10 0 0,1 1 0 0 0,-1 0 0 0 0,1 1-1 0 0,-1-1 1 0 0,0 0 0 0 0,1 0 0 0 0,-1 0-1 0 0,0 1 1 0 0,0-1 0 0 0,0 1 0 0 0,0-1 0 0 0,0 1-1 0 0,0-1 1 0 0,0 1 0 0 0,-1 0 0 0 0,1-1-1 0 0,-1 1 1 0 0,1 0 0 0 0,-1-1 0 0 0,1 1-1 0 0,-1 2 1 0 0,0-2 3 0 0,0 0-1 0 0,-1 0 0 0 0,1 0 1 0 0,0-1-1 0 0,-1 1 0 0 0,0 0 1 0 0,1 0-1 0 0,-1-1 1 0 0,0 1-1 0 0,0 0 0 0 0,0-1 1 0 0,0 1-1 0 0,0-1 0 0 0,0 1 1 0 0,0-1-1 0 0,-1 0 1 0 0,1 1-1 0 0,0-1 0 0 0,-1 0 1 0 0,1 0-1 0 0,-4 2 0 0 0,-5 5 41 0 0,-1 2 69 0 0,0-1-1 0 0,-1 0 1 0 0,-1 0-1 0 0,0-2 1 0 0,0 1-1 0 0,0-2 1 0 0,-19 8 0 0 0,-10-1 782 0 0,-52 11 0 0 0,85-22-774 0 0,8-1-104 0 0,-1-1 0 0 0,1 1 1 0 0,-1-1-1 0 0,1 0 0 0 0,0 0 0 0 0,-1 1 0 0 0,1-1 0 0 0,-1 0 1 0 0,1 0-1 0 0,-1-1 0 0 0,1 1 0 0 0,-1 0 0 0 0,1 0 0 0 0,-1-1 0 0 0,1 1 1 0 0,0-1-1 0 0,-1 1 0 0 0,-1-2 0 0 0,0 1-19 0 0,1 0 1 0 0,0 0-1 0 0,0 0 0 0 0,0 0 0 0 0,0 0 0 0 0,0-1 1 0 0,0 1-1 0 0,0-1 0 0 0,0 1 0 0 0,0-1 0 0 0,-2-3 1 0 0,4 5-3 0 0,-1-1 0 0 0,1 1 1 0 0,0-1-1 0 0,0 1 1 0 0,0-1-1 0 0,0 1 0 0 0,-1-1 1 0 0,1 1-1 0 0,0-1 1 0 0,0 1-1 0 0,0-1 0 0 0,0 1 1 0 0,0-1-1 0 0,0 1 1 0 0,1-1-1 0 0,-1 1 0 0 0,0-1 1 0 0,0 1-1 0 0,0-1 1 0 0,0 1-1 0 0,0-1 0 0 0,1 1 1 0 0,-1-1-1 0 0,0 1 1 0 0,0-1-1 0 0,1 1 0 0 0,-1-1 1 0 0,0 1-1 0 0,1-1 1 0 0,2-1-6 0 0,0 0-1 0 0,-1 0 1 0 0,1 1 0 0 0,0-1 0 0 0,0 1 0 0 0,0-1 0 0 0,6-1 0 0 0,-8 3 5 0 0,20-9 1 0 0,4-2 1 0 0,47-13 1 0 0,-60 22-4 0 0,0 0 0 0 0,-1 0 0 0 0,1 1 0 0 0,0 0 0 0 0,0 1 0 0 0,0 1-1 0 0,16 2 1 0 0,-20-2-1 0 0,0 0 0 0 0,0 0-1 0 0,0 1 1 0 0,0 0 0 0 0,-1 1-1 0 0,1-1 1 0 0,0 1 0 0 0,-1 1-1 0 0,0 0 1 0 0,0 0 0 0 0,0 0-1 0 0,0 1 1 0 0,-1 0 0 0 0,0 0-1 0 0,8 8 1 0 0,-11-9 11 0 0,0 0 1 0 0,1 0-1 0 0,-2 1 1 0 0,1-1-1 0 0,0 1 1 0 0,-1-1-1 0 0,0 1 1 0 0,0 0-1 0 0,0 0 1 0 0,1 10-1 0 0,-3-13-2 0 0,1 1 0 0 0,-1-1 0 0 0,-1 0 0 0 0,1 0 0 0 0,0 1 0 0 0,0-1 0 0 0,-1 0 0 0 0,1 1 0 0 0,-1-1 0 0 0,0 0 0 0 0,0 0 0 0 0,0 0 0 0 0,0 0 0 0 0,0 0 0 0 0,0 0 0 0 0,-1 0 0 0 0,1 0 0 0 0,0 0 0 0 0,-1 0 0 0 0,0-1 0 0 0,1 1 0 0 0,-1-1 0 0 0,0 1 0 0 0,0-1 0 0 0,0 1 0 0 0,0-1 0 0 0,0 0 0 0 0,-4 1 0 0 0,-5 3-137 0 0,0-1 0 0 0,-1-1 1 0 0,0 0-1 0 0,0-1 0 0 0,1 0 0 0 0,-1 0 1 0 0,-1-1-1 0 0,1-1 0 0 0,0 0 1 0 0,0-1-1 0 0,0 0 0 0 0,0-1 0 0 0,0 0 1 0 0,1-1-1 0 0,-1-1 0 0 0,1 1 0 0 0,-1-2 1 0 0,1 0-1 0 0,-15-8 0 0 0,18 8-488 0 0,6 5 485 0 0,1-1 1 0 0,-1 1-1 0 0,1-1 0 0 0,0 0 1 0 0,0 1-1 0 0,-1-1 0 0 0,1 0 1 0 0,0 0-1 0 0,0 0 0 0 0,0 0 0 0 0,0 0 1 0 0,0 0-1 0 0,0 0 0 0 0,0 0 1 0 0,0 0-1 0 0,0-1 0 0 0,1 1 1 0 0,-1 0-1 0 0,0-1 0 0 0,1 1 1 0 0,-1 0-1 0 0,1-1 0 0 0,-1 1 1 0 0,1 0-1 0 0,0-1 0 0 0,-1-1 1 0 0,1 1-166 0 0,0 1 0 0 0,0-1 1 0 0,-1 0-1 0 0,1 1 0 0 0,0-1 1 0 0,-1 0-1 0 0,0 1 0 0 0,1-1 1 0 0,-1 1-1 0 0,0-1 0 0 0,0 1 1 0 0,0 0-1 0 0,0-1 0 0 0,0 1 1 0 0,0 0-1 0 0,0-1 0 0 0,0 1 0 0 0,0 0 1 0 0,-3-2-1 0 0,-6-6-1771 0 0,9 8 1772 0 0,1 0-1 0 0,-1 0 1 0 0,1-1-1 0 0,-1 1 1 0 0,0 0-1 0 0,1 0 1 0 0,0 0 0 0 0,-1-1-1 0 0,1 1 1 0 0,0 0-1 0 0,0 0 1 0 0,0-1 0 0 0,0 1-1 0 0,0-2 1 0 0,0 2 172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06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19 1761 0 0,'-32'0'5362'0'0,"64"0"-4801"0"0,-32-6-161 0 0,65 6-80 0 0,1-6-240 0 0,-1-1-640 0 0,27 7-2002 0 0,5 0-879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07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9 2081 0 0,'-5'0'2214'0'0,"-13"-1"1074"0"0,36-5-1400 0 0,-13 5 873 0 0,1 1-2107 0 0,87 3 1212 0 0,-56 1-1318 0 0,98 9 706 0 0,183 11-158 0 0,-233-19-1031 0 0,-77-4-152 0 0,107 2-916 0 0,-99-4-808 0 0,0-1 0 0 0,25-5 0 0 0,-36 4-2551 0 0,-5-2 13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07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1601 0 0,'-33'68'5762'0'0,"33"1"-959"0"0,0-1-1042 0 0,0 9-639 0 0,0 13-561 0 0,0 14-240 0 0,-32 6-800 0 0,32-8-1041 0 0,0-25-480 0 0,0-9-961 0 0,0-14-4081 0 0,32-45-6883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34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2167 16 1841 0 0,'0'-1'148'0'0,"0"1"0"0"0,0 0-1 0 0,0-1 1 0 0,0 1 0 0 0,-1-1 0 0 0,1 1 0 0 0,0 0 0 0 0,0-1 0 0 0,0 1-1 0 0,0 0 1 0 0,-1-1 0 0 0,1 1 0 0 0,0 0 0 0 0,0-1 0 0 0,-1 1 0 0 0,1 0 0 0 0,0 0-1 0 0,-1-1 1 0 0,1 1 0 0 0,0 0 0 0 0,-1 0 0 0 0,1-1 0 0 0,0 1 0 0 0,-1 0-1 0 0,1 0 1 0 0,-1 0 0 0 0,-20-3 213 0 0,17 2 141 0 0,-36-1 752 0 0,0 1-1 0 0,-60 7 1 0 0,-68 17 28 0 0,21 6-311 0 0,73-13 157 0 0,-108 9 1 0 0,167-24-964 0 0,-14 0 155 0 0,-1 1-1 0 0,0 2 0 0 0,0 1 1 0 0,1 1-1 0 0,0 1 1 0 0,-33 14-1 0 0,11-3 848 0 0,28-10-1063 0 0,0 1 1 0 0,-33 17 0 0 0,55-25-130 0 0,0 0 0 0 0,0-1 0 0 0,0 1 0 0 0,-1 0 0 0 0,1 0 1 0 0,0-1-1 0 0,-1 1 0 0 0,1-1 0 0 0,-1 1 0 0 0,1-1 0 0 0,0 0 1 0 0,-1 1-1 0 0,1-1 0 0 0,-1 0 0 0 0,1 0 0 0 0,-1 0 0 0 0,-2 0 1 0 0,-1-1-63 0 0,5 1 76 0 0,-1 0 0 0 0,1 1 0 0 0,0-1 0 0 0,0 0 0 0 0,0 0 0 0 0,0 0 0 0 0,-1 0-1 0 0,1 0 1 0 0,0 0 0 0 0,0 0 0 0 0,0 0 0 0 0,-1 0 0 0 0,1 0 0 0 0,0 0 0 0 0,0-1 0 0 0,0 1 0 0 0,0 0 0 0 0,-1 0 0 0 0,1 0 0 0 0,0 0 0 0 0,0 0-1 0 0,0 0 1 0 0,0 0 0 0 0,-1 0 0 0 0,1 0 0 0 0,0-1 0 0 0,0 1 0 0 0,0 0 0 0 0,0 0 0 0 0,0 0 0 0 0,0 0 0 0 0,-1 0 0 0 0,1-1 0 0 0,0 1-1 0 0,0 0 1 0 0,0 0 0 0 0,0 0 0 0 0,0 0 0 0 0,0-1 0 0 0,0 1 0 0 0,0 0 0 0 0,0 0 0 0 0,0 0 0 0 0,0-1 0 0 0,0 1 0 0 0,0 0 0 0 0,0 0 0 0 0,0 0-1 0 0,0-1 1 0 0,0 1 2 0 0,0 0-1 0 0,0 0 1 0 0,0-1-1 0 0,0 1 0 0 0,0 0 1 0 0,0 0-1 0 0,0-1 1 0 0,0 1-1 0 0,0 0 0 0 0,0 0 1 0 0,0 0-1 0 0,0-1 1 0 0,0 1-1 0 0,0 0 0 0 0,0 0 1 0 0,0 0-1 0 0,-1-1 1 0 0,1 1-1 0 0,0 0 0 0 0,0 0 1 0 0,0 0-1 0 0,0-1 1 0 0,0 1-1 0 0,-1 0 0 0 0,1 0 1 0 0,0 0-1 0 0,0 0 1 0 0,0 0-1 0 0,0 0 1 0 0,-1-1-1 0 0,1 1 0 0 0,0 0 1 0 0,0 0-1 0 0,0 0 1 0 0,-1 0-1 0 0,1 0 0 0 0,0 0 1 0 0,0 0-1 0 0,-1 0 1 0 0,1 0-1 0 0,-27-1 90 0 0,21-6 80 0 0,-16 6-80 0 0,17 1 0 0 0,0 0 14 0 0,-115 15 1466 0 0,55 10-1466 0 0,57-21-160 0 0,5 0 78 0 0,-13 2 106 0 0,1 2 1 0 0,0 0-1 0 0,0 1 0 0 0,1 0 0 0 0,1 1 0 0 0,-19 17 0 0 0,24-18 13 0 0,7-8-100 0 0,0 1-1 0 0,-1 0 1 0 0,1-1-1 0 0,-1 1 0 0 0,0-1 1 0 0,0 0-1 0 0,1 1 1 0 0,-1-1-1 0 0,0 0 0 0 0,0 0 1 0 0,0 0-1 0 0,0 0 0 0 0,0-1 1 0 0,-3 2-1 0 0,-28 17 304 0 0,30-18-312 0 0,2-1-17 0 0,0 0 0 0 0,0 0 0 0 0,0 0 0 0 0,-1 0 0 0 0,1 0 0 0 0,0 0 0 0 0,0 1 0 0 0,0-1 0 0 0,0 0 0 0 0,0 1 0 0 0,0-1 0 0 0,0 1 0 0 0,0-1 0 0 0,0 1 0 0 0,1 0 0 0 0,-1-1 0 0 0,0 1 0 0 0,0 0 0 0 0,0-1 0 0 0,0 1 0 0 0,1 0-1 0 0,-1 0 1 0 0,1 0 0 0 0,-2 1 0 0 0,1-1-7 0 0,0 0 0 0 0,0 0 0 0 0,0-1-1 0 0,0 1 1 0 0,0 0 0 0 0,0-1 0 0 0,0 1-1 0 0,0-1 1 0 0,0 1 0 0 0,0-1-1 0 0,-1 1 1 0 0,1-1 0 0 0,0 0 0 0 0,0 0-1 0 0,0 0 1 0 0,-1 1 0 0 0,1-1 0 0 0,0 0-1 0 0,0-1 1 0 0,-3 1 0 0 0,3 0-4 0 0,-7 1 21 0 0,6-1-1 0 0,0 0 0 0 0,0 0 0 0 0,0 1 0 0 0,1-1 0 0 0,-1 0 0 0 0,0 1 1 0 0,0-1-1 0 0,1 1 0 0 0,-1-1 0 0 0,0 1 0 0 0,0 0 0 0 0,1 0 0 0 0,-1 0 0 0 0,1 0 0 0 0,-3 2 0 0 0,-2-1 200 0 0,-86 10 1000 0 0,79-7-980 0 0,0-1 1 0 0,0 2 0 0 0,-13 7 0 0 0,-2 0 26 0 0,28-12-255 0 0,0-1 0 0 0,-1 0 0 0 0,1 0 0 0 0,0 0 0 0 0,0 0 0 0 0,-1 0 0 0 0,1 0-1 0 0,0 0 1 0 0,0 0 0 0 0,-1 1 0 0 0,1-1 0 0 0,0 0 0 0 0,0 0 0 0 0,-1 0 0 0 0,1 1 0 0 0,0-1 0 0 0,0 0 0 0 0,0 0 0 0 0,0 0-1 0 0,-1 1 1 0 0,1-1 0 0 0,0 0 0 0 0,0 0 0 0 0,0 1 0 0 0,0-1 0 0 0,0 0 0 0 0,0 1 0 0 0,0-1 0 0 0,0 0 0 0 0,-1 0 0 0 0,1 1 0 0 0,0-1-1 0 0,0 1 1 0 0,-5 6 207 0 0,-16-2 107 0 0,-12 4 1080 0 0,33-9-1390 0 0,0 0-1 0 0,-1 0 1 0 0,1 0-1 0 0,0 0 0 0 0,0 0 1 0 0,-1 0-1 0 0,1 0 1 0 0,0 0-1 0 0,0 0 1 0 0,0 0-1 0 0,-1 0 0 0 0,1 1 1 0 0,0-1-1 0 0,0 0 1 0 0,0 0-1 0 0,0 0 1 0 0,-1 0-1 0 0,1 0 0 0 0,0 1 1 0 0,0-1-1 0 0,0 0 1 0 0,0 0-1 0 0,0 0 1 0 0,-1 0-1 0 0,1 1 0 0 0,0-1 1 0 0,0 0-1 0 0,0 0 1 0 0,0 0-1 0 0,0 1 1 0 0,0-1-1 0 0,0 0 0 0 0,0 0 1 0 0,0 1-1 0 0,0-1 1 0 0,0 0-1 0 0,0 0 0 0 0,0 1 1 0 0,0-1 1 0 0,0 0-1 0 0,0 1 1 0 0,0-1 0 0 0,0 0 0 0 0,0 0-1 0 0,0 1 1 0 0,0-1 0 0 0,0 0 0 0 0,0 1 0 0 0,-1-1-1 0 0,1 0 1 0 0,0 0 0 0 0,0 1 0 0 0,0-1-1 0 0,0 0 1 0 0,0 0 0 0 0,-1 1 0 0 0,1-1-1 0 0,0 0 1 0 0,0 0 0 0 0,0 0 0 0 0,-1 1 0 0 0,1-1-1 0 0,0 0 1 0 0,0 0 0 0 0,0 0 0 0 0,-1 0-1 0 0,1 1 1 0 0,0-1 0 0 0,-1 0 0 0 0,1 0-1 0 0,0 0 1 0 0,-1 0 0 0 0,-1 0 12 0 0,1 1 0 0 0,-1 0 0 0 0,0-1 0 0 0,1 1 0 0 0,-1 0 0 0 0,1-1 0 0 0,-1 1 0 0 0,1 0 0 0 0,-1 0 0 0 0,1 0 0 0 0,-1 1 0 0 0,-1 1 0 0 0,2 0 11 0 0,0 0 0 0 0,0 0 1 0 0,0 0-1 0 0,0 1 0 0 0,1-1 0 0 0,0 0 0 0 0,0 0 0 0 0,-1 0 0 0 0,2 5 0 0 0,-1-6-27 0 0,0-1 0 0 0,-1 1-1 0 0,1-1 1 0 0,0 1-1 0 0,-1 0 1 0 0,1-1 0 0 0,-1 1-1 0 0,1-1 1 0 0,-1 1 0 0 0,0-1-1 0 0,0 1 1 0 0,0-1-1 0 0,0 0 1 0 0,0 1 0 0 0,0-1-1 0 0,0 0 1 0 0,0 0-1 0 0,0 1 1 0 0,-3 0 0 0 0,-6 9 20 0 0,-1 14 13 0 0,1-12 14 0 0,8-11-41 0 0,0 0-1 0 0,1 0 1 0 0,-1 0-1 0 0,1 0 1 0 0,0 0-1 0 0,-1 0 1 0 0,1 1-1 0 0,0-1 1 0 0,0 0 0 0 0,0 1-1 0 0,1-1 1 0 0,-1 0-1 0 0,1 1 1 0 0,-1-1-1 0 0,1 1 1 0 0,0 4-1 0 0,0-4-16 0 0,0-1 1 0 0,-1 1-1 0 0,1-1 0 0 0,0 1 0 0 0,-1-1 0 0 0,0 1 0 0 0,1-1 1 0 0,-1 0-1 0 0,0 1 0 0 0,0-1 0 0 0,0 0 0 0 0,-1 1 0 0 0,1-1 1 0 0,-1 0-1 0 0,1 0 0 0 0,-1 0 0 0 0,1 0 0 0 0,-3 1 0 0 0,-4 6-29 0 0,8-9 32 0 0,0 0 1 0 0,-1 0 0 0 0,1 1-1 0 0,0-1 1 0 0,0 0 0 0 0,-1 1-1 0 0,1-1 1 0 0,0 1 0 0 0,0-1 0 0 0,0 0-1 0 0,-1 1 1 0 0,1-1 0 0 0,0 1-1 0 0,0-1 1 0 0,0 0 0 0 0,0 1-1 0 0,0-1 1 0 0,0 1 0 0 0,0-1 0 0 0,0 1-1 0 0,0-1 1 0 0,0 1 0 0 0,0-1-1 0 0,0 0 1 0 0,0 1 0 0 0,0-1 0 0 0,0 1-1 0 0,1-1 1 0 0,-1 0 0 0 0,0 1-1 0 0,0-1 1 0 0,0 1 0 0 0,1-1-1 0 0,-1 0 1 0 0,0 1 0 0 0,0-1 0 0 0,1 0-1 0 0,0 1 1 0 0,15 7 43 0 0,-11-6-21 0 0,-4-1-19 0 0,0 1 0 0 0,0-1 0 0 0,-1 0 0 0 0,1 1 0 0 0,-1-1 0 0 0,1 1 1 0 0,-1-1-1 0 0,1 1 0 0 0,-1-1 0 0 0,0 1 0 0 0,0 0 0 0 0,0-1 0 0 0,0 1 0 0 0,0-1 0 0 0,0 1 0 0 0,0-1 0 0 0,0 1 1 0 0,-1 2-1 0 0,0-2 0 0 0,1-1 1 0 0,-1 1 0 0 0,1-1 0 0 0,0 1 0 0 0,0-1 0 0 0,0 1-1 0 0,0-1 1 0 0,0 1 0 0 0,0-1 0 0 0,0 1 0 0 0,0-1 0 0 0,0 0-1 0 0,1 1 1 0 0,-1-1 0 0 0,1 1 0 0 0,-1-1 0 0 0,1 0-1 0 0,0 1 1 0 0,-1-1 0 0 0,1 0 0 0 0,0 1 0 0 0,1 0 0 0 0,22 11 89 0 0,45 15 0 0 0,-55-21-55 0 0,0 0-1 0 0,0 1 1 0 0,-1 0-1 0 0,0 1 1 0 0,0 0-1 0 0,16 17 1 0 0,-9-9-21 0 0,-14-12-16 0 0,2 2 8 0 0,1 0 0 0 0,0 0 0 0 0,0-1 0 0 0,0 0-1 0 0,1 0 1 0 0,-1-1 0 0 0,2-1 0 0 0,13 5 0 0 0,85 17-32 0 0,151 17 0 0 0,-157-29 28 0 0,-45-6 109 0 0,20 5 79 0 0,-67-11-172 0 0,0 0-1 0 0,0-1 0 0 0,21 1 1 0 0,-21-2-5 0 0,0 0 0 0 0,0 1 1 0 0,22 4-1 0 0,-18-1-15 0 0,1-1 0 0 0,0-1 0 0 0,23 0 0 0 0,11 0-58 0 0,128-2 43 0 0,-171 0 19 0 0,0-1 1 0 0,0 0-1 0 0,-1-1 0 0 0,13-3 0 0 0,11-4 36 0 0,-2 3-32 0 0,-11 4 37 0 0,0-1 1 0 0,0-1-1 0 0,0-1 0 0 0,-1-1 1 0 0,0 0-1 0 0,20-11 1 0 0,-16 12 9 0 0,6-3-33 0 0,-25 8-20 0 0,0 0 1 0 0,0-1-1 0 0,-1 1 0 0 0,1 0 0 0 0,0-1 0 0 0,-1 1 0 0 0,1-1 0 0 0,0 1 0 0 0,-1-1 0 0 0,1 1 0 0 0,0-1 0 0 0,-1 0 1 0 0,1 1-1 0 0,-1-1 0 0 0,1 0 0 0 0,-1 0 0 0 0,0 1 0 0 0,1-1 0 0 0,-1 0 0 0 0,0 0 0 0 0,1 1 0 0 0,-1-1 0 0 0,0 0 0 0 0,0 0 1 0 0,0-1-1 0 0,1 0 1 0 0,-1 0 0 0 0,0 0 0 0 0,1 0 1 0 0,-1 0-1 0 0,1-1 0 0 0,-1 1 0 0 0,1 0 1 0 0,0 1-1 0 0,0-1 0 0 0,0 0 1 0 0,0 0-1 0 0,0 0 0 0 0,0 1 0 0 0,1-1 1 0 0,-1 0-1 0 0,1 1 0 0 0,-1-1 0 0 0,3-1 1 0 0,9-11 7 0 0,-1-4-8 0 0,-1 0 0 0 0,-1-1 0 0 0,-1-1 0 0 0,0 1 0 0 0,-2-1 0 0 0,7-24 0 0 0,22-56 5 0 0,-30 88-9 0 0,0 1 1 0 0,1-1-1 0 0,0 1 1 0 0,0 0-1 0 0,1 1 1 0 0,12-12-1 0 0,5-1-16 0 0,-18 18 3 0 0,0-1 0 0 0,0 0 0 0 0,0-1 0 0 0,-1 1 0 0 0,0-1 0 0 0,-1 0 0 0 0,0-1 0 0 0,7-11 0 0 0,20-49 39 0 0,-30 65-15 0 0,-1 1-1 0 0,0 0 1 0 0,-1-1-1 0 0,1 1 1 0 0,0-1-1 0 0,-1 1 1 0 0,1 0-1 0 0,-1-1 1 0 0,0 0-1 0 0,0 1 1 0 0,0-1-1 0 0,0-2 1 0 0,-1 3-22 0 0,1 0 1 0 0,0-1-1 0 0,0 1 1 0 0,0 0-1 0 0,0 0 1 0 0,1 0-1 0 0,-1 0 1 0 0,0 0-1 0 0,1 0 1 0 0,0 0-1 0 0,-1 0 1 0 0,2-3-1 0 0,8-8-11 0 0,-8 11 21 0 0,0 0 1 0 0,-1 0 0 0 0,1 0 0 0 0,-1 0 0 0 0,1 0-1 0 0,-1 0 1 0 0,0 0 0 0 0,0-1 0 0 0,0 1-1 0 0,0 0 1 0 0,-1-1 0 0 0,1 1 0 0 0,0-1-1 0 0,-1 1 1 0 0,0-1 0 0 0,1-2 0 0 0,-1 1-2 0 0,0 0 0 0 0,1 0 1 0 0,0 1-1 0 0,0-1 0 0 0,0 1 0 0 0,0-1 1 0 0,1 1-1 0 0,0-1 0 0 0,-1 1 1 0 0,1 0-1 0 0,0 0 0 0 0,0 0 1 0 0,1 0-1 0 0,-1 0 0 0 0,5-4 1 0 0,-4 4-14 0 0,1-1 0 0 0,-1 0 0 0 0,0 0 0 0 0,0 0 0 0 0,-1-1 0 0 0,1 1 0 0 0,2-8 0 0 0,5-27-79 0 0,12 3 28 0 0,-12 3 39 0 0,-1 24 0 0 0,-8 9 19 0 0,0 0 1 0 0,0-1-1 0 0,0 0 0 0 0,0 1 0 0 0,0-1 0 0 0,0 0 1 0 0,0 1-1 0 0,0-1 0 0 0,-1 0 0 0 0,1 0 1 0 0,0 0-1 0 0,-1 1 0 0 0,1-1 0 0 0,0 0 1 0 0,-1 0-1 0 0,1 0 0 0 0,-1 0 0 0 0,0 0 0 0 0,1 0 1 0 0,-1 0-1 0 0,0-1 0 0 0,1 1 0 0 0,-1 0 1 0 0,0 0-1 0 0,0 0 0 0 0,0 0 0 0 0,0 0 0 0 0,0 0 1 0 0,0 0-1 0 0,-1 0 0 0 0,1-1 0 0 0,0 1 1 0 0,0 0-1 0 0,-1 0 0 0 0,0-1 0 0 0,-21-24-512 0 0,21 23 472 0 0,-1 0 0 0 0,0 0 0 0 0,0 0 0 0 0,-1 0 0 0 0,1 1 0 0 0,-1-1 0 0 0,1 1 0 0 0,-1 0 0 0 0,0 0 0 0 0,0 0 0 0 0,0 0 0 0 0,0 0 0 0 0,-4-1 0 0 0,-6-1 14 0 0,-1 0 1 0 0,0 2-1 0 0,-15-2 1 0 0,19 2 12 0 0,-110-10 8 0 0,-233 5-1 0 0,263 10-41 0 0,-357 22-810 0 0,283 1-2723 0 0,138-18-397 0 0,44-2-2973 0 0,-15-5 6322 0 0,30 7-9675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41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33 269 720 0 0,'21'0'2628'0'0,"-9"-1"10044"0"0,-17-3-10924 0 0,-23 3 4682 0 0,28-15-3749 0 0,0 15-2654 0 0,1-1-1 0 0,-1 1 1 0 0,0-1 0 0 0,0 1 0 0 0,1 0-1 0 0,-1 0 1 0 0,1-1 0 0 0,-1 1-1 0 0,1 0 1 0 0,-1 0 0 0 0,1-1 0 0 0,0 1-1 0 0,-1 0 1 0 0,1 0 0 0 0,0 0-1 0 0,0 0 1 0 0,0 0 0 0 0,0 0 0 0 0,0 0-1 0 0,0 0 1 0 0,0 1 0 0 0,0-1 0 0 0,0 0-1 0 0,3 0 1 0 0,4-5 25 0 0,-8 6-44 0 0,1-1 0 0 0,-1 1 0 0 0,1-1-1 0 0,-1 1 1 0 0,1-1 0 0 0,-1 1 0 0 0,0-1-1 0 0,1 1 1 0 0,-1-1 0 0 0,0 1 0 0 0,1-1-1 0 0,-1 0 1 0 0,0 1 0 0 0,0-1 0 0 0,0 0-1 0 0,0 1 1 0 0,1-1 0 0 0,-1 0 0 0 0,0 1-1 0 0,0-1 1 0 0,0-1 0 0 0,0 1-4 0 0,-1 1 0 0 0,2-1 0 0 0,-1 0-1 0 0,0 0 1 0 0,0 0 0 0 0,0 1 0 0 0,0-1 0 0 0,0 0 0 0 0,1 0 0 0 0,-1 1-1 0 0,0-1 1 0 0,1 0 0 0 0,-1 0 0 0 0,0 1 0 0 0,1-1 0 0 0,-1 0 0 0 0,2 0-1 0 0,6-6 8 0 0,-7 6-7 0 0,1 0 0 0 0,-1 0-1 0 0,0 0 1 0 0,1-1-1 0 0,-1 1 1 0 0,0 0-1 0 0,0 0 1 0 0,0-1 0 0 0,0 1-1 0 0,0 0 1 0 0,0-1-1 0 0,0 1 1 0 0,-1-1 0 0 0,1 0-1 0 0,0 1 1 0 0,-1-1-1 0 0,1 1 1 0 0,-1-1-1 0 0,0 0 1 0 0,1 0 0 0 0,-1 1-1 0 0,0-3 1 0 0,0 2 1 0 0,0 1 1 0 0,0-1-1 0 0,0 0 1 0 0,1 0-1 0 0,-1 1 1 0 0,0-1-1 0 0,1 0 1 0 0,0 1-1 0 0,-1-1 1 0 0,1 0-1 0 0,0 1 1 0 0,0-1-1 0 0,0 1 1 0 0,0-1-1 0 0,0 1 1 0 0,0-1-1 0 0,0 1 1 0 0,0 0-1 0 0,3-2 1 0 0,-3 2 0 0 0,1 0 1 0 0,-1-1-1 0 0,0 1 1 0 0,0-1-1 0 0,1 1 1 0 0,-1-1-1 0 0,0 1 1 0 0,0-1-1 0 0,0 1 1 0 0,-1-1-1 0 0,1 0 1 0 0,0 1-1 0 0,-1-1 1 0 0,1 0-1 0 0,-1 0 1 0 0,1 0-1 0 0,-1 0 1 0 0,0 1-1 0 0,0-4 1 0 0,0 3-2 0 0,0 0 0 0 0,0 1 0 0 0,1-1 1 0 0,-1 1-1 0 0,0-1 0 0 0,1 1 0 0 0,-1-1 0 0 0,0 0 1 0 0,1 1-1 0 0,0-1 0 0 0,-1 1 0 0 0,1 0 0 0 0,0-1 1 0 0,0 1-1 0 0,0 0 0 0 0,0-1 0 0 0,0 1 0 0 0,0 0 1 0 0,0 0-1 0 0,0 0 0 0 0,1 0 0 0 0,-1 0 0 0 0,0 0 0 0 0,2-1 1 0 0,5-4 11 0 0,-7 5-12 0 0,0-1 1 0 0,-1 0-1 0 0,1 0 1 0 0,0 1-1 0 0,-1-1 1 0 0,1 0-1 0 0,-1 0 1 0 0,1 0-1 0 0,-1 0 1 0 0,0 0-1 0 0,0 0 1 0 0,0 0-1 0 0,0 0 1 0 0,0 0-1 0 0,0 0 1 0 0,-1-1-1 0 0,0 4-8 0 0,1 0 1 0 0,-1 0-1 0 0,0 1 1 0 0,0-1-1 0 0,0 0 1 0 0,0 0-1 0 0,0 0 1 0 0,0 0-1 0 0,0 0 1 0 0,0 0-1 0 0,0 0 1 0 0,0 0-1 0 0,-1 0 1 0 0,1-1-1 0 0,0 1 1 0 0,-1 0-1 0 0,1-1 0 0 0,-3 1 1 0 0,0 1-17 0 0,3-1 20 0 0,1 0 0 0 0,-1-1-1 0 0,0 1 1 0 0,1 0-1 0 0,-1-1 1 0 0,1 1 0 0 0,-1 0-1 0 0,1 0 1 0 0,0 0-1 0 0,-1-1 1 0 0,1 1 0 0 0,0 0-1 0 0,-1 0 1 0 0,1 0-1 0 0,0 0 1 0 0,0 0 0 0 0,0 0-1 0 0,0-1 1 0 0,0 1-1 0 0,0 1 1 0 0,-4 14 53 0 0,-21 8 24 0 0,-4 6 4 0 0,27-27-64 0 0,0 0 0 0 0,1-1 1 0 0,-1 1-1 0 0,0 0 0 0 0,0 0 0 0 0,0-1 0 0 0,-1 0 0 0 0,1 1 1 0 0,-5 3-1 0 0,-1 0 27 0 0,4 3 19 0 0,4-8-60 0 0,0-1-1 0 0,0 1 1 0 0,0-1-1 0 0,0 1 1 0 0,0-1 0 0 0,0 1-1 0 0,0-1 1 0 0,-1 1-1 0 0,1-1 1 0 0,0 1-1 0 0,0-1 1 0 0,0 1-1 0 0,0-1 1 0 0,-1 1-1 0 0,1-1 1 0 0,0 1-1 0 0,-1-1 1 0 0,1 0 0 0 0,0 1-1 0 0,-1-1 1 0 0,1 1-1 0 0,0-1 1 0 0,-1 0-1 0 0,1 1 1 0 0,-1-1-1 0 0,0 0 1 0 0,-5 4 21 0 0,5-4-29 0 0,-1 1 0 0 0,1 0 0 0 0,0-1-1 0 0,0 1 1 0 0,-1 0 0 0 0,1-1 0 0 0,0 1-1 0 0,0 0 1 0 0,0 0 0 0 0,0 0 0 0 0,0 0-1 0 0,1 0 1 0 0,-1 0 0 0 0,0 0 0 0 0,0 0-1 0 0,1 1 1 0 0,-1-1 0 0 0,0 0 0 0 0,1 0-1 0 0,-1 1 1 0 0,1-1 0 0 0,0 0 0 0 0,-1 1 0 0 0,1-1-1 0 0,0 0 1 0 0,0 1 0 0 0,0 1 0 0 0,0 38 1151 0 0,0-41-1144 0 0,0 1 1 0 0,0 0 0 0 0,0-1-1 0 0,1 1 1 0 0,-1 0 0 0 0,0-1-1 0 0,0 1 1 0 0,1-1 0 0 0,-1 1-1 0 0,0 0 1 0 0,1-1 0 0 0,-1 1-1 0 0,1-1 1 0 0,-1 1 0 0 0,1-1-1 0 0,-1 1 1 0 0,1-1 0 0 0,-1 0-1 0 0,1 1 1 0 0,-1-1 0 0 0,1 1-1 0 0,-1-1 1 0 0,1 0 0 0 0,0 0-1 0 0,-1 1 1 0 0,1-1 0 0 0,0 0-1 0 0,-1 0 1 0 0,1 0 0 0 0,0 0-1 0 0,-1 0 1 0 0,2 0 0 0 0,-2 0-1 0 0,1 0 0 0 0,0 0 0 0 0,0 1 0 0 0,-1-1 1 0 0,1 0-1 0 0,0 0 0 0 0,-1 0 0 0 0,1 0 0 0 0,0 1 1 0 0,-1-1-1 0 0,1 0 0 0 0,0 1 0 0 0,-1-1 0 0 0,1 0 1 0 0,-1 1-1 0 0,1-1 0 0 0,-1 1 0 0 0,1-1 1 0 0,-1 1-1 0 0,1-1 0 0 0,-1 1 0 0 0,1-1 0 0 0,-1 1 1 0 0,0 0-1 0 0,1-1 0 0 0,-1 1 0 0 0,0 0 0 0 0,1-1 1 0 0,-1 1-1 0 0,0 0 0 0 0,0-1 0 0 0,0 2 1 0 0,0 4-17 0 0,0-6 2 0 0,0 1 1 0 0,-1 0-1 0 0,1 0 1 0 0,0 0 0 0 0,0-1-1 0 0,0 1 1 0 0,0 0-1 0 0,0 0 1 0 0,0 0 0 0 0,0 0-1 0 0,0-1 1 0 0,0 1 0 0 0,0 0-1 0 0,1 0 1 0 0,-1 0-1 0 0,0-1 1 0 0,1 1 0 0 0,-1 0-1 0 0,0 0 1 0 0,1-1-1 0 0,-1 1 1 0 0,1 0 0 0 0,-1-1-1 0 0,1 1 1 0 0,-1 0-1 0 0,2 0 1 0 0,58 12 143 0 0,4 5-45 0 0,-60-17-95 0 0,-1 0 1 0 0,1-1-1 0 0,0 1 0 0 0,0 0 0 0 0,-1-1 0 0 0,1 0 1 0 0,0 0-1 0 0,5-1 0 0 0,46-8 60 0 0,-55 9-52 0 0,0 0-1 0 0,0 0 1 0 0,0 0-1 0 0,1 0 1 0 0,-1 0-1 0 0,0 0 0 0 0,0 0 1 0 0,0 0-1 0 0,1 0 1 0 0,-1 0-1 0 0,0 0 0 0 0,0 0 1 0 0,0 0-1 0 0,1 0 1 0 0,-1-1-1 0 0,0 1 1 0 0,0 0-1 0 0,0 0 0 0 0,0 0 1 0 0,1 0-1 0 0,-1 0 1 0 0,0 0-1 0 0,0-1 1 0 0,0 1-1 0 0,0 0 0 0 0,0 0 1 0 0,0 0-1 0 0,1 0 1 0 0,-1-1-1 0 0,0 1 0 0 0,0 0 1 0 0,0 0-1 0 0,0 0 1 0 0,0-1-1 0 0,0 1 1 0 0,0 0-1 0 0,0 0 0 0 0,0 0 1 0 0,0-1-1 0 0,5-6-3 0 0,8 1 3 0 0,-2-1 0 0 0,20-14 0 0 0,-30 20 2 0 0,-1 0-1 0 0,1 1 1 0 0,-1-1 0 0 0,1 0-1 0 0,-1 0 1 0 0,1 1 0 0 0,-1-1-1 0 0,1 0 1 0 0,-1 0 0 0 0,1 0-1 0 0,-1 0 1 0 0,0 0 0 0 0,0 1 0 0 0,1-1-1 0 0,-1 0 1 0 0,0 0 0 0 0,0 0-1 0 0,0 0 1 0 0,0-2 0 0 0,4-13 4 0 0,50-59-540 0 0,-53 74 519 0 0,0-1 0 0 0,-1 1 0 0 0,1 0 1 0 0,0-1-1 0 0,-1 1 0 0 0,0-1 0 0 0,1 1 0 0 0,-1-1 0 0 0,0 1 0 0 0,0-1 0 0 0,0 1 0 0 0,0-4 0 0 0,0 4 8 0 0,0 0 0 0 0,0 0 0 0 0,0 0 0 0 0,0 0 0 0 0,0 0 0 0 0,1 0 0 0 0,-1 0 0 0 0,0 0 0 0 0,0 0 0 0 0,1 0 0 0 0,-1 0 0 0 0,0 0 0 0 0,1 0 0 0 0,-1 0 0 0 0,1 0 0 0 0,0 0 0 0 0,0-1 0 0 0,3 0-26 0 0,13-10-40 0 0,-17 12 72 0 0,0 0 0 0 0,1 0 0 0 0,-1 0 0 0 0,0-1 0 0 0,0 1-1 0 0,1 0 1 0 0,-1 0 0 0 0,0 0 0 0 0,0-1 0 0 0,1 1 0 0 0,-1 0 0 0 0,0 0 0 0 0,0-1 0 0 0,0 1 0 0 0,1 0-1 0 0,-1-1 1 0 0,0 1 0 0 0,0 0 0 0 0,0 0 0 0 0,0-1 0 0 0,0 1 0 0 0,0 0 0 0 0,0-1 0 0 0,0 1-1 0 0,0 0 1 0 0,0-1 0 0 0,0 1 0 0 0,0 0 0 0 0,0-1 0 0 0,0 1 0 0 0,0 0 0 0 0,0-1 0 0 0,0 1 0 0 0,0 0-1 0 0,0-1 1 0 0,0 1 0 0 0,-1 0 0 0 0,1-1 0 0 0,0 1 0 0 0,0 0 0 0 0,0 0 0 0 0,0-1 0 0 0,-1 1 0 0 0,1 0-1 0 0,0 0 1 0 0,0-1 0 0 0,-1 1 0 0 0,1 0 0 0 0,-22-7-66 0 0,22 8 63 0 0,-1-1-1 0 0,1 0 0 0 0,-1 0 0 0 0,1 1 0 0 0,-1-1 0 0 0,1 0 0 0 0,-1 1 1 0 0,1-1-1 0 0,0 1 0 0 0,-1-1 0 0 0,1 1 0 0 0,0-1 0 0 0,0 0 1 0 0,-1 1-1 0 0,1-1 0 0 0,0 1 0 0 0,0-1 0 0 0,-1 1 0 0 0,1-1 1 0 0,0 1-1 0 0,0 0 0 0 0,0-1 0 0 0,0 1 0 0 0,0 0 0 0 0,-4 9-34 0 0,-4 0 50 0 0,-4 5 127 0 0,0-1-1 0 0,1 2 1 0 0,1-1-1 0 0,1 2 1 0 0,0-1-1 0 0,-7 19 1 0 0,5 10 276 0 0,-11-2-268 0 0,12 2-12 0 0,-1-20-78 0 0,8-20-39 0 0,1 0 0 0 0,0 0 0 0 0,0 0 0 0 0,0 0 0 0 0,0 0 0 0 0,1 0 0 0 0,0 1 0 0 0,0-1 0 0 0,0 9 0 0 0,1-10-12 0 0,0 1 0 0 0,-1 0 0 0 0,0 0 0 0 0,0-1 0 0 0,0 1 0 0 0,0-1 0 0 0,-1 1 0 0 0,0-1 0 0 0,0 1 0 0 0,-3 5 0 0 0,2-7 20 0 0,1 1 1 0 0,0 1-1 0 0,0-1 0 0 0,1 0 1 0 0,-1 0-1 0 0,1 1 1 0 0,0-1-1 0 0,0 1 0 0 0,0-1 1 0 0,1 7-1 0 0,0-8-107 0 0,0-2 21 0 0,0 0 0 0 0,1-1 0 0 0,-1 1-1 0 0,0 0 1 0 0,0 0 0 0 0,0 0 0 0 0,0 0 0 0 0,0 0-1 0 0,0 0 1 0 0,0-1 0 0 0,0 1 0 0 0,0 0 0 0 0,0 0-1 0 0,0 0 1 0 0,-1 0 0 0 0,1 0 0 0 0,0-1 0 0 0,-1 1-1 0 0,1 0 1 0 0,-1 0 0 0 0,1 0 0 0 0,-1-1 0 0 0,1 1-1 0 0,-1 0 1 0 0,1-1 0 0 0,-2 2 0 0 0,-12-4-2007 0 0,15-2-1306 0 0,26-10-5688 0 0,-3 3 2449 0 0,9-4-777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42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17 1281 0 0,'0'0'141'0'0,"0"1"1"0"0,0 0 0 0 0,0 0-1 0 0,-1 0 1 0 0,1 0 0 0 0,0 0-1 0 0,0-1 1 0 0,-1 1 0 0 0,1 0-1 0 0,-1 0 1 0 0,1 0 0 0 0,-1-1-1 0 0,1 1 1 0 0,-1 0 0 0 0,1-1-1 0 0,-1 1 1 0 0,0 0-1 0 0,1-1 1 0 0,-1 1 0 0 0,0-1-1 0 0,0 1 1 0 0,1-1 0 0 0,-1 1-1 0 0,0-1 1 0 0,0 0 0 0 0,0 1-1 0 0,0-1 1 0 0,1 0 0 0 0,-1 0-1 0 0,0 1 1 0 0,0-1 0 0 0,0 0-1 0 0,-1 0 1 0 0,-4 1 644 0 0,6-1-713 0 0,-1 0 1 0 0,1 0-1 0 0,0 1 0 0 0,0-1 1 0 0,-1 0-1 0 0,1 0 0 0 0,0 0 1 0 0,0 0-1 0 0,-1 0 0 0 0,1 0 1 0 0,0 1-1 0 0,0-1 0 0 0,-1 0 1 0 0,1 0-1 0 0,0 0 0 0 0,0 1 1 0 0,0-1-1 0 0,-1 0 0 0 0,1 0 1 0 0,0 1-1 0 0,0-1 0 0 0,0 0 1 0 0,0 0-1 0 0,0 1 0 0 0,0-1 1 0 0,-1 0-1 0 0,1 0 0 0 0,0 1 1 0 0,0-1-1 0 0,0 0 0 0 0,0 1 1 0 0,0-1-1 0 0,0 1 0 0 0,0-1-32 0 0,0 0-1 0 0,0 0 0 0 0,0 0 0 0 0,0 1 0 0 0,0-1 0 0 0,0 0 0 0 0,0 0 0 0 0,0 1 0 0 0,0-1 0 0 0,0 0 0 0 0,0 0 0 0 0,0 0 0 0 0,0 1 0 0 0,0-1 0 0 0,0 0 0 0 0,0 0 0 0 0,-1 0 0 0 0,1 1 0 0 0,0-1 0 0 0,0 0 0 0 0,0 0 1 0 0,0 0-1 0 0,-1 0 0 0 0,1 0 0 0 0,0 1 0 0 0,0-1 0 0 0,0 0 0 0 0,0 0 0 0 0,-1 0 0 0 0,1 0 0 0 0,0 0 0 0 0,0 0 0 0 0,0 0 0 0 0,-1 0 0 0 0,1 0 0 0 0,0 0 0 0 0,0 0 0 0 0,-1 0 0 0 0,-48 4 2808 0 0,40-5-2415 0 0,0 1-1 0 0,0 1 1 0 0,0 0 0 0 0,0 0 0 0 0,0 0-1 0 0,1 1 1 0 0,-12 4 0 0 0,19-6-351 0 0,-1 0-60 0 0,1 0 1 0 0,0 0 0 0 0,0 0 0 0 0,-1 1-1 0 0,1-1 1 0 0,0 0 0 0 0,0 1-1 0 0,0-1 1 0 0,0 1 0 0 0,0-1 0 0 0,-1 1-1 0 0,1-1 1 0 0,0 1 0 0 0,0 0-1 0 0,0 0 1 0 0,0-1 0 0 0,1 1 0 0 0,-1 0-1 0 0,0 0 1 0 0,0 0 0 0 0,0 0-1 0 0,1 0 1 0 0,-2 1 0 0 0,2-1 0 0 0,0 0 0 0 0,0 0 1 0 0,0 0-1 0 0,0 0 0 0 0,0-1 1 0 0,0 1-1 0 0,-1 0 0 0 0,1 0 1 0 0,0 0-1 0 0,-1 0 0 0 0,1-1 1 0 0,-1 1-1 0 0,1 0 0 0 0,-1 0 0 0 0,1-1 1 0 0,-1 1-1 0 0,1 0 0 0 0,-1-1 1 0 0,1 1-1 0 0,-1-1 0 0 0,0 1 1 0 0,0 0-1 0 0,1-1 0 0 0,-1 0 1 0 0,0 1-1 0 0,0-1 0 0 0,1 1 0 0 0,-2-1 1 0 0,1 1-7 0 0,0-1 0 0 0,-1 1 0 0 0,1-1 0 0 0,0 1 1 0 0,0-1-1 0 0,0 1 0 0 0,0 0 0 0 0,1 0 0 0 0,-1-1 0 0 0,0 1 1 0 0,0 0-1 0 0,0 0 0 0 0,1 0 0 0 0,-1 0 0 0 0,0 0 0 0 0,1 0 1 0 0,-1 0-1 0 0,1 0 0 0 0,-1 0 0 0 0,1 1 0 0 0,-1-1 1 0 0,1 0-1 0 0,0 0 0 0 0,0 0 0 0 0,0 0 0 0 0,0 1 0 0 0,-1-1 1 0 0,2 2-1 0 0,-1 91 983 0 0,0-93-992 0 0,0 0 0 0 0,0 1 1 0 0,0-1-1 0 0,0 1 0 0 0,1-1 0 0 0,-1 0 0 0 0,0 1 0 0 0,1-1 1 0 0,-1 0-1 0 0,1 0 0 0 0,0 1 0 0 0,-1-1 0 0 0,1 0 0 0 0,0 0 0 0 0,0 0 1 0 0,0 0-1 0 0,0 0 0 0 0,-1 0 0 0 0,2 0 0 0 0,-1 0 0 0 0,0 0 1 0 0,0 0-1 0 0,0 0 0 0 0,0-1 0 0 0,0 1 0 0 0,1 0 0 0 0,-1-1 0 0 0,0 1 1 0 0,1-1-1 0 0,-1 0 0 0 0,0 1 0 0 0,1-1 0 0 0,-1 0 0 0 0,0 0 1 0 0,2 0-1 0 0,30 2 165 0 0,-22-3-211 0 0,0 0 0 0 0,-1-1 0 0 0,1 0 0 0 0,0-1-1 0 0,-1 0 1 0 0,18-8 0 0 0,-17-7-122 0 0,26-14-118 0 0,-31 29 229 0 0,-1-1 0 0 0,1 0 0 0 0,-1-1 0 0 0,0 1-1 0 0,-1-1 1 0 0,1 0 0 0 0,-1 0 0 0 0,6-9 0 0 0,1-21-165 0 0,-4 24 163 0 0,12-20 34 0 0,-18 30 22 0 0,-1 0 0 0 0,1-1 0 0 0,-1 1 0 0 0,0 0 1 0 0,1 0-1 0 0,-1 0 0 0 0,0-1 0 0 0,0 1 1 0 0,0 0-1 0 0,0 0 0 0 0,0-1 0 0 0,0 1 0 0 0,0 0 1 0 0,0 0-1 0 0,0-1 0 0 0,-1 1 0 0 0,1 0 0 0 0,0 0 1 0 0,-1 0-1 0 0,1 0 0 0 0,-1-1 0 0 0,1 1 1 0 0,-1 0-1 0 0,0 0 0 0 0,-1-1 0 0 0,-1-1 33 0 0,-1 0 1 0 0,1 1-1 0 0,-1-1 0 0 0,1 1 0 0 0,-1 0 0 0 0,0 0 1 0 0,0 0-1 0 0,0 1 0 0 0,0-1 0 0 0,0 1 0 0 0,0 0 1 0 0,0 0-1 0 0,-1 1 0 0 0,1-1 0 0 0,0 1 0 0 0,0 0 1 0 0,-1 0-1 0 0,1 0 0 0 0,0 1 0 0 0,0 0 0 0 0,-5 1 1 0 0,-84 11-160 0 0,90-13 106 0 0,0 0-1 0 0,0 1 1 0 0,0-1 0 0 0,0 1-1 0 0,1 0 1 0 0,-1 0-1 0 0,0 0 1 0 0,-5 3-1 0 0,2 5-2072 0 0,5 6-5636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42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0 1201 0 0,'0'0'5549'0'0,"-6"0"-3228"0"0,-43 0 4122 0 0,45 0-5256 0 0,8 1-120 0 0,-3-1-993 0 0,0 0-1 0 0,0 1 1 0 0,1-1 0 0 0,-1 0-1 0 0,0 1 1 0 0,0-1-1 0 0,-1 1 1 0 0,1-1 0 0 0,0 1-1 0 0,0-1 1 0 0,0 1-1 0 0,0 0 1 0 0,0-1-1 0 0,-1 1 1 0 0,1 0 0 0 0,0 0-1 0 0,0 0 1 0 0,-1 0-1 0 0,1-1 1 0 0,-1 1 0 0 0,1 0-1 0 0,-1 0 1 0 0,1 0-1 0 0,-1 0 1 0 0,1 0 0 0 0,-1 0-1 0 0,0 1 1 0 0,7 13 840 0 0,0-1-58 0 0,2 1 1 0 0,0-1-1 0 0,0-1 0 0 0,22 23 1 0 0,18 7 290 0 0,-47-41-1097 0 0,-1 1 0 0 0,1-1 1 0 0,-1 1-1 0 0,0-1 0 0 0,0 1 0 0 0,0 0 0 0 0,0 0 0 0 0,1 3 1 0 0,2 8 137 0 0,0-8-101 0 0,-1 0-1 0 0,1 0 1 0 0,1 0-1 0 0,-1 0 1 0 0,1-1-1 0 0,0 0 1 0 0,0 0-1 0 0,0 0 1 0 0,11 7-1 0 0,15 14 170 0 0,-30-24-260 0 0,0 0 0 0 0,0-1 0 0 0,1 0 0 0 0,-1 1 0 0 0,0-1 0 0 0,1 0 0 0 0,-1 1 0 0 0,0-1 0 0 0,1 0 0 0 0,0 0 0 0 0,-1 0 0 0 0,1 0 0 0 0,-1 0 0 0 0,1-1 0 0 0,0 1 0 0 0,0 0 0 0 0,0-1 0 0 0,2 1 0 0 0,-2-1-27 0 0,3 1-1103 0 0,-5-1 989 0 0,0 0 0 0 0,0-1 0 0 0,0 1 0 0 0,-1-1 0 0 0,1 1 0 0 0,0 0-1 0 0,0-1 1 0 0,0 1 0 0 0,0-1 0 0 0,0 1 0 0 0,0 0 0 0 0,0-1 0 0 0,0 1 0 0 0,0-1 0 0 0,0 1 0 0 0,0 0-1 0 0,0-1 1 0 0,0 1 0 0 0,0-1 0 0 0,1 1 0 0 0,-1 0 0 0 0,0-1 0 0 0,0 1 0 0 0,0 0 0 0 0,0-1-1 0 0,1 1 1 0 0,-1 0 0 0 0,0-1 0 0 0,0 1 0 0 0,1 0 0 0 0,-1-1 0 0 0,0 1 0 0 0,1 0 0 0 0,-1 0-1 0 0,0-1 1 0 0,1 1 0 0 0,-1 0 0 0 0,0 0 0 0 0,1 0 0 0 0,0-1 0 0 0,2 0 88 0 0,17-13-3663 0 0,-20 14 3542 0 0,1-1 0 0 0,-1 0 0 0 0,0 1 0 0 0,1-1-1 0 0,-1 0 1 0 0,0 1 0 0 0,1-1 0 0 0,-1 0 0 0 0,0 0 0 0 0,1 1 0 0 0,-1-1 0 0 0,0 0 0 0 0,0 0 0 0 0,0 1 0 0 0,0-1 0 0 0,0 0 0 0 0,0 0 0 0 0,0 1 0 0 0,0-1 0 0 0,0 0-1 0 0,0 0 1 0 0,-1 0 0 0 0,1 1 0 0 0,0-1 0 0 0,0 0 0 0 0,-1 1 0 0 0,1-1 0 0 0,0 0 0 0 0,-1 0 0 0 0,1 1 0 0 0,-1-1 0 0 0,1 1 0 0 0,-1-2 0 0 0,-21-18-4131 0 0,21 20 4076 0 0,1-1-1 0 0,-1 1 1 0 0,1-1-1 0 0,-1 0 1 0 0,1 0-1 0 0,-1 1 1 0 0,1-1 0 0 0,0 0-1 0 0,-1 0 1 0 0,1 0-1 0 0,0 1 1 0 0,0-1-1 0 0,-1 0 1 0 0,1 0-1 0 0,0 0 1 0 0,0 0 0 0 0,0-1-1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43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92 167 1441 0 0,'-26'12'3521'0'0,"-7"3"2082"0"0,1 6 7923 0 0,64-28-12726 0 0,1-1-239 0 0,-7 2-161 0 0,7-9-160 0 0,-1-5-160 0 0,34-1-480 0 0,-1 2-961 0 0,-32-2-1680 0 0,32-8-1841 0 0,-32 8-881 0 0,32 1 240 0 0,-65-7 881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43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 5923 0 0,'-65'81'5842'0'0,"-1"-13"-1920"0"0,34-12-1521 0 0,-1-1-960 0 0,0-14-801 0 0,33 1-320 0 0,0-15 81 0 0,33-7-1042 0 0,0-11-1920 0 0,-1-18-2081 0 0,1-3-1601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44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197 221 1040 0 0,'-43'5'2512'0'0,"36"-5"-2057"0"0,0 0 1 0 0,1 1-1 0 0,-1 0 0 0 0,0 0 1 0 0,1 0-1 0 0,-1 1 0 0 0,1 0 0 0 0,0 0 1 0 0,-1 1-1 0 0,1 0 0 0 0,0 0 1 0 0,-9 6-1 0 0,-7 4 1121 0 0,20-13-1424 0 0,0 1 0 0 0,0 0 0 0 0,0 0 0 0 0,0 0 1 0 0,0 0-1 0 0,0 0 0 0 0,0 0 0 0 0,0 0 0 0 0,1 0 0 0 0,-1 1 0 0 0,0-1 0 0 0,1 1 0 0 0,-1-1 0 0 0,1 1 1 0 0,0 0-1 0 0,-1 0 0 0 0,1-1 0 0 0,0 1 0 0 0,0 0 0 0 0,0 0 0 0 0,0 0 0 0 0,0 0 0 0 0,1 0 0 0 0,-1 0 0 0 0,1 1 1 0 0,-1 1-1 0 0,1 0 74 0 0,0 0 0 0 0,0-1 0 0 0,0 1 0 0 0,1 0 0 0 0,-1-1 0 0 0,1 1 0 0 0,0-1 0 0 0,0 1 0 0 0,0-1 0 0 0,0 1 0 0 0,1-1 1 0 0,-1 0-1 0 0,5 6 0 0 0,-2-5-63 0 0,-1-1 0 0 0,1 1 1 0 0,0-1-1 0 0,0 0 1 0 0,0 0-1 0 0,1-1 0 0 0,-1 0 1 0 0,1 1-1 0 0,-1-1 0 0 0,11 2 1 0 0,7 4 251 0 0,1-2 1 0 0,39 6-1 0 0,-52-11-366 0 0,0 0 0 0 0,0 0-1 0 0,1-1 1 0 0,-1-1 0 0 0,0 0 0 0 0,0 0 0 0 0,0-1-1 0 0,0 0 1 0 0,15-6 0 0 0,-17 5-31 0 0,0 0 0 0 0,0-1 1 0 0,0 0-1 0 0,-1-1 0 0 0,1 1 0 0 0,-1-1 0 0 0,9-9 0 0 0,-12 10-12 0 0,-2 1 0 0 0,1-1-1 0 0,0 0 1 0 0,-1 0-1 0 0,0 0 1 0 0,0 0-1 0 0,0 0 1 0 0,0 0 0 0 0,-1-1-1 0 0,0 1 1 0 0,1 0-1 0 0,-2-1 1 0 0,1 1-1 0 0,0-1 1 0 0,-1 1 0 0 0,0-7-1 0 0,1-10-195 0 0,-1 1 1 0 0,-1-1-1 0 0,-1 0 0 0 0,-1 1 1 0 0,-1-1-1 0 0,0 1 0 0 0,-2 0 0 0 0,-8-21 1 0 0,12 37-131 0 0,0-1 1 0 0,0 1 0 0 0,-1 0-1 0 0,0-1 1 0 0,1 1-1 0 0,-1 0 1 0 0,-1 1 0 0 0,1-1-1 0 0,-1 1 1 0 0,1-1 0 0 0,-1 1-1 0 0,0 0 1 0 0,0 0-1 0 0,-1 1 1 0 0,1-1 0 0 0,0 1-1 0 0,-1 0 1 0 0,0 0 0 0 0,1 0-1 0 0,-1 1 1 0 0,0 0-1 0 0,-5-1 1 0 0,-25-9-8076 0 0,30 4 3993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50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0 320 0 0,'-5'1'2668'0'0,"-50"10"4335"0"0,50-10-5629 0 0,0 0-467 0 0,-2 3-684 0 0,0-2-74 0 0,-34-1 586 0 0,24 0-246 0 0,0 1 0 0 0,-32 7-1 0 0,23-3 741 0 0,2-5-214 0 0,-28-1 5841 0 0,41 0-4456 0 0,33 0-2186 0 0,-17 0 279 0 0,1 0-399 0 0,22 2 93 0 0,36 6 0 0 0,2 1 132 0 0,-46-7-205 0 0,25 3 276 0 0,53 11 0 0 0,59 4 557 0 0,-141-16-800 0 0,1-1 1 0 0,0-1-1 0 0,24 1 0 0 0,-36-3-350 0 0,1 0 0 0 0,-1-1 0 0 0,0 1 0 0 0,1-1-1 0 0,-1 0 1 0 0,0-1 0 0 0,0 1 0 0 0,0-1 0 0 0,0 0 0 0 0,0 0 0 0 0,0-1 0 0 0,-1 1 0 0 0,7-6 0 0 0,-11 8 192 0 0,1 0-223 0 0,0-1-1 0 0,0 1 0 0 0,0-1 0 0 0,0 0 0 0 0,0 1 0 0 0,0-1 0 0 0,0 0 0 0 0,0 0 0 0 0,-1 0 0 0 0,1 0 0 0 0,0 1 0 0 0,-1-1 0 0 0,1 0 0 0 0,-1 0 0 0 0,1 0 0 0 0,-1 0 0 0 0,1 0 0 0 0,-1 0 0 0 0,1-2 0 0 0,-2 1-412 0 0,-1-1 0 0 0,1 0 1 0 0,-1 1-1 0 0,0-1 0 0 0,1 1 0 0 0,-1 0 0 0 0,0 0 0 0 0,-1 0 0 0 0,-1-2 0 0 0,-29-36-8237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51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2241 0 0,'0'-1'13099'0'0,"4"2"-11818"0"0,228 5 4430 0 0,54-1-3320 0 0,-197-8-2860 0 0,114-17-1 0 0,-182 17-148 0 0,-9 2-839 0 0,1-1 0 0 0,22-7 0 0 0,-29 5-1372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51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2321 0 0,'0'14'4082'0'0,"-33"13"720"0"0,33 21-320 0 0,0-13-2241 0 0,0 7-1280 0 0,0 0 79 0 0,0 12 401 0 0,0 2 1120 0 0,0-2-240 0 0,0 2-1200 0 0,0-2-961 0 0,33-6-401 0 0,-1-13-1039 0 0,1-14-4083 0 0,0-36-8163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53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24 1921 0 0,'0'0'134'0'0,"0"0"-1"0"0,1 0 1 0 0,-1 1-1 0 0,0-1 1 0 0,0 0 0 0 0,0 0-1 0 0,0 0 1 0 0,0 1 0 0 0,0-1-1 0 0,0 0 1 0 0,0 0 0 0 0,0 1-1 0 0,0-1 1 0 0,0 0-1 0 0,0 0 1 0 0,0 1 0 0 0,0-1-1 0 0,0 0 1 0 0,0 0 0 0 0,0 1-1 0 0,0-1 1 0 0,0 0 0 0 0,0 0-1 0 0,0 1 1 0 0,0-1-1 0 0,0 0 1 0 0,0 0 0 0 0,0 1-1 0 0,-1-1 1 0 0,1 0 0 0 0,0 0-1 0 0,0 0 1 0 0,0 0 0 0 0,0 1-1 0 0,-1-1 1 0 0,1 0-1 0 0,0 0 1 0 0,0 0 0 0 0,0 0-1 0 0,-1 1 1 0 0,1-1 0 0 0,0 0-1 0 0,0 0 1 0 0,-1 0 0 0 0,1 0-1 0 0,0 0 1 0 0,0 0-1 0 0,0 0 1 0 0,-1 0 0 0 0,1 0-1 0 0,0 0 1 0 0,0 0 0 0 0,-1 0-1 0 0,1 0 1 0 0,-78 10 10359 0 0,36-8-6446 0 0,37-2-1499 0 0,4 0-2512 0 0,1 0 1 0 0,0 0 0 0 0,0 0-1 0 0,0 0 1 0 0,0 1 0 0 0,0-1 0 0 0,0 0-1 0 0,-1 0 1 0 0,1 0 0 0 0,0 1-1 0 0,0-1 1 0 0,0 0 0 0 0,0 0-1 0 0,0 1 1 0 0,0-1 0 0 0,0 0-1 0 0,0 0 1 0 0,0 0 0 0 0,0 1-1 0 0,0-1 1 0 0,0 0 0 0 0,0 0-1 0 0,0 0 1 0 0,0 1 0 0 0,0-1 0 0 0,1 0-1 0 0,-1 0 1 0 0,0 1 0 0 0,0-1-1 0 0,0 0 1 0 0,0 0 0 0 0,0 0-1 0 0,0 0 1 0 0,1 1 0 0 0,-1-1-1 0 0,0 0 1 0 0,0 0 0 0 0,0 0-1 0 0,0 0 1 0 0,1 0 0 0 0,-1 1-1 0 0,0-1 1 0 0,0 0 0 0 0,0 0 0 0 0,1 0-1 0 0,-1 0 1 0 0,0 0 0 0 0,0 0-1 0 0,0 0 1 0 0,1 0 0 0 0,-1 0-1 0 0,0 0 1 0 0,0 0 0 0 0,1 0-1 0 0,-1 0 1 0 0,0 0 0 0 0,0 0-1 0 0,0 0 1 0 0,1 0 0 0 0,192-13 960 0 0,-163 10-940 0 0,90-16-311 0 0,-71 10-1265 0 0,22 0-5941 0 0,-29 13-6211 0 0,-42-4 13531 0 0,0 0-1 0 0,1 0 1 0 0,-1 0 0 0 0,0 1 0 0 0,0-1-1 0 0,1 0 1 0 0,-1 0 0 0 0,0 0 0 0 0,0 0-1 0 0,1 0 1 0 0,-1 0 0 0 0,0 0 0 0 0,0 1-1 0 0,0-1 1 0 0,1 0 0 0 0,-1 0 0 0 0,0 0-1 0 0,0 0 1 0 0,0 1 0 0 0,0-1 0 0 0,1 0-1 0 0,-1 0 1 0 0,0 1 0 0 0,0-1 0 0 0,0 0-1 0 0,0 0 1 0 0,0 1 0 0 0,0-1 0 0 0,0 0-1 0 0,0 0 1 0 0,0 1 0 0 0,0-1 0 0 0,0 0-1 0 0,0 0 1 0 0,0 1 0 0 0,0-1 0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53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63 160 0 0,'-45'-6'9370'0'0,"13"2"-3654"0"0,17 1-5235 0 0,9 2 1293 0 0,9 0-1410 0 0,0 1 0 0 0,0-1 0 0 0,0 1-1 0 0,0 0 1 0 0,-1 0 0 0 0,1 0 0 0 0,0 1-1 0 0,0-1 1 0 0,0 1 0 0 0,0 0-1 0 0,2 0 1 0 0,29 6 1341 0 0,64 0-197 0 0,109 6 581 0 0,-103-14-4579 0 0,-3-8-4407 0 0,-48-2 1555 0 0,-50 10 4884 0 0,-1 0-1 0 0,1 0 1 0 0,0 0 0 0 0,0-1-1 0 0,0 1 1 0 0,-1-1-1 0 0,1 0 1 0 0,-1 1-1 0 0,1-1 1 0 0,-1 0-1 0 0,0-1 1 0 0,1 1-1 0 0,-1 0 1 0 0,2-4 0 0 0,-3 4 16 0 0,0 0 0 0 0,0 0 1 0 0,-1 0-1 0 0,1 0 1 0 0,-1 0-1 0 0,1 0 1 0 0,-1 0-1 0 0,0 0 1 0 0,0 0-1 0 0,0-4 1 0 0,0 5 295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56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198 277 1281 0 0,'-8'-4'1631'0'0,"-12"-6"1473"0"0,15-4 4446 0 0,0 13-6229 0 0,-49-11 1147 0 0,53 12-2371 0 0,0-1 1 0 0,1 1-1 0 0,-1-1 1 0 0,1 1 0 0 0,-1-1-1 0 0,1 1 1 0 0,-1-1-1 0 0,1 0 1 0 0,0 1-1 0 0,-1-1 1 0 0,1 0 0 0 0,0 1-1 0 0,0-1 1 0 0,-1 0-1 0 0,1 1 1 0 0,0-1 0 0 0,0 0-1 0 0,0 0 1 0 0,0 1-1 0 0,0-1 1 0 0,0 0 0 0 0,0 1-1 0 0,0-1 1 0 0,0 0-1 0 0,0 0 1 0 0,0 1-1 0 0,0-1 1 0 0,1-1 0 0 0,-1 0 113 0 0,0-210 3791 0 0,0 210-3575 0 0,0 3-378 0 0,1 0 0 0 0,-1 0 0 0 0,0-1 0 0 0,0 1 0 0 0,0 0 0 0 0,1 0 0 0 0,-1 0 0 0 0,0 0 0 0 0,0-1 0 0 0,0 1 0 0 0,-1 0 1 0 0,1 0-1 0 0,0 0 0 0 0,0 0 0 0 0,0-1 0 0 0,-1 1 0 0 0,1 0 0 0 0,0 0 0 0 0,-1 0 0 0 0,1-1 0 0 0,0 1 0 0 0,-1 0 0 0 0,1 0 0 0 0,-1-1 0 0 0,1 1 0 0 0,-1-1 1 0 0,0 1-1 0 0,1 0 0 0 0,-1-1 0 0 0,0 1 0 0 0,1-1 0 0 0,-1 1 0 0 0,0-1 0 0 0,1 0 0 0 0,-1 1 0 0 0,0-1 0 0 0,0 0 0 0 0,0 1 0 0 0,-1-1 0 0 0,1 0-37 0 0,0 0 0 0 0,1 1 0 0 0,-1-1 0 0 0,0 1 0 0 0,0-1 0 0 0,0 0 0 0 0,0 1 0 0 0,0 0 0 0 0,0-1 0 0 0,1 1 0 0 0,-1-1 0 0 0,0 1 0 0 0,0 0 0 0 0,1-1 0 0 0,-1 1 0 0 0,1 0-1 0 0,-1 0 1 0 0,1 0 0 0 0,-1 0 0 0 0,1-1 0 0 0,-1 1 0 0 0,1 0 0 0 0,0 0 0 0 0,-1 0 0 0 0,1 0 0 0 0,0 0 0 0 0,0 0 0 0 0,0 0 0 0 0,-1 1 0 0 0,1 74 695 0 0,0-76-699 0 0,0 1 1 0 0,0 0 0 0 0,0 0 0 0 0,0 0-1 0 0,0 0 1 0 0,0 0 0 0 0,-1 0 0 0 0,1 0-1 0 0,0 0 1 0 0,-1 0 0 0 0,1-1 0 0 0,0 1-1 0 0,-1 0 1 0 0,1 0 0 0 0,-1-1 0 0 0,0 1-1 0 0,1 0 1 0 0,-1 0 0 0 0,1-1 0 0 0,-1 1-1 0 0,0-1 1 0 0,0 1 0 0 0,1 0 0 0 0,-1-1-1 0 0,0 0 1 0 0,0 1 0 0 0,0-1 0 0 0,-1 1-1 0 0,1-1 11 0 0,0 1 0 0 0,0-1 0 0 0,0 1 0 0 0,0-1 0 0 0,0 1-1 0 0,0 0 1 0 0,0 0 0 0 0,0-1 0 0 0,1 1 0 0 0,-1 0 0 0 0,0 0 0 0 0,0 0-1 0 0,1 0 1 0 0,-1 0 0 0 0,0 0 0 0 0,1 0 0 0 0,-1 0 0 0 0,1 0 0 0 0,-1 0-1 0 0,1 0 1 0 0,0 0 0 0 0,-1 0 0 0 0,1 0 0 0 0,0 1 0 0 0,0-1 0 0 0,0 0-1 0 0,0 0 1 0 0,0 2 0 0 0,0-2-9 0 0,0 0 0 0 0,0 0 0 0 0,0 0 0 0 0,-1-1 0 0 0,1 1 0 0 0,0 0 0 0 0,0 0 0 0 0,0 0 1 0 0,-1-1-1 0 0,1 1 0 0 0,-1 0 0 0 0,1 0 0 0 0,0-1 0 0 0,-1 1 0 0 0,1 0 0 0 0,-1 0 0 0 0,1-1 0 0 0,-1 1 0 0 0,0-1 0 0 0,1 1 0 0 0,-1 0 0 0 0,0-1 0 0 0,1 0 0 0 0,-1 1 0 0 0,0-1 0 0 0,0 1 0 0 0,1-1 0 0 0,-1 0 0 0 0,-1 1 0 0 0,1-1 5 0 0,0 1-1 0 0,0-1 1 0 0,0 1-1 0 0,0-1 1 0 0,0 1-1 0 0,0-1 0 0 0,0 1 1 0 0,0 0-1 0 0,0-1 1 0 0,1 1-1 0 0,-1 0 0 0 0,0 0 1 0 0,0 0-1 0 0,1-1 1 0 0,-1 1-1 0 0,0 0 0 0 0,1 0 1 0 0,-1 0-1 0 0,1 0 1 0 0,0 0-1 0 0,-1 0 0 0 0,1 0 1 0 0,0 0-1 0 0,-1 0 1 0 0,1 1-1 0 0,0-1 1 0 0,0 0-1 0 0,0 0 0 0 0,0 2 1 0 0,0 5 52 0 0,-1-6-58 0 0,1 0 0 0 0,-1 0 1 0 0,1 0-1 0 0,0 1 1 0 0,0-1-1 0 0,0 0 0 0 0,0 0 1 0 0,1 0-1 0 0,-1 1 1 0 0,0-1-1 0 0,1 0 1 0 0,0 0-1 0 0,-1 0 0 0 0,1 0 1 0 0,0 0-1 0 0,2 3 1 0 0,0-4 14 0 0,-1-1-17 0 0,-1 0 0 0 0,0 0 0 0 0,1 1 1 0 0,-1-1-1 0 0,0 1 0 0 0,0-1 0 0 0,1 1 0 0 0,-1-1 0 0 0,0 1 0 0 0,0 0 1 0 0,1-1-1 0 0,-1 1 0 0 0,0 0 0 0 0,0 0 0 0 0,0 0 0 0 0,0 0 0 0 0,0 0 0 0 0,1 2 1 0 0,-1-2-5 0 0,-1 1 1 0 0,1-1-1 0 0,0 0 1 0 0,0 0-1 0 0,0 0 1 0 0,0 0 0 0 0,1 1-1 0 0,-1-1 1 0 0,0-1-1 0 0,0 1 1 0 0,1 0-1 0 0,-1 0 1 0 0,0 0 0 0 0,1-1-1 0 0,-1 1 1 0 0,1-1-1 0 0,-1 1 1 0 0,1-1-1 0 0,-1 1 1 0 0,4-1 0 0 0,-2 1 1 0 0,27 8 3 0 0,1-2 0 0 0,0-1 1 0 0,-1-1-1 0 0,2-2 0 0 0,-1-1 1 0 0,0-2-1 0 0,47-4 0 0 0,-72 3-6 0 0,-1-1-1 0 0,0 1 0 0 0,1-1 0 0 0,-1 0 0 0 0,0 0 1 0 0,0-1-1 0 0,-1 1 0 0 0,1-1 0 0 0,0 0 0 0 0,4-5 1 0 0,-8 7 1 0 0,0-1 1 0 0,0 1-1 0 0,0-1 1 0 0,0 0-1 0 0,-1 1 1 0 0,1-1-1 0 0,-1 0 1 0 0,1 0-1 0 0,-1 1 1 0 0,1-1-1 0 0,-1 0 1 0 0,0 0-1 0 0,0 0 1 0 0,0-2-1 0 0,-1-37 83 0 0,0 22-64 0 0,1 15-16 0 0,0 2-2 0 0,1 0 1 0 0,-1 0-1 0 0,0 0 0 0 0,0 0 1 0 0,0 0-1 0 0,0 1 0 0 0,0-1 1 0 0,0 0-1 0 0,-1 0 0 0 0,1 0 1 0 0,0 0-1 0 0,-1 0 0 0 0,0 0 1 0 0,1 1-1 0 0,-1-1 0 0 0,-2-3 1 0 0,-19-1 8 0 0,17 4 134 0 0,5 31 346 0 0,0-27-488 0 0,-1 1-1 0 0,1-1 0 0 0,-1 1 0 0 0,1-1 0 0 0,-1 1 0 0 0,0-1 0 0 0,0 1 0 0 0,0-1 0 0 0,0 0 0 0 0,0 1 0 0 0,-1-1 0 0 0,1 0 1 0 0,-1 0-1 0 0,1 0 0 0 0,-1 0 0 0 0,-3 3 0 0 0,-7 8 6 0 0,-53 80 217 0 0,41-55-77 0 0,21-33-144 0 0,1 0 0 0 0,-1 0 0 0 0,0-1-1 0 0,0 1 1 0 0,0-1 0 0 0,-1 1 0 0 0,0-1-1 0 0,0 0 1 0 0,0-1 0 0 0,-4 4 0 0 0,5-5-11 0 0,0-1-1 0 0,0 1 1 0 0,0 0 0 0 0,0 0 0 0 0,0 0 0 0 0,1 1-1 0 0,-1-1 1 0 0,-2 3 0 0 0,4-2 27 0 0,0-1 1 0 0,0 1-1 0 0,1 0 1 0 0,-1 0-1 0 0,0-1 1 0 0,1 1-1 0 0,0 0 0 0 0,0 0 1 0 0,0 0-1 0 0,0 4 1 0 0,1-9-287 0 0,0 1 0 0 0,0 0 0 0 0,0-1-1 0 0,0 1 1 0 0,1 0 0 0 0,-1 0 0 0 0,0 0 0 0 0,1 0 0 0 0,-1 0 0 0 0,1 0 0 0 0,-1 0 0 0 0,1 0 0 0 0,-1 0-1 0 0,1 1 1 0 0,-1-1 0 0 0,3 0 0 0 0,-2 0-449 0 0,140-92-16721 0 0,-82 54 12285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57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459 47 960 0 0,'-26'2'3463'0'0,"0"0"0"0"0,-28 7 0 0 0,-3 1 782 0 0,-8 4-190 0 0,51-12-3633 0 0,0 1 1 0 0,1 1-1 0 0,-1 0 0 0 0,1 0 1 0 0,0 2-1 0 0,0-1 0 0 0,-13 9 1 0 0,15-8-120 0 0,7-4-169 0 0,0 1 1 0 0,1 0 0 0 0,-1 0-1 0 0,0 0 1 0 0,1 0-1 0 0,0 0 1 0 0,0 1 0 0 0,-3 3-1 0 0,2-2 53 0 0,1-1 1 0 0,-1 0-1 0 0,0 0 0 0 0,0 0 0 0 0,-8 5 0 0 0,9-7-93 0 0,0 0-1 0 0,0 0 1 0 0,1 0 0 0 0,-1 0-1 0 0,1 0 1 0 0,-1 1 0 0 0,1-1-1 0 0,0 1 1 0 0,0 0 0 0 0,-3 4-1 0 0,4-5-50 0 0,0 0 1 0 0,1 0-1 0 0,-1 0 0 0 0,1 0 0 0 0,-1 0 0 0 0,1 0 0 0 0,0 0 0 0 0,0 0 0 0 0,0 0 0 0 0,0 0 0 0 0,0 0 0 0 0,0 0 0 0 0,1 0 0 0 0,-1 0 0 0 0,1 0 0 0 0,-1 0 0 0 0,1 0 0 0 0,0 0 0 0 0,-1 0 0 0 0,3 2 0 0 0,1 2 6 0 0,0-1 0 0 0,0 0 0 0 0,1 0 0 0 0,-1 0 0 0 0,1 0 0 0 0,1-1 0 0 0,-1 0 0 0 0,0 0 0 0 0,1 0 0 0 0,0-1 0 0 0,9 5 0 0 0,0-1-22 0 0,1-1-1 0 0,0 0 1 0 0,26 5-1 0 0,-12-4 267 0 0,0 0 1 0 0,35 14-1 0 0,-52-16-207 0 0,1 0 0 0 0,-1-1-1 0 0,1-1 1 0 0,0 0 0 0 0,0-1 0 0 0,1-1-1 0 0,-1 0 1 0 0,28-3 0 0 0,-22 0-117 0 0,0-1 0 0 0,0-1 1 0 0,-1 0-1 0 0,1-2 0 0 0,22-9 0 0 0,-38 13 2 0 0,1 0 0 0 0,-1 0 0 0 0,1 0 0 0 0,-1-1 0 0 0,0 0 0 0 0,0 0 0 0 0,0 0 0 0 0,0 0 0 0 0,-1 0 0 0 0,1-1 0 0 0,-1 1 0 0 0,0-1 0 0 0,0 0 0 0 0,0 0 0 0 0,-1-1 0 0 0,1 1 0 0 0,2-8 0 0 0,-3 6-3 0 0,-1 1 0 0 0,0-1 0 0 0,0 0 0 0 0,-1 0 1 0 0,0 0-1 0 0,0 0 0 0 0,0 1 0 0 0,0-1 0 0 0,-1 0 0 0 0,0 0 0 0 0,0 0 0 0 0,-1 1 1 0 0,0-1-1 0 0,-4-9 0 0 0,0 2 14 0 0,-2-1 0 0 0,0 1 0 0 0,0 1 1 0 0,-1-1-1 0 0,-1 1 0 0 0,0 1 0 0 0,0 0 0 0 0,-1 0 1 0 0,-1 1-1 0 0,0 1 0 0 0,0 0 0 0 0,-25-14 0 0 0,22 15 21 0 0,0 0 0 0 0,-1 1-1 0 0,0 1 1 0 0,0 0 0 0 0,-1 1-1 0 0,1 1 1 0 0,-1 0-1 0 0,0 1 1 0 0,0 1 0 0 0,-1 1-1 0 0,-24 1 1 0 0,28 2-635 0 0,1 0 1 0 0,-1 1 0 0 0,1 1-1 0 0,0 0 1 0 0,-18 8-1 0 0,31-12 589 0 0,0 0-1 0 0,1 0 1 0 0,-1 0-1 0 0,0 0 0 0 0,0 1 1 0 0,0-1-1 0 0,0 0 1 0 0,0 0-1 0 0,1 0 0 0 0,-1 0 1 0 0,0 0-1 0 0,0 0 1 0 0,0 0-1 0 0,0 0 0 0 0,0 0 1 0 0,1 0-1 0 0,-1 1 1 0 0,0-1-1 0 0,0 0 0 0 0,0 0 1 0 0,0 0-1 0 0,0 0 0 0 0,0 0 1 0 0,0 1-1 0 0,0-1 1 0 0,0 0-1 0 0,0 0 0 0 0,0 0 1 0 0,0 0-1 0 0,1 1 1 0 0,-1-1-1 0 0,0 0 0 0 0,0 0 1 0 0,0 0-1 0 0,0 0 1 0 0,0 1-1 0 0,0-1 0 0 0,-1 0 1 0 0,1 0-1 0 0,0 0 1 0 0,0 0-1 0 0,0 1 0 0 0,0-1 1 0 0,0 0-1 0 0,0 0 1 0 0,0 0-1 0 0,0 0 0 0 0,0 0 1 0 0,0 1-1 0 0,0-1 1 0 0,-1 0-1 0 0,1 0 0 0 0,0 0 1 0 0,0 0-1 0 0,0 0 1 0 0,0 0-1 0 0,0 0 0 0 0,0 0 1 0 0,-1 1-1 0 0,1-1 1 0 0,0 0-1 0 0,0 0 0 0 0,0 0 1 0 0,0 0-1 0 0,-1 0 1 0 0,1 0-1 0 0,13 6-2891 0 0,1 0 0 0 0,0 0 0 0 0,19 4 0 0 0,18 2-2119 0 0,14 1 78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3:59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0 800 0 0,'0'1'132'0'0,"0"0"0"0"0,0 0-1 0 0,-1 0 1 0 0,1 0 0 0 0,0 0-1 0 0,0 0 1 0 0,-1-1 0 0 0,1 1 0 0 0,-1 0-1 0 0,1 0 1 0 0,-1-1 0 0 0,1 1-1 0 0,-1 0 1 0 0,1 0 0 0 0,-1-1-1 0 0,0 1 1 0 0,1-1 0 0 0,-1 1-1 0 0,0-1 1 0 0,1 1 0 0 0,-1-1-1 0 0,0 1 1 0 0,0-1 0 0 0,0 1-1 0 0,1-1 1 0 0,-1 0 0 0 0,0 0 0 0 0,0 1-1 0 0,-1-1 1 0 0,-7 4 1186 0 0,-2 16 2404 0 0,-14 4 400 0 0,23-22-3783 0 0,-1-1-1 0 0,1 1 1 0 0,-1 0-1 0 0,1 0 1 0 0,0 0-1 0 0,0 0 1 0 0,0 0 0 0 0,0 1-1 0 0,0-1 1 0 0,0 1-1 0 0,1-1 1 0 0,-1 1-1 0 0,1 0 1 0 0,-1-1 0 0 0,1 1-1 0 0,0 0 1 0 0,0 0-1 0 0,1 0 1 0 0,-1 0-1 0 0,0 4 1 0 0,1 13 350 0 0,-1-15-397 0 0,1 1 0 0 0,0-1 1 0 0,1 1-1 0 0,-1-1 0 0 0,3 11 0 0 0,-2-14-250 0 0,0 0-1 0 0,0 0 1 0 0,0-1-1 0 0,0 1 0 0 0,0 0 1 0 0,0-1-1 0 0,0 1 0 0 0,1 0 1 0 0,-1-1-1 0 0,1 0 0 0 0,-1 1 1 0 0,1-1-1 0 0,0 0 0 0 0,-1 0 1 0 0,1 0-1 0 0,0 0 0 0 0,0 0 1 0 0,3 1-1 0 0,42 26 114 0 0,-34-20-83 0 0,3 4-3 0 0,6 2-191 0 0,12-1-455 0 0,-23-10-377 0 0,0 1 0 0 0,0 0-1 0 0,-1 1 1 0 0,1 0 0 0 0,-1 0-1 0 0,17 13 1 0 0,6 21-9571 0 0,-33-38 10269 0 0,1-1 0 0 0,-1 1 0 0 0,1-1 0 0 0,-1 1-1 0 0,0 0 1 0 0,1-1 0 0 0,-1 1 0 0 0,0-1 0 0 0,1 1 0 0 0,-1 0 0 0 0,0-1 0 0 0,0 1 0 0 0,1 0-1 0 0,-1 0 1 0 0,0-1 0 0 0,0 1 0 0 0,0 0 0 0 0,0-1 0 0 0,0 2 0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00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131 256 8404 0 0,'-98'6'8564'0'0,"66"0"-5843"0"0,64-12-2721 0 0,1 0-80 0 0,32-9 80 0 0,66-18 240 0 0,189-50-1280 0 0,-91 6-2722 0 0,-99 29-3521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01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 80 0 0,'-1'-3'1750'0'0,"1"13"-305"0"0,0-9-1281 0 0,-1 0 1 0 0,1 0-1 0 0,0 0 1 0 0,0 0-1 0 0,0 0 0 0 0,1 0 1 0 0,-1 0-1 0 0,0 0 1 0 0,0 0-1 0 0,0 0 0 0 0,1 0 1 0 0,-1 0-1 0 0,1 0 1 0 0,-1 0-1 0 0,0 0 0 0 0,1 0 1 0 0,0 0-1 0 0,-1 0 1 0 0,2 1-1 0 0,0-2-45 0 0,-1 0-82 0 0,0 0 1 0 0,0 0-1 0 0,0 0 1 0 0,0 0-1 0 0,0 0 1 0 0,1 1-1 0 0,-1-1 1 0 0,0 0-1 0 0,0 0 1 0 0,0 1-1 0 0,0-1 1 0 0,0 0-1 0 0,0 1 1 0 0,0-1-1 0 0,0 1 1 0 0,0 0-1 0 0,0-1 1 0 0,-1 1-1 0 0,1 0 1 0 0,0 0-1 0 0,0-1 1 0 0,-1 1-1 0 0,1 0 1 0 0,0 0-1 0 0,0 1 1 0 0,0 0-4 0 0,0-1-1 0 0,-1 0 1 0 0,1 0-1 0 0,0 1 1 0 0,0-1 0 0 0,0 0-1 0 0,0 0 1 0 0,0 0 0 0 0,0 0-1 0 0,0 0 1 0 0,1 0 0 0 0,-1 0-1 0 0,0-1 1 0 0,0 1 0 0 0,1 0-1 0 0,-1-1 1 0 0,0 1 0 0 0,3 0-1 0 0,1 1 75 0 0,-1 9 140 0 0,-4-11-235 0 0,0 1-1 0 0,0-1 1 0 0,0 1-1 0 0,0-1 1 0 0,0 1-1 0 0,0-1 1 0 0,0 1-1 0 0,1-1 1 0 0,-1 1-1 0 0,0-1 1 0 0,0 0-1 0 0,0 1 1 0 0,1-1-1 0 0,-1 1 1 0 0,0-1-1 0 0,0 1 1 0 0,1-1-1 0 0,-1 0 1 0 0,0 1-1 0 0,1-1 1 0 0,-1 0-1 0 0,0 1 1 0 0,1-1-1 0 0,-1 0 1 0 0,1 1-1 0 0,4 2 37 0 0,11 7 207 0 0,0 0 0 0 0,-1 1 0 0 0,19 19 0 0 0,-30-26-205 0 0,0 0-1 0 0,-1 0 1 0 0,1 0 0 0 0,-1 1-1 0 0,0 0 1 0 0,0 0 0 0 0,-1 0-1 0 0,1 0 1 0 0,-1 0 0 0 0,0 0 0 0 0,-1 0-1 0 0,1 1 1 0 0,-1-1 0 0 0,0 1-1 0 0,0-1 1 0 0,0 8 0 0 0,0 16 299 0 0,0 30-908 0 0,-1-56 139 0 0,0 0 1 0 0,-1 0-1 0 0,1 0 0 0 0,-1 1 1 0 0,0-1-1 0 0,0 0 1 0 0,0 0-1 0 0,-2 3 1 0 0,-24 21-5879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01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1040 0 0,'0'48'3042'0'0,"-33"-13"-881"0"0,33-8-560 0 0,-33 14-321 0 0,33 7 81 0 0,0-6-641 0 0,0-7-640 0 0,0-2-160 0 0,0-18-1200 0 0,-32-9-2162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02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3041 0 0,'-32'0'2722'0'0,"32"6"2800"0"0,32-6-3761 0 0,-32 7 80 0 0,66 7-240 0 0,-1-1-161 0 0,124 28-79 0 0,40-5-561 0 0,-66-24-1200 0 0,-32-18-1601 0 0,-7 0-2241 0 0,-26-1-2161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03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1293 102 1040 0 0,'-7'-2'363'0'0,"5"2"-286"0"0,1 0 0 0 0,-1 0 0 0 0,1-1 1 0 0,-1 1-1 0 0,1 0 0 0 0,0-1 1 0 0,-1 0-1 0 0,1 1 0 0 0,0-1 0 0 0,-1 0 1 0 0,1 1-1 0 0,0-1 0 0 0,-2-2 1 0 0,-2-14 2359 0 0,5 16-2328 0 0,0-1-1 0 0,0 1 0 0 0,0 0 0 0 0,-1 0 1 0 0,1 0-1 0 0,0 0 0 0 0,-1 0 1 0 0,1 0-1 0 0,-1 0 0 0 0,0 0 1 0 0,1 0-1 0 0,-1 0 0 0 0,0 0 1 0 0,1 0-1 0 0,-1 0 0 0 0,0 0 1 0 0,0 0-1 0 0,0 1 0 0 0,0-1 0 0 0,0 0 1 0 0,-1 0-1 0 0,-5-5 497 0 0,3 2-250 0 0,-1 0 0 0 0,1 0 0 0 0,-1 1 0 0 0,0-1 0 0 0,0 1 0 0 0,0 0 0 0 0,0 0 0 0 0,0 1 0 0 0,-1 0-1 0 0,-7-3 1 0 0,0 2 110 0 0,0 1 1 0 0,-1 0-1 0 0,1 1 0 0 0,-18 0 0 0 0,-209 14 3563 0 0,203-7-3425 0 0,-1 1 0 0 0,1 1 0 0 0,1 2 0 0 0,-50 21 0 0 0,83-30-556 0 0,-1 1 1 0 0,0 0-1 0 0,1 1 1 0 0,0-1-1 0 0,-1 0 0 0 0,1 1 1 0 0,0 0-1 0 0,0 0 0 0 0,0 0 1 0 0,1 0-1 0 0,-1 0 1 0 0,1 0-1 0 0,0 1 0 0 0,0-1 1 0 0,-3 7-1 0 0,-16 23 89 0 0,17-29-119 0 0,1 0 1 0 0,0 0 0 0 0,0 0-1 0 0,0 1 1 0 0,1-1 0 0 0,0 1-1 0 0,0 0 1 0 0,0 0-1 0 0,0 0 1 0 0,-1 6 0 0 0,1 3 86 0 0,1 0 0 0 0,0 22 1 0 0,1-34-90 0 0,0 1 0 0 0,0-1 0 0 0,0 0 0 0 0,0 0 1 0 0,1 0-1 0 0,-1 0 0 0 0,1 0 0 0 0,-1-1 0 0 0,1 1 0 0 0,0 0 1 0 0,-1 0-1 0 0,1 0 0 0 0,0 0 0 0 0,0-1 0 0 0,0 1 0 0 0,1 0 0 0 0,-1-1 1 0 0,0 1-1 0 0,1-1 0 0 0,2 3 0 0 0,5 6 54 0 0,-7-7-36 0 0,0-1 1 0 0,0 1 0 0 0,0-1 0 0 0,0 1-1 0 0,1-1 1 0 0,-1 0 0 0 0,1 0 0 0 0,0 0 0 0 0,5 4-1 0 0,7 3 30 0 0,6 4-63 0 0,-10 4 0 0 0,-1-9-3 0 0,-3-3 17 0 0,0 1 0 0 0,0 0-1 0 0,-1 0 1 0 0,0 0 0 0 0,6 9 0 0 0,-11-12-4 0 0,0 0 0 0 0,1 1 1 0 0,-1 0-1 0 0,-1-1 0 0 0,1 1 1 0 0,-1 0-1 0 0,1-1 1 0 0,-1 1-1 0 0,0 0 0 0 0,0-1 1 0 0,-1 5-1 0 0,0 4 12 0 0,1-9-23 0 0,0 0 0 0 0,-1-1-1 0 0,1 1 1 0 0,-1-1-1 0 0,0 1 1 0 0,0-1-1 0 0,0 1 1 0 0,0-1-1 0 0,0 1 1 0 0,-1-1-1 0 0,1 0 1 0 0,-1 0-1 0 0,1 0 1 0 0,-1 0-1 0 0,0 0 1 0 0,0 0-1 0 0,0 0 1 0 0,0 0-1 0 0,0-1 1 0 0,0 1-1 0 0,0-1 1 0 0,-1 1-1 0 0,1-1 1 0 0,0 0-1 0 0,-5 1 1 0 0,-10 8-14 0 0,-46 37 201 0 0,45-33 51 0 0,0 0 0 0 0,-1-1 0 0 0,-30 14 0 0 0,-62 18 252 0 0,102-42-471 0 0,2-1-31 0 0,-1 0 0 0 0,1 0 1 0 0,-1 0-1 0 0,1-1 0 0 0,-1-1 0 0 0,1 1 0 0 0,-1-1 1 0 0,0 0-1 0 0,-11-3 0 0 0,17 3-13 0 0,0 0-1 0 0,-1 0 1 0 0,1-1-1 0 0,0 1 1 0 0,0-1-1 0 0,0 1 1 0 0,0-1 0 0 0,0 0-1 0 0,0 0 1 0 0,0 0-1 0 0,0 0 1 0 0,0 0-1 0 0,0 0 1 0 0,1-1 0 0 0,-1 1-1 0 0,0-1 1 0 0,1 1-1 0 0,-1-1 1 0 0,1 0-1 0 0,-1 1 1 0 0,1-1-1 0 0,0 0 1 0 0,0 0 0 0 0,0 0-1 0 0,0 0 1 0 0,0 0-1 0 0,0 0 1 0 0,1 0-1 0 0,-1 0 1 0 0,1 0 0 0 0,-1-4-1 0 0,0-14-75 0 0,0 17 92 0 0,0 0 0 0 0,1 0 0 0 0,0 0 0 0 0,-1 0 0 0 0,1 0 0 0 0,1 0 0 0 0,-1 0 0 0 0,0 0-1 0 0,1 0 1 0 0,-1 0 0 0 0,1 0 0 0 0,0 0 0 0 0,0 0 0 0 0,0 0 0 0 0,0 0 0 0 0,1 1 0 0 0,-1-1 0 0 0,4-4 0 0 0,49-41-190 0 0,-20 20 232 0 0,0 2 0 0 0,2 0 0 0 0,1 3 0 0 0,40-19 0 0 0,197-78 410 0 0,-92 45-484 0 0,-144 58 59 0 0,-16 8 17 0 0,0-1 1 0 0,21-14-1 0 0,-42 23-34 0 0,-1 1 1 0 0,1 0-1 0 0,-1 0 0 0 0,1 0 1 0 0,-1 0-1 0 0,0-1 0 0 0,1 1 1 0 0,-1 0-1 0 0,1 0 0 0 0,-1-1 0 0 0,1 1 1 0 0,-1 0-1 0 0,0-1 0 0 0,1 1 1 0 0,-1 0-1 0 0,0-1 0 0 0,1 1 1 0 0,-1-1-1 0 0,0 1 0 0 0,0-1 1 0 0,1 1-1 0 0,-1 0 0 0 0,0-1 1 0 0,0 1-1 0 0,0-1 0 0 0,0 1 1 0 0,0-1-1 0 0,0 1 0 0 0,0-1 1 0 0,1 1-1 0 0,-1-1 0 0 0,0 1 1 0 0,-1-1-1 0 0,1 1 0 0 0,0-1 1 0 0,0 1-1 0 0,0-1 0 0 0,0 1 1 0 0,0-1-1 0 0,0 1 0 0 0,-1-1 1 0 0,1 1-1 0 0,0-1 0 0 0,0 1 1 0 0,-1 0-1 0 0,1-1 0 0 0,0 1 1 0 0,-1-1-1 0 0,0 0 0 0 0,-22-8-2 0 0,19 8 1 0 0,-34-12 22 0 0,20 6-16 0 0,-2 0 0 0 0,1 2-1 0 0,-27-4 1 0 0,-340-16-1800 0 0,359 24 1509 0 0,-321 14-6877 0 0,277-4 2241 0 0,6 9-1761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06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131 207 3362 0 0,'0'0'141'0'0,"0"1"1"0"0,0 0-1 0 0,0 0 1 0 0,0-1-1 0 0,0 1 0 0 0,0 0 1 0 0,-1-1-1 0 0,1 1 1 0 0,0-1-1 0 0,-1 1 1 0 0,1 0-1 0 0,0-1 1 0 0,-1 1-1 0 0,1-1 1 0 0,-1 1-1 0 0,1-1 1 0 0,-1 1-1 0 0,1-1 1 0 0,-1 1-1 0 0,1-1 1 0 0,-1 0-1 0 0,1 1 1 0 0,-1-1-1 0 0,0 0 1 0 0,1 1-1 0 0,-1-1 1 0 0,1 0-1 0 0,-1 0 1 0 0,0 1-1 0 0,1-1 1 0 0,-1 0-1 0 0,-1 0 1 0 0,2 0-48 0 0,-1 0 1 0 0,0 0-1 0 0,0 1 1 0 0,0-1 0 0 0,1 0-1 0 0,-1 0 1 0 0,0 1-1 0 0,0-1 1 0 0,0 1-1 0 0,1-1 1 0 0,-1 0 0 0 0,0 1-1 0 0,1-1 1 0 0,-1 1-1 0 0,0 0 1 0 0,1-1 0 0 0,-1 1-1 0 0,1 0 1 0 0,-1-1-1 0 0,1 1 1 0 0,-1 0-1 0 0,1-1 1 0 0,0 1 0 0 0,-1 0-1 0 0,1 0 1 0 0,0-1-1 0 0,-1 1 1 0 0,1 0-1 0 0,0 0 1 0 0,0 0 0 0 0,0 0-1 0 0,0 1 1 0 0,0-1-4 0 0,0 0-1 0 0,0-1 1 0 0,0 1 0 0 0,0 0 0 0 0,-1-1 0 0 0,1 1 0 0 0,0 0-1 0 0,0 0 1 0 0,0-1 0 0 0,-1 1 0 0 0,1 0 0 0 0,0-1 0 0 0,-1 1-1 0 0,1-1 1 0 0,0 1 0 0 0,-1 0 0 0 0,1-1 0 0 0,-1 1 0 0 0,1-1-1 0 0,-1 1 1 0 0,0-1 0 0 0,1 1 0 0 0,-1-1 0 0 0,1 0 0 0 0,-2 1-1 0 0,-21 5 1015 0 0,21-6-876 0 0,-1 0 0 0 0,1 1 1 0 0,-1-1-1 0 0,1 1 0 0 0,-1-1 0 0 0,1 1 0 0 0,-1 0 0 0 0,1 0 1 0 0,0 0-1 0 0,-1 1 0 0 0,-2 1 0 0 0,-1-3 505 0 0,-16 0-361 0 0,17 0-133 0 0,10 0-80 0 0,17 0-26 0 0,-16 0 146 0 0,-6-1-168 0 0,1 0 1 0 0,0 1 0 0 0,0-1-1 0 0,0 0 1 0 0,0 0-1 0 0,0 0 1 0 0,1 1 0 0 0,-1-1-1 0 0,0 0 1 0 0,0 1-1 0 0,0-1 1 0 0,1 1 0 0 0,-1 0-1 0 0,0-1 1 0 0,0 1 0 0 0,3 0-1 0 0,2-1 121 0 0,-6 1-199 0 0,0 0-1 0 0,1 0 0 0 0,-1 0 1 0 0,0-1-1 0 0,1 1 0 0 0,-1 0 0 0 0,0 0 1 0 0,1 0-1 0 0,-1 0 0 0 0,0-1 0 0 0,0 1 1 0 0,1 0-1 0 0,-1 0 0 0 0,0-1 1 0 0,0 1-1 0 0,1 0 0 0 0,-1 0 0 0 0,0-1 1 0 0,0 1-1 0 0,0 0 0 0 0,0-1 0 0 0,1 1 1 0 0,-1 0-1 0 0,0 0 0 0 0,0-1 1 0 0,0 1-1 0 0,0 0 0 0 0,0-1 0 0 0,0 1 1 0 0,0-1-1 0 0,0 1 0 0 0,0 0 0 0 0,0-1 1 0 0,0 1-1 0 0,0 0 0 0 0,0-1 1 0 0,0 1-1 0 0,0-1 0 0 0,0 0 0 0 0,0 1 0 0 0,-1-1 1 0 0,1 1-1 0 0,0-1 0 0 0,1 1 0 0 0,-1-1 0 0 0,0 1 1 0 0,0-1-1 0 0,0 1 0 0 0,0-1 0 0 0,0 0 0 0 0,0 1 1 0 0,1-1-1 0 0,-1 1 0 0 0,0 0 0 0 0,0-1 0 0 0,1 1 1 0 0,-1-1-1 0 0,0 1 0 0 0,1-1 0 0 0,-1 1 0 0 0,1 0 1 0 0,0-1-1 0 0,4-3 45 0 0,-3 4-44 0 0,-1-1-1 0 0,0 0 0 0 0,1 1 0 0 0,-1-1 0 0 0,0 0 0 0 0,0 0 1 0 0,1 0-1 0 0,-1 0 0 0 0,0 0 0 0 0,0 0 0 0 0,0-1 0 0 0,0 1 1 0 0,0 0-1 0 0,-1 0 0 0 0,1-1 0 0 0,0 1 0 0 0,-1-1 0 0 0,1 1 1 0 0,-1 0-1 0 0,1-1 0 0 0,-1 1 0 0 0,1-1 0 0 0,-1 1 0 0 0,0-1 1 0 0,0 1-1 0 0,0-1 0 0 0,0 1 0 0 0,0-2 0 0 0,0-154 1421 0 0,0 156-1448 0 0,0 0-1 0 0,0 0 0 0 0,0 0 1 0 0,0 1-1 0 0,0-1 0 0 0,0 0 1 0 0,0 0-1 0 0,0 1 0 0 0,1-1 0 0 0,-1 0 1 0 0,0 0-1 0 0,1 1 0 0 0,-1-1 1 0 0,0 0-1 0 0,1 1 0 0 0,-1-1 1 0 0,1 0-1 0 0,-1 1 0 0 0,1-1 1 0 0,-1 1-1 0 0,1-1 0 0 0,-1 1 1 0 0,1-1-1 0 0,0 1 0 0 0,-1-1 1 0 0,1 1-1 0 0,0 0 0 0 0,-1-1 1 0 0,1 1-1 0 0,0 0 0 0 0,0-1 1 0 0,-1 1-1 0 0,1 0 0 0 0,1 0 1 0 0,-1 0 2 0 0,-1-1 0 0 0,1 1 0 0 0,0 0 0 0 0,0 0 0 0 0,0-1 0 0 0,-1 1 0 0 0,1 0 0 0 0,0-1 0 0 0,0 1 0 0 0,-1-1 0 0 0,1 1 0 0 0,0-1 0 0 0,-1 1 0 0 0,1-1 0 0 0,-1 1 0 0 0,1-1 0 0 0,0 0 0 0 0,-1 1 0 0 0,1-1 0 0 0,-1 0 0 0 0,0 1 0 0 0,1-1 0 0 0,-1 0 0 0 0,0 0 0 0 0,1 1 0 0 0,-1-1 0 0 0,0 0 0 0 0,0 0 0 0 0,0 0 0 0 0,1 0 0 0 0,-1 1 0 0 0,0-1 0 0 0,0 0 0 0 0,-1-1 0 0 0,1 1 379 0 0,0 9 13 0 0,-1 10-148 0 0,0-13-213 0 0,1 0 0 0 0,-1 0 0 0 0,1 1 0 0 0,0-1 0 0 0,0 0 0 0 0,1 1 0 0 0,-1-1 0 0 0,1 0 0 0 0,0 0 0 0 0,1 0 0 0 0,2 8 0 0 0,6-3 3 0 0,-9-9-35 0 0,1 0 0 0 0,-1 1 0 0 0,0-1 0 0 0,1 1 0 0 0,-1-1-1 0 0,0 1 1 0 0,0 0 0 0 0,0 0 0 0 0,0-1 0 0 0,0 1 0 0 0,0 0 0 0 0,0 0 0 0 0,-1 0 0 0 0,1 0 0 0 0,-1 0 0 0 0,1 0 0 0 0,-1 0-1 0 0,0 0 1 0 0,0 0 0 0 0,0 2 0 0 0,0 97 300 0 0,0-100-303 0 0,0 0 0 0 0,0 1 0 0 0,0-1 0 0 0,0 0 0 0 0,0 0 1 0 0,0 0-1 0 0,-1 0 0 0 0,1 0 0 0 0,0 0 0 0 0,-1 0 0 0 0,1 0 0 0 0,-1 0 0 0 0,1 0 0 0 0,-1 0 0 0 0,1 0 0 0 0,-1 0 1 0 0,0 0-1 0 0,1-1 0 0 0,-1 1 0 0 0,0 0 0 0 0,0 0 0 0 0,0-1 0 0 0,1 1 0 0 0,-1 0 0 0 0,0-1 0 0 0,0 1 0 0 0,0-1 0 0 0,-2 1 1 0 0,2-1-1 0 0,0 1 0 0 0,1-1 0 0 0,-1 1 0 0 0,0-1 1 0 0,0 1-1 0 0,0-1 0 0 0,0 1 0 0 0,0 0 0 0 0,1-1 0 0 0,-1 1 1 0 0,0 0-1 0 0,1-1 0 0 0,-1 1 0 0 0,0 0 0 0 0,1 0 1 0 0,-1 0-1 0 0,1 0 0 0 0,-1-1 0 0 0,1 1 0 0 0,0 0 1 0 0,-1 0-1 0 0,1 0 0 0 0,0 0 0 0 0,0 0 0 0 0,0 0 1 0 0,-1 0-1 0 0,1 0 0 0 0,0 2 0 0 0,0-2 2 0 0,0 0 0 0 0,0-1 0 0 0,0 1-1 0 0,0 0 1 0 0,0 0 0 0 0,0 0 0 0 0,-1 0 0 0 0,1 0-1 0 0,0 0 1 0 0,-1 0 0 0 0,1 0 0 0 0,-1 0 0 0 0,1 0-1 0 0,-1 0 1 0 0,1-1 0 0 0,-1 1 0 0 0,1 0-1 0 0,-1 0 1 0 0,0-1 0 0 0,0 1 0 0 0,1 0 0 0 0,-1-1-1 0 0,0 1 1 0 0,0-1 0 0 0,0 1 0 0 0,0-1 0 0 0,-1 1-1 0 0,1-1 6 0 0,0 1 0 0 0,0-1 0 0 0,0 1 0 0 0,0 0 0 0 0,0-1 0 0 0,0 1 0 0 0,0 0-1 0 0,0-1 1 0 0,0 1 0 0 0,1 0 0 0 0,-1 0 0 0 0,0 0 0 0 0,0 0 0 0 0,1 0 0 0 0,-1-1-1 0 0,1 1 1 0 0,-1 0 0 0 0,1 1 0 0 0,-1-1 0 0 0,1 0 0 0 0,0 0 0 0 0,-1 0 0 0 0,1 0 0 0 0,0 0-1 0 0,0 0 1 0 0,0 0 0 0 0,0 3 0 0 0,0 15 256 0 0,5-17-200 0 0,17-2 53 0 0,-4 0-73 0 0,0 0-1 0 0,0-1 1 0 0,31-6-1 0 0,13-3 66 0 0,-47 9-75 0 0,1-1 0 0 0,-1-1 0 0 0,0 0 0 0 0,0-1 0 0 0,16-7 0 0 0,-2-4-37 0 0,-25 10 0 0 0,5 0 7 0 0,4-6 35 0 0,-12 9-38 0 0,0 0 0 0 0,0-1 1 0 0,0 0-1 0 0,-1 1 1 0 0,1-1-1 0 0,-1 1 1 0 0,0-1-1 0 0,0 0 1 0 0,0-3-1 0 0,0 4-2 0 0,1-1 0 0 0,-1 0 0 0 0,1 0 0 0 0,-1 0 0 0 0,1 1 0 0 0,0-1 0 0 0,0 0 0 0 0,0 0 0 0 0,1 1 0 0 0,-1-1 0 0 0,3-2 0 0 0,-2 3-5 0 0,-1-1 0 0 0,1 0 0 0 0,-1 1 0 0 0,0-1-1 0 0,0 0 1 0 0,1 0 0 0 0,-2 0 0 0 0,1 1 0 0 0,0-1 0 0 0,-1 0 0 0 0,1-4 0 0 0,-1-104-10 0 0,-4 110-41 0 0,1 1 47 0 0,-11 3-32 0 0,14-2 37 0 0,-1 1 1 0 0,0-1 0 0 0,0 0-1 0 0,1 1 1 0 0,-1-1 0 0 0,1 1-1 0 0,0-1 1 0 0,-1 1 0 0 0,1-1-1 0 0,0 1 1 0 0,0 0 0 0 0,0-1-1 0 0,0 1 1 0 0,0 2-1 0 0,-1 7 27 0 0,0 1 0 0 0,-1 0 0 0 0,0 0 0 0 0,-7 22-1 0 0,5-21 0 0 0,0 1 0 0 0,1 0 0 0 0,0-1 0 0 0,1 1-1 0 0,0 17 1 0 0,2 180 256 0 0,0-202-261 0 0,-1 0 0 0 0,0 0 0 0 0,-1 0 0 0 0,0 0 0 0 0,0-1 0 0 0,-7 15 1 0 0,6-16-5 0 0,0 1 0 0 0,1 0 0 0 0,0 0 1 0 0,0-1-1 0 0,1 1 0 0 0,-1 13 0 0 0,1-19-1 0 0,1 0-1 0 0,0 0 0 0 0,0 0 1 0 0,0 0-1 0 0,0 0 0 0 0,0 0 0 0 0,0 0 1 0 0,0 0-1 0 0,1 0 0 0 0,-1 0 1 0 0,1 0-1 0 0,0 0 0 0 0,-1 0 0 0 0,1 0 1 0 0,2 3-1 0 0,-1-5-337 0 0,0 0 0 0 0,0 1 1 0 0,0-1-1 0 0,0 0 0 0 0,0 0 0 0 0,0 0 1 0 0,0 0-1 0 0,1 0 0 0 0,-1-1 0 0 0,0 1 1 0 0,0-1-1 0 0,0 1 0 0 0,0-1 0 0 0,2 0 1 0 0,-1 0-489 0 0,8-2-971 0 0,3 0-1426 0 0,-1 0-1 0 0,-1-1 1 0 0,25-12 0 0 0,23-10-3221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07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88 800 0 0,'-18'-5'1993'0'0,"0"1"0"0"0,0 1 1 0 0,0 1-1 0 0,-1 0 0 0 0,1 1 0 0 0,-30 3 0 0 0,32 0-957 0 0,0 1 1 0 0,-24 8 0 0 0,39-11-971 0 0,-1 0 1 0 0,1 0 0 0 0,-1 1-1 0 0,1-1 1 0 0,-1 0 0 0 0,1 1-1 0 0,0-1 1 0 0,-1 1 0 0 0,1 0-1 0 0,0-1 1 0 0,-1 1 0 0 0,1 0 0 0 0,0 0-1 0 0,0 0 1 0 0,0 0 0 0 0,-1 0-1 0 0,1 0 1 0 0,0 0 0 0 0,0 0-1 0 0,1 0 1 0 0,-1 1 0 0 0,0-1 0 0 0,0 0-1 0 0,1 0 1 0 0,-1 1 0 0 0,0-1-1 0 0,1 1 1 0 0,0-1 0 0 0,-1 0-1 0 0,1 1 1 0 0,0-1 0 0 0,-1 1 0 0 0,1-1-1 0 0,0 1 1 0 0,1 2 0 0 0,-1-2-8 0 0,-1 0 0 0 0,1 0 1 0 0,0 0-1 0 0,-1 0 0 0 0,1 0 0 0 0,-1 0 1 0 0,1 0-1 0 0,-1 0 0 0 0,0 0 1 0 0,0 0-1 0 0,0 0 0 0 0,0-1 1 0 0,0 1-1 0 0,0 0 0 0 0,0-1 0 0 0,-1 1 1 0 0,-2 2-1 0 0,-7 10 274 0 0,10-11-299 0 0,0 0 0 0 0,0 0 0 0 0,0 0 0 0 0,0 0 0 0 0,0 0 0 0 0,0 0 0 0 0,1 0 0 0 0,-1 0 0 0 0,1 1 0 0 0,0-1 0 0 0,0 0 0 0 0,0 0 0 0 0,1 0 0 0 0,-1 0 0 0 0,1 1 0 0 0,0-1-1 0 0,0 0 1 0 0,0 0 0 0 0,0 0 0 0 0,0 0 0 0 0,0-1 0 0 0,1 1 0 0 0,0 0 0 0 0,-1 0 0 0 0,1-1 0 0 0,0 1 0 0 0,0-1 0 0 0,1 0 0 0 0,-1 0 0 0 0,0 1 0 0 0,1-2 0 0 0,4 4 0 0 0,18 19 13 0 0,-24-21-36 0 0,1-1 0 0 0,1 1 1 0 0,-1-1-1 0 0,0 1 0 0 0,1-1 0 0 0,-1 0 1 0 0,1 0-1 0 0,0 0 0 0 0,0 0 0 0 0,0-1 0 0 0,-1 1 1 0 0,2-1-1 0 0,-1 1 0 0 0,0-1 0 0 0,3 1 1 0 0,22 3 14 0 0,4-5-66 0 0,-14-2 65 0 0,-11 2-20 0 0,1-1-1 0 0,-1 0 1 0 0,1 0 0 0 0,-1 0-1 0 0,0-1 1 0 0,1 0 0 0 0,-1-1-1 0 0,9-4 1 0 0,-4-3 44 0 0,14-8-18 0 0,-19 15-11 0 0,1-1 0 0 0,-1-1 0 0 0,0 1 1 0 0,10-9-1 0 0,-15 11-12 0 0,0 0-1 0 0,-1 0 1 0 0,1 0 0 0 0,-1 0 0 0 0,1 0-1 0 0,-1 0 1 0 0,1 0 0 0 0,-1-1-1 0 0,0 1 1 0 0,0-1 0 0 0,-1 1 0 0 0,1-1-1 0 0,0 1 1 0 0,-1-1 0 0 0,1 1 0 0 0,-1-1-1 0 0,0-4 1 0 0,0-3 82 0 0,0 0 1 0 0,0 0-1 0 0,-4-17 0 0 0,3 24-53 0 0,-1-1-1 0 0,1 0 1 0 0,-1 0 0 0 0,0 1-1 0 0,0-1 1 0 0,0 1-1 0 0,0-1 1 0 0,-1 1 0 0 0,1 0-1 0 0,-1 0 1 0 0,-4-3-1 0 0,-20-24 338 0 0,25 27-345 0 0,0-1 0 0 0,0 1 0 0 0,0-1 0 0 0,-1 1 0 0 0,1 0 0 0 0,-1 0 0 0 0,0 0 0 0 0,0 0 0 0 0,0 1 0 0 0,0-1 0 0 0,0 1 0 0 0,-1 0-1 0 0,1 0 1 0 0,-1 0 0 0 0,1 0 0 0 0,-1 1 0 0 0,-4-2 0 0 0,-33-16 104 0 0,38 17-174 0 0,0 0 0 0 0,0 1 0 0 0,0-1 0 0 0,-1 1 1 0 0,1 0-1 0 0,-1 0 0 0 0,1 0 0 0 0,0 1 1 0 0,-1-1-1 0 0,0 1 0 0 0,1 0 0 0 0,-1 0 1 0 0,1 0-1 0 0,-1 0 0 0 0,1 0 0 0 0,-1 1 1 0 0,-3 1-1 0 0,2-1-1066 0 0,10 0-494 0 0,-1 0 1331 0 0,12 2-3190 0 0,0 0-1 0 0,1-1 0 0 0,22-1 0 0 0,-6-6-1075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07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11 1441 0 0,'-4'0'471'0'0,"0"0"0"0"0,1 0 0 0 0,-1 1 0 0 0,1 0 0 0 0,-1 0-1 0 0,1 0 1 0 0,0 0 0 0 0,-1 0 0 0 0,1 0 0 0 0,0 1 0 0 0,0 0 0 0 0,-5 3 0 0 0,-14 7 663 0 0,-7 3 309 0 0,0-2 791 0 0,-29 21 0 0 0,50-29-1813 0 0,0 0 0 0 0,1 1-1 0 0,0 0 1 0 0,0 0 0 0 0,0 1 0 0 0,1 0 0 0 0,0 0-1 0 0,-7 12 1 0 0,2 11 326 0 0,3-16-465 0 0,5-10-180 0 0,1 0 0 0 0,0 0 0 0 0,0 0 0 0 0,0 0 1 0 0,0 0-1 0 0,1 1 0 0 0,-1-1 0 0 0,1 0 0 0 0,0 1 0 0 0,1-1 0 0 0,-1 9 0 0 0,1-5 66 0 0,0 0-1 0 0,0-1 0 0 0,1 1 0 0 0,0 0 0 0 0,0 0 0 0 0,1 0 1 0 0,0-1-1 0 0,4 9 0 0 0,-3-11-88 0 0,0 0 0 0 0,0 1 0 0 0,1-2 1 0 0,-1 1-1 0 0,1 0 0 0 0,1-1 0 0 0,-1 0 0 0 0,1 1 0 0 0,-1-2 1 0 0,1 1-1 0 0,10 5 0 0 0,7 2 84 0 0,1-1 1 0 0,1 0-1 0 0,26 6 1 0 0,-40-13-124 0 0,0-1 1 0 0,1 0 0 0 0,-1 0 0 0 0,0-1-1 0 0,1-1 1 0 0,12 0 0 0 0,-10 0-6 0 0,-1 0 2 0 0,0-1 0 0 0,0 0 0 0 0,-1-1 0 0 0,1 0 0 0 0,0-1 1 0 0,-1 0-1 0 0,0-1 0 0 0,0 0 0 0 0,0-1 0 0 0,0 0 0 0 0,-1-1 1 0 0,0 0-1 0 0,13-10 0 0 0,-20 13-3 0 0,0 0 0 0 0,0 0-1 0 0,-1 0 1 0 0,1 0 0 0 0,-1 0 0 0 0,1-1 0 0 0,-1 1-1 0 0,0-1 1 0 0,-1 1 0 0 0,1-1 0 0 0,0 0 0 0 0,-1 0 0 0 0,0 0-1 0 0,0 0 1 0 0,0 0 0 0 0,-1 0 0 0 0,1-5 0 0 0,4-16 157 0 0,4-9 57 0 0,-4 18-80 0 0,-1-1 1 0 0,0 0 0 0 0,2-32-1 0 0,-6 44-143 0 0,0 1 0 0 0,0-1-1 0 0,0 0 1 0 0,-1 1 0 0 0,1-1 0 0 0,-1 1-1 0 0,-1-1 1 0 0,1 1 0 0 0,0 0-1 0 0,-1-1 1 0 0,0 1 0 0 0,0 0-1 0 0,0 0 1 0 0,-1 0 0 0 0,0 0-1 0 0,1 1 1 0 0,-1-1 0 0 0,0 1 0 0 0,-1-1-1 0 0,-3-2 1 0 0,-9-5-70 0 0,-1 2 0 0 0,0 0 0 0 0,-1 0 0 0 0,0 2 1 0 0,0 0-1 0 0,-1 1 0 0 0,1 1 0 0 0,-1 1 0 0 0,0 1 0 0 0,-25-2 0 0 0,-16-11-4677 0 0,72 21-1430 0 0,36 23-2689 0 0,-15-2 2851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08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50 2481 0 0,'-10'-5'1173'0'0,"-1"1"0"0"0,1 0 0 0 0,-1 0-1 0 0,0 1 1 0 0,0 0 0 0 0,-1 1 0 0 0,-16-1 0 0 0,-30-5 4678 0 0,36 4-4757 0 0,15-1 496 0 0,4 2-1260 0 0,-25 1 8301 0 0,34 2-8231 0 0,178 7 974 0 0,-92-5-1113 0 0,-75-3-367 0 0,1 1 0 0 0,-1 0 1 0 0,0 2-1 0 0,0 0 0 0 0,33 8 1 0 0,-15 7-3645 0 0,-30-14 2296 0 0,-1 1 1 0 0,1-1-1 0 0,-1 1 0 0 0,0 0 0 0 0,5 6 0 0 0,23 42-13713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11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2161 0 0,'33'7'9044'0'0,"-1"-1"-5922"0"0,1-6-881 0 0,0 0-721 0 0,32 0-559 0 0,-32-6-481 0 0,32-1-240 0 0,0-1-240 0 0,0 2-80 0 0,-32-9-320 0 0,26 3-481 0 0,-26 6-1039 0 0,-1-9-1362 0 0,1 9-1120 0 0,-1-3 80 0 0,1 3 400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11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1 400 0 0,'0'8'3122'0'0,"0"40"2480"0"0,0 27-159 0 0,-33-13-2642 0 0,33 7-1520 0 0,0 8-161 0 0,0-2 81 0 0,0 14-401 0 0,0 7-560 0 0,0 1-480 0 0,-32-22-1681 0 0,32-27-4002 0 0,-33-34-5042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12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28 2241 0 0,'-8'3'2081'0'0,"-7"2"-15"0"0,0-6 4312 0 0,-1-5-3359 0 0,16 6-2962 0 0,0 0 1 0 0,0 0 0 0 0,0 0-1 0 0,-1 0 1 0 0,1 0 0 0 0,0 0-1 0 0,0 0 1 0 0,0 0 0 0 0,0 0 0 0 0,0 0-1 0 0,0 0 1 0 0,0 0 0 0 0,0 0-1 0 0,0 0 1 0 0,0-1 0 0 0,0 1-1 0 0,0 0 1 0 0,0 0 0 0 0,0 0-1 0 0,0 0 1 0 0,0 0 0 0 0,0 0-1 0 0,0 0 1 0 0,0 0 0 0 0,0 0-1 0 0,0 0 1 0 0,0 0 0 0 0,0-1-1 0 0,0 1 1 0 0,0 0 0 0 0,0 0-1 0 0,0 0 1 0 0,0 0 0 0 0,0 0-1 0 0,0 0 1 0 0,0 0 0 0 0,0 0-1 0 0,0 0 1 0 0,0 0 0 0 0,0 0-1 0 0,0 0 1 0 0,0-1 0 0 0,0 1-1 0 0,0 0 1 0 0,0 0 0 0 0,0 0-1 0 0,0 0 1 0 0,0 0 0 0 0,1 0-1 0 0,-1 0 1 0 0,0 0 0 0 0,0 0 0 0 0,0 0-1 0 0,0 0 1 0 0,0 0 0 0 0,0 0-1 0 0,0 0 1 0 0,0 0 0 0 0,0 0-1 0 0,0 0 1 0 0,0 0 0 0 0,0 0-1 0 0,1 0 1 0 0,-1 0 0 0 0,0 0-1 0 0,0 0 1 0 0,0 0 0 0 0,0 0-1 0 0,0 0 1 0 0,33-4 5608 0 0,-13 3-6609 0 0,128-12 2403 0 0,75 5-1562 0 0,21 23-6979 0 0,-226-12 5094 0 0,-10-3 1066 0 0,1 1-1 0 0,-1 0 1 0 0,0 1-1 0 0,0 0 1 0 0,16 6-1 0 0,0 8-5408 0 0,-2-7 1834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13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36 800 0 0,'-5'0'1080'0'0,"-16"1"336"0"0,14 5 5719 0 0,-4-6-3489 0 0,10-1-3517 0 0,0 1 0 0 0,0 0 0 0 0,0 0 0 0 0,1 0 1 0 0,-1-1-1 0 0,0 1 0 0 0,0 0 0 0 0,0 0 0 0 0,0 0 0 0 0,1 0 0 0 0,-1 1 1 0 0,0-1-1 0 0,0 0 0 0 0,0 0 0 0 0,0 0 0 0 0,1 1 0 0 0,-1-1 0 0 0,0 0 1 0 0,0 1-1 0 0,1-1 0 0 0,-1 1 0 0 0,0-1 0 0 0,1 1 0 0 0,-1-1 1 0 0,-1 2-1 0 0,8-1 1725 0 0,162 3 2842 0 0,82-1-2923 0 0,-2-19-1241 0 0,-83-2-3158 0 0,-107 10-3689 0 0,-12 2-2617 0 0,-14-1 3076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15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66 107 560 0 0,'19'-6'1106'0'0,"-17"3"2822"0"0,-27 0 5566 0 0,2 1-8708 0 0,17 1 1442 0 0,1 1-1615 0 0,2 0-612 0 0,-15-3 634 0 0,17 2-576 0 0,1 0 0 0 0,-1 0-1 0 0,0 0 1 0 0,1 0 0 0 0,-1-1 0 0 0,1 1 0 0 0,-1 0-1 0 0,1 0 1 0 0,-1 0 0 0 0,1-1 0 0 0,0 1 0 0 0,0 0-1 0 0,-1-1 1 0 0,1 1 0 0 0,0 0 0 0 0,0-1 0 0 0,1-1-1 0 0,-1 2-43 0 0,0 0 0 0 0,1 1 0 0 0,-1-1 0 0 0,1 0 0 0 0,-1 1 0 0 0,1-1 0 0 0,0 0 0 0 0,-1 1 1 0 0,1-1-1 0 0,0 1 0 0 0,-1-1 0 0 0,1 1 0 0 0,0-1 0 0 0,-1 1 0 0 0,1-1 0 0 0,0 1 0 0 0,0 0 0 0 0,0-1 0 0 0,-1 1 0 0 0,1 0 0 0 0,0 0 0 0 0,1-1 0 0 0,29-5 95 0 0,-18 3-5 0 0,15-7-27 0 0,2 1 0 0 0,-1 2 1 0 0,1 1-1 0 0,0 1 0 0 0,0 1 1 0 0,1 2-1 0 0,60 3 1 0 0,-71 1-47 0 0,0 1 1 0 0,0 1 0 0 0,23 7-1 0 0,-37-9-23 0 0,1 0-1 0 0,-1 1 0 0 0,0 0 1 0 0,0 0-1 0 0,0 0 1 0 0,0 1-1 0 0,0 0 1 0 0,-1 0-1 0 0,0 0 0 0 0,0 1 1 0 0,0-1-1 0 0,7 10 1 0 0,-11-13-18 0 0,0 1 1 0 0,0 0-1 0 0,-1 0 1 0 0,1-1-1 0 0,0 1 1 0 0,-1 0-1 0 0,1 0 1 0 0,-1 0-1 0 0,0 0 1 0 0,1-1-1 0 0,-1 1 1 0 0,0 0-1 0 0,0 0 1 0 0,0 0-1 0 0,0 0 1 0 0,-1 0-1 0 0,1 0 1 0 0,-1 0-1 0 0,1 0 1 0 0,-1-1-1 0 0,1 1 1 0 0,-1 0-1 0 0,0 0 1 0 0,0-1-1 0 0,0 1 1 0 0,0 0-1 0 0,0-1 1 0 0,0 1 0 0 0,0-1-1 0 0,-1 0 1 0 0,1 1-1 0 0,-3 1 1 0 0,-13 9 46 0 0,0 0 1 0 0,0-2 0 0 0,-1 0-1 0 0,0 0 1 0 0,-1-2 0 0 0,0 0-1 0 0,0-2 1 0 0,-1 0 0 0 0,-27 5-1 0 0,-84 3 896 0 0,111-13-604 0 0,0-1 0 0 0,0 0 1 0 0,-40-7-1 0 0,55 6-37 0 0,10 1-239 0 0,74 3 7 0 0,-1 3 0 0 0,0 4 0 0 0,0 3-1 0 0,-2 3 1 0 0,0 4 0 0 0,90 36 0 0 0,-160-54-51 0 0,7 3 22 0 0,1 1 0 0 0,-1 0 0 0 0,16 10 0 0 0,-26-14-37 0 0,-1-1 0 0 0,0 1 0 0 0,1 0 0 0 0,-1 0 0 0 0,0 0 0 0 0,0 0 0 0 0,0 0 0 0 0,0 1 0 0 0,0-1 0 0 0,-1 1 0 0 0,1-1 0 0 0,-1 1 0 0 0,0-1 0 0 0,1 1-1 0 0,-1 0 1 0 0,0 0 0 0 0,-1-1 0 0 0,1 1 0 0 0,0 0 0 0 0,-1 0 0 0 0,0 3 0 0 0,0-3 38 0 0,0-1 1 0 0,0 1-1 0 0,-1-1 0 0 0,0 0 0 0 0,1 1 0 0 0,-1-1 0 0 0,0 0 1 0 0,0 1-1 0 0,0-1 0 0 0,0 0 0 0 0,-1 0 0 0 0,1 0 1 0 0,0 0-1 0 0,-1 0 0 0 0,0 0 0 0 0,1 0 0 0 0,-1-1 1 0 0,0 1-1 0 0,0-1 0 0 0,-4 3 0 0 0,-6 3 227 0 0,0 0 1 0 0,-24 9-1 0 0,-6 4 290 0 0,6-1-317 0 0,-1-2 1 0 0,0-2-1 0 0,-1-1 0 0 0,-1-2 1 0 0,0-2-1 0 0,0-1 1 0 0,-44 3-1 0 0,68-10-596 0 0,0-1 0 0 0,0 0-1 0 0,1-1 1 0 0,-1-1 0 0 0,0-1-1 0 0,0 0 1 0 0,1 0 0 0 0,-1-2 0 0 0,1 0-1 0 0,0 0 1 0 0,0-1 0 0 0,1-1-1 0 0,-1 0 1 0 0,1-1 0 0 0,0-1-1 0 0,-20-15 1 0 0,30 20 10 0 0,-1-1 0 0 0,0 1 0 0 0,1-1 0 0 0,-1 0 0 0 0,1 0 0 0 0,0-1 0 0 0,-4-7 0 0 0,6 10 182 0 0,0 0 0 0 0,1 1 0 0 0,-1-1 0 0 0,0 0 1 0 0,1 0-1 0 0,0 0 0 0 0,-1 0 0 0 0,1 0 1 0 0,0 0-1 0 0,0 0 0 0 0,0 0 0 0 0,0 0 0 0 0,0 0 1 0 0,1 0-1 0 0,-1 0 0 0 0,1 0 0 0 0,-1 0 1 0 0,1 0-1 0 0,-1 0 0 0 0,1 0 0 0 0,0 0 0 0 0,0 0 1 0 0,2-2-1 0 0,5-4-971 0 0,-1 0 1 0 0,2 0 0 0 0,14-10-1 0 0,-15 12 332 0 0,57-47-7047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16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256 177 1761 0 0,'-10'-8'1273'0'0,"-27"-25"1779"0"0,36 32-2947 0 0,0 0-1 0 0,0-1 1 0 0,0 1-1 0 0,0-1 1 0 0,0 1-1 0 0,1 0 0 0 0,-1-1 1 0 0,0 1-1 0 0,1-1 1 0 0,-1 0-1 0 0,1 1 1 0 0,-1-1-1 0 0,1 0 0 0 0,0 1 1 0 0,0-1-1 0 0,0 0 1 0 0,0 1-1 0 0,0-1 1 0 0,0 0-1 0 0,0 1 1 0 0,0-1-1 0 0,1 0 0 0 0,-1 1 1 0 0,2-4-1 0 0,1-1-23 0 0,0 0-1 0 0,1 0 1 0 0,-1 0 0 0 0,2 0-1 0 0,-1 1 1 0 0,0-1-1 0 0,1 1 1 0 0,0 0-1 0 0,0 1 1 0 0,1-1-1 0 0,0 1 1 0 0,-1 0-1 0 0,1 1 1 0 0,0-1 0 0 0,1 1-1 0 0,-1 0 1 0 0,1 1-1 0 0,-1-1 1 0 0,1 1-1 0 0,0 1 1 0 0,-1-1-1 0 0,1 1 1 0 0,0 0 0 0 0,0 1-1 0 0,8 0 1 0 0,-2-1 2 0 0,0 2 0 0 0,0-1 0 0 0,0 2 0 0 0,0 0 0 0 0,0 0 0 0 0,-1 1 0 0 0,1 1 0 0 0,20 9 0 0 0,-24-10 62 0 0,0 0-1 0 0,0 1 1 0 0,0 0 0 0 0,-1 0 0 0 0,1 1 0 0 0,-1 0 0 0 0,0 1 0 0 0,-1 0 0 0 0,1 0 0 0 0,-1 0-1 0 0,-1 1 1 0 0,1 0 0 0 0,-1 1 0 0 0,0-1 0 0 0,-1 1 0 0 0,0 0 0 0 0,0 1 0 0 0,0-1 0 0 0,-1 1-1 0 0,-1 0 1 0 0,1 0 0 0 0,-2 0 0 0 0,1 0 0 0 0,-1 1 0 0 0,0-1 0 0 0,-1 1 0 0 0,0-1 0 0 0,-1 11 0 0 0,0-15-80 0 0,-1 1 0 0 0,1-1 1 0 0,-1 1-1 0 0,0-1 1 0 0,0 0-1 0 0,-1 1 0 0 0,0-1 1 0 0,0 0-1 0 0,-5 9 1 0 0,-3 10 107 0 0,0 8 74 0 0,9-27-183 0 0,0 0 1 0 0,0 0-1 0 0,0 0 0 0 0,-1-1 0 0 0,0 1 1 0 0,0 0-1 0 0,0-1 0 0 0,-1 0 0 0 0,0 1 1 0 0,1-1-1 0 0,-2 0 0 0 0,1-1 1 0 0,-4 5-1 0 0,-85 64 1950 0 0,78-60-1649 0 0,0-2 0 0 0,0 0 0 0 0,-1 0 1 0 0,-1-1-1 0 0,1-1 0 0 0,-1-1 0 0 0,-1 0 0 0 0,-24 6 0 0 0,12-3-209 0 0,18-5-88 0 0,0-1 1 0 0,0-1 0 0 0,-1 0-1 0 0,1 0 1 0 0,-1-1 0 0 0,1-1-1 0 0,-1 0 1 0 0,0 0 0 0 0,-16-2-1 0 0,24 1-47 0 0,-121 0 379 0 0,98-1-347 0 0,26 1-52 0 0,1 0 1 0 0,0 0-1 0 0,-1 0 0 0 0,1-1 1 0 0,0 1-1 0 0,-1 0 0 0 0,1 0 0 0 0,0 0 1 0 0,0 0-1 0 0,-1-1 0 0 0,1 1 1 0 0,0 0-1 0 0,0 0 0 0 0,-1-1 1 0 0,1 1-1 0 0,0 0 0 0 0,0-1 0 0 0,-1 1 1 0 0,1 0-1 0 0,0-1 0 0 0,0 1 1 0 0,0 0-1 0 0,0-1 0 0 0,0 1 0 0 0,0 0 1 0 0,-1-1-1 0 0,1 1 0 0 0,0 0 1 0 0,0-1-1 0 0,0 1 0 0 0,0-1 0 0 0,1-3-42 0 0,-1 2 34 0 0,1 1 1 0 0,-1-1-1 0 0,0 1 1 0 0,1-1-1 0 0,-1 0 0 0 0,1 1 1 0 0,-1-1-1 0 0,1 1 0 0 0,0 0 1 0 0,-1-1-1 0 0,1 1 0 0 0,0-1 1 0 0,0 1-1 0 0,0 0 0 0 0,0 0 1 0 0,0 0-1 0 0,0-1 0 0 0,3 0 1 0 0,26-16-28 0 0,-16 10 21 0 0,-7 4 5 0 0,1 1 0 0 0,-1 0 0 0 0,1 0 0 0 0,-1 0 0 0 0,1 1 0 0 0,0 0 0 0 0,0 0 0 0 0,0 1 0 0 0,0 0 0 0 0,0 1 0 0 0,1 0 0 0 0,-1 0 0 0 0,0 0 0 0 0,0 1 0 0 0,0 1 0 0 0,10 2 0 0 0,-11-2 37 0 0,0-1 0 0 0,0 2-1 0 0,-1-1 1 0 0,1 1 0 0 0,-1 0 0 0 0,0 0 0 0 0,0 1 0 0 0,0 0 0 0 0,0 0 0 0 0,0 0 0 0 0,-1 1 0 0 0,0-1 0 0 0,0 1 0 0 0,0 1 0 0 0,-1-1-1 0 0,1 1 1 0 0,-1-1 0 0 0,4 10 0 0 0,-4-5 38 0 0,-1-4-37 0 0,-1 0 1 0 0,1 0-1 0 0,0 0 1 0 0,1 0-1 0 0,-1 0 1 0 0,8 8-1 0 0,-9-15-452 0 0,1 1 0 0 0,0-1 0 0 0,-1 1 0 0 0,1-1 0 0 0,0 0 0 0 0,-1 0 0 0 0,1 0 0 0 0,-1-1 0 0 0,0 1 0 0 0,5-4 0 0 0,4-15-2779 0 0,49-61-7938 0 0,-27 33 5590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17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90 2001 0 0,'0'-3'243'0'0,"-1"1"1"0"0,0 0-1 0 0,0 1 0 0 0,0-1 1 0 0,-1 0-1 0 0,1 0 0 0 0,0 0 1 0 0,-1 1-1 0 0,1-1 1 0 0,-1 1-1 0 0,0-1 0 0 0,1 1 1 0 0,-1-1-1 0 0,0 1 0 0 0,0 0 1 0 0,0 0-1 0 0,0 0 0 0 0,0 0 1 0 0,0 0-1 0 0,0 1 1 0 0,0-1-1 0 0,-3 0 0 0 0,-6-3 762 0 0,1 1 0 0 0,-1 0 1 0 0,-16-1-1 0 0,22 4-655 0 0,-1 0 1 0 0,0 0-1 0 0,0 1 1 0 0,0 0-1 0 0,1 0 1 0 0,-1 1 0 0 0,0 0-1 0 0,1-1 1 0 0,0 2-1 0 0,-1-1 1 0 0,1 1-1 0 0,0 0 1 0 0,0 0-1 0 0,-6 5 1 0 0,-5 5 645 0 0,0 0 0 0 0,-19 21 0 0 0,33-31-905 0 0,-2 1 54 0 0,0-1 0 0 0,1 1 0 0 0,0 0 1 0 0,0 0-1 0 0,0 0 0 0 0,0 0 0 0 0,0 0 0 0 0,1 1 1 0 0,0-1-1 0 0,0 1 0 0 0,0 0 0 0 0,1 0 0 0 0,-1-1 1 0 0,1 1-1 0 0,0 0 0 0 0,1 0 0 0 0,-1 0 0 0 0,1 0 1 0 0,0 0-1 0 0,0 0 0 0 0,1 0 0 0 0,-1 0 0 0 0,1 0 0 0 0,0 0 1 0 0,3 8-1 0 0,18 27 682 0 0,-12-10-310 0 0,-9-25-469 0 0,1 0 0 0 0,-1 0 0 0 0,1 0 1 0 0,1 0-1 0 0,-1 0 0 0 0,1-1 0 0 0,-1 1 0 0 0,1-1 0 0 0,0 0 0 0 0,1 1 0 0 0,3 3 0 0 0,32 25 152 0 0,85 57-1 0 0,-96-71-171 0 0,2-1-20 0 0,0-1 0 0 0,2-2 0 0 0,0-1 0 0 0,0-1 0 0 0,1-2 0 0 0,1-1 0 0 0,0-2 0 0 0,0-1 0 0 0,0-2 0 0 0,1-2 0 0 0,0 0 0 0 0,0-3 0 0 0,0-1 0 0 0,43-6 0 0 0,-60 4-103 0 0,0-2 0 0 0,0 0 0 0 0,-1 0-1 0 0,0-2 1 0 0,0 0 0 0 0,0-1 0 0 0,19-12 0 0 0,-30 15 8 0 0,0 0 0 0 0,0 0-1 0 0,0 0 1 0 0,-1-1 0 0 0,0 0-1 0 0,0 0 1 0 0,0-1 0 0 0,-1 1-1 0 0,0-1 1 0 0,0 0 0 0 0,-1 0-1 0 0,1 0 1 0 0,-2-1 0 0 0,1 1-1 0 0,-1-1 1 0 0,1-8 0 0 0,0 1 7 0 0,-2 1 1 0 0,0-1-1 0 0,0 0 1 0 0,-2 0-1 0 0,0 1 0 0 0,0-1 1 0 0,-5-16-1 0 0,4 22 82 0 0,-1 0-1 0 0,0 0 0 0 0,-1 0 1 0 0,0 0-1 0 0,0 0 0 0 0,-1 1 0 0 0,0 0 1 0 0,-1 0-1 0 0,1 0 0 0 0,-14-13 1 0 0,-4 0 109 0 0,-50-37 0 0 0,72 57-108 0 0,-20-13 95 0 0,0 2 0 0 0,0 0 0 0 0,-1 1-1 0 0,0 2 1 0 0,-1 0 0 0 0,0 1 0 0 0,0 1-1 0 0,-46-6 1 0 0,-13 3 4 0 0,-108 2 0 0 0,-32-4-3293 0 0,214 11 2216 0 0,-16-3-361 0 0,24 4 1081 0 0,0 0-1 0 0,-1 0 1 0 0,1-1 0 0 0,-1 1-1 0 0,1 0 1 0 0,0 0 0 0 0,-1 0-1 0 0,1-1 1 0 0,0 1 0 0 0,-1 0 0 0 0,1-1-1 0 0,0 1 1 0 0,0 0 0 0 0,-1-1-1 0 0,1 1 1 0 0,0 0 0 0 0,0-1-1 0 0,-1 1 1 0 0,1 0 0 0 0,0-1-1 0 0,0 1 1 0 0,0-1 0 0 0,0 1 0 0 0,0 0-1 0 0,0-1 1 0 0,0 0 0 0 0,0-12-8149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27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0 800 0 0,'0'0'7764'0'0,"-6"2"-5803"0"0,-11 2-260 0 0,1 0 1 0 0,-1 1-1 0 0,1 1 1 0 0,0 1-1 0 0,1 1 1 0 0,-1 0-1 0 0,1 0 1 0 0,-20 17-1 0 0,26-20-1062 0 0,8-5-542 0 0,0 0 0 0 0,0 0 1 0 0,0 1-1 0 0,0-1 0 0 0,0 1 0 0 0,1-1 1 0 0,-1 1-1 0 0,0-1 0 0 0,0 1 0 0 0,0-1 1 0 0,0 1-1 0 0,1 0 0 0 0,-1 0 0 0 0,0-1 1 0 0,1 1-1 0 0,-1 0 0 0 0,1 0 0 0 0,-1 0 1 0 0,0 0-1 0 0,1-1 0 0 0,0 1 0 0 0,-1 0 1 0 0,1 0-1 0 0,0 0 0 0 0,-1 0 1 0 0,1 0-1 0 0,0 3 2201 0 0,0-4-2284 0 0,0 0-1 0 0,-1 0 1 0 0,1 0-1 0 0,0-1 1 0 0,0 1-1 0 0,0 0 1 0 0,0 0-1 0 0,0 0 1 0 0,0-1 0 0 0,0 1-1 0 0,0 0 1 0 0,0 0-1 0 0,-1 0 1 0 0,1-1-1 0 0,0 1 1 0 0,0 0-1 0 0,0 0 1 0 0,0 0-1 0 0,0-1 1 0 0,0 1 0 0 0,0 0-1 0 0,1 0 1 0 0,-1 0-1 0 0,0-1 1 0 0,0 1-1 0 0,0 0 1 0 0,0 0-1 0 0,0 0 1 0 0,0-1 0 0 0,0 1-1 0 0,0 0 1 0 0,0 0-1 0 0,1 0 1 0 0,-1 0-1 0 0,0 0 1 0 0,0-1-1 0 0,0 1 1 0 0,0 0 0 0 0,0 0-1 0 0,1 0 1 0 0,-1 0-1 0 0,0 0 1 0 0,0 0-1 0 0,0-1 1 0 0,1 1-1 0 0,-1 0 1 0 0,0 0-1 0 0,0 0 1 0 0,0 0 0 0 0,1 0-1 0 0,-1 0 1 0 0,0 0-1 0 0,0 0 1 0 0,0 0-1 0 0,1 0 1 0 0,-1 0-1 0 0,0 0 1 0 0,0 0 0 0 0,0 0-1 0 0,1 0 1 0 0,-1 0-1 0 0,0 1 1 0 0,51-11 150 0 0,0 3 1 0 0,74-1 0 0 0,-91 6-147 0 0,233 9-18 0 0,-163-2 0 0 0,96-4-4061 0 0,-196 0 3181 0 0,1-1-1 0 0,-1 0 0 0 0,1 0 0 0 0,0-1 1 0 0,-1 1-1 0 0,1-1 0 0 0,-1 0 0 0 0,0 0 0 0 0,6-3 1 0 0,16-17-10562 0 0,1 2 5466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28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25 800 0 0,'-69'0'9200'0'0,"51"0"-8235"0"0,-17 1 3807 0 0,-1-3-2141 0 0,36 2-2462 0 0,-1 0 0 0 0,1-1 0 0 0,-1 1 0 0 0,1 0-1 0 0,0 0 1 0 0,-1-1 0 0 0,1 1 0 0 0,0 0-1 0 0,-1-1 1 0 0,1 1 0 0 0,0-1 0 0 0,-1 1 0 0 0,1-1-1 0 0,0 1 1 0 0,0 0 0 0 0,0-1 0 0 0,-1 1 0 0 0,1-1-1 0 0,0 1 1 0 0,0-1 0 0 0,0 1 0 0 0,0-1-1 0 0,0 1 1 0 0,0-1 0 0 0,0 1 0 0 0,0-1 0 0 0,0 1-1 0 0,0-1 1 0 0,0 1 0 0 0,0-1 0 0 0,0 1-1 0 0,0-1 1 0 0,1 1 0 0 0,-1-1 0 0 0,0 1 0 0 0,0-1-1 0 0,0 1 1 0 0,1-1 0 0 0,-1 1 0 0 0,0 0 0 0 0,1-1-1 0 0,-1 1 1 0 0,0-1 0 0 0,1 1 0 0 0,-1 0-1 0 0,0 0 1 0 0,1-1 0 0 0,0 0 0 0 0,19 0 404 0 0,0 0 1 0 0,0 1 0 0 0,0 1-1 0 0,0 1 1 0 0,30 6-1 0 0,-32-5-493 0 0,29 4 147 0 0,308 44 253 0 0,-308-46-1964 0 0,60-1-1 0 0,-34-11-3351 0 0,-60 4 2346 0 0,0 0-1 0 0,0-1 0 0 0,15-7 0 0 0,-27 11 2337 0 0,-1 0 0 0 0,0 0 0 0 0,1 0-1 0 0,-1-1 1 0 0,0 1 0 0 0,0 0 0 0 0,1 0-1 0 0,-1 0 1 0 0,0-1 0 0 0,1 1 0 0 0,-1 0-1 0 0,0 0 1 0 0,0 0 0 0 0,0-1 0 0 0,1 1 0 0 0,-1 0-1 0 0,0-1 1 0 0,0 1 0 0 0,0 0 0 0 0,0 0-1 0 0,0-1 1 0 0,1 1 0 0 0,-1 0 0 0 0,0-1-1 0 0,0 1 1 0 0,0 0 0 0 0,0-1 0 0 0,0 1-1 0 0,0 0 1 0 0,0-1 0 0 0,0 0 0 0 0,0-10-4488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28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 1921 0 0,'-5'0'2855'0'0,"1"0"-2229"0"0,-1 1 1 0 0,1 0 0 0 0,0 0 0 0 0,0 0 0 0 0,0 1 0 0 0,0-1 0 0 0,0 1 0 0 0,0 0 0 0 0,1 0 0 0 0,-1 1 0 0 0,1-1 0 0 0,-1 1 0 0 0,-5 5 0 0 0,7-7-450 0 0,1 1 0 0 0,-1 0 0 0 0,1-1 0 0 0,-1 1 0 0 0,1 0 0 0 0,-1-1 0 0 0,1 1 0 0 0,0 0 0 0 0,0 0-1 0 0,0 0 1 0 0,0 0 0 0 0,1 0 0 0 0,-1 0 0 0 0,0 0 0 0 0,1 1 0 0 0,-1-1 0 0 0,1 0 0 0 0,0 3 0 0 0,0 3 239 0 0,1-1 0 0 0,0-1 0 0 0,0 1-1 0 0,4 11 1 0 0,-2-9-125 0 0,-1 0 0 0 0,0 0 0 0 0,0 0 0 0 0,0 13 0 0 0,-1-11-61 0 0,0 0 0 0 0,1 0-1 0 0,0 0 1 0 0,0 0-1 0 0,1-1 1 0 0,1 1-1 0 0,0-1 1 0 0,9 18 0 0 0,-6-14 130 0 0,-1 0 1 0 0,9 29-1 0 0,-4 25 267 0 0,11-6-200 0 0,-12-9-67 0 0,2-27-235 0 0,-10-22-225 0 0,1 0 0 0 0,-1 0 0 0 0,-1 0 0 0 0,1 0 1 0 0,-1 1-1 0 0,0-1 0 0 0,0 0 0 0 0,0 1 0 0 0,0-1 0 0 0,0 6 1 0 0,4-11-2556 0 0,-3 0 2170 0 0,0 0 0 0 0,-1 0 0 0 0,1 0 0 0 0,0 0 0 0 0,-1 0 0 0 0,1-1 0 0 0,-1 1 0 0 0,0 0 0 0 0,1-1 0 0 0,-1 1 0 0 0,0-1-1 0 0,0 1 1 0 0,0-1 0 0 0,0 0 0 0 0,1-1 0 0 0,8-12-4827 0 0,16-6-2364 0 0,-25 20 7362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29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34 560 0 0,'-55'-6'4204'0'0,"-113"-7"11895"0"0,157 14-14379 0 0,1 0 1 0 0,-1 1-1 0 0,-16 5 0 0 0,-18 1 2956 0 0,47-8-4472 0 0,-4-2-82 0 0,35-3-101 0 0,56-5-21 0 0,121-6 0 0 0,-203 16 0 0 0,67 0-83 0 0,127 15 1 0 0,-156-8-700 0 0,-9-2-530 0 0,39 12 0 0 0,-60-12-2172 0 0,0 0-1 0 0,28 15 0 0 0,-11-5-7734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30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0 3922 0 0,'-12'5'1442'0'0,"0"-1"-1"0"0,0 0 1 0 0,-1-1 0 0 0,1-1 0 0 0,-22 3 0 0 0,-7-1 1646 0 0,5-1-1361 0 0,12-1 898 0 0,-36 6-1 0 0,48-5-103 0 0,-1-5-2251 0 0,6 1 6970 0 0,15-2-7220 0 0,1 1-1 0 0,0 0 0 0 0,0 0 1 0 0,0 1-1 0 0,16-1 1 0 0,-7 1-38 0 0,62-6 18 0 0,0 3 0 0 0,0 4 0 0 0,103 13 0 0 0,-128-9-714 0 0,-31-3-915 0 0,-1 2-1 0 0,1 0 1 0 0,-1 1 0 0 0,0 1-1 0 0,34 12 1 0 0,-50-14-679 0 0,0-2 0 0 0,0 1 1 0 0,0-1-1 0 0,0 0 0 0 0,1 0 1 0 0,9-1-1 0 0,-12 0-3415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31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80 2161 0 0,'-6'0'404'0'0,"5"0"-312"0"0,0 0 0 0 0,0 1 1 0 0,0-1-1 0 0,0 0 0 0 0,0 0 0 0 0,0 0 0 0 0,0 0 0 0 0,-1 0 1 0 0,1 0-1 0 0,0 0 0 0 0,0 0 0 0 0,0 0 0 0 0,0-1 0 0 0,0 1 0 0 0,0 0 1 0 0,0-1-1 0 0,0 1 0 0 0,0-1 0 0 0,0 1 0 0 0,0-1 0 0 0,0 0 0 0 0,0 1 1 0 0,0-1-1 0 0,-1-1 0 0 0,2 0 562 0 0,0 1-2 0 0,0 0-586 0 0,0 1 0 0 0,0 0 0 0 0,0-1 0 0 0,0 1 0 0 0,0 0 0 0 0,0 0 0 0 0,0-1 0 0 0,0 1 0 0 0,0 0 0 0 0,0-1 0 0 0,0 1 0 0 0,0 0 0 0 0,0-1 0 0 0,0 1 0 0 0,0 0 0 0 0,0-1 0 0 0,0 1 0 0 0,0 0 0 0 0,-1 0 0 0 0,1-1 0 0 0,0 1 1 0 0,0 0-1 0 0,0-1 0 0 0,0 1 0 0 0,-1 0 0 0 0,1 0 0 0 0,0 0 0 0 0,0-1 0 0 0,-1 1 0 0 0,1 0 0 0 0,0 0 0 0 0,0 0 0 0 0,-1-1 0 0 0,1 1 0 0 0,0 0 0 0 0,-1 0 0 0 0,0 0 0 0 0,-53-11 4349 0 0,50 10-4803 0 0,4 1 507 0 0,0 0 0 0 0,0 0 0 0 0,0 0 0 0 0,0-1 0 0 0,-1 1 0 0 0,1 0 0 0 0,0 0 0 0 0,0 0 0 0 0,0 0 0 0 0,0-1 0 0 0,0 1 0 0 0,0 0 0 0 0,0 0 0 0 0,-1 0 0 0 0,1-1 0 0 0,0 1 0 0 0,0 0 0 0 0,0 0 0 0 0,0 0 0 0 0,0-1 0 0 0,0 1 0 0 0,0 0 0 0 0,0 0 0 0 0,0-1 0 0 0,0 1 0 0 0,0 0 0 0 0,0 0 0 0 0,0 0 0 0 0,0-1 0 0 0,0 1 0 0 0,1 0 0 0 0,-1 0 0 0 0,0 0 0 0 0,0-1 0 0 0,0 1 0 0 0,0 0 0 0 0,0 0 0 0 0,0 0 0 0 0,0 0 0 0 0,1-1 0 0 0,-1 1 0 0 0,0 0 0 0 0,0 0 0 0 0,0 0 0 0 0,0 0 0 0 0,1 0 0 0 0,-1 0 0 0 0,0-1 0 0 0,0 1 0 0 0,0 0 0 0 0,1 0 0 0 0,-1 0 0 0 0,0 0 0 0 0,0 0 0 0 0,0 0 0 0 0,1 0 0 0 0,-1 0 0 0 0,0 0 0 0 0,0 0 0 0 0,0 0 0 0 0,1 0 0 0 0,45-10 1083 0 0,3 0-569 0 0,52-5 0 0 0,-72 13-580 0 0,0 1 1 0 0,0 1-1 0 0,0 1 0 0 0,-1 2 1 0 0,51 11-1 0 0,-67-11-41 0 0,22 8 19 0 0,-33-11-25 0 0,1 1 0 0 0,-1-1-1 0 0,0 0 1 0 0,0 1 0 0 0,0-1-1 0 0,0 1 1 0 0,0-1 0 0 0,0 1-1 0 0,-1 0 1 0 0,1-1 0 0 0,0 1-1 0 0,0 0 1 0 0,0 0 0 0 0,-1 0-1 0 0,1-1 1 0 0,0 1 0 0 0,-1 0-1 0 0,1 0 1 0 0,0 0 0 0 0,-1 0-1 0 0,0 0 1 0 0,1 2 0 0 0,-1-1 8 0 0,0 1 0 0 0,0-1 0 0 0,-1 1 1 0 0,1-1-1 0 0,-1 0 0 0 0,1 1 0 0 0,-1-1 1 0 0,0 0-1 0 0,0 0 0 0 0,0 1 1 0 0,0-1-1 0 0,0 0 0 0 0,-1 0 0 0 0,1 0 1 0 0,-1 0-1 0 0,-2 2 0 0 0,0 0 13 0 0,-1-1 1 0 0,1 1-1 0 0,-1-1 0 0 0,1 0 0 0 0,-1 0 1 0 0,0-1-1 0 0,-6 2 0 0 0,-9 3 73 0 0,-1-1-1 0 0,-40 6 1 0 0,38-8-59 0 0,5 0 114 0 0,-1 0 0 0 0,1-1-1 0 0,-1-1 1 0 0,-30 0 0 0 0,36-2 31 0 0,13-1-173 0 0,-1 1 0 0 0,1 0-1 0 0,0 0 1 0 0,-1 0-1 0 0,1-1 1 0 0,-1 1-1 0 0,1 0 1 0 0,0-1-1 0 0,-1 1 1 0 0,1 0 0 0 0,0-1-1 0 0,0 1 1 0 0,-1-1-1 0 0,1 1 1 0 0,0 0-1 0 0,0-1 1 0 0,-1 1 0 0 0,1-1-1 0 0,0 1 1 0 0,0-1-1 0 0,0 1 1 0 0,0-1-1 0 0,0 1 1 0 0,0-1 0 0 0,0 1-1 0 0,0 0 1 0 0,0-1-1 0 0,0 1 1 0 0,0-1-1 0 0,0 1 1 0 0,0-1 0 0 0,0 1-1 0 0,0-1 1 0 0,0 1-1 0 0,1-1 1 0 0,-1 1-1 0 0,0-1 1 0 0,0 1 0 0 0,0 0-1 0 0,1-1 1 0 0,-1 1-1 0 0,0 0 1 0 0,1-1-1 0 0,-1 1 1 0 0,0-1 0 0 0,1 1-1 0 0,-1 0 1 0 0,0 0-1 0 0,1-1 1 0 0,-1 1-1 0 0,1 0 1 0 0,38-11 8 0 0,1 3 0 0 0,0 1 0 0 0,0 2 0 0 0,0 2 0 0 0,1 1 0 0 0,40 5 0 0 0,-76-3-3 0 0,-1 1 1 0 0,0 0 0 0 0,1 0 0 0 0,-1 0-1 0 0,0 0 1 0 0,0 1 0 0 0,0-1 0 0 0,0 1 0 0 0,7 4-1 0 0,-10-5 2 0 0,0 0-1 0 0,0 0 1 0 0,0 0-1 0 0,-1 0 1 0 0,1 0-1 0 0,0 0 1 0 0,0 0-1 0 0,0 0 1 0 0,-1 0-1 0 0,1 0 1 0 0,-1 1-1 0 0,1-1 1 0 0,-1 0-1 0 0,1 0 1 0 0,-1 1-1 0 0,0-1 1 0 0,1 0-1 0 0,-1 0 1 0 0,0 1-1 0 0,0-1 1 0 0,0 0-1 0 0,0 1 1 0 0,0-1-1 0 0,0 0 1 0 0,-1 1-1 0 0,1-1 1 0 0,0 0-1 0 0,-1 1 1 0 0,1-1-1 0 0,-1 0 1 0 0,1 0-1 0 0,-1 0 1 0 0,0 0-1 0 0,1 1 1 0 0,-1-1-1 0 0,0 0 1 0 0,0 0-1 0 0,0 0 1 0 0,0 0-1 0 0,-1 0 1 0 0,-14 17 345 0 0,-1-2 0 0 0,0 0 0 0 0,-2-2 0 0 0,1 0 0 0 0,-2 0 0 0 0,0-2 0 0 0,0-1 0 0 0,-1 0 0 0 0,-1-2 0 0 0,-33 11 0 0 0,26-11-335 0 0,-1-2 0 0 0,0 0 0 0 0,-44 2 0 0 0,69-8-289 0 0,-1-1 1 0 0,0 0-1 0 0,0 0 1 0 0,1-1-1 0 0,-8-1 0 0 0,12 2 117 0 0,0 0 1 0 0,0 0-1 0 0,0-1 0 0 0,0 1 0 0 0,0 0 0 0 0,-1-1 0 0 0,1 1 0 0 0,0-1 1 0 0,0 1-1 0 0,0-1 0 0 0,0 1 0 0 0,0-1 0 0 0,1 0 0 0 0,-1 1 0 0 0,0-1 1 0 0,0 0-1 0 0,0 0 0 0 0,1 0 0 0 0,-1 0 0 0 0,0 1 0 0 0,1-1 0 0 0,-1 0 1 0 0,0 0-1 0 0,1 0 0 0 0,0-1 0 0 0,-1 1 0 0 0,1 0 0 0 0,0 0 0 0 0,-1 0 1 0 0,1-1-1 0 0,0 0-44 0 0,0 1 1 0 0,0-1 0 0 0,1 1 0 0 0,-1 0 0 0 0,1-1 0 0 0,-1 1-1 0 0,1 0 1 0 0,-1 0 0 0 0,1-1 0 0 0,0 1 0 0 0,-1 0 0 0 0,1 0-1 0 0,0 0 1 0 0,0 0 0 0 0,0 0 0 0 0,0 0 0 0 0,0 0-1 0 0,0 0 1 0 0,0 0 0 0 0,0 0 0 0 0,0 1 0 0 0,0-1 0 0 0,2 0-1 0 0,5-5-1025 0 0,4-8-2355 0 0,-10 12 3225 0 0,0 0 0 0 0,-1 0 0 0 0,1 0 0 0 0,0 0 1 0 0,0 0-1 0 0,0 1 0 0 0,0-1 0 0 0,0 1 1 0 0,0 0-1 0 0,1 0 0 0 0,-1-1 0 0 0,0 1 0 0 0,4 0 1 0 0,48-21-4356 0 0,-16-4 361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32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32 3522 0 0,'-60'-12'7123'0'0,"61"12"-7085"0"0,-1 0 1 0 0,0 0 0 0 0,0 0-1 0 0,0-1 1 0 0,0 1-1 0 0,0 0 1 0 0,1 0-1 0 0,-1 0 1 0 0,0 0 0 0 0,0 0-1 0 0,0 0 1 0 0,0 0-1 0 0,0-1 1 0 0,0 1-1 0 0,0 0 1 0 0,1 0-1 0 0,-1 0 1 0 0,0 0 0 0 0,0-1-1 0 0,0 1 1 0 0,0 0-1 0 0,0 0 1 0 0,0 0-1 0 0,0 0 1 0 0,0-1 0 0 0,0 1-1 0 0,0 0 1 0 0,0 0-1 0 0,0 0 1 0 0,0 0-1 0 0,0-1 1 0 0,0 1-1 0 0,0 0 1 0 0,0 0 0 0 0,0 0-1 0 0,0 0 1 0 0,0-1-1 0 0,0 1 1 0 0,0 0-1 0 0,-1 0 1 0 0,1 0 0 0 0,0 0-1 0 0,0-1 1 0 0,0 1-1 0 0,0 0 1 0 0,0 0-1 0 0,0 0 1 0 0,0 0-1 0 0,-1 0 1 0 0,1 0 0 0 0,0 0-1 0 0,0-1 1 0 0,0 1-1 0 0,-1 0 1 0 0,15-3 209 0 0,1 0 0 0 0,-1 0 0 0 0,0 2 0 0 0,22-1 0 0 0,56 15-21 0 0,-88-12-203 0 0,0 0 0 0 0,0 0 0 0 0,0 0 0 0 0,0 0 0 0 0,0 0-1 0 0,0 1 1 0 0,0 0 0 0 0,-1 0 0 0 0,1 0 0 0 0,4 4 0 0 0,16 8 140 0 0,-22-13-145 0 0,0-1-1 0 0,0 1 1 0 0,0 0 0 0 0,0 0 0 0 0,0 1-1 0 0,-1-1 1 0 0,1 0 0 0 0,0 0 0 0 0,-1 1-1 0 0,1-1 1 0 0,-1 1 0 0 0,0 0-1 0 0,1-1 1 0 0,-1 1 0 0 0,0 0 0 0 0,0 0-1 0 0,1 1 1 0 0,-1 2 29 0 0,0 0-1 0 0,0-1 1 0 0,0 1-1 0 0,-1-1 1 0 0,0 1 0 0 0,0 6-1 0 0,0-1-23 0 0,-1-6-12 0 0,1 0-1 0 0,-1 0 1 0 0,0 0 0 0 0,0 0 0 0 0,0-1 0 0 0,0 1 0 0 0,-1 0 0 0 0,1-1 0 0 0,-1 1 0 0 0,0-1 0 0 0,0 0 0 0 0,-1 1-1 0 0,1-1 1 0 0,-3 3 0 0 0,-46 41 519 0 0,29-28 80 0 0,0 1-87 0 0,0-1 0 0 0,-1-2 0 0 0,-1 0 1 0 0,0-2-1 0 0,-1 0 0 0 0,-31 12 0 0 0,41-20-281 0 0,-1 0 1 0 0,0-1-1 0 0,0 0 0 0 0,0-1 1 0 0,-1-1-1 0 0,0-1 1 0 0,-28 2-1 0 0,38-5-214 0 0,0-1-1 0 0,0 1 1 0 0,1-1 0 0 0,-1-1-1 0 0,0 1 1 0 0,0-1-1 0 0,1 0 1 0 0,-1-1-1 0 0,1 1 1 0 0,0-1 0 0 0,0-1-1 0 0,0 1 1 0 0,-7-6-1 0 0,12 7-44 0 0,0 1 0 0 0,0-1 0 0 0,0 0 0 0 0,0 0-1 0 0,1 1 1 0 0,-1-1 0 0 0,1 0 0 0 0,-1 0-1 0 0,1 0 1 0 0,-1 0 0 0 0,1 0 0 0 0,0 0 0 0 0,0 0-1 0 0,0 0 1 0 0,0 0 0 0 0,0 0 0 0 0,1 1-1 0 0,0-4 1 0 0,0-7-129 0 0,-1 3 50 0 0,-1 3 38 0 0,1 1-1 0 0,1-1 1 0 0,-1 0 0 0 0,1 1-1 0 0,2-9 1 0 0,-3 12 47 0 0,1-1-1 0 0,0 1 1 0 0,1 0 0 0 0,-1 1-1 0 0,0-1 1 0 0,0 0 0 0 0,1 0 0 0 0,-1 0-1 0 0,1 1 1 0 0,0-1 0 0 0,-1 1 0 0 0,1-1-1 0 0,0 1 1 0 0,0 0 0 0 0,0 0 0 0 0,3-2-1 0 0,6-2-30 0 0,0 0 0 0 0,0 0-1 0 0,0 1 1 0 0,0 0 0 0 0,13-1-1 0 0,-17 4 42 0 0,-1 0-1 0 0,1 1 1 0 0,0-1 0 0 0,-1 2-1 0 0,1-1 1 0 0,-1 1-1 0 0,1 0 1 0 0,-1 0-1 0 0,1 1 1 0 0,-1 0-1 0 0,7 3 1 0 0,57 34 80 0 0,-63-36-71 0 0,1 0 11 0 0,-1 1 0 0 0,0 0 0 0 0,0 0-1 0 0,0 0 1 0 0,-1 1 0 0 0,1-1 0 0 0,-1 2-1 0 0,0-1 1 0 0,0 1 0 0 0,7 10 0 0 0,-12-14-35 0 0,0 0 1 0 0,-1 0 0 0 0,1-1-1 0 0,0 1 1 0 0,0 0 0 0 0,0-1 0 0 0,0 1-1 0 0,1 0 1 0 0,-1-1 0 0 0,0 1-1 0 0,1-1 1 0 0,-1 0 0 0 0,0 1-1 0 0,1-1 1 0 0,0 0 0 0 0,-1 0 0 0 0,1 0-1 0 0,0 0 1 0 0,2 0 0 0 0,1 2-127 0 0,-3-2-376 0 0,1 0-1 0 0,-1 0 1 0 0,0-1 0 0 0,1 1 0 0 0,-1-1-1 0 0,1 1 1 0 0,-1-1 0 0 0,1 0 0 0 0,-1 0 0 0 0,0 0-1 0 0,1 0 1 0 0,-1 0 0 0 0,1 0 0 0 0,-1-1-1 0 0,1 1 1 0 0,-1-1 0 0 0,0 0 0 0 0,1 0 0 0 0,-1 0-1 0 0,3-1 1 0 0,13-5-2388 0 0,14-5-1216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32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225 117 2161 0 0,'-19'5'809'0'0,"-9"3"959"0"0,-36 13-1 0 0,58-18-1262 0 0,-1 0 0 0 0,1 0 0 0 0,-1 1 0 0 0,1-1 0 0 0,0 2 0 0 0,0-1-1 0 0,0 0 1 0 0,1 1 0 0 0,0 0 0 0 0,-8 10 0 0 0,-20 28 3643 0 0,32-42-4078 0 0,1-1-1 0 0,-1 1 0 0 0,0 0 0 0 0,1 0 0 0 0,-1-1 1 0 0,1 1-1 0 0,-1 0 0 0 0,1 0 0 0 0,-1 0 1 0 0,1 0-1 0 0,0-1 0 0 0,-1 1 0 0 0,1 0 0 0 0,0 0 1 0 0,0 0-1 0 0,0 0 0 0 0,0 0 0 0 0,0 0 0 0 0,0 0 1 0 0,0 0-1 0 0,0 0 0 0 0,0 0 0 0 0,0 0 1 0 0,0 0-1 0 0,1-1 0 0 0,-1 1 0 0 0,0 0 0 0 0,1 0 1 0 0,-1 0-1 0 0,0 0 0 0 0,1 0 0 0 0,-1-1 0 0 0,1 1 1 0 0,0 0-1 0 0,-1 0 0 0 0,1-1 0 0 0,0 1 1 0 0,-1 0-1 0 0,1-1 0 0 0,0 1 0 0 0,-1-1 0 0 0,1 1 1 0 0,0-1-1 0 0,2 1 0 0 0,3 3 76 0 0,1-2 1 0 0,-1 1-1 0 0,1-1 0 0 0,11 3 0 0 0,-10-4 30 0 0,20 7 236 0 0,2 1 88 0 0,0-2-1 0 0,34 4 1 0 0,-51-10-434 0 0,0-1 1 0 0,0 0-1 0 0,0-1 0 0 0,0-1 0 0 0,-1 0 0 0 0,1-1 1 0 0,0 0-1 0 0,20-9 0 0 0,-30 10-70 0 0,1 0 0 0 0,-1 0 1 0 0,0 0-1 0 0,-1-1 0 0 0,1 1 0 0 0,0-1 0 0 0,-1 0 1 0 0,1 0-1 0 0,-1 0 0 0 0,0 0 0 0 0,0 0 0 0 0,3-6 1 0 0,18-45-331 0 0,-23 54 332 0 0,2-5-66 0 0,-1-1 0 0 0,1 0 0 0 0,-1 1 1 0 0,0-1-1 0 0,-1 0 0 0 0,0 1 0 0 0,1-1 0 0 0,-2 0 1 0 0,1 1-1 0 0,-1-1 0 0 0,0 0 0 0 0,0 1 0 0 0,0-1 0 0 0,-1 0 1 0 0,0 1-1 0 0,0 0 0 0 0,0 0 0 0 0,-1-1 0 0 0,0 1 1 0 0,0 1-1 0 0,0-1 0 0 0,0 0 0 0 0,-1 1 0 0 0,0-1 0 0 0,0 1 1 0 0,-7-6-1 0 0,1 2-330 0 0,-1-1 1 0 0,0 2-1 0 0,-1-1 1 0 0,1 2 0 0 0,-1-1-1 0 0,0 2 1 0 0,-1-1-1 0 0,0 2 1 0 0,-24-6-1 0 0,35 9 221 0 0,1 1-1 0 0,-1 0 1 0 0,1-1-1 0 0,-1 1 1 0 0,1 0-1 0 0,-1 0 1 0 0,0 0-1 0 0,1 0 1 0 0,-1 0-1 0 0,1 1 1 0 0,-1-1-1 0 0,1 0 1 0 0,-1 1-1 0 0,1-1 1 0 0,-1 1-1 0 0,1 0 1 0 0,-3 0-1 0 0,1 1-463 0 0,3-2 480 0 0,0 0 0 0 0,-1 0-1 0 0,1 1 1 0 0,-1-1 0 0 0,1 0 0 0 0,0 0-1 0 0,-1 0 1 0 0,1 1 0 0 0,0-1 0 0 0,0 0-1 0 0,-1 1 1 0 0,1-1 0 0 0,0 0 0 0 0,0 1-1 0 0,-1-1 1 0 0,1 0 0 0 0,0 1 0 0 0,0-1-1 0 0,0 0 1 0 0,-1 1 0 0 0,1-1 0 0 0,0 1-1 0 0,0-1 1 0 0,0 0 0 0 0,0 1 0 0 0,0-1-1 0 0,0 1 1 0 0,0-1 0 0 0,0 0 0 0 0,0 1-1 0 0,0-1 1 0 0,0 1 0 0 0,0-1 0 0 0,1 1-1 0 0,-1 1-974 0 0,0 5-2425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33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261 111 1841 0 0,'-195'0'11138'0'0,"129"-9"-266"0"0,72 9-9458 0 0,14 3-83 0 0,-15-1-981 0 0,1-1-1 0 0,-1 0 1 0 0,1-1-1 0 0,0 1 1 0 0,11-2-1 0 0,176-19 1130 0 0,-2-7-4716 0 0,-64 4-2767 0 0,-1-2-3935 0 0,-57 11 3189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34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198 147 2641 0 0,'0'-1'307'0'0,"0"0"0"0"0,0-1 0 0 0,-1 1 0 0 0,1 0 1 0 0,0-1-1 0 0,0 1 0 0 0,-1 0 0 0 0,1-1 0 0 0,-1 1 0 0 0,1 0 0 0 0,-1 0 0 0 0,0 0 0 0 0,1-1 0 0 0,-1 1 0 0 0,0 0 0 0 0,0 0 0 0 0,0 0 0 0 0,0 0 1 0 0,1 0-1 0 0,-2 0 0 0 0,1 1 0 0 0,0-1 0 0 0,0 0 0 0 0,0 0 0 0 0,-2 0 0 0 0,-5-5 260 0 0,6 4-326 0 0,1-1 1 0 0,0 1 0 0 0,0 0-1 0 0,0-1 1 0 0,1 1-1 0 0,-1-1 1 0 0,1 1 0 0 0,-1-1-1 0 0,1 1 1 0 0,0-1-1 0 0,0 1 1 0 0,0-1-1 0 0,0 1 1 0 0,0-1 0 0 0,1-3-1 0 0,0-6 349 0 0,-1-28-283 0 0,6 38-174 0 0,11-4 145 0 0,-34 5 311 0 0,16 1-581 0 0,1 0-1 0 0,0 0 1 0 0,0 0-1 0 0,0 0 1 0 0,0 0-1 0 0,0 1 1 0 0,0-1-1 0 0,0 0 1 0 0,-1 0-1 0 0,1 0 1 0 0,0 0-1 0 0,0 0 1 0 0,0 0-1 0 0,0 0 1 0 0,0 0-1 0 0,0 0 1 0 0,-1 0-1 0 0,1 0 1 0 0,0 0-1 0 0,0 0 1 0 0,0 0-1 0 0,0 0 0 0 0,0 0 1 0 0,-1 0-1 0 0,1 0 1 0 0,0 0-1 0 0,0 0 1 0 0,0 0-1 0 0,0 0 1 0 0,0 0-1 0 0,-1 0 1 0 0,1 0-1 0 0,0-1 1 0 0,0 1-1 0 0,0 0 1 0 0,0 0-1 0 0,0 0 1 0 0,0 0-1 0 0,0 0 1 0 0,0 0-1 0 0,-1 0 1 0 0,1 0-1 0 0,0-1 1 0 0,0 1-1 0 0,0 0 1 0 0,0 0-1 0 0,0 0 0 0 0,0 0 1 0 0,0 0-1 0 0,0 0 1 0 0,0-1-1 0 0,0 1 1 0 0,0 0-1 0 0,0 0 1 0 0,0 0-1 0 0,0 0 1 0 0,0 0-1 0 0,0-1 1 0 0,0 1-1 0 0,0 0 1 0 0,0 0-1 0 0,0 0 7 0 0,0 0-1 0 0,0-1 0 0 0,0 1 1 0 0,0 0-1 0 0,0 0 1 0 0,0 0-1 0 0,0 0 0 0 0,0 0 1 0 0,0-1-1 0 0,0 1 1 0 0,0 0-1 0 0,0 0 0 0 0,0 0 1 0 0,0 0-1 0 0,0 0 0 0 0,0-1 1 0 0,0 1-1 0 0,0 0 1 0 0,0 0-1 0 0,0 0 0 0 0,0 0 1 0 0,0 0-1 0 0,0 0 1 0 0,-1 0-1 0 0,1-1 0 0 0,0 1 1 0 0,0 0-1 0 0,0 0 0 0 0,0 0 1 0 0,0 0-1 0 0,0 0 1 0 0,0 0-1 0 0,-1 0 0 0 0,1 0 1 0 0,0 0-1 0 0,0 0 1 0 0,0 0-1 0 0,0 0 0 0 0,0 0 1 0 0,-1 0-1 0 0,1 0 1 0 0,0 0-1 0 0,0 0 0 0 0,0 0 1 0 0,0 0-1 0 0,0 0 0 0 0,0 0 1 0 0,-1 0-1 0 0,1 0 1 0 0,0 0-1 0 0,0 0 0 0 0,0 0 1 0 0,0 0-1 0 0,0 0 1 0 0,-1 0-1 0 0,1 0 0 0 0,0 0 1 0 0,0 0-1 0 0,0 0 1 0 0,0 0-1 0 0,0 1 0 0 0,-4-1-6 0 0,3-1 3 0 0,1 1 0 0 0,-1 0 0 0 0,0 0 0 0 0,0 0 0 0 0,0 0 0 0 0,1 0 0 0 0,-1 0 0 0 0,0 0 0 0 0,0 0 0 0 0,0 0 0 0 0,1 0 0 0 0,-1 0 0 0 0,0 0 0 0 0,0 1 0 0 0,1-1 0 0 0,-1 0 0 0 0,0 1 0 0 0,0-1 0 0 0,1 0 0 0 0,-1 1 0 0 0,0-1 0 0 0,1 1 0 0 0,-1-1 0 0 0,1 1 0 0 0,-1-1 0 0 0,1 1 0 0 0,-1 0 0 0 0,1-1 0 0 0,-1 1 0 0 0,1 0 0 0 0,-1-1 0 0 0,1 1 0 0 0,0 0 0 0 0,-1-1 0 0 0,1 1 0 0 0,0 0 0 0 0,0 0 0 0 0,-1 0 0 0 0,1-1 0 0 0,0 1 0 0 0,0 0 0 0 0,0 0 0 0 0,0 0 0 0 0,0-1 0 0 0,0 2 0 0 0,0 0 2 0 0,0-1 1 0 0,0 1-1 0 0,0-1 0 0 0,-1 0 0 0 0,1 1 1 0 0,0-1-1 0 0,-1 0 0 0 0,1 1 0 0 0,-1-1 0 0 0,0 0 1 0 0,1 0-1 0 0,-1 0 0 0 0,0 1 0 0 0,0-1 1 0 0,0 0-1 0 0,0 0 0 0 0,0 0 0 0 0,0 0 0 0 0,0-1 1 0 0,0 1-1 0 0,-2 1 0 0 0,-8 8 119 0 0,10-6-32 0 0,-1 0 0 0 0,1 1 0 0 0,0-1 0 0 0,0 1-1 0 0,0-1 1 0 0,1 1 0 0 0,0-1 0 0 0,0 1 0 0 0,0 0-1 0 0,1 7 1 0 0,0 4 695 0 0,-7-14-407 0 0,3-2-299 0 0,2 0-69 0 0,0 0 1 0 0,0 0-1 0 0,0 0 1 0 0,0 0 0 0 0,0 0-1 0 0,0 0 1 0 0,0 1-1 0 0,1-1 1 0 0,-1 0 0 0 0,0 1-1 0 0,0-1 1 0 0,0 0-1 0 0,0 1 1 0 0,0-1 0 0 0,1 1-1 0 0,-1-1 1 0 0,0 1 0 0 0,0-1-1 0 0,1 1 1 0 0,-1 0-1 0 0,0-1 1 0 0,1 1 0 0 0,-1 0-1 0 0,1 0 1 0 0,-1-1-1 0 0,1 1 1 0 0,-1 0 0 0 0,1 0-1 0 0,0 0 1 0 0,-1 0-1 0 0,1-1 1 0 0,0 1 0 0 0,-1 0-1 0 0,1 1 1 0 0,0-1-5 0 0,0 0 0 0 0,0 0 0 0 0,0 0 0 0 0,0 0 0 0 0,-1 0 0 0 0,1-1 0 0 0,0 1 0 0 0,-1 0 0 0 0,1 0 0 0 0,0-1 0 0 0,-1 1 0 0 0,1 0 0 0 0,-1 0 0 0 0,1-1 0 0 0,-1 1 0 0 0,1 0 0 0 0,-1-1 0 0 0,0 1 0 0 0,1-1 0 0 0,-1 1 0 0 0,0-1 0 0 0,0 1 0 0 0,1-1 0 0 0,-1 1 0 0 0,0-1 0 0 0,0 0 0 0 0,1 0 0 0 0,-1 1 0 0 0,0-1 0 0 0,0 0 0 0 0,0 0 0 0 0,-1 0 0 0 0,-6 4 143 0 0,6-3-86 0 0,-1 1 0 0 0,1 0-1 0 0,0-1 1 0 0,-1 0-1 0 0,0 1 1 0 0,1-1-1 0 0,-1 0 1 0 0,0 0-1 0 0,1-1 1 0 0,-6 2-1 0 0,8-2-31 0 0,-1 1 0 0 0,1-1 0 0 0,-1 1 0 0 0,1-1-1 0 0,-1 1 1 0 0,1-1 0 0 0,-1 1 0 0 0,1 0-1 0 0,0-1 1 0 0,-1 1 0 0 0,1 0 0 0 0,0-1-1 0 0,0 1 1 0 0,-1 0 0 0 0,1-1 0 0 0,0 1 0 0 0,0 0-1 0 0,0-1 1 0 0,0 1 0 0 0,0 0 0 0 0,0-1-1 0 0,0 1 1 0 0,0 1 0 0 0,0 23 882 0 0,1-18-664 0 0,0-6-213 0 0,0 0 1 0 0,0 0-1 0 0,0 0 1 0 0,1-1-1 0 0,-1 1 1 0 0,0 0-1 0 0,1 0 1 0 0,-1-1-1 0 0,0 1 1 0 0,1-1-1 0 0,-1 1 1 0 0,1-1-1 0 0,-1 0 1 0 0,1 1-1 0 0,-1-1 1 0 0,1 0-1 0 0,1 0 1 0 0,-2 0 15 0 0,-1 0-47 0 0,1 0 0 0 0,-1 0 0 0 0,0 0 0 0 0,0 0 0 0 0,0 0 1 0 0,1 0-1 0 0,-1 0 0 0 0,0 0 0 0 0,0 0 0 0 0,1 0 0 0 0,-1 1 0 0 0,0-1 0 0 0,0 0 0 0 0,1 0 0 0 0,-1 0 0 0 0,0 0 0 0 0,0 0 0 0 0,0 0 0 0 0,0 1 0 0 0,1-1 0 0 0,-1 0 0 0 0,0 0 0 0 0,0 0 0 0 0,0 1 0 0 0,0-1 1 0 0,0 0-1 0 0,1 0 0 0 0,-1 0 0 0 0,0 1 0 0 0,0-1 0 0 0,0 0 0 0 0,0 0 0 0 0,0 1 0 0 0,0-1 0 0 0,0 0 0 0 0,0 0 0 0 0,0 1 0 0 0,0-1 0 0 0,0 0 0 0 0,0 0 0 0 0,0 1 0 0 0,0-1 0 0 0,0 0 0 0 0,0 0 1 0 0,0 0-1 0 0,0 1 0 0 0,-1-1 0 0 0,1 1 3 0 0,0-1 0 0 0,0 0 0 0 0,0 0 0 0 0,0 0 0 0 0,0 1 0 0 0,0-1 0 0 0,0 0 0 0 0,0 0 0 0 0,0 1 0 0 0,0-1 1 0 0,0 0-1 0 0,0 0 0 0 0,0 1 0 0 0,0-1 0 0 0,0 0 0 0 0,0 0 0 0 0,0 1 0 0 0,0-1 0 0 0,0 0 0 0 0,0 0 0 0 0,0 1 0 0 0,0-1 0 0 0,1 0 0 0 0,-1 0 1 0 0,0 0-1 0 0,0 1 0 0 0,0-1 0 0 0,0 0 0 0 0,0 0 0 0 0,1 0 0 0 0,-1 0 0 0 0,0 1 0 0 0,0-1 0 0 0,0 0 0 0 0,1 0 0 0 0,-1 0 0 0 0,0 0 0 0 0,0 0 1 0 0,1 0-1 0 0,-1 0 0 0 0,0 1 0 0 0,0-1 0 0 0,0 0 0 0 0,1 0 0 0 0,-1 0 0 0 0,0 0 0 0 0,1 0 0 0 0,28 6 292 0 0,-12-2-149 0 0,0-1 0 0 0,0 0-1 0 0,1-1 1 0 0,-1-1 0 0 0,26-2-1 0 0,2-4-49 0 0,-36 1-87 0 0,1 1 5 0 0,0 2-5 0 0,0-1 0 0 0,-1-1 1 0 0,16-5-1 0 0,-24 8-21 0 0,-1 0 0 0 0,1 0 0 0 0,-1-1 0 0 0,0 1 0 0 0,1 0 0 0 0,-1 0 0 0 0,0-1 0 0 0,1 1 0 0 0,-1 0 0 0 0,0 0 0 0 0,0-1 0 0 0,1 1 0 0 0,-1 0 0 0 0,0-1 0 0 0,0 1 0 0 0,1-1 0 0 0,-1 1 0 0 0,0 0 0 0 0,0-1 0 0 0,0 1 1 0 0,0-1-1 0 0,0 1 0 0 0,1 0 0 0 0,-1-1 0 0 0,0 1 0 0 0,0-1 0 0 0,0 1 0 0 0,0-1 0 0 0,4-10 6 0 0,-1 10-8 0 0,14-10 0 0 0,-17 11 0 0 0,1 0 0 0 0,-1-1 0 0 0,1 1 0 0 0,-1 0 0 0 0,0 0 0 0 0,1-1 0 0 0,-1 1 0 0 0,0 0 0 0 0,0-1 0 0 0,1 1 0 0 0,-1 0 0 0 0,0-1 0 0 0,0 1 0 0 0,1 0 0 0 0,-1-1 0 0 0,0 1 0 0 0,0-1 0 0 0,0 1 0 0 0,0 0 0 0 0,0-1 0 0 0,0 1 0 0 0,0-1 0 0 0,1 1 0 0 0,-1 0 0 0 0,0-1 0 0 0,0 1 0 0 0,0-1 0 0 0,-1 1 0 0 0,1 0 0 0 0,0-1 0 0 0,0 1 0 0 0,0-1 0 0 0,0 1 0 0 0,0 0 0 0 0,0-1 0 0 0,-1 1 0 0 0,1-1 0 0 0,0 1 0 0 0,0 0 0 0 0,0-1 0 0 0,-1 1 0 0 0,1 0 0 0 0,0-1 0 0 0,-1 1 0 0 0,-8-7 3 0 0,7 7 0 0 0,1-1 0 0 0,0 0-1 0 0,0 1 1 0 0,0-1 0 0 0,0 0-1 0 0,0 0 1 0 0,0 0 0 0 0,0 0 0 0 0,0 0-1 0 0,0 0 1 0 0,0 0 0 0 0,0 0 0 0 0,1 0-1 0 0,-1 0 1 0 0,0-1 0 0 0,1 1 0 0 0,-1 0-1 0 0,1 0 1 0 0,0-1 0 0 0,-1 1-1 0 0,1 0 1 0 0,0-1 0 0 0,0 1 0 0 0,0 0-1 0 0,0-1 1 0 0,0 1 0 0 0,0-2 0 0 0,-1 2 2 0 0,1-1 1 0 0,-1 1 0 0 0,1 0 0 0 0,-1 0-1 0 0,1 0 1 0 0,-1 0 0 0 0,0 0 0 0 0,0 0-1 0 0,1 0 1 0 0,-1 1 0 0 0,0-1 0 0 0,0 0-1 0 0,0 0 1 0 0,0 0 0 0 0,0 1 0 0 0,0-1-1 0 0,0 1 1 0 0,0-1 0 0 0,0 1-1 0 0,-1-1 1 0 0,1 1 0 0 0,0 0 0 0 0,0-1-1 0 0,0 1 1 0 0,-2 0 0 0 0,1-1 18 0 0,1 1-4 0 0,1 0-1 0 0,-1-1 1 0 0,1 1 0 0 0,-1-1-1 0 0,1 1 1 0 0,-1 0 0 0 0,1-1 0 0 0,0 1-1 0 0,-1-1 1 0 0,1 1 0 0 0,0-1-1 0 0,0 1 1 0 0,-1-1 0 0 0,1 0-1 0 0,0 1 1 0 0,0-1 0 0 0,0 1-1 0 0,-1-1 1 0 0,1 1 0 0 0,0-1 0 0 0,0 0-1 0 0,0 0 1 0 0,1-2 252 0 0,-1 9-50 0 0,0-1-199 0 0,1-1 0 0 0,-1 0 0 0 0,1 1 0 0 0,0-1-1 0 0,0 0 1 0 0,0 0 0 0 0,1 0 0 0 0,-1 0 0 0 0,5 7 0 0 0,7 21 95 0 0,-8-4 23 0 0,-2 1-1 0 0,-1-1 1 0 0,-2 1 0 0 0,-2 30-1 0 0,0 9-123 0 0,2-58-643 0 0,0 11 772 0 0,0-16-3179 0 0,2-12-5740 0 0,-2 6 8600 0 0,0 0-1 0 0,1 1 1 0 0,-1-1-1 0 0,1 0 1 0 0,-1 1-1 0 0,1-1 1 0 0,-1 0-1 0 0,1 1 1 0 0,0-1-1 0 0,-1 1 1 0 0,1-1-1 0 0,0 1 1 0 0,-1-1-1 0 0,1 1 1 0 0,0 0-1 0 0,0-1 1 0 0,-1 1-1 0 0,1 0 1 0 0,0 0 0 0 0,0 0-1 0 0,1-1 1 0 0,8-4-1466 0 0,1-15-2336 0 0,11-15-654 0 0,-21 29 3998 0 0,0 1 0 0 0,1 0 1 0 0,-2-1-1 0 0,1 1 0 0 0,-1-1 0 0 0,0-7 1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35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9 2321 0 0,'6'0'725'0'0,"-5"-1"-544"0"0,0 1-1 0 0,0 0 1 0 0,0-1 0 0 0,0 1-1 0 0,0 0 1 0 0,0 0 0 0 0,0 0-1 0 0,0 0 1 0 0,0 0 0 0 0,1 0 0 0 0,-1 1-1 0 0,0-1 1 0 0,0 0 0 0 0,0 0-1 0 0,0 1 1 0 0,0-1 0 0 0,0 1 0 0 0,0-1-1 0 0,0 1 1 0 0,0-1 0 0 0,0 1-1 0 0,0 0 1 0 0,0-1 0 0 0,1 4 2387 0 0,-29-4 1341 0 0,21 0-2442 0 0,1 0-266 0 0,-17 0-241 0 0,17 0 347 0 0,-1 0-827 0 0,0 1-162 0 0,-1 0-1 0 0,1 1 1 0 0,0-1-1 0 0,-1 1 0 0 0,1 1 1 0 0,-9 4-1 0 0,-30 11 1250 0 0,-36 16 1150 0 0,73-30-2435 0 0,-1 0 0 0 0,1 1 1 0 0,0 1-1 0 0,0-1 0 0 0,0 1 1 0 0,1 1-1 0 0,-8 8 1 0 0,14-13-233 0 0,-1 0 0 0 0,1 1 0 0 0,1-1 1 0 0,-1 1-1 0 0,0 0 0 0 0,0-1 1 0 0,1 1-1 0 0,0 0 0 0 0,-1-1 1 0 0,1 1-1 0 0,0 0 0 0 0,0 0 1 0 0,0-1-1 0 0,1 1 0 0 0,-1 0 1 0 0,1-1-1 0 0,0 1 0 0 0,-1-1 1 0 0,1 1-1 0 0,0-1 0 0 0,2 4 1 0 0,3 2 27 0 0,0 0 1 0 0,1 0 0 0 0,0-1 0 0 0,0 1 0 0 0,1-2-1 0 0,0 1 1 0 0,0-1 0 0 0,1 0 0 0 0,0-1-1 0 0,-1 0 1 0 0,2 0 0 0 0,10 3 0 0 0,11 4 100 0 0,1-2-1 0 0,42 8 1 0 0,-36-12-299 0 0,-32-6 103 0 0,-1 0 0 0 0,0-1-1 0 0,0 0 1 0 0,0 0-1 0 0,1 0 1 0 0,-1 0 0 0 0,0-1-1 0 0,0 0 1 0 0,-1 0-1 0 0,1 0 1 0 0,6-4 0 0 0,-9 4 4 0 0,1 1 0 0 0,-1-1 0 0 0,0 0 0 0 0,0 0 0 0 0,0 0 0 0 0,0-1 0 0 0,0 1 0 0 0,0 0 0 0 0,0-1 0 0 0,-1 1 0 0 0,1-1 0 0 0,-1 0 0 0 0,0 1 0 0 0,0-1 0 0 0,0 0 0 0 0,0 0 1 0 0,0 1-1 0 0,-1-1 0 0 0,1 0 0 0 0,-1 0 0 0 0,0-4 0 0 0,0-10-20 0 0,1-2-54 0 0,-2-1 1 0 0,-3-24-1 0 0,3 38 73 0 0,-1 0-1 0 0,1 0 0 0 0,-1 0 1 0 0,0 0-1 0 0,-1 1 0 0 0,1-1 1 0 0,-1 1-1 0 0,0-1 0 0 0,-1 1 1 0 0,-7-10-1 0 0,1 6 23 0 0,-1 1-1 0 0,0-1 0 0 0,-1 1 1 0 0,1 1-1 0 0,-1 0 1 0 0,-1 1-1 0 0,0 0 1 0 0,-14-3-1 0 0,16 5-26 0 0,0 2 0 0 0,-1-1-1 0 0,1 2 1 0 0,-1-1 0 0 0,0 2 0 0 0,0-1 0 0 0,-14 3 0 0 0,3-2-308 0 0,-4 4-1246 0 0,21-2 1091 0 0,6-2 406 0 0,1 0 0 0 0,-1 0 0 0 0,0 0 0 0 0,0 0-1 0 0,0 0 1 0 0,1 0 0 0 0,-1 0 0 0 0,0 0-1 0 0,0 0 1 0 0,0 1 0 0 0,0-1 0 0 0,1 0 0 0 0,-1 0-1 0 0,0 0 1 0 0,0 0 0 0 0,0 0 0 0 0,0 0-1 0 0,0 1 1 0 0,0-1 0 0 0,0 0 0 0 0,1 0-1 0 0,-1 0 1 0 0,0 1 0 0 0,0-1 0 0 0,0 0 0 0 0,0 0-1 0 0,0 0 1 0 0,0 1 0 0 0,0-1 0 0 0,0 0-1 0 0,0 0 1 0 0,0 0 0 0 0,0 1 0 0 0,0-1 0 0 0,0 0-1 0 0,0 0 1 0 0,0 0 0 0 0,0 0 0 0 0,0 1-1 0 0,0-1 1 0 0,0 0 0 0 0,0 0 0 0 0,-1 0-1 0 0,1 1 1 0 0,0-1 0 0 0,0 0 0 0 0,0 0 0 0 0,0 0-1 0 0,0 0 1 0 0,0 0 0 0 0,-1 1 0 0 0,1-1-1 0 0,0 0 1 0 0,0 0 0 0 0,0 0 0 0 0,0 0 0 0 0,-1 0-1 0 0,1 0 1 0 0,0 0 0 0 0,0 0 0 0 0,0 1-1 0 0,-1-1 1 0 0,9 2-1017 0 0,1 1-1 0 0,-1-2 1 0 0,0 1-1 0 0,1-1 1 0 0,10 1-1 0 0,13 1-1789 0 0,38 10-3120 0 0,23 0 681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35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517 151 400 0 0,'-130'-20'13553'0'0,"76"18"-10205"0"0,21-3-466 0 0,33 5-2833 0 0,-1 0 1 0 0,1 0 0 0 0,0 0 0 0 0,-1 0 0 0 0,1 0 0 0 0,0 0 0 0 0,0 0 0 0 0,-1 1-1 0 0,1-1 1 0 0,0 0 0 0 0,-1 0 0 0 0,1 0 0 0 0,0 0 0 0 0,0 1 0 0 0,0-1-1 0 0,-1 0 1 0 0,1 0 0 0 0,0 0 0 0 0,0 1 0 0 0,0-1 0 0 0,-1 0 0 0 0,1 0 0 0 0,0 1-1 0 0,0-1 1 0 0,0 0 0 0 0,0 1 0 0 0,0-1 0 0 0,0 0 0 0 0,0 0 0 0 0,-1 1 0 0 0,1-1-1 0 0,0 0 1 0 0,0 1 0 0 0,0-1 0 0 0,0 0 0 0 0,0 1 0 0 0,0-1 0 0 0,1 0-1 0 0,-1 1 1 0 0,0-1 0 0 0,6 15 1094 0 0,16 11 30 0 0,-7 14-41 0 0,30 7-145 0 0,-39-39-896 0 0,1 0 0 0 0,1-1 0 0 0,-1 0 0 0 0,1 0 0 0 0,1-1 1 0 0,-1 0-1 0 0,1 0 0 0 0,0-1 0 0 0,0-1 0 0 0,13 6 0 0 0,103 31 295 0 0,-117-37-391 0 0,1-1 0 0 0,0 0 0 0 0,-1 0 0 0 0,1-1 0 0 0,0 0 0 0 0,0-1-1 0 0,0 0 1 0 0,0-1 0 0 0,0 1 0 0 0,0-2 0 0 0,0 1 0 0 0,16-4 0 0 0,-25 4 1 0 0,0 0 0 0 0,1 0 1 0 0,-1-1-1 0 0,1 1 0 0 0,-1 0 0 0 0,0 0 1 0 0,1-1-1 0 0,-1 1 0 0 0,0 0 1 0 0,1 0-1 0 0,-1-1 0 0 0,0 1 0 0 0,1 0 1 0 0,-1-1-1 0 0,0 1 0 0 0,0 0 0 0 0,0-1 1 0 0,1 1-1 0 0,-1-1 0 0 0,0 1 1 0 0,0 0-1 0 0,0-1 0 0 0,0 1 0 0 0,0-1 1 0 0,0 1-1 0 0,1 0 0 0 0,-1-1 0 0 0,0 0 1 0 0,4-9-13 0 0,-1 7 11 0 0,8-10-31 0 0,-21-5 11 0 0,0 4 21 0 0,-33-61 20 0 0,32 54 0 0 0,0 1-1 0 0,-27-36 0 0 0,25 43-17 0 0,0 0-1 0 0,-1 1 1 0 0,0 1 0 0 0,-1 0-1 0 0,0 1 1 0 0,0 0-1 0 0,-1 1 1 0 0,-1 1-1 0 0,1 1 1 0 0,-1 0-1 0 0,-21-5 1 0 0,7 4-110 0 0,-1 1 1 0 0,0 2-1 0 0,0 0 1 0 0,0 3 0 0 0,-51 1-1 0 0,67 2-630 0 0,1 1 0 0 0,-1 1 0 0 0,1 0 0 0 0,0 1 0 0 0,1 1 0 0 0,-1 0 0 0 0,1 1 0 0 0,-24 13-1 0 0,35-17 288 0 0,0 0-1 0 0,0 0 0 0 0,0 0 1 0 0,1 1-1 0 0,-1-1 1 0 0,1 1-1 0 0,-1-1 0 0 0,1 1 1 0 0,0 0-1 0 0,0 0 0 0 0,-3 5 1 0 0,4-3-565 0 0,0-1 0 0 0,0 0 0 0 0,0 0 0 0 0,0 1 1 0 0,1-1-1 0 0,-1 1 0 0 0,2 5 0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39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6 640 0 0,'-6'-1'3375'0'0,"5"1"-2803"0"0,-14-4 934 0 0,15 4-1376 0 0,0 0 0 0 0,-1 0 0 0 0,1 0-1 0 0,0-1 1 0 0,-1 1 0 0 0,1 0 0 0 0,-1 0-1 0 0,1 0 1 0 0,0 0 0 0 0,-1 0 0 0 0,1 0-1 0 0,0 0 1 0 0,-1 0 0 0 0,1 0 0 0 0,0 0 0 0 0,-1 0-1 0 0,1 0 1 0 0,0 1 0 0 0,-1-1 0 0 0,1 0-1 0 0,0 0 1 0 0,-1 0 0 0 0,1 0 0 0 0,0 0-1 0 0,0 1 1 0 0,-1-1 0 0 0,1 0 0 0 0,0 0 0 0 0,0 1-1 0 0,-1-1 1 0 0,1 0 0 0 0,0 0 0 0 0,0 1-1 0 0,-1-1 1 0 0,1 1 0 0 0,-5 0 2978 0 0,-17 7 11659 0 0,102-8-12268 0 0,-35-2-2050 0 0,13-1-329 0 0,-42 1-538 0 0,-1 1 0 0 0,32 2 0 0 0,50 7-4128 0 0,62 9-14852 0 0,-127-16 14409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40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27 1040 0 0,'-27'0'2148'0'0,"21"7"2773"0"0,6-6-4704 0 0,0 1 1 0 0,0-1-1 0 0,-1 0 1 0 0,1 1-1 0 0,0-1 1 0 0,0 0-1 0 0,0 1 1 0 0,0-1-1 0 0,1 1 1 0 0,-1-1-1 0 0,0 0 1 0 0,0 1-1 0 0,1-1 1 0 0,-1 0-1 0 0,1 1 1 0 0,0-1 0 0 0,-1 0-1 0 0,1 0 1 0 0,1 2-1 0 0,12 5 373 0 0,2-1 1 0 0,-1 0-1 0 0,0-1 0 0 0,1-1 0 0 0,0-1 1 0 0,1 0-1 0 0,20 2 0 0 0,0-4-243 0 0,1-2-1 0 0,56-6 1 0 0,-67 4-266 0 0,21-4-942 0 0,1-2 1 0 0,73-22 0 0 0,12-13-8672 0 0,-128 41 8959 0 0,32-12-3362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40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1 640 0 0,'0'39'1841'0'0,"-32"-3"400"0"0,32-1 80 0 0,-33-2 240 0 0,33 3 641 0 0,-33 11 239 0 0,1 8-879 0 0,-1-8-722 0 0,33 24-479 0 0,0 4-240 0 0,0 0-321 0 0,33 2-480 0 0,-33-23-240 0 0,0-19-880 0 0,32-29-2882 0 0,1-33-3601 0 0,32-21-2642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41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1 400 0 0,'-46'4'3827'0'0,"30"-3"-2037"0"0,1 1 0 0 0,-1 0 0 0 0,1 0 0 0 0,0 2 0 0 0,-25 8 0 0 0,-20 8 2518 0 0,55-19-3320 0 0,10-1-68 0 0,120-14 2068 0 0,-97 10-2668 0 0,6 0-200 0 0,35-1 0 0 0,66 5-1878 0 0,-36 0-2473 0 0,-8 2-1452 0 0,2 10-2814 0 0</inkml:trace>
  <inkml:trace contextRef="#ctx0" brushRef="#br0" timeOffset="1">131 132 480 0 0,'0'1'112'0'0,"0"0"0"0"0,0 0 0 0 0,0 0 0 0 0,0 1 0 0 0,0-1 0 0 0,0 0 0 0 0,0 0 0 0 0,0 0 0 0 0,0 0-1 0 0,0 0 1 0 0,1 1 0 0 0,-1-1 0 0 0,0 0 0 0 0,1 0 0 0 0,-1 0 0 0 0,1 0 0 0 0,-1 0 0 0 0,1 0 0 0 0,0 0 0 0 0,-1 0 0 0 0,1 0-1 0 0,0-1 1 0 0,0 1 0 0 0,-1 0 0 0 0,1 0 0 0 0,0-1 0 0 0,0 1 0 0 0,0 0 0 0 0,0-1 0 0 0,0 1 0 0 0,0-1 0 0 0,0 1 0 0 0,0-1 0 0 0,2 1-1 0 0,5 2 241 0 0,-9-3-288 0 0,1 0 0 0 0,0 0-1 0 0,0 0 1 0 0,0 0 0 0 0,0 0 0 0 0,0 0 0 0 0,-1 1 0 0 0,1-1-1 0 0,0 0 1 0 0,0 0 0 0 0,0 0 0 0 0,0 0 0 0 0,0 0 0 0 0,0 0-1 0 0,-1 1 1 0 0,1-1 0 0 0,0 0 0 0 0,0 0 0 0 0,0 0 0 0 0,0 0-1 0 0,0 1 1 0 0,0-1 0 0 0,0 0 0 0 0,0 0 0 0 0,0 0 0 0 0,0 0-1 0 0,0 1 1 0 0,0-1 0 0 0,0 0 0 0 0,0 0 0 0 0,0 0 0 0 0,0 0 0 0 0,0 1-1 0 0,0-1 1 0 0,0 0 0 0 0,0 0 0 0 0,0 0 0 0 0,0 0 0 0 0,0 1-1 0 0,0-1 1 0 0,1 0 0 0 0,-1 0 0 0 0,0 0 0 0 0,0 0 0 0 0,0 0-1 0 0,0 1 1 0 0,0-1 0 0 0,0 0 0 0 0,0 0 0 0 0,1 0 0 0 0,-1 0-1 0 0,0 0 1 0 0,0 0 0 0 0,0 0 0 0 0,1 1 0 0 0,-56 19 9874 0 0,106-27-2187 0 0,14 1-4656 0 0,-3 2-3249 0 0,76 6 0 0 0,-85 3-914 0 0,50 4-3978 0 0,2 7-5434 0 0,-8 2-365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43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1040 0 0,'-6'2'980'0'0,"-14"7"193"0"0,13 0 2437 0 0,13-8-715 0 0,8-3-275 0 0,-39 10 1123 0 0,3-1-902 0 0,44-13-1574 0 0,-17 5 40 0 0,1 0 81 0 0,29-3 1262 0 0,59 3 1 0 0,-71 1-2656 0 0,55-4 914 0 0,7 3-778 0 0,72 6-5067 0 0,-146-5 2667 0 0,0 0-1 0 0,1-1 1 0 0,-1 0-1 0 0,0-1 0 0 0,0 0 1 0 0,20-7-1 0 0,-26 3-2906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43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549 132 720 0 0,'-5'0'1935'0'0,"-28"5"2548"0"0,21-2-2769 0 0,1-1 0 0 0,-1 0-1 0 0,-18 0 1 0 0,25-2-1366 0 0,-6 1 203 0 0,-1-1 0 0 0,0-1 0 0 0,0 0 1 0 0,1-1-1 0 0,-13-3 0 0 0,11 1-182 0 0,0 0-1 0 0,-1 1 1 0 0,1 0-1 0 0,-20 0 1 0 0,15 1-11 0 0,-31-3 741 0 0,-63 2-1 0 0,110 3-1067 0 0,-50 3 626 0 0,50-4-610 0 0,0 1-1 0 0,-1 0 1 0 0,1 0 0 0 0,0 1 0 0 0,-1-1 0 0 0,1 0 0 0 0,0 1 0 0 0,-1-1 0 0 0,1 1 0 0 0,0 0-1 0 0,0 0 1 0 0,0 0 0 0 0,0 0 0 0 0,0 0 0 0 0,0 0 0 0 0,-2 2 0 0 0,4-2-38 0 0,1 0 0 0 0,-1 0 1 0 0,1 1-1 0 0,-1-1 0 0 0,1 0 1 0 0,-1 0-1 0 0,1-1 0 0 0,0 1 1 0 0,-1 0-1 0 0,1 0 0 0 0,0 0 1 0 0,0 0-1 0 0,0-1 0 0 0,0 1 1 0 0,0 0-1 0 0,0-1 0 0 0,0 1 1 0 0,0 0-1 0 0,0-1 0 0 0,0 0 1 0 0,1 1-1 0 0,2 1 13 0 0,7 5 20 0 0,1 0 0 0 0,0-1 0 0 0,0-1 1 0 0,1 0-1 0 0,0-1 0 0 0,0 0 1 0 0,19 3-1 0 0,12 5 33 0 0,65 30 152 0 0,-83-33-200 0 0,6 1 13 0 0,-1 1 0 0 0,0 1 0 0 0,-1 2 0 0 0,-1 1 0 0 0,42 27 0 0 0,-68-39-31 0 0,0 0 0 0 0,1-1 1 0 0,-1 1-1 0 0,-1 1 0 0 0,1-1 0 0 0,0 0 1 0 0,-1 1-1 0 0,0-1 0 0 0,1 1 1 0 0,-2 0-1 0 0,1 0 0 0 0,0-1 1 0 0,-1 1-1 0 0,1 0 0 0 0,-1 1 0 0 0,0-1 1 0 0,-1 0-1 0 0,1 0 0 0 0,-1 0 1 0 0,0 1-1 0 0,0-1 0 0 0,0 0 1 0 0,-1 6-1 0 0,1-1-19 0 0,0-7 10 0 0,0 0 0 0 0,-1 0 0 0 0,1 0 0 0 0,0 0 0 0 0,-1 0 0 0 0,0 0 0 0 0,1 0 0 0 0,-1 0 0 0 0,0 0-1 0 0,0 0 1 0 0,0 0 0 0 0,0 0 0 0 0,0-1 0 0 0,-1 1 0 0 0,1 0 0 0 0,0-1 0 0 0,-1 1 0 0 0,-2 1 0 0 0,0 1 20 0 0,-1-1 0 0 0,0 0 0 0 0,0 0-1 0 0,0-1 1 0 0,0 0 0 0 0,0 0 0 0 0,-6 2 0 0 0,2-1-6 0 0,-1-1-1 0 0,0 0 1 0 0,1 0-1 0 0,-1-1 1 0 0,0-1 0 0 0,0 0-1 0 0,-16-1 1 0 0,19-1 47 0 0,1 0 1 0 0,-1-1-1 0 0,0 0 0 0 0,1 0 1 0 0,0 0-1 0 0,-12-9 0 0 0,10 6-23 0 0,7 4-24 0 0,0 0 1 0 0,0 0-1 0 0,0-1 1 0 0,0 1-1 0 0,0 0 1 0 0,1-1 0 0 0,-1 1-1 0 0,1-1 1 0 0,0 1-1 0 0,0 0 1 0 0,0-1-1 0 0,0 1 1 0 0,0-1-1 0 0,0 1 1 0 0,1-1 0 0 0,-1 1-1 0 0,1 0 1 0 0,0-1-1 0 0,-1 1 1 0 0,1 0-1 0 0,2-3 1 0 0,19-17 65 0 0,-10 1 6 0 0,-9 16-47 0 0,0 1 0 0 0,0-1 0 0 0,0 1 0 0 0,0-1 0 0 0,8-6 0 0 0,4-4 49 0 0,-1-1 0 0 0,0 0 0 0 0,-1-1-1 0 0,-1-1 1 0 0,10-19 0 0 0,-15 25-43 0 0,-2 0 0 0 0,1 0 1 0 0,-2 0-1 0 0,1 0 0 0 0,-2-1 0 0 0,0 0 0 0 0,0 0 1 0 0,1-26-1 0 0,-3 23-49 0 0,-1 12-7 0 0,0 0 0 0 0,0 0 0 0 0,0 0-1 0 0,0 1 1 0 0,-1-1 0 0 0,0 0 0 0 0,-1-6 0 0 0,1 9-4 0 0,0-1 0 0 0,0 0 0 0 0,0 1 0 0 0,-1 0 1 0 0,1-1-1 0 0,0 1 0 0 0,-1 0 0 0 0,1 0 0 0 0,-1 0 0 0 0,1 0 1 0 0,-1 0-1 0 0,1 0 0 0 0,-1 0 0 0 0,0 0 0 0 0,1 1 0 0 0,-1-1 1 0 0,-3 0-1 0 0,-29-9-2275 0 0,-48-6 0 0 0,40 9-761 0 0,36 6 317 0 0,6 6-3944 0 0,0 4-1264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44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422 185 640 0 0,'-123'-4'11493'0'0,"69"0"-6928"0"0,-89 7 0 0 0,138-3-4452 0 0,0 1 1 0 0,1 0-1 0 0,-1 0 1 0 0,0 0-1 0 0,1 0 0 0 0,-1 1 1 0 0,1-1-1 0 0,0 1 1 0 0,-1 0-1 0 0,1 0 0 0 0,-6 5 1 0 0,-23 35 833 0 0,32-41-899 0 0,0 1-1 0 0,0 0 1 0 0,0 0 0 0 0,0 0 0 0 0,0 0-1 0 0,1 0 1 0 0,-1 0 0 0 0,0 0 0 0 0,1 1 0 0 0,0-1-1 0 0,-1 0 1 0 0,1 0 0 0 0,0 0 0 0 0,0 0-1 0 0,0 1 1 0 0,1-1 0 0 0,-1 0 0 0 0,0 0-1 0 0,2 4 1 0 0,0 0 45 0 0,1 0 0 0 0,0 0 0 0 0,0-1 0 0 0,7 10-1 0 0,-3-4 63 0 0,3 9 128 0 0,-8-17-249 0 0,-1-1 0 0 0,1 1-1 0 0,-1 0 1 0 0,1 0-1 0 0,0-1 1 0 0,0 1-1 0 0,0-1 1 0 0,0 1-1 0 0,0-1 1 0 0,1 0 0 0 0,-1 0-1 0 0,1 0 1 0 0,-1 0-1 0 0,4 1 1 0 0,118 66 713 0 0,-89-48-442 0 0,1-1 1 0 0,46 18 0 0 0,-67-32-279 0 0,0 0 0 0 0,1-2 0 0 0,-1 0 0 0 0,1-1 0 0 0,0 0 0 0 0,0-1 0 0 0,0-1 0 0 0,21-1 0 0 0,-30-1-18 0 0,-1 0-1 0 0,1 0 0 0 0,-1 0 0 0 0,1-1 1 0 0,-1 0-1 0 0,0 0 0 0 0,0 0 0 0 0,0-1 1 0 0,0 0-1 0 0,-1 0 0 0 0,1-1 1 0 0,-1 0-1 0 0,1 0 0 0 0,-1 0 0 0 0,-1 0 1 0 0,1-1-1 0 0,0 0 0 0 0,-1 0 0 0 0,0 0 1 0 0,0 0-1 0 0,4-10 0 0 0,0 0-32 0 0,-2-1 0 0 0,0 1 0 0 0,-1-1 0 0 0,0 0 0 0 0,-2-1 0 0 0,4-26 0 0 0,-3 3-116 0 0,1-71 1 0 0,-6 98 63 0 0,0 0-1 0 0,0 0 1 0 0,-1 0 0 0 0,-1 1 0 0 0,0-1 0 0 0,0 0 0 0 0,-2 1 0 0 0,1 0-1 0 0,-10-16 1 0 0,12 24-38 0 0,-1 0 0 0 0,0 0-1 0 0,0 0 1 0 0,-1 0 0 0 0,1 1-1 0 0,-1-1 1 0 0,0 1 0 0 0,0 0-1 0 0,0 0 1 0 0,0 0 0 0 0,0 0-1 0 0,-1 1 1 0 0,1 0 0 0 0,-1 0-1 0 0,1 0 1 0 0,-1 1 0 0 0,0-1-1 0 0,0 1 1 0 0,0 0 0 0 0,-7 0-1 0 0,8 0-358 0 0,0 0 1 0 0,0 1-1 0 0,1 0 0 0 0,-1 0 0 0 0,0 0 0 0 0,0 0 1 0 0,0 0-1 0 0,0 1 0 0 0,1 0 0 0 0,-1 0 0 0 0,0 0 0 0 0,0 0 1 0 0,1 0-1 0 0,-1 1 0 0 0,1 0 0 0 0,-1-1 0 0 0,-3 4 1 0 0,-25 20-8546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52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6422 2881 0 0,'-33'0'6657'0'0,"-59"-9"-1"0"0,92 9-6568 0 0,-1 0-1 0 0,1-1 1 0 0,0 1-1 0 0,-1 0 0 0 0,1 0 1 0 0,-1-1-1 0 0,1 1 1 0 0,0 0-1 0 0,-1-1 1 0 0,1 1-1 0 0,0 0 1 0 0,0-1-1 0 0,-1 1 1 0 0,1 0-1 0 0,0-1 1 0 0,0 1-1 0 0,0-1 1 0 0,-1 1-1 0 0,1-1 1 0 0,0 1-1 0 0,0-1 1 0 0,0 1-1 0 0,0 0 1 0 0,0-1-1 0 0,0 1 0 0 0,0-1 1 0 0,0 1-1 0 0,0-1 1 0 0,0 1-1 0 0,0-1 1 0 0,0 1-1 0 0,0-1 1 0 0,0 1-1 0 0,1 0 1 0 0,-1-1-1 0 0,0 1 1 0 0,0-1-1 0 0,0 1 1 0 0,1 0-1 0 0,-1-1 1 0 0,0 1-1 0 0,0-1 1 0 0,1 1-1 0 0,-1 0 0 0 0,0-1 1 0 0,1 1-1 0 0,-1 0 1 0 0,1 0-1 0 0,-1-1 1 0 0,0 1-1 0 0,1 0 1 0 0,59-14 2274 0 0,-27 8-1149 0 0,-11 2-399 0 0,36-2 1 0 0,-34 4-269 0 0,35-6 0 0 0,77-20 508 0 0,-71 20-610 0 0,130 2 0 0 0,-194 6-438 0 0,268 27 746 0 0,-163-14-491 0 0,-95-11-232 0 0,348 23 743 0 0,53-39-25 0 0,109 24-320 0 0,-387-1-247 0 0,146 28 0 0 0,-270-35-130 0 0,-8-2-36 0 0,-1 0 0 0 0,1 0 0 0 0,-1 0-1 0 0,0 0 1 0 0,1 0 0 0 0,-1 1 0 0 0,1-1-1 0 0,-1 0 1 0 0,1 1 0 0 0,-1-1 0 0 0,0 1 0 0 0,1 0-1 0 0,-1-1 1 0 0,0 1 0 0 0,1 0 0 0 0,-1 0-1 0 0,0 0 1 0 0,2 2 0 0 0,3-2 87 0 0,15-2-82 0 0,-21 1-19 0 0,0 0 0 0 0,0 0 0 0 0,0 0 0 0 0,0 0 0 0 0,0-1 0 0 0,0 1 0 0 0,0 0 0 0 0,0 0 0 0 0,0 0 0 0 0,0 0 0 0 0,0 0 0 0 0,-1 0 0 0 0,1 0 0 0 0,0 0 0 0 0,0-1 0 0 0,0 1 0 0 0,0 0 0 0 0,0 0 0 0 0,0 0 0 0 0,0 0 0 0 0,0 0 0 0 0,0 0 0 0 0,0 0 0 0 0,0-1 0 0 0,0 1 0 0 0,0 0 0 0 0,0 0 0 0 0,0 0 0 0 0,0 0 0 0 0,1 0 0 0 0,-1 0 0 0 0,0 0 0 0 0,0 0 0 0 0,0-1 0 0 0,0 1 0 0 0,0 0 0 0 0,0 0 0 0 0,0 0 0 0 0,0 0 0 0 0,0 0 0 0 0,0 0 0 0 0,-15-1 0 0 0,19 2 0 0 0,-3-1 0 0 0,0 0 0 0 0,-1 0 0 0 0,1-1 0 0 0,0 1 0 0 0,0 0 0 0 0,0-1 0 0 0,0 1 0 0 0,-1 0 0 0 0,1-1 0 0 0,0 1 0 0 0,-1-1 0 0 0,1 1 0 0 0,0-1 0 0 0,-1 1 0 0 0,1-1 0 0 0,0 0 0 0 0,-1 1 0 0 0,1-1 0 0 0,-1 0 0 0 0,1 0 0 0 0,-1 1 0 0 0,0-1 0 0 0,1 0 0 0 0,-1 0 0 0 0,0 1 0 0 0,1-1 0 0 0,-1 0 0 0 0,0 0 0 0 0,0 0 0 0 0,0 0 0 0 0,0 0 0 0 0,0 1 0 0 0,0-1 0 0 0,0 0 0 0 0,0 0 0 0 0,0-2 0 0 0,0-1 0 0 0,0 0 0 0 0,0 0 0 0 0,1 0 0 0 0,0 0 0 0 0,0 0 0 0 0,0-1 0 0 0,0 1 0 0 0,1 1 0 0 0,-1-1 0 0 0,1 0 0 0 0,0 0 0 0 0,0 1 0 0 0,0-1 0 0 0,1 1 0 0 0,-1-1 0 0 0,1 1 0 0 0,5-5 0 0 0,1-6 0 0 0,-1 0 0 0 0,0 0 0 0 0,-2-1 0 0 0,1 0 0 0 0,-2 0 0 0 0,0 0 0 0 0,4-27 0 0 0,-6 30 0 0 0,8-52 0 0 0,-1 31 0 0 0,-7 24 0 0 0,0 1 0 0 0,-1-1 0 0 0,0 0 0 0 0,0 0 0 0 0,-1 0 0 0 0,0 0 0 0 0,0 0 0 0 0,-1-1 0 0 0,-1 1 0 0 0,-1-12 0 0 0,-7-14 0 0 0,-23-55 0 0 0,21 63 0 0 0,1-1 0 0 0,1 0 0 0 0,-7-42 0 0 0,10 0 0 0 0,4-130 0 0 0,4 87 0 0 0,-2-244 0 0 0,0-176 0 0 0,-5 398 0 0 0,-17 3 0 0 0,18 89 0 0 0,3 23 0 0 0,-2-1 0 0 0,-5-22 0 0 0,2 24 0 0 0,-1 1 0 0 0,-17-33 0 0 0,12 28 0 0 0,-3-8 0 0 0,-1 0 0 0 0,-1 1 0 0 0,-38-51 0 0 0,-16-2 0 0 0,-52-65 0 0 0,99 116 0 0 0,2-2 0 0 0,-31-60 0 0 0,24 38 0 0 0,-57-81 0 0 0,76 121 0 0 0,5 8 0 0 0,0 0 0 0 0,1 0 0 0 0,0-1 0 0 0,0 0 0 0 0,1 0 0 0 0,-3-17 0 0 0,-1-2 0 0 0,1 11 0 0 0,3 11 0 0 0,2 1 0 0 0,-1-1 0 0 0,0 0 0 0 0,1 0 0 0 0,-1-11 0 0 0,3 10 0 0 0,0-1 0 0 0,0 1 0 0 0,1-1 0 0 0,2-8 0 0 0,4-11 0 0 0,-4-5 0 0 0,-1 0 0 0 0,-1-1 0 0 0,-4-52 0 0 0,0 12 0 0 0,2 67 0 0 0,-1 0 0 0 0,0 0 0 0 0,0 1 0 0 0,0-1 0 0 0,0 0 0 0 0,-1 0 0 0 0,0 1 0 0 0,-5-11 0 0 0,4 11 0 0 0,0 0 0 0 0,1 0 0 0 0,0-1 0 0 0,1 1 0 0 0,-1-1 0 0 0,1 0 0 0 0,0 1 0 0 0,-1-12 0 0 0,2 14 0 0 0,0 1 0 0 0,0-1 0 0 0,0 0 0 0 0,-1 1 0 0 0,0-1 0 0 0,1 1 0 0 0,-1-1 0 0 0,0 1 0 0 0,0-1 0 0 0,0 1 0 0 0,0 0 0 0 0,-1-1 0 0 0,1 1 0 0 0,-1 0 0 0 0,1 0 0 0 0,-3-2 0 0 0,-6-10 0 0 0,-1-13 0 0 0,-11 0 0 0 0,12 7 0 0 0,9 17 0 0 0,-1 0 0 0 0,1 0 0 0 0,-1 0 0 0 0,0 0 0 0 0,0 0 0 0 0,0 1 0 0 0,0-1 0 0 0,0 1 0 0 0,-1-1 0 0 0,1 1 0 0 0,-5-3 0 0 0,-16-10 0 0 0,17 11 0 0 0,0 1 0 0 0,1-1 0 0 0,0 0 0 0 0,-10-9 0 0 0,-17-32 0 0 0,27 29 0 0 0,5 16 0 0 0,0-1 0 0 0,0 0 0 0 0,0 0 0 0 0,0 1 0 0 0,0-1 0 0 0,0 0 0 0 0,0 1 0 0 0,-1-1 0 0 0,1 0 0 0 0,0 1 0 0 0,0-1 0 0 0,-1 1 0 0 0,1-1 0 0 0,0 0 0 0 0,-1 1 0 0 0,1-1 0 0 0,0 1 0 0 0,-1-1 0 0 0,1 1 0 0 0,-1-1 0 0 0,0 0 0 0 0,-7-5 0 0 0,6 5 0 0 0,1 1 0 0 0,0-1 0 0 0,-1 0 0 0 0,1 0 0 0 0,0 0 0 0 0,0 0 0 0 0,0 0 0 0 0,0 0 0 0 0,0 0 0 0 0,0 0 0 0 0,0-1 0 0 0,0 1 0 0 0,1 0 0 0 0,-1-1 0 0 0,0 1 0 0 0,1 0 0 0 0,-1-1 0 0 0,1 1 0 0 0,-1-1 0 0 0,1 1 0 0 0,0-1 0 0 0,0 1 0 0 0,0-1 0 0 0,-1 1 0 0 0,1-1 0 0 0,1-1 0 0 0,-1 0 0 0 0,0 1 0 0 0,0 0 0 0 0,0-1 0 0 0,-1 1 0 0 0,1-1 0 0 0,0 1 0 0 0,-1 0 0 0 0,0-1 0 0 0,-1-2 0 0 0,-11-6 0 0 0,4 6 0 0 0,7 3 0 0 0,1 0 0 0 0,0 0 0 0 0,0 0 0 0 0,1 0 0 0 0,-1 0 0 0 0,0-1 0 0 0,1 1 0 0 0,-1 0 0 0 0,1 0 0 0 0,0-1 0 0 0,0 1 0 0 0,0 0 0 0 0,0 0 0 0 0,0-1 0 0 0,0 1 0 0 0,1-4 0 0 0,0-8 0 0 0,-1-329 0 0 0,-1 342 0 0 0,1 0 0 0 0,-1 0 0 0 0,0 0 0 0 0,0 0 0 0 0,0 0 0 0 0,0 0 0 0 0,0 0 0 0 0,0 1 0 0 0,0-1 0 0 0,0 0 0 0 0,0 1 0 0 0,0-1 0 0 0,0 0 0 0 0,0 1 0 0 0,-1-1 0 0 0,1 1 0 0 0,0 0 0 0 0,-2-1 0 0 0,-3-1 0 0 0,5-1 0 0 0,0 1 0 0 0,0 0 0 0 0,0 0 0 0 0,0 0 0 0 0,0-1 0 0 0,1 1 0 0 0,-1 0 0 0 0,1-1 0 0 0,-1 1 0 0 0,1-1 0 0 0,0 1 0 0 0,0 0 0 0 0,0-1 0 0 0,1 1 0 0 0,0-5 0 0 0,-1-8 0 0 0,0-10 0 0 0,-1 7 0 0 0,1 0 0 0 0,1 0 0 0 0,5-29 0 0 0,3 12 0 0 0,-4 19 0 0 0,-1-1 0 0 0,-1 0 0 0 0,0 0 0 0 0,0-28 0 0 0,-1 18 0 0 0,0 0 0 0 0,11-45 0 0 0,-3 18 0 0 0,1-47 0 0 0,0 50 0 0 0,24-70 0 0 0,-21 75 0 0 0,0 6 0 0 0,3 0 0 0 0,32-59 0 0 0,2-2 0 0 0,-46 90 0 0 0,0 1 0 0 0,-1-1 0 0 0,0 0 0 0 0,0 0 0 0 0,-1 0 0 0 0,-1-1 0 0 0,0 1 0 0 0,1-19 0 0 0,-2 27 0 0 0,-1 0 0 0 0,0 0 0 0 0,-1 0 0 0 0,1 0 0 0 0,0 0 0 0 0,-1 0 0 0 0,0 0 0 0 0,0 0 0 0 0,0 0 0 0 0,0 0 0 0 0,0 0 0 0 0,0 0 0 0 0,-1 1 0 0 0,1-1 0 0 0,-1 0 0 0 0,0 1 0 0 0,0 0 0 0 0,-2-3 0 0 0,-3-3 0 0 0,-2-5 0 0 0,8 11 0 0 0,0 1 0 0 0,0-1 0 0 0,-1 0 0 0 0,1 1 0 0 0,-1-1 0 0 0,1 0 0 0 0,-1 1 0 0 0,0 0 0 0 0,0-1 0 0 0,1 1 0 0 0,-1 0 0 0 0,0 0 0 0 0,0 0 0 0 0,0 0 0 0 0,0 1 0 0 0,0-1 0 0 0,-4-1 0 0 0,-4-1 0 0 0,5 2 0 0 0,0 0 0 0 0,0 0 0 0 0,0-1 0 0 0,1 0 0 0 0,-1 0 0 0 0,1 0 0 0 0,-1 0 0 0 0,1-1 0 0 0,0 0 0 0 0,0 1 0 0 0,0-2 0 0 0,0 1 0 0 0,0 0 0 0 0,1-1 0 0 0,0 0 0 0 0,-1 1 0 0 0,-2-6 0 0 0,-4-30 0 0 0,-2 20 0 0 0,10 16 0 0 0,1 0 0 0 0,-1 1 0 0 0,0-1 0 0 0,1 0 0 0 0,0 0 0 0 0,-1 0 0 0 0,1 1 0 0 0,0-2 0 0 0,0 1 0 0 0,1 0 0 0 0,-1 0 0 0 0,1 0 0 0 0,-1-5 0 0 0,1-107 0 0 0,-5 107 0 0 0,-49-12 0 0 0,43 14 0 0 0,7 5 0 0 0,-6-2 0 0 0,14 5 0 0 0,17 6 0 0 0,-14-6 0 0 0,0 0 0 0 0,0 0 0 0 0,1-1 0 0 0,12 0 0 0 0,23 5 0 0 0,-2 0 0 0 0,1-1 0 0 0,-1-1 0 0 0,67-5 0 0 0,-42 1 0 0 0,-8 0 0 0 0,330 14 0 0 0,-164 7 0 0 0,-143-13 0 0 0,-26-4 0 0 0,36-3 0 0 0,72 5 0 0 0,-130-4 0 0 0,0-2 0 0 0,-6-2 0 0 0,-27 2 0 0 0,0 0 0 0 0,1 0 0 0 0,-1 0 0 0 0,0 0 0 0 0,0 0 0 0 0,1 0 0 0 0,-1 0 0 0 0,0 0 0 0 0,0 0 0 0 0,0 0 0 0 0,1 0 0 0 0,-1-1 0 0 0,0 1 0 0 0,0 0 0 0 0,0 0 0 0 0,1 0 0 0 0,-1 0 0 0 0,0-1 0 0 0,0 1 0 0 0,0 0 0 0 0,0 0 0 0 0,1 0 0 0 0,-1-1 0 0 0,0 1 0 0 0,0 0 0 0 0,0 0 0 0 0,0 0 0 0 0,0-1 0 0 0,0 1 0 0 0,0 0 0 0 0,0 0 0 0 0,0-1 0 0 0,0 1 0 0 0,0 0 0 0 0,0 0 0 0 0,0-1 0 0 0,0 0 0 0 0,0 0 0 0 0,0 0 0 0 0,0 0 0 0 0,0 0 0 0 0,0-1 0 0 0,0 1 0 0 0,0 0 0 0 0,0 0 0 0 0,-1 0 0 0 0,1 0 0 0 0,0 0 0 0 0,-1 0 0 0 0,1 0 0 0 0,-1 0 0 0 0,0 0 0 0 0,1 1 0 0 0,-1-1 0 0 0,1 0 0 0 0,-1 0 0 0 0,0 0 0 0 0,0 1 0 0 0,0-1 0 0 0,1 0 0 0 0,-1 1 0 0 0,0-1 0 0 0,0 0 0 0 0,0 1 0 0 0,0-1 0 0 0,0 1 0 0 0,-1-1 0 0 0,1 1 0 0 0,0 0 0 0 0,0-1 0 0 0,1 1 0 0 0,-1 0 0 0 0,0-1 0 0 0,0 1 0 0 0,0-1 0 0 0,1 1 0 0 0,-1-1 0 0 0,0 1 0 0 0,1-1 0 0 0,-1 0 0 0 0,0 1 0 0 0,1-1 0 0 0,-1 0 0 0 0,1 0 0 0 0,-1 1 0 0 0,1-1 0 0 0,0 0 0 0 0,-1 0 0 0 0,1 0 0 0 0,0 1 0 0 0,-1-1 0 0 0,1 0 0 0 0,0 0 0 0 0,0 0 0 0 0,0 0 0 0 0,0 0 0 0 0,0-1 0 0 0,0 0 0 0 0,-1 1 0 0 0,1-1 0 0 0,0 1 0 0 0,-1 0 0 0 0,1-1 0 0 0,0 1 0 0 0,-1 0 0 0 0,0-1 0 0 0,1 1 0 0 0,-1 0 0 0 0,0 0 0 0 0,1-1 0 0 0,-1 1 0 0 0,0 0 0 0 0,0 0 0 0 0,0 0 0 0 0,0 0 0 0 0,0 0 0 0 0,0 0 0 0 0,-1 0 0 0 0,1 1 0 0 0,-2-2 0 0 0,-6-5 0 0 0,-4-10 0 0 0,-1 1 0 0 0,-24-20 0 0 0,34 26 0 0 0,4 9 0 0 0,0 1 0 0 0,0-1 0 0 0,0 1 0 0 0,0 0 0 0 0,-1-1 0 0 0,1 1 0 0 0,0 0 0 0 0,0-1 0 0 0,0 1 0 0 0,0 0 0 0 0,0-1 0 0 0,0 1 0 0 0,0 0 0 0 0,-1-1 0 0 0,1 1 0 0 0,0 0 0 0 0,0-1 0 0 0,0 1 0 0 0,-1 0 0 0 0,1 0 0 0 0,0-1 0 0 0,0 1 0 0 0,-1 0 0 0 0,1 0 0 0 0,0-1 0 0 0,-1 1 0 0 0,1 0 0 0 0,0 0 0 0 0,-1 0 0 0 0,1 0 0 0 0,-1-1 0 0 0,-36-5 0 0 0,0 2 0 0 0,-68 1 0 0 0,21 7-1119 0 0,38 4-2911 0 0,43-7 2985 0 0,0 0 0 0 0,0 0 0 0 0,0 0 0 0 0,0 0 0 0 0,0 0 0 0 0,0 1 0 0 0,1-1 0 0 0,-1 1 0 0 0,-3 3 0 0 0,5-4 308 0 0,0-1 0 0 0,1 1 0 0 0,-1 0 1 0 0,0 0-1 0 0,1 1 0 0 0,0-1 0 0 0,-1 0 0 0 0,1 0 1 0 0,0 0-1 0 0,-1 0 0 0 0,1 0 0 0 0,0 0 0 0 0,0 0 1 0 0,0 1-1 0 0,0-1 0 0 0,0 1 0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53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544 379 400 0 0,'1'-2'2030'0'0,"-7"-1"-1365"0"0,-2 2-660 0 0,7 1 184 0 0,0 0-1 0 0,0 0 0 0 0,0 0 0 0 0,1-1 1 0 0,-1 1-1 0 0,0 0 0 0 0,0 0 1 0 0,0-1-1 0 0,0 1 0 0 0,1 0 0 0 0,-1-1 1 0 0,0 1-1 0 0,0-1 0 0 0,0 1 0 0 0,1-1 1 0 0,-2 0-1 0 0,1-1 304 0 0,0 0 0 0 0,0 0 0 0 0,1 0 0 0 0,-1 0 0 0 0,1 0 0 0 0,-1 0 0 0 0,1-1 0 0 0,0 1 0 0 0,0 0 0 0 0,0 0 1 0 0,0-3-1 0 0,0 5-331 0 0,-1-1 0 0 0,1 1 0 0 0,-1 0 0 0 0,0-1 1 0 0,1 1-1 0 0,-1 0 0 0 0,1-1 0 0 0,-1 1 0 0 0,0 0 1 0 0,1 0-1 0 0,-1-1 0 0 0,0 1 0 0 0,0 0 0 0 0,1 0 1 0 0,-1 0-1 0 0,0 0 0 0 0,1 0 0 0 0,-1 0 0 0 0,0 0 1 0 0,0 0-1 0 0,1 0 0 0 0,-2 1 0 0 0,-28 1 5258 0 0,16 0-3780 0 0,3-2-1449 0 0,0 1 0 0 0,-1 1 0 0 0,1 0 0 0 0,0 1 0 0 0,0 0 0 0 0,0 0 0 0 0,-17 9 0 0 0,-7 2 264 0 0,-47 12 449 0 0,-80 31 208 0 0,162-57-1112 0 0,0 0 0 0 0,1 0 0 0 0,-1 0 0 0 0,0 0 0 0 0,0 0 0 0 0,0 0 0 0 0,0 0 0 0 0,1 0 0 0 0,-1 0 0 0 0,0 0 0 0 0,0 0 0 0 0,0 0 0 0 0,0 1 0 0 0,0-1 0 0 0,1 0 0 0 0,-1 0 0 0 0,0 0 0 0 0,0 0 0 0 0,0 0 0 0 0,0 0 0 0 0,0 1 0 0 0,0-1 0 0 0,0 0 0 0 0,0 0 0 0 0,0 0 0 0 0,1 0 0 0 0,-1 0 0 0 0,0 1 0 0 0,0-1 0 0 0,0 0 0 0 0,0 0 0 0 0,0 0 0 0 0,0 0 0 0 0,0 1 0 0 0,0-1 0 0 0,0 0 0 0 0,0 0 0 0 0,0 0 0 0 0,0 0 0 0 0,0 1 0 0 0,0-1 0 0 0,-1 0 0 0 0,1 0 0 0 0,0 0 0 0 0,0 0 0 0 0,0 0 0 0 0,0 1 0 0 0,0-1 0 0 0,0 0 0 0 0,0 0 0 0 0,0 0 0 0 0,0 0 0 0 0,-1 0 0 0 0,1 0 0 0 0,0 1 0 0 0,0-1 0 0 0,0 0 0 0 0,0 0 0 0 0,0 0 0 0 0,-1 0 0 0 0,1 0 0 0 0,0 0 0 0 0,0 0 0 0 0,0 0 0 0 0,0 0 0 0 0,-1 0 0 0 0,23 6-92 0 0,-15-8-103 0 0,-3 0 179 0 0,3 0 7 0 0,6 0-14 0 0,0 0 1 0 0,0-1-1 0 0,0-1 1 0 0,0 0 0 0 0,0-1-1 0 0,16-8 1 0 0,-24 9 23 0 0,1 1 0 0 0,-1 0 0 0 0,1 0 0 0 0,0 0 0 0 0,-1 1 0 0 0,8-2 0 0 0,5-3 0 0 0,-13 0 16 0 0,-5 7-14 0 0,0-1 0 0 0,0 1 1 0 0,0 0-1 0 0,0-1 0 0 0,0 1 1 0 0,0 0-1 0 0,1 0 0 0 0,-1-1 0 0 0,0 1 1 0 0,0 0-1 0 0,0 0 0 0 0,0-1 1 0 0,0 1-1 0 0,0 0 0 0 0,1 0 0 0 0,-1-1 1 0 0,0 1-1 0 0,0 0 0 0 0,0 0 0 0 0,0-1 1 0 0,1 1-1 0 0,-1 0 0 0 0,0 0 1 0 0,0 0-1 0 0,1 0 0 0 0,-1-1 0 0 0,0 1 1 0 0,0 0-1 0 0,1 0 0 0 0,-1 0 1 0 0,0 0-1 0 0,1 0 0 0 0,-1 0 0 0 0,22-5 145 0 0,-15-1 153 0 0,-3 1-253 0 0,16-12-80 0 0,-16 13 5 0 0,0 0 1 0 0,0 1-1 0 0,0-1 1 0 0,1 1-1 0 0,-1 0 1 0 0,1 0-1 0 0,5-2 1 0 0,-5 2-2 0 0,1 0 1 0 0,0 0-1 0 0,-1-1 1 0 0,0 0 0 0 0,9-7-1 0 0,5-4-41 0 0,-19 15 70 0 0,0 0 0 0 0,1-1 0 0 0,-1 1-1 0 0,0 0 1 0 0,1-1 0 0 0,-1 1 0 0 0,0 0 0 0 0,0-1-1 0 0,1 1 1 0 0,-1 0 0 0 0,0-1 0 0 0,0 1-1 0 0,1 0 1 0 0,-1-1 0 0 0,0 1 0 0 0,0-1-1 0 0,0 1 1 0 0,0-1 0 0 0,0 1 0 0 0,0 0-1 0 0,0-1 1 0 0,0 1 0 0 0,0-1 0 0 0,0 0-1 0 0,0 1 4 0 0,0 0-1 0 0,0-1 1 0 0,0 1-1 0 0,0-1 0 0 0,0 1 1 0 0,0 0-1 0 0,0-1 1 0 0,0 1-1 0 0,1-1 1 0 0,-1 1-1 0 0,0 0 0 0 0,0-1 1 0 0,0 1-1 0 0,0 0 1 0 0,1-1-1 0 0,-1 1 1 0 0,0-1-1 0 0,0 1 0 0 0,1 0 1 0 0,-1 0-1 0 0,0-1 1 0 0,0 1-1 0 0,1 0 1 0 0,-1 0-1 0 0,0-1 0 0 0,1 1 1 0 0,-1 0-1 0 0,0 0 1 0 0,1-1-1 0 0,2 0 134 0 0,16-6-303 0 0,-14 3 627 0 0,-10 5 1019 0 0,-364 92-359 0 0,373-94-1128 0 0,10-5-47 0 0,1 0 1 0 0,-2-1-1 0 0,23-14 0 0 0,-9-20 69 0 0,5-6 66 0 0,-32 45-76 0 0,1 0 0 0 0,-1 0 0 0 0,1 0 0 0 0,-1 1 0 0 0,0-1 0 0 0,0 0 0 0 0,1 0 0 0 0,-1 0 0 0 0,-1 1 0 0 0,1-1 0 0 0,0 0 0 0 0,0 0 0 0 0,-1 0 0 0 0,1 0 1 0 0,-1 1-1 0 0,1-1 0 0 0,-1 0 0 0 0,0 1 0 0 0,0-1 0 0 0,0 0 0 0 0,1 1 0 0 0,-2-1 0 0 0,1 1 0 0 0,0-1 0 0 0,0 1 0 0 0,0 0 0 0 0,-3-2 0 0 0,-4-8 16 0 0,-2-11 0 0 0,9 18-14 0 0,0 1 1 0 0,-1 0 0 0 0,1 0 0 0 0,-1 0-1 0 0,0 0 1 0 0,0 0 0 0 0,0 0-1 0 0,0 1 1 0 0,0-1 0 0 0,-4-2 0 0 0,-22-23 66 0 0,17 17-87 0 0,0 0-1 0 0,0 0 1 0 0,-15-9-1 0 0,20 17 6 0 0,1 0 0 0 0,-1 0 0 0 0,1 1 0 0 0,-1-1 0 0 0,0 1 0 0 0,0 0 0 0 0,0 1 0 0 0,0-1-1 0 0,0 1 1 0 0,0 1 0 0 0,-10-1 0 0 0,-6 1 36 0 0,22 0-26 0 0,0 0 1 0 0,0 0-1 0 0,1 0 0 0 0,-1 0 1 0 0,0 0-1 0 0,0 0 0 0 0,0 0 1 0 0,0 0-1 0 0,0 1 0 0 0,1-1 1 0 0,-1 0-1 0 0,0 0 1 0 0,0 0-1 0 0,0 0 0 0 0,0 0 1 0 0,0 1-1 0 0,0-1 0 0 0,0 0 1 0 0,1 0-1 0 0,-1 0 0 0 0,0 0 1 0 0,0 1-1 0 0,0-1 0 0 0,0 0 1 0 0,0 0-1 0 0,0 0 1 0 0,0 0-1 0 0,0 1 0 0 0,0-1 1 0 0,0 0-1 0 0,0 0 0 0 0,0 0 1 0 0,0 0-1 0 0,0 1 0 0 0,0-1 1 0 0,0 0-1 0 0,0 0 0 0 0,0 0 1 0 0,0 0-1 0 0,-1 1 1 0 0,1-1-1 0 0,0 0 0 0 0,0 0 1 0 0,0 0-1 0 0,0 0 0 0 0,0 1 1 0 0,0-1-1 0 0,0 0 0 0 0,-1 0 1 0 0,1 0-1 0 0,0 0 0 0 0,0 0 1 0 0,0 0-1 0 0,0 0 1 0 0,0 0-1 0 0,-1 1 0 0 0,1-1 1 0 0,0 0-1 0 0,9 3 19 0 0,2 3 28 0 0,2 21 57 0 0,41 103 256 0 0,-49-112-325 0 0,-5-15-34 0 0,1 0 0 0 0,-1-1 0 0 0,1 1 0 0 0,0 0 1 0 0,0-1-1 0 0,0 1 0 0 0,0-1 0 0 0,0 1 0 0 0,1-1 0 0 0,-1 0 0 0 0,1 0 0 0 0,-1 1 0 0 0,1-1 0 0 0,0 0 0 0 0,0 0 0 0 0,0 0 0 0 0,0-1 0 0 0,0 1 0 0 0,0 0 0 0 0,4 1 1 0 0,-6-3-6 0 0,8 5-93 0 0,0 0-1 0 0,-1 0 0 0 0,1 1 0 0 0,9 9 1 0 0,-15-12-188 0 0,0 0 0 0 0,0-1 0 0 0,-1 1 0 0 0,1 0 0 0 0,-1 0 0 0 0,1 0 0 0 0,-1 0 0 0 0,0 0 0 0 0,0 1 0 0 0,0-1 0 0 0,-1 0 0 0 0,1 0 0 0 0,-1 1 0 0 0,0-1 1 0 0,0 4-1 0 0,0 37-8040 0 0,0 10-5202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56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131 111 160 0 0,'0'0'1374'0'0,"-5"0"-1241"0"0,-13 0 341 0 0,36 0-14 0 0,-19 0-437 0 0,1 0-1 0 0,0 0 0 0 0,0 0 1 0 0,0 0-1 0 0,0 0 1 0 0,0 0-1 0 0,-1-1 0 0 0,1 1 1 0 0,0 0-1 0 0,0 0 1 0 0,0 0-1 0 0,0 0 0 0 0,0 0 1 0 0,0 0-1 0 0,0-1 1 0 0,0 1-1 0 0,-1 0 0 0 0,1 0 1 0 0,0 0-1 0 0,0 0 1 0 0,0-1-1 0 0,0 1 0 0 0,0 0 1 0 0,0 0-1 0 0,0 0 1 0 0,0 0-1 0 0,0-1 0 0 0,0 1 1 0 0,0 0-1 0 0,0 0 1 0 0,0 0-1 0 0,0 0 0 0 0,0 0 1 0 0,0-1-1 0 0,0 1 1 0 0,1 0-1 0 0,-1 0 0 0 0,0 0 1 0 0,0 0-1 0 0,0 0 1 0 0,0-1-1 0 0,0 1 0 0 0,0 0 1 0 0,0 0-1 0 0,0 0 1 0 0,1 0-1 0 0,-1 0 0 0 0,0 0 1 0 0,0-1-1 0 0,0 1 1 0 0,0 0-1 0 0,1 0 0 0 0,-23-1 792 0 0,22 1-793 0 0,0 0 0 0 0,-1 0 0 0 0,1 0 0 0 0,0 0 0 0 0,0 0 0 0 0,0 0 0 0 0,0 0 0 0 0,0 1 0 0 0,0-1 0 0 0,0 0 0 0 0,-1 0 0 0 0,1 0 0 0 0,0 0 0 0 0,0 0 0 0 0,0 0 0 0 0,0 0-1 0 0,0 0 1 0 0,-1 0 0 0 0,1 0 0 0 0,0 0 0 0 0,0 0 0 0 0,0 0 0 0 0,0 0 0 0 0,0 0 0 0 0,-1 0 0 0 0,1 0 0 0 0,0 0 0 0 0,0 0 0 0 0,0 0 0 0 0,0 0 0 0 0,0-1 0 0 0,0 1 0 0 0,-1 0 0 0 0,1 0 0 0 0,0 0 0 0 0,0 0 0 0 0,0 0 0 0 0,0 0 0 0 0,0 0 0 0 0,0 0 0 0 0,0 0 0 0 0,0-1 0 0 0,0 1 0 0 0,-1 0-1 0 0,1 0 1 0 0,0 0 0 0 0,0 0 0 0 0,0 0 0 0 0,0 0 0 0 0,0-1 0 0 0,0 1 0 0 0,0 0 0 0 0,0 0 0 0 0,0 0 0 0 0,0 0 0 0 0,0 0 0 0 0,0-1 0 0 0,0 1 0 0 0,0 0 0 0 0,0 0 0 0 0,0 0 0 0 0,0-3 1335 0 0,-5 3 2751 0 0,-82 0 3483 0 0,81 0-1600 0 0,7-1-5953 0 0,0 0 0 0 0,0 0 0 0 0,0 1 1 0 0,-1-1-1 0 0,1 0 0 0 0,0 1 0 0 0,0-1 1 0 0,0 1-1 0 0,0-1 0 0 0,0 1 0 0 0,0 0 0 0 0,0-1 1 0 0,0 1-1 0 0,0 0 0 0 0,0 0 0 0 0,0 0 1 0 0,0 0-1 0 0,1 0 0 0 0,-1 0 0 0 0,0 0 0 0 0,0 0 1 0 0,0 0-1 0 0,0 0 0 0 0,2 1 0 0 0,3-1 420 0 0,23-4 23 0 0,-25 3-434 0 0,0 1 0 0 0,1-1-1 0 0,-1 0 1 0 0,1 1 0 0 0,-1 0 0 0 0,6 0-1 0 0,116 8 625 0 0,-23-2-366 0 0,-4 1 56 0 0,-39-3-146 0 0,101 18-1 0 0,-152-20-273 0 0,0-1-1 0 0,0 0 1 0 0,0 0-1 0 0,0-1 1 0 0,0 0-1 0 0,0 0 1 0 0,10-3-1 0 0,-16 2-282 0 0,0 1 0 0 0,0-1-1 0 0,0 0 1 0 0,0 0 0 0 0,0-1 0 0 0,0 1-1 0 0,0-1 1 0 0,0 1 0 0 0,4-5-1 0 0,-5 5-111 0 0,-1-1 0 0 0,0 1 0 0 0,0-1-1 0 0,1 1 1 0 0,-1-1 0 0 0,0 0-1 0 0,0 1 1 0 0,-1-1 0 0 0,1 0-1 0 0,0 1 1 0 0,-1-1 0 0 0,1 0 0 0 0,-1 0-1 0 0,1 0 1 0 0,-1 0 0 0 0,0 0-1 0 0,0-3 1 0 0,0 3-103 0 0,0 0-1 0 0,0 0 1 0 0,0 0-1 0 0,0 0 1 0 0,-1 0 0 0 0,1 0-1 0 0,-1 0 1 0 0,0 0-1 0 0,1 0 1 0 0,-1 0-1 0 0,-1-2 1 0 0,-1 1 24 0 0,1 0-1 0 0,-1 0 0 0 0,0 0 1 0 0,0 0-1 0 0,0 1 1 0 0,0-1-1 0 0,0 1 1 0 0,-6-3-1 0 0,-50-23-4014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56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1 1121 0 0,'0'0'5375'0'0,"0"9"-1293"0"0,0-7-3897 0 0,0 0 0 0 0,-1-1 0 0 0,1 1 0 0 0,-1 0-1 0 0,1 0 1 0 0,-1-1 0 0 0,0 1 0 0 0,0-1 0 0 0,0 1 0 0 0,0 0 0 0 0,0-1-1 0 0,0 0 1 0 0,0 1 0 0 0,0-1 0 0 0,-1 0 0 0 0,1 1 0 0 0,0-1 0 0 0,-1 0 0 0 0,1 0-1 0 0,-4 1 1 0 0,-9 10 869 0 0,-1 1-265 0 0,1 2 1 0 0,1 0-1 0 0,0 0 1 0 0,-12 20-1 0 0,19-26-572 0 0,1-1 0 0 0,1 2 1 0 0,-1-1-1 0 0,1 0 0 0 0,1 1 0 0 0,0-1 0 0 0,0 1 0 0 0,1 0 1 0 0,0 0-1 0 0,0 20 0 0 0,1-14 5 0 0,0-1 0 0 0,-1 1-1 0 0,0-1 1 0 0,-1 1 0 0 0,-1-1 0 0 0,-1 0-1 0 0,-10 25 1 0 0,-12 27 245 0 0,16-16-347 0 0,-2-27 43 0 0,11-21-43 0 0,0 1 0 0 0,1-1 0 0 0,-1 0-1 0 0,1 0 1 0 0,-1 1 0 0 0,1-1 0 0 0,0 1-1 0 0,0-1 1 0 0,1 1 0 0 0,-1 4 0 0 0,0-8-220 0 0,1 1-1 0 0,0-1 1 0 0,0 0 0 0 0,0 0 0 0 0,-1 0-1 0 0,1 0 1 0 0,0 1 0 0 0,0-1 0 0 0,-1 0 0 0 0,1 0-1 0 0,0 0 1 0 0,0 0 0 0 0,-1 0 0 0 0,1 0 0 0 0,0 0-1 0 0,-1 0 1 0 0,1 0 0 0 0,0 0 0 0 0,0 0 0 0 0,-1 0-1 0 0,1 0 1 0 0,0 0 0 0 0,-1 0 0 0 0,1 0-1 0 0,0 0 1 0 0,0 0 0 0 0,-1 0 0 0 0,1 0 0 0 0,0 0-1 0 0,0-1 1 0 0,-1 1 0 0 0,1 0 0 0 0,0 0 0 0 0,0 0-1 0 0,0 0 1 0 0,-1-1 0 0 0,1 1 0 0 0,0 0 0 0 0,0 0-1 0 0,0 0 1 0 0,-1-1 0 0 0,1 1 0 0 0,0 0-1 0 0,0 0 1 0 0,0-1 0 0 0,0 1 0 0 0,-1-1-236 0 0,0 0 0 0 0,0 1 0 0 0,0-1 0 0 0,0 0-1 0 0,1 0 1 0 0,-1 0 0 0 0,0 0 0 0 0,0 0 0 0 0,1 0 0 0 0,-1 0 0 0 0,1 0 0 0 0,-1 0 0 0 0,1 0 0 0 0,-1-2 0 0 0,2 0-504 0 0,0 0 0 0 0,0 1 0 0 0,0-1 0 0 0,0 0 1 0 0,1 1-1 0 0,-1-1 0 0 0,1 1 0 0 0,0 0 0 0 0,0-1 1 0 0,0 1-1 0 0,4-3 0 0 0,-6 5 820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57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30 2801 0 0,'-20'0'2232'0'0,"-38"0"9227"0"0,43-1-9849 0 0,15 1-1530 0 0,0 0 0 0 0,1-1 0 0 0,-1 1 1 0 0,0 0-1 0 0,0 0 0 0 0,0 0 1 0 0,0 0-1 0 0,0 0 0 0 0,0 0 0 0 0,1 0 1 0 0,-1 0-1 0 0,0-1 0 0 0,0 1 1 0 0,0 0-1 0 0,0 0 0 0 0,0 0 1 0 0,0 0-1 0 0,0 0 0 0 0,0-1 0 0 0,0 1 1 0 0,0 0-1 0 0,0 0 0 0 0,0 0 1 0 0,0 0-1 0 0,0-1 0 0 0,0 1 0 0 0,0 0 1 0 0,0 0-1 0 0,0 0 0 0 0,0 0 1 0 0,0-1-1 0 0,0 1 0 0 0,0 0 0 0 0,0 0 1 0 0,0 0-1 0 0,0 0 0 0 0,0 0 1 0 0,0-1-1 0 0,0 1 0 0 0,0 0 0 0 0,0 0 1 0 0,0 0-1 0 0,0 0 0 0 0,-1 0 1 0 0,1-1-1 0 0,0 1 0 0 0,0 0 0 0 0,0 0 1 0 0,0 0-1 0 0,0 0 0 0 0,-1 0 1 0 0,1 0-1 0 0,99-10 4284 0 0,25-1-3819 0 0,42 15-905 0 0,-85 7-1950 0 0,-7 8-3371 0 0,-64-16 4027 0 0,13 8-2450 0 0,-23-10 3717 0 0,1 0 0 0 0,-1-1 0 0 0,1 1 0 0 0,-1 0 0 0 0,1-1 0 0 0,-1 1 0 0 0,1 0-1 0 0,-1-1 1 0 0,0 1 0 0 0,0 0 0 0 0,1 0 0 0 0,-1 0 0 0 0,0-1 0 0 0,0 1 0 0 0,0 0 0 0 0,0 0 0 0 0,0 1 0 0 0,0 12-4602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57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7 240 0 0,'0'-6'13206'0'0,"0"12"-10004"0"0,33-6-321 0 0,-7 0-480 0 0,6 8-720 0 0,34-8-401 0 0,-1 0-559 0 0,33 0-321 0 0,-33-8-720 0 0,1 8-1841 0 0,31 0-4722 0 0,1 0-3602 0 0,-65-6 4402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58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842 159 320 0 0,'0'-41'4148'0'0,"0"12"1375"0"0,-1 28-5387 0 0,-1 0-1 0 0,1 0 0 0 0,0 0 0 0 0,0 0 1 0 0,-1 0-1 0 0,1 0 0 0 0,0 1 0 0 0,-1-1 1 0 0,1 0-1 0 0,-1 1 0 0 0,1-1 1 0 0,-1 1-1 0 0,1 0 0 0 0,-1-1 0 0 0,-2 1 1 0 0,1-1 180 0 0,-7-2 217 0 0,-1-1-1 0 0,0 1 1 0 0,0 1-1 0 0,0 0 1 0 0,0 0-1 0 0,0 1 1 0 0,-15 1-1 0 0,-13-2 357 0 0,-151-5 3056 0 0,157 7-3244 0 0,0 2 1 0 0,-1 1-1 0 0,-52 13 0 0 0,77-13-646 0 0,0 0 0 0 0,0 0 1 0 0,0 1-1 0 0,0 0 0 0 0,1 1 0 0 0,-1 0 0 0 0,1 0 0 0 0,0 1 0 0 0,1 0 1 0 0,-1 0-1 0 0,1 1 0 0 0,1 0 0 0 0,-1 0 0 0 0,-9 15 0 0 0,15-21-75 0 0,0 1 0 0 0,1 0 0 0 0,-1 0 1 0 0,1 0-1 0 0,-1 0 0 0 0,1 0 0 0 0,0 0 0 0 0,0-1 0 0 0,0 1 0 0 0,0 0 0 0 0,0 0 0 0 0,0 0 0 0 0,0 0 0 0 0,1 0 1 0 0,-1 0-1 0 0,1 0 0 0 0,-1 0 0 0 0,1-1 0 0 0,0 1 0 0 0,0 0 0 0 0,0 0 0 0 0,0-1 0 0 0,0 1 0 0 0,0-1 0 0 0,0 1 1 0 0,0-1-1 0 0,1 1 0 0 0,-1-1 0 0 0,0 0 0 0 0,1 1 0 0 0,1 0 0 0 0,3 4 30 0 0,17 19 37 0 0,-3-7 146 0 0,67 51-126 0 0,-76-59-63 0 0,-4-3-2 0 0,0 0 0 0 0,0 0 0 0 0,0 0 0 0 0,-1 1 0 0 0,8 11 0 0 0,-13-16-5 0 0,1 0 0 0 0,-1 0 1 0 0,0 0-1 0 0,0 0 0 0 0,0 0 1 0 0,0 1-1 0 0,-1-1 0 0 0,1 0 1 0 0,-1 0-1 0 0,0 1 1 0 0,0-1-1 0 0,0 0 0 0 0,0 0 1 0 0,-1 1-1 0 0,1-1 0 0 0,-1 0 1 0 0,0 0-1 0 0,0 1 0 0 0,0-1 1 0 0,-3 6-1 0 0,1-4 14 0 0,-1 1-1 0 0,0-1 1 0 0,0 0 0 0 0,0 0-1 0 0,0 0 1 0 0,-1-1-1 0 0,0 0 1 0 0,0 0 0 0 0,-8 6-1 0 0,-2-1 22 0 0,0-1-1 0 0,-18 9 0 0 0,-11 0 98 0 0,-1-2 0 0 0,-70 13 0 0 0,97-24-49 0 0,-8 1-36 0 0,16-9-142 0 0,8 2 85 0 0,1 2 10 0 0,1 0-1 0 0,0 0 1 0 0,0 0-1 0 0,-1 0 0 0 0,1-1 1 0 0,0 1-1 0 0,0 0 1 0 0,0 0-1 0 0,-1 0 0 0 0,1-1 1 0 0,0 1-1 0 0,0 0 1 0 0,0 0-1 0 0,0-1 0 0 0,-1 1 1 0 0,1 0-1 0 0,0 0 1 0 0,0-1-1 0 0,0 1 0 0 0,0 0 1 0 0,0 0-1 0 0,0-1 1 0 0,0 1-1 0 0,0 0 1 0 0,0-1-1 0 0,0 1 0 0 0,0 0 1 0 0,0 0-1 0 0,0-1 1 0 0,0 1-1 0 0,0 0 0 0 0,0-1 1 0 0,0 1-1 0 0,0 0 1 0 0,0 0-1 0 0,1-1 0 0 0,-1 1 1 0 0,0 0-1 0 0,0 0 1 0 0,0-1-1 0 0,0 1 0 0 0,0 0 1 0 0,1 0-1 0 0,-1 0 1 0 0,0-1-1 0 0,0 1 0 0 0,1 0 1 0 0,-1 0-1 0 0,0 0 1 0 0,0 0-1 0 0,1-1 1 0 0,-1 1-1 0 0,0 0 0 0 0,0 0 1 0 0,1 0-1 0 0,-1 0 1 0 0,1 0-1 0 0,16-8-2 0 0,-15 7 7 0 0,9-14 66 0 0,3 0 4 0 0,1 0 0 0 0,0 0 0 0 0,1 2 0 0 0,1 0 0 0 0,20-12 0 0 0,485-307 1090 0 0,-504 322-1101 0 0,100-50 440 0 0,-95 51-404 0 0,-20 8-79 0 0,0 0-1 0 0,0 0 0 0 0,0 0 0 0 0,0 0 0 0 0,0-1 0 0 0,0 1 0 0 0,-1-1 1 0 0,1 0-1 0 0,0 0 0 0 0,-1 0 0 0 0,0 0 0 0 0,1 0 0 0 0,-1 0 1 0 0,0-1-1 0 0,0 1 0 0 0,0-1 0 0 0,2-3 0 0 0,0 0-9 0 0,-3 4-5 0 0,0 1 0 0 0,0 0 0 0 0,0-1 1 0 0,0 1-1 0 0,0 0 0 0 0,0-1 0 0 0,-1 1 0 0 0,1-1 0 0 0,0 1 1 0 0,-1-1-1 0 0,1 0 0 0 0,-1-2 0 0 0,0 3-6 0 0,0 0 1 0 0,-1 0-1 0 0,1 0 0 0 0,-1 0 0 0 0,0 0 1 0 0,1 0-1 0 0,-1 0 0 0 0,0 0 0 0 0,0 0 1 0 0,1 0-1 0 0,-1 1 0 0 0,0-1 0 0 0,0 0 0 0 0,0 1 1 0 0,0-1-1 0 0,0 0 0 0 0,0 1 0 0 0,0-1 1 0 0,0 1-1 0 0,0 0 0 0 0,0-1 0 0 0,0 1 0 0 0,-1 0 1 0 0,1-1-1 0 0,0 1 0 0 0,-2 0 0 0 0,-8-1-124 0 0,1 0 0 0 0,-1 1 0 0 0,0 0 0 0 0,-11 2 0 0 0,-33 4-2639 0 0,-84 19 1 0 0,17 12-4120 0 0,19 4-1571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4:59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13 960 0 0,'-104'22'9596'0'0,"4"5"-4326"0"0,72-17-4404 0 0,0 0 0 0 0,1 2 0 0 0,0 1 0 0 0,-46 30 0 0 0,71-41-807 0 0,-1 0 0 0 0,0 0 0 0 0,0 0 0 0 0,1 1 0 0 0,-1-1 0 0 0,1 1 0 0 0,-1 0 1 0 0,1-1-1 0 0,0 1 0 0 0,0 0 0 0 0,1 0 0 0 0,-1 1 0 0 0,-2 5 0 0 0,3-2 125 0 0,0 0 1 0 0,0 0-1 0 0,0 0 1 0 0,1 1-1 0 0,0 7 1 0 0,0 1 175 0 0,1-13-313 0 0,-1-1 1 0 0,1 1-1 0 0,-1 0 0 0 0,1-1 0 0 0,0 1 0 0 0,0-1 0 0 0,0 1 0 0 0,0-1 0 0 0,0 1 0 0 0,1-1 1 0 0,-1 0-1 0 0,1 1 0 0 0,-1-1 0 0 0,1 0 0 0 0,0 0 0 0 0,0 0 0 0 0,0-1 0 0 0,0 1 1 0 0,0 0-1 0 0,0-1 0 0 0,1 1 0 0 0,-1-1 0 0 0,0 0 0 0 0,4 2 0 0 0,9 3 119 0 0,-1 0 0 0 0,1-1 0 0 0,18 3-1 0 0,-20-5-18 0 0,12 2 2 0 0,1-1-1 0 0,-1-1 1 0 0,1-2 0 0 0,0 0 0 0 0,0-2-1 0 0,32-4 1 0 0,-3-4 324 0 0,90-25 0 0 0,-130 30-346 0 0,0-2 0 0 0,0 1 0 0 0,-1-2-1 0 0,0 0 1 0 0,-1 0 0 0 0,0-1 0 0 0,19-15-1 0 0,-28 20-90 0 0,-1 0 0 0 0,0 0 1 0 0,0-1-1 0 0,0 1 0 0 0,0-1 0 0 0,0 1 0 0 0,-1-1 0 0 0,0 0 0 0 0,0 0 0 0 0,0 0 1 0 0,0 0-1 0 0,0 0 0 0 0,-1-1 0 0 0,0 1 0 0 0,0 0 0 0 0,0-1 0 0 0,0 1 0 0 0,-1-1 1 0 0,0 1-1 0 0,0-1 0 0 0,0 1 0 0 0,0-1 0 0 0,-2-8 0 0 0,0 7-37 0 0,0-1 1 0 0,0 1-1 0 0,-1 0 0 0 0,0 0 0 0 0,0 0 0 0 0,-1 0 0 0 0,1 0 1 0 0,-1 1-1 0 0,0-1 0 0 0,-1 1 0 0 0,1 0 0 0 0,-1 1 0 0 0,0-1 1 0 0,0 1-1 0 0,-11-7 0 0 0,4 5-297 0 0,-1 0-1 0 0,0 0 1 0 0,0 1 0 0 0,0 1-1 0 0,-1 0 1 0 0,1 1 0 0 0,-1 0-1 0 0,0 1 1 0 0,0 1 0 0 0,0 0-1 0 0,-26 3 1 0 0,16-1-1631 0 0,-1 2 0 0 0,1 1 0 0 0,1 1 0 0 0,-1 1 0 0 0,-38 15 0 0 0,49-15-464 0 0,-1 2 0 0 0,1-1 0 0 0,-21 17 0 0 0,32-23 2188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5:00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1 724 320 0 0,'0'-1'350'0'0,"1"1"0"0"0,-1 0-1 0 0,1 0 1 0 0,0-1 0 0 0,-1 1 0 0 0,1 0 0 0 0,-1 0-1 0 0,1-1 1 0 0,-1 1 0 0 0,1 0 0 0 0,0 0 0 0 0,-1 0-1 0 0,1 0 1 0 0,0 0 0 0 0,-1 0 0 0 0,1 0-1 0 0,-1 0 1 0 0,1 0 0 0 0,0 0 0 0 0,-1 0 0 0 0,1 1-1 0 0,-1-1 1 0 0,1 0 0 0 0,0 1 0 0 0,11 0 269 0 0,-12-1-554 0 0,1 0 0 0 0,-1 0-1 0 0,0 0 1 0 0,0 0-1 0 0,0 0 1 0 0,1 0 0 0 0,-1 0-1 0 0,0 0 1 0 0,0 0-1 0 0,0 0 1 0 0,1 0 0 0 0,-1 0-1 0 0,0 0 1 0 0,0 0-1 0 0,0 0 1 0 0,1-1 0 0 0,-1 1-1 0 0,0 0 1 0 0,0 0-1 0 0,0 0 1 0 0,0 0 0 0 0,1 0-1 0 0,-1 0 1 0 0,0-1-1 0 0,0 1 1 0 0,0 0 0 0 0,0 0-1 0 0,0 0 1 0 0,0 0-1 0 0,1-1 1 0 0,-1 1-1 0 0,0 0 1 0 0,0 0 0 0 0,0 0-1 0 0,0-1 1 0 0,0 1-1 0 0,0 0 1 0 0,0 0 0 0 0,0 0-1 0 0,0-1 1 0 0,0 1-1 0 0,0 0 1 0 0,0 0 0 0 0,0 0-1 0 0,0-1 1 0 0,0 1-1 0 0,0 0 21 0 0,0-1 0 0 0,0 1 0 0 0,0 0 0 0 0,0-1-1 0 0,0 1 1 0 0,0 0 0 0 0,0-1 0 0 0,0 1 0 0 0,0 0-1 0 0,0-1 1 0 0,0 1 0 0 0,0 0 0 0 0,0-1-1 0 0,1 1 1 0 0,-1 0 0 0 0,0-1 0 0 0,0 1 0 0 0,0 0-1 0 0,0 0 1 0 0,1-1 0 0 0,-1 1 0 0 0,0 0 0 0 0,0 0-1 0 0,1 0 1 0 0,-1-1 0 0 0,0 1 0 0 0,0 0 0 0 0,1 0-1 0 0,-1 0 1 0 0,0 0 0 0 0,1-1 0 0 0,5 0 443 0 0,-5 1-450 0 0,0 0 0 0 0,0 0-1 0 0,0 0 1 0 0,-1-1 0 0 0,1 1 0 0 0,0 0 0 0 0,0 0 0 0 0,0-1 0 0 0,0 1-1 0 0,0 0 1 0 0,-1-1 0 0 0,1 1 0 0 0,0-1 0 0 0,0 1 0 0 0,-1-1-1 0 0,1 1 1 0 0,0-1 0 0 0,-1 1 0 0 0,1-1 0 0 0,0 0 0 0 0,-1 1-1 0 0,1-1 1 0 0,-1 0 0 0 0,1 0 0 0 0,-1 0 0 0 0,0 1 0 0 0,1-1-1 0 0,-1 0 1 0 0,0 0 0 0 0,1 0 0 0 0,-1 0 0 0 0,0 1 0 0 0,0-2 0 0 0,0 0-3 0 0,1 0 1 0 0,-1 0 0 0 0,0 0 0 0 0,1 0-1 0 0,0 0 1 0 0,-1 1 0 0 0,1-1 0 0 0,0 0-1 0 0,0 1 1 0 0,0-1 0 0 0,0 0 0 0 0,0 1-1 0 0,0-1 1 0 0,0 1 0 0 0,0-1 0 0 0,1 1-1 0 0,-1 0 1 0 0,1 0 0 0 0,-1 0 0 0 0,1 0 0 0 0,-1 0-1 0 0,1 0 1 0 0,2-1 0 0 0,7-7 173 0 0,5-4-140 0 0,-2-2 1 0 0,1 0-1 0 0,-2 0 0 0 0,0-2 1 0 0,-1 1-1 0 0,-1-1 0 0 0,13-27 0 0 0,-17 31-62 0 0,91-159 353 0 0,-93 162-395 0 0,18-39 3 0 0,-12-11 32 0 0,0 27 63 0 0,-8 26-38 0 0,0-1 0 0 0,-1 0 1 0 0,0 0-1 0 0,0 0 1 0 0,0 0-1 0 0,0-13 0 0 0,-2-64 842 0 0,0 84-173 0 0,0 1-653 0 0,0 1-70 0 0,-1-1 0 0 0,1 0-1 0 0,0 0 1 0 0,0 0-1 0 0,0 1 1 0 0,0-1-1 0 0,0 0 1 0 0,0 0-1 0 0,0 1 1 0 0,0-1-1 0 0,0 0 1 0 0,0 0 0 0 0,0 0-1 0 0,0 1 1 0 0,0-1-1 0 0,0 0 1 0 0,0 0-1 0 0,0 1 1 0 0,0-1-1 0 0,0 0 1 0 0,0 0-1 0 0,0 0 1 0 0,1 1 0 0 0,-1-1-1 0 0,0 0 1 0 0,0 0-1 0 0,0 0 1 0 0,0 0-1 0 0,0 1 1 0 0,0-1-1 0 0,1 0 1 0 0,-1 0 0 0 0,0 0-1 0 0,0 0 1 0 0,0 0-1 0 0,1 1 1 0 0,-1-1-1 0 0,0 0 1 0 0,0 0-1 0 0,0 0 1 0 0,1 0-1 0 0,-1 0 1 0 0,0 0 0 0 0,0 0-1 0 0,0 0 1 0 0,1 0-1 0 0,-1 0 1 0 0,0 0-1 0 0,0 0 1 0 0,0 0-1 0 0,1 0 1 0 0,-1 0-1 0 0,22 6 70 0 0,-15-2 54 0 0,-4-1-94 0 0,51 41 427 0 0,-45-37-430 0 0,-1 1 0 0 0,0-1 0 0 0,0 2 0 0 0,-1-1 1 0 0,0 1-1 0 0,0 0 0 0 0,-1 1 0 0 0,0-1 0 0 0,-1 1 0 0 0,0 1 0 0 0,-1-1 1 0 0,0 0-1 0 0,5 21 0 0 0,2 30-50 0 0,10-3 93 0 0,-13-25 24 0 0,-6-24-72 0 0,0 0 0 0 0,0 0 0 0 0,1 0 0 0 0,0-1 0 0 0,1 1 0 0 0,0-1 0 0 0,6 11 0 0 0,-4-10 6 0 0,1 0 1 0 0,0 0 0 0 0,0-1-1 0 0,1 0 1 0 0,12 11 0 0 0,-14-16 12 0 0,-1 1 1 0 0,0-1 0 0 0,1 0 0 0 0,0 0 0 0 0,0-1 0 0 0,0 1-1 0 0,0-1 1 0 0,0-1 0 0 0,0 1 0 0 0,0-1 0 0 0,11 1 0 0 0,0-3 3 0 0,0 0 1 0 0,-1 0-1 0 0,0-2 1 0 0,1 0-1 0 0,-1-1 1 0 0,0 0 0 0 0,0-1-1 0 0,-1-1 1 0 0,0-1-1 0 0,0 0 1 0 0,15-10-1 0 0,19-14 52 0 0,82-66 0 0 0,-62 34-189 0 0,101-116-1 0 0,-159 166-32 0 0,22-29-939 0 0,-33 41 979 0 0,1 1 0 0 0,-1-1 0 0 0,0 1 0 0 0,1 0 0 0 0,-1-1 0 0 0,0 1 0 0 0,1-1 0 0 0,-1 1 0 0 0,0-1 0 0 0,0 0 0 0 0,1 1 0 0 0,-1-1 0 0 0,0 1 0 0 0,0-1 0 0 0,0 1 0 0 0,0-1 0 0 0,0 0 0 0 0,0 1 0 0 0,0-1 0 0 0,0 1 0 0 0,0-1 0 0 0,0 1 0 0 0,0-1 0 0 0,0 0 0 0 0,0 1 0 0 0,0-1 0 0 0,0 1 0 0 0,-1-1 0 0 0,1 1 0 0 0,0-1 0 0 0,0 1 0 0 0,-1-1 0 0 0,1 1 0 0 0,0-1 0 0 0,-1 1 0 0 0,1-1 0 0 0,-1 1 0 0 0,1-1 0 0 0,0 1 0 0 0,-1 0 0 0 0,1-1 0 0 0,-1 1 0 0 0,0-1 0 0 0,-18 2-4535 0 0,8 10-2967 0 0,-16-4-53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5:04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970 476 400 0 0,'1'-10'6190'0'0,"-1"9"-6060"0"0,0 1 0 0 0,0 0 0 0 0,1-1 0 0 0,-1 1 1 0 0,0 0-1 0 0,0-1 0 0 0,0 1 0 0 0,-1 0 0 0 0,1-1 0 0 0,0 1 0 0 0,0 0 1 0 0,0-1-1 0 0,0 1 0 0 0,0-1 0 0 0,0 1 0 0 0,0 0 0 0 0,-1 0 0 0 0,1-1 1 0 0,0 1-1 0 0,0 0 0 0 0,0-1 0 0 0,-1 1 0 0 0,1 0 0 0 0,0 0 0 0 0,0-1 1 0 0,-1 1-1 0 0,1 0 0 0 0,0 0 0 0 0,-1-1 0 0 0,1 1 0 0 0,0 0 0 0 0,-1 0 1 0 0,1 0-1 0 0,0 0 0 0 0,-1 0 0 0 0,0-1 0 0 0,-31 1 3499 0 0,6 9-2751 0 0,17-6-677 0 0,-1 0 1 0 0,1 0 0 0 0,0 1 0 0 0,0 0 0 0 0,1 1 0 0 0,-1 0-1 0 0,1 0 1 0 0,-14 12 0 0 0,-43 55 238 0 0,61-67-406 0 0,-1 0 1 0 0,1 0-1 0 0,1 0 0 0 0,-1 0 0 0 0,1 1 0 0 0,0-1 0 0 0,-3 8 0 0 0,4-7-20 0 0,-1-1 0 0 0,0 1 0 0 0,0-1 0 0 0,0 0 1 0 0,0 0-1 0 0,-1 0 0 0 0,0 0 0 0 0,0 0 0 0 0,-6 4 0 0 0,-20 14 19 0 0,15-12 27 0 0,0 1 0 0 0,-17 17 0 0 0,0 4-14 0 0,-34 38 45 0 0,-3-3 1 0 0,-91 69-1 0 0,129-106-142 0 0,27-26 68 0 0,0 0 1 0 0,0-1-1 0 0,-1 1 1 0 0,0-1-1 0 0,-7 5 1 0 0,3-2 81 0 0,1-1 0 0 0,1 1 0 0 0,-1 0 0 0 0,1 1 0 0 0,0 0 0 0 0,-7 11 0 0 0,13-17-92 0 0,1 0 0 0 0,-1-1-1 0 0,0 1 1 0 0,1 0 0 0 0,0 0-1 0 0,-1-1 1 0 0,1 1 0 0 0,0 0-1 0 0,0 0 1 0 0,0 0 0 0 0,0-1-1 0 0,0 1 1 0 0,1 2 0 0 0,-1-2 12 0 0,0 0 0 0 0,1-1 0 0 0,-1 1 0 0 0,0 0-1 0 0,0 0 1 0 0,0 0 0 0 0,0-1 0 0 0,-1 1 0 0 0,1 0 0 0 0,0 0 0 0 0,-1 0 0 0 0,1-1 0 0 0,-1 1 0 0 0,0 0 0 0 0,0-1 0 0 0,1 1 0 0 0,-1 0 0 0 0,-2 1 0 0 0,-5 4 21 0 0,7-6-30 0 0,-1 0 0 0 0,1 0 0 0 0,0 0-1 0 0,-1 0 1 0 0,1 0 0 0 0,0 0 0 0 0,0 1 0 0 0,0-1 0 0 0,0 0 0 0 0,0 1-1 0 0,0-1 1 0 0,0 1 0 0 0,0-1 0 0 0,1 1 0 0 0,-1 0 0 0 0,1-1 0 0 0,-1 1-1 0 0,1 0 1 0 0,-1-1 0 0 0,1 1 0 0 0,0 0 0 0 0,0 2 0 0 0,0-2 4 0 0,0 0-1 0 0,0-1 1 0 0,-1 1 0 0 0,1 0 0 0 0,-1 0-1 0 0,1 0 1 0 0,-1 0 0 0 0,1 0 0 0 0,-1 0-1 0 0,0-1 1 0 0,0 1 0 0 0,0 0 0 0 0,0-1-1 0 0,0 1 1 0 0,0 0 0 0 0,-1-1 0 0 0,1 1-1 0 0,-2 1 1 0 0,-8 10 18 0 0,1 12 22 0 0,-1-13 57 0 0,10-12-74 0 0,0 1-1 0 0,0 0 1 0 0,0 0-1 0 0,0 1 1 0 0,0-1-1 0 0,1 0 1 0 0,-1 0-1 0 0,0 0 1 0 0,1 1-1 0 0,-1-1 1 0 0,0 0-1 0 0,1 0 1 0 0,0 1-1 0 0,-1-1 0 0 0,1 1 1 0 0,0-1-1 0 0,0 0 1 0 0,-1 1-1 0 0,1-1 1 0 0,0 1-1 0 0,0-1 1 0 0,1 0-1 0 0,-1 2 1 0 0,0 1-19 0 0,0 0 0 0 0,0 0 0 0 0,-1 0 0 0 0,0-1 0 0 0,1 1 1 0 0,-1 0-1 0 0,-1-1 0 0 0,1 1 0 0 0,0-1 0 0 0,-1 1 0 0 0,0-1 0 0 0,0 0 1 0 0,-4 6-1 0 0,-2 4 75 0 0,6-6-42 0 0,0 0 0 0 0,1 0 0 0 0,-1-1 1 0 0,2 1-1 0 0,-1 0 0 0 0,1 0 1 0 0,0 0-1 0 0,0 0 0 0 0,1 0 1 0 0,0 0-1 0 0,0 0 0 0 0,4 12 0 0 0,17 9 83 0 0,-12-6 40 0 0,-9-19-154 0 0,1 1 0 0 0,-1-1 0 0 0,1 0 0 0 0,0 0 0 0 0,-1 0 0 0 0,1 0 0 0 0,1 0-1 0 0,-1-1 1 0 0,4 5 0 0 0,4 1 9 0 0,0 0 0 0 0,0-1 0 0 0,0 0 0 0 0,15 6-1 0 0,-15-7 18 0 0,1-1 0 0 0,-2 2 0 0 0,1-1 0 0 0,15 15 0 0 0,-8-7 96 0 0,0 0 0 0 0,2 0 0 0 0,-1-2 0 0 0,2 0 0 0 0,-1-2 0 0 0,23 9 0 0 0,128 41 1304 0 0,-133-48-1738 0 0,138 49 307 0 0,-94-30 2 0 0,0-4 0 0 0,163 31 0 0 0,110-23 1277 0 0,-158-20 1814 0 0,-56-2-2107 0 0,557-20-268 0 0,-395 5-661 0 0,-143 4 177 0 0,-67-2-214 0 0,1 4 1 0 0,113 20-1 0 0,26 1 4 0 0,-214-23-24 0 0,44 3 15 0 0,99 11 65 0 0,-106-1-95 0 0,-18-6 0 0 0,0 0 0 0 0,40 14 0 0 0,78 29 0 0 0,-60-22 0 0 0,-48-15 0 0 0,54 10 0 0 0,-9-4 0 0 0,-11-6 0 0 0,1-3 0 0 0,0-3 0 0 0,118-4 0 0 0,-137 0 0 0 0,-43-3 0 0 0,0-1 0 0 0,-1 0 0 0 0,22-3 0 0 0,34-4 0 0 0,-43 5 0 0 0,57-12 0 0 0,-56 8 0 0 0,0 0 0 0 0,59 0 0 0 0,11 0 0 0 0,-80 2 0 0 0,261-33 0 0 0,-217 24 0 0 0,-2-2 0 0 0,72-26 0 0 0,-76 20 0 0 0,14-7 0 0 0,-9-15 0 0 0,-62 39 0 0 0,1-1 0 0 0,-1 1 0 0 0,0-1 0 0 0,0 1 0 0 0,0-1 0 0 0,0-1 0 0 0,0 1 0 0 0,3-6 0 0 0,18-19 0 0 0,-18 21 0 0 0,0 0 0 0 0,0-1 0 0 0,-1 0 0 0 0,0 0 0 0 0,0 0 0 0 0,-1 0 0 0 0,-1-1 0 0 0,5-12 0 0 0,-4 10 0 0 0,0 0 0 0 0,1 0 0 0 0,1 0 0 0 0,11-15 0 0 0,34-26 0 0 0,-13 16 0 0 0,9-8 0 0 0,-36 35 0 0 0,-1 1 0 0 0,0-2 0 0 0,-1 0 0 0 0,0 0 0 0 0,-1-1 0 0 0,11-16 0 0 0,-7 7 0 0 0,1 1 0 0 0,1 0 0 0 0,0 2 0 0 0,2 0 0 0 0,0 0 0 0 0,1 2 0 0 0,1 0 0 0 0,0 1 0 0 0,30-17 0 0 0,-17 18 0 0 0,1 6 0 0 0,0 7 0 0 0,-1 0 0 0 0,-4-4 0 0 0,-18-2 0 0 0,-5 5 0 0 0,19-9 0 0 0,-23 7 0 0 0,-3-2 0 0 0,2 3 0 0 0,1 0 0 0 0,0-1 0 0 0,0 1 0 0 0,1 0 0 0 0,-1 0 0 0 0,0 0 0 0 0,1 0 0 0 0,0 0 0 0 0,0 1 0 0 0,0-1 0 0 0,0 0 0 0 0,0 1 0 0 0,1-1 0 0 0,-1 1 0 0 0,1 0 0 0 0,2-2 0 0 0,-1 1 0 0 0,0-1 0 0 0,-1 1 0 0 0,1-1 0 0 0,-1 0 0 0 0,0 0 0 0 0,3-6 0 0 0,5-25 0 0 0,44-59 0 0 0,-54 92 0 0 0,0-1 0 0 0,0 1 0 0 0,-1 0 0 0 0,1-1 0 0 0,-1 1 0 0 0,1 0 0 0 0,-1-1 0 0 0,0 1 0 0 0,0-1 0 0 0,0-2 0 0 0,0 3 0 0 0,0-1 0 0 0,0 1 0 0 0,0 0 0 0 0,1-1 0 0 0,-1 1 0 0 0,1-1 0 0 0,-1 1 0 0 0,1 0 0 0 0,0-1 0 0 0,1-1 0 0 0,5-10 0 0 0,-4 10 0 0 0,-1 0 0 0 0,1-1 0 0 0,-1 1 0 0 0,0-1 0 0 0,0 0 0 0 0,-1 0 0 0 0,1 0 0 0 0,-1 0 0 0 0,0 0 0 0 0,-1 0 0 0 0,1 0 0 0 0,-1-6 0 0 0,0 1 0 0 0,1 7 0 0 0,-1 1 0 0 0,0-1 0 0 0,0 0 0 0 0,0 1 0 0 0,0-1 0 0 0,-1 1 0 0 0,1-1 0 0 0,-1 0 0 0 0,1 1 0 0 0,-1-1 0 0 0,0 1 0 0 0,-2-4 0 0 0,-22-26 0 0 0,-15-22 0 0 0,34 45 0 0 0,0 0 0 0 0,0 0 0 0 0,-1 0 0 0 0,-1 1 0 0 0,1 0 0 0 0,-14-9 0 0 0,-63-41 0 0 0,66 46 0 0 0,-4-3 0 0 0,-26-25 0 0 0,23 18 0 0 0,-43-29 0 0 0,18 23 0 0 0,-70-28 0 0 0,34 18 0 0 0,30 11 0 0 0,-111-37 0 0 0,29 14 0 0 0,16 5 0 0 0,-22 5 0 0 0,-168-25 0 0 0,-37 16 0 0 0,126 21 0 0 0,87 9 0 0 0,-314-17 0 0 0,-143 9 0 0 0,343 9 0 0 0,-49 10 0 0 0,260 10 0 0 0,1 2 0 0 0,-63 15 0 0 0,58-10 0 0 0,-51 4 0 0 0,-243 23 0 0 0,185-29 0 0 0,127-8 0 0 0,1-1 0 0 0,0-1 0 0 0,1-1 0 0 0,-1-2 0 0 0,1 0 0 0 0,-25-10 0 0 0,26 7 0 0 0,-40-22 0 0 0,44 21 0 0 0,-1 1 0 0 0,-28-11 0 0 0,-180-62 0 0 0,101 34 0 0 0,93 33 0 0 0,22 3 0 0 0,-16 9 0 0 0,-6 5 0 0 0,-21 7 0 0 0,43-5 0 0 0,-20 3 0 0 0,29-4 0 0 0,0 0 0 0 0,-27 4 0 0 0,-142 44 0 0 0,157-46 0 0 0,2-1 0 0 0,1 1 0 0 0,0 1 0 0 0,-17 10 0 0 0,-14 8 0 0 0,31-19 0 0 0,0 2 0 0 0,0 0 0 0 0,-13 9 0 0 0,-22 15 0 0 0,-19 5 0 0 0,37-28 0 0 0,-40 13 0 0 0,6-1 0 0 0,45-16 0 0 0,1 1 0 0 0,0 0 0 0 0,-28 14 0 0 0,44-19 0 0 0,0 0 0 0 0,-1 1 0 0 0,1-1 0 0 0,0 0 0 0 0,-1 0 0 0 0,1 1 0 0 0,0-1 0 0 0,-1 0 0 0 0,1 0 0 0 0,0 1 0 0 0,0-1 0 0 0,-1 0 0 0 0,1 1 0 0 0,0-1 0 0 0,0 0 0 0 0,0 1 0 0 0,-1-1 0 0 0,1 1 0 0 0,0-1 0 0 0,0 0 0 0 0,0 1 0 0 0,0-1 0 0 0,0 1 0 0 0,0-1 0 0 0,0 0 0 0 0,0 1 0 0 0,0 0 0 0 0,0 1 5 0 0,0-1 0 0 0,1 1 0 0 0,-1 0 0 0 0,1 0 0 0 0,-1-1 0 0 0,1 1 0 0 0,0 0 0 0 0,0 0 1 0 0,0-1-1 0 0,0 1 0 0 0,0-1 0 0 0,0 1 0 0 0,0-1 0 0 0,0 0 0 0 0,0 1 0 0 0,1-1 0 0 0,-1 0 0 0 0,1 0 0 0 0,1 2 0 0 0,10 9-1098 0 0,19 31-5639 0 0,1 0-8066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23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0 560 0 0,'0'1'82'0'0,"-1"0"-1"0"0,0 0 0 0 0,0 0 1 0 0,0 0-1 0 0,0 0 1 0 0,0 0-1 0 0,0-1 0 0 0,-1 1 1 0 0,1 0-1 0 0,0-1 0 0 0,0 1 1 0 0,0-1-1 0 0,-1 1 1 0 0,1-1-1 0 0,0 0 0 0 0,0 1 1 0 0,-1-1-1 0 0,1 0 0 0 0,0 0 1 0 0,-3 0-1 0 0,3 0 51 0 0,1 0-105 0 0,0 0-1 0 0,0 0 1 0 0,-1 0-1 0 0,1 0 1 0 0,0 0-1 0 0,0 0 1 0 0,0 0-1 0 0,-1 0 1 0 0,1 0-1 0 0,0 0 1 0 0,0 0-1 0 0,-1 0 1 0 0,1 0-1 0 0,0 0 1 0 0,0 0-1 0 0,0 0 1 0 0,-1 0-1 0 0,1 1 1 0 0,0-1-1 0 0,0 0 1 0 0,4 8 10314 0 0,23-8-7806 0 0,-27 1-2499 0 0,0-1 0 0 0,0 0 0 0 0,0 0 0 0 0,0 1 0 0 0,0-1 0 0 0,-1 0 0 0 0,1 1 1 0 0,0-1-1 0 0,0 1 0 0 0,0-1 0 0 0,0 0 0 0 0,0 1 0 0 0,0-1 0 0 0,0 0 0 0 0,0 1 0 0 0,0-1 0 0 0,0 0 0 0 0,0 1 0 0 0,0-1 0 0 0,1 0 1 0 0,-1 1-1 0 0,0-1 0 0 0,0 0 0 0 0,0 1 0 0 0,0-1 0 0 0,0 0 0 0 0,1 1 0 0 0,-1-1 0 0 0,0 0 0 0 0,0 0 0 0 0,1 1 0 0 0,-1-1 0 0 0,0 0 1 0 0,0 0-1 0 0,1 0 0 0 0,-1 1 0 0 0,0-1 0 0 0,1 0 0 0 0,-1 0 0 0 0,0 0 0 0 0,1 0 0 0 0,-1 0 0 0 0,1 1 0 0 0,21 4 231 0 0,-22-5-247 0 0,0 0 0 0 0,1 0 0 0 0,-1 0 0 0 0,0 0 0 0 0,1 0 0 0 0,-1 1 0 0 0,0-1 0 0 0,0 0 0 0 0,1 0 0 0 0,-1 0-1 0 0,0 1 1 0 0,1-1 0 0 0,-1 0 0 0 0,0 0 0 0 0,0 0 0 0 0,0 1 0 0 0,1-1 0 0 0,-1 0 0 0 0,0 1 0 0 0,0-1 0 0 0,0 0 0 0 0,0 0 0 0 0,1 1 0 0 0,-1-1 0 0 0,0 0 0 0 0,0 1 0 0 0,0-1-1 0 0,0 0 1 0 0,0 1 0 0 0,0-1 0 0 0,0 0 0 0 0,0 1 0 0 0,0-1 0 0 0,0 0 0 0 0,0 1 0 0 0,0-1 0 0 0,0 0 0 0 0,0 1 0 0 0,0 0-3 0 0,-1-1 0 0 0,1 1 0 0 0,0-1-1 0 0,0 1 1 0 0,0-1 0 0 0,0 1 0 0 0,0 0 0 0 0,0-1 0 0 0,1 1 0 0 0,-1-1 0 0 0,0 1 0 0 0,0-1 0 0 0,0 1 0 0 0,0-1 0 0 0,1 1-1 0 0,-1-1 1 0 0,0 1 0 0 0,1-1 0 0 0,-1 1 0 0 0,0-1 0 0 0,1 0 0 0 0,-1 1 0 0 0,0-1 0 0 0,2 1 0 0 0,0 0 40 0 0,-1-1-40 0 0,1 1 0 0 0,-1-1 0 0 0,1 1 1 0 0,-1-1-1 0 0,1 1 0 0 0,-1 0 0 0 0,0-1 0 0 0,1 1 0 0 0,-1 0 0 0 0,0 0 1 0 0,0 0-1 0 0,0 0 0 0 0,0 0 0 0 0,0 0 0 0 0,0 0 0 0 0,0 0 0 0 0,0 1 1 0 0,0-1-1 0 0,1 2 0 0 0,-2-2-9 0 0,0-1 0 0 0,0 1 0 0 0,1-1 0 0 0,-1 1 0 0 0,0 0 0 0 0,0-1 0 0 0,1 1 0 0 0,-1-1 0 0 0,1 1 0 0 0,-1-1 0 0 0,0 1 0 0 0,1-1 1 0 0,-1 1-1 0 0,1-1 0 0 0,-1 0 0 0 0,1 1 0 0 0,-1-1 0 0 0,1 0 0 0 0,0 1 0 0 0,-1-1 0 0 0,1 0 0 0 0,-1 1 0 0 0,1-1 0 0 0,0 0 0 0 0,-1 0 0 0 0,1 0 0 0 0,0 0 0 0 0,-1 0 0 0 0,1 0 0 0 0,-1 0 0 0 0,1 0 1 0 0,0 0-1 0 0,0 0 0 0 0,0 0 3 0 0,0 0 1 0 0,-1 0 0 0 0,1 0 0 0 0,-1 0 0 0 0,1 0 0 0 0,-1 0 0 0 0,1 0 0 0 0,-1 0-1 0 0,1 0 1 0 0,0 0 0 0 0,-1 0 0 0 0,1 0 0 0 0,-1 1 0 0 0,1-1 0 0 0,-1 0 0 0 0,1 0-1 0 0,-1 1 1 0 0,1-1 0 0 0,-1 0 0 0 0,0 1 0 0 0,1-1 0 0 0,-1 0 0 0 0,1 1-1 0 0,-1-1 1 0 0,0 1 0 0 0,1-1 0 0 0,-1 0 0 0 0,0 1 0 0 0,1-1 0 0 0,-1 1 0 0 0,0 0-1 0 0,6 0 296 0 0,50-2 531 0 0,-15 0 377 0 0,0 1-1 0 0,71 9 1 0 0,-106-7-908 0 0,86 5 840 0 0,-76-5-993 0 0,1 0-1 0 0,-1-1 1 0 0,0-1-1 0 0,1-1 0 0 0,-1 0 1 0 0,0-1-1 0 0,0-1 1 0 0,20-5-1 0 0,-12 2-41 0 0,1 2-1 0 0,0 0 1 0 0,33 0 0 0 0,62 16 435 0 0,-118-12-535 0 0,0 0 0 0 0,0 0 0 0 0,1 0 1 0 0,-1 0-1 0 0,0 1 0 0 0,0-1 0 0 0,0 0 1 0 0,0 1-1 0 0,0 0 0 0 0,0-1 0 0 0,2 2 1 0 0,2 0 13 0 0,-1 0 54 0 0,1-1 0 0 0,15 3 0 0 0,-15-3 0 0 0,-1-1 0 0 0,11 1-44 0 0,-1 1-1 0 0,1 0 0 0 0,20 6 1 0 0,1 1 76 0 0,-33-8-94 0 0,-3 1 2 0 0,32 6 155 0 0,10 9-94 0 0,-35-14-77 0 0,-1 0 0 0 0,1 0 1 0 0,0 0-1 0 0,0-1 1 0 0,8 1-1 0 0,44 5 196 0 0,-60-8-210 0 0,0 0 0 0 0,1 0 0 0 0,-1 0-1 0 0,0 0 1 0 0,1-1 0 0 0,-1 1 0 0 0,0 0 0 0 0,0 0 0 0 0,1 0-1 0 0,-1 0 1 0 0,0 0 0 0 0,0 0 0 0 0,1-1 0 0 0,-1 1 0 0 0,0 0 0 0 0,0 0-1 0 0,1 0 1 0 0,-1 0 0 0 0,0-1 0 0 0,0 1 0 0 0,0 0 0 0 0,0 0-1 0 0,1-1 1 0 0,-1 1 0 0 0,0 0 0 0 0,0 0 0 0 0,0-1 0 0 0,0 1 0 0 0,0 0-1 0 0,0-1 1 0 0,0 1 0 0 0,0 0 0 0 0,0 0 0 0 0,0-1 0 0 0,0 1-1 0 0,0 0 1 0 0,0-1 0 0 0,0 1 0 0 0,0 0 0 0 0,0 0 0 0 0,0-1 0 0 0,0 1-1 0 0,0 0 1 0 0,0 0 0 0 0,0-1 0 0 0,-6-12-603 0 0,-65-71-9139 0 0,-16 6-3320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00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677 143 2481 0 0,'0'-2'361'0'0,"0"1"0"0"0,0 0 0 0 0,0-1-1 0 0,0 1 1 0 0,-1 0 0 0 0,1-1 0 0 0,0 1 0 0 0,-1 0-1 0 0,1 0 1 0 0,-1-1 0 0 0,1 1 0 0 0,-1 0 0 0 0,0 0-1 0 0,1 0 1 0 0,-1 0 0 0 0,0 0 0 0 0,0 0 0 0 0,0 0 0 0 0,0 0-1 0 0,0 0 1 0 0,0 0 0 0 0,0 0 0 0 0,0 1 0 0 0,-2-2-1 0 0,-29-7 4031 0 0,21 6-2982 0 0,11 3-1370 0 0,0 1-1 0 0,0-1 0 0 0,0 0 1 0 0,1 0-1 0 0,-1 0 1 0 0,0 0-1 0 0,0 0 1 0 0,0 0-1 0 0,0 0 0 0 0,0 1 1 0 0,-1-1-1 0 0,1 0 1 0 0,0 0-1 0 0,0 0 0 0 0,0 0 1 0 0,0 0-1 0 0,0 0 1 0 0,0 0-1 0 0,0 1 0 0 0,0-1 1 0 0,0 0-1 0 0,0 0 1 0 0,0 0-1 0 0,0 0 0 0 0,0 0 1 0 0,0 0-1 0 0,0 0 1 0 0,0 0-1 0 0,-1 0 0 0 0,1 0 1 0 0,0 1-1 0 0,0-1 1 0 0,0 0-1 0 0,0 0 1 0 0,0 0-1 0 0,0 0 0 0 0,0 0 1 0 0,0 0-1 0 0,-1 0 1 0 0,1 0-1 0 0,0 0 0 0 0,0 0 1 0 0,0 0-1 0 0,0 0 1 0 0,0 0-1 0 0,0 0 0 0 0,-1 0 1 0 0,1 0-1 0 0,0 0 1 0 0,0 0-1 0 0,0 0 0 0 0,0 0 1 0 0,0 0-1 0 0,0 0 1 0 0,0 0-1 0 0,0-1 0 0 0,-1 1 1 0 0,1 0-1 0 0,0 0 1 0 0,0 0-1 0 0,0 0 0 0 0,0 0 1 0 0,0 0-1 0 0,0 0 1 0 0,0 0-1 0 0,0 0 1 0 0,0 0-1 0 0,0 0 0 0 0,-1-1 1 0 0,6 6 407 0 0,12 2 181 0 0,0 0 0 0 0,0-2 0 0 0,0 0 0 0 0,1 0 0 0 0,0-2 0 0 0,31 3 0 0 0,-38-11 560 0 0,10 0-640 0 0,-15 4-54 0 0,-1 0-26 0 0,11-3-99 0 0,5-2 295 0 0,1 1 0 0 0,-1 1 0 0 0,0 1-1 0 0,31-1 1 0 0,-47 4-410 0 0,1 0-26 0 0,21 0 267 0 0,-27-1-398 0 0,0 1-92 0 0,0-1 1 0 0,0 1 0 0 0,0-1 0 0 0,0 1 0 0 0,0-1 0 0 0,0 1 0 0 0,0-1 0 0 0,0 1 0 0 0,0-1 0 0 0,0 1 0 0 0,0-1 0 0 0,0 1 0 0 0,0-1 0 0 0,-1 1 0 0 0,1-1 0 0 0,0 1 0 0 0,0-1 0 0 0,0 1 0 0 0,-1-1 0 0 0,1 1 0 0 0,0 0 0 0 0,-1-1 0 0 0,1 1 0 0 0,0 0 0 0 0,-1-1 0 0 0,1 1 0 0 0,0 0 0 0 0,-2-1 0 0 0,-5-1 31 0 0,6 1-33 0 0,0 1 0 0 0,0 0 1 0 0,0 0-1 0 0,1 0 1 0 0,-1 0-1 0 0,0-1 1 0 0,0 1-1 0 0,0-1 1 0 0,0 1-1 0 0,0 0 1 0 0,1-1-1 0 0,-1 1 0 0 0,0-1 1 0 0,0 0-1 0 0,1 1 1 0 0,-1-1-1 0 0,0 0 1 0 0,1 1-1 0 0,-1-1 1 0 0,1 0-1 0 0,-1 0 1 0 0,1 1-1 0 0,-1-1 0 0 0,1 0 1 0 0,-1 0-1 0 0,1 0 1 0 0,0 0-1 0 0,0 0 1 0 0,-1 1-1 0 0,1-1 1 0 0,0 0-1 0 0,0 0 1 0 0,0 0-1 0 0,0 0 0 0 0,0-2 1 0 0,0 3-3 0 0,0-1-1 0 0,0 0 1 0 0,0 0 0 0 0,0 1-1 0 0,-1-1 1 0 0,1 0 0 0 0,0 1 0 0 0,0-1-1 0 0,-1 0 1 0 0,1 1 0 0 0,0-1-1 0 0,-1 0 1 0 0,1 1 0 0 0,-1-1-1 0 0,1 1 1 0 0,-1-1 0 0 0,1 1 0 0 0,-1-1-1 0 0,1 1 1 0 0,-1-1 0 0 0,0 1-1 0 0,1-1 1 0 0,-1 1 0 0 0,1 0-1 0 0,-1-1 1 0 0,0 1 0 0 0,1 0 0 0 0,-1 0-1 0 0,0-1 1 0 0,0 1 0 0 0,-1 0-1 0 0,2 0 2 0 0,-1 0-1 0 0,0 0 0 0 0,0 0 1 0 0,0-1-1 0 0,1 1 0 0 0,-1 0 1 0 0,0-1-1 0 0,0 1 0 0 0,1 0 1 0 0,-1-1-1 0 0,0 1 0 0 0,1-1 1 0 0,-1 1-1 0 0,0-1 0 0 0,1 1 1 0 0,-1-1-1 0 0,1 1 0 0 0,-1-1 1 0 0,1 0-1 0 0,-1 1 1 0 0,1-1-1 0 0,0 0 0 0 0,-1 1 1 0 0,1-1-1 0 0,0 0 0 0 0,-1 0 1 0 0,1 1-1 0 0,0-1 0 0 0,0 0 1 0 0,0 0-1 0 0,0 1 0 0 0,-1-2 1 0 0,1 0 1 0 0,-1 1 0 0 0,1 0 1 0 0,-1 0-1 0 0,0 0 0 0 0,0 0 1 0 0,0-1-1 0 0,0 1 0 0 0,0 0 1 0 0,0 0-1 0 0,0 1 0 0 0,0-1 1 0 0,0 0-1 0 0,0 0 0 0 0,0 0 0 0 0,0 1 1 0 0,-1-1-1 0 0,1 1 0 0 0,0-1 1 0 0,0 1-1 0 0,-1-1 0 0 0,1 1 1 0 0,-3-1-1 0 0,3 1 6 0 0,1 0-8 0 0,0 0-1 0 0,0 0 1 0 0,0 0-1 0 0,-1 0 1 0 0,1 0-1 0 0,0 0 1 0 0,0 0-1 0 0,0 0 1 0 0,-1 0-1 0 0,1 0 1 0 0,0 0-1 0 0,0 0 1 0 0,0 0-1 0 0,0 0 1 0 0,-1 0-1 0 0,1 0 1 0 0,0 0-1 0 0,0 0 1 0 0,0 0-1 0 0,0-1 1 0 0,-1 1-1 0 0,1 0 1 0 0,0 0-1 0 0,0 0 1 0 0,0 0-1 0 0,0 0 1 0 0,0 0-1 0 0,0-1 1 0 0,-1 1-1 0 0,1 0 1 0 0,0 0-1 0 0,0 0 1 0 0,0 0-1 0 0,0-1 1 0 0,0 1-1 0 0,0 0 1 0 0,0 0 0 0 0,0 0-1 0 0,0 0 1 0 0,0-1-1 0 0,0 1 1 0 0,0 0-1 0 0,0 0 1 0 0,0 0-1 0 0,0 0 1 0 0,0-1-1 0 0,0 1 1 0 0,0 0-1 0 0,0 0 1 0 0,0 0-1 0 0,0-1 1 0 0,0 1-1 0 0,0 0 1 0 0,0 0-1 0 0,0 0 1 0 0,0 0-1 0 0,1-1 1 0 0,-3-2 7 0 0,-30-1-6 0 0,20 5-2 0 0,-1 0 0 0 0,1 1 0 0 0,0 0 0 0 0,0 0 0 0 0,0 2 0 0 0,0 0 0 0 0,-16 7 0 0 0,11-5 0 0 0,-31 11 0 0 0,-68 14 0 0 0,84-25 0 0 0,-1-3 0 0 0,0 1 0 0 0,14-3 0 0 0,27 0 0 0 0,-12 1 0 0 0,3-2 0 0 0,0 0 0 0 0,1 0 0 0 0,-1 0 0 0 0,0 0 0 0 0,0 0 0 0 0,1 1 0 0 0,-1-1 0 0 0,0 0 0 0 0,1 1 0 0 0,-1-1 0 0 0,0 0 0 0 0,1 1 0 0 0,-1-1 0 0 0,0 1 0 0 0,1-1 0 0 0,-1 0 0 0 0,1 1 0 0 0,-1 0 0 0 0,1-1 0 0 0,-1 1 0 0 0,1-1 0 0 0,-1 1 0 0 0,1 0 0 0 0,-1-1 0 0 0,1 1 0 0 0,0 0 0 0 0,0-1 0 0 0,-1 1 0 0 0,1 0 0 0 0,0 0 0 0 0,0-1 0 0 0,0 1 0 0 0,0 0 0 0 0,0 0 0 0 0,0 1 0 0 0,0 49 0 0 0,0-50 0 0 0,0 0 0 0 0,1 0 0 0 0,-1 0 0 0 0,1 0 0 0 0,-1 0 0 0 0,1 0 0 0 0,-1 0 0 0 0,1 0 0 0 0,-1 0 0 0 0,1 0 0 0 0,0 0 0 0 0,0 0 0 0 0,0-1 0 0 0,-1 1 0 0 0,1 0 0 0 0,0-1 0 0 0,0 1 0 0 0,0 0 0 0 0,0-1 0 0 0,0 1 0 0 0,0-1 0 0 0,0 1 0 0 0,0-1 0 0 0,1 0 0 0 0,-1 1 0 0 0,2-1 0 0 0,1 2 0 0 0,0 2 0 0 0,4-1 0 0 0,13 5 0 0 0,-3-2 0 0 0,0-2 0 0 0,1 1 0 0 0,0-2 0 0 0,25 1 0 0 0,39 8 0 0 0,-51-6 0 0 0,0 2 0 0 0,0 1 0 0 0,-1 2 0 0 0,38 18 0 0 0,-60-23 0 0 0,1 0 0 0 0,-1 1 0 0 0,11 10 0 0 0,-8-6 0 0 0,-11-10 0 0 0,0 1 0 0 0,0 0 0 0 0,-1 0 0 0 0,1 0 0 0 0,0-1 0 0 0,-1 1 0 0 0,1 0 0 0 0,-1 0 0 0 0,0 0 0 0 0,1 0 0 0 0,-1 0 0 0 0,0 0 0 0 0,0 0 0 0 0,0 0 0 0 0,0 0 0 0 0,-1 0 0 0 0,1 0 0 0 0,-1 0 0 0 0,1 0 0 0 0,-1 0 0 0 0,0 0 0 0 0,1-1 0 0 0,-1 1 0 0 0,-1 2 0 0 0,-58 31 0 0 0,47-27 0 0 0,1 0 0 0 0,-1-1 0 0 0,-1 0 0 0 0,1-1 0 0 0,-21 6 0 0 0,-79 16 0 0 0,91-23 0 0 0,-38 6 0 0 0,-1-3 0 0 0,-69 1 0 0 0,-95-13-1235 0 0,38 1-4066 0 0,179 3 292 0 0,16-2-886 0 0,46-10-6551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01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14 1521 0 0,'-5'-1'3935'0'0,"-49"-7"7423"0"0,54 8-11190 0 0,0 0 1 0 0,0 0-1 0 0,0 0 0 0 0,0 0 1 0 0,0-1-1 0 0,0 1 0 0 0,0 0 0 0 0,0 0 1 0 0,0 0-1 0 0,0 0 0 0 0,0-1 1 0 0,0 1-1 0 0,0 0 0 0 0,0 0 1 0 0,0 0-1 0 0,0 0 0 0 0,0-1 1 0 0,0 1-1 0 0,0 0 0 0 0,0 0 1 0 0,0 0-1 0 0,0 0 0 0 0,0 0 0 0 0,0-1 1 0 0,0 1 504 0 0,-1 0-505 0 0,37 3 940 0 0,58-1 1 0 0,-71-2-1031 0 0,368 27 1122 0 0,-331-20-4160 0 0,-23-6-8900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02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 80 0 0,'-7'2'1097'0'0,"6"-2"-916"0"0,0 0 0 0 0,0 1-1 0 0,0-1 1 0 0,-1 0-1 0 0,1 1 1 0 0,0-1 0 0 0,0 0-1 0 0,0 1 1 0 0,0-1-1 0 0,0 1 1 0 0,0 0 0 0 0,0-1-1 0 0,0 1 1 0 0,0 0 0 0 0,0 0-1 0 0,0 0 1 0 0,0-1-1 0 0,1 1 1 0 0,-1 0 0 0 0,0 0-1 0 0,1 0 1 0 0,-1 0-1 0 0,0 0 1 0 0,1 1 0 0 0,-1-1-1 0 0,1 0 1 0 0,0 0 0 0 0,-1 0-1 0 0,1 0 1 0 0,0 2-1 0 0,0-2-44 0 0,0-1-1 0 0,0 1 0 0 0,0 0 0 0 0,-1 0 1 0 0,1 0-1 0 0,0 0 0 0 0,0-1 0 0 0,-1 1 1 0 0,1 0-1 0 0,0 0 0 0 0,-1 0 0 0 0,1-1 1 0 0,0 1-1 0 0,-1 0 0 0 0,1-1 0 0 0,-1 1 0 0 0,0 0 1 0 0,1-1-1 0 0,-1 1 0 0 0,1 0 0 0 0,-1-1 1 0 0,0 1-1 0 0,1-1 0 0 0,-1 0 0 0 0,0 1 1 0 0,0-1-1 0 0,0 1 0 0 0,1-1 0 0 0,-1 0 1 0 0,0 0-1 0 0,0 1 0 0 0,-1-1 0 0 0,1 0-9 0 0,1 0 0 0 0,-1 0-1 0 0,0 0 1 0 0,1 0 0 0 0,-1 1-1 0 0,0-1 1 0 0,1 0 0 0 0,-1 0-1 0 0,0 1 1 0 0,1-1 0 0 0,-1 0-1 0 0,1 1 1 0 0,-1-1 0 0 0,1 1-1 0 0,-1-1 1 0 0,1 1-1 0 0,-1-1 1 0 0,1 1 0 0 0,-1-1-1 0 0,1 1 1 0 0,-1-1 0 0 0,1 1-1 0 0,0-1 1 0 0,-1 1 0 0 0,1 0-1 0 0,0-1 1 0 0,0 1 0 0 0,0 0-1 0 0,-1-1 1 0 0,1 1 0 0 0,0 1-1 0 0,0-2-26 0 0,0 1 0 0 0,-1-1 0 0 0,1 1 0 0 0,0-1-1 0 0,0 0 1 0 0,-1 1 0 0 0,1-1 0 0 0,0 1 0 0 0,-1-1 0 0 0,1 0-1 0 0,0 1 1 0 0,-1-1 0 0 0,1 0 0 0 0,-1 1 0 0 0,1-1 0 0 0,-1 0-1 0 0,1 0 1 0 0,0 1 0 0 0,-1-1 0 0 0,1 0 0 0 0,-1 0 0 0 0,1 0-1 0 0,-1 0 1 0 0,1 0 0 0 0,-1 0 0 0 0,1 0 0 0 0,-1 0 0 0 0,1 0-1 0 0,-1 0 1 0 0,1 0 0 0 0,-1 0 0 0 0,1 0 0 0 0,-1 0 0 0 0,1 0-1 0 0,-2-1 1 0 0,-4 2 745 0 0,23 3 1037 0 0,-12-2-307 0 0,50 1 2284 0 0,15 9-2220 0 0,27 7 95 0 0,8 2-3813 0 0,-92-17 397 0 0,0-2-1 0 0,1 0 0 0 0,-1 0 1 0 0,22-1-1 0 0,2-6-4905 0 0,-32 1 933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26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64 80 0 0,'-5'-1'227'0'0,"-29"-10"-10"0"0,32 11-212 0 0,1-1 1 0 0,-1 1-1 0 0,1-1 1 0 0,-1 0-1 0 0,1 1 0 0 0,-1-1 1 0 0,1 0-1 0 0,-1 0 1 0 0,1 0-1 0 0,0 0 1 0 0,0 0-1 0 0,-1 0 0 0 0,1 0 1 0 0,0 0-1 0 0,0-1 1 0 0,0 1-1 0 0,0 0 1 0 0,-1-4-1 0 0,2 4 47 0 0,0 0-1 0 0,0 0 1 0 0,-1 0-1 0 0,1 0 1 0 0,1 0-1 0 0,-1 0 1 0 0,0 0-1 0 0,0 0 1 0 0,0 0 0 0 0,1 0-1 0 0,-1 0 1 0 0,0-1-1 0 0,1 1 1 0 0,-1 1-1 0 0,1-1 1 0 0,-1 0-1 0 0,1 0 1 0 0,-1 0 0 0 0,2-1-1 0 0,14 1 1080 0 0,-5 2 495 0 0,-11-3-530 0 0,0-3-850 0 0,5 4 2881 0 0,-4 1-2990 0 0,0-1-86 0 0,1 1 0 0 0,-1 0 0 0 0,0 0 0 0 0,0 0 0 0 0,0-1 0 0 0,0 1 0 0 0,0 0 0 0 0,0 1 0 0 0,0-1 0 0 0,0 0 0 0 0,0 0 0 0 0,0 0 0 0 0,0 1 0 0 0,0-1 0 0 0,0 0 0 0 0,0 1 0 0 0,0-1 0 0 0,0 1 0 0 0,0-1 0 0 0,0 1 0 0 0,0 0 0 0 0,0-1 0 0 0,1 3 0 0 0,-2-2 589 0 0,6-1 14 0 0,151 6 2921 0 0,-129-4-3148 0 0,44 7 0 0 0,-8 0 106 0 0,28 3 501 0 0,-46-5 243 0 0,71 2 0 0 0,40-15 497 0 0,-155 6-1745 0 0,-1 0-1 0 0,0 0 0 0 0,1 0 1 0 0,-1 0-1 0 0,0 0 1 0 0,1 0-1 0 0,-1 0 0 0 0,0 0 1 0 0,1-1-1 0 0,-1 1 1 0 0,0-1-1 0 0,0 1 0 0 0,1-1 1 0 0,1 0-1 0 0,-2 0 1 0 0,0 0 1 0 0,1 1-1 0 0,-1-1 1 0 0,0 1-1 0 0,0-1 1 0 0,1 1-1 0 0,-1 0 0 0 0,0-1 1 0 0,1 1-1 0 0,-1 0 1 0 0,0 0-1 0 0,1 0 1 0 0,-1 0-1 0 0,3 0 0 0 0,1 0 8 0 0,13 0 374 0 0,1 1 0 0 0,-1 0 0 0 0,20 4 0 0 0,16-3 470 0 0,-48-2-561 0 0,-8 2 147 0 0,9 1-361 0 0,47 3 1001 0 0,-48-5-960 0 0,32-1 187 0 0,0 2-231 0 0,-30 2-73 0 0,6-1-123 0 0,-14-5-346 0 0,0 1 0 0 0,0 0 0 0 0,0 0 0 0 0,0 0 0 0 0,0-1-1 0 0,0 1 1 0 0,-1 0 0 0 0,1 0 0 0 0,0 0 0 0 0,-1 0 0 0 0,1 0 0 0 0,0-1 0 0 0,-1 1 0 0 0,0 0 0 0 0,1 0 0 0 0,-1 0 0 0 0,1 0 0 0 0,-1 0 0 0 0,0 1 0 0 0,0-1 0 0 0,0 0 0 0 0,-1-1 0 0 0,-52-35-7431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29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83 640 0 0,'0'0'2948'0'0,"0"-6"195"0"0,0-10-336 0 0,-1 15-2697 0 0,1 0 1 0 0,0 0-1 0 0,0 0 1 0 0,-1 1-1 0 0,1-1 1 0 0,-1 0 0 0 0,1 0-1 0 0,-1 0 1 0 0,1 0-1 0 0,-1 1 1 0 0,1-1-1 0 0,-1 0 1 0 0,0 0-1 0 0,1 1 1 0 0,-1-1 0 0 0,0 0-1 0 0,0 1 1 0 0,0-1-1 0 0,1 1 1 0 0,-1-1-1 0 0,0 1 1 0 0,0 0-1 0 0,0-1 1 0 0,0 1 0 0 0,0 0-1 0 0,0 0 1 0 0,0-1-1 0 0,0 1 1 0 0,-1 0-1 0 0,-4-2 549 0 0,1-4 1383 0 0,0-2-2 0 0,-17-3-39 0 0,21 11-1747 0 0,1 0 0 0 0,-1-1-1 0 0,1 1 1 0 0,-1 0 0 0 0,1-1 0 0 0,0 1 0 0 0,-1-1 0 0 0,1 1 0 0 0,0-1 0 0 0,-1 1 0 0 0,1-1 0 0 0,0 1 0 0 0,-1-1 0 0 0,1 1 0 0 0,0-1 0 0 0,0 1 0 0 0,0-1 0 0 0,-1 0 0 0 0,1 1-1 0 0,0-1 1 0 0,0 1 0 0 0,0-2 0 0 0,1-1 1193 0 0,-1 8-997 0 0,6-3-50 0 0,16-2-200 0 0,-15 3 58 0 0,-4 0-209 0 0,59 18 119 0 0,-33-13-108 0 0,-1 2-1 0 0,37 19 0 0 0,-28-12 2 0 0,0-2-1 0 0,42 13 0 0 0,-8-4-27 0 0,-52-18-22 0 0,0 0 0 0 0,30 4 0 0 0,-28-6 63 0 0,28 2 121 0 0,78-1 0 0 0,-20-2 122 0 0,44 5 62 0 0,-86-7-129 0 0,110 18 1 0 0,-82-3-24 0 0,-98-16-3781 0 0,-7-1 1326 0 0,-4-8-4463 0 0,-39-9-819 0 0,-113-26-2428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32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1787 320 0 0,'0'-36'6643'0'0,"5"35"-5616"0"0,21-5-132 0 0,-1-2-1 0 0,-1-1 0 0 0,0-1 0 0 0,0-1 0 0 0,36-23 1 0 0,-36 21-565 0 0,48-29 1598 0 0,128-101-1 0 0,-175 121-1514 0 0,212-161 2042 0 0,159-72-640 0 0,-87 84-957 0 0,-107 66-449 0 0,542-336-908 0 0,-483 281-229 0 0,-260 160 724 0 0,53-33-341 0 0,87-39 0 0 0,-87 52 185 0 0,-38 12 173 0 0,0 5-155 0 0,-20 3 127 0 0,3 0-124 0 0,0 1 0 0 0,0-1 1 0 0,0 0-1 0 0,1 1 0 0 0,-1-1 0 0 0,0 0 0 0 0,0 1 0 0 0,0-1 0 0 0,0 1 1 0 0,1-1-1 0 0,-1 1 0 0 0,0 0 0 0 0,1-1 0 0 0,-1 1 0 0 0,0 0 1 0 0,1 0-1 0 0,-1-1 0 0 0,1 1 0 0 0,-1 0 0 0 0,1 0 0 0 0,-1 0 0 0 0,1-1 1 0 0,0 1-1 0 0,-1 1 0 0 0,1 4-1238 0 0,1-5 1117 0 0,-1 0 0 0 0,0 0-1 0 0,0 1 1 0 0,0-1 0 0 0,0 0-1 0 0,0 0 1 0 0,0 0 0 0 0,-1 0-1 0 0,1 1 1 0 0,0-1 0 0 0,0 0-1 0 0,-1 0 1 0 0,1 0 0 0 0,-1 0-1 0 0,1 0 1 0 0,-1 0 0 0 0,1 0-1 0 0,-2 2 1 0 0,-26 16-4249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36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581 204 80 0 0,'-2'0'377'0'0,"-20"-7"961"0"0,21 6-1235 0 0,0 1 1 0 0,1-1-1 0 0,-1 1 1 0 0,0-1-1 0 0,1 0 1 0 0,-1 1-1 0 0,1-1 1 0 0,-1 0-1 0 0,1 0 1 0 0,-1 1-1 0 0,1-1 1 0 0,0 0-1 0 0,-1 0 1 0 0,1 0-1 0 0,0 1 1 0 0,0-1-1 0 0,-1 0 1 0 0,1 0-1 0 0,0 0 1 0 0,0 0-1 0 0,0 0 1 0 0,0-1-1 0 0,0 1 18 0 0,0 0 0 0 0,0-1 0 0 0,0 1 1 0 0,-1 0-1 0 0,1 0 0 0 0,0 0 0 0 0,-1 0 0 0 0,1 0 0 0 0,-1 0 0 0 0,1-1 0 0 0,-1 1 0 0 0,1 0 0 0 0,-1 0 0 0 0,0 1 0 0 0,1-1 0 0 0,-1 0 0 0 0,0 0 1 0 0,0 0-1 0 0,0 0 0 0 0,0 1 0 0 0,0-1 0 0 0,0 0 0 0 0,0 1 0 0 0,0-1 0 0 0,0 1 0 0 0,0-1 0 0 0,-1 0 0 0 0,-6-3 624 0 0,-18-22 2363 0 0,23 22-2756 0 0,0 1 0 0 0,-1-1 0 0 0,1 1 1 0 0,-1-1-1 0 0,0 1 0 0 0,0 0 0 0 0,0 1 1 0 0,0-1-1 0 0,-8-3 0 0 0,-6-1 385 0 0,-81-30 2669 0 0,87 34-3106 0 0,0 0 0 0 0,0 1 0 0 0,-1 0 0 0 0,1 1 0 0 0,-1 0 0 0 0,-18 2 0 0 0,8 1 85 0 0,0 1 1 0 0,0 1-1 0 0,-40 12 1 0 0,58-14-352 0 0,-1 0 0 0 0,0 0 0 0 0,1 1 1 0 0,-1 0-1 0 0,1 0 0 0 0,0 0 1 0 0,0 1-1 0 0,0-1 0 0 0,0 1 1 0 0,1 0-1 0 0,0 1 0 0 0,0-1 1 0 0,0 1-1 0 0,0 0 0 0 0,0 0 0 0 0,1 0 1 0 0,0 0-1 0 0,0 0 0 0 0,-2 7 1 0 0,4-8-19 0 0,0-1 1 0 0,0 0 0 0 0,0 1-1 0 0,1-1 1 0 0,-1 1-1 0 0,1-1 1 0 0,0 1 0 0 0,0-1-1 0 0,0 1 1 0 0,1-1 0 0 0,-1 0-1 0 0,1 1 1 0 0,0-1-1 0 0,0 1 1 0 0,0-1 0 0 0,0 0-1 0 0,0 0 1 0 0,1 0 0 0 0,0 0-1 0 0,-1 0 1 0 0,1 0-1 0 0,0 0 1 0 0,0 0 0 0 0,1 0-1 0 0,-1-1 1 0 0,4 4 0 0 0,5 2 7 0 0,0 0 0 0 0,0 0 1 0 0,0-1-1 0 0,1-1 0 0 0,13 6 1 0 0,-10-5-7 0 0,31 15-36 0 0,1-1-1 0 0,2-2 0 0 0,0-3 0 0 0,81 17 1 0 0,-105-29 26 0 0,0 0-1 0 0,0-2 1 0 0,0-1 0 0 0,0-1 0 0 0,0-1 0 0 0,0-1-1 0 0,0-2 1 0 0,0 0 0 0 0,-1-2 0 0 0,0 0 0 0 0,28-12-1 0 0,-50 17 2 0 0,6-2 16 0 0,0 0 1 0 0,-1-1-1 0 0,0 1 1 0 0,12-10-1 0 0,-17 12-21 0 0,0-1 0 0 0,-1 0 0 0 0,1 0 0 0 0,0 0 0 0 0,-1 0-1 0 0,0 0 1 0 0,1 0 0 0 0,-1 0 0 0 0,0 0 0 0 0,0-1 0 0 0,0 1 0 0 0,0 0 0 0 0,-1-1-1 0 0,1 1 1 0 0,-1 0 0 0 0,1-1 0 0 0,-1 1 0 0 0,0-1 0 0 0,0-2 0 0 0,0-5-4 0 0,0-15 71 0 0,-5-41 0 0 0,4 58-55 0 0,0 0 1 0 0,-1 0-1 0 0,-1 1 1 0 0,1-1-1 0 0,-1 0 1 0 0,0 1-1 0 0,-1 0 1 0 0,0 0-1 0 0,-6-9 1 0 0,3 7-31 0 0,-1 0 1 0 0,1 0 0 0 0,-2 1-1 0 0,1 0 1 0 0,-1 1 0 0 0,0 0-1 0 0,-1 0 1 0 0,1 1 0 0 0,-2 0-1 0 0,1 1 1 0 0,0 0 0 0 0,-1 1-1 0 0,0 0 1 0 0,0 0-1 0 0,-12-1 1 0 0,2 2-356 0 0,0 1-1 0 0,0 0 1 0 0,1 2 0 0 0,-29 3-1 0 0,39-2-491 0 0,-1 1 0 0 0,0 1 0 0 0,1 0 0 0 0,-15 5-1 0 0,20-5 42 0 0,0-1 0 0 0,0 1 0 0 0,0 0 0 0 0,0 0 0 0 0,1 0 0 0 0,-1 0 0 0 0,1 1 0 0 0,0 0 0 0 0,-6 6 0 0 0,10-9 400 0 0,-1 1 0 0 0,0-1 1 0 0,1 0-1 0 0,-1 0 0 0 0,1 0 0 0 0,-1 1 1 0 0,1-1-1 0 0,0 0 0 0 0,-1 0 0 0 0,1 1 1 0 0,0-1-1 0 0,0 0 0 0 0,0 1 0 0 0,0 1 1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03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98 1281 0 0,'-1'-9'5248'0'0,"1"9"-5189"0"0,0-1 1 0 0,0 1 0 0 0,0-1-1 0 0,0 1 1 0 0,0 0 0 0 0,0-1-1 0 0,0 1 1 0 0,0-1-1 0 0,0 1 1 0 0,0-1 0 0 0,0 1-1 0 0,1 0 1 0 0,-1-1 0 0 0,0 1-1 0 0,0 0 1 0 0,0-1-1 0 0,1 1 1 0 0,-1 0 0 0 0,0-1-1 0 0,0 1 1 0 0,1 0 0 0 0,-1-1-1 0 0,0 1 1 0 0,1 0-1 0 0,-1 0 1 0 0,0-1 0 0 0,1 1-1 0 0,-1 0 1 0 0,1 0 0 0 0,0-1-1 0 0,0 1 158 0 0,1 0-130 0 0,-1 1-1 0 0,1-1 1 0 0,0 0-1 0 0,-1-1 1 0 0,1 1-1 0 0,-1 0 1 0 0,1 0-1 0 0,-1-1 1 0 0,1 1-1 0 0,-1-1 1 0 0,1 1-1 0 0,-1-1 0 0 0,0 1 1 0 0,1-1-1 0 0,1-1 1 0 0,2 1 406 0 0,22 1 748 0 0,-27 1-372 0 0,0 3-633 0 0,-5-4 3661 0 0,-17-4-3110 0 0,22 4-771 0 0,0 0 0 0 0,0 0-1 0 0,0 0 1 0 0,0 0-1 0 0,-1 0 1 0 0,1 0-1 0 0,0 0 1 0 0,0 0 0 0 0,0 0-1 0 0,0 1 1 0 0,0-1-1 0 0,-1 0 1 0 0,1 0 0 0 0,0 0-1 0 0,0 0 1 0 0,0 0-1 0 0,0 0 1 0 0,0 0 0 0 0,-1 0-1 0 0,1-1 1 0 0,0 1-1 0 0,0 0 1 0 0,0 0-1 0 0,0 0 1 0 0,0 0 0 0 0,-1 0-1 0 0,1 0 1 0 0,0 0-1 0 0,0 0 1 0 0,0 0 0 0 0,0 0-1 0 0,0 0 1 0 0,0 0-1 0 0,-1-1 1 0 0,1 1-1 0 0,0 0 1 0 0,0 0 0 0 0,0 0-1 0 0,0 0 1 0 0,0 0-1 0 0,0 0 1 0 0,0-1 0 0 0,0 1-1 0 0,0 0 1 0 0,0 0-1 0 0,0 0 1 0 0,0 0 0 0 0,0 0-1 0 0,0-1 1 0 0,0 1-1 0 0,0 0 1 0 0,0 0-1 0 0,0 0 1 0 0,0 0 0 0 0,0-1-1 0 0,0 1 1 0 0,0 0-1 0 0,0 0 1 0 0,0 0-4 0 0,0 0 0 0 0,0-1 0 0 0,0 1 1 0 0,0 0-1 0 0,0 0 0 0 0,0 0 0 0 0,0 0 0 0 0,0-1 0 0 0,0 1 1 0 0,0 0-1 0 0,0 0 0 0 0,0 0 0 0 0,0 0 0 0 0,0-1 0 0 0,0 1 1 0 0,0 0-1 0 0,0 0 0 0 0,0 0 0 0 0,0 0 0 0 0,0-1 0 0 0,0 1 1 0 0,-1 0-1 0 0,1 0 0 0 0,0 0 0 0 0,0 0 0 0 0,0 0 0 0 0,0 0 1 0 0,0-1-1 0 0,0 1 0 0 0,0 0 0 0 0,-1 0 0 0 0,1 0 0 0 0,0 0 1 0 0,0 0-1 0 0,0 0 0 0 0,0 0 0 0 0,-1 0 0 0 0,1 0 0 0 0,0 0 1 0 0,0 0-1 0 0,0 0 0 0 0,0 0 0 0 0,0 0 0 0 0,-1 0 0 0 0,1 0 0 0 0,0 0 1 0 0,0 0-1 0 0,0 0 0 0 0,0 0 0 0 0,-1 0 0 0 0,1 0 0 0 0,0 0 1 0 0,0 0-1 0 0,0 0 0 0 0,-1 0 0 0 0,1 0 65 0 0,-2 0-42 0 0,1 0-1 0 0,0 0 1 0 0,0 0 0 0 0,-1 0-1 0 0,1 0 1 0 0,0-1-1 0 0,0 1 1 0 0,0 0 0 0 0,-1-1-1 0 0,1 1 1 0 0,0-1-1 0 0,0 1 1 0 0,0-1-1 0 0,0 0 1 0 0,0 1 0 0 0,0-1-1 0 0,0 0 1 0 0,0 0-1 0 0,0 0 1 0 0,0 0-1 0 0,1 0 1 0 0,-1 0 0 0 0,-1-1-1 0 0,2 1-22 0 0,0 1-1 0 0,-1-1 1 0 0,1 1 0 0 0,0-1-1 0 0,0 1 1 0 0,-1-1 0 0 0,1 1-1 0 0,-1-1 1 0 0,1 1 0 0 0,0-1-1 0 0,-1 1 1 0 0,1 0-1 0 0,-1-1 1 0 0,1 1 0 0 0,-1 0-1 0 0,1-1 1 0 0,-1 1 0 0 0,1 0-1 0 0,-1-1 1 0 0,1 1 0 0 0,-1 0-1 0 0,0 0 1 0 0,1 0-1 0 0,-1 0 1 0 0,1 0 0 0 0,-1 0-1 0 0,0 0 1 0 0,1 0 0 0 0,-1 0-1 0 0,0 0 1 0 0,0 0-3 0 0,0 0-1 0 0,1 0 1 0 0,-1 0 0 0 0,0 0 0 0 0,1 0-1 0 0,-1 0 1 0 0,0 0 0 0 0,1 0 0 0 0,-1-1-1 0 0,0 1 1 0 0,1 0 0 0 0,-1 0-1 0 0,1 0 1 0 0,-1-1 0 0 0,0 1 0 0 0,1 0-1 0 0,-1-1 1 0 0,1 1 0 0 0,-1 0 0 0 0,1-1-1 0 0,-1 1 1 0 0,1-1 0 0 0,-1 1 0 0 0,1-1-1 0 0,0 1 1 0 0,-1-1 0 0 0,1 1 0 0 0,0-1-1 0 0,-1 0 1 0 0,1 1 0 0 0,0-2-1 0 0,-1 1 2 0 0,0 0 0 0 0,0 0 0 0 0,0 0 0 0 0,0 0 0 0 0,0 0 0 0 0,0 0 0 0 0,-1 0 0 0 0,1 1 0 0 0,0-1 0 0 0,0 0 0 0 0,0 1 0 0 0,-1-1 0 0 0,1 1 0 0 0,0-1 0 0 0,-1 1 0 0 0,1 0 0 0 0,0-1 0 0 0,-1 1 0 0 0,1 0-1 0 0,-1 0 1 0 0,1 0 0 0 0,-2 0 0 0 0,0 0 15 0 0,-35-6 334 0 0,-45-3 415 0 0,75 9-688 0 0,0 0 0 0 0,0 0 0 0 0,0 1 0 0 0,0 0 0 0 0,0 1 0 0 0,0 0 0 0 0,0 0 0 0 0,-8 4 0 0 0,-8 1 59 0 0,-22 10-63 0 0,45-17-75 0 0,-1 1-1 0 0,1 0 1 0 0,0 0 0 0 0,-1-1-1 0 0,1 1 1 0 0,0 0 0 0 0,-1 0 0 0 0,1 1-1 0 0,0-1 1 0 0,0 0 0 0 0,0 0-1 0 0,0 1 1 0 0,0-1 0 0 0,0 0-1 0 0,0 1 1 0 0,1-1 0 0 0,-1 1-1 0 0,0-1 1 0 0,1 1 0 0 0,-1-1-1 0 0,1 1 1 0 0,0-1 0 0 0,-1 4-1 0 0,1 69 8 0 0,0-72-16 0 0,1 0 0 0 0,-1 0 1 0 0,1 0-1 0 0,0 0 1 0 0,0 1-1 0 0,0-1 1 0 0,0 0-1 0 0,0 0 0 0 0,0-1 1 0 0,0 1-1 0 0,1 0 1 0 0,-1 0-1 0 0,1-1 1 0 0,-1 1-1 0 0,1 0 0 0 0,0-1 1 0 0,0 0-1 0 0,0 1 1 0 0,-1-1-1 0 0,5 2 1 0 0,50 23 6 0 0,-44-21-4 0 0,2 0-93 0 0,-1 0 1 0 0,1-1-1 0 0,0 0 0 0 0,18 2 1 0 0,17 3-225 0 0,69 3-885 0 0,-84-9 788 0 0,134 5-1734 0 0,-166-8 2127 0 0,-1 1 0 0 0,1-1 0 0 0,-1 0 0 0 0,1 0 0 0 0,-1 1 0 0 0,1-1 0 0 0,-1 1 0 0 0,1-1 0 0 0,-1 1 0 0 0,0 0 0 0 0,1-1 0 0 0,-1 1 0 0 0,2 2 0 0 0,-3-3 18 0 0,1 1 1 0 0,-1-1-1 0 0,1 1 0 0 0,-1-1 0 0 0,0 1 0 0 0,1 0 0 0 0,-1-1 1 0 0,0 1-1 0 0,1 0 0 0 0,-1-1 0 0 0,0 1 0 0 0,0 0 1 0 0,0-1-1 0 0,0 1 0 0 0,0 0 0 0 0,0 0 0 0 0,0-1 0 0 0,0 1 1 0 0,0 0-1 0 0,0-1 0 0 0,0 2 0 0 0,-2 2 46 0 0,1-1 1 0 0,-1 1-1 0 0,0-1 1 0 0,0 0-1 0 0,0 0 0 0 0,0 0 1 0 0,0 0-1 0 0,-1 0 1 0 0,1 0-1 0 0,-1-1 1 0 0,-5 5-1 0 0,-16 13 378 0 0,0-2 1 0 0,-1 0-1 0 0,-1-2 1 0 0,0-1-1 0 0,-39 16 0 0 0,59-29-347 0 0,-14 7 382 0 0,-2-2 0 0 0,1 0-1 0 0,-1-2 1 0 0,0 0-1 0 0,-34 2 1 0 0,10-6-266 0 0,0-3 0 0 0,-57-8 0 0 0,79 6-515 0 0,0 0 0 0 0,0-2 0 0 0,1-1 1 0 0,0 0-1 0 0,0-2 0 0 0,-31-17 0 0 0,36 17-625 0 0,-28-17-1068 0 0,45 25 1575 0 0,-1-1 0 0 0,0 1 0 0 0,0-1 0 0 0,0 0 0 0 0,1 0 0 0 0,-1 1 0 0 0,1-1 0 0 0,-1 0 0 0 0,1 0 0 0 0,0 0 0 0 0,0-1 0 0 0,0 1 0 0 0,0 0 0 0 0,0 0 0 0 0,1-1 0 0 0,-1 1 0 0 0,1 0 0 0 0,-1-1 1 0 0,1-2-1 0 0,0-21-6268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04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230 171 720 0 0,'0'0'1774'0'0,"-6"-1"54"0"0,-48-11 3735 0 0,46 9-4933 0 0,-1 1 1 0 0,1 0 0 0 0,-1 1 0 0 0,1 0 0 0 0,-1 0 0 0 0,0 1 0 0 0,-14 1 0 0 0,-3 0 578 0 0,-9 3-594 0 0,34-4-595 0 0,-1 0-1 0 0,1 0 1 0 0,0 1-1 0 0,0-1 1 0 0,0 0-1 0 0,0 1 1 0 0,-1 0-1 0 0,1-1 1 0 0,0 1-1 0 0,0-1 1 0 0,0 1-1 0 0,0 0 1 0 0,0 0-1 0 0,0 0 1 0 0,1-1-1 0 0,-1 1 1 0 0,0 0-1 0 0,0 0 1 0 0,1 0-1 0 0,-1 0 1 0 0,0 1-1 0 0,1-1 1 0 0,-1 0-1 0 0,1 0 1 0 0,-1 0-1 0 0,1 0 1 0 0,0 0-1 0 0,-1 1 1 0 0,1 1-1 0 0,0-1-16 0 0,0-1 0 0 0,-1 1 0 0 0,1 0 0 0 0,0-1 0 0 0,0 1 0 0 0,1 0 0 0 0,-1-1 0 0 0,0 1 0 0 0,0-1 0 0 0,1 1 0 0 0,-1 0 0 0 0,1-1 0 0 0,0 1 0 0 0,-1-1 0 0 0,1 1 0 0 0,0-1 0 0 0,0 1 0 0 0,0-1 0 0 0,0 0 0 0 0,0 1 0 0 0,0-1-1 0 0,0 0 1 0 0,0 0 0 0 0,1 0 0 0 0,-1 0 0 0 0,0 0 0 0 0,1 0 0 0 0,-1 0 0 0 0,1 0 0 0 0,-1-1 0 0 0,1 1 0 0 0,-1 0 0 0 0,1-1 0 0 0,-1 1 0 0 0,4-1 0 0 0,11 6-139 0 0,1-2 0 0 0,0 0 0 0 0,0-1 0 0 0,1 0 0 0 0,-1-2 0 0 0,1 0 0 0 0,-1-1-1 0 0,0-1 1 0 0,30-4 0 0 0,-7 0-140 0 0,-14 2 95 0 0,0-1 0 0 0,-1 0 0 0 0,43-15 0 0 0,-18 0 196 0 0,-38 15 118 0 0,0-1 0 0 0,-1 0 1 0 0,0-1-1 0 0,0 0 0 0 0,18-13 0 0 0,-26 18-22 0 0,-1-1 1 0 0,1 0 0 0 0,-1 0 0 0 0,0 0 0 0 0,1 0 0 0 0,-1-1 0 0 0,0 1-1 0 0,0-1 1 0 0,-1 1 0 0 0,1-1 0 0 0,0 1 0 0 0,-1-1 0 0 0,0 0-1 0 0,0 0 1 0 0,0 0 0 0 0,0 0 0 0 0,0 0 0 0 0,0 0 0 0 0,-1 0 0 0 0,1 0-1 0 0,-1 0 1 0 0,0 0 0 0 0,0 0 0 0 0,0-1 0 0 0,-1-3 0 0 0,1 5-32 0 0,0 0 0 0 0,-1 0 0 0 0,1 0 0 0 0,0 0 0 0 0,-1 1 0 0 0,1-1 0 0 0,-1 0 0 0 0,0 0 0 0 0,0 1 0 0 0,1-1 0 0 0,-1 1 1 0 0,0-1-1 0 0,0 0 0 0 0,-1 1 0 0 0,1 0 0 0 0,0-1 0 0 0,0 1 0 0 0,-1 0 0 0 0,1-1 0 0 0,-2 0 0 0 0,-2-1 27 0 0,0 0 0 0 0,0 0-1 0 0,0 1 1 0 0,-1-1 0 0 0,1 1-1 0 0,-9-2 1 0 0,-6 0-504 0 0,0 0 0 0 0,-31-1 0 0 0,48 5 240 0 0,-128-1-12542 0 0,93 1 7990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04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1040 0 0,'0'-6'2402'0'0,"0"-1"239"0"0,0-1 3522 0 0,0 2-3282 0 0,0-1 1441 0 0,32-1-2801 0 0,1 2-401 0 0,26 0-239 0 0,6-3-401 0 0,33 3-1601 0 0,0 0-2000 0 0,33 0-1601 0 0,-66-9-801 0 0,0 1 481 0 0,0-7 1200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05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7 1441 0 0,'0'-6'5202'0'0,"0"12"-1840"0"0,0 8-1522 0 0,-33 28 882 0 0,0 12-81 0 0,1-6-1040 0 0,-1-7-401 0 0,0 15-319 0 0,1-1-321 0 0,6-8-720 0 0,-7-5-1121 0 0,33 0-3441 0 0,0-15-4002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06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1 311 720 0 0,'-1'-1'181'0'0,"1"-1"-1"0"0,0 1 0 0 0,0-1 0 0 0,0 1 0 0 0,1-1 1 0 0,-1 1-1 0 0,0-1 0 0 0,0 1 0 0 0,1 0 1 0 0,-1-1-1 0 0,1 1 0 0 0,-1-1 0 0 0,1 1 0 0 0,0 0 1 0 0,0 0-1 0 0,-1-1 0 0 0,1 1 0 0 0,0 0 1 0 0,0 0-1 0 0,0 0 0 0 0,0 0 0 0 0,0 0 0 0 0,1 0 1 0 0,-1 0-1 0 0,1-1 0 0 0,9-6 537 0 0,-10 7-633 0 0,-1 0 1 0 0,1 0 0 0 0,-1 0-1 0 0,1 0 1 0 0,-1 0-1 0 0,1-1 1 0 0,-1 1-1 0 0,0 0 1 0 0,1 0 0 0 0,-1 0-1 0 0,0 0 1 0 0,0 0-1 0 0,0 0 1 0 0,0-1-1 0 0,0 1 1 0 0,0-1 0 0 0,0 1-15 0 0,0 0 1 0 0,0-1 0 0 0,0 1 0 0 0,0 0-1 0 0,0 0 1 0 0,0 0 0 0 0,1 0 0 0 0,-1 0 0 0 0,0 0-1 0 0,0 0 1 0 0,1 0 0 0 0,-1 0 0 0 0,1 0 0 0 0,-1 0-1 0 0,1 0 1 0 0,1-2 0 0 0,22-14 877 0 0,-20 16-835 0 0,0-2 0 0 0,-1 1 1 0 0,1 0-1 0 0,-1-1 0 0 0,0 0 1 0 0,0 1-1 0 0,3-4 0 0 0,-3 0 19 0 0,0 1 0 0 0,1 1-1 0 0,-1-1 1 0 0,1 0 0 0 0,0 1 0 0 0,0 0-1 0 0,1 0 1 0 0,-1 0 0 0 0,1 0-1 0 0,0 1 1 0 0,0 0 0 0 0,0 0 0 0 0,0 0-1 0 0,0 1 1 0 0,7-3 0 0 0,11-4 135 0 0,-8 4 9 0 0,-1-1-1 0 0,27-15 1 0 0,-32 15-199 0 0,0 1 0 0 0,0 0 1 0 0,1 1-1 0 0,-1 0 0 0 0,1 1 0 0 0,18-5 1 0 0,18-5 114 0 0,-31 9-162 0 0,-1 0 0 0 0,1 1-1 0 0,0 1 1 0 0,-1 0 0 0 0,1 1-1 0 0,0 0 1 0 0,0 1-1 0 0,19 3 1 0 0,-23 0 53 0 0,1 1 0 0 0,-1-1-1 0 0,0 2 1 0 0,14 8 0 0 0,-22-12-57 0 0,-1 0-1 0 0,1 1 1 0 0,-1 0 0 0 0,0-1 0 0 0,0 1 0 0 0,0 0 0 0 0,0 0 0 0 0,0 0 0 0 0,0 0 0 0 0,-1 1 0 0 0,1-1 0 0 0,-1 0-1 0 0,0 1 1 0 0,1-1 0 0 0,-1 1 0 0 0,0-1 0 0 0,0 1 0 0 0,-1 0 0 0 0,2 3 0 0 0,-2-2 9 0 0,1 0 1 0 0,-1 1-1 0 0,0-1 0 0 0,0 0 1 0 0,0 1-1 0 0,-1-1 1 0 0,0 0-1 0 0,0 0 0 0 0,0 1 1 0 0,0-1-1 0 0,0 0 1 0 0,-1 0-1 0 0,-3 6 0 0 0,-13 15 32 0 0,-1 0 0 0 0,-1-1 0 0 0,-1-1-1 0 0,-1-1 1 0 0,-30 23 0 0 0,47-40-76 0 0,0 0 0 0 0,0 0 0 0 0,0 1 0 0 0,1 0 0 0 0,-6 11 0 0 0,-11 11 143 0 0,21-28-133 0 0,0 1 1 0 0,0-1-1 0 0,0 0 1 0 0,0 0-1 0 0,-1 1 1 0 0,1-1-1 0 0,0 0 1 0 0,0 0-1 0 0,0 1 1 0 0,0-1-1 0 0,0 0 1 0 0,0 1-1 0 0,0-1 1 0 0,0 0-1 0 0,0 1 1 0 0,0-1-1 0 0,0 0 1 0 0,0 0-1 0 0,0 1 1 0 0,0-1-1 0 0,0 0 1 0 0,0 1-1 0 0,0-1 1 0 0,0 0-1 0 0,0 0 1 0 0,0 1-1 0 0,0-1 1 0 0,1 0-1 0 0,-1 1 1 0 0,0-1-1 0 0,0 0 1 0 0,0 0-1 0 0,0 1 1 0 0,1-1-1 0 0,-1 0 1 0 0,0 0-1 0 0,0 0 1 0 0,1 1-1 0 0,-1-1 1 0 0,0 0-1 0 0,0 0 1 0 0,1 0-1 0 0,-1 0 1 0 0,0 0-1 0 0,1 0 1 0 0,-1 1-1 0 0,0-1 1 0 0,0 0-1 0 0,1 0 1 0 0,-1 0-1 0 0,0 0 1 0 0,1 0-1 0 0,-1 0 1 0 0,17 4-17 0 0,-9-4 53 0 0,-1 1-1 0 0,0-2 1 0 0,1 1-1 0 0,-1-1 0 0 0,0 0 1 0 0,1 0-1 0 0,-1-1 1 0 0,0 0-1 0 0,0 0 1 0 0,0 0-1 0 0,8-6 0 0 0,12-6 810 0 0,39-27-1 0 0,-21 11-80 0 0,-31 22-567 0 0,-1 1 60 0 0,-1-1 0 0 0,0 0 0 0 0,-1-1 0 0 0,20-18 0 0 0,-15 10 80 0 0,-12 13-278 0 0,1 1-1 0 0,-2-1 1 0 0,1 0-1 0 0,0 0 1 0 0,-1 0-1 0 0,0 0 1 0 0,0-1-1 0 0,0 1 1 0 0,0-1-1 0 0,-1 0 0 0 0,1 0 1 0 0,-1 0-1 0 0,-1 0 1 0 0,1 0-1 0 0,-1 0 1 0 0,0 0-1 0 0,1-7 1 0 0,-2 5-9 0 0,0 0 11 0 0,0-1 0 0 0,0 0 1 0 0,-1 0-1 0 0,-2-10 1 0 0,2 15-62 0 0,0 0 0 0 0,0 1 0 0 0,-1-1 1 0 0,1 0-1 0 0,-1 1 0 0 0,1-1 0 0 0,-1 0 0 0 0,0 1 1 0 0,0 0-1 0 0,0 0 0 0 0,0-1 0 0 0,-1 1 1 0 0,-4-3-1 0 0,-1-1-48 0 0,-1 1-1 0 0,0 0 1 0 0,0 1 0 0 0,0 0-1 0 0,-1 0 1 0 0,1 1 0 0 0,-1 0-1 0 0,0 1 1 0 0,-18-3 0 0 0,4 3-111 0 0,1 2 0 0 0,-42 3 0 0 0,41-1 44 0 0,1 2-1 0 0,-1 0 1 0 0,-34 12 0 0 0,56-16 114 0 0,1 0 0 0 0,-1 1 0 0 0,1-1 0 0 0,-1 1 0 0 0,1-1 0 0 0,-1 1-1 0 0,1 0 1 0 0,-1 0 0 0 0,1-1 0 0 0,0 1 0 0 0,0 0 0 0 0,-1 0 0 0 0,1 0 0 0 0,0 1 0 0 0,0-1 0 0 0,0 0 0 0 0,0 0 0 0 0,0 0 0 0 0,0 1 0 0 0,0-1 0 0 0,1 1 0 0 0,-1-1 0 0 0,0 0 0 0 0,1 1 0 0 0,-1-1 0 0 0,0 3 0 0 0,2-2 0 0 0,-1 0 1 0 0,1 0-1 0 0,0-1 0 0 0,0 1 0 0 0,-1 0 0 0 0,1-1 0 0 0,0 1 1 0 0,0-1-1 0 0,0 1 0 0 0,1-1 0 0 0,-1 1 0 0 0,0-1 0 0 0,0 0 0 0 0,1 1 1 0 0,-1-1-1 0 0,1 0 0 0 0,-1 0 0 0 0,1 0 0 0 0,0 0 0 0 0,-1-1 1 0 0,1 1-1 0 0,3 1 0 0 0,63 23-1090 0 0,1-2-1 0 0,141 26 1 0 0,-164-39-310 0 0,-24-5-410 0 0,0-1-1 0 0,0 0 1 0 0,0-2 0 0 0,45-1 0 0 0,-1-8-4247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07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387 144 1040 0 0,'-28'0'1308'0'0,"17"-5"1453"0"0,-7 3-1694 0 0,0 1 0 0 0,0 0 0 0 0,0 2-1 0 0,0 0 1 0 0,-32 6 0 0 0,22-1 67 0 0,1 0 1 0 0,0 2-1 0 0,-32 14 0 0 0,49-18-737 0 0,0-1-1 0 0,0-1 1 0 0,-13 3 0 0 0,16-3-183 0 0,6-2-193 0 0,1 0 0 0 0,0 0 0 0 0,0 0 0 0 0,-1 0 0 0 0,1 0 0 0 0,0 0 0 0 0,0 0 0 0 0,-1 0 0 0 0,1 0 0 0 0,0 0 0 0 0,0 1 0 0 0,-1-1 0 0 0,1 0 0 0 0,0 0 0 0 0,0 0 0 0 0,-1 0 0 0 0,1 1 0 0 0,0-1 0 0 0,0 0 0 0 0,0 0 0 0 0,0 1 0 0 0,-1-1 0 0 0,1 0 0 0 0,0 0 0 0 0,0 1 0 0 0,0-1 0 0 0,0 0 0 0 0,0 0 0 0 0,0 1 0 0 0,0-1 0 0 0,0 0 0 0 0,0 0 0 0 0,0 1 0 0 0,0-1 0 0 0,0 0 0 0 0,0 1 0 0 0,0-1 0 0 0,0 0 0 0 0,0 0 0 0 0,0 1 0 0 0,0-1 0 0 0,0 0 0 0 0,0 0 0 0 0,0 1 0 0 0,0-1 0 0 0,0 0 0 0 0,1 0 0 0 0,-1 1 0 0 0,0-1 0 0 0,0 0 0 0 0,0 0 0 0 0,0 0 0 0 0,1 1 0 0 0,-1-1 0 0 0,0 0 0 0 0,0 0 0 0 0,1 0 0 0 0,-1 1 0 0 0,0-1 0 0 0,0 0 0 0 0,1 0 0 0 0,-1 0 0 0 0,0 0 0 0 0,0 0 0 0 0,1 0-1 0 0,-1 0 1 0 0,1 0 0 0 0,12 8 121 0 0,0-2 0 0 0,1 0-1 0 0,-1 0 1 0 0,1-2-1 0 0,1 1 1 0 0,-1-2-1 0 0,1 0 1 0 0,-1-1-1 0 0,1 0 1 0 0,0-1 0 0 0,0-1-1 0 0,0 0 1 0 0,-1-1-1 0 0,1 0 1 0 0,0-2-1 0 0,-1 0 1 0 0,25-7-1 0 0,-37 9-131 0 0,-1 0-1 0 0,1 1 0 0 0,0-1 0 0 0,0 0 1 0 0,0 0-1 0 0,-1 0 0 0 0,1-1 0 0 0,0 1 1 0 0,-1 0-1 0 0,1-1 0 0 0,-1 1 0 0 0,1-1 1 0 0,-1 1-1 0 0,0-1 0 0 0,0 1 1 0 0,2-5-1 0 0,-1 2-87 0 0,-2 0 0 0 0,1 0 1 0 0,0 0-1 0 0,-1-1 0 0 0,1 1 1 0 0,-2-8-1 0 0,1 5-109 0 0,0 4 11 0 0,0 0 0 0 0,0 0 0 0 0,-1 0 0 0 0,1 0 0 0 0,-1 0 0 0 0,0 0 0 0 0,0 0 0 0 0,0 0 0 0 0,0 1 1 0 0,0-1-1 0 0,-1 0 0 0 0,1 1 0 0 0,-1-1 0 0 0,-2-2 0 0 0,-7-12-1267 0 0,0-18-2359 0 0,-11 0-947 0 0,21 31 4096 0 0,0 0 0 0 0,0 0 0 0 0,0 0 0 0 0,0-1 0 0 0,1 1 0 0 0,0 0 0 0 0,0-6 0 0 0,0 9 542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07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6 1521 0 0,'5'1'586'0'0,"-4"-1"-393"0"0,1 0 0 0 0,-1 0 0 0 0,1 1 1 0 0,-1-1-1 0 0,0 0 0 0 0,1 0 0 0 0,-1 0 0 0 0,1-1 0 0 0,-1 1 0 0 0,1 0 0 0 0,-1 0 0 0 0,0-1 0 0 0,1 1 1 0 0,-1-1-1 0 0,0 1 0 0 0,1-1 0 0 0,-1 0 0 0 0,2-2 2228 0 0,-8 8 1887 0 0,-16 1-3045 0 0,1 1 0 0 0,1 1 0 0 0,-1 1 0 0 0,1 0-1 0 0,-35 24 1 0 0,42-24-930 0 0,0 1-1 0 0,0-1 0 0 0,1 2 1 0 0,0 0-1 0 0,1 0 1 0 0,0 1-1 0 0,1 0 1 0 0,1 0-1 0 0,-1 1 1 0 0,2 1-1 0 0,0-1 1 0 0,-5 15-1 0 0,7-10-191 0 0,-7 19 92 0 0,4-24-121 0 0,-2-1 1 0 0,0 0 0 0 0,-19 18-1 0 0,14-16 36 0 0,1 1 0 0 0,-14 20-1 0 0,-15 38 107 0 0,-71 70-3496 0 0,114-143 3129 0 0,0 0-1 0 0,-1 0 1 0 0,1 1-1 0 0,0-1 1 0 0,0 0 0 0 0,-1 0-1 0 0,1 1 1 0 0,0-1-1 0 0,0 0 1 0 0,-1 1-1 0 0,1-1 1 0 0,0 0-1 0 0,0 1 1 0 0,0-1-1 0 0,-1 0 1 0 0,1 1 0 0 0,0-1-1 0 0,0 1 1 0 0,0-1-1 0 0,0 0 1 0 0,0 1-1 0 0,0-1 1 0 0,0 0-1 0 0,0 1 1 0 0,0-1-1 0 0,0 1 1 0 0,0-1 0 0 0,0 0-1 0 0,0 1 1 0 0,0-1-1 0 0,0 1 1 0 0,1-1-1 0 0,-1 0 1 0 0,0 1-1 0 0,0-1 1 0 0,0 0-1 0 0,1 1 1 0 0,-1-1 0 0 0,0 0-1 0 0,0 1 1 0 0,1-1-1 0 0,-1 0 1 0 0,0 0-1 0 0,0 1 1 0 0,1-1-1 0 0,-1 0 1 0 0,0 0-1 0 0,1 0 1 0 0,-1 1 0 0 0,0-1-1 0 0,1 0 1 0 0,-1 0-1 0 0,1 0 1 0 0,0 0-1 0 0,20 0-4619 0 0,-19 0 4154 0 0,25-5-6677 0 0</inkml:trace>
  <inkml:trace contextRef="#ctx0" brushRef="#br0" timeOffset="1">1 248 2241 0 0,'0'0'6963'0'0,"0"8"-3441"0"0,33-8-241 0 0,-33 12-239 0 0,65 3-241 0 0,26 27-80 0 0,7-3-1280 0 0,0 3-4402 0 0,0-13-5924 0 0,-65-29-399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08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 1361 0 0,'0'-6'2241'0'0,"32"0"-80"0"0,34 6-240 0 0,-1-6-241 0 0,0 6-399 0 0,66 0-481 0 0,-7-9-560 0 0,-26 3-720 0 0,0 0-880 0 0,-33 6-1122 0 0,0 0-719 0 0,-32 0 240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09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0 560 0 0,'0'0'3202'0'0,"0"9"-1441"0"0,-26-3-81 0 0,26 0 1 0 0,0 3 80 0 0,0 3 640 0 0,-65 15 1281 0 0,32 29-561 0 0,1-8-2160 0 0,32 8-961 0 0,0-14-401 0 0,0 5-2160 0 0,32-19-3121 0 0,-32-14-1842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09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7 160 0 0,'15'-3'785'0'0,"0"1"-1"0"0,1 1 1 0 0,18 0 0 0 0,-28 1-482 0 0,-1 1-63 0 0,-1 0 0 0 0,1 0 0 0 0,-1 0 0 0 0,1 0 0 0 0,-1 1 0 0 0,1 0 0 0 0,-1 0 1 0 0,0 0-1 0 0,0 0 0 0 0,0 1 0 0 0,0-1 0 0 0,0 1 0 0 0,0 0 0 0 0,-1 0 0 0 0,5 5 0 0 0,18 19 1357 0 0,28 36-1 0 0,-30-32-805 0 0,35 32 1 0 0,-56-60-770 0 0,0 0 1 0 0,0 0-1 0 0,-1 0 1 0 0,1 0-1 0 0,-1 1 0 0 0,0-1 1 0 0,0 1-1 0 0,0-1 1 0 0,0 1-1 0 0,-1 0 1 0 0,2 6-1 0 0,-1 0 124 0 0,-1-1 0 0 0,0 1 0 0 0,0 16-1 0 0,-1-22-103 0 0,0-3-43 0 0,1-1 0 0 0,-1 1 0 0 0,1-1 0 0 0,-1 0 0 0 0,1 1 0 0 0,0-1 1 0 0,-1 0-1 0 0,1 1 0 0 0,0-1 0 0 0,-1 0 0 0 0,1 0 0 0 0,0 1 0 0 0,-1-1 0 0 0,1 0 1 0 0,0 0-1 0 0,0 0 0 0 0,-1 0 0 0 0,1 0 0 0 0,0 0 0 0 0,0 0 0 0 0,-1 0 1 0 0,1 0-1 0 0,0-1 0 0 0,-1 1 0 0 0,1 0 0 0 0,0 0 0 0 0,0 0 0 0 0,-1-1 0 0 0,1 1 1 0 0,0-1-1 0 0,5 0-12 0 0,-6 1 16 0 0,0-1 0 0 0,1 1 0 0 0,-1 0 0 0 0,1 0-1 0 0,-1 0 1 0 0,0 0 0 0 0,1-1 0 0 0,-1 1 0 0 0,0 0 0 0 0,1-1 0 0 0,-1 1 0 0 0,0 0 0 0 0,0 0 0 0 0,1-1 0 0 0,-1 1 0 0 0,0 0 0 0 0,0-1 0 0 0,1 1 0 0 0,-1-1 0 0 0,0 1 0 0 0,0 0 0 0 0,0-1 0 0 0,0 1 0 0 0,0-1 0 0 0,0 1 0 0 0,0 0 0 0 0,0-1 0 0 0,0 1 0 0 0,0-1 0 0 0,0 1 0 0 0,0 0 0 0 0,0-1-1 0 0,0 1 1 0 0,0-1 0 0 0,0 0 0 0 0,-6-13 184 0 0,-16-8-27 0 0,11-10 27 0 0,7 25-86 0 0,-1-1 1 0 0,0 1-1 0 0,0 0 0 0 0,-1 0 1 0 0,1 0-1 0 0,-2 1 1 0 0,1 0-1 0 0,-1 0 0 0 0,-14-9 1 0 0,4 5 167 0 0,0 2 0 0 0,-1 0 0 0 0,-1 1 0 0 0,1 1 0 0 0,-1 1 0 0 0,0 0 0 0 0,0 2 0 0 0,0 0 0 0 0,-1 1 0 0 0,-28 0 0 0 0,32 2-59 0 0,0 1 1 0 0,0 0 0 0 0,0 1 0 0 0,0 0-1 0 0,0 2 1 0 0,1-1 0 0 0,-1 2 0 0 0,1 0-1 0 0,0 1 1 0 0,1 1 0 0 0,-1 0 0 0 0,1 1-1 0 0,-20 14 1 0 0,31-19-130 0 0,0 0-1 0 0,0 0 0 0 0,0 0 1 0 0,0 1-1 0 0,0-1 1 0 0,0 1-1 0 0,1 0 0 0 0,0 0 1 0 0,0-1-1 0 0,0 1 1 0 0,0 1-1 0 0,0-1 1 0 0,1 0-1 0 0,0 0 0 0 0,0 1 1 0 0,0-1-1 0 0,0 0 1 0 0,1 1-1 0 0,0-1 0 0 0,0 1 1 0 0,0-1-1 0 0,2 9 1 0 0,-1-8-34 0 0,0 0 0 0 0,1 0-1 0 0,0 0 1 0 0,0 0 0 0 0,1 0 0 0 0,-1 0 0 0 0,1-1 0 0 0,0 1 0 0 0,0-1 0 0 0,0 0 0 0 0,1 0 0 0 0,0 0 0 0 0,0 0 0 0 0,0-1-1 0 0,0 1 1 0 0,0-1 0 0 0,1 0 0 0 0,-1 0 0 0 0,7 2 0 0 0,3 2-271 0 0,1-1-1 0 0,0-1 1 0 0,0-1 0 0 0,0 0-1 0 0,1 0 1 0 0,-1-2 0 0 0,1 0-1 0 0,0-1 1 0 0,0 0 0 0 0,19-3 0 0 0,-17 0-1251 0 0,1 0 1 0 0,-1-2 0 0 0,0 0 0 0 0,0-1 0 0 0,23-11 0 0 0,19-10-2954 0 0,-42 14 1626 0 0,29-24 1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10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621 23 720 0 0,'0'-1'573'0'0,"0"0"-1"0"0,0 0 0 0 0,0 0 0 0 0,0 0 1 0 0,0 0-1 0 0,0 0 0 0 0,0 0 0 0 0,0 0 1 0 0,-1 0-1 0 0,1 0 0 0 0,0 0 0 0 0,-1 0 1 0 0,1 0-1 0 0,-1 0 0 0 0,1 1 0 0 0,-1-1 1 0 0,1 0-1 0 0,-1 0 0 0 0,0 0 1 0 0,0 0-1 0 0,0 0-374 0 0,0 1 1 0 0,1 0-1 0 0,-1-1 0 0 0,0 1 1 0 0,0 0-1 0 0,0 0 0 0 0,0 0 1 0 0,1-1-1 0 0,-1 1 1 0 0,0 0-1 0 0,0 0 0 0 0,0 0 1 0 0,0 0-1 0 0,0 1 0 0 0,0-1 1 0 0,1 0-1 0 0,-1 0 1 0 0,-1 1-1 0 0,-3 1 126 0 0,0 0 1 0 0,1 0-1 0 0,-1 1 1 0 0,1-1-1 0 0,0 1 0 0 0,0 0 1 0 0,-6 6-1 0 0,-10 12 550 0 0,2 1 0 0 0,0 0-1 0 0,-19 32 1 0 0,16-16-506 0 0,-20 49 0 0 0,0 1-397 0 0,22-50 25 0 0,9-18 76 0 0,0 0 1 0 0,-22 31-1 0 0,2-16-16 0 0,20-24-81 0 0,0 1 0 0 0,-13 19 0 0 0,20-26-120 0 0,1 0 0 0 0,-1 0 0 0 0,1 0 0 0 0,0 0 0 0 0,0 0 0 0 0,1 1 0 0 0,-1-1 0 0 0,1 1 0 0 0,1 0 0 0 0,-1 9 0 0 0,1-7-176 0 0,-1-5-264 0 0,1 1 1 0 0,0-1 0 0 0,0 1-1 0 0,1 0 1 0 0,-1-1 0 0 0,1 1-1 0 0,2 6 1 0 0,-3-9 347 0 0,1 0 0 0 0,0 0-1 0 0,0 0 1 0 0,0-1 0 0 0,-1 1 0 0 0,1 0 0 0 0,0 0 0 0 0,0-1 0 0 0,0 1-1 0 0,1 0 1 0 0,-1-1 0 0 0,0 1 0 0 0,0-1 0 0 0,0 1 0 0 0,0-1 0 0 0,0 0-1 0 0,1 1 1 0 0,-1-1 0 0 0,0 0 0 0 0,0 0 0 0 0,1 0 0 0 0,-1 0 0 0 0,0 0-1 0 0,2-1 1 0 0,30-3-5459 0 0</inkml:trace>
  <inkml:trace contextRef="#ctx0" brushRef="#br0" timeOffset="1">99 428 2961 0 0,'-66'-6'4562'0'0,"34"-2"6484"0"0,64 8-9766 0 0,34 0-159 0 0,-34 8-321 0 0,66-2-1360 0 0,0 0-2482 0 0,0 1-2400 0 0,0-14-401 0 0,-33-5 1201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11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67 1681 0 0,'-1'-7'2276'0'0,"1"5"-1826"0"0,-1-1 1 0 0,1 1-1 0 0,0 0 0 0 0,0 0 0 0 0,0-1 0 0 0,0 1 0 0 0,0 0 0 0 0,0 0 0 0 0,0-1 0 0 0,1 1 0 0 0,-1 0 0 0 0,1 0 0 0 0,0 0 1 0 0,-1-1-1 0 0,1 1 0 0 0,0 0 0 0 0,1-2 0 0 0,7 1 104 0 0,0 0 1 0 0,0 0-1 0 0,0 1 0 0 0,0 0 1 0 0,1 0-1 0 0,13 0 1 0 0,-19 2-426 0 0,0 0 0 0 0,1 0 0 0 0,-1 0 0 0 0,0 0 0 0 0,0 1 0 0 0,0 0 0 0 0,0 0 0 0 0,1 0 0 0 0,-1 0 0 0 0,-1 1 0 0 0,1-1 0 0 0,0 1 0 0 0,0 0 0 0 0,0 0 0 0 0,-1 1 0 0 0,0-1 0 0 0,5 4 0 0 0,3 16 631 0 0,-8-17-627 0 0,1 0-1 0 0,-1 1 1 0 0,0-1 0 0 0,-1 1 0 0 0,1 0-1 0 0,-1 0 1 0 0,0 0 0 0 0,0 0 0 0 0,-1 0-1 0 0,0 0 1 0 0,0 1 0 0 0,-1-1-1 0 0,1 0 1 0 0,-1 1 0 0 0,-1-1 0 0 0,1 0-1 0 0,-1 1 1 0 0,0-1 0 0 0,-3 8 0 0 0,2-9-39 0 0,-1 0 0 0 0,0 1 1 0 0,-1-1-1 0 0,1-1 1 0 0,-1 1-1 0 0,0 0 1 0 0,-6 4-1 0 0,-11 15 445 0 0,13-11-170 0 0,6-10-312 0 0,0-1 1 0 0,0 1-1 0 0,0 0 0 0 0,0-1 1 0 0,0 1-1 0 0,0-1 0 0 0,-1 1 1 0 0,1-1-1 0 0,-1 0 1 0 0,-5 3-1 0 0,-27 21 266 0 0,28-20-123 0 0,0 0-1 0 0,0-1 0 0 0,-15 9 1 0 0,19-13-168 0 0,0 0 1 0 0,0 0-1 0 0,0 0 0 0 0,-1 0 1 0 0,1 0-1 0 0,-1 0 0 0 0,1-1 1 0 0,0 0-1 0 0,-1 0 1 0 0,1 0-1 0 0,-1 0 0 0 0,1 0 1 0 0,-7-2-1 0 0,-33-6-247 0 0,27 5 52 0 0,0 0 0 0 0,1-1 0 0 0,-20-6 0 0 0,35 9 154 0 0,-1 1 0 0 0,1 0 0 0 0,0 0 0 0 0,-1 0 0 0 0,1-1 0 0 0,-1 1 0 0 0,1 0 0 0 0,0 0 0 0 0,-1-1 0 0 0,1 1 0 0 0,0 0 0 0 0,0-1 0 0 0,-1 1 0 0 0,1 0 0 0 0,0-1 0 0 0,0 1 0 0 0,-1 0 0 0 0,1-1 0 0 0,0 1 1 0 0,0-1-1 0 0,0 1 0 0 0,0-1 0 0 0,0 1 0 0 0,-1 0 0 0 0,1-2 0 0 0,2 0-105 0 0,-1 3 116 0 0,0 0 1 0 0,0 0-1 0 0,0 0 0 0 0,0 0 0 0 0,0-1 1 0 0,0 1-1 0 0,0 0 0 0 0,1 0 0 0 0,-1-1 1 0 0,0 1-1 0 0,1-1 0 0 0,-1 1 0 0 0,0-1 1 0 0,1 0-1 0 0,-1 1 0 0 0,0-1 0 0 0,1 0 1 0 0,2 0-1 0 0,8 3 62 0 0,28 8-11 0 0,-1 2 1 0 0,0 2-1 0 0,-1 2 0 0 0,-1 1 1 0 0,-1 2-1 0 0,45 32 0 0 0,-64-39-994 0 0,0 1 0 0 0,-2 1 0 0 0,1 0-1 0 0,-2 1 1 0 0,13 19 0 0 0,-24-32 599 0 0,4 6-1501 0 0,1-1 0 0 0,0 1 0 0 0,1-2 0 0 0,0 1 0 0 0,10 6 0 0 0,-14-11-3520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11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0 960 0 0,'5'0'1388'0'0,"115"3"7857"0"0,5 4-4792 0 0,244 26-1850 0 0,-313-28-1403 0 0,276 20 792 0 0,-68-7-1009 0 0,471 42 271 0 0,-512-53-3869 0 0,-212-10-3853 0 0,-11 3 6276 0 0,0-1 1 0 0,0 1-1 0 0,0-1 1 0 0,0 1-1 0 0,0-1 1 0 0,0 1 0 0 0,-1-1-1 0 0,1 1 1 0 0,0-1-1 0 0,0 1 1 0 0,0-1-1 0 0,-1 1 1 0 0,1-1-1 0 0,0 1 1 0 0,-1-1 0 0 0,1 1-1 0 0,0-1 1 0 0,-1 1-1 0 0,1 0 1 0 0,0-1-1 0 0,-1 1 1 0 0,0-1 0 0 0,-26-12-5159 0 0,-6-1 1389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12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98 560 0 0,'-1'-12'1554'0'0,"0"-21"1110"0"0,1 32-2527 0 0,0 0 0 0 0,0 0 1 0 0,0-1-1 0 0,0 1 0 0 0,0 0 0 0 0,1-1 0 0 0,-1 1 0 0 0,0 0 1 0 0,1 0-1 0 0,-1-1 0 0 0,1 1 0 0 0,-1 0 0 0 0,1 0 0 0 0,-1 0 1 0 0,1 0-1 0 0,1-2 0 0 0,11-3 350 0 0,0 1 0 0 0,0 0 0 0 0,0 2-1 0 0,1-1 1 0 0,0 1 0 0 0,-1 1 0 0 0,1 1 0 0 0,0 0 0 0 0,0 0 0 0 0,0 2 0 0 0,16 1 0 0 0,-24 0-378 0 0,-1 0-1 0 0,1 0 1 0 0,-1 1 0 0 0,1 0 0 0 0,-1 0 0 0 0,0 0 0 0 0,0 0 0 0 0,0 1 0 0 0,-1 0 0 0 0,1 0 0 0 0,3 5 0 0 0,-6-6-54 0 0,-1 0-1 0 0,0 0 1 0 0,0 0 0 0 0,0 0-1 0 0,-1 0 1 0 0,1 1 0 0 0,-1-1 0 0 0,1 0-1 0 0,-1 1 1 0 0,0-1 0 0 0,0 0 0 0 0,-1 0-1 0 0,0 4 1 0 0,1 5 206 0 0,-1-11-231 0 0,1 1 0 0 0,0-1 0 0 0,0 1 0 0 0,-1-1 0 0 0,1 0 0 0 0,-1 1 0 0 0,1-1 0 0 0,-1 0 0 0 0,1 1 0 0 0,-1-1 0 0 0,0 0 0 0 0,0 0 0 0 0,0 1 1 0 0,0-1-1 0 0,0 0 0 0 0,0 0 0 0 0,0 0 0 0 0,0 0 0 0 0,0 0 0 0 0,0-1 0 0 0,0 1 0 0 0,-1 0 0 0 0,1 0 0 0 0,0-1 0 0 0,-1 1 0 0 0,-1 0 0 0 0,-5 3 186 0 0,-83 51 1652 0 0,75-44-1464 0 0,-1 1 54 0 0,-1-1 0 0 0,0 0 0 0 0,-1-1 0 0 0,-30 11 0 0 0,9-5 369 0 0,-72 15 0 0 0,112-31-851 0 0,-1 0 0 0 0,1 0 0 0 0,0 0 0 0 0,-1-1-1 0 0,1 1 1 0 0,0 0 0 0 0,-1 0 0 0 0,1-1-1 0 0,0 1 1 0 0,-1 0 0 0 0,1 0 0 0 0,0-1 0 0 0,0 1-1 0 0,-1 0 1 0 0,1-1 0 0 0,0 1 0 0 0,0-1 0 0 0,0 1-1 0 0,-1 0 1 0 0,1-1 0 0 0,0 1 0 0 0,0 0 0 0 0,0-1-1 0 0,0 1 1 0 0,0-1 0 0 0,0 1 0 0 0,0 0 0 0 0,0-1-1 0 0,0 1 1 0 0,0-1 0 0 0,0 1 0 0 0,0 0 0 0 0,0-1-1 0 0,1-13-505 0 0,-1 14 509 0 0,0-1-2 0 0,0 0-1 0 0,0-1 1 0 0,0 1-1 0 0,0 0 1 0 0,0 0-1 0 0,1 0 1 0 0,-1 0-1 0 0,1 0 1 0 0,-1 1-1 0 0,0-1 1 0 0,1 0 0 0 0,-1 0-1 0 0,1 0 1 0 0,0 0-1 0 0,-1 0 1 0 0,1 1-1 0 0,0-1 1 0 0,-1 0-1 0 0,1 0 1 0 0,0 1-1 0 0,0-1 1 0 0,0 1-1 0 0,0-1 1 0 0,0 1-1 0 0,-1-1 1 0 0,2 0-1 0 0,0 1 14 0 0,-1-1-1 0 0,0 1 0 0 0,0-1 1 0 0,-1 1-1 0 0,1-1 1 0 0,0 0-1 0 0,0 1 0 0 0,0-1 1 0 0,0 0-1 0 0,0 0 1 0 0,-1 0-1 0 0,1 1 0 0 0,0-1 1 0 0,-1 0-1 0 0,1 0 1 0 0,-1 0-1 0 0,1 0 0 0 0,-1 0 1 0 0,1 0-1 0 0,-1 0 1 0 0,0 0-1 0 0,1-1 0 0 0,-1 1 1 0 0,0 0-1 0 0,0 0 1 0 0,0-2-1 0 0,0 2-3 0 0,0 0 1 0 0,0 0-1 0 0,0 0 1 0 0,0-1-1 0 0,0 1 1 0 0,0 0-1 0 0,0 0 1 0 0,0 0-1 0 0,0-1 0 0 0,0 1 1 0 0,1 0-1 0 0,-1 0 1 0 0,0 0-1 0 0,1 0 1 0 0,-1-1-1 0 0,1 1 1 0 0,0 0-1 0 0,-1 0 0 0 0,1 0 1 0 0,0 0-1 0 0,-1 0 1 0 0,1 0-1 0 0,0 1 1 0 0,0-1-1 0 0,0 0 1 0 0,0 0-1 0 0,0 1 0 0 0,0-1 1 0 0,0 0-1 0 0,0 1 1 0 0,0-1-1 0 0,0 1 1 0 0,0-1-1 0 0,1 1 1 0 0,-1 0-1 0 0,0-1 0 0 0,0 1 1 0 0,2 0-1 0 0,-1-1 23 0 0,8 2 84 0 0,17 12 355 0 0,-1 0 0 0 0,0 1 1 0 0,-1 1-1 0 0,34 28 0 0 0,-31-21-141 0 0,2 0 0 0 0,1-3 0 0 0,65 32-1 0 0,-89-48-582 0 0,0-1 0 0 0,0 0 0 0 0,0 0-1 0 0,1-1 1 0 0,-1 0 0 0 0,1 0 0 0 0,-1-1-1 0 0,1 1 1 0 0,7-2 0 0 0,2-1-1400 0 0,0-1 0 0 0,25-6 0 0 0,-38 8 1240 0 0,-1 0-1 0 0,1-1 0 0 0,-1 1 1 0 0,0-1-1 0 0,1 1 1 0 0,-1-1-1 0 0,0 0 1 0 0,0 0-1 0 0,0-1 0 0 0,3-2 1 0 0,26-33-5207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38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2 560 0 0,'-24'0'1056'0'0,"48"0"2464"0"0,-20 0-440 0 0,25 0 5512 0 0,-62 0-7312 0 0,33-1-12 0 0,6 3-1068 0 0,-3 0-122 0 0,-2-2-38 0 0,1 1 0 0 0,-1 0 0 0 0,1 0 1 0 0,-1-1-1 0 0,1 1 0 0 0,0-1 0 0 0,-1 0 0 0 0,1 1 0 0 0,0-1 0 0 0,-1 0 1 0 0,1 0-1 0 0,3 0 0 0 0,-5 2 369 0 0,0-1-399 0 0,0-1 0 0 0,0 1 0 0 0,0-1 0 0 0,0 0 0 0 0,0 1 1 0 0,0-1-1 0 0,0 0 0 0 0,0 1 0 0 0,0-1 0 0 0,0 1 0 0 0,0-1 0 0 0,0 0 1 0 0,0 1-1 0 0,0-1 0 0 0,1 0 0 0 0,-1 1 0 0 0,0-1 0 0 0,0 0 1 0 0,0 1-1 0 0,1-1 0 0 0,-1 0 0 0 0,0 1 0 0 0,0-1 0 0 0,1 0 0 0 0,-1 0 1 0 0,0 1-1 0 0,0-1 0 0 0,1 0 0 0 0,-1 0 0 0 0,0 0 0 0 0,1 1 1 0 0,216 82 1909 0 0,-203-78-1712 0 0,1 1 0 0 0,29 5-1 0 0,-14-4 51 0 0,253 60 2236 0 0,200 30-506 0 0,-452-93-2867 0 0,43 2 1 0 0,-64-6-9 0 0,0 0 1 0 0,0-1-1 0 0,0 0 0 0 0,0 0 1 0 0,0-1-1 0 0,16-5 0 0 0,-25 6 575 0 0,0 0 0 0 0,0 1-1 0 0,0-1 1 0 0,0 0 0 0 0,-1 0-1 0 0,1 0 1 0 0,0 0 0 0 0,0 0-1 0 0,-1 0 1 0 0,1 1 0 0 0,0-2 0 0 0,-1 1-1 0 0,1 0 1 0 0,-1 0 0 0 0,0 0-1 0 0,1 0 1 0 0,-1 0 0 0 0,0 0-1 0 0,0 0 1 0 0,1-1 0 0 0,-1 1-1 0 0,0 0 1 0 0,0 0 0 0 0,0 0 0 0 0,0 0-1 0 0,-1-1 1 0 0,1 1 0 0 0,0 0-1 0 0,-1-1 1 0 0,1-7-1857 0 0,0-17-2980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40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1713 400 0 0,'0'0'2268'0'0,"-1"0"-2162"0"0,1-1 0 0 0,0 0 1 0 0,0 1-1 0 0,0-1 0 0 0,-1 0 1 0 0,1 1-1 0 0,0-1 0 0 0,0 0 0 0 0,0 1 1 0 0,0-1-1 0 0,0 0 0 0 0,0 1 1 0 0,1-1-1 0 0,-1 0 0 0 0,0 1 0 0 0,0-1 1 0 0,0 1-1 0 0,1-1 0 0 0,-1 0 1 0 0,0 1-1 0 0,0-1 0 0 0,1 1 0 0 0,-1-1 1 0 0,1 1-1 0 0,-1-1 0 0 0,0 0 1 0 0,1 1-1 0 0,-1 0 0 0 0,1-1 0 0 0,0 0 1 0 0,8-7 954 0 0,0-2 0 0 0,-1 1 0 0 0,13-19 0 0 0,35-43 2392 0 0,-19 34-2440 0 0,2 2 0 0 0,1 2 1 0 0,1 1-1 0 0,2 2 1 0 0,47-24-1 0 0,257-120 40 0 0,-152 81-796 0 0,126-70 290 0 0,-171 81-61 0 0,-40 20-12 0 0,-38 22-147 0 0,107-78 0 0 0,-164 105-255 0 0,0-1-1 0 0,24-28 1 0 0,0 0 73 0 0,179-170 1456 0 0,-194 184-1415 0 0,-2 0 1 0 0,28-47-1 0 0,-28 41-65 0 0,28-34-1 0 0,-40 57-45 0 0,-8 9-52 0 0,0 0 0 0 0,0 0 1 0 0,0 0-1 0 0,-1 0 1 0 0,1 0-1 0 0,-1 0 1 0 0,1 0-1 0 0,-1 0 1 0 0,0-1-1 0 0,0 1 1 0 0,0-1-1 0 0,0 1 0 0 0,0-1 1 0 0,0 1-1 0 0,-1-1 1 0 0,1 1-1 0 0,-1-1 1 0 0,0-3-1 0 0,0 5 97 0 0,-5 10-5309 0 0,-28 16-1921 0 0,-27 31-4322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41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928 34 80 0 0,'-6'-1'1027'0'0,"6"1"-878"0"0,-2 0-67 0 0,1 0-1 0 0,0 0 0 0 0,-1 0 0 0 0,1 0 0 0 0,0 0 0 0 0,0-1 0 0 0,-1 1 0 0 0,1 0 1 0 0,0-1-1 0 0,0 1 0 0 0,0-1 0 0 0,-1 1 0 0 0,1-1 0 0 0,0 1 0 0 0,0-1 1 0 0,0 0-1 0 0,0 0 0 0 0,0 1 0 0 0,0-1 0 0 0,0 0 0 0 0,-1-2 0 0 0,1 2-16 0 0,1 1-1 0 0,-1-1 1 0 0,1 0-1 0 0,-1 0 0 0 0,1 1 1 0 0,-1-1-1 0 0,0 1 0 0 0,1-1 1 0 0,-1 0-1 0 0,0 1 1 0 0,0 0-1 0 0,0-1 0 0 0,1 1 1 0 0,-1-1-1 0 0,0 1 1 0 0,0 0-1 0 0,0 0 0 0 0,0-1 1 0 0,0 1-1 0 0,1 0 0 0 0,-1 0 1 0 0,0 0-1 0 0,0 0 1 0 0,-2 0-1 0 0,-14-4 1474 0 0,8 2-1093 0 0,0 0 0 0 0,0 1-1 0 0,0 0 1 0 0,0 0 0 0 0,-11 2-1 0 0,-25 1 800 0 0,0 2 0 0 0,1 2-1 0 0,-1 2 1 0 0,-81 25 0 0 0,-164 79 1603 0 0,282-109-2815 0 0,-27 11 104 0 0,16-7-83 0 0,0 0 0 0 0,1 2 0 0 0,1 0 0 0 0,-1 1-1 0 0,-20 15 1 0 0,36-23-81 0 0,0-1 0 0 0,0 1 0 0 0,1-1 0 0 0,-1 1 0 0 0,0 0 0 0 0,1 0 0 0 0,-1 0 0 0 0,1 0 0 0 0,-1 0 0 0 0,1 0 0 0 0,0 1 0 0 0,0-1 0 0 0,0 0 0 0 0,0 1 0 0 0,1-1 0 0 0,-1 0 0 0 0,0 1-1 0 0,1-1 1 0 0,0 1 0 0 0,0-1 0 0 0,0 1 0 0 0,0-1 0 0 0,0 4 0 0 0,1-4-235 0 0,0 1 0 0 0,0-1 0 0 0,1 0 0 0 0,-1 0 0 0 0,1 0 0 0 0,-1 1 0 0 0,1-2 1 0 0,0 1-1 0 0,0 0 0 0 0,0 0 0 0 0,0-1 0 0 0,0 1 0 0 0,0-1 0 0 0,0 1 0 0 0,0-1 0 0 0,1 0 0 0 0,-1 0 0 0 0,1 0 0 0 0,-1 0 0 0 0,0 0 0 0 0,1-1 0 0 0,0 1 0 0 0,-1-1 0 0 0,1 0 0 0 0,4 1 0 0 0,53 1-7113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42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2961 0 0,'0'21'2081'0'0,"33"6"-960"0"0,0 21-321 0 0,-33 0-240 0 0,32-7-480 0 0,-32 1-640 0 0,0-21-1521 0 0,0-15-1440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42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960 35 880 0 0,'59'-28'3442'0'0,"-53"27"-1041"0"0,-12 0-1107 0 0,-11-1-570 0 0,0 0 0 0 0,-1 2 0 0 0,1 0 1 0 0,0 1-1 0 0,-1 1 0 0 0,-19 4 0 0 0,-290 46 4372 0 0,267-41-4255 0 0,-75 22 1 0 0,105-23-653 0 0,0 2 0 0 0,1 1 0 0 0,1 1 0 0 0,-29 19 0 0 0,33-19 31 0 0,0 2 0 0 0,2 1 0 0 0,-1 1 0 0 0,2 1 0 0 0,-22 25 0 0 0,40-41-140 0 0,0 0-1 0 0,1 1 0 0 0,0-1 1 0 0,0 0-1 0 0,0 1 1 0 0,0-1-1 0 0,1 1 1 0 0,-1 0-1 0 0,1 0 1 0 0,0 0-1 0 0,0-1 0 0 0,0 1 1 0 0,0 0-1 0 0,1 0 1 0 0,0 0-1 0 0,0 0 1 0 0,0 0-1 0 0,1 6 0 0 0,0-5 9 0 0,1 0 0 0 0,0 1 0 0 0,0-1-1 0 0,0 0 1 0 0,0 0 0 0 0,1 0 0 0 0,0-1-1 0 0,0 1 1 0 0,1 0 0 0 0,-1-1 0 0 0,8 7-1 0 0,6 3 1 0 0,0 0-1 0 0,1-2 1 0 0,0 0-1 0 0,0-1 1 0 0,2-1-1 0 0,20 8 1 0 0,0-3-118 0 0,0-2 1 0 0,1-1-1 0 0,0-3 1 0 0,1-1 0 0 0,0-2-1 0 0,77 1 1 0 0,-65-7 83 0 0,-1-3 1 0 0,1-2-1 0 0,-1-2 1 0 0,101-28 0 0 0,-138 30-38 0 0,0 0 1 0 0,-1-1-1 0 0,1-1 0 0 0,-2 0 1 0 0,1-1-1 0 0,-1-1 1 0 0,0 0-1 0 0,-1 0 1 0 0,0-2-1 0 0,0 0 1 0 0,-1 0-1 0 0,19-24 0 0 0,-13 14 13 0 0,-9 11-26 0 0,1-1-1 0 0,-2-1 1 0 0,1 1-1 0 0,-2-1 1 0 0,9-17-1 0 0,-14 26-13 0 0,-1-1 1 0 0,0 1-1 0 0,0-1 0 0 0,0 1 1 0 0,-1-1-1 0 0,1 1 1 0 0,-1-1-1 0 0,0 0 0 0 0,0 1 1 0 0,0-1-1 0 0,0 1 0 0 0,-1-1 1 0 0,1 0-1 0 0,-1 1 0 0 0,0-1 1 0 0,0 1-1 0 0,0 0 0 0 0,-1-1 1 0 0,1 1-1 0 0,-1 0 1 0 0,0 0-1 0 0,0 0 0 0 0,0 0 1 0 0,0 0-1 0 0,-4-5 0 0 0,-4-1-76 0 0,0-1 0 0 0,-1 1-1 0 0,1 1 1 0 0,-2 0 0 0 0,1 1-1 0 0,-1 0 1 0 0,0 0 0 0 0,-17-6-1 0 0,2 4-255 0 0,1 0-1 0 0,-1 2 0 0 0,-38-6 1 0 0,24 8-508 0 0,-1 2 0 0 0,0 1 0 0 0,0 2 0 0 0,-62 9 0 0 0,34 2-3182 0 0,-132 40 1 0 0,72-6-1224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44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1 400 0 0,'-5'0'334'0'0,"-25"0"1126"0"0,7-1-31 0 0,-1 2 0 0 0,1 0 0 0 0,-34 8 0 0 0,-63 16-548 0 0,55-3-481 0 0,65-22-399 0 0,0 0-1 0 0,-1 0 1 0 0,1 0 0 0 0,0 0-1 0 0,0 0 1 0 0,0 0 0 0 0,-1 0 0 0 0,1 0-1 0 0,0 0 1 0 0,0 1 0 0 0,0-1-1 0 0,-1 0 1 0 0,1 0 0 0 0,0 0-1 0 0,0 0 1 0 0,0 0 0 0 0,0 0 0 0 0,-1 0-1 0 0,1 0 1 0 0,0 1 0 0 0,0-1-1 0 0,0 0 1 0 0,0 0 0 0 0,0 0-1 0 0,-1 0 1 0 0,1 1 0 0 0,0-1 0 0 0,0 0-1 0 0,0 0 1 0 0,0 0 0 0 0,0 0-1 0 0,0 1 1 0 0,0-1 0 0 0,0 0 0 0 0,0 0-1 0 0,0 0 1 0 0,0 1 0 0 0,0-1-1 0 0,0 0 1 0 0,-6 7 78 0 0,1-4-55 0 0,-1 0 1 0 0,1 0-1 0 0,-1 0 1 0 0,1 1 0 0 0,0 0-1 0 0,0 0 1 0 0,1 0 0 0 0,-1 0-1 0 0,1 1 1 0 0,0 0-1 0 0,0 0 1 0 0,-3 5 0 0 0,1-3-5 0 0,-1 0 0 0 0,0-1 0 0 0,0 0 0 0 0,0 0 0 0 0,-9 5 0 0 0,-21 19 73 0 0,37-30-92 0 0,-1 0-1 0 0,1 0 0 0 0,0 0 1 0 0,0 1-1 0 0,-1-1 0 0 0,1 0 1 0 0,0 0-1 0 0,0 1 0 0 0,0-1 1 0 0,-1 0-1 0 0,1 0 0 0 0,0 1 1 0 0,0-1-1 0 0,0 0 0 0 0,0 0 1 0 0,0 1-1 0 0,0-1 0 0 0,0 0 1 0 0,-1 1-1 0 0,1-1 0 0 0,0 0 1 0 0,0 0-1 0 0,0 1 0 0 0,0-1 1 0 0,0 0-1 0 0,0 1 0 0 0,0-1 1 0 0,1 0-1 0 0,-1 1 0 0 0,0-1 1 0 0,0 0-1 0 0,0 0 0 0 0,0 1 1 0 0,-2 5-11 0 0,-26 9-125 0 0,28-15 135 0 0,0 0 0 0 0,1 0 0 0 0,-1 0 0 0 0,0 0 0 0 0,0 0 0 0 0,0 0 0 0 0,0 0 0 0 0,0 0 0 0 0,0 0 0 0 0,0 0 0 0 0,0 0 0 0 0,1 1 0 0 0,-1-1 0 0 0,0 0 0 0 0,0 0 0 0 0,0 0 0 0 0,0 0 0 0 0,0 0 0 0 0,0 0 0 0 0,0 1 0 0 0,0-1 0 0 0,0 0 0 0 0,0 0 0 0 0,0 0 0 0 0,0 0 0 0 0,0 0 0 0 0,0 0 0 0 0,0 1 0 0 0,0-1 0 0 0,0 0 0 0 0,0 0 0 0 0,0 0 0 0 0,0 0 0 0 0,0 0 0 0 0,0 0 0 0 0,0 1 0 0 0,0-1 0 0 0,0 0 0 0 0,0 0 0 0 0,0 0 0 0 0,-1 0 0 0 0,1 0 0 0 0,0 0 0 0 0,0 0 0 0 0,0 1 0 0 0,0-1 0 0 0,0 0 0 0 0,0 0 0 0 0,0 0 0 0 0,0 0 0 0 0,-1 0 0 0 0,1 0 0 0 0,12 2 20 0 0,-12-2-19 0 0,0 0-1 0 0,0 0 1 0 0,0 0 0 0 0,0 0 0 0 0,0 0-1 0 0,0 0 1 0 0,0 0 0 0 0,0 0 0 0 0,0 0 0 0 0,0 0-1 0 0,0 0 1 0 0,0 0 0 0 0,0 0 0 0 0,0 1-1 0 0,0-1 1 0 0,0 0 0 0 0,0 0 0 0 0,0 0 0 0 0,0 0-1 0 0,0 0 1 0 0,0 0 0 0 0,0 0 0 0 0,0 0-1 0 0,0 0 1 0 0,0 0 0 0 0,0 0 0 0 0,0 0 0 0 0,1 0-1 0 0,-1 0 1 0 0,0 0 0 0 0,0 0 0 0 0,0 0 0 0 0,0 0-1 0 0,0 0 1 0 0,-24 20 18 0 0,-30 14-5 0 0,39-17 54 0 0,-8 7-3 0 0,13-17-35 0 0,0 1-1 0 0,0 0 0 0 0,1 0 1 0 0,-12 15-1 0 0,13-11-1 0 0,7-9-18 0 0,-1-1 1 0 0,1 0-1 0 0,0 0 1 0 0,-1 0 0 0 0,0 0-1 0 0,1 0 1 0 0,-1 0-1 0 0,0 0 1 0 0,0-1 0 0 0,0 1-1 0 0,0-1 1 0 0,0 1-1 0 0,0-1 1 0 0,-4 2 0 0 0,-2 1 25 0 0,7-4-30 0 0,-1 1 0 0 0,1-1 1 0 0,0 0-1 0 0,0 1 0 0 0,-1 0 1 0 0,1-1-1 0 0,0 1 1 0 0,0 0-1 0 0,0-1 0 0 0,0 1 1 0 0,0 0-1 0 0,0 0 0 0 0,0 0 1 0 0,0 0-1 0 0,0 0 0 0 0,0 0 1 0 0,0 0-1 0 0,1 0 0 0 0,-1 0 1 0 0,0 1-1 0 0,1-1 1 0 0,-1 0-1 0 0,1 0 0 0 0,-1 1 1 0 0,1-1-1 0 0,0 0 0 0 0,0 1 1 0 0,-1-1-1 0 0,1 2 0 0 0,0-3-6 0 0,0 1 0 0 0,0 0 0 0 0,0 0 0 0 0,0 0 0 0 0,0 0 0 0 0,0-1 0 0 0,0 1 0 0 0,0 0 0 0 0,0 0 0 0 0,0-1 0 0 0,-1 1 0 0 0,1 0 0 0 0,0 0 0 0 0,-1-1 0 0 0,1 1-1 0 0,-1 0 1 0 0,1-1 0 0 0,0 1 0 0 0,-1 0 0 0 0,0-1 0 0 0,1 1 0 0 0,-1-1 0 0 0,1 1 0 0 0,-1-1 0 0 0,0 1 0 0 0,1-1 0 0 0,-1 1 0 0 0,0-1 0 0 0,1 1 0 0 0,-1-1-1 0 0,0 0 1 0 0,0 0 0 0 0,1 1 0 0 0,-1-1 0 0 0,-1 0 0 0 0,1 0 9 0 0,0 0 0 0 0,1 1 0 0 0,-1-1 0 0 0,0 0 0 0 0,0 0 0 0 0,0 1 0 0 0,1-1 0 0 0,-1 0 0 0 0,0 1 0 0 0,1-1 0 0 0,-1 1 0 0 0,0-1 0 0 0,1 1 0 0 0,-1 0 0 0 0,0-1-1 0 0,1 1 1 0 0,-1-1 0 0 0,1 1 0 0 0,-1 0 0 0 0,1 0 0 0 0,-1-1 0 0 0,1 1 0 0 0,0 0 0 0 0,-1 0 0 0 0,1-1 0 0 0,0 1 0 0 0,0 0 0 0 0,0 0 0 0 0,-1 0 0 0 0,1 0 0 0 0,0-1 0 0 0,0 1 0 0 0,0 0 0 0 0,0 0 0 0 0,1 1 0 0 0,-1-2-5 0 0,0 1 0 0 0,0 0 0 0 0,0-1 0 0 0,0 1 0 0 0,0 0 0 0 0,0 0 0 0 0,0-1 0 0 0,0 1 0 0 0,1 0 0 0 0,-1-1 0 0 0,0 1 0 0 0,1-1 0 0 0,-1 1 0 0 0,0 0 0 0 0,1-1 0 0 0,-1 1 0 0 0,1-1 0 0 0,-1 1 0 0 0,1-1 0 0 0,-1 1 0 0 0,1-1 0 0 0,-1 1 0 0 0,1-1 0 0 0,-1 0 0 0 0,1 1 0 0 0,0-1 0 0 0,-1 0 0 0 0,1 1 0 0 0,0-1 1 0 0,-1 0-1 0 0,1 0 0 0 0,0 0 0 0 0,0 0 0 0 0,0 1 4 0 0,0-1 0 0 0,0 0 0 0 0,0 0 1 0 0,0 1-1 0 0,0-1 0 0 0,-1 0 1 0 0,1 1-1 0 0,0-1 0 0 0,0 1 0 0 0,0-1 1 0 0,-1 1-1 0 0,1-1 0 0 0,0 1 1 0 0,-1-1-1 0 0,1 1 0 0 0,0 0 0 0 0,-1-1 1 0 0,1 1-1 0 0,-1 0 0 0 0,1 0 1 0 0,-1-1-1 0 0,0 1 0 0 0,1 0 0 0 0,-1 0 1 0 0,0 0-1 0 0,1 0 0 0 0,-1 0 0 0 0,0 0 1 0 0,0-1-1 0 0,0 1 0 0 0,0 0 1 0 0,0 0-1 0 0,0 0 0 0 0,0 1 0 0 0,0-1 5 0 0,0 0 0 0 0,0 0 0 0 0,1 0 0 0 0,-1 0 0 0 0,0 0 0 0 0,0 0 0 0 0,1 0 0 0 0,-1 0 0 0 0,1 0 0 0 0,-1 0 0 0 0,1 0 0 0 0,-1 0 0 0 0,1-1 0 0 0,-1 1 0 0 0,1 0 0 0 0,0 0 0 0 0,0-1 0 0 0,-1 1 0 0 0,1 0 0 0 0,0-1 0 0 0,0 1 0 0 0,0 0 0 0 0,0-1 0 0 0,0 1 0 0 0,-1-1 0 0 0,1 0 0 0 0,2 1 0 0 0,6 5 90 0 0,5 11 128 0 0,-12-14-203 0 0,0-1 0 0 0,0 1-1 0 0,0-1 1 0 0,1 1 0 0 0,-1-1-1 0 0,1 0 1 0 0,0 0 0 0 0,2 3 0 0 0,0-2 32 0 0,0 1 0 0 0,0 0 0 0 0,-1 0 0 0 0,0 0 0 0 0,6 8 0 0 0,-6-8 2 0 0,0 1 0 0 0,0-1 0 0 0,0 1 1 0 0,1-1-1 0 0,7 5 0 0 0,26 15 309 0 0,-3 0 8 0 0,2-2 0 0 0,49 22 0 0 0,-77-41-353 0 0,1 0 0 0 0,-1 0 0 0 0,1-1 1 0 0,0-1-1 0 0,13 1 0 0 0,-2 1-23 0 0,11 0 80 0 0,0-2 0 0 0,0 0 0 0 0,0-2 1 0 0,0-2-1 0 0,41-7 0 0 0,-29 3 18 0 0,451-94 1326 0 0,-411 75-1267 0 0,0-3 0 0 0,112-56 0 0 0,-190 83-137 0 0,0-1-1 0 0,1 0 0 0 0,-1-1 0 0 0,0 0-1 0 0,0 0 1 0 0,0 0 0 0 0,5-5-1 0 0,-10 8-13 0 0,1-1 0 0 0,-1 1 0 0 0,0-1 0 0 0,0 1 0 0 0,0-1 0 0 0,0 1 0 0 0,0-1-1 0 0,0 0 1 0 0,0 0 0 0 0,-1 1 0 0 0,1-1 0 0 0,-1 0 0 0 0,1 0 0 0 0,-1 0 0 0 0,0 1-1 0 0,1-1 1 0 0,-1 0 0 0 0,0 0 0 0 0,0 0 0 0 0,0 0 0 0 0,-1 0 0 0 0,1 0 0 0 0,0 1-1 0 0,-1-1 1 0 0,1 0 0 0 0,-1 0 0 0 0,0 1 0 0 0,1-1 0 0 0,-1 0 0 0 0,0 0-1 0 0,-2-1 1 0 0,-6-13 92 0 0,0 2-1 0 0,-1-1 0 0 0,-1 2 1 0 0,-1-1-1 0 0,0 1 0 0 0,0 1 0 0 0,-1 0 1 0 0,-24-16-1 0 0,-10-4-129 0 0,-1 2 0 0 0,-1 3 0 0 0,-62-26 0 0 0,80 43 53 0 0,-2 1 1 0 0,1 1-1 0 0,-1 1 0 0 0,-50-2 1 0 0,62 8-517 0 0,-1 1-1 0 0,1 1 1 0 0,0 0 0 0 0,0 2 0 0 0,-1 1 0 0 0,2 0-1 0 0,-1 2 1 0 0,-27 11 0 0 0,27-10-698 0 0,16-6 624 0 0,-1 0 1 0 0,1 1-1 0 0,-1 0 1 0 0,1 0-1 0 0,0 1 0 0 0,0-1 1 0 0,0 1-1 0 0,0 0 1 0 0,0 1-1 0 0,1-1 0 0 0,-7 6 1 0 0,11-7 187 0 0,-1 0 0 0 0,0-1 1 0 0,0 1-1 0 0,1 0 1 0 0,-1 0-1 0 0,1 0 0 0 0,-1 0 1 0 0,1-1-1 0 0,0 1 0 0 0,0 0 1 0 0,0 0-1 0 0,0 2 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48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1041 160 240 0 0,'-19'-3'359'0'0,"0"0"0"0"0,-27 0 0 0 0,40 3-282 0 0,0 0-1 0 0,0 1 1 0 0,0-1 0 0 0,-1 1 0 0 0,1 0-1 0 0,0 1 1 0 0,0-1 0 0 0,0 1 0 0 0,1 1-1 0 0,-8 3 1 0 0,12-6-66 0 0,0 1 0 0 0,0 0-1 0 0,1 0 1 0 0,-1 0 0 0 0,0 0 0 0 0,1 0-1 0 0,-1 0 1 0 0,1 0 0 0 0,0 0 0 0 0,-1 0-1 0 0,1 0 1 0 0,0 0 0 0 0,-1 0 0 0 0,1 1-1 0 0,0-1 1 0 0,0 0 0 0 0,0 0 0 0 0,0 0-1 0 0,0 2 1 0 0,-3 14 94 0 0,-19 4 42 0 0,18-17-113 0 0,2-2-11 0 0,0 0 0 0 0,0 1 0 0 0,0-1 0 0 0,0 0 0 0 0,0-1 0 0 0,0 1 0 0 0,-1 0 0 0 0,1-1 0 0 0,0 1 0 0 0,-1-1 0 0 0,0 0 0 0 0,-4 2 0 0 0,-1 1 81 0 0,0 0-1 0 0,1 1 1 0 0,-1-1 0 0 0,1 1-1 0 0,-9 9 1 0 0,9-8 30 0 0,1 0 0 0 0,-1-1 0 0 0,0 0 0 0 0,0-1 0 0 0,0 1 0 0 0,-1-2 0 0 0,1 1 0 0 0,-14 4 0 0 0,17-7-49 0 0,0 1 0 0 0,0 0 1 0 0,0 0-1 0 0,0 0 0 0 0,0 0 0 0 0,-6 5 0 0 0,-21 10 306 0 0,1-3 14 0 0,26-12-311 0 0,1 0 1 0 0,-2 0 0 0 0,1 0-1 0 0,0 0 1 0 0,0-1 0 0 0,-7 2-1 0 0,-3 0 171 0 0,9-3-97 0 0,-1 1 0 0 0,0 1-1 0 0,0-1 1 0 0,1 1 0 0 0,-1 0-1 0 0,1 0 1 0 0,-1 0 0 0 0,-6 5-1 0 0,-27 7 442 0 0,33-13-524 0 0,-1 1 1 0 0,1 0-1 0 0,0 0 0 0 0,0 1 1 0 0,-11 6-1 0 0,-16 18 408 0 0,32-25-454 0 0,0 0-1 0 0,0 0 0 0 0,0 0 1 0 0,0 0-1 0 0,0 1 0 0 0,1-1 1 0 0,-1 0-1 0 0,1 0 0 0 0,0 1 1 0 0,-1-1-1 0 0,1 0 0 0 0,0 1 1 0 0,0-1-1 0 0,0 0 0 0 0,1 0 1 0 0,0 5-1 0 0,0 1 137 0 0,-1 100 1306 0 0,-1-104-1477 0 0,0 1 0 0 0,0-1 0 0 0,0 1-1 0 0,0-1 1 0 0,-1 0 0 0 0,0 1 0 0 0,0-1 0 0 0,0 0 0 0 0,0 0 0 0 0,-1-1-1 0 0,0 1 1 0 0,1 0 0 0 0,-1-1 0 0 0,0 0 0 0 0,-1 1 0 0 0,-3 1 0 0 0,-12 17 77 0 0,13-15-46 0 0,0 1 40 0 0,0 0 0 0 0,-1 0 0 0 0,0-1 0 0 0,0 0 0 0 0,-1 0 0 0 0,-16 11 0 0 0,8-8-22 0 0,3-3 0 0 0,0 2 1 0 0,1 0-1 0 0,-1 0 1 0 0,-12 14-1 0 0,24-22-49 0 0,-14 15 221 0 0,0-1 1 0 0,-20 14 0 0 0,33-28-199 0 0,0 1 0 0 0,0-1 0 0 0,0 0 0 0 0,0 1 0 0 0,0-1 1 0 0,0 1-1 0 0,0 0 0 0 0,1-1 0 0 0,-1 1 0 0 0,0 0 1 0 0,1 0-1 0 0,0 0 0 0 0,-1 1 0 0 0,1-1 0 0 0,0 0 1 0 0,0 0-1 0 0,0 1 0 0 0,0-1 0 0 0,1 0 0 0 0,-1 1 1 0 0,1-1-1 0 0,-1 1 0 0 0,1-1 0 0 0,0 1 0 0 0,0 2 1 0 0,0-2-7 0 0,0 0 1 0 0,-1-1 0 0 0,1 1 0 0 0,-1 0 0 0 0,1 0 0 0 0,-1 0 0 0 0,0 0-1 0 0,0 0 1 0 0,0-1 0 0 0,0 1 0 0 0,-1-1 0 0 0,1 1 0 0 0,-1-1 0 0 0,-2 5 0 0 0,2-5-19 0 0,0 1 1 0 0,0-1 0 0 0,1 1 0 0 0,-1-1 0 0 0,1 1 0 0 0,0 0 0 0 0,-1-1 0 0 0,1 1 0 0 0,1 0 0 0 0,-1 0 0 0 0,0 0 0 0 0,1 0 0 0 0,-1 0-1 0 0,1 5 1 0 0,-1 18 199 0 0,0-17-174 0 0,1 0 1 0 0,-1 0 0 0 0,2 0 0 0 0,-1 0-1 0 0,1 0 1 0 0,1 0 0 0 0,3 11 0 0 0,2-6-6 0 0,1 0 1 0 0,0-1-1 0 0,1 0 1 0 0,0-1 0 0 0,1 0-1 0 0,1 0 1 0 0,23 19 0 0 0,27 33 204 0 0,-49-52-220 0 0,0 0 0 0 0,0-1 0 0 0,1 0 0 0 0,0-1 0 0 0,1 0 0 0 0,0-1 0 0 0,0-1 0 0 0,1 0 0 0 0,0-1 0 0 0,19 6 0 0 0,19 4-14 0 0,85 16 0 0 0,-117-29 23 0 0,49 10-21 0 0,0-4-1 0 0,1-3 1 0 0,83-1 0 0 0,-130-6-25 0 0,59 1 108 0 0,-1-4 1 0 0,147-23-1 0 0,-40 2 131 0 0,14-3 299 0 0,-105 5 228 0 0,0-4 0 0 0,102-43 0 0 0,-185 63-689 0 0,20-8 90 0 0,-1-2 1 0 0,34-21-1 0 0,-24 11-15 0 0,-22 14 14 0 0,37-29 0 0 0,10-26 138 0 0,-40 37-165 0 0,31-33 142 0 0,-36 36-120 0 0,28-24 1 0 0,-12 7-99 0 0,-20 20 77 0 0,-19 23-91 0 0,0-1-1 0 0,0 0 1 0 0,0 0 0 0 0,0 1 0 0 0,0-1 0 0 0,-1 0 0 0 0,1 0-1 0 0,-1 0 1 0 0,1 0 0 0 0,-1 0 0 0 0,0 0 0 0 0,0 0 0 0 0,0 0-1 0 0,0 0 1 0 0,0 1 0 0 0,0-1 0 0 0,0 0 0 0 0,-1-3 0 0 0,0-7 63 0 0,1-48 156 0 0,0 59-236 0 0,0 0 0 0 0,0 0 1 0 0,0 0-1 0 0,0 0 0 0 0,-1 0 0 0 0,1 0 0 0 0,0 0 0 0 0,0 0 0 0 0,-1 0 0 0 0,1 0 1 0 0,0 0-1 0 0,-1 0 0 0 0,1 0 0 0 0,-1 0 0 0 0,0 0 0 0 0,1 0 0 0 0,-1 1 1 0 0,1-1-1 0 0,-1 0 0 0 0,0 0 0 0 0,0 1 0 0 0,0-1 0 0 0,1 0 0 0 0,-1 1 1 0 0,0-1-1 0 0,0 1 0 0 0,0-1 0 0 0,-2 0 0 0 0,2 1 1 0 0,0 0 0 0 0,0-1 0 0 0,1 1 0 0 0,-1-1 0 0 0,0 0 0 0 0,0 1 1 0 0,0-1-1 0 0,0 1 0 0 0,0-1 0 0 0,1 0 0 0 0,-1 0 0 0 0,0 0 0 0 0,1 1 0 0 0,-1-1 0 0 0,0 0 0 0 0,1 0 0 0 0,-1 0 0 0 0,1 0 0 0 0,-1 0 0 0 0,1 0 0 0 0,0 0 0 0 0,0 0 1 0 0,-1 0-1 0 0,1 0 0 0 0,0 0 0 0 0,0 0 0 0 0,0 0 0 0 0,0-2 0 0 0,-1-1 32 0 0,0 0 0 0 0,0 1 1 0 0,0-1-1 0 0,0 1 0 0 0,-1-1 0 0 0,0 1 1 0 0,1 0-1 0 0,-1-1 0 0 0,0 1 1 0 0,-1 0-1 0 0,1 0 0 0 0,0 1 0 0 0,-1-1 1 0 0,0 0-1 0 0,-3-2 0 0 0,3 2 21 0 0,-1-1 0 0 0,0 0-1 0 0,1 0 1 0 0,0 0 0 0 0,0 0 0 0 0,-4-8-1 0 0,-1-10 162 0 0,7 17-179 0 0,-1 0-1 0 0,0 1 1 0 0,0-1-1 0 0,0 0 1 0 0,-1 0-1 0 0,0 1 1 0 0,1-1-1 0 0,-2 1 1 0 0,-5-7-1 0 0,-89-85-146 0 0,88 88 184 0 0,0 0 0 0 0,0 0-1 0 0,-1 1 1 0 0,0 1 0 0 0,-1 0-1 0 0,1 0 1 0 0,-24-7 0 0 0,-18-9 403 0 0,8-1-80 0 0,23 10-164 0 0,-1 2 0 0 0,-29-11-1 0 0,26 13-121 0 0,-137-55 679 0 0,103 39-303 0 0,-89-24 0 0 0,75 26-362 0 0,-128-32-25 0 0,77 22-46 0 0,-174-26-230 0 0,153 34 279 0 0,143 24-211 0 0,0 1 0 0 0,0-1 0 0 0,0 1 1 0 0,0 0-1 0 0,0 0 0 0 0,0 0 0 0 0,-1 0 0 0 0,-4 1 0 0 0,-8 1-298 0 0,-169 28-4973 0 0,55 7-2841 0 0,32-2-1414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5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427 76 1040 0 0,'-19'-1'1013'0'0,"-14"-2"4641"0"0,-8 0-102 0 0,30 9-3084 0 0,-16-5-454 0 0,27 1-1579 0 0,0-2-430 0 0,0 0 1 0 0,0 0-1 0 0,0 0 1 0 0,0 0-1 0 0,0 1 0 0 0,0-1 1 0 0,0 0-1 0 0,0 0 1 0 0,-1 0-1 0 0,1 1 0 0 0,0-1 1 0 0,0 0-1 0 0,0 0 0 0 0,0 0 1 0 0,0 0-1 0 0,0 1 1 0 0,0-1-1 0 0,1 0 0 0 0,-1 0 1 0 0,0 0-1 0 0,0 1 1 0 0,0-1-1 0 0,0 0 0 0 0,0 0 1 0 0,0 0-1 0 0,0 0 0 0 0,0 1 1 0 0,0-1-1 0 0,0 0 1 0 0,1 0-1 0 0,-1 0 0 0 0,0 0 1 0 0,0 0-1 0 0,0 0 1 0 0,0 1-1 0 0,0-1 0 0 0,1 0 1 0 0,-1 0-1 0 0,0 0 1 0 0,0 0-1 0 0,0 0 0 0 0,0 0 1 0 0,1 0-1 0 0,-1 0 0 0 0,0 0 1 0 0,0 0-1 0 0,0 0 1 0 0,1 0-1 0 0,-1 0 0 0 0,0 0 1 0 0,0 0-1 0 0,0 0 1 0 0,0 0-1 0 0,1 0 0 0 0,-1 0 1 0 0,0 0-1 0 0,1 0 0 0 0,11 0 136 0 0,1-1-1 0 0,-1 0 0 0 0,16-4 0 0 0,3 1 260 0 0,36 0 0 0 0,-38 3-235 0 0,1-2-1 0 0,57-12 1 0 0,-88 15-133 0 0,1 0 0 0 0,0 0 0 0 0,0 0 0 0 0,0-1 0 0 0,0 1 0 0 0,0 0 0 0 0,-1 0 0 0 0,1 0 0 0 0,0 0 0 0 0,0 0 0 0 0,0-1 1 0 0,0 1-1 0 0,0 0 0 0 0,0 0 0 0 0,0 0 0 0 0,0 0 0 0 0,0-1 0 0 0,0 1 0 0 0,-1 0 0 0 0,1 0 0 0 0,0 0 0 0 0,0-1 0 0 0,0 1 0 0 0,0 0 0 0 0,0 0 1 0 0,0 0-1 0 0,0-1 0 0 0,0 1 0 0 0,1 0 0 0 0,-1 0 0 0 0,0 0 0 0 0,0 0 0 0 0,0-1 0 0 0,0 1 0 0 0,0 0 0 0 0,0 0 0 0 0,0 0 0 0 0,0 0 0 0 0,0-1 0 0 0,1 1 1 0 0,-1 0-1 0 0,0 0 0 0 0,0 0 0 0 0,0 0 0 0 0,0 0 0 0 0,1-1 0 0 0,-57 0 560 0 0,35-1-417 0 0,0 1-1 0 0,-1 0 1 0 0,1 2-1 0 0,0 1 0 0 0,0 1 1 0 0,0 0-1 0 0,-30 10 1 0 0,2 3-83 0 0,34-12-88 0 0,-1 1-1 0 0,1 1 1 0 0,-15 7-1 0 0,-3 2 50 0 0,23-11-66 0 0,0 1 0 0 0,0 0-1 0 0,0 0 1 0 0,-15 13 0 0 0,-73 54 66 0 0,95-70-14 0 0,1 0 0 0 0,0-1 0 0 0,-1 1-1 0 0,1 0 1 0 0,0 0 0 0 0,0 0 0 0 0,0 0-1 0 0,1 1 1 0 0,-1-1 0 0 0,0 0 0 0 0,1 1-1 0 0,-1-1 1 0 0,1 1 0 0 0,0 0 0 0 0,0-1-1 0 0,-1 5 1 0 0,1 2 296 0 0,0 0 0 0 0,0 0 0 0 0,1 0 0 0 0,0 11-1 0 0,1 7-119 0 0,-1-26-225 0 0,0 0-1 0 0,0 0 0 0 0,1 0 1 0 0,-1 0-1 0 0,0 0 0 0 0,0 0 1 0 0,1 0-1 0 0,-1-1 0 0 0,0 1 1 0 0,1 0-1 0 0,-1 0 0 0 0,1 0 1 0 0,-1 0-1 0 0,1-1 0 0 0,0 1 1 0 0,-1 0-1 0 0,1-1 0 0 0,0 1 1 0 0,-1 0-1 0 0,1-1 1 0 0,0 1-1 0 0,0-1 0 0 0,0 1 1 0 0,1 0-1 0 0,25 8-68 0 0,-8-3 77 0 0,-9-1 7 0 0,0-1-1 0 0,0 0 0 0 0,0-1 1 0 0,1 0-1 0 0,-1 0 0 0 0,1-1 1 0 0,0 0-1 0 0,17 0 1 0 0,106-2 53 0 0,-80-1-9 0 0,18 1-9 0 0,84-11 0 0 0,-128 8-40 0 0,16-2 40 0 0,0-1 0 0 0,76-22 0 0 0,-103 22-52 0 0,0 0 0 0 0,0-1 0 0 0,-1 0 0 0 0,0-2 0 0 0,-1 0 0 0 0,1 0 0 0 0,-2-2 0 0 0,1 0 0 0 0,19-20 0 0 0,-31 29-19 0 0,-1 0-1 0 0,0-1 1 0 0,1 1 0 0 0,-1-1-1 0 0,-1 1 1 0 0,1-1-1 0 0,0 0 1 0 0,-1 0 0 0 0,1 0-1 0 0,-1 0 1 0 0,0 0 0 0 0,0 0-1 0 0,0 0 1 0 0,0 0-1 0 0,0 0 1 0 0,-1 0 0 0 0,0-1-1 0 0,1 1 1 0 0,-1 0-1 0 0,0 0 1 0 0,-1 0 0 0 0,1-1-1 0 0,0 1 1 0 0,-1 0 0 0 0,0 0-1 0 0,0 0 1 0 0,0 0-1 0 0,0 0 1 0 0,0 0 0 0 0,-1 0-1 0 0,1 0 1 0 0,-1 0 0 0 0,0 0-1 0 0,-3-3 1 0 0,-8-8-33 0 0,0 1 0 0 0,0 1-1 0 0,-1 0 1 0 0,-1 1 0 0 0,-18-11 0 0 0,1 0 186 0 0,25 17-109 0 0,-1 0-1 0 0,-1 0 0 0 0,1 1 1 0 0,0 0-1 0 0,-1 0 0 0 0,0 1 1 0 0,0 0-1 0 0,0 0 0 0 0,0 1 1 0 0,-1 0-1 0 0,1 1 0 0 0,-12 0 1 0 0,21 1-91 0 0,-1 0 1 0 0,1 1-1 0 0,-1-1 1 0 0,1 0-1 0 0,-1 1 1 0 0,1-1-1 0 0,0 1 1 0 0,-1-1-1 0 0,1 0 1 0 0,0 1-1 0 0,-1-1 1 0 0,1 1-1 0 0,0-1 1 0 0,0 1-1 0 0,-1-1 1 0 0,1 1-1 0 0,0 0 1 0 0,0-1-1 0 0,0 1 1 0 0,0-1-1 0 0,0 1 1 0 0,0-1-1 0 0,0 1 1 0 0,0-1-1 0 0,0 1 1 0 0,0-1 0 0 0,0 1-1 0 0,0 0 1 0 0,0-1-1 0 0,0 1 1 0 0,0-1-1 0 0,1 1 1 0 0,-1-1-1 0 0,0 1 1 0 0,0-1-1 0 0,1 1 1 0 0,-1-1-1 0 0,0 1 1 0 0,1-1-1 0 0,-1 0 1 0 0,0 1-1 0 0,1-1 1 0 0,-1 1-1 0 0,1-1 1 0 0,-1 0-1 0 0,1 1 1 0 0,25 12-5744 0 0,0-1 1 0 0,47 15 0 0 0,-40-18 1791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56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1 960 0 0,'0'6'2241'0'0,"-33"35"2081"0"0,33 20 80 0 0,-32 16-2161 0 0,32-15-720 0 0,-33 0 80 0 0,33-8-561 0 0,-26-18-639 0 0,52-9-161 0 0,-26 0-320 0 0,0-13-1521 0 0,33-22-3201 0 0,-1-13-3602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56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89 1040 0 0,'-27'-7'2121'0'0,"27"7"-1935"0"0,-1 0-1 0 0,1-1 0 0 0,-1 1 0 0 0,1 0 0 0 0,0-1 0 0 0,-1 1 0 0 0,1 0 0 0 0,0 0 0 0 0,-1-1 0 0 0,1 1 1 0 0,0-1-1 0 0,0 1 0 0 0,-1 0 0 0 0,1-1 0 0 0,0 1 0 0 0,0-1 0 0 0,0 1 0 0 0,-1 0 0 0 0,1-1 0 0 0,0 1 0 0 0,0-1 1 0 0,0 1-1 0 0,0-1 0 0 0,0 0 0 0 0,0-21 1504 0 0,1 19-1109 0 0,-1 2-553 0 0,0 0-1 0 0,0 0 1 0 0,0 0-1 0 0,0 0 1 0 0,0 0-1 0 0,1 0 1 0 0,-1 0 0 0 0,1 0-1 0 0,-1 0 1 0 0,0 0-1 0 0,1 0 1 0 0,0 1 0 0 0,-1-1-1 0 0,1 0 1 0 0,-1 0-1 0 0,1 0 1 0 0,0 1-1 0 0,0-1 1 0 0,-1 0 0 0 0,1 1-1 0 0,0-1 1 0 0,0 0-1 0 0,0 1 1 0 0,0-1 0 0 0,0 1-1 0 0,0 0 1 0 0,0-1-1 0 0,0 1 1 0 0,2-1-1 0 0,4-2 71 0 0,2-1-8 0 0,0 0 0 0 0,1 1 0 0 0,0 1 1 0 0,-1-1-1 0 0,1 1 0 0 0,0 1 1 0 0,0 0-1 0 0,0 0 0 0 0,0 1 0 0 0,0 1 1 0 0,0-1-1 0 0,13 4 0 0 0,-22-4-59 0 0,0 0 0 0 0,0 0 0 0 0,0 0 0 0 0,0 1 0 0 0,0-1 0 0 0,0 0 0 0 0,0 1 0 0 0,0-1 0 0 0,0 1-1 0 0,0-1 1 0 0,0 1 0 0 0,0-1 0 0 0,0 1 0 0 0,-1-1 0 0 0,1 1 0 0 0,0 0 0 0 0,0 0 0 0 0,-1-1 0 0 0,1 1 0 0 0,0 1 0 0 0,2 29 1890 0 0,-3-23-1507 0 0,0-7-347 0 0,0 0 0 0 0,0 1 0 0 0,-1-1 0 0 0,1 0 0 0 0,0 0 0 0 0,-1 1 1 0 0,1-1-1 0 0,0 0 0 0 0,-1 0 0 0 0,0 0 0 0 0,1 0 0 0 0,-1 0 1 0 0,0 1-1 0 0,1-1 0 0 0,-1 0 0 0 0,0-1 0 0 0,0 1 0 0 0,0 0 0 0 0,0 0 1 0 0,-2 1-1 0 0,2-1 23 0 0,0-1-1 0 0,1 1 1 0 0,-1 0 0 0 0,0 0 0 0 0,0-1 0 0 0,0 1 0 0 0,1 0-1 0 0,-1 0 1 0 0,0 0 0 0 0,1 0 0 0 0,-1 0 0 0 0,0 0 0 0 0,1 0 0 0 0,0 0-1 0 0,-1 0 1 0 0,1 0 0 0 0,-1 1 0 0 0,1-1 0 0 0,0 0 0 0 0,0 2-1 0 0,0-3-36 0 0,0 1 0 0 0,-1 0 0 0 0,1-1 0 0 0,0 1 0 0 0,0-1 0 0 0,0 1 0 0 0,-1-1 0 0 0,1 1 0 0 0,0 0-1 0 0,-1-1 1 0 0,1 1 0 0 0,-1-1 0 0 0,1 1 0 0 0,0-1 0 0 0,-1 0 0 0 0,1 1 0 0 0,-1-1 0 0 0,1 1 0 0 0,-1-1 0 0 0,1 0 0 0 0,-1 1-1 0 0,0-1 1 0 0,1 0 0 0 0,-1 0 0 0 0,1 1 0 0 0,-1-1 0 0 0,0 0 0 0 0,-20 3 1109 0 0,48-8 79 0 0,-19-1-1041 0 0,-6 3-171 0 0,8-1-24 0 0,-1 1 1 0 0,1 1-1 0 0,0 0 0 0 0,0 0 0 0 0,0 1 0 0 0,0 0 1 0 0,0 0-1 0 0,0 1 0 0 0,0 1 0 0 0,0 0 0 0 0,14 3 1 0 0,-14-3-10 0 0,0 0 1 0 0,0 1 0 0 0,-1 1 0 0 0,1 0 0 0 0,-1 0-1 0 0,1 1 1 0 0,-1 0 0 0 0,0 0 0 0 0,-1 1 0 0 0,1 0-1 0 0,11 10 1 0 0,-9-6 4 0 0,-10-8 7 0 0,0-1-1 0 0,0 1 1 0 0,0 0 0 0 0,0 0-1 0 0,1 0 1 0 0,-1 0 0 0 0,0 0-1 0 0,-1 1 1 0 0,1-1 0 0 0,0 0 0 0 0,0 0-1 0 0,0 1 1 0 0,-1-1 0 0 0,1 0-1 0 0,-1 1 1 0 0,1-1 0 0 0,-1 0-1 0 0,1 1 1 0 0,-1-1 0 0 0,0 1-1 0 0,0-1 1 0 0,0 1 0 0 0,0-1-1 0 0,0 1 1 0 0,0 1 0 0 0,0-2 2 0 0,0 0 0 0 0,0-1 0 0 0,0 1 0 0 0,-1 0 0 0 0,1 0 0 0 0,0 0 0 0 0,0 0 0 0 0,-1-1 0 0 0,1 1 0 0 0,-1 0 0 0 0,1 0 0 0 0,0-1 0 0 0,-1 1 0 0 0,0 0 0 0 0,1-1 0 0 0,-1 1 0 0 0,1-1 0 0 0,-1 1 0 0 0,0 0 0 0 0,1-1 0 0 0,-1 1 0 0 0,0-1 1 0 0,0 0-1 0 0,1 1 0 0 0,-1-1 0 0 0,0 0 0 0 0,0 1 0 0 0,0-1 0 0 0,1 0 0 0 0,-1 0 0 0 0,-2 0 0 0 0,-5 4 75 0 0,-5 5 69 0 0,12-7-137 0 0,-1-1 1 0 0,0 0 0 0 0,0 0 0 0 0,0 0-1 0 0,0 0 1 0 0,0 0 0 0 0,0-1 0 0 0,0 1-1 0 0,0 0 1 0 0,0-1 0 0 0,0 1 0 0 0,0-1-1 0 0,-4 0 1 0 0,-2 1-373 0 0,1 0-1 0 0,-1 0 1 0 0,0-1 0 0 0,0 0-1 0 0,0 0 1 0 0,-10-2 0 0 0,14 1 51 0 0,0 0-1 0 0,1 0 1 0 0,-1 0 0 0 0,0 0 0 0 0,1 0 0 0 0,-1-1 0 0 0,1 1 0 0 0,-1-1 0 0 0,1 0 0 0 0,0 0 0 0 0,0-1 0 0 0,0 1 0 0 0,0-1 0 0 0,-3-3 0 0 0,-27-42-9433 0 0,32 46 9328 0 0,0 0 0 0 0,0 0 0 0 0,1-1-1 0 0,-1 1 1 0 0,0 0 0 0 0,1 0 0 0 0,0-1-1 0 0,0 1 1 0 0,-1 0 0 0 0,2-4 0 0 0,-1 5 307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57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0 320 0 0,'0'0'61'0'0,"0"1"-1"0"0,0-1 1 0 0,0 0 0 0 0,0 0-1 0 0,0 0 1 0 0,0 0-1 0 0,0 1 1 0 0,1-1 0 0 0,-1 0-1 0 0,0 0 1 0 0,0 0-1 0 0,0 0 1 0 0,0 1 0 0 0,0-1-1 0 0,0 0 1 0 0,0 0-1 0 0,0 0 1 0 0,0 0 0 0 0,0 1-1 0 0,0-1 1 0 0,0 0-1 0 0,0 0 1 0 0,0 0 0 0 0,0 0-1 0 0,0 1 1 0 0,0-1-1 0 0,0 0 1 0 0,0 0 0 0 0,-1 0-1 0 0,1 0 1 0 0,0 1-1 0 0,0-1 1 0 0,0 0 0 0 0,0 0-1 0 0,0 0 1 0 0,0 0-1 0 0,0 0 1 0 0,-1 1 0 0 0,1-1-1 0 0,0 0 1 0 0,0 0-1 0 0,0 0 1 0 0,0 0 0 0 0,0 0-1 0 0,-1 0 1 0 0,1 0-1 0 0,0 0 1 0 0,0 0 0 0 0,0 0-1 0 0,0 1 1 0 0,-1-1-1 0 0,1 0 1 0 0,0 0 0 0 0,0 0-1 0 0,0 0 1 0 0,-1 0-1 0 0,1 0 1 0 0,0 0 0 0 0,0-1-1 0 0,0 1 1 0 0,0 0-1 0 0,-1 0 1 0 0,1 0-1 0 0,0 0 1 0 0,0 0 0 0 0,0 0-1 0 0,0 0 1 0 0,-1 0-1 0 0,1 0 1 0 0,-4-1 294 0 0,3 1-281 0 0,0 0-1 0 0,1 0 1 0 0,-1-1 0 0 0,0 1 0 0 0,1 0 0 0 0,-1 0-1 0 0,0 0 1 0 0,1 0 0 0 0,-1 0 0 0 0,0 0-1 0 0,0 0 1 0 0,1 0 0 0 0,-1 0 0 0 0,0 0 0 0 0,1 1-1 0 0,-1-1 1 0 0,0 0 0 0 0,1 0 0 0 0,-1 1 0 0 0,0-1-1 0 0,1 0 1 0 0,-1 1 0 0 0,1-1 0 0 0,-1 0 0 0 0,0 1-1 0 0,1-1 1 0 0,-1 1 0 0 0,1-1 0 0 0,-1 1 0 0 0,1 0-1 0 0,0-1 1 0 0,-1 1 0 0 0,1-1 0 0 0,0 1 0 0 0,-1 0-1 0 0,1-1 1 0 0,0 1 0 0 0,0 0 0 0 0,-1-1 0 0 0,1 1-1 0 0,0 0 1 0 0,0-1 0 0 0,0 2 0 0 0,-1-1 25 0 0,0 0 1 0 0,0 0 0 0 0,0 0-1 0 0,1 0 1 0 0,-2 0 0 0 0,1 0-1 0 0,0 0 1 0 0,0 0 0 0 0,0 0-1 0 0,0-1 1 0 0,0 1-1 0 0,-1 0 1 0 0,1-1 0 0 0,0 1-1 0 0,0-1 1 0 0,-1 0 0 0 0,1 1-1 0 0,-3-1 1 0 0,1 1 234 0 0,-8 13 760 0 0,5-10-785 0 0,0 0-1 0 0,0 0 1 0 0,0-1-1 0 0,0 0 0 0 0,-11 5 1 0 0,-23 12 815 0 0,21-6-457 0 0,-6 8 213 0 0,15-12-544 0 0,-1-1-1 0 0,-23 15 1 0 0,23-17-127 0 0,1 0 1 0 0,0 0 0 0 0,0 2-1 0 0,-14 13 1 0 0,23-18-177 0 0,-1 0 1 0 0,1 1-1 0 0,0-1 1 0 0,0 0-1 0 0,0 1 1 0 0,1-1-1 0 0,-1 1 1 0 0,1-1-1 0 0,0 1 1 0 0,0-1-1 0 0,2 8 1 0 0,-1 5 17 0 0,0-13-22 0 0,0-1 0 0 0,0 1 0 0 0,1-1 0 0 0,-1 0 0 0 0,1 1 0 0 0,0-1 0 0 0,0 0 0 0 0,0 0-1 0 0,0 0 1 0 0,1 0 0 0 0,-1 0 0 0 0,1 0 0 0 0,-1-1 0 0 0,1 1 0 0 0,0-1 0 0 0,0 0 0 0 0,4 2 0 0 0,16 16 637 0 0,-14-12-679 0 0,1 0 0 0 0,-1 0-1 0 0,1-1 1 0 0,1 0 0 0 0,-1-1-1 0 0,1-1 1 0 0,0 1 0 0 0,1-2-1 0 0,-1 1 1 0 0,1-2 0 0 0,0 1-1 0 0,-1-2 1 0 0,2 1 0 0 0,-1-2-1 0 0,0 0 1 0 0,0 0 0 0 0,23-2-1 0 0,-30 0-57 0 0,-1-1 1 0 0,1 1-1 0 0,-1-1 0 0 0,0 0 0 0 0,0 0 1 0 0,0 0-1 0 0,0 0 0 0 0,6-5 0 0 0,-8 6 47 0 0,0 0-1 0 0,-1-1 1 0 0,1 1-1 0 0,-1 0 1 0 0,1-1-1 0 0,-1 1 1 0 0,0-1-1 0 0,0 0 1 0 0,0 1-1 0 0,0-1 1 0 0,0 0-1 0 0,0 0 1 0 0,0 1-1 0 0,0-1 0 0 0,-1 0 1 0 0,2-3-1 0 0,-2 4 29 0 0,0 0-1 0 0,-1 0 0 0 0,1 0 0 0 0,0 0 0 0 0,0 0 0 0 0,-1 0 0 0 0,1 0 0 0 0,0 0 0 0 0,-1 0 0 0 0,1 0 1 0 0,-1 0-1 0 0,1 0 0 0 0,-1 0 0 0 0,0 0 0 0 0,1 1 0 0 0,-1-1 0 0 0,0 0 0 0 0,1 0 0 0 0,-1 1 0 0 0,0-1 1 0 0,0 0-1 0 0,0 1 0 0 0,-1-1 0 0 0,-6-6 69 0 0,3 1-63 0 0,0 1 0 0 0,-1 0 0 0 0,0 0 0 0 0,0 1 0 0 0,0 0 0 0 0,0 0 0 0 0,-1 0 1 0 0,1 1-1 0 0,-1 0 0 0 0,-7-2 0 0 0,-5-2-7 0 0,-1 1 0 0 0,-35-6 1 0 0,13 7-43 0 0,-68 1 0 0 0,110 4 40 0 0,-6-1-221 0 0,0 0 0 0 0,0 1 1 0 0,0 0-1 0 0,0 1 0 0 0,0-1 1 0 0,0 1-1 0 0,0 0 0 0 0,0 1 0 0 0,1-1 1 0 0,-7 4-1 0 0,12-5 123 0 0,0 0-1 0 0,-1 0 0 0 0,1 1 1 0 0,0-1-1 0 0,-1 0 1 0 0,1 0-1 0 0,0 1 1 0 0,0-1-1 0 0,-1 0 1 0 0,1 1-1 0 0,0-1 1 0 0,0 1-1 0 0,0-1 1 0 0,-1 0-1 0 0,1 1 1 0 0,0-1-1 0 0,0 0 1 0 0,0 1-1 0 0,0-1 0 0 0,0 1 1 0 0,0-1-1 0 0,0 0 1 0 0,0 1-1 0 0,0-1 1 0 0,0 1-1 0 0,0-1 1 0 0,0 0-1 0 0,0 1 1 0 0,0-1-1 0 0,1 1 1 0 0,-1-1-1 0 0,0 0 1 0 0,0 1-1 0 0,0-1 1 0 0,0 0-1 0 0,1 1 0 0 0,-1-1 1 0 0,0 0-1 0 0,0 1 1 0 0,1-1-1 0 0,-1 0 1 0 0,0 1-1 0 0,1-1 1 0 0,26 32-7319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07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358 226 880 0 0,'-4'0'296'0'0,"3"1"-203"0"0,-1-1 0 0 0,1 0 1 0 0,-1 1-1 0 0,1-1 0 0 0,0 0 0 0 0,-1 0 1 0 0,1 0-1 0 0,-1-1 0 0 0,1 1 1 0 0,-1 0-1 0 0,1 0 0 0 0,0-1 0 0 0,-1 1 1 0 0,1-1-1 0 0,0 1 0 0 0,-1-1 0 0 0,1 0 1 0 0,-2-2 2587 0 0,3 0-1929 0 0,0 2-561 0 0,0 1 1 0 0,0 0 0 0 0,0 0-1 0 0,0-1 1 0 0,1 1-1 0 0,-1 0 1 0 0,0-1-1 0 0,0 1 1 0 0,0 0 0 0 0,0-1-1 0 0,0 1 1 0 0,0 0-1 0 0,0 0 1 0 0,0-1-1 0 0,0 1 1 0 0,0 0 0 0 0,0-1-1 0 0,0 1 1 0 0,0 0-1 0 0,-1-1 1 0 0,1 1-1 0 0,0 0 1 0 0,0-1 0 0 0,0 1-1 0 0,0 0 1 0 0,0 0-1 0 0,-1-1 1 0 0,1 1 0 0 0,0 0-1 0 0,0 0 1 0 0,0 0-1 0 0,-1-1 1 0 0,1 1-1 0 0,0 0 1 0 0,0 0 0 0 0,-1 0-1 0 0,1-1 1 0 0,0 1-1 0 0,0 0 1 0 0,-1 0-1 0 0,1 0 1 0 0,0 0 0 0 0,-1 0-1 0 0,1 0 1 0 0,-1 0-1 0 0,-86 0 2477 0 0,82 0-1961 0 0,5-1-684 0 0,-1 1 0 0 0,1-1 1 0 0,0 1-1 0 0,0-1 0 0 0,0 1 0 0 0,0-1 0 0 0,0 1 0 0 0,-1 0 1 0 0,1-1-1 0 0,0 1 0 0 0,0-1 0 0 0,0 1 0 0 0,0-1 0 0 0,0 1 1 0 0,1-1-1 0 0,-1 1 0 0 0,0-1 0 0 0,0 1 0 0 0,0-1 1 0 0,0 1-1 0 0,0 0 0 0 0,1-1 0 0 0,-1 1 0 0 0,0-1 0 0 0,0 1 1 0 0,1 0-1 0 0,-1-1 0 0 0,0 1 0 0 0,1-1 0 0 0,-1 1 0 0 0,0 0 1 0 0,1-1-1 0 0,-1 1 0 0 0,0 0 0 0 0,1 0 0 0 0,-1-1 0 0 0,1 1 1 0 0,5 0 62 0 0,15-5 1348 0 0,-20-10-1059 0 0,-1 9-129 0 0,-1 11 94 0 0,1-6-276 0 0,0 0 1 0 0,0-1-1 0 0,0 1 1 0 0,0 0-1 0 0,0 0 1 0 0,1-1 0 0 0,-1 1-1 0 0,0 0 1 0 0,0 0-1 0 0,1-1 1 0 0,-1 1-1 0 0,1 0 1 0 0,-1 0-1 0 0,1 0 1 0 0,-1 0-1 0 0,1-1 1 0 0,0 1 0 0 0,0 0-1 0 0,-1 0 1 0 0,1 1-1 0 0,0-1 1 0 0,0 0-1 0 0,0 0 1 0 0,0 0-1 0 0,0 0 1 0 0,0 1-1 0 0,0-1 1 0 0,2 0 0 0 0,18-16-16 0 0,0-2-23 0 0,-14 10 2 0 0,-5 6-24 0 0,0 1 0 0 0,-1 0 0 0 0,1-1 0 0 0,0 1 0 0 0,0 0 0 0 0,1 1 0 0 0,-1-1 0 0 0,0 0 0 0 0,1 0 0 0 0,-1 1 0 0 0,1 0 0 0 0,2-2 0 0 0,55-35 63 0 0,-58 37-67 0 0,-1-1 0 0 0,1 1 0 0 0,0-1 0 0 0,0 1 0 0 0,0 0 0 0 0,-1 0 0 0 0,1 0 0 0 0,0 0 0 0 0,0 0 0 0 0,0 0 0 0 0,3 0 0 0 0,3-1 0 0 0,-3-5 15 0 0,-5 7-14 0 0,0-1 0 0 0,0 1 1 0 0,0 0-1 0 0,0 0 0 0 0,0 0 1 0 0,0-1-1 0 0,1 1 0 0 0,-1 0 0 0 0,0 0 1 0 0,0 0-1 0 0,0-1 0 0 0,0 1 1 0 0,0 0-1 0 0,0 0 0 0 0,0 0 1 0 0,0-1-1 0 0,0 1 0 0 0,1 0 0 0 0,-1 0 1 0 0,0 0-1 0 0,0 0 0 0 0,0 0 1 0 0,0 0-1 0 0,1-1 0 0 0,-1 1 1 0 0,0 0-1 0 0,0 0 0 0 0,0 0 0 0 0,1 0 1 0 0,-1 0-1 0 0,0 0 0 0 0,0 0 1 0 0,0 0-1 0 0,1 0 0 0 0,-1 0 0 0 0,0 0 1 0 0,0 0-1 0 0,0 0 0 0 0,1 0 1 0 0,21 4 11 0 0,-24-4-12 0 0,1 0 0 0 0,0 0-1 0 0,0-1 1 0 0,0 1-1 0 0,-1 0 1 0 0,1 0 0 0 0,0 0-1 0 0,0 1 1 0 0,-1-1-1 0 0,1 0 1 0 0,0 0 0 0 0,0 1-1 0 0,0-1 1 0 0,0 0-1 0 0,-1 1 1 0 0,1 0-1 0 0,0-1 1 0 0,0 1 0 0 0,0-1-1 0 0,0 1 1 0 0,-2 2-1 0 0,3-3 3 0 0,-1 1 1 0 0,1 0-1 0 0,-1 0 0 0 0,1 0 0 0 0,-1-1 0 0 0,1 1 0 0 0,-1 0 0 0 0,0-1 0 0 0,1 1 0 0 0,-1 0 1 0 0,0-1-1 0 0,0 1 0 0 0,0-1 0 0 0,1 1 0 0 0,-1-1 0 0 0,0 0 0 0 0,0 1 0 0 0,0-1 1 0 0,0 0-1 0 0,0 1 0 0 0,0-1 0 0 0,0 0 0 0 0,-1 0 0 0 0,-33 6 34 0 0,24-4 11 0 0,-147 25 486 0 0,120-19-361 0 0,38-10-157 0 0,0 2-20 0 0,0 0 0 0 0,0 0-1 0 0,0 0 1 0 0,0 0 0 0 0,0-1 0 0 0,0 1 0 0 0,0 0-1 0 0,0 0 1 0 0,0 0 0 0 0,0-1 0 0 0,0 1 0 0 0,0 0 0 0 0,0 0-1 0 0,0 0 1 0 0,0 0 0 0 0,0-1 0 0 0,0 1 0 0 0,0 0 0 0 0,0 0-1 0 0,0 0 1 0 0,0-1 0 0 0,0 1 0 0 0,0 0 0 0 0,0 0-1 0 0,0 0 1 0 0,0 0 0 0 0,0-1 0 0 0,0 1 0 0 0,1 0 0 0 0,-1 0-1 0 0,0 0 1 0 0,0 0 0 0 0,0 0 0 0 0,0 0 0 0 0,0-1 0 0 0,1 1-1 0 0,-1 0 1 0 0,0 0 0 0 0,0 0 0 0 0,0 0 0 0 0,0 0-1 0 0,1 0 1 0 0,-1 0 0 0 0,0 0 0 0 0,0 0 0 0 0,0 0 0 0 0,0 0-1 0 0,1 0 1 0 0,-1 0 0 0 0,0 0 0 0 0,0 0 0 0 0,0 0 0 0 0,1 0-1 0 0,-1 0 1 0 0,0 0 0 0 0,0 0 0 0 0,1 0 0 0 0,9 0-20 0 0,0-1 1 0 0,0 0 0 0 0,14-3-1 0 0,-18 2 12 0 0,0 0 0 0 0,1 0 0 0 0,-1 1 0 0 0,0 0 0 0 0,1 0 0 0 0,12 0 0 0 0,27-3 16 0 0,-24 0-99 0 0,-1 1-1 0 0,1 1 0 0 0,0 1 1 0 0,-1 1-1 0 0,35 4 1 0 0,-37-2-136 0 0,-7-2 75 0 0,0 1-1 0 0,0 1 0 0 0,0 0 0 0 0,13 4 1 0 0,-25-6 152 0 0,0 0 0 0 0,0 0 0 0 0,0 0 0 0 0,0 0 0 0 0,-1 1 0 0 0,1-1 0 0 0,0 0 0 0 0,0 0 0 0 0,0 0 0 0 0,0 0 1 0 0,0 0-1 0 0,0 0 0 0 0,-1 0 0 0 0,1 0 0 0 0,0 0 0 0 0,0 1 0 0 0,0-1 0 0 0,0 0 0 0 0,0 0 0 0 0,0 0 0 0 0,0 0 0 0 0,0 0 0 0 0,0 0 0 0 0,0 1 0 0 0,0-1 0 0 0,0 0 1 0 0,0 0-1 0 0,0 0 0 0 0,0 0 0 0 0,0 1 0 0 0,0-1 0 0 0,0 0 0 0 0,0 0 0 0 0,0 0 0 0 0,0 0 0 0 0,0 0 0 0 0,0 1 0 0 0,0-1 0 0 0,0 0 0 0 0,0 0 0 0 0,0 0 1 0 0,0 0-1 0 0,0 0 0 0 0,0 0 0 0 0,0 1 0 0 0,0-1 0 0 0,0 0 0 0 0,1 0 0 0 0,-1 0 0 0 0,0 0 0 0 0,0 0 0 0 0,0 0 0 0 0,0 0 0 0 0,0 0 0 0 0,0 0 0 0 0,0 1 0 0 0,1-1 1 0 0,-1 0-1 0 0,0 0 0 0 0,0 0 0 0 0,-32 9-50 0 0,-1-1 1 0 0,-1-1 0 0 0,-63 4-1 0 0,-69-7 894 0 0,96-7-215 0 0,54-1-291 0 0,16 4-329 0 0,-1 0 0 0 0,1 0 0 0 0,0 0 0 0 0,0 0 0 0 0,0 0 0 0 0,0 0 0 0 0,0 0 0 0 0,0 0 0 0 0,0-1 0 0 0,0 1 0 0 0,0 0 0 0 0,0 0 0 0 0,0 0 0 0 0,-1 0 0 0 0,1 0 0 0 0,0 0 0 0 0,0 0 0 0 0,0-1 0 0 0,0 1 0 0 0,0 0 0 0 0,0 0 0 0 0,0 0 0 0 0,0 0 0 0 0,0 0 0 0 0,0 0 0 0 0,0-1 0 0 0,0 1 0 0 0,0 0 0 0 0,0 0 0 0 0,0 0 0 0 0,0 0 0 0 0,0 0 0 0 0,0 0 0 0 0,1 0 0 0 0,-1-1 0 0 0,0 1 0 0 0,0 0 0 0 0,0 0 0 0 0,0 0 0 0 0,0 0 0 0 0,0 0 0 0 0,0 0 0 0 0,0 0 0 0 0,0 0 0 0 0,0 0 0 0 0,0-1 0 0 0,1 1 0 0 0,-1 0 0 0 0,0 0 0 0 0,0 0 0 0 0,0 0 0 0 0,0 0 0 0 0,0 0 0 0 0,0 0 0 0 0,0 0 0 0 0,1 0 0 0 0,-1 0 0 0 0,0 0 0 0 0,0 0 0 0 0,0 0 0 0 0,0 0 0 0 0,0 0 0 0 0,0 0 0 0 0,1 0 1 0 0,-1 0-1 0 0,0 0 0 0 0,40-15-262 0 0,2 2 0 0 0,82-15 0 0 0,-69 17-186 0 0,-25 8 20 0 0,-1 1 1 0 0,59 4-1 0 0,-85-2 371 0 0,0 1 0 0 0,0-1-1 0 0,0 0 1 0 0,0 1-1 0 0,0 0 1 0 0,0 0 0 0 0,0 0-1 0 0,0 0 1 0 0,4 3-1 0 0,-6-4 45 0 0,-1 1-1 0 0,1-1 1 0 0,-1 0-1 0 0,1 1 0 0 0,-1-1 1 0 0,0 1-1 0 0,1-1 1 0 0,-1 1-1 0 0,0-1 1 0 0,1 1-1 0 0,-1-1 0 0 0,0 1 1 0 0,1-1-1 0 0,-1 1 1 0 0,0-1-1 0 0,0 1 0 0 0,0 0 1 0 0,0-1-1 0 0,0 1 1 0 0,1-1-1 0 0,-1 1 1 0 0,0 0-1 0 0,0-1 0 0 0,-1 1 1 0 0,1-1-1 0 0,0 1 1 0 0,0 1-1 0 0,-2 1-8 0 0,1 0 1 0 0,-1 0-1 0 0,0-1 1 0 0,0 1-1 0 0,0 0 0 0 0,0-1 1 0 0,-1 1-1 0 0,1-1 1 0 0,-1 0-1 0 0,-5 4 0 0 0,-6 4 17 0 0,-1-1 0 0 0,0-1 0 0 0,0 0 0 0 0,0-1 0 0 0,-32 9 0 0 0,-75 10 217 0 0,109-24-180 0 0,-14 3 158 0 0,-1-2 0 0 0,1 0 0 0 0,-1-2 0 0 0,0-1 0 0 0,1-2 0 0 0,-1 0 0 0 0,-45-11 1 0 0,67 12-172 0 0,0 0 0 0 0,1-1 0 0 0,0 0 0 0 0,-1 0 0 0 0,1 0 0 0 0,0 0 0 0 0,0-1 0 0 0,0 0 0 0 0,-7-5 0 0 0,11 8-23 0 0,1-1 1 0 0,0 1-1 0 0,0 0 0 0 0,-1 0 1 0 0,1-1-1 0 0,0 1 1 0 0,0 0-1 0 0,-1 0 1 0 0,1-1-1 0 0,0 1 1 0 0,0 0-1 0 0,0-1 0 0 0,-1 1 1 0 0,1 0-1 0 0,0-1 1 0 0,0 1-1 0 0,0 0 1 0 0,0-1-1 0 0,0 1 1 0 0,0 0-1 0 0,0-1 1 0 0,0 1-1 0 0,0 0 0 0 0,0-1 1 0 0,0 1-1 0 0,0 0 1 0 0,0-1-1 0 0,0 1 1 0 0,0 0-1 0 0,0-1 1 0 0,0 1-1 0 0,0 0 0 0 0,0-1 1 0 0,1 1-1 0 0,-1 0 1 0 0,0-1-1 0 0,0 1 1 0 0,0 0-1 0 0,1-1 1 0 0,-1 1-1 0 0,0 0 0 0 0,0 0 1 0 0,1-1-1 0 0,-1 1 1 0 0,1 0-1 0 0,8-7 5 0 0,0 1 0 0 0,0 0 0 0 0,1 1 0 0 0,0 0-1 0 0,0 1 1 0 0,0 0 0 0 0,22-5 0 0 0,82-10 79 0 0,-77 14-57 0 0,-15 1-46 0 0,-1 1 0 0 0,1 1-1 0 0,0 1 1 0 0,0 0 0 0 0,0 2-1 0 0,0 1 1 0 0,26 6 0 0 0,-42-7 3 0 0,0 0 0 0 0,0 1 0 0 0,0 0 1 0 0,-1 0-1 0 0,1 1 0 0 0,-1 0 0 0 0,7 4 1 0 0,-10-6 10 0 0,-1 0 0 0 0,0 0 1 0 0,0 0-1 0 0,0 0 0 0 0,0 0 1 0 0,0 0-1 0 0,0 0 0 0 0,0 1 1 0 0,0-1-1 0 0,0 0 0 0 0,-1 1 1 0 0,1-1-1 0 0,0 0 0 0 0,-1 1 1 0 0,1-1-1 0 0,-1 1 0 0 0,0-1 1 0 0,1 1-1 0 0,-1-1 0 0 0,0 1 1 0 0,0-1-1 0 0,0 1 1 0 0,0-1-1 0 0,0 1 0 0 0,0-1 1 0 0,-1 1-1 0 0,1-1 0 0 0,0 1 1 0 0,-1-1-1 0 0,1 1 0 0 0,-1-1 1 0 0,0 0-1 0 0,1 1 0 0 0,-1-1 1 0 0,0 0-1 0 0,-1 2 0 0 0,-1 2-8 0 0,-1-1 0 0 0,1 0 0 0 0,-1 0-1 0 0,-1 0 1 0 0,1 0 0 0 0,0 0 0 0 0,-1-1 0 0 0,0 0-1 0 0,0 0 1 0 0,0 0 0 0 0,-8 3 0 0 0,-62 19 11 0 0,58-20-12 0 0,6-2 16 0 0,1 0 0 0 0,-1-1 0 0 0,1-1 0 0 0,-1 1-1 0 0,0-2 1 0 0,0 1 0 0 0,0-1 0 0 0,1-1 0 0 0,-1 0 0 0 0,0-1 0 0 0,0 0-1 0 0,1 0 1 0 0,-14-6 0 0 0,23 7 14 0 0,0-1 0 0 0,0 1 0 0 0,0 0 1 0 0,1 0-1 0 0,-1-1 0 0 0,1 1 0 0 0,-1 0 0 0 0,1-1 0 0 0,-1 1 0 0 0,1 0 0 0 0,0-1 0 0 0,-1 1 0 0 0,1-1 1 0 0,0 1-1 0 0,0-1 0 0 0,0 1 0 0 0,0 0 0 0 0,1-1 0 0 0,-1 1 0 0 0,1-3 0 0 0,-1 1 11 0 0,1 1-25 0 0,-1 0 0 0 0,1 0-1 0 0,-1 0 1 0 0,1 0 0 0 0,0 0 0 0 0,0 0 0 0 0,0 0 0 0 0,0 1-1 0 0,0-1 1 0 0,1 0 0 0 0,-1 1 0 0 0,0-1 0 0 0,1 1 0 0 0,-1-1-1 0 0,1 1 1 0 0,-1 0 0 0 0,1 0 0 0 0,0-1 0 0 0,3 0 0 0 0,46-24-71 0 0,-31 17 79 0 0,2 0 18 0 0,0 0-1 0 0,1 2 1 0 0,-1 1-1 0 0,2 0 1 0 0,-1 2 0 0 0,37-3-1 0 0,-55 7-41 0 0,0-1 9 0 0,0 0 0 0 0,1 1 0 0 0,-1 0 0 0 0,1 0 0 0 0,7 2 0 0 0,-12-2-2 0 0,0 0 1 0 0,0 1 0 0 0,0-1-1 0 0,0 0 1 0 0,0 1 0 0 0,0-1-1 0 0,0 1 1 0 0,0 0 0 0 0,0-1-1 0 0,0 1 1 0 0,0 0 0 0 0,0-1-1 0 0,-1 1 1 0 0,1 0 0 0 0,0 0-1 0 0,0 0 1 0 0,-1-1 0 0 0,1 1-1 0 0,-1 0 1 0 0,1 0 0 0 0,-1 0-1 0 0,1 0 1 0 0,-1 0 0 0 0,0 0-1 0 0,1 0 1 0 0,-1 1 0 0 0,0-1-1 0 0,0 0 1 0 0,0 0 0 0 0,1 0-1 0 0,-1 0 1 0 0,-1 1 0 0 0,1 0 0 0 0,0-1 1 0 0,0 0-1 0 0,0 0 1 0 0,0 0-1 0 0,0 1 1 0 0,-1-1 0 0 0,1 0-1 0 0,0 0 1 0 0,-1 0-1 0 0,1 0 1 0 0,-1 0-1 0 0,1 0 1 0 0,-1 0-1 0 0,0 0 1 0 0,1 0 0 0 0,-1 0-1 0 0,0 0 1 0 0,0 0-1 0 0,0 0 1 0 0,-1 0-1 0 0,-11 10-21 0 0,-1 0 0 0 0,-1-1-1 0 0,1-1 1 0 0,-29 12 0 0 0,-64 22 171 0 0,95-39-109 0 0,-1-1 1 0 0,1 0 0 0 0,-1-1 0 0 0,-14 2 0 0 0,22-4-28 0 0,1 0 1 0 0,-1 0-1 0 0,1-1 1 0 0,0 1-1 0 0,-1-1 0 0 0,1 0 1 0 0,0 0-1 0 0,0 0 1 0 0,0-1-1 0 0,0 0 1 0 0,0 1-1 0 0,-4-4 0 0 0,7 5-7 0 0,1 0-1 0 0,-1-1 0 0 0,1 1 1 0 0,-1 0-1 0 0,1-1 0 0 0,0 1 1 0 0,-1-1-1 0 0,1 1 0 0 0,0-1 1 0 0,-1 1-1 0 0,1-1 0 0 0,0 1 0 0 0,0-1 1 0 0,-1 1-1 0 0,1-1 0 0 0,0 1 1 0 0,0-1-1 0 0,0 1 0 0 0,0-1 1 0 0,0 1-1 0 0,0-1 0 0 0,0 0 1 0 0,0 1-1 0 0,0-2 0 0 0,0 2 2 0 0,0-1-1 0 0,0 0 0 0 0,0 1 1 0 0,0-1-1 0 0,0 0 0 0 0,0 1 1 0 0,-1-1-1 0 0,1 0 0 0 0,0 1 1 0 0,0-1-1 0 0,-1 0 1 0 0,1 1-1 0 0,0-1 0 0 0,0 0 1 0 0,-1 1-1 0 0,1-1 0 0 0,-1 1 1 0 0,1-1-1 0 0,-1 0 0 0 0,-3-2 1 0 0,-6-9 20 0 0,16 2 12 0 0,2 1-15 0 0,-8 8-21 0 0,1 0 1 0 0,0 0 0 0 0,-1 0 0 0 0,1 0 0 0 0,-1 0 0 0 0,1 0 0 0 0,-1-1 0 0 0,1 1 0 0 0,-1 0 0 0 0,0 0 0 0 0,0 0 0 0 0,0-1-1 0 0,0 1 1 0 0,0 0 0 0 0,0-2 0 0 0,0 2-3 0 0,0-1-1 0 0,0 1 1 0 0,0 0-1 0 0,0-1 1 0 0,0 1-1 0 0,1 0 1 0 0,-1-1-1 0 0,0 1 1 0 0,1 0 0 0 0,-1 0-1 0 0,1-1 1 0 0,-1 1-1 0 0,1 0 1 0 0,1-2-1 0 0,3-2 1 0 0,1 0 1 0 0,0 0-1 0 0,0 1 0 0 0,0-1 1 0 0,0 1-1 0 0,1 1 0 0 0,0-1 1 0 0,0 1-1 0 0,8-2 0 0 0,11-4-23 0 0,34-8-1 0 0,-48 15 44 0 0,0 0-1 0 0,1 1 1 0 0,-1 0 0 0 0,0 1-1 0 0,0 1 1 0 0,0 0 0 0 0,23 4 0 0 0,-34-5-17 0 0,0 1 0 0 0,0-1 1 0 0,-1 0-1 0 0,1 1 0 0 0,0-1 1 0 0,0 0-1 0 0,-1 1 0 0 0,1-1 1 0 0,0 1-1 0 0,-1-1 0 0 0,1 1 1 0 0,0 0-1 0 0,-1-1 1 0 0,1 1-1 0 0,-1-1 0 0 0,1 1 1 0 0,-1 0-1 0 0,2 1 0 0 0,0 3-6 0 0,0-3-1 0 0,0 0 1 0 0,-1 0 0 0 0,0 0 0 0 0,1 1-1 0 0,-1-1 1 0 0,0 1 0 0 0,0-1 0 0 0,0 0-1 0 0,-1 1 1 0 0,1 0 0 0 0,-1-1 0 0 0,1 1 0 0 0,-1-1-1 0 0,0 4 1 0 0,-1-1-7 0 0,0 0-1 0 0,0 0 1 0 0,-1 0 0 0 0,0-1-1 0 0,0 1 1 0 0,0-1 0 0 0,0 1-1 0 0,-4 4 1 0 0,3-3 3 0 0,-1 0 1 0 0,0-1-1 0 0,0 1 0 0 0,0-1 0 0 0,0 1 1 0 0,-1-1-1 0 0,0-1 0 0 0,0 1 0 0 0,-8 5 1 0 0,5-6 37 0 0,0 0 1 0 0,0-1 0 0 0,-1 0 0 0 0,0 0 0 0 0,1-1 0 0 0,-1 0 0 0 0,-17 2-1 0 0,-19-2 286 0 0,-62-3-1 0 0,100 0-301 0 0,-36-4 31 0 0,42 5-39 0 0,0 0 0 0 0,0-1 0 0 0,0 1 0 0 0,0 0 0 0 0,0-1 0 0 0,0 1 0 0 0,0 0 0 0 0,0-1 0 0 0,0 1-1 0 0,0-1 1 0 0,1 0 0 0 0,-1 1 0 0 0,0-1 0 0 0,0 0 0 0 0,0 1 0 0 0,1-1 0 0 0,-1 0 0 0 0,0 0 0 0 0,1 1 0 0 0,-1-1 0 0 0,1 0 0 0 0,-1 0 0 0 0,1 0 0 0 0,-1 0 0 0 0,1 0 0 0 0,0 0 0 0 0,0 0 0 0 0,-1 0 0 0 0,1-2 0 0 0,0 2-1 0 0,-1-1 0 0 0,1 1-1 0 0,-1 0 1 0 0,0-1 0 0 0,1 1 0 0 0,-1 0 0 0 0,0-1 0 0 0,1 1 0 0 0,-1 0 0 0 0,0 0-1 0 0,0 0 1 0 0,0-1 0 0 0,0 1 0 0 0,-1 0 0 0 0,1 0 0 0 0,0 1 0 0 0,0-1 0 0 0,0 0-1 0 0,-1 0 1 0 0,-2 0 0 0 0,-1-3 4 0 0,4 4-8 0 0,1-1 0 0 0,0 1 1 0 0,-1 0-1 0 0,1 0 1 0 0,0-1-1 0 0,0 1 0 0 0,-1 0 1 0 0,1-1-1 0 0,0 1 0 0 0,0 0 1 0 0,0-1-1 0 0,-1 1 1 0 0,1 0-1 0 0,0-1 0 0 0,0 1 1 0 0,0-1-1 0 0,0 1 1 0 0,0 0-1 0 0,0-1 0 0 0,0 1 1 0 0,0-1-1 0 0,0 1 1 0 0,0 0-1 0 0,0-1 0 0 0,0 1 1 0 0,0-1-1 0 0,0 1 1 0 0,0 0-1 0 0,0-1 0 0 0,0 1 1 0 0,0 0-1 0 0,1-1 1 0 0,-1 1-1 0 0,0-1 0 0 0,0 1 1 0 0,0 0-1 0 0,1-1 1 0 0,-1 1-1 0 0,0 0 0 0 0,0 0 1 0 0,1-1-1 0 0,-1 1 1 0 0,1 0-1 0 0,15-18 15 0 0,-11 11-1 0 0,2 0 0 0 0,-1 0 1 0 0,1 1-1 0 0,-1-1 0 0 0,2 2 1 0 0,-1-1-1 0 0,1 1 0 0 0,0 0 0 0 0,0 0 1 0 0,0 1-1 0 0,1 0 0 0 0,-1 1 1 0 0,11-3-1 0 0,60-7-15 0 0,-71 13-5 0 0,0-1 0 0 0,0 2-1 0 0,-1-1 1 0 0,1 1 0 0 0,0 0 0 0 0,0 0 0 0 0,0 1-1 0 0,14 5 1 0 0,-21-7 12 0 0,19 9-10 0 0,-20-9 8 0 0,1 0 0 0 0,-1 0 0 0 0,1 0 0 0 0,-1 1 0 0 0,0-1 0 0 0,1 0 1 0 0,-1 1-1 0 0,0-1 0 0 0,1 0 0 0 0,-1 1 0 0 0,0-1 0 0 0,1 0 0 0 0,-1 1 1 0 0,0-1-1 0 0,0 1 0 0 0,0-1 0 0 0,1 0 0 0 0,-1 1 0 0 0,0-1 1 0 0,0 1-1 0 0,0-1 0 0 0,0 1 0 0 0,0-1 0 0 0,0 0 0 0 0,0 1 0 0 0,0-1 1 0 0,0 1-1 0 0,0-1 0 0 0,0 1 0 0 0,0-1 0 0 0,0 1 0 0 0,0-1 1 0 0,0 1-1 0 0,0-1 0 0 0,0 0 0 0 0,-1 1 0 0 0,1-1 0 0 0,0 1 0 0 0,0-1 1 0 0,0 0-1 0 0,-1 1 0 0 0,1-1 0 0 0,0 1 0 0 0,-1-1 0 0 0,1 0 1 0 0,0 1-1 0 0,-1-1 0 0 0,1 0 0 0 0,0 0 0 0 0,-2 1 0 0 0,-8 4 50 0 0,0 0-1 0 0,-1-1 0 0 0,0 0 0 0 0,0-1 1 0 0,0 0-1 0 0,0-1 0 0 0,-22 2 0 0 0,16-1 37 0 0,15-3-84 0 0,-20 5 264 0 0,0-2-1 0 0,-1-1 1 0 0,0 0-1 0 0,-43-4 1 0 0,66 2-261 0 0,0 0 0 0 0,-1 0 1 0 0,1 0-1 0 0,0 0 0 0 0,-1-1 1 0 0,1 1-1 0 0,0 0 0 0 0,0 0 1 0 0,-1 0-1 0 0,1 0 0 0 0,0-1 1 0 0,0 1-1 0 0,-1 0 0 0 0,1 0 1 0 0,0 0-1 0 0,0-1 0 0 0,-1 1 1 0 0,1 0-1 0 0,0 0 0 0 0,0-1 1 0 0,0 1-1 0 0,0 0 0 0 0,0-1 1 0 0,-1 1-1 0 0,1 0 0 0 0,0 0 1 0 0,0-1-1 0 0,0 1 0 0 0,0 0 1 0 0,0-1-1 0 0,0 1 0 0 0,0 0 1 0 0,0-1-1 0 0,0 1 0 0 0,0 0 1 0 0,0-1-1 0 0,0 1 0 0 0,0 0 1 0 0,0-1-1 0 0,0 1 0 0 0,1 0 1 0 0,-1 0-1 0 0,0-1 0 0 0,0 1 1 0 0,0 0-1 0 0,0-1 0 0 0,1 1 1 0 0,-1 0-1 0 0,0 0 0 0 0,0-1 1 0 0,0 1-1 0 0,1 0 0 0 0,-1 0 1 0 0,0 0-1 0 0,0-1 0 0 0,1 1 1 0 0,-1 0-1 0 0,0 0 0 0 0,1 0 1 0 0,-1 0-1 0 0,0 0 0 0 0,1 0 1 0 0,-1-1-1 0 0,19-2-47 0 0,12-4 66 0 0,0 2-1 0 0,1 1 1 0 0,0 1-1 0 0,46 3 0 0 0,-64 1 10 0 0,48 6 73 0 0,-50-3-67 0 0,-34 0-2 0 0,-294 16 667 0 0,298-18-584 0 0,13-2-89 0 0,1 0 1 0 0,-1 0-1 0 0,0 0 1 0 0,0-1-1 0 0,0 0 0 0 0,1 0 1 0 0,-1 0-1 0 0,1 0 1 0 0,-7-3-1 0 0,6 3-74 0 0,10 0-40 0 0,49-6 78 0 0,-1 2 0 0 0,1 3 0 0 0,0 2 0 0 0,-1 3 1 0 0,1 1-1 0 0,71 17 0 0 0,-116-20-21 0 0,0 1 1 0 0,0 1 0 0 0,0-1 0 0 0,0 2 0 0 0,11 5-1 0 0,-19-9 21 0 0,-1 1 0 0 0,1-1 0 0 0,-1 1 0 0 0,1 0-1 0 0,-1-1 1 0 0,1 1 0 0 0,-1 0 0 0 0,0-1 0 0 0,1 1 0 0 0,-1 0 0 0 0,0 0-1 0 0,1 0 1 0 0,-1-1 0 0 0,0 1 0 0 0,0 0 0 0 0,0 0 0 0 0,0 0-1 0 0,0-1 1 0 0,0 1 0 0 0,0 0 0 0 0,0 0 0 0 0,0 0 0 0 0,0-1-1 0 0,0 1 1 0 0,0 0 0 0 0,-1 0 0 0 0,1 0 0 0 0,0-1 0 0 0,-1 1-1 0 0,1 0 1 0 0,0 0 0 0 0,-1-1 0 0 0,1 1 0 0 0,-1 0 0 0 0,1-1-1 0 0,-2 2 1 0 0,-4 2 15 0 0,-1-1 0 0 0,1 0 0 0 0,-1 0 0 0 0,0-1 0 0 0,0 1 0 0 0,0-1 0 0 0,0-1 0 0 0,0 0 0 0 0,-11 1 0 0 0,4 0 4 0 0,1 1 2 0 0,-48 4 73 0 0,57-7-88 0 0,0 1 0 0 0,0-1 0 0 0,0-1 0 0 0,1 1 0 0 0,-1-1 0 0 0,0 1 0 0 0,0-1 1 0 0,0 0-1 0 0,0 0 0 0 0,1-1 0 0 0,-6-2 0 0 0,8 2-23 0 0,0-1 0 0 0,0 1 0 0 0,0-1-1 0 0,0 0 1 0 0,0 0 0 0 0,0 0 0 0 0,1 1 0 0 0,-1-1 0 0 0,1 0-1 0 0,0 0 1 0 0,0 0 0 0 0,0 0 0 0 0,0 0 0 0 0,1 1 0 0 0,0-5-1 0 0,0-5-60 0 0,-1 12 74 0 0,1-1 0 0 0,-1 0 0 0 0,1 0-1 0 0,-1 0 1 0 0,1 0 0 0 0,-1 1 0 0 0,1-1 0 0 0,0 0-1 0 0,0 1 1 0 0,-1-1 0 0 0,1 0 0 0 0,0 1 0 0 0,0-1 0 0 0,0 1-1 0 0,-1 0 1 0 0,1-1 0 0 0,0 1 0 0 0,0-1 0 0 0,0 1-1 0 0,0 0 1 0 0,0 0 0 0 0,0 0 0 0 0,0-1 0 0 0,0 1-1 0 0,0 0 1 0 0,0 0 0 0 0,1 1 0 0 0,32-3-65 0 0,-31 2 75 0 0,3 0 45 0 0,-7-2-29 0 0,2-1-24 0 0,25 2-8 0 0,-25 1 14 0 0,-1 0-1 0 0,0 0 1 0 0,0 0-1 0 0,1 0 0 0 0,-1 0 1 0 0,0 0-1 0 0,0 0 0 0 0,1 1 1 0 0,-1-1-1 0 0,0 0 1 0 0,0 0-1 0 0,1 0 0 0 0,-1 0 1 0 0,0 1-1 0 0,0-1 0 0 0,1 0 1 0 0,-1 0-1 0 0,0 0 1 0 0,0 1-1 0 0,0-1 0 0 0,0 0 1 0 0,1 0-1 0 0,-1 0 0 0 0,0 1 1 0 0,0-1-1 0 0,0 0 1 0 0,0 1-1 0 0,0-1 0 0 0,0 0 1 0 0,0 0-1 0 0,0 1 0 0 0,0-1 1 0 0,0 0-1 0 0,0 0 1 0 0,0 1-1 0 0,0-1 0 0 0,0 0 1 0 0,0 1-1 0 0,0-1 0 0 0,0 0 1 0 0,0 0-1 0 0,0 1 1 0 0,0-1-1 0 0,0 0 0 0 0,0 0 1 0 0,-1 1-1 0 0,1-1 0 0 0,0 0 1 0 0,0 0-1 0 0,0 1 1 0 0,0-1-1 0 0,-1 0 0 0 0,1 0 1 0 0,0 0-1 0 0,0 1 0 0 0,-1-1 1 0 0,1 0-1 0 0,0 0 0 0 0,0 0 1 0 0,0 0-1 0 0,-1 0 1 0 0,1 0-1 0 0,0 1 0 0 0,-1-1 1 0 0,1 0-1 0 0,0 0 0 0 0,-1 0 1 0 0,-33 14 99 0 0,10-4 2 0 0,-37 20 0 0 0,54-26-9 0 0,7-7-224 0 0,1-3 19 0 0,5 3 31 0 0,4 2 74 0 0,1-2 1 0 0,0 1-1 0 0,-1-1 1 0 0,14-6-1 0 0,2 1 47 0 0,5 0 23 0 0,-29 5-66 0 0,18 2 64 0 0,-13 1-39 0 0,-34-2 258 0 0,1 0 1 0 0,-33-8-1 0 0,51 8-165 0 0,-13-8 456 0 0,10 6-423 0 0,32-1-96 0 0,-15 4-120 0 0,-12 5-4922 0 0,-21 13-2894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58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27 880 0 0,'-8'1'686'0'0,"-12"-3"-279"0"0,20 2-179 0 0,-1 0 1 0 0,1-1-1 0 0,0 1 1 0 0,-1 0-1 0 0,1-1 1 0 0,0 1-1 0 0,-1 0 0 0 0,1-1 1 0 0,0 1-1 0 0,0 0 1 0 0,-1-1-1 0 0,1 1 1 0 0,0 0-1 0 0,0-1 0 0 0,0 1 1 0 0,-1-1-1 0 0,1 1 1 0 0,0-1-1 0 0,0 1 0 0 0,0 0 1 0 0,0-1-1 0 0,0 1 1 0 0,0-1-1 0 0,0 0 1 0 0,-6 0 1918 0 0,-59-7 5270 0 0,65 8-7255 0 0,-2 0-33 0 0,1 0 0 0 0,-1 0 0 0 0,1 0 0 0 0,0 0-1 0 0,-1 0 1 0 0,1 0 0 0 0,-1 0 0 0 0,1 0 0 0 0,-1 0-1 0 0,1-1 1 0 0,-1 1 0 0 0,1 0 0 0 0,0-1 0 0 0,-1 0 0 0 0,1 1-1 0 0,0-1 1 0 0,-2-1 0 0 0,3 1 765 0 0,5 1-174 0 0,137 7 713 0 0,-1 7-3306 0 0,-5-2-6784 0 0,-81-11 586 0 0,-51-1 4456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6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7 720 0 0,'0'0'1761'0'0,"0"-7"-880"0"0,33 7 79 0 0,-33 7 160 0 0,33-1 81 0 0,32 2 0 0 0,0 13-321 0 0,1 0-720 0 0,31 18-1441 0 0,-31-10-2000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15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517 117 80 0 0,'-2'-1'1933'0'0,"9"-3"-1385"0"0,2 3 52 0 0,-9 2-525 0 0,1-1 0 0 0,0 0 0 0 0,0 0 0 0 0,0 0 0 0 0,0-1 0 0 0,-1 1 0 0 0,1 0 0 0 0,0 0 0 0 0,0 0 0 0 0,0-1 0 0 0,-1 1 1 0 0,1 0-1 0 0,0-1 0 0 0,-1 1 0 0 0,1 0 0 0 0,0-1 0 0 0,1 0 0 0 0,2-15 5391 0 0,-4 15-4572 0 0,0 1-853 0 0,0 0 1 0 0,0 0-1 0 0,0 0 1 0 0,0-1 0 0 0,0 1-1 0 0,0 0 1 0 0,0 0-1 0 0,1 0 1 0 0,-1-1-1 0 0,0 1 1 0 0,0 0 0 0 0,0 0-1 0 0,0 0 1 0 0,0-1-1 0 0,0 1 1 0 0,0 0-1 0 0,0 0 1 0 0,0-1 0 0 0,0 1-1 0 0,0 0 1 0 0,0 0-1 0 0,0 0 1 0 0,0-1-1 0 0,0 1 1 0 0,0 0 0 0 0,-1 0-1 0 0,1 0 1 0 0,0-1-1 0 0,0 1 1 0 0,0 0-1 0 0,0 0 1 0 0,0 0 0 0 0,0-1-1 0 0,-1 1 1 0 0,1 0-1 0 0,0 0 1 0 0,0 0-1 0 0,0 0 1 0 0,0 0 0 0 0,-1-1-1 0 0,1 1 1 0 0,0 0-1 0 0,0 0 1 0 0,0 0 0 0 0,-1 0-1 0 0,1 0 1 0 0,0 0-1 0 0,0 0 1 0 0,0 0-1 0 0,-1 0 1 0 0,1 0 0 0 0,0 0-1 0 0,0 0 1 0 0,-1 0-1 0 0,1 0 1 0 0,0 0-1 0 0,0 0 1 0 0,0 0 0 0 0,-1 0-1 0 0,-10 0 290 0 0,-22 0 470 0 0,0 1 0 0 0,0 1 0 0 0,-52 11 0 0 0,26 3 33 0 0,-99 42 0 0 0,153-56-769 0 0,1 0 0 0 0,-1 1 0 0 0,1 0 0 0 0,0 0 0 0 0,0 0 0 0 0,-6 6 0 0 0,-20 14 280 0 0,22-18-236 0 0,0 0 1 0 0,1 1-1 0 0,-1-1 0 0 0,1 2 0 0 0,0-1 1 0 0,-7 9-1 0 0,13-14-100 0 0,1 0-3 0 0,-1-1 0 0 0,1 0 1 0 0,-1 1-1 0 0,1-1 1 0 0,0 1-1 0 0,-1-1 1 0 0,1 1-1 0 0,-1 0 1 0 0,1-1-1 0 0,0 1 0 0 0,-1-1 1 0 0,1 1-1 0 0,0 0 1 0 0,0-1-1 0 0,0 1 1 0 0,-1-1-1 0 0,1 1 1 0 0,0 0-1 0 0,0-1 0 0 0,0 1 1 0 0,0 0-1 0 0,0-1 1 0 0,0 1-1 0 0,0 0 1 0 0,0-1-1 0 0,1 1 1 0 0,-1 0-1 0 0,0-1 1 0 0,0 1-1 0 0,1 1 0 0 0,16 13 59 0 0,3 1 44 0 0,-3 4 779 0 0,34 32 0 0 0,-43-44-843 0 0,1-2 0 0 0,0 1 0 0 0,0-1-1 0 0,0-1 1 0 0,1 0 0 0 0,-1 0 0 0 0,18 5-1 0 0,24 4 4 0 0,1-4 0 0 0,0-1 0 0 0,0-3 0 0 0,94-1 0 0 0,-96-5-68 0 0,66-10 0 0 0,-93 6-17 0 0,-1 0-1 0 0,1-1 1 0 0,-1-2 0 0 0,43-18 0 0 0,-64 25 34 0 0,1-1-3 0 0,1 0 0 0 0,-1 0 0 0 0,0 0 0 0 0,1 0 0 0 0,-1-1 0 0 0,0 1 0 0 0,0-1 0 0 0,1 1 0 0 0,-1-1 0 0 0,0 0 0 0 0,-1 0 0 0 0,1 0 0 0 0,0 0 0 0 0,-1 0 0 0 0,1 0 0 0 0,-1 0 0 0 0,1-1 0 0 0,-1 1 0 0 0,0 0 0 0 0,0-1 0 0 0,0 1 0 0 0,0-1 0 0 0,0-4 0 0 0,4-3-48 0 0,-1-1 0 0 0,-1 0 0 0 0,1 0 0 0 0,-2 0 0 0 0,0 0 0 0 0,0-1 1 0 0,-1 1-1 0 0,0-1 0 0 0,-1 1 0 0 0,0-1 0 0 0,-1 1 0 0 0,0 0 0 0 0,-1-1 0 0 0,0 1 0 0 0,-1 0 0 0 0,0 0 0 0 0,-1 0 1 0 0,0 0-1 0 0,-1 1 0 0 0,0 0 0 0 0,-1 0 0 0 0,0 0 0 0 0,-14-18 0 0 0,13 20 98 0 0,-1 0 1 0 0,0 1-1 0 0,0 0 1 0 0,0 0-1 0 0,-1 1 1 0 0,-17-9-1 0 0,8 4-35 0 0,8 5-19 0 0,1 1 0 0 0,-1 1 0 0 0,0 0-1 0 0,0 0 1 0 0,0 1 0 0 0,0 0 0 0 0,-1 1-1 0 0,1 0 1 0 0,-1 1 0 0 0,0 0 0 0 0,-11 0-1 0 0,7 2-318 0 0,-1 0 0 0 0,0 1 0 0 0,1 1-1 0 0,0 0 1 0 0,-1 1 0 0 0,-24 10-1 0 0,21-7-632 0 0,12-5 1 0 0,-1 1 1 0 0,0 0 0 0 0,1 1 0 0 0,-1 0 0 0 0,1 0 0 0 0,0 0-1 0 0,0 1 1 0 0,-8 7 0 0 0,15-11 561 0 0,-1 0-1 0 0,0 0 1 0 0,1 0 0 0 0,-1 0 0 0 0,1 1-1 0 0,-1-1 1 0 0,1 0 0 0 0,-1 0-1 0 0,1 1 1 0 0,0-1 0 0 0,0 0-1 0 0,0 1 1 0 0,0-1 0 0 0,0 3 0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28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69 1361 0 0,'0'0'4068'0'0,"-2"-2"-2659"0"0,9-3-1137 0 0,118-29 1715 0 0,-101 27-1805 0 0,0 1-1 0 0,0 1 1 0 0,0 1-1 0 0,44-2 1 0 0,-9 6-89 0 0,-48 5 0 0 0,-9-4-89 0 0,-1-1 7 0 0,0 0 1 0 0,1 0-1 0 0,-1 0 0 0 0,0 0 1 0 0,0 0-1 0 0,1 1 0 0 0,-1-1 1 0 0,0 1-1 0 0,0-1 1 0 0,1 1-1 0 0,-1-1 0 0 0,0 1 1 0 0,0 0-1 0 0,0-1 0 0 0,0 1 1 0 0,1 1-1 0 0,-1 2 53 0 0,0-1 1 0 0,0 0-1 0 0,0 0 1 0 0,-1 0-1 0 0,1 0 0 0 0,-1 0 1 0 0,0 0-1 0 0,0 1 0 0 0,0 2 1 0 0,-1-1 5 0 0,1 0 0 0 0,-1-1 1 0 0,1 1-1 0 0,-1 0 0 0 0,0-1 0 0 0,-1 1 1 0 0,1-1-1 0 0,-1 1 0 0 0,0-1 0 0 0,0 0 1 0 0,-1 0-1 0 0,1 0 0 0 0,-1 0 1 0 0,0 0-1 0 0,0 0 0 0 0,0-1 0 0 0,0 1 1 0 0,-5 2-1 0 0,-17 22 702 0 0,10-10-149 0 0,0-2 0 0 0,-1 0-1 0 0,-29 22 1 0 0,0-1 195 0 0,-47 42 756 0 0,84-74-1464 0 0,1 0 0 0 0,-1 0 0 0 0,-14 7 0 0 0,7-5-17 0 0,15-7-93 0 0,0 1 0 0 0,-1-1 0 0 0,1 0 0 0 0,0 0 0 0 0,0 0 0 0 0,0 0 0 0 0,0 1 0 0 0,0-1 0 0 0,0 0 1 0 0,0 0-1 0 0,-1 0 0 0 0,1 1 0 0 0,0-1 0 0 0,0 0 0 0 0,0 0 0 0 0,0 1 0 0 0,0-1 0 0 0,0 0 0 0 0,0 0 0 0 0,0 1 0 0 0,0-1 0 0 0,0 0 0 0 0,0 0 0 0 0,1 0 0 0 0,-1 1 0 0 0,0-1 0 0 0,0 0 0 0 0,0 0 0 0 0,0 0 0 0 0,0 1 0 0 0,0-1 0 0 0,0 0 0 0 0,0 0 0 0 0,1 0 0 0 0,-1 1 0 0 0,0-1 0 0 0,0 0 1 0 0,0 0-1 0 0,0 0 0 0 0,1 0 0 0 0,-1 0 0 0 0,0 0 0 0 0,0 1 0 0 0,0-1 0 0 0,1 0 0 0 0,-1 0 0 0 0,0 0 0 0 0,0 0 0 0 0,1 0 0 0 0,-1 0 0 0 0,0 0 0 0 0,0 0 0 0 0,0 0 0 0 0,1 0 0 0 0,-1 0 0 0 0,0 0 0 0 0,0 0 0 0 0,1 0 0 0 0,26 10 113 0 0,1 1 12 0 0,108 65 102 0 0,-17-16-120 0 0,-103-52-119 0 0,0 0 0 0 0,0-1 0 0 0,0-1 0 0 0,1-1 0 0 0,29 6-1 0 0,-36-9-48 0 0,-3-1-185 0 0,1 0-1 0 0,0-1 0 0 0,0 0 0 0 0,0 0 0 0 0,0 0 1 0 0,0-1-1 0 0,0-1 0 0 0,0 1 0 0 0,8-4 1 0 0,-4-4-1379 0 0,-8 5 875 0 0,22-21-2825 0 0,1-25-1721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22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21 640 0 0,'-75'3'4815'0'0,"46"-1"-2731"0"0,0-1 1 0 0,0-1-1 0 0,-32-5 1 0 0,55 4-884 0 0,-23 2 20 0 0,-23 0 4164 0 0,44-3-3026 0 0,27-5-1427 0 0,-15 6-846 0 0,0 0 0 0 0,0 0 0 0 0,0 0 0 0 0,0 1-1 0 0,1 0 1 0 0,-1-1 0 0 0,0 2 0 0 0,0-1-1 0 0,1 0 1 0 0,5 2 0 0 0,3 0 91 0 0,373 37 1797 0 0,-93-17-2654 0 0,-284-22-535 0 0,0 0-1 0 0,-1-1 1 0 0,1 0 0 0 0,0 0 0 0 0,-1-1-1 0 0,1 0 1 0 0,-1-1 0 0 0,0 0 0 0 0,13-6 0 0 0,-20 8 806 0 0,0 0 1 0 0,-1 0-1 0 0,1 0 1 0 0,0 0 0 0 0,-1 0-1 0 0,1 0 1 0 0,-1 0 0 0 0,1-1-1 0 0,-1 1 1 0 0,0 0-1 0 0,0 0 1 0 0,1 0 0 0 0,-1-1-1 0 0,0 1 1 0 0,0 0 0 0 0,0 0-1 0 0,0 0 1 0 0,0-1-1 0 0,0 1 1 0 0,-1-2 0 0 0,1-3-1221 0 0,0-15-2520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23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0 720 0 0,'0'0'4722'0'0,"0"6"-3361"0"0,0 1-80 0 0,-32-1-81 0 0,32 23 641 0 0,-66 25 1441 0 0,34 23 639 0 0,-1-23-1680 0 0,33 2-1120 0 0,0-2-481 0 0,0 2-320 0 0,33-16-1040 0 0,32-19-2802 0 0,0-21-4561 0 0,1-21-1922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23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553 2 240 0 0,'-28'1'1138'0'0,"0"2"1"0"0,0 1-1 0 0,0 1 0 0 0,0 1 1 0 0,-28 10-1 0 0,-27 12 1679 0 0,-95 26 2356 0 0,171-52-4996 0 0,0 1 0 0 0,1 1-1 0 0,0-1 1 0 0,0 1 0 0 0,0 0 0 0 0,0 0-1 0 0,0 0 1 0 0,1 1 0 0 0,-1 0 0 0 0,1 0-1 0 0,1 0 1 0 0,-1 1 0 0 0,1 0 0 0 0,0 0-1 0 0,-6 11 1 0 0,10-15-119 0 0,-1 0 1 0 0,0 0-1 0 0,1 0 0 0 0,0 0 0 0 0,-1 0 0 0 0,1 0 1 0 0,0 0-1 0 0,0 0 0 0 0,0 0 0 0 0,0 0 0 0 0,1 0 1 0 0,-1 0-1 0 0,0 1 0 0 0,1-1 0 0 0,0 0 0 0 0,-1 0 1 0 0,1-1-1 0 0,0 1 0 0 0,0 0 0 0 0,0 0 0 0 0,2 3 1 0 0,1-1-20 0 0,0 1 0 0 0,1 0 0 0 0,-1-1 0 0 0,1 0 0 0 0,0 0 0 0 0,0 0 0 0 0,7 4 0 0 0,6 2 13 0 0,-1-2 0 0 0,1 0 0 0 0,36 11 0 0 0,-33-14 24 0 0,1-1 0 0 0,-1-1 1 0 0,1-1-1 0 0,-1 0 0 0 0,1-2 0 0 0,0-1 1 0 0,-1 0-1 0 0,1-2 0 0 0,-1 0 0 0 0,1-2 0 0 0,-1 0 1 0 0,-1-1-1 0 0,34-15 0 0 0,-46 18-35 0 0,-1 0 0 0 0,0 0 0 0 0,0-1 0 0 0,0 0 0 0 0,0-1 0 0 0,-1 1 0 0 0,0-1-1 0 0,1 0 1 0 0,-2-1 0 0 0,1 0 0 0 0,-1 0 0 0 0,0 0 0 0 0,0 0 0 0 0,5-10 0 0 0,0 1-48 0 0,0 0 0 0 0,-2 0 0 0 0,1-1 0 0 0,7-22 0 0 0,-15 34 16 0 0,1 1 1 0 0,-1-1-1 0 0,0 0 1 0 0,0 1-1 0 0,0-1 1 0 0,-1 0-1 0 0,1 0 1 0 0,-1 0-1 0 0,0 0 1 0 0,0 0-1 0 0,0 1 1 0 0,-1-1-1 0 0,1 0 1 0 0,-1 0-1 0 0,0 0 0 0 0,0 1 1 0 0,0-1-1 0 0,-1 0 1 0 0,1 1-1 0 0,-1-1 1 0 0,0 1-1 0 0,0-1 1 0 0,0 1-1 0 0,0 0 1 0 0,-1 0-1 0 0,1 0 1 0 0,-1 0-1 0 0,-5-4 1 0 0,5 6 29 0 0,0-1 0 0 0,0 0 0 0 0,0 1 0 0 0,0 0-1 0 0,-1 0 1 0 0,1 0 0 0 0,0 0 0 0 0,-1 0 0 0 0,1 1 0 0 0,-1-1 0 0 0,-3 1 0 0 0,-182-1 467 0 0,100 2-825 0 0,71-1-462 0 0,0 1 0 0 0,1 1 1 0 0,-22 4-1 0 0,34-5-123 0 0,0 1 0 0 0,-1-1 0 0 0,1 1 0 0 0,0 0 0 0 0,0 0-1 0 0,0 0 1 0 0,0 1 0 0 0,0 0 0 0 0,1 0 0 0 0,-1 0 0 0 0,1 1-1 0 0,0-1 1 0 0,-4 5 0 0 0,7-7 477 0 0,0 0 0 0 0,1 0 0 0 0,-1 1 1 0 0,1-1-1 0 0,-1 0 0 0 0,1 0 0 0 0,-1 0 0 0 0,1 1 0 0 0,0-1 0 0 0,0 0 0 0 0,-1 1 1 0 0,1-1-1 0 0,0 0 0 0 0,0 3 0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25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99 400 0 0,'0'0'3682'0'0,"-6"0"-1841"0"0,-9 0-618 0 0,3-2 5278 0 0,12-11 2577 0 0,5 7-7979 0 0,4 3-799 0 0,0 0 1 0 0,0 1-1 0 0,1 0 0 0 0,16-1 0 0 0,35-6 507 0 0,17-4-874 0 0,93-2 0 0 0,38-4-6202 0 0,-152 13 2812 0 0,5 4-3771 0 0,-56 2 3306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26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38 1201 0 0,'0'-7'1654'0'0,"-1"6"-1618"0"0,1 0 1 0 0,0 0-1 0 0,0 0 1 0 0,-1 0 0 0 0,1 0-1 0 0,0 0 1 0 0,-1 1-1 0 0,1-1 1 0 0,-1 0-1 0 0,1 0 1 0 0,-1 1 0 0 0,1-1-1 0 0,-1 0 1 0 0,0 1-1 0 0,1-1 1 0 0,-1 0-1 0 0,0 1 1 0 0,1-1 0 0 0,-1 1-1 0 0,0-1 1 0 0,0 1-1 0 0,0 0 1 0 0,0-1 0 0 0,1 1-1 0 0,-1 0 1 0 0,0-1-1 0 0,0 1 1 0 0,0 0-1 0 0,0 0 1 0 0,0 0 0 0 0,-1 0-1 0 0,-4-2 208 0 0,6 2-73 0 0,-1 0 0 0 0,1-1 0 0 0,0 1 0 0 0,-1 0 0 0 0,1-1 0 0 0,-1 1 1 0 0,1 0-1 0 0,0-1 0 0 0,-1 1 0 0 0,1-1 0 0 0,0 1 0 0 0,-1 0 0 0 0,1-1 0 0 0,0 1 1 0 0,0-1-1 0 0,-1 1 0 0 0,1-1 0 0 0,0 1 0 0 0,0-1 0 0 0,0 1 0 0 0,0-1 1 0 0,0 1-1 0 0,0-2 0 0 0,1 16 2565 0 0,-1-10-2510 0 0,-1 0 0 0 0,1 1 0 0 0,-1-1 0 0 0,0 1 0 0 0,0-1 0 0 0,0 0 0 0 0,-1 1 0 0 0,1-1 1 0 0,-1 0-1 0 0,0 0 0 0 0,0 0 0 0 0,-5 5 0 0 0,-5 11 650 0 0,0 3 89 0 0,-1-1 0 0 0,-27 36-1 0 0,36-55-973 0 0,1 2-1 0 0,0-1 0 0 0,0 0 0 0 0,0 1 0 0 0,0-1 0 0 0,1 1 0 0 0,0 0 1 0 0,-1 0-1 0 0,2 0 0 0 0,-1 0 0 0 0,1 0 0 0 0,0 0 0 0 0,0 1 0 0 0,0-1 1 0 0,1 0-1 0 0,-1 1 0 0 0,1-1 0 0 0,1 0 0 0 0,-1 0 0 0 0,1 1 0 0 0,0-1 1 0 0,3 10-1 0 0,8 3-720 0 0,0 1-1025 0 0,-9-3-2310 0 0,-3-6-2818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27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615 105 1040 0 0,'0'-2'164'0'0,"0"0"0"0"0,0 1 0 0 0,0-1 0 0 0,0 1 0 0 0,0-1 0 0 0,-1 0 0 0 0,1 1-1 0 0,0-1 1 0 0,-1 1 0 0 0,1-1 0 0 0,-1 1 0 0 0,0-1 0 0 0,1 1 0 0 0,-1-1-1 0 0,0 1 1 0 0,0 0 0 0 0,0-1 0 0 0,0 1 0 0 0,0 0 0 0 0,0 0 0 0 0,0 0 0 0 0,-1 0-1 0 0,1 0 1 0 0,0 0 0 0 0,-1 0 0 0 0,1 0 0 0 0,-1 0 0 0 0,1 0 0 0 0,-3 0 0 0 0,-8-6 682 0 0,-6-1-451 0 0,1 0-1 0 0,-2 2 1 0 0,1 0-1 0 0,0 2 0 0 0,-1 0 1 0 0,-30-3-1 0 0,-173-7 1180 0 0,216 14-1447 0 0,1 0 0 0 0,-1 0 0 0 0,1 1-1 0 0,-1 0 1 0 0,1 0 0 0 0,0 1-1 0 0,-1-1 1 0 0,1 1 0 0 0,0 0 0 0 0,-7 4-1 0 0,9-4-73 0 0,1-1 0 0 0,0 1 0 0 0,-1 0 1 0 0,1 0-1 0 0,0 0 0 0 0,0 0 0 0 0,0 0 0 0 0,1 1 0 0 0,-1-1 0 0 0,0 0 0 0 0,1 1 0 0 0,0-1 0 0 0,-1 1 0 0 0,1-1 0 0 0,0 1 0 0 0,1 0 1 0 0,-1 0-1 0 0,0-1 0 0 0,1 1 0 0 0,-1 0 0 0 0,1 0 0 0 0,0 4 0 0 0,0-6-37 0 0,0 1 0 0 0,0-1 1 0 0,0 0-1 0 0,0 1 0 0 0,0-1 0 0 0,1 0 1 0 0,-1 1-1 0 0,0-1 0 0 0,1 0 0 0 0,-1 0 0 0 0,1 1 1 0 0,0-1-1 0 0,-1 0 0 0 0,1 0 0 0 0,0 0 1 0 0,0 0-1 0 0,-1 0 0 0 0,1 0 0 0 0,0 0 0 0 0,0 0 1 0 0,0 0-1 0 0,0 0 0 0 0,0 0 0 0 0,3 0 1 0 0,-3 0-11 0 0,0 0 0 0 0,0-1 0 0 0,0 1 0 0 0,0 0 1 0 0,0-1-1 0 0,0 1 0 0 0,0 0 0 0 0,-1 0 0 0 0,1 0 0 0 0,0 0 1 0 0,0 0-1 0 0,-1 0 0 0 0,1 0 0 0 0,0 0 0 0 0,-1 0 1 0 0,1 0-1 0 0,-1 0 0 0 0,0 1 0 0 0,1-1 0 0 0,-1 0 0 0 0,0 0 1 0 0,0 0-1 0 0,0 0 0 0 0,1 3 0 0 0,-2-3-4 0 0,1 0-1 0 0,1 0 1 0 0,-1-1-1 0 0,0 1 1 0 0,0 0-1 0 0,0 0 1 0 0,0 0-1 0 0,1 0 1 0 0,-1 0-1 0 0,0 0 1 0 0,1 0-1 0 0,-1-1 1 0 0,1 1-1 0 0,-1 0 1 0 0,1 0-1 0 0,-1 0 1 0 0,1-1-1 0 0,0 1 1 0 0,-1 0-1 0 0,1-1 1 0 0,0 1-1 0 0,-1-1 1 0 0,1 1-1 0 0,0-1 1 0 0,0 1-1 0 0,0-1 1 0 0,-1 1-1 0 0,1-1 1 0 0,1 1-1 0 0,-1-1 12 0 0,0 0 0 0 0,0 1 0 0 0,0-1-1 0 0,0 1 1 0 0,0-1 0 0 0,0 1-1 0 0,0-1 1 0 0,-1 1 0 0 0,1 0 0 0 0,0-1-1 0 0,0 1 1 0 0,-1 0 0 0 0,1 0 0 0 0,0-1-1 0 0,-1 1 1 0 0,1 0 0 0 0,-1 0-1 0 0,1 0 1 0 0,-1 0 0 0 0,1 0 0 0 0,-1 0-1 0 0,0 0 1 0 0,1 0 0 0 0,-1 0-1 0 0,0 0 1 0 0,0 0 0 0 0,0 0 0 0 0,0 0-1 0 0,0 2 1 0 0,1-2 9 0 0,-1 0 0 0 0,1 0 0 0 0,0 0 0 0 0,0 0 0 0 0,-1-1 0 0 0,1 1 0 0 0,0 0 0 0 0,0 0 0 0 0,0 0 1 0 0,0-1-1 0 0,0 1 0 0 0,0 0 0 0 0,0-1 0 0 0,0 1 0 0 0,1-1 0 0 0,-1 1 0 0 0,0-1 0 0 0,0 0 0 0 0,0 1 0 0 0,0-1 0 0 0,1 0 0 0 0,-1 0 0 0 0,2 0 0 0 0,4 2 76 0 0,-4-1-33 0 0,1 0 0 0 0,-1 1 0 0 0,0-1 0 0 0,1 1-1 0 0,-1 0 1 0 0,0 0 0 0 0,0 0 0 0 0,0 1 0 0 0,-1-1 0 0 0,1 1 0 0 0,-1-1-1 0 0,1 1 1 0 0,-1 0 0 0 0,0 0 0 0 0,0 0 0 0 0,3 6 0 0 0,-2-2 206 0 0,0-1 1 0 0,-1 1 0 0 0,0-1 0 0 0,-1 1-1 0 0,1 0 1 0 0,-1 0 0 0 0,0 0 0 0 0,-1 11-1 0 0,0-17-234 0 0,0 1 0 0 0,0 0 0 0 0,-1-1 0 0 0,1 1-1 0 0,0 0 1 0 0,-1-1 0 0 0,1 1 0 0 0,-1 0 0 0 0,0-1-1 0 0,1 1 1 0 0,-1-1 0 0 0,0 1 0 0 0,0-1 0 0 0,0 0-1 0 0,0 1 1 0 0,0-1 0 0 0,-1 0 0 0 0,1 0 0 0 0,0 0-1 0 0,-1 1 1 0 0,-1 0 0 0 0,-5 5 100 0 0,2-2-55 0 0,0 0 1 0 0,0-1-1 0 0,-1 0 0 0 0,1 0 0 0 0,-1 0 0 0 0,0-1 0 0 0,0 0 0 0 0,0 0 0 0 0,0-1 0 0 0,-1 0 0 0 0,-11 2 0 0 0,9-2 1 0 0,0 1-1 0 0,0 0 1 0 0,1 0 0 0 0,-1 1-1 0 0,-11 6 1 0 0,20-9-85 0 0,0 0-1 0 0,-1 0 1 0 0,1 0-1 0 0,0-1 1 0 0,0 1 0 0 0,0 0-1 0 0,-1-1 1 0 0,1 1-1 0 0,0-1 1 0 0,-1 1-1 0 0,1-1 1 0 0,0 0 0 0 0,-1 0-1 0 0,1 1 1 0 0,0-1-1 0 0,-1 0 1 0 0,1 0 0 0 0,-1 0-1 0 0,1-1 1 0 0,-3 1-1 0 0,1-1 1 0 0,-8-5-65 0 0,-12 0 54 0 0,18 1 9 0 0,11 3 8 0 0,1 0-4 0 0,-6 2 0 0 0,0-1 0 0 0,0 1 0 0 0,0 0 0 0 0,-1 0 0 0 0,1 0 0 0 0,0 0 0 0 0,0-1 0 0 0,0 1 0 0 0,0 0 0 0 0,-1-1 0 0 0,1 1 0 0 0,0-1 0 0 0,0 1 0 0 0,-1-1 0 0 0,1 1 0 0 0,0-1 0 0 0,0 1 0 0 0,-1-1 0 0 0,1 0 0 0 0,-1 1 0 0 0,1-1 0 0 0,-1 0 0 0 0,1 1 0 0 0,-1-1 0 0 0,1 0 0 0 0,-1 0 0 0 0,0 0 0 0 0,1 0 0 0 0,-1 1 0 0 0,0-1 0 0 0,0 0 0 0 0,1-1 0 0 0,-1 1 1 0 0,0-1 1 0 0,0 1 0 0 0,1 0 0 0 0,-1 0-1 0 0,0 0 1 0 0,1 0 0 0 0,-1 0 0 0 0,1 0-1 0 0,0 0 1 0 0,-1 0 0 0 0,1 0 0 0 0,0 0 0 0 0,0 0-1 0 0,-1 0 1 0 0,1 0 0 0 0,0 1 0 0 0,0-1-1 0 0,0 0 1 0 0,0 0 0 0 0,0 1 0 0 0,0-1-1 0 0,2 0 1 0 0,30-12 79 0 0,-18 8-42 0 0,115-58 428 0 0,-127 62-464 0 0,0-1 0 0 0,0 1-1 0 0,0-1 1 0 0,0 0 0 0 0,-1 0 0 0 0,1 0 0 0 0,-1 0 0 0 0,1-1 0 0 0,-1 1 0 0 0,0 0 0 0 0,3-6 0 0 0,21-19-105 0 0,-23 25 112 0 0,0 0 0 0 0,0 0 0 0 0,-1 0 0 0 0,1-1 0 0 0,-1 1 0 0 0,0-1 0 0 0,0 0 0 0 0,0 0 0 0 0,0 0 0 0 0,0 0 0 0 0,-1 0 0 0 0,1 0 0 0 0,-1 0 0 0 0,0-1 0 0 0,0 1 0 0 0,0 0 0 0 0,0-1 0 0 0,-1 1 0 0 0,1 0 0 0 0,-1-1 0 0 0,0 1 0 0 0,0-1 0 0 0,0 1 0 0 0,0-1 0 0 0,-1 1 0 0 0,1-1 0 0 0,-1 1 0 0 0,0 0 0 0 0,0-1 0 0 0,0 1 0 0 0,-3-4 0 0 0,1 2 11 0 0,0 1 0 0 0,-1-1-1 0 0,1 1 1 0 0,-1 0 0 0 0,0 0-1 0 0,-1 0 1 0 0,1 1 0 0 0,-1 0-1 0 0,0-1 1 0 0,1 1 0 0 0,-1 1 0 0 0,0-1-1 0 0,-1 1 1 0 0,1 0 0 0 0,-10-3-1 0 0,0 2-235 0 0,0 0-1 0 0,-1 1 0 0 0,0 0 1 0 0,-20 1-1 0 0,35 1-32 0 0,1 0 1 0 0,0 1-1 0 0,-1-1 0 0 0,1 1 0 0 0,-1-1 1 0 0,1 0-1 0 0,0 1 0 0 0,-1-1 0 0 0,1 1 1 0 0,0-1-1 0 0,-1 1 0 0 0,1-1 1 0 0,0 1-1 0 0,0-1 0 0 0,-1 1 0 0 0,1-1 1 0 0,0 1-1 0 0,0-1 0 0 0,0 1 0 0 0,0-1 1 0 0,0 1-1 0 0,0 0 0 0 0,0-1 0 0 0,0 1 1 0 0,0-1-1 0 0,0 1 0 0 0,0 0 1 0 0,0 17-3133 0 0,1-17 2771 0 0,-1 19-3940 0 0,0-5 361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27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87 80 0 0,'-3'1'387'0'0,"-12"2"-169"0"0,15-2-176 0 0,0-1 1 0 0,0 0-1 0 0,-1 0 1 0 0,1 0-1 0 0,0 0 1 0 0,0 0-1 0 0,-1 0 1 0 0,1 0-1 0 0,0 0 1 0 0,0 0-1 0 0,-1 0 1 0 0,1 0-1 0 0,0 0 1 0 0,0 0-1 0 0,-1-1 1 0 0,1 1-1 0 0,0 0 1 0 0,0 0-1 0 0,-1 0 1 0 0,1 0-1 0 0,0 0 1 0 0,0 0 0 0 0,0-1-1 0 0,-1 1 1 0 0,1 0-1 0 0,0 0 1 0 0,0 0-1 0 0,0-1 1 0 0,-1 1-1 0 0,1 0 1 0 0,0 0-1 0 0,0 0 1 0 0,0-1-1 0 0,0 1 1 0 0,0 0-1 0 0,0 0 1 0 0,0-1-1 0 0,-1 1 1 0 0,1 0-1 0 0,0-1 1 0 0,0 1-6 0 0,1-1 1 0 0,-1 1 0 0 0,0 0 0 0 0,0-1-1 0 0,0 1 1 0 0,0-1 0 0 0,1 1-1 0 0,-1 0 1 0 0,0-1 0 0 0,0 1 0 0 0,1 0-1 0 0,-1-1 1 0 0,0 1 0 0 0,0 0-1 0 0,1-1 1 0 0,-1 1 0 0 0,0 0-1 0 0,1 0 1 0 0,-1-1 0 0 0,1 1 0 0 0,-1 0-1 0 0,0 0 1 0 0,1 0 0 0 0,-1-1-1 0 0,1 1 1 0 0,-1 0 0 0 0,0 0 0 0 0,1 0-1 0 0,-1 0 1 0 0,1 0 0 0 0,-1 0-1 0 0,1 0 1 0 0,0 0 0 0 0,-1 0 7 0 0,1 0 0 0 0,0 0 0 0 0,-1 0 0 0 0,1 0 0 0 0,-1 0 0 0 0,1 0 0 0 0,-1 0 0 0 0,1 0 0 0 0,-1 0 0 0 0,1-1 0 0 0,0 1 0 0 0,-1 0 0 0 0,1 0 0 0 0,-1-1 0 0 0,1 1 0 0 0,-1 0 0 0 0,0 0 0 0 0,1-1 0 0 0,-1 1 0 0 0,1-1 0 0 0,-1 1 0 0 0,0 0 0 0 0,1-1 0 0 0,-1 1 0 0 0,0-1 0 0 0,1 1 1 0 0,-1-1-1 0 0,0 1 0 0 0,1-1 0 0 0,-1 1 0 0 0,0-1 0 0 0,0 1 0 0 0,0-1 0 0 0,0 1 0 0 0,0-1 0 0 0,0 0 0 0 0,1 0 30 0 0,-1 0 1 0 0,0 0 0 0 0,0 0 0 0 0,0 0-1 0 0,1 0 1 0 0,-1 0 0 0 0,0 1-1 0 0,1-1 1 0 0,-1 0 0 0 0,1 0 0 0 0,-1 0-1 0 0,1 1 1 0 0,-1-1 0 0 0,1 0-1 0 0,0 0 1 0 0,-1 1 0 0 0,1-1-1 0 0,0 1 1 0 0,-1-1 0 0 0,1 0 0 0 0,0 1-1 0 0,0-1 1 0 0,0 1 0 0 0,1-1-1 0 0,25-8 1048 0 0,-9 3 10 0 0,-6-2 259 0 0,-10 6-1233 0 0,0 1-1 0 0,0 0 1 0 0,0-1-1 0 0,0 1 0 0 0,0 0 1 0 0,0 0-1 0 0,1 1 1 0 0,-1-1-1 0 0,0 0 1 0 0,3 0-1 0 0,22-4 1216 0 0,0 2 0 0 0,-1 0 0 0 0,54 2 0 0 0,84 17 705 0 0,-123-11-1717 0 0,222 34-220 0 0,-174-23-4145 0 0,-1 0-5809 0 0,-83-14 4250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29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 1201 0 0,'-33'15'960'0'0,"1"-9"-560"0"0,32 2-320 0 0,-33-8-800 0 0,1 0 480 0 0,-1 0-1041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30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2161 0 0,'0'0'2241'0'0,"33"0"-240"0"0,-33 6-160 0 0,33 0-321 0 0,32 21 161 0 0,33 15-320 0 0,-39 6-801 0 0,-27 2-640 0 0,-32-17-400 0 0,0 2-481 0 0,33-1-879 0 0,-66 1-1282 0 0,33-8-399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30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1 283 1921 0 0,'32'0'2241'0'0,"1"-14"-160"0"0,32-7-320 0 0,27-21-321 0 0,38-12-399 0 0,34-23-1521 0 0,-34 29-1922 0 0,-65 21-1359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31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712 1 880 0 0,'2'1'2399'0'0,"-9"4"-1863"0"0,1-4-128 0 0,5-1-355 0 0,1 0 1 0 0,-1 0-1 0 0,0 1 1 0 0,0-1-1 0 0,0 0 1 0 0,0 0-1 0 0,0 1 1 0 0,0-1-1 0 0,0 0 1 0 0,0 1-1 0 0,0-1 1 0 0,1 1-1 0 0,-1-1 1 0 0,0 1-1 0 0,0-1 1 0 0,0 1-1 0 0,1 0 1 0 0,-1-1-1 0 0,0 1 1 0 0,1 0-1 0 0,-1 0 1 0 0,1-1-1 0 0,-1 1 1 0 0,1 0-1 0 0,-1 0 1 0 0,1 0-1 0 0,0 0 1 0 0,-1 0-1 0 0,1 0 1 0 0,0 0-1 0 0,-1-1 1 0 0,1 1-1 0 0,0 0 1 0 0,0 0-1 0 0,0 0 1 0 0,0 0-1 0 0,0 0 1 0 0,0 0-1 0 0,1 2 1 0 0,-2 14 659 0 0,-1 0 1 0 0,-1 0-1 0 0,-7 27 1 0 0,5-25-144 0 0,1 0 1 0 0,1 0-1 0 0,-2 34 1 0 0,4-40-340 0 0,0-1 0 0 0,-1 1 0 0 0,0 0 0 0 0,-1-1 1 0 0,-1 0-1 0 0,0 1 0 0 0,-7 14 0 0 0,4-11 42 0 0,1 0 0 0 0,-7 32-1 0 0,8-22-139 0 0,1 1 387 0 0,-1-1 1 0 0,-18 52 0 0 0,6-37 173 0 0,8-23-688 0 0,1 0 1 0 0,1 1 0 0 0,1 0-1 0 0,1 0 1 0 0,0 1-1 0 0,2-1 1 0 0,-3 31 0 0 0,6-12-892 0 0,0-20-3833 0 0,0-20 4523 0 0,0 0-1 0 0,-1 0 1 0 0,1 1-1 0 0,-1-1 1 0 0,0 0 0 0 0,0 1-1 0 0,0-1 1 0 0,1 0-1 0 0,-1 1 1 0 0,-1-1-1 0 0,1 1 1 0 0,0 0 0 0 0,0-1-1 0 0,0 1 1 0 0,-1 0-1 0 0,1 0 1 0 0,-1 0-1 0 0,1 0 1 0 0,-3-1 0 0 0,-6-7-686 0 0,-23-27-1867 0 0,0-10-640 0 0</inkml:trace>
  <inkml:trace contextRef="#ctx0" brushRef="#br0" timeOffset="1">1 310 480 0 0,'0'-6'6963'0'0,"32"6"-5842"0"0,1 6-241 0 0,32 1-79 0 0,1 7-81 0 0,-1 13-160 0 0,65 8-880 0 0,1-1-1361 0 0,-39-20-1440 0 0,5-20-1441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31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289 116 320 0 0,'6'-1'338'0'0,"0"-1"0"0"0,0 0-1 0 0,0-1 1 0 0,-1 0 0 0 0,1 1 0 0 0,-1-2-1 0 0,1 1 1 0 0,-1-1 0 0 0,0 1 0 0 0,7-8-1 0 0,-7 6 88 0 0,1-1-1 0 0,0 2 0 0 0,1-1 1 0 0,-1 1-1 0 0,1 0 0 0 0,0 1 1 0 0,12-5-1 0 0,11-8 637 0 0,-28 13-948 0 0,2 1 0 0 0,-1 0 1 0 0,0 0-1 0 0,0 1 1 0 0,1-1-1 0 0,-1 1 0 0 0,0 0 1 0 0,7-2-1 0 0,1 1 8 0 0,-1 1 1 0 0,1 0-1 0 0,0 0 1 0 0,0 1-1 0 0,0 0 0 0 0,0 1 1 0 0,0 0-1 0 0,-1 1 1 0 0,18 5-1 0 0,-27-6-113 0 0,-1-1 1 0 0,1 1-1 0 0,-1-1 0 0 0,1 1 1 0 0,-1-1-1 0 0,1 1 1 0 0,-1-1-1 0 0,1 1 0 0 0,-1-1 1 0 0,1 1-1 0 0,-1 0 1 0 0,0-1-1 0 0,1 1 0 0 0,-1 0 1 0 0,0-1-1 0 0,0 1 0 0 0,1 0 1 0 0,-1 0-1 0 0,0-1 1 0 0,0 1-1 0 0,0 0 0 0 0,0 0 1 0 0,0 0-1 0 0,3 10 98 0 0,6-2-32 0 0,-8-8-62 0 0,0-1 1 0 0,0 1 0 0 0,1 0 0 0 0,-1 0-1 0 0,0 0 1 0 0,0 0 0 0 0,0 1-1 0 0,0-1 1 0 0,0 0 0 0 0,-1 0 0 0 0,1 1-1 0 0,0-1 1 0 0,-1 0 0 0 0,1 1-1 0 0,0-1 1 0 0,-1 0 0 0 0,0 1 0 0 0,1-1-1 0 0,-1 1 1 0 0,0-1 0 0 0,0 1-1 0 0,0-1 1 0 0,1 1 0 0 0,-2-1 0 0 0,1 1-1 0 0,0-1 1 0 0,0 1 0 0 0,0-1-1 0 0,-1 1 1 0 0,1-1 0 0 0,-1 1 0 0 0,0 1-1 0 0,-7 13 55 0 0,0 0 0 0 0,-1 0-1 0 0,-1-1 1 0 0,0-1 0 0 0,-1 0-1 0 0,-1 0 1 0 0,0-1 0 0 0,-1-1 0 0 0,-14 12-1 0 0,-8 8 175 0 0,27-24-130 0 0,-2 1 0 0 0,1-1 0 0 0,-1-1 0 0 0,0 0 0 0 0,-17 9 0 0 0,-15 3 974 0 0,0-1 0 0 0,-86 22 0 0 0,111-37-884 0 0,1 0 0 0 0,-1-2 0 0 0,0 0 0 0 0,0 0 0 0 0,0-2 0 0 0,0 0 1 0 0,-26-5-1 0 0,42 6-196 0 0,-1 0-3 0 0,0 0 0 0 0,0-1 0 0 0,0 1-1 0 0,0 0 1 0 0,0-1 0 0 0,0 1 0 0 0,1-1 0 0 0,-1 1-1 0 0,0-1 1 0 0,0 0 0 0 0,1 0 0 0 0,-1 0 0 0 0,0 0-1 0 0,1 0 1 0 0,-1 0 0 0 0,1 0 0 0 0,0-1 0 0 0,-1 1-1 0 0,0-2 1 0 0,1 0 15 0 0,0 1-1 0 0,0-1 1 0 0,0 0-1 0 0,1 1 1 0 0,0-1 0 0 0,-1 0-1 0 0,1 0 1 0 0,0 1-1 0 0,0-1 1 0 0,1-3 0 0 0,0-12-9 0 0,-1 17-6 0 0,1 0-1 0 0,0-1 1 0 0,-1 1 0 0 0,1 0-1 0 0,0 0 1 0 0,0 0 0 0 0,0 0-1 0 0,0 0 1 0 0,0 0 0 0 0,0 0-1 0 0,0 0 1 0 0,0 0 0 0 0,0 1-1 0 0,1-1 1 0 0,-1 0 0 0 0,0 1-1 0 0,0-1 1 0 0,1 1 0 0 0,-1-1-1 0 0,1 1 1 0 0,-1 0-1 0 0,0-1 1 0 0,1 1 0 0 0,2 0-1 0 0,-2-1-2 0 0,11-1-32 0 0,-1 1-1 0 0,0 0 1 0 0,1 0-1 0 0,-1 2 1 0 0,1-1-1 0 0,-1 1 1 0 0,1 1-1 0 0,-1 0 1 0 0,0 1-1 0 0,0 1 1 0 0,22 8 0 0 0,-2 3-3 0 0,-2 0 1 0 0,53 37 0 0 0,-73-46-29 0 0,0 2 0 0 0,0-1 0 0 0,-1 1 0 0 0,12 13 0 0 0,-20-19-111 0 0,1 0 1 0 0,-1 0-1 0 0,1 0 1 0 0,-1 0-1 0 0,0 0 1 0 0,0 1-1 0 0,0-1 0 0 0,0 0 1 0 0,0 1-1 0 0,-1-1 1 0 0,1 1-1 0 0,-1-1 1 0 0,0 1-1 0 0,1-1 1 0 0,-1 1-1 0 0,0-1 0 0 0,0 1 1 0 0,-1-1-1 0 0,1 1 1 0 0,0-1-1 0 0,-1 1 1 0 0,0-1-1 0 0,0 3 0 0 0,-1-1-530 0 0,-1 1-1 0 0,1-1 1 0 0,0 0-1 0 0,-1 0 1 0 0,0 0-1 0 0,0 0 1 0 0,0-1-1 0 0,-1 1 0 0 0,-3 2 1 0 0,-26 22-4738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32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0 800 0 0,'0'48'721'0'0,"33"-7"-161"0"0,-33 1-320 0 0,32-9-1120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34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516 1 80 0 0,'0'0'3'0'0,"0"1"0"0"0,0-1 0 0 0,0 1 1 0 0,0-1-1 0 0,-1 0 0 0 0,1 1 0 0 0,0-1 0 0 0,0 1 0 0 0,0-1 1 0 0,-1 0-1 0 0,1 1 0 0 0,0-1 0 0 0,0 0 0 0 0,-1 1 0 0 0,1-1 0 0 0,0 0 1 0 0,-1 1-1 0 0,1-1 0 0 0,-1 0 0 0 0,1 1 0 0 0,0-1 0 0 0,-1 0 1 0 0,1 0-1 0 0,-1 0 0 0 0,1 0 0 0 0,0 1 0 0 0,-1-1 0 0 0,1 0 0 0 0,-1 0 1 0 0,1 0-1 0 0,-1 0 0 0 0,1 0 0 0 0,-1 0 0 0 0,1 0 0 0 0,0 0 0 0 0,-1 0 1 0 0,1 0-1 0 0,-1 0 0 0 0,1 0 0 0 0,-1-1 0 0 0,0 1 0 0 0,1 0 13 0 0,-1 0-1 0 0,1-1 0 0 0,-1 1 0 0 0,1 0 0 0 0,-1 0 0 0 0,0 0 1 0 0,1 0-1 0 0,-1 0 0 0 0,1 0 0 0 0,-1 0 0 0 0,1 0 1 0 0,-1 0-1 0 0,1 0 0 0 0,-1 0 0 0 0,1 0 0 0 0,-1 1 0 0 0,1-1 1 0 0,-1 0-1 0 0,1 0 0 0 0,-1 0 0 0 0,1 1 0 0 0,-1-1 1 0 0,1 0-1 0 0,-1 1 0 0 0,1-1 0 0 0,-1 0 0 0 0,1 1 0 0 0,0-1 1 0 0,-1 1-1 0 0,1-1 0 0 0,0 0 0 0 0,-1 1 0 0 0,1-1 1 0 0,0 1-1 0 0,0-1 0 0 0,-1 1 0 0 0,1-1 0 0 0,0 1 0 0 0,0-1 1 0 0,0 1-1 0 0,0 0 0 0 0,0-1 0 0 0,-1 2 0 0 0,1-1 226 0 0,0 2 304 0 0,1-3-520 0 0,-1 1 0 0 0,0 0 1 0 0,0-1-1 0 0,0 1 0 0 0,0 0 0 0 0,0-1 0 0 0,0 1 1 0 0,0 0-1 0 0,0 0 0 0 0,0-1 0 0 0,0 1 0 0 0,0 0 1 0 0,0-1-1 0 0,-1 1 0 0 0,1 0 0 0 0,0-1 0 0 0,-1 1 1 0 0,1 0-1 0 0,0-1 0 0 0,-1 1 0 0 0,1-1 0 0 0,0 1 0 0 0,-1-1 1 0 0,1 1-1 0 0,-2 0 0 0 0,-1 0 18 0 0,1-1-34 0 0,1 0 0 0 0,0 0 0 0 0,0 0 0 0 0,0 1 0 0 0,0-1 0 0 0,-1 0-1 0 0,1 0 1 0 0,0 1 0 0 0,0-1 0 0 0,0 1 0 0 0,0-1 0 0 0,0 1 0 0 0,0-1 0 0 0,0 1 0 0 0,0 0 0 0 0,0 0 0 0 0,0-1 0 0 0,0 1 0 0 0,0 0 0 0 0,1 0 0 0 0,-2 2 0 0 0,-4-1 85 0 0,3-1-81 0 0,2-1 3 0 0,0 0-1 0 0,0 0 1 0 0,0 0 0 0 0,0 0-1 0 0,0 0 1 0 0,0 0 0 0 0,0 0 0 0 0,0 1-1 0 0,0-1 1 0 0,0 0 0 0 0,1 1 0 0 0,-1-1-1 0 0,0 1 1 0 0,0-1 0 0 0,0 1 0 0 0,0-1-1 0 0,1 1 1 0 0,-1-1 0 0 0,0 1 0 0 0,1 0-1 0 0,-1 0 1 0 0,0-1 0 0 0,1 1-1 0 0,-1 0 1 0 0,1 0 0 0 0,-1 0 0 0 0,1-1-1 0 0,0 1 1 0 0,-1 0 0 0 0,1 0 0 0 0,0 0-1 0 0,0 0 1 0 0,-1 0 0 0 0,1 0 0 0 0,0 0-1 0 0,0 0 1 0 0,0 0 0 0 0,0 1 0 0 0,0-1 130 0 0,-5-1-52 0 0,4 0-87 0 0,0 0 0 0 0,0 0 0 0 0,0 0 1 0 0,0 0-1 0 0,0 0 0 0 0,0 0 1 0 0,0 0-1 0 0,0 0 0 0 0,0 0 0 0 0,0 0 1 0 0,0 1-1 0 0,0-1 0 0 0,0 0 1 0 0,0 1-1 0 0,0-1 0 0 0,1 1 0 0 0,-1-1 1 0 0,0 1-1 0 0,0 0 0 0 0,0-1 1 0 0,1 1-1 0 0,-1 0 0 0 0,0-1 0 0 0,1 1 1 0 0,-1 0-1 0 0,0 1 0 0 0,-3 32 1119 0 0,5-26-808 0 0,-1-7-198 0 0,-6 0-40 0 0,-16 6 0 0 0,17-2 1 0 0,5-3-1 0 0,0 4 22 0 0,0-6-99 0 0,0 1 1 0 0,0-1-1 0 0,1 1 0 0 0,-1-1 0 0 0,0 1 1 0 0,0-1-1 0 0,0 1 0 0 0,0-1 0 0 0,0 1 1 0 0,0-1-1 0 0,0 0 0 0 0,0 1 1 0 0,0-1-1 0 0,0 1 0 0 0,0-1 0 0 0,0 1 1 0 0,0-1-1 0 0,0 1 0 0 0,0-1 0 0 0,-1 1 1 0 0,1-1-1 0 0,0 0 0 0 0,0 1 1 0 0,-1-1-1 0 0,1 1 0 0 0,0-1 0 0 0,0 0 1 0 0,-1 1-1 0 0,1-1 0 0 0,0 0 0 0 0,-1 1 1 0 0,1-1-1 0 0,0 0 0 0 0,-1 1 1 0 0,1-1-1 0 0,-1 0 0 0 0,0 0 0 0 0,0 1 10 0 0,0-2-11 0 0,0 1 1 0 0,0 0 0 0 0,0 0-1 0 0,0 0 1 0 0,0 0 0 0 0,0 0-1 0 0,0 1 1 0 0,0-1 0 0 0,0 0 0 0 0,0 0-1 0 0,0 1 1 0 0,0-1 0 0 0,0 0-1 0 0,0 1 1 0 0,0-1 0 0 0,0 1 0 0 0,0 0-1 0 0,0-1 1 0 0,1 1 0 0 0,-1-1-1 0 0,0 1 1 0 0,1 0 0 0 0,-1 0-1 0 0,0-1 1 0 0,1 1 0 0 0,-1 0 0 0 0,1 0-1 0 0,-1 0 1 0 0,0 1 0 0 0,1-1 1 0 0,0-1 0 0 0,0 1-1 0 0,-1 0 1 0 0,1-1 0 0 0,0 1 0 0 0,-1-1 0 0 0,1 1 0 0 0,0-1 0 0 0,-1 1 0 0 0,1 0 0 0 0,-1-1 0 0 0,1 1-1 0 0,0-1 1 0 0,-1 0 0 0 0,0 1 0 0 0,1-1 0 0 0,-1 1 0 0 0,1-1 0 0 0,-1 0 0 0 0,1 1 0 0 0,-1-1 0 0 0,0 0-1 0 0,1 0 1 0 0,-1 1 0 0 0,0-1 0 0 0,1 0 0 0 0,-1 0 0 0 0,0 0 0 0 0,-1 0 0 0 0,2 0 2 0 0,-1 0 0 0 0,0 0 0 0 0,1 0 0 0 0,-1 0 0 0 0,0 1 0 0 0,0-1 1 0 0,1 0-1 0 0,-1 0 0 0 0,0 1 0 0 0,1-1 0 0 0,-1 0 0 0 0,0 1 0 0 0,1-1 0 0 0,-1 0 1 0 0,1 1-1 0 0,-1-1 0 0 0,0 1 0 0 0,1-1 0 0 0,-1 1 0 0 0,1-1 0 0 0,0 1 0 0 0,-1 0 1 0 0,1-1-1 0 0,-1 1 0 0 0,1-1 0 0 0,0 1 0 0 0,-1 0 0 0 0,1 0 0 0 0,0-1 0 0 0,0 2 1 0 0,-1-1 3 0 0,0 0 0 0 0,0 0 1 0 0,1 0-1 0 0,-1 0 0 0 0,0-1 1 0 0,0 1-1 0 0,0 0 0 0 0,0 0 1 0 0,0-1-1 0 0,0 1 0 0 0,0-1 1 0 0,0 1-1 0 0,0-1 0 0 0,-1 1 1 0 0,1-1-1 0 0,0 1 0 0 0,0-1 1 0 0,0 0-1 0 0,0 0 0 0 0,-1 0 1 0 0,1 0-1 0 0,-1 0 0 0 0,-1 1 33 0 0,-3 2 53 0 0,-1 1 0 0 0,1 0 0 0 0,0 0 0 0 0,0 1 0 0 0,-7 6 0 0 0,-8 6 195 0 0,21-17-277 0 0,-1 0 1 0 0,1 1-1 0 0,-1-1 1 0 0,1 0-1 0 0,0 0 1 0 0,-1 1-1 0 0,1-1 1 0 0,-1 0-1 0 0,1 1 1 0 0,0-1-1 0 0,-1 0 1 0 0,1 1-1 0 0,0-1 1 0 0,0 1-1 0 0,-1-1 1 0 0,1 0-1 0 0,0 1 1 0 0,0-1-1 0 0,0 1 1 0 0,0-1-1 0 0,-1 1 1 0 0,1-1-1 0 0,0 1 1 0 0,0-1-1 0 0,0 1 0 0 0,0-1 1 0 0,0 1-1 0 0,0 0 1 0 0,0-1-8 0 0,0 1 0 0 0,0-1 0 0 0,1 0 0 0 0,-1 1 1 0 0,0-1-1 0 0,-1 0 0 0 0,1 1 0 0 0,0-1 0 0 0,0 0 0 0 0,0 1 0 0 0,0-1 0 0 0,0 0 1 0 0,0 1-1 0 0,0-1 0 0 0,0 0 0 0 0,-1 1 0 0 0,1-1 0 0 0,0 0 0 0 0,0 0 1 0 0,0 1-1 0 0,-1-1 0 0 0,1 0 0 0 0,0 0 0 0 0,0 1 0 0 0,-1-1 0 0 0,1 0 0 0 0,0 0 1 0 0,-1 1-1 0 0,-15 8 286 0 0,11-7-226 0 0,1 0-1 0 0,0 0 1 0 0,0 0 0 0 0,0 1 0 0 0,1 0-1 0 0,-1-1 1 0 0,1 1 0 0 0,-4 4-1 0 0,-4 20 268 0 0,3-16-115 0 0,0 1-1 0 0,0-1 1 0 0,-1-1 0 0 0,-13 12 0 0 0,22-21-207 0 0,-1-1 1 0 0,0 1-1 0 0,1 0 1 0 0,-1-1-1 0 0,1 1 0 0 0,-1 0 1 0 0,1 0-1 0 0,-1-1 1 0 0,1 1-1 0 0,-1 0 1 0 0,1 0-1 0 0,0 0 1 0 0,0-1-1 0 0,-1 1 1 0 0,1 0-1 0 0,0 0 0 0 0,0 0 1 0 0,0 0-1 0 0,0 0 1 0 0,0 0-1 0 0,0 1 1 0 0,-2 10 33 0 0,-6-1-10 0 0,7-10-29 0 0,-1 1 1 0 0,1 0 0 0 0,-1 0 0 0 0,1 0-1 0 0,0 0 1 0 0,0 0 0 0 0,0 0 0 0 0,0 0 0 0 0,0 1-1 0 0,1-1 1 0 0,-1 0 0 0 0,1 0 0 0 0,-1 1-1 0 0,1-1 1 0 0,0 4 0 0 0,0-3-10 0 0,-1 0 0 0 0,1 1 0 0 0,-1-1 0 0 0,1 0 0 0 0,-1 0 0 0 0,0 1 0 0 0,0-1 0 0 0,-1 0 0 0 0,1 0 0 0 0,-1 0 0 0 0,1-1 0 0 0,-1 1 0 0 0,0 0-1 0 0,-4 4 1 0 0,0 1-127 0 0,0 4-517 0 0,6-20-9193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35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22 160 0 0,'0'0'640'0'0,"0"-1"-619"0"0,0 1 0 0 0,0 0 0 0 0,0 0 0 0 0,1 0 0 0 0,-1 0 0 0 0,0 0 0 0 0,0-1 0 0 0,0 1 0 0 0,0 0-1 0 0,0 0 1 0 0,0 0 0 0 0,0 0 0 0 0,0-1 0 0 0,0 1 0 0 0,0 0 0 0 0,0 0 0 0 0,0 0 0 0 0,0-1 0 0 0,0 1-1 0 0,0 0 1 0 0,0 0 0 0 0,0 0 0 0 0,0-1 0 0 0,0 1 0 0 0,0 0 0 0 0,0 0 0 0 0,0 0 0 0 0,0-1 0 0 0,0 1 0 0 0,0 0-1 0 0,0 0 1 0 0,0 0 0 0 0,0 0 0 0 0,-1 0 0 0 0,1-1 0 0 0,0 1 0 0 0,0 0 0 0 0,0 0 0 0 0,0 0 0 0 0,0 0-1 0 0,-1 0 1 0 0,1 0 0 0 0,0-1 0 0 0,0 1 0 0 0,0 0 0 0 0,0 0 0 0 0,-1 0 0 0 0,1 0 0 0 0,0 0 0 0 0,0 0 0 0 0,0 0-1 0 0,-1 0 1 0 0,1 0 0 0 0,0 0 0 0 0,0 0 0 0 0,0 0 0 0 0,-1 0 0 0 0,1 0 0 0 0,0 0 0 0 0,0 0 0 0 0,0 0-1 0 0,-1 0 1 0 0,1 0 0 0 0,0 0 0 0 0,0 0 0 0 0,0 1 0 0 0,-22-3 899 0 0,22 2-869 0 0,0 0-1 0 0,0 0 0 0 0,0 0 0 0 0,0 0 0 0 0,0 0 0 0 0,0 0 0 0 0,1-1 0 0 0,-1 1 0 0 0,0 0 0 0 0,0 0 1 0 0,0 0-1 0 0,0 0 0 0 0,0 0 0 0 0,0 0 0 0 0,0-1 0 0 0,0 1 0 0 0,0 0 0 0 0,0 0 0 0 0,0 0 1 0 0,0 0-1 0 0,0 0 0 0 0,0-1 0 0 0,0 1 0 0 0,0 0 0 0 0,0 0 0 0 0,0 0 0 0 0,0 0 0 0 0,0 0 0 0 0,0-1 1 0 0,0 1-1 0 0,0 0 0 0 0,0 0 0 0 0,0 0 0 0 0,-1 0 0 0 0,1 0 0 0 0,0 0 0 0 0,0 0 0 0 0,0-1 0 0 0,0 1 1 0 0,0 0-1 0 0,22-1 950 0 0,-22 1-982 0 0,0 0 0 0 0,0 0 0 0 0,0 0 1 0 0,0 1-1 0 0,0-1 0 0 0,0 0 0 0 0,0 0 0 0 0,0 0 0 0 0,1 0 0 0 0,-1 0 0 0 0,0 0 0 0 0,0 0 0 0 0,0 0 0 0 0,0 0 1 0 0,0 0-1 0 0,1 0 0 0 0,-1 0 0 0 0,0 0 0 0 0,0 0 0 0 0,0 0 0 0 0,0 0 0 0 0,0 0 0 0 0,1 0 0 0 0,-1 0 0 0 0,0 0 1 0 0,0 0-1 0 0,0 0 0 0 0,0 0 0 0 0,0 0 0 0 0,0 0 0 0 0,1 0 0 0 0,-1 0 0 0 0,0 0 0 0 0,0 0 0 0 0,0-1 1 0 0,0 1-1 0 0,0 0 0 0 0,0 0 0 0 0,0 0 0 0 0,0 0 0 0 0,1 0 0 0 0,-1 0 0 0 0,0 0 0 0 0,0-1 0 0 0,0 1 0 0 0,0 0 1 0 0,0 0-1 0 0,0 0 0 0 0,0 0 0 0 0,0 0 0 0 0,0 0 0 0 0,0-1 0 0 0,0 1 0 0 0,0 0 0 0 0,0 0 0 0 0,0 0 0 0 0,0 0 1 0 0,0 0-1 0 0,0-1 0 0 0,0 1 0 0 0,0 0 0 0 0,0-3 1762 0 0,5 3 3802 0 0,88 14-3034 0 0,129 20 320 0 0,72-13-947 0 0,-100-6-1026 0 0,100 3 51 0 0,-245-19-866 0 0,-38-4-54 0 0,-11 4-12 0 0,-5 1-841 0 0,-60-2-3469 0 0,5-8-1173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38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645 198 880 0 0,'-2'0'211'0'0,"0"0"0"0"0,1 0 0 0 0,-1-1 0 0 0,0 1-1 0 0,1 0 1 0 0,-1-1 0 0 0,0 0 0 0 0,1 1 0 0 0,-1-1 0 0 0,1 0-1 0 0,-1 0 1 0 0,1 1 0 0 0,0-1 0 0 0,-1 0 0 0 0,1-1-1 0 0,0 1 1 0 0,-2-2 0 0 0,2 1 486 0 0,0-1 0 0 0,0 0 0 0 0,1 0 0 0 0,-1 1 0 0 0,1-1 0 0 0,0 0 1 0 0,-1 0-1 0 0,1 0 0 0 0,1-3 0 0 0,-1-3 743 0 0,-1 8-1288 0 0,0 0 0 0 0,0 0 0 0 0,0 0 0 0 0,0 0 0 0 0,0 0 0 0 0,0 0 0 0 0,0 0 0 0 0,0 1 0 0 0,0-1 0 0 0,0 0 0 0 0,0 1 0 0 0,-1-1 0 0 0,1 1 0 0 0,0-1 0 0 0,-1 1 0 0 0,1 0 0 0 0,0-1 0 0 0,-1 1 0 0 0,1 0 0 0 0,-2 0 0 0 0,2 0 111 0 0,-5-1 3259 0 0,6-1-3235 0 0,1 0 1 0 0,-2 0 0 0 0,1 0 0 0 0,0 0 0 0 0,0 0 0 0 0,-1 0 0 0 0,1 0-1 0 0,-1 0 1 0 0,1 0 0 0 0,-3-3 0 0 0,2 4-259 0 0,0-1 0 0 0,-1 1 0 0 0,1 0 0 0 0,-1-1 0 0 0,1 1 0 0 0,-1 0 0 0 0,0 0 0 0 0,0 0 0 0 0,1 0 0 0 0,-1 0 0 0 0,0 1 0 0 0,0-1 0 0 0,0 0 0 0 0,-2 0 0 0 0,-67-27 798 0 0,64 26-753 0 0,-1 0 0 0 0,1 1 0 0 0,-1-1 0 0 0,1 1-1 0 0,-1 1 1 0 0,1-1 0 0 0,-1 1 0 0 0,-9 2 0 0 0,-68 9 307 0 0,62-7-320 0 0,-5 2 29 0 0,0 1-1 0 0,-47 19 0 0 0,54-18-90 0 0,18-8 12 0 0,0 1-1 0 0,1 0 0 0 0,-1 0 1 0 0,1 0-1 0 0,-1 0 1 0 0,1 0-1 0 0,0 1 1 0 0,-1-1-1 0 0,1 1 0 0 0,-3 2 1 0 0,-13 10 154 0 0,12-11-151 0 0,5-3-15 0 0,0 1 0 0 0,0-1 0 0 0,0 0 0 0 0,0 1 0 0 0,0-1 0 0 0,-1 1 0 0 0,1-1 0 0 0,0 1 0 0 0,0 0 1 0 0,1-1-1 0 0,-1 1 0 0 0,0 0 0 0 0,0 0 0 0 0,0 0 0 0 0,0-1 0 0 0,1 1 0 0 0,-1 0 0 0 0,0 0 0 0 0,1 0 0 0 0,-1 0 0 0 0,1 0 0 0 0,-1 0 0 0 0,1 1 0 0 0,-1-1 0 0 0,1 0 0 0 0,0 0 0 0 0,-1 1 0 0 0,1 0 3 0 0,0 0 0 0 0,0 0-1 0 0,0 0 1 0 0,-1 0 0 0 0,1 0 0 0 0,-1 0 0 0 0,1 0-1 0 0,-1-1 1 0 0,0 1 0 0 0,0 0 0 0 0,0 0 0 0 0,0-1 0 0 0,0 1-1 0 0,0-1 1 0 0,0 1 0 0 0,-1-1 0 0 0,-2 3 0 0 0,-7 10 218 0 0,0 20 367 0 0,2-22-417 0 0,8-11-169 0 0,-1 0 0 0 0,1 0 0 0 0,0 0 0 0 0,0 0 0 0 0,0 0 0 0 0,0 0 0 0 0,0 0 0 0 0,0 0 0 0 0,1 1 0 0 0,-1-1 0 0 0,0 0 0 0 0,1 0 0 0 0,-1 1 0 0 0,0-1 0 0 0,1 1 0 0 0,0-1 0 0 0,-1 0 0 0 0,1 1 0 0 0,0-1 0 0 0,0 1 0 0 0,0-1 0 0 0,0 1 0 0 0,0-1 0 0 0,0 1 0 0 0,0-1-1 0 0,0 0 1 0 0,0 1 0 0 0,1-1 0 0 0,-1 1 0 0 0,2 1 0 0 0,19 21 26 0 0,-10 4-14 0 0,11 3-13 0 0,-20-26 0 0 0,0-1 0 0 0,0 0 0 0 0,1 0 0 0 0,-1-1 0 0 0,1 1 0 0 0,0 0 0 0 0,0-1 0 0 0,0 0 0 0 0,1 0 0 0 0,-1 0 0 0 0,1 0 0 0 0,0 0 0 0 0,6 3 0 0 0,6 4 0 0 0,-3-1 9 0 0,1-1 0 0 0,0 0 0 0 0,0-2 0 0 0,1 1 0 0 0,-1-2-1 0 0,1 0 1 0 0,1-1 0 0 0,24 4 0 0 0,-31-6-8 0 0,19 2-4 0 0,1-1 0 0 0,0-1 0 0 0,-1-1 1 0 0,56-6-1 0 0,104-27 70 0 0,-163 27-60 0 0,-1-2 1 0 0,0 0-1 0 0,0-2 1 0 0,-1-1-1 0 0,0-1 1 0 0,28-17-1 0 0,-1-6-80 0 0,60-55-1 0 0,-106 86 75 0 0,50-44-107 0 0,-52 45 106 0 0,-1 0 0 0 0,1 0 0 0 0,-1 0 0 0 0,0-1 0 0 0,0 1 0 0 0,0 0 0 0 0,0 0 0 0 0,0-1 0 0 0,-1 1 0 0 0,1-1 0 0 0,-1 1 0 0 0,1-1 0 0 0,-1 1 0 0 0,0-1 0 0 0,0 1 0 0 0,0-1 0 0 0,0 1 0 0 0,0-1 0 0 0,-1 1 0 0 0,1 0 0 0 0,-1-1 0 0 0,0 1 0 0 0,0-1 0 0 0,0 1 0 0 0,0 0 0 0 0,0 0 0 0 0,0-1 0 0 0,0 1 0 0 0,-3-2 0 0 0,-9-10-59 0 0,-1 1 1 0 0,-1 1 0 0 0,0 0-1 0 0,0 1 1 0 0,-1 0 0 0 0,-1 2-1 0 0,-25-12 1 0 0,6 8-14 0 0,-1 1 1 0 0,-1 2 0 0 0,0 1-1 0 0,-1 2 1 0 0,-63-2-1 0 0,49 8-1834 0 0,-98 12-1 0 0,70-3-628 0 0,49-2-666 0 0,42 0-1532 0 0,-5-4 3210 0 0,1 4-4760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39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 2881 0 0,'-32'42'5123'0'0,"-1"-1"-641"0"0,0-14-2161 0 0,33-6-1041 0 0,-65 0-239 0 0,65-1 79 0 0,-33 8-399 0 0,33-8-241 0 0,0 7-80 0 0,0-6 0 0 0,0 8-240 0 0,0-16 0 0 0,33-7-1600 0 0,-33 2-3202 0 0,33-16-3922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39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47 1521 0 0,'-38'0'3143'0'0,"0"-2"1"0"0,-44-7 0 0 0,77 7-1784 0 0,10-4-479 0 0,39-4-494 0 0,1 2-1 0 0,0 2 1 0 0,0 2 0 0 0,80 4 0 0 0,-112 5-319 0 0,-10-3-43 0 0,-1-1 14 0 0,15 8 44 0 0,-16-8-70 0 0,-1-1 0 0 0,1 0 0 0 0,-1 0 0 0 0,0 1 0 0 0,1-1 0 0 0,-1 0 0 0 0,0 1 0 0 0,1-1 0 0 0,-1 1 0 0 0,0-1 0 0 0,1 0 0 0 0,-1 1 0 0 0,0-1 0 0 0,0 1 0 0 0,0-1 0 0 0,1 1 0 0 0,-1-1 0 0 0,0 1 0 0 0,0-1 0 0 0,0 0 0 0 0,0 1 0 0 0,0-1 0 0 0,0 1 0 0 0,0-1 0 0 0,0 1 0 0 0,0-1 0 0 0,0 1 0 0 0,0-1 0 0 0,0 1 0 0 0,0-1 0 0 0,0 1 0 0 0,0-1 0 0 0,-1 1-1 0 0,1-1 1 0 0,0 1 0 0 0,0-1 0 0 0,-1 0 0 0 0,1 1 0 0 0,0-1 0 0 0,-1 1 0 0 0,1 0 0 0 0,-8 6 285 0 0,-1 1 0 0 0,1-1 0 0 0,-1 0 0 0 0,-1-1 0 0 0,1 0 0 0 0,-1 0 1 0 0,0-1-1 0 0,-16 6 0 0 0,-1-2 519 0 0,0-1 1 0 0,-31 5 0 0 0,31-11 27 0 0,21-3-716 0 0,0 1 351 0 0,12 0-400 0 0,35 0-30 0 0,10-1-56 0 0,57 7 0 0 0,-97-5 17 0 0,0 0-1 0 0,1 1 0 0 0,-2 1 0 0 0,1-1 0 0 0,0 2 0 0 0,0 0 0 0 0,-1 0 1 0 0,0 1-1 0 0,0 0 0 0 0,0 0 0 0 0,9 9 0 0 0,-18-13 23 0 0,1 0 1 0 0,-1 0-1 0 0,0 1 0 0 0,0-1 1 0 0,0 1-1 0 0,0-1 1 0 0,-1 1-1 0 0,1-1 0 0 0,0 1 1 0 0,0-1-1 0 0,-1 1 0 0 0,1 0 1 0 0,-1 0-1 0 0,0-1 0 0 0,0 1 1 0 0,1 0-1 0 0,-1-1 0 0 0,0 1 1 0 0,0 0-1 0 0,-1 0 0 0 0,1-1 1 0 0,0 1-1 0 0,0 0 0 0 0,-1-1 1 0 0,1 1-1 0 0,-1 0 0 0 0,0-1 1 0 0,1 1-1 0 0,-1 0 1 0 0,0-1-1 0 0,0 1 0 0 0,0-1 1 0 0,0 0-1 0 0,0 1 0 0 0,0-1 1 0 0,0 0-1 0 0,-1 0 0 0 0,1 1 1 0 0,-2 0-1 0 0,-21 9 250 0 0,0 0 0 0 0,0-2 0 0 0,-43 11 0 0 0,33-10 119 0 0,-102 37 1519 0 0,76-32-1921 0 0,-98 12 0 0 0,157-27 37 0 0,-29-1-1798 0 0,22-5-1930 0 0,14-9-2526 0 0,1 9 3924 0 0,0-1 0 0 0,1 1 1 0 0,13-9-1 0 0,-4 3-328 0 0,16-14-1381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40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555 37 1521 0 0,'0'-2'505'0'0,"0"0"0"0"0,0 0 0 0 0,0 0 1 0 0,0 0-1 0 0,-1 0 0 0 0,1 0 1 0 0,0 0-1 0 0,-1 0 0 0 0,0 0 0 0 0,1 0 1 0 0,-1 1-1 0 0,-1-3 0 0 0,1 3-364 0 0,0 0 0 0 0,0 0 0 0 0,0 0 0 0 0,0 1 1 0 0,0-1-1 0 0,0 0 0 0 0,0 1 0 0 0,0-1 0 0 0,0 1 0 0 0,0-1 0 0 0,-1 1 0 0 0,1 0 0 0 0,0-1 0 0 0,0 1 1 0 0,0 0-1 0 0,0 0 0 0 0,-1 0 0 0 0,1 0 0 0 0,0 0 0 0 0,0 0 0 0 0,0 0 0 0 0,-1 0 0 0 0,1 0 0 0 0,0 1 1 0 0,0-1-1 0 0,-2 1 0 0 0,-16 6 639 0 0,1 1 1 0 0,0 1 0 0 0,-26 18-1 0 0,-9 3 126 0 0,37-23-511 0 0,0 2 0 0 0,1-1 0 0 0,0 2 0 0 0,-21 18 0 0 0,35-28-372 0 0,1 1 0 0 0,-1 0 0 0 0,1-1 0 0 0,-1 1 0 0 0,1 0 0 0 0,-1-1 0 0 0,1 1 0 0 0,0 0 0 0 0,-1 0 0 0 0,1-1 0 0 0,0 1 0 0 0,0 0 0 0 0,-1 0 0 0 0,1 0 1 0 0,0-1-1 0 0,0 1 0 0 0,0 0 0 0 0,0 1 0 0 0,0-1-11 0 0,0-1 0 0 0,0 1-1 0 0,0-1 1 0 0,0 1 0 0 0,0-1 0 0 0,0 1 0 0 0,0-1 0 0 0,0 1 0 0 0,0-1 0 0 0,0 1-1 0 0,0-1 1 0 0,0 1 0 0 0,-1-1 0 0 0,1 0 0 0 0,0 1 0 0 0,0-1 0 0 0,-1 1 0 0 0,1-1-1 0 0,0 0 1 0 0,-1 1 0 0 0,1-1 0 0 0,0 1 0 0 0,-1-1 0 0 0,1 0 0 0 0,-1 1 0 0 0,-9 4 111 0 0,9-5-107 0 0,0 1 0 0 0,-1-1 0 0 0,1 1 0 0 0,0-1 0 0 0,0 1 0 0 0,1 0 0 0 0,-1-1 0 0 0,0 1 0 0 0,0 0 0 0 0,0 0 0 0 0,0-1 0 0 0,1 1 0 0 0,-1 0 0 0 0,0 0 0 0 0,1 0 0 0 0,-1 0 0 0 0,0 0 0 0 0,1 0 0 0 0,-1 0 0 0 0,1 0 0 0 0,0 0 0 0 0,-1 0 0 0 0,1 1 0 0 0,0-1 0 0 0,0 0 0 0 0,0 0 0 0 0,0 0 0 0 0,0 0 0 0 0,0 0 0 0 0,0 1 0 0 0,0-1 0 0 0,0 0-1 0 0,1 2 2 0 0,-1-2-6 0 0,-1 0 0 0 0,1 0 0 0 0,0 0 0 0 0,-1 1 1 0 0,1-1-1 0 0,0 0 0 0 0,-1 0 0 0 0,0 0 1 0 0,1 0-1 0 0,-1 0 0 0 0,1 0 0 0 0,-1 0 1 0 0,0 0-1 0 0,0 0 0 0 0,0 0 0 0 0,1 0 0 0 0,-1 0 1 0 0,0-1-1 0 0,0 1 0 0 0,0 0 0 0 0,0-1 1 0 0,0 1-1 0 0,-2 0 0 0 0,2-1 15 0 0,1 0-1 0 0,-1 1 0 0 0,0-1 1 0 0,0 0-1 0 0,1 1 1 0 0,-1-1-1 0 0,0 0 1 0 0,1 1-1 0 0,-1-1 0 0 0,0 1 1 0 0,1-1-1 0 0,-1 1 1 0 0,1 0-1 0 0,-1-1 1 0 0,1 1-1 0 0,-1 0 0 0 0,1-1 1 0 0,-1 1-1 0 0,1 0 1 0 0,0-1-1 0 0,-1 1 1 0 0,1 0-1 0 0,0 0 0 0 0,0-1 1 0 0,-1 1-1 0 0,1 0 1 0 0,0 0-1 0 0,0 0 1 0 0,0-1-1 0 0,0 1 0 0 0,0 0 1 0 0,0 0-1 0 0,0 0 1 0 0,0-1-1 0 0,1 1 1 0 0,-1 0-1 0 0,0 0 0 0 0,0-1 1 0 0,1 1-1 0 0,-1 0 1 0 0,0 0-1 0 0,1-1 1 0 0,-1 1-1 0 0,1 1 0 0 0,21 24 963 0 0,-21-24-955 0 0,1 0 1 0 0,-1 1-1 0 0,1-1 1 0 0,-1 0-1 0 0,1 0 0 0 0,0 0 1 0 0,0 0-1 0 0,0 0 1 0 0,0 0-1 0 0,0-1 1 0 0,0 1-1 0 0,4 1 1 0 0,11 7-96 0 0,-3-1 17 0 0,1-2-1 0 0,0 0 1 0 0,0-1 0 0 0,18 5-1 0 0,12-2 32 0 0,-35-9 15 0 0,1-2-1 0 0,-1 2 2 0 0,1 0 0 0 0,-1-1 0 0 0,1 0 0 0 0,-1-1 0 0 0,1 0-1 0 0,18-6 1 0 0,-29 7 2 0 0,1 1-1 0 0,-1 0 0 0 0,1 0 0 0 0,-1-1 1 0 0,0 1-1 0 0,1 0 0 0 0,-1-1 0 0 0,0 1 1 0 0,1 0-1 0 0,-1-1 0 0 0,0 1 1 0 0,1 0-1 0 0,-1-1 0 0 0,0 1 0 0 0,0-1 1 0 0,0 1-1 0 0,1-1 0 0 0,-1 1 0 0 0,0 0 1 0 0,0-1-1 0 0,0 1 0 0 0,0-1 0 0 0,0 1 1 0 0,0-1-1 0 0,0 1 0 0 0,0-1 1 0 0,0 1-1 0 0,0-1 0 0 0,0 1 0 0 0,0-1 1 0 0,0 1-1 0 0,0-1 0 0 0,-1 1 0 0 0,1 0 1 0 0,0-1-1 0 0,0 1 0 0 0,0-1 1 0 0,-1 1-1 0 0,1 0 0 0 0,0-1 0 0 0,-1 1 1 0 0,1-1-1 0 0,0 1 0 0 0,-1 0 0 0 0,1 0 1 0 0,0-1-1 0 0,-1 1 0 0 0,0-1 0 0 0,-5-4 35 0 0,1 1 12 0 0,-1-1 1 0 0,1 1-1 0 0,-1-1 1 0 0,0 2-1 0 0,0-1 1 0 0,-1 1-1 0 0,1 0 1 0 0,-1 0-1 0 0,1 0 1 0 0,-1 1-1 0 0,0 0 1 0 0,-11-1-1 0 0,-70-5-585 0 0,-123 3 0 0 0,156 5-1196 0 0,51 0 1068 0 0,-35-2-2733 0 0,38 2 3097 0 0,1 0 0 0 0,-1 0 0 0 0,0 0 0 0 0,0 0 0 0 0,0-1 0 0 0,0 1 0 0 0,0 0 0 0 0,0 0 0 0 0,0-1 0 0 0,0 1 0 0 0,0-1 0 0 0,1 1 1 0 0,-1-1-1 0 0,0 1 0 0 0,0-1 0 0 0,0 1 0 0 0,1-1 0 0 0,-1 0 0 0 0,0 1 0 0 0,1-1 0 0 0,-1 0 0 0 0,1 0 0 0 0,-1 1 0 0 0,1-1 0 0 0,-1 0 0 0 0,1 0 0 0 0,-1 0 0 0 0,1 0 1 0 0,0 0-1 0 0,-1-1 0 0 0,1-7-4450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44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49 480 0 0,'-35'-8'3763'0'0,"20"4"-1578"0"0,-1 1 0 0 0,0 0-1 0 0,0 2 1 0 0,-16-1 0 0 0,-28-3 2951 0 0,64 6-2708 0 0,25 3-748 0 0,96 4 1668 0 0,-15-12-1819 0 0,-84 1-1217 0 0,16 1-13 0 0,-16 1-154 0 0,0-1 0 0 0,31-7 0 0 0,-34 4-820 0 0,1 2 1 0 0,26-2 0 0 0,16 4-6334 0 0,-61 1 5548 0 0,13 0-510 0 0,-18 0 1722 0 0,1 0 0 0 0,-1 0 0 0 0,0 0 0 0 0,1 0 0 0 0,-1 0 0 0 0,1 0-1 0 0,-1 0 1 0 0,0 0 0 0 0,1 0 0 0 0,-1 0 0 0 0,1 1 0 0 0,-1-1-1 0 0,0 0 1 0 0,1 0 0 0 0,-1 0 0 0 0,0 1 0 0 0,1-1 0 0 0,-1 0 0 0 0,0 0-1 0 0,1 1 1 0 0,-1-1 0 0 0,0 0 0 0 0,0 1 0 0 0,1-1 0 0 0,-1 0-1 0 0,0 1 1 0 0,0-1 0 0 0,0 0 0 0 0,1 1 0 0 0,-1-1 0 0 0,0 1 0 0 0,0 0-1 0 0,0 12-5353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45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69 2721 0 0,'-33'-14'2962'0'0,"33"1"79"0"0,0 5-160 0 0,-32 2-320 0 0,32-1-400 0 0,32 7 1521 0 0,1 0-2241 0 0,32 0-241 0 0,1 7-239 0 0,32-7-481 0 0,-7 0-1040 0 0,7 0-1681 0 0,0 0-2722 0 0,0-13-1519 0 0,-33-2 639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50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131 188 1040 0 0,'0'-2'121'0'0,"0"0"0"0"0,0 0 0 0 0,-1 0 0 0 0,1 0 0 0 0,-1 0 0 0 0,1 1-1 0 0,-1-1 1 0 0,0 0 0 0 0,1 0 0 0 0,-1 0 0 0 0,0 0 0 0 0,-1 1-1 0 0,1-1 1 0 0,0 1 0 0 0,-2-3 0 0 0,2 4-62 0 0,1-1 0 0 0,-1 0 0 0 0,0 0 0 0 0,0 0 1 0 0,1 0-1 0 0,-1 0 0 0 0,0 0 0 0 0,1-1 0 0 0,-1 1 0 0 0,1 0 0 0 0,0 0 0 0 0,-1 0 1 0 0,1-2-1 0 0,8-17 797 0 0,-6 17-748 0 0,0 1 1 0 0,-1-1 0 0 0,0 1 0 0 0,1-1-1 0 0,-1 1 1 0 0,0-1 0 0 0,0 0 0 0 0,-1 0-1 0 0,1 1 1 0 0,0-1 0 0 0,-1-3 0 0 0,0 4-53 0 0,0 0 1 0 0,1 1-1 0 0,-1-1 1 0 0,0 0 0 0 0,0 1-1 0 0,1-1 1 0 0,-1 0-1 0 0,1 1 1 0 0,-1-1 0 0 0,1 1-1 0 0,0-1 1 0 0,0 1-1 0 0,0-1 1 0 0,0 1 0 0 0,0 0-1 0 0,0-1 1 0 0,0 1-1 0 0,0 0 1 0 0,0 0-1 0 0,1 0 1 0 0,1-2 0 0 0,7-6 245 0 0,-4 0 42 0 0,-4 7-259 0 0,-1 0 0 0 0,1 0 0 0 0,-1 1 0 0 0,1-1 0 0 0,0 0 0 0 0,0 0 0 0 0,0 1-1 0 0,0 0 1 0 0,0-1 0 0 0,0 1 0 0 0,0 0 0 0 0,0 0 0 0 0,0 0 0 0 0,1 0 0 0 0,-1 0 0 0 0,4 0 0 0 0,2-2 124 0 0,1 1 0 0 0,-1 0 1 0 0,0 1-1 0 0,1 0 0 0 0,-1 1 1 0 0,1-1-1 0 0,-1 2 0 0 0,17 1 1 0 0,76 19 1595 0 0,-45-8-799 0 0,-54-13-960 0 0,0 0 1 0 0,-1 0-1 0 0,1 1 0 0 0,0-1 0 0 0,-1 1 1 0 0,1-1-1 0 0,0 1 0 0 0,-1 0 0 0 0,1 0 1 0 0,-1 0-1 0 0,0 0 0 0 0,1 0 1 0 0,-1 0-1 0 0,0 0 0 0 0,1 0 0 0 0,-1 0 1 0 0,0 1-1 0 0,0-1 0 0 0,0 0 0 0 0,0 1 1 0 0,0-1-1 0 0,1 2 0 0 0,-2 0 33 0 0,1 0-1 0 0,-1 0 1 0 0,1 0-1 0 0,-1 0 1 0 0,0 0 0 0 0,0-1-1 0 0,0 1 1 0 0,-1 0-1 0 0,1 0 1 0 0,0 0-1 0 0,-1 0 1 0 0,0 0-1 0 0,0-1 1 0 0,0 1 0 0 0,-1 3-1 0 0,-13 22 187 0 0,-1-1 1 0 0,-2 0-1 0 0,0-1 0 0 0,-30 32 1 0 0,11-13 328 0 0,27-31-499 0 0,-1-1-1 0 0,0-1 1 0 0,-1 0-1 0 0,0-1 1 0 0,-1 0 0 0 0,0-1-1 0 0,-1 0 1 0 0,0-1-1 0 0,-1 0 1 0 0,-28 11-1 0 0,30-14-59 0 0,-1-2 0 0 0,1 0-1 0 0,-1 0 1 0 0,-25 3-1 0 0,35-7-32 0 0,0 0 0 0 0,1 0 0 0 0,-1 0 0 0 0,1 0 0 0 0,-1-1 0 0 0,1 1 0 0 0,-1-1 0 0 0,1 0 0 0 0,-1 0 0 0 0,1 0 0 0 0,-4-2 0 0 0,6 2-6 0 0,-1 0 0 0 0,1 0 1 0 0,0 0-1 0 0,-1 0 0 0 0,1 0 1 0 0,0 0-1 0 0,0-1 0 0 0,0 1 0 0 0,0-1 1 0 0,0 1-1 0 0,0 0 0 0 0,0-1 0 0 0,0 0 1 0 0,1 1-1 0 0,-1-1 0 0 0,0 1 0 0 0,1-1 1 0 0,-1 0-1 0 0,1 0 0 0 0,0 1 0 0 0,0-1 1 0 0,0 0-1 0 0,0-2 0 0 0,0-141-183 0 0,0 145 186 0 0,0-1 0 0 0,0 1 0 0 0,0 0 0 0 0,1-1 0 0 0,-1 1-1 0 0,0-1 1 0 0,0 1 0 0 0,0 0 0 0 0,1-1 0 0 0,-1 1 0 0 0,0-1-1 0 0,1 1 1 0 0,-1 0 0 0 0,0 0 0 0 0,1-1 0 0 0,-1 1 0 0 0,1 0-1 0 0,-1-1 1 0 0,0 1 0 0 0,1 0 0 0 0,-1 0 0 0 0,1 0 0 0 0,-1 0-1 0 0,1-1 1 0 0,-1 1 0 0 0,0 0 0 0 0,1 0 0 0 0,-1 0 0 0 0,1 0-1 0 0,-1 0 1 0 0,1 0 0 0 0,-1 0 0 0 0,1 0 0 0 0,-1 0 0 0 0,1 0-1 0 0,-1 1 1 0 0,19 1-22 0 0,-19-2 23 0 0,11 3 12 0 0,-1 0 0 0 0,0 1 0 0 0,-1 0 0 0 0,1 0 0 0 0,-1 1 0 0 0,0 1 0 0 0,15 10 0 0 0,1 4 106 0 0,24 26-1 0 0,-19-16 19 0 0,3-2-26 0 0,-12-9-45 0 0,-1 0 1 0 0,36 43-1 0 0,-53-58-285 0 0,0-1-1 0 0,0 0 1 0 0,0 1-1 0 0,0-1 1 0 0,1 0-1 0 0,-1-1 0 0 0,1 1 1 0 0,0-1-1 0 0,0 1 1 0 0,0-1-1 0 0,0 0 1 0 0,0-1-1 0 0,0 1 0 0 0,1-1 1 0 0,-1 1-1 0 0,0-1 1 0 0,1-1-1 0 0,-1 1 0 0 0,1-1 1 0 0,-1 0-1 0 0,1 0 1 0 0,0 0-1 0 0,-1 0 1 0 0,1-1-1 0 0,-1 0 0 0 0,0 1 1 0 0,8-4-1 0 0,-10 3-283 0 0,1 1-1 0 0,-1-1 0 0 0,1 0 1 0 0,0 0-1 0 0,-1 0 0 0 0,0-1 1 0 0,1 1-1 0 0,-1-1 0 0 0,0 1 1 0 0,0-1-1 0 0,4-3 0 0 0,-5 4 154 0 0,0 0 0 0 0,-1-1 0 0 0,1 1 0 0 0,-1 0 1 0 0,1 0-1 0 0,-1 0 0 0 0,1-1 0 0 0,-1 1 0 0 0,0 0 0 0 0,1-1 0 0 0,-1 1 0 0 0,0 0 0 0 0,0 0 0 0 0,0-3 0 0 0,0 4 346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48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28 451 400 0 0,'-22'0'4015'0'0,"22"0"-3797"0"0,0 0 0 0 0,-1 0 0 0 0,1-1 0 0 0,0 1 0 0 0,0 0 0 0 0,-1 0 0 0 0,1 0 0 0 0,0 0-1 0 0,-1-1 1 0 0,1 1 0 0 0,0 0 0 0 0,0 0 0 0 0,0-1 0 0 0,-1 1 0 0 0,1 0 0 0 0,0 0 0 0 0,0-1 0 0 0,0 1-1 0 0,0 0 1 0 0,-1-1 0 0 0,1 1 0 0 0,0 0 0 0 0,0 0 0 0 0,0-1 0 0 0,0 1 0 0 0,0 0 0 0 0,0-1 0 0 0,0 1-1 0 0,0 0 1 0 0,0-1 0 0 0,0 1 0 0 0,0 0 0 0 0,0-1 0 0 0,0 1 0 0 0,5-12 1266 0 0,1 10-1368 0 0,-5 1-68 0 0,0 1 0 0 0,0 0 1 0 0,0 0-1 0 0,-1-1 1 0 0,1 1-1 0 0,0-1 0 0 0,0 1 1 0 0,0-1-1 0 0,-1 1 1 0 0,1-1-1 0 0,0 1 0 0 0,-1-1 1 0 0,1 0-1 0 0,0 1 1 0 0,-1-1-1 0 0,1 0 0 0 0,-1 0 1 0 0,1 1-1 0 0,-1-1 0 0 0,1 0 1 0 0,-1 0-1 0 0,0 0 1 0 0,1 0-1 0 0,-1 1 0 0 0,0-1 1 0 0,0 0-1 0 0,0 0 1 0 0,0 0-1 0 0,1 0 0 0 0,-1 0 1 0 0,0 0-1 0 0,-1 0 1 0 0,1-1-1 0 0,0 1-8 0 0,0-1 0 0 0,0 1 1 0 0,1 0-1 0 0,-1 0 0 0 0,0 0 0 0 0,1 0 0 0 0,-1 0 1 0 0,1 0-1 0 0,-1 0 0 0 0,1 0 0 0 0,-1 0 0 0 0,1 0 1 0 0,0 0-1 0 0,-1 0 0 0 0,1 0 0 0 0,0 0 1 0 0,0 1-1 0 0,0-1 0 0 0,0 0 0 0 0,0 1 0 0 0,0-1 1 0 0,0 0-1 0 0,0 1 0 0 0,0-1 0 0 0,1 1 0 0 0,7-7 276 0 0,29-41 1151 0 0,64-60 1191 0 0,-8 6-327 0 0,-86 94-2157 0 0,-6 7-126 0 0,0 0 0 0 0,0-1 0 0 0,0 1 0 0 0,-1-1 0 0 0,1 0 0 0 0,0 1 0 0 0,-1-1 0 0 0,0 0 0 0 0,1 0 0 0 0,-1 0 0 0 0,0 0 0 0 0,0 0 0 0 0,0-1 0 0 0,0 1 0 0 0,0 0 0 0 0,-1 0 0 0 0,1-1 0 0 0,-1 1 0 0 0,1-5 0 0 0,-1 6-27 0 0,0 0 0 0 0,0 0 1 0 0,0 0-1 0 0,0 0 0 0 0,0-1 0 0 0,0 1 1 0 0,1 0-1 0 0,-1 0 0 0 0,0 0 1 0 0,1 0-1 0 0,-1 0 0 0 0,1 0 0 0 0,-1 0 1 0 0,1 0-1 0 0,-1 0 0 0 0,1 0 0 0 0,0 0 1 0 0,-1 0-1 0 0,1 1 0 0 0,0-1 1 0 0,0 0-1 0 0,0 0 0 0 0,-1 1 0 0 0,1-1 1 0 0,0 0-1 0 0,0 1 0 0 0,2-1 0 0 0,-2 0 7 0 0,0 1 0 0 0,0-1 0 0 0,0 1 0 0 0,0-1-1 0 0,0 0 1 0 0,0 1 0 0 0,0-1 0 0 0,0 0 0 0 0,0 0-1 0 0,-1 0 1 0 0,1 0 0 0 0,0 0 0 0 0,-1 1 0 0 0,1-1-1 0 0,0 0 1 0 0,-1 0 0 0 0,1-1 0 0 0,-1 1 0 0 0,0 0-1 0 0,1 0 1 0 0,-1 0 0 0 0,0 0 0 0 0,0 0 0 0 0,1 0-1 0 0,-1 0 1 0 0,0-1 0 0 0,0-1 0 0 0,0-6 305 0 0,0 17-118 0 0,0 14-110 0 0,0-9-62 0 0,1-10-33 0 0,-1-1 1 0 0,0 1-1 0 0,1-1 1 0 0,-1 1-1 0 0,0-1 1 0 0,-1 1-1 0 0,1-1 1 0 0,0 1-1 0 0,-1-1 1 0 0,1 1-1 0 0,-1-1 1 0 0,0 0-1 0 0,0 1 1 0 0,-2 3-1 0 0,-6 3-18 0 0,7-8 5 0 0,1 0 0 0 0,-1 0 0 0 0,1 1 1 0 0,0-1-1 0 0,0 0 0 0 0,0 0 0 0 0,0 1 1 0 0,0-1-1 0 0,0 0 0 0 0,0 1 0 0 0,0-1 1 0 0,0 1-1 0 0,1-1 0 0 0,-1 1 0 0 0,1-1 1 0 0,-1 1-1 0 0,1 0 0 0 0,-1-1 0 0 0,1 1 1 0 0,0 2-1 0 0,0-3 3 0 0,0 0 0 0 0,0 0-1 0 0,0 0 1 0 0,0 0 0 0 0,0 0 0 0 0,0 0 0 0 0,-1 0 0 0 0,1 0 0 0 0,0 0 0 0 0,-1 0 0 0 0,1 0-1 0 0,-1 0 1 0 0,1 0 0 0 0,-1 0 0 0 0,1 0 0 0 0,-1 0 0 0 0,0-1 0 0 0,1 1 0 0 0,-1 0 0 0 0,0 0-1 0 0,1-1 1 0 0,-1 1 0 0 0,0 0 0 0 0,0-1 0 0 0,0 1 0 0 0,0-1 0 0 0,0 1 0 0 0,-2 0 0 0 0,2-1 0 0 0,1 1 1 0 0,-1-1-1 0 0,0 1 1 0 0,0-1-1 0 0,0 1 1 0 0,0-1 0 0 0,0 1-1 0 0,0 0 1 0 0,1-1-1 0 0,-1 1 1 0 0,0 0-1 0 0,1 0 1 0 0,-1-1 0 0 0,0 1-1 0 0,1 0 1 0 0,-1 0-1 0 0,1 0 1 0 0,-1 0-1 0 0,1 0 1 0 0,-1 0 0 0 0,1 0-1 0 0,0 0 1 0 0,0 0-1 0 0,-1 0 1 0 0,1 0-1 0 0,0 0 1 0 0,0 0 0 0 0,0 2-1 0 0,1 4 0 0 0,-1-5 0 0 0,1 1 0 0 0,-1-1 0 0 0,0 1 0 0 0,0-1 0 0 0,0 0 0 0 0,0 1 0 0 0,0-1 0 0 0,0 1 0 0 0,-1-1 0 0 0,1 0 0 0 0,-1 1 0 0 0,0-1 0 0 0,1 0 0 0 0,-1 0 0 0 0,-2 4 0 0 0,-7 0 12 0 0,9-5-10 0 0,0 0 1 0 0,0-1-1 0 0,-1 1 1 0 0,1 0-1 0 0,0 0 0 0 0,0 0 1 0 0,0-1-1 0 0,0 1 0 0 0,0 0 1 0 0,1 0-1 0 0,-1 1 0 0 0,0-1 1 0 0,0 0-1 0 0,1 0 0 0 0,-1 0 1 0 0,1 0-1 0 0,-1 1 0 0 0,1-1 1 0 0,-1 0-1 0 0,1 0 0 0 0,0 1 1 0 0,-1-1-1 0 0,1 0 0 0 0,0 1 1 0 0,0-1-1 0 0,0 0 0 0 0,0 1 1 0 0,1 1-1 0 0,-1-2-1 0 0,-1-1-1 0 0,1 1 1 0 0,0-1 0 0 0,0 1-1 0 0,0 0 1 0 0,0-1-1 0 0,-1 1 1 0 0,1-1 0 0 0,0 1-1 0 0,-1-1 1 0 0,1 1 0 0 0,0-1-1 0 0,-1 0 1 0 0,1 1-1 0 0,-1-1 1 0 0,1 1 0 0 0,0-1-1 0 0,-1 0 1 0 0,1 1 0 0 0,-1-1-1 0 0,1 0 1 0 0,-1 1-1 0 0,0-1 1 0 0,1 0 0 0 0,-1 0-1 0 0,1 0 1 0 0,-1 1 0 0 0,1-1-1 0 0,-1 0 1 0 0,1 0-1 0 0,-1 0 1 0 0,0 0 0 0 0,0 0-1 0 0,0 0 2 0 0,0 0-1 0 0,1 0 0 0 0,-1 0 0 0 0,0 0 1 0 0,0 0-1 0 0,1 0 0 0 0,-1 0 0 0 0,0 1 1 0 0,1-1-1 0 0,-1 0 0 0 0,0 0 0 0 0,1 1 1 0 0,-1-1-1 0 0,0 0 0 0 0,1 1 1 0 0,-1-1-1 0 0,1 1 0 0 0,-1-1 0 0 0,1 1 1 0 0,-1-1-1 0 0,1 1 0 0 0,-1-1 0 0 0,1 1 1 0 0,0-1-1 0 0,-1 1 0 0 0,1 0 0 0 0,-1-1 1 0 0,1 1-1 0 0,0-1 0 0 0,0 1 1 0 0,0 0-1 0 0,-1 0 0 0 0,1-1 0 0 0,0 1 1 0 0,0 0-1 0 0,0 0-1 0 0,0-1 1 0 0,0 0-1 0 0,0 1 0 0 0,0-1 1 0 0,0 0-1 0 0,0 0 0 0 0,0 1 1 0 0,0-1-1 0 0,0 0 1 0 0,0 1-1 0 0,0-1 0 0 0,0 0 1 0 0,0 0-1 0 0,-1 1 0 0 0,1-1 1 0 0,0 0-1 0 0,0 0 1 0 0,0 1-1 0 0,0-1 0 0 0,-1 0 1 0 0,1 0-1 0 0,0 0 0 0 0,0 1 1 0 0,0-1-1 0 0,-1 0 0 0 0,1 0 1 0 0,0 0-1 0 0,0 0 1 0 0,-1 1-1 0 0,1-1 0 0 0,0 0 1 0 0,0 0-1 0 0,-1 0 0 0 0,1 0 1 0 0,0 0-1 0 0,-4 0 6 0 0,3 0-4 0 0,0 0 0 0 0,1 0 1 0 0,-1 0-1 0 0,0 0 0 0 0,0 0 0 0 0,0 1 1 0 0,0-1-1 0 0,0 0 0 0 0,0 0 1 0 0,0 0-1 0 0,1 1 0 0 0,-1-1 1 0 0,0 0-1 0 0,0 1 0 0 0,0-1 1 0 0,1 1-1 0 0,-1-1 0 0 0,0 1 1 0 0,0-1-1 0 0,1 1 0 0 0,-1 0 1 0 0,0-1-1 0 0,1 1 0 0 0,-1 0 0 0 0,1 0 1 0 0,-1-1-1 0 0,1 1 0 0 0,-1 0 1 0 0,1 0-1 0 0,0 0 0 0 0,-1-1 1 0 0,1 1-1 0 0,0 0 0 0 0,0 0 1 0 0,0 0-1 0 0,-1 0 0 0 0,1 1 1 0 0,-5 6 10 0 0,-17 4-120 0 0,22-11 112 0 0,0-1-1 0 0,-1 0 0 0 0,1 0 1 0 0,0 0-1 0 0,-1 1 0 0 0,1-1 1 0 0,0 0-1 0 0,0 0 0 0 0,0 1 1 0 0,-1-1-1 0 0,1 0 0 0 0,0 1 1 0 0,0-1-1 0 0,0 0 0 0 0,0 1 1 0 0,-1-1-1 0 0,1 0 0 0 0,0 1 1 0 0,0-1-1 0 0,0 0 1 0 0,0 1-1 0 0,0-1 0 0 0,0 0 1 0 0,0 1-1 0 0,0-1 0 0 0,0 1 1 0 0,0-1-1 0 0,0 0 0 0 0,0 1 1 0 0,0-1-1 0 0,1 0 0 0 0,-1 1 1 0 0,0-1-1 0 0,0 0 0 0 0,0 1 1 0 0,0-1-1 0 0,1 0 0 0 0,-1 0 1 0 0,0 1-1 0 0,0-1 0 0 0,0 0 1 0 0,1 1-1 0 0,-1-1 1 0 0,0 0-1 0 0,1 1 0 0 0,7 4 149 0 0,-7-4-121 0 0,1 0 0 0 0,-1-1 0 0 0,0 1 0 0 0,0 0 0 0 0,0 0 0 0 0,0-1 0 0 0,0 1 0 0 0,0 0 0 0 0,0 0 0 0 0,0 0 0 0 0,0 1 0 0 0,0-1 0 0 0,0 0 0 0 0,-1 0 0 0 0,1 0 0 0 0,0 0 0 0 0,-1 1 0 0 0,1-1 0 0 0,-1 0 0 0 0,0 1 0 0 0,1-1 0 0 0,-1 0 0 0 0,0 2 0 0 0,0-1 21 0 0,41 2-227 0 0,49 6 121 0 0,-44-11 171 0 0,-1-2-1 0 0,0-1 0 0 0,0-3 1 0 0,68-19-1 0 0,-62 14 20 0 0,-44 11-142 0 0,0-1 1 0 0,0 1-1 0 0,0-1 0 0 0,-1 0 0 0 0,1-1 1 0 0,0 1-1 0 0,-1-1 0 0 0,0-1 0 0 0,0 1 1 0 0,0-1-1 0 0,7-6 0 0 0,9-1-8 0 0,-20 11 17 0 0,0 0-1 0 0,0-1 0 0 0,-1 1 0 0 0,1-1 0 0 0,0 0 0 0 0,0 1 0 0 0,-1-1 0 0 0,1 0 0 0 0,0 0 0 0 0,-1 0 0 0 0,1 0 1 0 0,-1 0-1 0 0,1-1 0 0 0,-1 1 0 0 0,0 0 0 0 0,1-1 0 0 0,-1 1 0 0 0,0-1 0 0 0,0 1 0 0 0,0-1 0 0 0,0 0 1 0 0,0 1-1 0 0,0-1 0 0 0,-1 0 0 0 0,1 1 0 0 0,-1-1 0 0 0,1 0 0 0 0,-1 0 0 0 0,1-2 0 0 0,-1-70 304 0 0,-1 73-301 0 0,0 0 1 0 0,0 1-1 0 0,1-1 0 0 0,-1 0 0 0 0,0 1 1 0 0,0-1-1 0 0,0 1 0 0 0,0-1 0 0 0,0 1 1 0 0,0-1-1 0 0,0 1 0 0 0,0 0 0 0 0,0 0 1 0 0,0-1-1 0 0,0 1 0 0 0,0 0 0 0 0,0 0 1 0 0,0 0-1 0 0,-1 0 0 0 0,1 0 0 0 0,0 0 1 0 0,0 0-1 0 0,0 1 0 0 0,-2-1 0 0 0,-3 1 78 0 0,1 8-4 0 0,-16 12-78 0 0,-32 44-1 0 0,46-55 55 0 0,0 0 1 0 0,1 0-1 0 0,1 1 0 0 0,0 0 1 0 0,1 0-1 0 0,0 0 0 0 0,-4 18 1 0 0,-3 45 1130 0 0,0-36-638 0 0,7-28-465 0 0,1 0 0 0 0,0 0 1 0 0,1 1-1 0 0,0-1 0 0 0,0 21 0 0 0,2-24-91 0 0,0 0 0 0 0,0 0-1 0 0,-1-1 1 0 0,0 1 0 0 0,0 0 0 0 0,0 0 0 0 0,-1-1 0 0 0,0 1 0 0 0,-1 0 0 0 0,1-1 0 0 0,-1 0-1 0 0,0 0 1 0 0,-1 0 0 0 0,-6 9 0 0 0,0-3-24 0 0,7-10 20 0 0,1 0 1 0 0,1 0-1 0 0,-1 0 0 0 0,0 0 0 0 0,0 1 1 0 0,1-1-1 0 0,-1 0 0 0 0,1 1 0 0 0,0-1 1 0 0,0 1-1 0 0,0-1 0 0 0,0 1 1 0 0,0 0-1 0 0,1-1 0 0 0,-1 1 0 0 0,0 3 1 0 0,2-5-55 0 0,-1 0 0 0 0,0 0 0 0 0,-1-1 0 0 0,1 1 0 0 0,0 0 0 0 0,0 0 0 0 0,0-1 0 0 0,0 1 0 0 0,0 0 0 0 0,-1-1 0 0 0,1 1 0 0 0,0 0 0 0 0,-1-1 0 0 0,1 1 0 0 0,0 0 0 0 0,-1-1 1 0 0,1 1-1 0 0,-1-1 0 0 0,1 1 0 0 0,-1-1 0 0 0,1 1 0 0 0,-1-1 0 0 0,0 1 0 0 0,1-1 0 0 0,-1 1 0 0 0,0-1 0 0 0,1 0 0 0 0,-1 1 0 0 0,0-1 0 0 0,1 0 0 0 0,-1 0 0 0 0,0 0 0 0 0,1 1 0 0 0,-1-1 1 0 0,0 0-1 0 0,0 0 0 0 0,1 0 0 0 0,-2 0 0 0 0,-8-4-2320 0 0,10 4 2237 0 0,0 0 1 0 0,0 0-1 0 0,0 0 1 0 0,0 0 0 0 0,0 0-1 0 0,-1-1 1 0 0,1 1-1 0 0,0 0 1 0 0,0 0-1 0 0,0 0 1 0 0,0 0-1 0 0,0-1 1 0 0,0 1-1 0 0,0 0 1 0 0,0 0 0 0 0,0 0-1 0 0,0-1 1 0 0,0 1-1 0 0,0 0 1 0 0,0 0-1 0 0,0 0 1 0 0,0 0-1 0 0,0-1 1 0 0,0 1-1 0 0,0 0 1 0 0,0 0-1 0 0,0 0 1 0 0,0-1 0 0 0,0 1-1 0 0,0 0 1 0 0,1 0-1 0 0,-1 0 1 0 0,0 0-1 0 0,0 0 1 0 0,0-1-1 0 0,0 1 1 0 0,0 0-1 0 0,0 0 1 0 0,1 0 0 0 0,-1 0-1 0 0,0 0 1 0 0,0-1-1 0 0,33-13-8896 0 0,27-5 80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49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63 240 0 0,'0'-55'7484'0'0,"0"54"-7374"0"0,-1 0 0 0 0,0 1 1 0 0,1-1-1 0 0,-1 0 1 0 0,0 1-1 0 0,0-1 1 0 0,0 1-1 0 0,1 0 1 0 0,-1-1-1 0 0,0 1 1 0 0,0-1-1 0 0,0 1 1 0 0,0 0-1 0 0,0 0 1 0 0,1 0-1 0 0,-1-1 1 0 0,0 1-1 0 0,0 0 1 0 0,0 0-1 0 0,0 0 1 0 0,0 0-1 0 0,0 1 1 0 0,0-1-1 0 0,0 0 0 0 0,0 0 1 0 0,1 0-1 0 0,-1 1 1 0 0,0-1-1 0 0,0 0 1 0 0,0 1-1 0 0,0-1 1 0 0,1 1-1 0 0,-1-1 1 0 0,0 1-1 0 0,0-1 1 0 0,1 1-1 0 0,-1 0 1 0 0,-1 1-1 0 0,3 16 888 0 0,-1-12-840 0 0,0-1 0 0 0,0 0 0 0 0,0 0 0 0 0,-1 0 0 0 0,0 1-1 0 0,0-1 1 0 0,0 0 0 0 0,0 0 0 0 0,-1 0 0 0 0,-2 6 0 0 0,-83 158 3337 0 0,60-119-2285 0 0,20-38-849 0 0,0 1 0 0 0,1-1 0 0 0,-7 23 0 0 0,2 26 440 0 0,1-28-377 0 0,6-23-284 0 0,1 0 1 0 0,0 1-1 0 0,0-1 1 0 0,1 1-1 0 0,0 20 1 0 0,2 133 2914 0 0,0-159-3033 0 0,0-1 0 0 0,0 1 0 0 0,1-1 0 0 0,-1 0 0 0 0,1 1 0 0 0,0-1 0 0 0,1 0 0 0 0,-1 1 0 0 0,1-1 0 0 0,0 0 0 0 0,0 0 0 0 0,0 0 0 0 0,4 5 0 0 0,1 1-117 0 0,-6-8-23 0 0,0 0-1 0 0,0 0 1 0 0,1 0 0 0 0,-1 0-1 0 0,1 0 1 0 0,-1 0 0 0 0,1 0-1 0 0,-1-1 1 0 0,1 1 0 0 0,0-1-1 0 0,0 1 1 0 0,0-1 0 0 0,0 0-1 0 0,0 0 1 0 0,3 1 0 0 0,-1-1-549 0 0,1 0-1 0 0,0 0 1 0 0,-1-1 0 0 0,1 0 0 0 0,0 0 0 0 0,9-2 0 0 0,18-5-5496 0 0,1-12-1680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49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1121 0 0,'0'27'5682'0'0,"0"-13"-720"0"0,33 7-1120 0 0,-1 0-1201 0 0,1-9-1040 0 0,-1-4-881 0 0,27-1-399 0 0,-26-7-321 0 0,32 0-881 0 0,0 0-1920 0 0,33 0-2402 0 0,-65 0-639 0 0,0-7 960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54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1009 21 160 0 0,'-6'-1'961'0'0,"-16"-5"-14"0"0,6 3 4401 0 0,5 3-5560 0 0,6 1 772 0 0,-1 0 240 0 0,1-1-26 0 0,5 0-687 0 0,-2 0-15 0 0,1 1 1 0 0,-1-1-1 0 0,1 0 0 0 0,-1 0 0 0 0,1 0 0 0 0,-1 0 1 0 0,1 0-1 0 0,0-1 0 0 0,-1 1 0 0 0,1 0 0 0 0,-1-1 1 0 0,1 1-1 0 0,0-1 0 0 0,-1 1 0 0 0,1-1 1 0 0,0 1-1 0 0,-2-2 0 0 0,3 1 635 0 0,-27 1 654 0 0,-12-1 2390 0 0,-20-3-2540 0 0,53 3-491 0 0,1 1-386 0 0,-60 2 786 0 0,0 4 1 0 0,-88 18-1 0 0,147-23-720 0 0,-1-1-280 0 0,6-1-106 0 0,1 1 1 0 0,-1 0 0 0 0,0-1 0 0 0,0 1 0 0 0,1 0 0 0 0,-1 0-1 0 0,0 0 1 0 0,0 0 0 0 0,0 0 0 0 0,0 0 0 0 0,1 0 0 0 0,-1 0 0 0 0,0 0-1 0 0,0 0 1 0 0,0 0 0 0 0,1 0 0 0 0,-1 1 0 0 0,0-1 0 0 0,0 0-1 0 0,0 1 1 0 0,1-1 0 0 0,-1 0 0 0 0,0 1 0 0 0,1-1 0 0 0,-1 1 0 0 0,0-1-1 0 0,1 1 1 0 0,-1 0 0 0 0,1-1 0 0 0,-1 1 0 0 0,1 0 0 0 0,-1-1-1 0 0,1 1 1 0 0,-1 0 0 0 0,1 0 0 0 0,-1 1 25 0 0,0-1-1 0 0,-1 0 1 0 0,1 1-1 0 0,0-1 1 0 0,0 0 0 0 0,-1 0-1 0 0,1 0 1 0 0,0 0 0 0 0,-1 0-1 0 0,1 0 1 0 0,-1 0 0 0 0,1-1-1 0 0,-1 1 1 0 0,0 0-1 0 0,1-1 1 0 0,-1 1 0 0 0,0-1-1 0 0,-2 1 1 0 0,1 0 47 0 0,-34 17 416 0 0,9-2-379 0 0,-32 19 463 0 0,59-35-579 0 0,1 0 0 0 0,0 1-1 0 0,-1-1 1 0 0,1 0 0 0 0,-1 0 0 0 0,1 1-1 0 0,0-1 1 0 0,-1 0 0 0 0,1 0-1 0 0,0 1 1 0 0,-1-1 0 0 0,1 0 0 0 0,0 1-1 0 0,0-1 1 0 0,-1 0 0 0 0,1 1 0 0 0,0-1-1 0 0,0 0 1 0 0,0 1 0 0 0,0-1-1 0 0,-1 1 1 0 0,1-1 0 0 0,0 1 0 0 0,0-1-1 0 0,0 0 1 0 0,0 1 0 0 0,0-1-1 0 0,0 1 1 0 0,0 0 0 0 0,-4 8 67 0 0,-5-5-54 0 0,8-3-18 0 0,0-1-1 0 0,0 0 0 0 0,0 0 0 0 0,0 1 1 0 0,0-1-1 0 0,0 0 0 0 0,0 1 0 0 0,1-1 1 0 0,-1 1-1 0 0,0-1 0 0 0,0 1 0 0 0,1 0 1 0 0,-1-1-1 0 0,0 1 0 0 0,1 0 0 0 0,-1-1 1 0 0,1 1-1 0 0,-1 0 0 0 0,1 0 0 0 0,-1 0 1 0 0,1-1-1 0 0,-1 1 0 0 0,1 0 0 0 0,0 0 1 0 0,-1 0-1 0 0,1 0 0 0 0,0 0 0 0 0,0 0 1 0 0,0 0-1 0 0,0 0 0 0 0,0 1 0 0 0,0-1 3 0 0,-1 0 0 0 0,1 1-1 0 0,0-1 1 0 0,-1 0-1 0 0,1 0 1 0 0,0 0-1 0 0,-1 0 1 0 0,1 0-1 0 0,-1 0 1 0 0,0 0-1 0 0,1 0 1 0 0,-1 0 0 0 0,0 0-1 0 0,0 0 1 0 0,0 0-1 0 0,1 0 1 0 0,-1 0-1 0 0,0-1 1 0 0,-2 2-1 0 0,-23 12 235 0 0,11-5-102 0 0,-16 22 37 0 0,30-30-167 0 0,0 0 0 0 0,1 0 1 0 0,-1 0-1 0 0,1-1 0 0 0,-1 1 1 0 0,1 0-1 0 0,-1 0 0 0 0,1 0 0 0 0,-1 0 1 0 0,1 0-1 0 0,0 0 0 0 0,0 0 1 0 0,-1 0-1 0 0,1 0 0 0 0,0 1 1 0 0,0-1-1 0 0,0 2 0 0 0,1-3-1 0 0,-1 1 0 0 0,0 0-1 0 0,0 0 1 0 0,0 0 0 0 0,0 0-1 0 0,-1-1 1 0 0,1 1 0 0 0,0 0 0 0 0,0 0-1 0 0,0 0 1 0 0,-1-1 0 0 0,1 1 0 0 0,0 0-1 0 0,-1 0 1 0 0,1-1 0 0 0,0 1-1 0 0,-1 0 1 0 0,0 0 0 0 0,-54 55 301 0 0,23-12-267 0 0,31-43-33 0 0,1-1 0 0 0,-1 1 1 0 0,1-1-1 0 0,-1 1 0 0 0,1 0 1 0 0,-1-1-1 0 0,1 1 0 0 0,0 0 1 0 0,-1-1-1 0 0,1 1 1 0 0,0 0-1 0 0,0-1 0 0 0,-1 1 1 0 0,1 0-1 0 0,0-1 0 0 0,0 1 1 0 0,0 0-1 0 0,0 0 0 0 0,0 0 1 0 0,0 0-1 0 0,0-1-1 0 0,0 1 1 0 0,0-1 0 0 0,0 0 0 0 0,0 1 0 0 0,0-1 0 0 0,0 0 0 0 0,0 1 0 0 0,0-1 0 0 0,0 0-1 0 0,-1 1 1 0 0,1-1 0 0 0,0 0 0 0 0,0 1 0 0 0,0-1 0 0 0,0 0 0 0 0,-1 1 0 0 0,1-1 0 0 0,0 0-1 0 0,0 1 1 0 0,-1-1 0 0 0,1 0 0 0 0,0 0 0 0 0,0 0 0 0 0,-1 1 0 0 0,1-1 0 0 0,0 0 0 0 0,-1 0-1 0 0,-7 5 59 0 0,6-4-66 0 0,1-1 0 0 0,0 1 0 0 0,0 0-1 0 0,0 0 1 0 0,-1-1 0 0 0,1 1 0 0 0,0 0-1 0 0,0 0 1 0 0,0 0 0 0 0,0 0 0 0 0,0 0 0 0 0,1 0-1 0 0,-1 1 1 0 0,0-1 0 0 0,0 0 0 0 0,1 0-1 0 0,-1 1 1 0 0,1-1 0 0 0,-1 0 0 0 0,1 0-1 0 0,0 1 1 0 0,-1-1 0 0 0,1 1 0 0 0,0-1 0 0 0,0 0-1 0 0,0 1 1 0 0,0-1 0 0 0,0 1 0 0 0,0-1-1 0 0,1 3 1 0 0,-1 153 348 0 0,0-156-343 0 0,0 0 1 0 0,-1 0-1 0 0,1 0 0 0 0,0 1 1 0 0,0-1-1 0 0,-1 0 1 0 0,1 0-1 0 0,-1 0 0 0 0,1 0 1 0 0,-1 0-1 0 0,1 0 0 0 0,-1 0 1 0 0,0 0-1 0 0,0 0 0 0 0,1 0 1 0 0,-1 0-1 0 0,0 0 1 0 0,0 0-1 0 0,0-1 0 0 0,0 1 1 0 0,0 0-1 0 0,0-1 0 0 0,0 1 1 0 0,0 0-1 0 0,0-1 1 0 0,0 1-1 0 0,-3 0 0 0 0,-2 1 21 0 0,6-1-22 0 0,-1 0 0 0 0,0 0 0 0 0,0 0 1 0 0,1 0-1 0 0,-1 0 0 0 0,1 1 0 0 0,-1-1 1 0 0,1 0-1 0 0,-1 0 0 0 0,1 0 0 0 0,0 0 1 0 0,-1 0-1 0 0,1 1 0 0 0,0-1 0 0 0,0 0 0 0 0,0 0 1 0 0,0 1-1 0 0,0-1 0 0 0,0 0 0 0 0,0 0 1 0 0,0 0-1 0 0,1 3 0 0 0,0 4-11 0 0,-1 167 2436 0 0,0-174-2431 0 0,0-1-1 0 0,0 1 1 0 0,0 0-1 0 0,0 0 1 0 0,0-1-1 0 0,0 1 1 0 0,0 0-1 0 0,0 0 1 0 0,0-1-1 0 0,1 1 1 0 0,-1 0-1 0 0,0-1 1 0 0,0 1-1 0 0,1 0 1 0 0,-1-1-1 0 0,1 1 1 0 0,-1 0-1 0 0,0-1 1 0 0,1 1-1 0 0,-1-1 1 0 0,1 1-1 0 0,-1-1 1 0 0,1 1-1 0 0,0-1 1 0 0,-1 1-1 0 0,1-1 1 0 0,-1 1-1 0 0,1-1 1 0 0,0 0-1 0 0,-1 1 1 0 0,1-1-1 0 0,0 0 1 0 0,0 0-1 0 0,-1 1 0 0 0,1-1 1 0 0,0 0-1 0 0,0 0 1 0 0,0 0-1 0 0,0 0 6 0 0,-1 0-1 0 0,1 0 1 0 0,0 0-1 0 0,-1 0 1 0 0,1 0-1 0 0,0 0 1 0 0,-1 1-1 0 0,1-1 1 0 0,0 0-1 0 0,-1 0 1 0 0,1 1-1 0 0,-1-1 1 0 0,1 0-1 0 0,-1 1 1 0 0,1-1-1 0 0,-1 1 1 0 0,1-1-1 0 0,-1 0 1 0 0,1 1-1 0 0,-1-1 1 0 0,1 1-1 0 0,-1-1 1 0 0,0 1-1 0 0,1 0 1 0 0,-1-1-1 0 0,0 1 1 0 0,1-1-1 0 0,-1 1 1 0 0,0 0-1 0 0,0-1 1 0 0,0 1-1 0 0,1-1 1 0 0,-1 1-1 0 0,0 0 1 0 0,0-1-1 0 0,0 1 1 0 0,0 1-1 0 0,0-1 9 0 0,-1 1 0 0 0,1-1 0 0 0,0 1 0 0 0,0-1 1 0 0,1 1-1 0 0,-1-1 0 0 0,0 1 0 0 0,0-1 0 0 0,1 1 0 0 0,-1-1 0 0 0,1 0 0 0 0,-1 1 0 0 0,1-1 0 0 0,0 0 0 0 0,-1 1 0 0 0,1-1 1 0 0,0 0-1 0 0,0 0 0 0 0,0 1 0 0 0,0-1 0 0 0,0 0 0 0 0,0 0 0 0 0,0 0 0 0 0,1 0 0 0 0,-1-1 0 0 0,2 2 0 0 0,6 5 12 0 0,-9-7-23 0 0,1 1-1 0 0,-1-1 1 0 0,1 1 0 0 0,-1-1 0 0 0,1 1 0 0 0,-1 0 0 0 0,1-1 0 0 0,-1 1 0 0 0,0 0 0 0 0,1-1-1 0 0,-1 1 1 0 0,0 0 0 0 0,0 0 0 0 0,0-1 0 0 0,1 1 0 0 0,-1 0 0 0 0,0 0 0 0 0,0-1 0 0 0,0 1 0 0 0,0 0-1 0 0,0 0 1 0 0,-1 1 0 0 0,1-2 0 0 0,0 1-1 0 0,0 0 1 0 0,0-1-1 0 0,0 1 1 0 0,0-1-1 0 0,0 1 1 0 0,0 0-1 0 0,0-1 0 0 0,0 1 1 0 0,0-1-1 0 0,0 1 1 0 0,0 0-1 0 0,0-1 1 0 0,1 1-1 0 0,-1-1 1 0 0,0 1-1 0 0,0 0 1 0 0,1-1-1 0 0,-1 1 1 0 0,0-1-1 0 0,1 1 1 0 0,-1-1-1 0 0,1 1 1 0 0,-1-1-1 0 0,0 0 0 0 0,2 1 1 0 0,5 2 2 0 0,-6-3-1 0 0,0 0 0 0 0,0 0 1 0 0,0 1-1 0 0,0-1 1 0 0,-1 0-1 0 0,1 0 1 0 0,0 1-1 0 0,0-1 0 0 0,0 1 1 0 0,0-1-1 0 0,-1 1 1 0 0,1-1-1 0 0,0 1 0 0 0,0-1 1 0 0,-1 1-1 0 0,1 0 1 0 0,0-1-1 0 0,-1 1 0 0 0,1 0 1 0 0,-1-1-1 0 0,1 1 1 0 0,-1 0-1 0 0,1 0 0 0 0,-1 0 1 0 0,1 0-1 0 0,-1-1 1 0 0,0 1-1 0 0,0 0 0 0 0,1 0 1 0 0,-1 1-1 0 0,0-1 2 0 0,0 0 0 0 0,0 0 0 0 0,0 0 0 0 0,1-1-1 0 0,-1 1 1 0 0,0 0 0 0 0,1 0 0 0 0,-1 0 0 0 0,0-1 0 0 0,1 1-1 0 0,-1 0 1 0 0,1 0 0 0 0,-1-1 0 0 0,1 1 0 0 0,-1 0 0 0 0,1-1-1 0 0,-1 1 1 0 0,1-1 0 0 0,0 1 0 0 0,-1-1 0 0 0,1 1 0 0 0,0-1-1 0 0,0 1 1 0 0,-1-1 0 0 0,1 0 0 0 0,0 1 0 0 0,0-1 0 0 0,0 0-1 0 0,0 0 1 0 0,-1 1 0 0 0,3-1 0 0 0,5 3 6 0 0,3 11-8 0 0,-3-6 4 0 0,-7-7-1 0 0,1 0 1 0 0,0 1-1 0 0,-1-1 1 0 0,0 1 0 0 0,1-1-1 0 0,-1 1 1 0 0,0-1 0 0 0,0 1-1 0 0,0 0 1 0 0,0 0 0 0 0,0 0-1 0 0,0-1 1 0 0,0 1 0 0 0,-1 0-1 0 0,1 0 1 0 0,-1 0-1 0 0,1 0 1 0 0,-1 0 0 0 0,0 0-1 0 0,0 3 1 0 0,0-3 2 0 0,1 0 0 0 0,-1 0 0 0 0,0 1 0 0 0,1-1 0 0 0,-1 0 0 0 0,1 0 0 0 0,-1 0 0 0 0,1 0 0 0 0,0 0 0 0 0,0-1 0 0 0,0 1 0 0 0,0 0 0 0 0,0 0 0 0 0,1 0 0 0 0,-1-1 0 0 0,0 1 1 0 0,4 2-1 0 0,-4-3 0 0 0,0 0 1 0 0,1 1-1 0 0,-1-1 1 0 0,0 0-1 0 0,0 1 1 0 0,0-1 0 0 0,0 1-1 0 0,0-1 1 0 0,0 1-1 0 0,0 0 1 0 0,-1-1-1 0 0,1 1 1 0 0,-1 0 0 0 0,1-1-1 0 0,-1 1 1 0 0,1 0-1 0 0,-1 2 1 0 0,0-4-7 0 0,0 1 1 0 0,0-1 0 0 0,0 0-1 0 0,0 1 1 0 0,0-1 0 0 0,0 0 0 0 0,0 0 0 0 0,0 1 0 0 0,0-1 0 0 0,0 0 0 0 0,0 1 0 0 0,0-1-1 0 0,0 0 1 0 0,0 1 0 0 0,1-1 0 0 0,-1 0 0 0 0,0 0 0 0 0,0 1 0 0 0,0-1 0 0 0,0 0 0 0 0,1 0-1 0 0,-1 1 1 0 0,0-1 0 0 0,0 0 0 0 0,1 0 0 0 0,-1 0 0 0 0,0 1 0 0 0,0-1 0 0 0,1 0 0 0 0,-1 0-1 0 0,49 16 80 0 0,-37-8-32 0 0,-10-7-45 0 0,0 1 1 0 0,0-1 0 0 0,1 1 0 0 0,-1-1 0 0 0,0 0 0 0 0,1 0 0 0 0,0 0-1 0 0,-1 0 1 0 0,1-1 0 0 0,-1 1 0 0 0,4 0 0 0 0,217 52 369 0 0,-87-32-226 0 0,27 19-134 0 0,-151-39 89 0 0,0 0-1 0 0,1 0 0 0 0,-1-1 0 0 0,0-1 0 0 0,0 0 0 0 0,0 0 0 0 0,0-1 1 0 0,0-1-1 0 0,0 0 0 0 0,20-9 0 0 0,-22-1 19 0 0,-8 13-120 0 0,0 0 0 0 0,-1-1 0 0 0,1 1 0 0 0,-1 0 0 0 0,0 0 0 0 0,1-1 0 0 0,-1 1 0 0 0,0-1 0 0 0,1 1 0 0 0,-1-1 0 0 0,0 1 0 0 0,0-1 0 0 0,0 0 0 0 0,1 0 0 0 0,-1 0 0 0 0,0 0 0 0 0,0 1 0 0 0,0-1 0 0 0,0-1 0 0 0,1 0 0 0 0,-2 1 0 0 0,1 1 0 0 0,-1-1 0 0 0,1 0 0 0 0,-1 1 0 0 0,1-1 0 0 0,-1 1 0 0 0,1-1 0 0 0,0 1 0 0 0,-1 0 0 0 0,1-1 0 0 0,0 1 0 0 0,0-1 0 0 0,-1 1 0 0 0,1 0 0 0 0,0 0 0 0 0,0-1 0 0 0,-1 1 0 0 0,1 0 0 0 0,0 0 0 0 0,0 0 0 0 0,0 0 0 0 0,-1 0 0 0 0,1 0 0 0 0,0 0 0 0 0,1 0 0 0 0,0 0 0 0 0,-1 0 0 0 0,-1 0 0 0 0,0 0 0 0 0,0 0 0 0 0,1 0 0 0 0,-1 0 0 0 0,0 0 0 0 0,0-1 0 0 0,0 1 0 0 0,1 0 0 0 0,-1 0 0 0 0,0 0 0 0 0,0 0 0 0 0,0 0 0 0 0,1-1 0 0 0,-1 1 0 0 0,0 0 0 0 0,0 0 0 0 0,0 0 0 0 0,0-1 0 0 0,0 1 0 0 0,0 0 0 0 0,1 0 0 0 0,-1-1 0 0 0,0 1 0 0 0,0 0 0 0 0,0 0 0 0 0,0-1 0 0 0,0 1 0 0 0,0 0 0 0 0,0 0 0 0 0,0-1 0 0 0,0 1 0 0 0,0 0 0 0 0,0-1 0 0 0,0 1 0 0 0,0 0 0 0 0,0 0 0 0 0,0-1 0 0 0,0 1 0 0 0,0 0 0 0 0,0 0 0 0 0,0-1 0 0 0,0 1 0 0 0,0 0 0 0 0,0 0 0 0 0,0-1 0 0 0,1 1 0 0 0,-1 0 0 0 0,0 0 0 0 0,0-1 0 0 0,0 1 0 0 0,0 0 0 0 0,1 0 0 0 0,-1 0 0 0 0,0-1 0 0 0,0 1 0 0 0,0 0 0 0 0,1 0 0 0 0,-1 0 0 0 0,0 0 0 0 0,0 0 0 0 0,0 0 0 0 0,1-1 0 0 0,-1 1 0 0 0,0 0 0 0 0,0 0 0 0 0,1 0 0 0 0,-1 0 0 0 0,4-1 0 0 0,-3 1 0 0 0,0 0 0 0 0,0 0 0 0 0,0 0 0 0 0,0 0 0 0 0,0 0 0 0 0,0 0 0 0 0,0-1 0 0 0,0 1 0 0 0,0 0 0 0 0,0-1 0 0 0,0 1 0 0 0,0-1 0 0 0,0 1 0 0 0,0-1 0 0 0,0 1 0 0 0,0-1 0 0 0,0 0 0 0 0,0 0 0 0 0,-1 1 0 0 0,1-1 0 0 0,0 0 0 0 0,-1 0 0 0 0,1 0 0 0 0,0-1 0 0 0,0 1 0 0 0,0 0 0 0 0,0 0 0 0 0,0 0 0 0 0,0 0 0 0 0,0 0 0 0 0,0 0 0 0 0,0 0 0 0 0,0 1 0 0 0,0-1 0 0 0,0 0 0 0 0,0 1 0 0 0,0-1 0 0 0,0 1 0 0 0,0-1 0 0 0,1 1 0 0 0,-1 0 0 0 0,0-1 0 0 0,0 1 0 0 0,3 0 0 0 0,0-1 0 0 0,-3 0 0 0 0,-1 0 0 0 0,1 0 0 0 0,0 0 0 0 0,-1-1 0 0 0,1 1 0 0 0,0 0 0 0 0,-1 0 0 0 0,0 0 0 0 0,1 0 0 0 0,-1-1 0 0 0,0 1 0 0 0,1 0 0 0 0,-1 0 0 0 0,0-1 0 0 0,0 1 0 0 0,0 0 0 0 0,0-2 0 0 0,-1-29 0 0 0,0 18 0 0 0,2-29 0 0 0,0 20 0 0 0,-1 0 0 0 0,0 0 0 0 0,-7-37 0 0 0,-2 24 0 0 0,4 18 0 0 0,0 0 0 0 0,2 0 0 0 0,-3-31 0 0 0,5 13 0 0 0,0 29 0 0 0,0-1 0 0 0,1 1 0 0 0,0-1 0 0 0,0 1 0 0 0,1-1 0 0 0,0 0 0 0 0,0 1 0 0 0,5-14 0 0 0,16-21 0 0 0,-14 10 0 0 0,-6 23 0 0 0,0 0 0 0 0,1 0 0 0 0,0 1 0 0 0,1-1 0 0 0,-1 1 0 0 0,10-15 0 0 0,-3 9 0 0 0,9-16 0 0 0,1 2 0 0 0,29-31 0 0 0,-48 57 0 0 0,2 0 0 0 0,0 0 0 0 0,-1-1 0 0 0,1 1 0 0 0,-1-1 0 0 0,0 0 0 0 0,0 0 0 0 0,0 0 0 0 0,0 0 0 0 0,0 0 0 0 0,-1 0 0 0 0,1 0 0 0 0,-1-1 0 0 0,0 1 0 0 0,0-1 0 0 0,0 1 0 0 0,-1 0 0 0 0,1-6 0 0 0,-1 8 0 0 0,0-1 0 0 0,0 1 0 0 0,1 0 0 0 0,-1-1 0 0 0,0 1 0 0 0,0 0 0 0 0,1-1 0 0 0,-1 1 0 0 0,1 0 0 0 0,-1-1 0 0 0,1 1 0 0 0,-1 0 0 0 0,1 0 0 0 0,0 0 0 0 0,0-1 0 0 0,0 1 0 0 0,-1 0 0 0 0,1 0 0 0 0,0 0 0 0 0,0 0 0 0 0,0 1 0 0 0,1-1 0 0 0,-1 0 0 0 0,0 0 0 0 0,0 1 0 0 0,0-1 0 0 0,3 0 0 0 0,2-3 0 0 0,-6 4 0 0 0,0 0 0 0 0,1 0 0 0 0,-1-1 0 0 0,0 1 0 0 0,1 0 0 0 0,-1 0 0 0 0,0-1 0 0 0,1 1 0 0 0,-1 0 0 0 0,0-1 0 0 0,1 1 0 0 0,-1 0 0 0 0,0-1 0 0 0,0 1 0 0 0,1 0 0 0 0,-1-1 0 0 0,0 1 0 0 0,0 0 0 0 0,0-1 0 0 0,0 1 0 0 0,0-1 0 0 0,0 1 0 0 0,1-1 0 0 0,-1 1 0 0 0,0 0 0 0 0,0-1 0 0 0,0 1 0 0 0,0-1 0 0 0,0 1 0 0 0,-1-1 0 0 0,1 1 0 0 0,0-3 0 0 0,0 3 0 0 0,0-1 0 0 0,0 1 0 0 0,0 0 0 0 0,0 0 0 0 0,0-1 0 0 0,0 1 0 0 0,0 0 0 0 0,0 0 0 0 0,0-1 0 0 0,0 1 0 0 0,0 0 0 0 0,0 0 0 0 0,0 0 0 0 0,-1-1 0 0 0,1 1 0 0 0,0 0 0 0 0,0 0 0 0 0,0 0 0 0 0,0-1 0 0 0,-1 1 0 0 0,1 0 0 0 0,0 0 0 0 0,0 0 0 0 0,0-1 0 0 0,0 1 0 0 0,-1 0 0 0 0,1 0 0 0 0,0 0 0 0 0,0 0 0 0 0,-1 0 0 0 0,1 0 0 0 0,0 0 0 0 0,0 0 0 0 0,-1-1 0 0 0,1 1 0 0 0,0 0 0 0 0,-12-3 0 0 0,0 1 0 0 0,1 0 0 0 0,-1 0 0 0 0,0 1 0 0 0,-14 0 0 0 0,-15-1 0 0 0,17-3 0 0 0,4 1 0 0 0,1 0 0 0 0,-1-1 0 0 0,-32-14 0 0 0,38 14 0 0 0,5 2 0 0 0,-1-1 0 0 0,1 0 0 0 0,0 0 0 0 0,1-1 0 0 0,-1 0 0 0 0,-10-7 0 0 0,-73-61 0 0 0,89 70 0 0 0,0 0 0 0 0,0 0 0 0 0,0 0 0 0 0,0 0 0 0 0,1 0 0 0 0,-1-1 0 0 0,1 1 0 0 0,0-1 0 0 0,0 0 0 0 0,-1-4 0 0 0,-12-19 0 0 0,-6 8 0 0 0,15 10 0 0 0,6 9 0 0 0,0-1 0 0 0,0 1 0 0 0,0 0 0 0 0,0 0 0 0 0,0-1 0 0 0,0 1 0 0 0,0 0 0 0 0,0 0 0 0 0,0-1 0 0 0,0 1 0 0 0,0 0 0 0 0,0 0 0 0 0,0-1 0 0 0,-1 1 0 0 0,1 0 0 0 0,0 0 0 0 0,0 0 0 0 0,0-1 0 0 0,0 1 0 0 0,0 0 0 0 0,-1 0 0 0 0,1 0 0 0 0,0-1 0 0 0,0 1 0 0 0,0 0 0 0 0,-1 0 0 0 0,1 0 0 0 0,0 0 0 0 0,0 0 0 0 0,0 0 0 0 0,-1-1 0 0 0,1 1 0 0 0,0 0 0 0 0,0 0 0 0 0,-1 0 0 0 0,1 0 0 0 0,-3 0-54 0 0,1 0-1 0 0,0-1 1 0 0,0 1 0 0 0,-1 0 0 0 0,1 0-1 0 0,0 1 1 0 0,-1-1 0 0 0,1 0-1 0 0,-4 2 1 0 0,-33 3-2324 0 0,24-3-1093 0 0,-14 5-9596 0 0,19-2 9817 0 0,10-5 2960 0 0,-1 1-1 0 0,1-1 1 0 0,-1 0 0 0 0,1 1 0 0 0,-1-1-1 0 0,1 1 1 0 0,0-1 0 0 0,-1 1 0 0 0,1-1-1 0 0,0 1 1 0 0,0-1 0 0 0,-1 1-1 0 0,1-1 1 0 0,0 1 0 0 0,0-1 0 0 0,0 1-1 0 0,0-1 1 0 0,-1 1 0 0 0,1 0 0 0 0,0-1-1 0 0,0 1 1 0 0,0-1 0 0 0,0 1 0 0 0,1 0-1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04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362 114 480 0 0,'-1'-13'1701'0'0,"0"10"-1242"0"0,1-1 0 0 0,-1 0-1 0 0,1 1 1 0 0,0-1 0 0 0,0 0 0 0 0,0 1-1 0 0,0-1 1 0 0,1 1 0 0 0,-1-1 0 0 0,1 1 0 0 0,0-1-1 0 0,0 1 1 0 0,3-6 0 0 0,1 4-84 0 0,0 1 0 0 0,0 0 0 0 0,0 1 0 0 0,1-1 0 0 0,-1 1 0 0 0,1 0 0 0 0,0 1 0 0 0,11-4 0 0 0,-1 2 31 0 0,-10 2-267 0 0,1 0 0 0 0,-1 1 0 0 0,1 0 0 0 0,-1 0 0 0 0,1 0-1 0 0,-1 1 1 0 0,1 0 0 0 0,0 1 0 0 0,-1-1 0 0 0,10 3 0 0 0,11 3 95 0 0,-23-6-205 0 0,0 0 0 0 0,0 1 0 0 0,-1-1 0 0 0,1 1 0 0 0,0 0 0 0 0,-1 0-1 0 0,1 0 1 0 0,-1 1 0 0 0,1-1 0 0 0,-1 1 0 0 0,0 0 0 0 0,0 0 0 0 0,0 0-1 0 0,0 0 1 0 0,0 0 0 0 0,0 1 0 0 0,0-1 0 0 0,-1 1 0 0 0,1 0 0 0 0,2 4-1 0 0,2 4 80 0 0,-5-9-69 0 0,0 1 0 0 0,-1-1 0 0 0,1 1-1 0 0,0 0 1 0 0,-1 0 0 0 0,1 0 0 0 0,-1 0-1 0 0,0 0 1 0 0,0 0 0 0 0,0 0 0 0 0,-1 0-1 0 0,1 0 1 0 0,-1 0 0 0 0,1 0 0 0 0,-1 1-1 0 0,0-1 1 0 0,0 0 0 0 0,-1 0 0 0 0,1 0-1 0 0,-1 1 1 0 0,0 2 0 0 0,-21 40 334 0 0,14-25-197 0 0,8-18-147 0 0,-1 0 0 0 0,0 0-1 0 0,0 0 1 0 0,-1 0 0 0 0,1 0 0 0 0,0 0 0 0 0,-1 0-1 0 0,0 0 1 0 0,0-1 0 0 0,0 1 0 0 0,0-1-1 0 0,0 1 1 0 0,0-1 0 0 0,-1 0 0 0 0,1 0-1 0 0,-1 0 1 0 0,-3 2 0 0 0,-15 8 371 0 0,-34 14 0 0 0,17-8 14 0 0,13-7-42 0 0,0 0 0 0 0,-1-2 1 0 0,0-1-1 0 0,-1-1 0 0 0,0-1 1 0 0,0-1-1 0 0,0-1 0 0 0,-1-2 1 0 0,1-1-1 0 0,-40-3 0 0 0,0-8 271 0 0,62 9-587 0 0,0 0-1 0 0,0-1 1 0 0,0 0-1 0 0,0 0 1 0 0,0 0-1 0 0,1 0 1 0 0,-1-1-1 0 0,1 0 1 0 0,-1 0 0 0 0,-5-5-1 0 0,9 6-47 0 0,0-1 0 0 0,0 1 0 0 0,0 0 0 0 0,0-1-1 0 0,0 1 1 0 0,1-1 0 0 0,-1 1 0 0 0,1-1 0 0 0,0 1 0 0 0,0-1 0 0 0,0 1 0 0 0,0-1 0 0 0,0 1-1 0 0,0-1 1 0 0,1 1 0 0 0,-1-1 0 0 0,1 1 0 0 0,0 0 0 0 0,0-1 0 0 0,0 1 0 0 0,1-3-1 0 0,4 1-12 0 0,1 1 0 0 0,0 0 0 0 0,0 0-1 0 0,0 0 1 0 0,0 1 0 0 0,0 0-1 0 0,0 1 1 0 0,1 0 0 0 0,10-1 0 0 0,-2 1 54 0 0,0 2 1 0 0,0-1-1 0 0,29 7 1 0 0,-2 3 97 0 0,0 2 0 0 0,45 20 0 0 0,31 23 235 0 0,0-1-464 0 0,-97-46-1488 0 0,44 9-1 0 0,-31-12-5263 0 0,-34-5 6603 0 0,0 0 0 0 0,-1 0 0 0 0,1 0 0 0 0,0 0 0 0 0,0 0 0 0 0,0 1 0 0 0,-1-1 0 0 0,1 0 0 0 0,0-1 0 0 0,0 1 0 0 0,0 0-1 0 0,-1 0 1 0 0,1 0 0 0 0,0 0 0 0 0,0-1 0 0 0,-1 1 0 0 0,1 0 0 0 0,0-1 0 0 0,0 1 0 0 0,-1 0 0 0 0,1-1 0 0 0,-1 1 0 0 0,2-2 0 0 0,-18-5-4144 0 0,15 6 4217 0 0,1 1 0 0 0,-1-1 0 0 0,1 1 0 0 0,0 0 0 0 0,-1-1 0 0 0,1 1 0 0 0,0-1 0 0 0,-1 1 0 0 0,1-1 0 0 0,0 1 0 0 0,-1-1 0 0 0,1 1 1 0 0,0-1-1 0 0,0 1 0 0 0,0-1 0 0 0,-1 1 0 0 0,1-1 0 0 0,0 0 0 0 0,0 1 0 0 0,0-1 0 0 0,0 1 0 0 0,0-1 0 0 0,0 1 0 0 0,0-2 0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58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479 138 2641 0 0,'-33'0'17582'0'0,"33"0"-17562"0"0,1-1 1 0 0,-1 1 0 0 0,0 0 0 0 0,0 0-1 0 0,0 0 1 0 0,0 0 0 0 0,0-1 0 0 0,0 1-1 0 0,0 0 1 0 0,0 0 0 0 0,1 0 0 0 0,-1-1-1 0 0,0 1 1 0 0,0 0 0 0 0,0 0 0 0 0,0 0-1 0 0,0-1 1 0 0,0 1 0 0 0,0 0 0 0 0,0 0-1 0 0,0 0 1 0 0,0-1 0 0 0,0 1 0 0 0,-1 0-1 0 0,1 0 1 0 0,0 0 0 0 0,0-1 0 0 0,0 1-1 0 0,0 0 1 0 0,0 0 0 0 0,0 0 0 0 0,0-1-1 0 0,0 1 1 0 0,-1 0 0 0 0,1 0 0 0 0,0 0-1 0 0,0 0 1 0 0,0 0 0 0 0,0-1 0 0 0,0 1-1 0 0,-1 0 1 0 0,1 0 0 0 0,0 0 0 0 0,0 0-1 0 0,0 0 1 0 0,-1 0 0 0 0,1 0 0 0 0,0 0-1 0 0,0 0 1 0 0,0 0 0 0 0,-1 0 0 0 0,1 0-1 0 0,0 0 1 0 0,0 0 0 0 0,0 0 0 0 0,-1 0-1 0 0,1 0 1 0 0,0 0 0 0 0,0 0 0 0 0,0 0-1 0 0,-1 0 1 0 0,1 0 0 0 0,-39-9 636 0 0,0 2 0 0 0,-1 2 0 0 0,-65-2 0 0 0,6 13-73 0 0,67-2-435 0 0,25-2-146 0 0,0 0 0 0 0,-1 0-1 0 0,1 1 1 0 0,1 0-1 0 0,-10 5 1 0 0,13-6-9 0 0,1-1 1 0 0,-1 0-1 0 0,0 1 1 0 0,1-1-1 0 0,0 1 1 0 0,-1 0 0 0 0,1-1-1 0 0,0 1 1 0 0,0 0-1 0 0,0 1 1 0 0,0-1-1 0 0,0 0 1 0 0,0 1-1 0 0,-2 4 1 0 0,31 42 71 0 0,-1-18-3 0 0,-21-26-59 0 0,-1 0-1 0 0,1 0 1 0 0,-1 1-1 0 0,7 10 0 0 0,-3 4-5 0 0,-8-18-3 0 0,1 1 0 0 0,0-1 0 0 0,0 1 1 0 0,0-1-1 0 0,1 1 0 0 0,-1-1 0 0 0,0 0 1 0 0,1 1-1 0 0,0-1 0 0 0,-1 0 0 0 0,1 0 0 0 0,0 0 1 0 0,0-1-1 0 0,0 1 0 0 0,0 0 0 0 0,1-1 1 0 0,-1 1-1 0 0,5 2 0 0 0,16 8-19 0 0,0 0-1 0 0,1-1 1 0 0,0-1-1 0 0,1-1 1 0 0,0-2-1 0 0,0 0 1 0 0,1-2-1 0 0,0 0 1 0 0,0-2-1 0 0,0-1 1 0 0,28-1 0 0 0,-48-2 31 0 0,13 1 0 0 0,0-2-1 0 0,0 0 1 0 0,0-1-1 0 0,0-1 1 0 0,0-1-1 0 0,17-7 1 0 0,13-10 80 0 0,87-55-1 0 0,-127 70-57 0 0,-1-1 0 0 0,0 0 0 0 0,0 0 0 0 0,11-15 0 0 0,0-1 66 0 0,-11 16-55 0 0,-7 6-27 0 0,1 1-1 0 0,0 0 1 0 0,-1 0-1 0 0,1-1 0 0 0,-1 1 1 0 0,1-1-1 0 0,-1 0 1 0 0,0 1-1 0 0,0-1 1 0 0,1 0-1 0 0,-1 0 0 0 0,-1 0 1 0 0,1 0-1 0 0,0 0 1 0 0,0 0-1 0 0,-1 0 1 0 0,1 0-1 0 0,-1 0 0 0 0,1 0 1 0 0,-1 0-1 0 0,0 0 1 0 0,0 0-1 0 0,0 0 1 0 0,0 0-1 0 0,0 0 0 0 0,-1 0 1 0 0,1 0-1 0 0,-2-4 1 0 0,-19-26 227 0 0,19 27-212 0 0,0 1 0 0 0,0 0 0 0 0,-1 1 1 0 0,1-1-1 0 0,-1 0 0 0 0,1 1 0 0 0,-1-1 0 0 0,-1 1 1 0 0,1 0-1 0 0,0 0 0 0 0,-1 0 0 0 0,1 1 1 0 0,-8-5-1 0 0,-8-5 57 0 0,6 2-10 0 0,-1 1 0 0 0,0 1 0 0 0,-26-11 0 0 0,31 15-85 0 0,-1 1-1 0 0,0 1 1 0 0,0 0-1 0 0,0 0 1 0 0,0 1-1 0 0,-17 0 1 0 0,21 2-225 0 0,-1-1 0 0 0,1 1-1 0 0,0 1 1 0 0,0-1 0 0 0,0 1 0 0 0,0 0 0 0 0,-6 2 0 0 0,12-3-55 0 0,-1 0 0 0 0,0 0 1 0 0,1 0-1 0 0,-1 0 0 0 0,1 0 1 0 0,-1 0-1 0 0,1 0 0 0 0,-1 0 0 0 0,1 0 1 0 0,0 0-1 0 0,-1 0 0 0 0,1 0 1 0 0,0 1-1 0 0,0-1 0 0 0,0 0 0 0 0,0 0 1 0 0,0 0-1 0 0,0 0 0 0 0,0 0 1 0 0,0 0-1 0 0,0 1 0 0 0,1-1 0 0 0,-1 0 1 0 0,0 0-1 0 0,1 0 0 0 0,-1 0 1 0 0,1 0-1 0 0,-1 0 0 0 0,1 0 0 0 0,0 0 1 0 0,0 1-1 0 0,5 2-1049 0 0,0 0 0 0 0,0-1 0 0 0,1 0 0 0 0,-1 0 0 0 0,0-1 0 0 0,1 1 0 0 0,9 1 0 0 0,43 4-3116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59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1 160 0 0,'0'50'4642'0'0,"0"4"80"0"0,0-6-2080 0 0,0-13-1202 0 0,0-2-799 0 0,0 2-161 0 0,0-1-160 0 0,0-13-320 0 0,33-13-1361 0 0,-33-16-3041 0 0,0 1-2081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7:59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27 1681 0 0,'0'0'194'0'0,"0"0"0"0"0,0 0 0 0 0,0-1 0 0 0,-1 1 0 0 0,1 0 0 0 0,0-1 0 0 0,0 1 0 0 0,0 0 0 0 0,0 0 0 0 0,0-1 0 0 0,0 1 0 0 0,0 0-1 0 0,0-1 1 0 0,0 1 0 0 0,0 0 0 0 0,0-1 0 0 0,0 1 0 0 0,0 0 0 0 0,0-1 0 0 0,0 1 0 0 0,0 0 0 0 0,0 0 0 0 0,0-1 0 0 0,1 1 0 0 0,-1 0 0 0 0,0-1 0 0 0,0 1 0 0 0,0 0 0 0 0,0 0 0 0 0,1-1 0 0 0,-1 1 0 0 0,0 0 0 0 0,0 0 0 0 0,1 0 0 0 0,-1-1 0 0 0,0 1 0 0 0,0 0 0 0 0,1 0 0 0 0,-1 0 0 0 0,0 0 0 0 0,0-1 0 0 0,1 1 0 0 0,-1 0 0 0 0,0 0 0 0 0,1 0 0 0 0,-1 0 0 0 0,1 0 0 0 0,5-1 419 0 0,22-5 978 0 0,38-1-1 0 0,-59 6-1568 0 0,1 1 0 0 0,-1 0-1 0 0,0 0 1 0 0,1 1 0 0 0,-1 0 0 0 0,0 0-1 0 0,0 1 1 0 0,0 0 0 0 0,0 0-1 0 0,0 0 1 0 0,10 6 0 0 0,3 0-14 0 0,-19-8-4 0 0,1 0 1 0 0,0 1-1 0 0,0-1 1 0 0,0 1 0 0 0,0-1-1 0 0,-1 1 1 0 0,1 0 0 0 0,0 0-1 0 0,0 0 1 0 0,-1-1-1 0 0,1 2 1 0 0,-1-1 0 0 0,1 0-1 0 0,-1 0 1 0 0,1 0-1 0 0,-1 1 1 0 0,0-1 0 0 0,0 1-1 0 0,0-1 1 0 0,1 1 0 0 0,-1-1-1 0 0,-1 1 1 0 0,1 0-1 0 0,0-1 1 0 0,0 1 0 0 0,-1 0-1 0 0,1 0 1 0 0,-1 0-1 0 0,1 0 1 0 0,-1-1 0 0 0,0 1-1 0 0,0 2 1 0 0,0 2 7 0 0,-1 0 1 0 0,0 0 0 0 0,-1 0-1 0 0,1 0 1 0 0,-1 0-1 0 0,0-1 1 0 0,-1 1-1 0 0,1-1 1 0 0,-1 1-1 0 0,0-1 1 0 0,-1 0-1 0 0,1 0 1 0 0,-1 0-1 0 0,0-1 1 0 0,0 1-1 0 0,0-1 1 0 0,-9 7-1 0 0,-6 3 105 0 0,-1 0 1 0 0,1-1-1 0 0,-30 13 0 0 0,-11 0 163 0 0,55-23 0 0 0,10-3-307 0 0,121 19 227 0 0,-122-18-204 0 0,1 0 0 0 0,0 0 0 0 0,0 0-1 0 0,-1 1 1 0 0,1-1 0 0 0,0 1 0 0 0,5 3 0 0 0,6 3 37 0 0,-15-7-17 0 0,0 0 0 0 0,-1-1-1 0 0,1 1 1 0 0,-1 0 0 0 0,1 0-1 0 0,-1 0 1 0 0,1 0 0 0 0,-1 0 0 0 0,1 0-1 0 0,-1 0 1 0 0,0 0 0 0 0,1 0-1 0 0,-1 0 1 0 0,0 0 0 0 0,0 0-1 0 0,0 0 1 0 0,0 0 0 0 0,0 0-1 0 0,0 0 1 0 0,0 0 0 0 0,0 0 0 0 0,-1 0-1 0 0,1 0 1 0 0,0 0 0 0 0,0 0-1 0 0,-1 0 1 0 0,1-1 0 0 0,-1 1-1 0 0,1 0 1 0 0,-1 0 0 0 0,1 0-1 0 0,-1 0 1 0 0,-1 1 0 0 0,-13 6 94 0 0,-1 0-1 0 0,0-1 1 0 0,-1-1 0 0 0,1 0 0 0 0,-1-2 0 0 0,-1 0-1 0 0,1 0 1 0 0,0-2 0 0 0,-1 0 0 0 0,0-1 0 0 0,1-1-1 0 0,-26-2 1 0 0,43 2-233 0 0,-1-1-1 0 0,0 1 1 0 0,1 0-1 0 0,-1-1 1 0 0,0 1-1 0 0,1-1 1 0 0,-1 1 0 0 0,0-1-1 0 0,1 1 1 0 0,-1-1-1 0 0,1 1 1 0 0,-1-1-1 0 0,1 1 1 0 0,-1-1-1 0 0,1 0 1 0 0,-1 1 0 0 0,1-1-1 0 0,0 0 1 0 0,-1 0-1 0 0,1 1 1 0 0,0-1-1 0 0,0 0 1 0 0,0 0-1 0 0,-1 1 1 0 0,1-1 0 0 0,0 0-1 0 0,0-1 1 0 0,1-25-3272 0 0,0 18 1696 0 0,-1-41-5625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00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1 240 0 0,'-3'1'230'0'0,"1"-1"0"0"0,-1 1-1 0 0,0 0 1 0 0,0 0 0 0 0,1 1-1 0 0,-1-1 1 0 0,1 0 0 0 0,-1 1-1 0 0,1 0 1 0 0,-1-1 0 0 0,1 1 0 0 0,-4 4-1 0 0,-22 15 1907 0 0,14-14-1292 0 0,10-5-548 0 0,-1 0 0 0 0,1 0-1 0 0,0 0 1 0 0,0 0 0 0 0,1 1 0 0 0,-1 0 0 0 0,0-1 0 0 0,1 1 0 0 0,-1 1 0 0 0,1-1 0 0 0,0 0 0 0 0,0 1 0 0 0,1 0 0 0 0,-5 6 0 0 0,-14 24 651 0 0,10 4-120 0 0,0-18-386 0 0,9-17-345 0 0,0 0-1 0 0,0 1 1 0 0,0-1-1 0 0,0 1 1 0 0,1 0-1 0 0,0 0 1 0 0,0-1-1 0 0,0 1 1 0 0,0 0-1 0 0,0 0 1 0 0,0 7-1 0 0,0 17 542 0 0,0-22-497 0 0,0 1-1 0 0,1-1 1 0 0,0 1 0 0 0,0-1 0 0 0,0 0 0 0 0,1 1-1 0 0,0-1 1 0 0,0 1 0 0 0,0-1 0 0 0,4 8 0 0 0,-2-10-91 0 0,1 0 1 0 0,-1 0-1 0 0,1 0 1 0 0,0-1 0 0 0,8 6-1 0 0,12 14 67 0 0,-22-21-95 0 0,-1 0-6 0 0,-1 0-1 0 0,1-1 1 0 0,0 1-1 0 0,0-1 1 0 0,0 1-1 0 0,0-1 1 0 0,1 1-1 0 0,-1-1 1 0 0,0 0-1 0 0,0 1 1 0 0,1-1 0 0 0,-1 0-1 0 0,1 0 1 0 0,-1 0-1 0 0,1 0 1 0 0,0 0-1 0 0,-1-1 1 0 0,1 1-1 0 0,0 0 1 0 0,-1-1-1 0 0,5 1 1 0 0,-3 0-9 0 0,32 11 25 0 0,-11-4 15 0 0,-19-7 130 0 0,-9-2 171 0 0,0-1-232 0 0,1 0 0 0 0,-1 0-1 0 0,1 0 1 0 0,-1-1-1 0 0,1 1 1 0 0,-6-7-1 0 0,-26-18 645 0 0,-146-69 1306 0 0,118 66-1609 0 0,56 25-430 0 0,-1 1 0 0 0,0 0 0 0 0,0 1 0 0 0,0 0 0 0 0,0 0 0 0 0,0 1 0 0 0,-1 0 0 0 0,-14-1 0 0 0,18 2-46 0 0,2 1-365 0 0,0 0 0 0 0,1 0 1 0 0,-1 0-1 0 0,1 0 1 0 0,-1 0-1 0 0,0 0 0 0 0,1 1 1 0 0,-1-1-1 0 0,1 1 0 0 0,-1 0 1 0 0,1 0-1 0 0,-1 0 1 0 0,1 0-1 0 0,0 0 0 0 0,-1 1 1 0 0,1-1-1 0 0,0 0 0 0 0,0 1 1 0 0,0 0-1 0 0,0 0 1 0 0,0-1-1 0 0,1 1 0 0 0,-1 0 1 0 0,0 0-1 0 0,1 1 1 0 0,-1-1-1 0 0,1 0 0 0 0,0 0 1 0 0,-2 5-1 0 0,4-5-236 0 0,0 0 0 0 0,0 0-1 0 0,0 1 1 0 0,0-1 0 0 0,1 0 0 0 0,-1-1-1 0 0,0 1 1 0 0,1 0 0 0 0,0 0 0 0 0,-1-1-1 0 0,1 1 1 0 0,0 0 0 0 0,2 1 0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01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 2321 0 0,'-54'0'4295'0'0,"50"0"1081"0"0,-2 0-4095 0 0,-12 0 1817 0 0,36 0-1701 0 0,52 9 351 0 0,866 10 3014 0 0,-263-19-4002 0 0,-624 4-1036 0 0,59 2-469 0 0,-32-10-2676 0 0,-71 4 2283 0 0,16-4-1150 0 0,-21 4 1941 0 0,1-1 0 0 0,-1 1 0 0 0,1 0 0 0 0,-1 0 0 0 0,1 0 1 0 0,-1-1-1 0 0,0 1 0 0 0,1 0 0 0 0,-1-1 0 0 0,0 1 0 0 0,1 0 0 0 0,-1-1 0 0 0,0 1 0 0 0,0-1 0 0 0,1 1 0 0 0,-1 0 1 0 0,0-1-1 0 0,0 1 0 0 0,0-1 0 0 0,1 1 0 0 0,-1-1 0 0 0,0 1 0 0 0,0-1 0 0 0,0 1 0 0 0,0-1 0 0 0,0-11-7483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01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134 132 1921 0 0,'0'0'139'0'0,"0"-1"-1"0"0,0 1 1 0 0,0 0 0 0 0,1-1-1 0 0,-1 1 1 0 0,0 0 0 0 0,0-1-1 0 0,0 1 1 0 0,0 0 0 0 0,0-1-1 0 0,0 1 1 0 0,0 0 0 0 0,0-1-1 0 0,0 1 1 0 0,0-1 0 0 0,0 1-1 0 0,0 0 1 0 0,0-1 0 0 0,0 1-1 0 0,0 0 1 0 0,-1-1 0 0 0,1 1-1 0 0,0 0 1 0 0,0-1 0 0 0,0 1-1 0 0,0 0 1 0 0,-1-1 0 0 0,1 1-1 0 0,0 0 1 0 0,0 0 0 0 0,-1-1-1 0 0,1 1 1 0 0,0 0 0 0 0,0 0-1 0 0,-1-1 1 0 0,1 1 0 0 0,0 0-1 0 0,-1 0 1 0 0,1 0 0 0 0,0 0-1 0 0,-1 0 1 0 0,0-1 0 0 0,-5-1 38 0 0,-10-8 2030 0 0,15 8-1960 0 0,1-1 0 0 0,-1 1 0 0 0,0 0 0 0 0,0 0 0 0 0,1 0 0 0 0,-1 0 0 0 0,1-1 0 0 0,0 1 1 0 0,0 0-1 0 0,0-1 0 0 0,0-1 0 0 0,0 3-211 0 0,0 0-1 0 0,0 1 1 0 0,0-1 0 0 0,0 0 0 0 0,0 0-1 0 0,0 1 1 0 0,0-1 0 0 0,-1 0 0 0 0,1 1 0 0 0,0-1-1 0 0,0 0 1 0 0,-1 1 0 0 0,1-1 0 0 0,0 1 0 0 0,-1-1-1 0 0,1 0 1 0 0,0 1 0 0 0,-1-1 0 0 0,1 1-1 0 0,-1-1 1 0 0,1 1 0 0 0,-1-1 0 0 0,0 1 0 0 0,1 0-1 0 0,-1-1 1 0 0,1 1 0 0 0,-1-1 0 0 0,0 1 0 0 0,1 0-1 0 0,-1 0 1 0 0,0-1 0 0 0,1 1 0 0 0,-1 0 0 0 0,-1 0-1 0 0,1 0-2 0 0,0 0 0 0 0,1-1 0 0 0,-1 1 0 0 0,0 0 0 0 0,0-1 0 0 0,0 1 0 0 0,0 0 0 0 0,0-1 0 0 0,1 1 0 0 0,-1-1 0 0 0,0 1 0 0 0,0-1 0 0 0,1 0 1 0 0,-1 1-1 0 0,0-1 0 0 0,1 0 0 0 0,-1 1 0 0 0,1-1 0 0 0,-1 0 0 0 0,1 0 0 0 0,-1 1 0 0 0,1-1 0 0 0,0 0 0 0 0,-1 0 0 0 0,1 0 0 0 0,0 0 0 0 0,-1 0 0 0 0,1 0 0 0 0,0 1 0 0 0,0-1 0 0 0,0 0 0 0 0,0 0 0 0 0,0 0 0 0 0,0 0 0 0 0,0-1 0 0 0,0 1-13 0 0,1 1 1 0 0,-1-1 0 0 0,0 0-1 0 0,0 0 1 0 0,0 1-1 0 0,-1-1 1 0 0,1 0-1 0 0,0 0 1 0 0,0 1 0 0 0,0-1-1 0 0,-1 0 1 0 0,1 1-1 0 0,0-1 1 0 0,0 0 0 0 0,-1 1-1 0 0,1-1 1 0 0,-1 0-1 0 0,1 1 1 0 0,-1-1-1 0 0,1 1 1 0 0,-1-1 0 0 0,1 1-1 0 0,-1-1 1 0 0,1 1-1 0 0,-1-1 1 0 0,1 1-1 0 0,-1-1 1 0 0,0 1 0 0 0,1 0-1 0 0,-1-1 1 0 0,0 1-1 0 0,0 0 1 0 0,1 0-1 0 0,-1 0 1 0 0,0-1 0 0 0,1 1-1 0 0,-1 0 1 0 0,0 0-1 0 0,0 0 1 0 0,1 0 0 0 0,-3 0-1 0 0,-4 0 23 0 0,7-1 13 0 0,-1 1 1 0 0,1 0-1 0 0,0 0 0 0 0,-1 0 1 0 0,1-1-1 0 0,0 1 0 0 0,-1 0 1 0 0,1-1-1 0 0,0 1 0 0 0,-1 0 1 0 0,1-1-1 0 0,0 1 0 0 0,-1 0 1 0 0,1-1-1 0 0,0 1 0 0 0,0 0 1 0 0,0-1-1 0 0,-1 1 0 0 0,1-1 1 0 0,0 1-1 0 0,0 0 0 0 0,0-1 1 0 0,0 1-1 0 0,0-1 0 0 0,0 1 1 0 0,0-1-1 0 0,1 13 651 0 0,-1-10-688 0 0,0 1 1 0 0,0 0 0 0 0,0-1 0 0 0,0 1-1 0 0,0-1 1 0 0,-1 1 0 0 0,1 0 0 0 0,-1-1-1 0 0,1 1 1 0 0,-1-1 0 0 0,0 1 0 0 0,0-1-1 0 0,0 0 1 0 0,-1 1 0 0 0,1-1-1 0 0,0 0 1 0 0,-1 0 0 0 0,0 0 0 0 0,1 0-1 0 0,-1 0 1 0 0,0 0 0 0 0,0 0 0 0 0,0-1-1 0 0,-2 3 1 0 0,2-3-1 0 0,1 1-1 0 0,0 0 1 0 0,0 0 0 0 0,1 0-1 0 0,-1 0 1 0 0,0 0-1 0 0,1 0 1 0 0,-1 0-1 0 0,1 0 1 0 0,0 1 0 0 0,-1-1-1 0 0,1 0 1 0 0,0 0-1 0 0,0 0 1 0 0,1 0 0 0 0,-1 0-1 0 0,1 5 1 0 0,0 3 113 0 0,-1 38 428 0 0,1-47-549 0 0,0-1-1 0 0,1 1 0 0 0,-1 0 1 0 0,0-1-1 0 0,1 1 1 0 0,-1-1-1 0 0,0 1 0 0 0,1-1 1 0 0,-1 0-1 0 0,1 1 1 0 0,-1-1-1 0 0,0 0 0 0 0,1 0 1 0 0,-1 0-1 0 0,1 0 0 0 0,-1 0 1 0 0,1 0-1 0 0,1-1 1 0 0,2 1 18 0 0,30 0 98 0 0,2 0 177 0 0,59-6-1 0 0,57-17 417 0 0,-55 3-253 0 0,-93 19-435 0 0,-1-1 1 0 0,1 1-1 0 0,-1-1 1 0 0,1 0-1 0 0,-1 0 0 0 0,0-1 1 0 0,1 1-1 0 0,-1-1 1 0 0,0 0-1 0 0,-1 0 1 0 0,6-6-1 0 0,0 2 6 0 0,-8 5-23 0 0,0 1 1 0 0,0-1-1 0 0,0 0 1 0 0,-1 0-1 0 0,1 1 1 0 0,-1-1-1 0 0,1 0 1 0 0,-1 0-1 0 0,1 0 1 0 0,-1 1-1 0 0,0-1 1 0 0,0 0-1 0 0,0 0 0 0 0,0 0 1 0 0,0 0-1 0 0,-1 0 1 0 0,1 0-1 0 0,0 1 1 0 0,-1-1-1 0 0,0 0 1 0 0,1 0-1 0 0,-1 1 1 0 0,0-1-1 0 0,-1-2 1 0 0,-7 1 18 0 0,8 3-28 0 0,0 0 0 0 0,1 0 0 0 0,-1 0 0 0 0,0-1-1 0 0,0 1 1 0 0,1 0 0 0 0,-1 0 0 0 0,0-1 0 0 0,0 1 0 0 0,1 0 0 0 0,-1-1 0 0 0,0 1-1 0 0,1-1 1 0 0,-1 1 0 0 0,0-1 0 0 0,1 1 0 0 0,-1-1 0 0 0,1 1 0 0 0,-1-1 0 0 0,1 1-1 0 0,-1-1 1 0 0,1 0 0 0 0,-1 1 0 0 0,1-1 0 0 0,-1 0 0 0 0,1 0 0 0 0,0 1 0 0 0,0-1-1 0 0,-1 0 1 0 0,1 0 0 0 0,0 1 0 0 0,0-1 0 0 0,0 0 0 0 0,0-1 0 0 0,0 1-3 0 0,-1 1 1 0 0,1-1-1 0 0,0 1 1 0 0,0 0-1 0 0,-1-1 0 0 0,1 1 1 0 0,0-1-1 0 0,-1 1 1 0 0,1 0-1 0 0,-1-1 1 0 0,1 1-1 0 0,-1 0 1 0 0,1-1-1 0 0,0 1 1 0 0,-1 0-1 0 0,1 0 0 0 0,-1-1 1 0 0,1 1-1 0 0,-1 0 1 0 0,1 0-1 0 0,-1 0 1 0 0,1 0-1 0 0,-1 0 1 0 0,1 0-1 0 0,-1 0 1 0 0,0 0-1 0 0,1 0 0 0 0,-1 0 1 0 0,1 0-1 0 0,-1 0 1 0 0,1 0-1 0 0,-1 0 1 0 0,1 0-1 0 0,-1 1 1 0 0,0-1-1 0 0,1 0 0 0 0,-1 0 0 0 0,1 0 0 0 0,-1 0 0 0 0,1 1 0 0 0,-1-1 0 0 0,1 0 0 0 0,-1 0 0 0 0,0 0 0 0 0,1 0 0 0 0,-1 0 0 0 0,1 0 0 0 0,-1-1 0 0 0,1 1 0 0 0,-1 0 0 0 0,1 0 0 0 0,-1 0 0 0 0,1 0 0 0 0,-1-1 0 0 0,1 1 0 0 0,-1 0 0 0 0,1 0 0 0 0,-1-1 0 0 0,1 1 0 0 0,0 0 0 0 0,-1-1 0 0 0,1 1 0 0 0,-1 0 0 0 0,1-1 0 0 0,0 1 0 0 0,-1-1 0 0 0,1 1 0 0 0,0-1 1 0 0,-1 0-1 0 0,1 0 2 0 0,-1 1 1 0 0,1-1 0 0 0,-1 0-1 0 0,1 1 1 0 0,-1-1 0 0 0,1 1-1 0 0,-1-1 1 0 0,0 1 0 0 0,1-1-1 0 0,-1 1 1 0 0,0-1 0 0 0,0 1-1 0 0,1 0 1 0 0,-1-1 0 0 0,0 1-1 0 0,0 0 1 0 0,1 0 0 0 0,-1-1-1 0 0,0 1 1 0 0,0 0 0 0 0,0 0-1 0 0,1 0 1 0 0,-1 0 0 0 0,0 0-1 0 0,0 0 1 0 0,0 0 0 0 0,1 0-1 0 0,-1 1 1 0 0,0-1 0 0 0,0 0-1 0 0,0 0 1 0 0,1 1 0 0 0,-1-1 0 0 0,0 0-1 0 0,0 1 1 0 0,1-1 0 0 0,-1 1-1 0 0,0-1 1 0 0,1 1 0 0 0,-1-1-1 0 0,1 1 1 0 0,-1-1 0 0 0,1 1-1 0 0,-1 0 1 0 0,1-1 0 0 0,-1 2-1 0 0,0 14 192 0 0,-1 0 0 0 0,0 0-1 0 0,-1-1 1 0 0,-6 22 0 0 0,5-22-23 0 0,0 0 0 0 0,1 0 0 0 0,1 0 0 0 0,-1 21 1 0 0,3-14-49 0 0,1-16-87 0 0,-1 1 0 0 0,0-1 1 0 0,0 0-1 0 0,0 0 0 0 0,-1 0 0 0 0,0 0 0 0 0,-4 12 1 0 0,-6 3 57 0 0,9-18-80 0 0,0 0 1 0 0,0 0-1 0 0,1 1 1 0 0,-1-1-1 0 0,1 0 1 0 0,0 1-1 0 0,-1 0 1 0 0,2-1-1 0 0,-1 1 1 0 0,0 0-1 0 0,0 6 1 0 0,1 2 431 0 0,0-9-650 0 0,0-1 0 0 0,-1 0-1 0 0,1 1 1 0 0,1-1 0 0 0,-1 1 0 0 0,0-1-1 0 0,0 1 1 0 0,1-1 0 0 0,0 0-1 0 0,1 4 1 0 0,-2-5-2 0 0,1-1 1 0 0,0 1-1 0 0,0-1 0 0 0,0 0 1 0 0,0 1-1 0 0,0-1 0 0 0,0 0 0 0 0,0 1 1 0 0,0-1-1 0 0,0 0 0 0 0,0 0 0 0 0,0 0 1 0 0,0 0-1 0 0,0 0 0 0 0,0 0 1 0 0,0 0-1 0 0,0 0 0 0 0,0 0 0 0 0,0-1 1 0 0,0 1-1 0 0,0 0 0 0 0,0-1 0 0 0,0 1 1 0 0,0 0-1 0 0,0-1 0 0 0,0 1 1 0 0,0-1-1 0 0,1-1 0 0 0,38-15-6496 0 0,12-6 979 0 0,-13-3 758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02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56 160 0 0,'0'0'14647'0'0,"33"0"-6163"0"0,0 0-7284 0 0,-1 0-479 0 0,34 0-481 0 0,-34 0-721 0 0,34 0-799 0 0,-1-8-1201 0 0,-39 2-1041 0 0,7-9-960 0 0,-1 3-480 0 0,-32-3 320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03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30 1281 0 0,'-23'4'1106'0'0,"12"-3"-514"0"0,0 0 0 0 0,1 1 0 0 0,-1 1 0 0 0,1-1 0 0 0,-1 2 0 0 0,1-1 0 0 0,-18 10 0 0 0,28-12-533 0 0,-1-1 1 0 0,1 1-1 0 0,-1 0 0 0 0,1-1 0 0 0,-1 1 0 0 0,1-1 0 0 0,0 1 0 0 0,-1 0 1 0 0,1-1-1 0 0,0 1 0 0 0,-1 0 0 0 0,1-1 0 0 0,0 1 0 0 0,0 0 1 0 0,0-1-1 0 0,0 1 0 0 0,-1 0 0 0 0,1 0 0 0 0,0-1 0 0 0,0 1 0 0 0,0 0 1 0 0,1 1-1 0 0,-1 1 461 0 0,0-2 534 0 0,5-1 280 0 0,12 0 173 0 0,-28 0 27 0 0,27 0-240 0 0,11-1 550 0 0,48-9 1 0 0,-8 1-1038 0 0,-41 8-514 0 0,210-19-3256 0 0,-79-8-9214 0 0,-93 14 7281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03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 3442 0 0,'0'1'4507'0'0,"0"8"-2491"0"0,0-3-1822 0 0,1-1 1 0 0,-1 0-1 0 0,1 1 1 0 0,0-1-1 0 0,0 0 1 0 0,1 0 0 0 0,0 0-1 0 0,0 0 1 0 0,0 0-1 0 0,5 7 1 0 0,7 17 519 0 0,-7-10-78 0 0,0 1 0 0 0,6 28 0 0 0,-2 28 924 0 0,10-11-612 0 0,-12-30-584 0 0,-6-21-202 0 0,1 1 0 0 0,0-1 0 0 0,1 0 0 0 0,9 18-1 0 0,84 142 480 0 0,-94-167-681 0 0,0 0 0 0 0,0 1 1 0 0,-1 0-1 0 0,1-1 0 0 0,-2 1 1 0 0,1 1-1 0 0,-1-1 0 0 0,0 0 1 0 0,1 16-1 0 0,-2 24-4419 0 0,-1-47 4273 0 0,0-1 1 0 0,0 1-1 0 0,0 0 0 0 0,0-1 1 0 0,0 1-1 0 0,0-1 0 0 0,0 1 1 0 0,0-1-1 0 0,0 1 0 0 0,0 0 1 0 0,0-1-1 0 0,-1 1 0 0 0,1-1 1 0 0,0 1-1 0 0,0-1 0 0 0,-1 1 1 0 0,1-1-1 0 0,0 1 0 0 0,-1-1 0 0 0,1 1 1 0 0,0-1-1 0 0,-1 0 0 0 0,1 1 1 0 0,-1-1-1 0 0,-26 8-5283 0 0</inkml:trace>
  <inkml:trace contextRef="#ctx0" brushRef="#br0" timeOffset="1">1 552 320 0 0,'0'-15'3202'0'0,"32"3"-1"0"0,-32-3-320 0 0,33 9-480 0 0,0 0-480 0 0,32-9-560 0 0,0 1-1041 0 0,66 8-2321 0 0,-33-15-2561 0 0,0 6-560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13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30 4962 0 0,'-55'-5'6390'0'0,"47"6"-965"0"0,4 5-2509 0 0,5-3-2152 0 0,0-8 1509 0 0,4 5-1566 0 0,147 0 1855 0 0,-10-6-1602 0 0,76-8-386 0 0,-172 10-513 0 0,-33 2-36 0 0,0 0 1 0 0,0 1 0 0 0,1 1 0 0 0,-1 0 0 0 0,0 0 0 0 0,1 1 0 0 0,-1 1 0 0 0,0 1 0 0 0,22 6 0 0 0,-28-6-27 0 0,1 1-1 0 0,-15 3 5 0 0,-7 5 10 0 0,-2 4 112 0 0,0-1-1 0 0,-2 0 1 0 0,1-2-1 0 0,-2 0 1 0 0,0-1-1 0 0,0-1 1 0 0,-1 0-1 0 0,-25 8 1 0 0,11-6 289 0 0,1-2 1 0 0,-48 9-1 0 0,0 0 237 0 0,27-3-184 0 0,38-9-134 0 0,-6-8-146 0 0,22-1-189 0 0,0 1 1 0 0,0 0-1 0 0,0 0 1 0 0,0 0-1 0 0,0 0 0 0 0,1 0 1 0 0,-1 0-1 0 0,0 0 1 0 0,0 0-1 0 0,0 0 0 0 0,0 0 1 0 0,0-1-1 0 0,0 1 0 0 0,0 0 1 0 0,0 0-1 0 0,0 0 1 0 0,0 0-1 0 0,0 0 0 0 0,0 0 1 0 0,0 0-1 0 0,0-1 1 0 0,0 1-1 0 0,1 0 0 0 0,-1 0 1 0 0,0 0-1 0 0,0 0 1 0 0,0 0-1 0 0,-1 0 0 0 0,1-1 1 0 0,0 1-1 0 0,0 0 1 0 0,0 0-1 0 0,0 0 0 0 0,0 0 1 0 0,0 0-1 0 0,0 0 1 0 0,0-1-1 0 0,0 1 0 0 0,0 0 1 0 0,0 0-1 0 0,0 0 1 0 0,0 0-1 0 0,0 0 0 0 0,0 0 1 0 0,-1 0-1 0 0,1 0 1 0 0,0 0-1 0 0,0-1 0 0 0,0 1 1 0 0,54-8-79 0 0,-16-12 147 0 0,3 7-21 0 0,54-9 1 0 0,-45 12-26 0 0,72-4 1 0 0,-99 12-140 0 0,1 2-1 0 0,0 0 1 0 0,-1 2 0 0 0,1 1-1 0 0,28 7 1 0 0,-43-7-12 0 0,0 1 0 0 0,0 0 0 0 0,0 1 0 0 0,-1 0 0 0 0,0 0 0 0 0,0 1 0 0 0,0 0 0 0 0,-1 0 0 0 0,1 1 0 0 0,10 13 0 0 0,-15-17 93 0 0,-1-1 15 0 0,-1-1 0 0 0,1 1 0 0 0,0 0 0 0 0,0 0 0 0 0,-1 0 0 0 0,1 0 0 0 0,-1 1 0 0 0,0-1 0 0 0,0 0 0 0 0,1 0 0 0 0,-1 1 0 0 0,-1-1-1 0 0,2 6 1 0 0,-2-7 23 0 0,0 1-1 0 0,-1 0 0 0 0,1 0 0 0 0,-1 0 0 0 0,0-1 0 0 0,0 1 0 0 0,1 0 0 0 0,-1-1 0 0 0,0 1 0 0 0,-1-1 0 0 0,1 1 0 0 0,0-1 0 0 0,0 1 0 0 0,0-1 0 0 0,-1 0 0 0 0,1 0 0 0 0,-1 0 1 0 0,1 1-1 0 0,-1-1 0 0 0,1-1 0 0 0,-4 3 0 0 0,-16 8 193 0 0,-1-1 0 0 0,-1 0 1 0 0,0-1-1 0 0,-30 6 0 0 0,20-5 158 0 0,-37 15-1 0 0,63-21-333 0 0,-1 0 0 0 0,1-1-1 0 0,-1 0 1 0 0,0 0 0 0 0,0-1-1 0 0,0 0 1 0 0,0 0 0 0 0,0-1-1 0 0,-1 0 1 0 0,1 0 0 0 0,0-1-1 0 0,-1 0 1 0 0,1-1 0 0 0,-10-1-1 0 0,8 1 28 0 0,3 1-28 0 0,-51-6 209 0 0,53 5-251 0 0,0 0-1 0 0,-1-1 0 0 0,1 1 0 0 0,0-1 0 0 0,0 0 0 0 0,0 0 1 0 0,0 0-1 0 0,1-1 0 0 0,-6-3 0 0 0,6 2-199 0 0,2 3 43 0 0,0 0 0 0 0,0 0 1 0 0,1-1-1 0 0,-1 1 0 0 0,0-1 0 0 0,1 1 1 0 0,-1-1-1 0 0,1 1 0 0 0,0-1 0 0 0,-1 0 1 0 0,1 0-1 0 0,-1-3 0 0 0,2 4-40 0 0,1-1 0 0 0,0 1 0 0 0,-1-1 0 0 0,1 1 0 0 0,0 0 0 0 0,0-1 0 0 0,0 1 0 0 0,0 0 0 0 0,0 0 0 0 0,0-1 0 0 0,0 1 0 0 0,0 0 0 0 0,0 0 0 0 0,1 0 0 0 0,-1 0 0 0 0,0 1 0 0 0,3-2 0 0 0,88-59-13210 0 0,-54 26 6683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15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323 7 1281 0 0,'0'0'94'0'0,"0"0"1"0"0,0-1 0 0 0,0 1 0 0 0,0 0 0 0 0,0 0 0 0 0,0 0 0 0 0,0-1 0 0 0,0 1-1 0 0,0 0 1 0 0,0 0 0 0 0,0-1 0 0 0,0 1 0 0 0,0 0 0 0 0,0 0 0 0 0,-1 0-1 0 0,1-1 1 0 0,0 1 0 0 0,0 0 0 0 0,0 0 0 0 0,0 0 0 0 0,0-1 0 0 0,0 1 0 0 0,-1 0-1 0 0,1 0 1 0 0,0 0 0 0 0,0 0 0 0 0,0-1 0 0 0,-1 1 0 0 0,1 0 0 0 0,0 0 0 0 0,0 0-1 0 0,0 0 1 0 0,-1 0 0 0 0,1 0 0 0 0,0 0 0 0 0,0 0 0 0 0,-1 0 0 0 0,-11 2 349 0 0,-9 2 1963 0 0,9-4-1922 0 0,1 1 1 0 0,-1 1-1 0 0,1-1 0 0 0,0 2 1 0 0,0-1-1 0 0,0 2 0 0 0,0-1 1 0 0,0 2-1 0 0,1-1 0 0 0,0 1 1 0 0,0 1-1 0 0,-11 7 0 0 0,19-11-428 0 0,-1 0-1 0 0,1 0 1 0 0,-1 0-1 0 0,1 1 1 0 0,0-1-1 0 0,0 1 1 0 0,0-1-1 0 0,0 1 1 0 0,0 0-1 0 0,1 0 1 0 0,-1 0-1 0 0,1 0 1 0 0,0 0 0 0 0,-2 6-1 0 0,-5 12 137 0 0,-3 0-69 0 0,9-18-104 0 0,0 0-1 0 0,0 0 1 0 0,1 1 0 0 0,-1-1-1 0 0,1 1 1 0 0,-1-1 0 0 0,1 1-1 0 0,0-1 1 0 0,1 1 0 0 0,-1 0-1 0 0,0 6 1 0 0,1-6 7 0 0,0 0-1 0 0,-1 0 1 0 0,1 0 0 0 0,-1 0-1 0 0,0 0 1 0 0,0 0 0 0 0,-1 0-1 0 0,1 0 1 0 0,-1 0 0 0 0,1 0-1 0 0,-6 6 1 0 0,5-7 27 0 0,0 1-1 0 0,0-1 0 0 0,1 0 1 0 0,-1 1-1 0 0,1-1 0 0 0,-1 1 1 0 0,1 0-1 0 0,0-1 0 0 0,1 1 1 0 0,-1 0-1 0 0,0 7 1 0 0,1-8 5 0 0,0 1 1 0 0,-1-1 0 0 0,0 1 0 0 0,0 0 0 0 0,0-1 0 0 0,0 0 0 0 0,-1 1 0 0 0,1-1 0 0 0,-1 0 0 0 0,0 0 0 0 0,0 0 0 0 0,-2 4 0 0 0,2-6-36 0 0,0 2-1 0 0,1-1 1 0 0,-1 0-1 0 0,1 0 1 0 0,0 0 0 0 0,-1 1-1 0 0,1-1 1 0 0,0 1-1 0 0,0-1 1 0 0,1 1 0 0 0,-1-1-1 0 0,0 1 1 0 0,1 0 0 0 0,0-1-1 0 0,-1 1 1 0 0,1 0-1 0 0,0-1 1 0 0,0 1 0 0 0,1 0-1 0 0,-1-1 1 0 0,0 1-1 0 0,1-1 1 0 0,0 1 0 0 0,0 0-1 0 0,-1-1 1 0 0,1 1 0 0 0,2 2-1 0 0,19 29 217 0 0,-11-2-13 0 0,11-3-80 0 0,-14-13-128 0 0,-7-13-27 0 0,1-1 1 0 0,-1 1-1 0 0,0-1 1 0 0,1 0-1 0 0,-1 0 1 0 0,1 1-1 0 0,0-1 1 0 0,0 0-1 0 0,0 0 1 0 0,0 0-1 0 0,0-1 1 0 0,0 1-1 0 0,0 0 1 0 0,4 1-1 0 0,17 9 145 0 0,1-1 0 0 0,38 12 0 0 0,-42-16-121 0 0,-14-5-22 0 0,-1-1 0 0 0,1 0 0 0 0,-1 0 1 0 0,1 0-1 0 0,0 0 0 0 0,0-1 0 0 0,-1 0 0 0 0,10-1 0 0 0,18-5 6 0 0,-32 5 11 0 0,1 1 0 0 0,0-1 0 0 0,0 1 0 0 0,-1-1 0 0 0,1 0 0 0 0,-1 0 0 0 0,1 0 0 0 0,-1 0 0 0 0,1 0 0 0 0,-1 0 0 0 0,1 0 0 0 0,-1 0 0 0 0,0 0 0 0 0,0-1 0 0 0,0 1 0 0 0,1-1 0 0 0,-1 1 0 0 0,0-1 0 0 0,-1 1 0 0 0,2-3 0 0 0,0-1 109 0 0,-2 0 0 0 0,1-1-1 0 0,0 1 1 0 0,-1 0 0 0 0,0 0 0 0 0,0-6-1 0 0,-1-5 239 0 0,1 13-308 0 0,0 1-1 0 0,0 0 1 0 0,-1-1-1 0 0,1 1 1 0 0,-1 0-1 0 0,0-1 1 0 0,1 1-1 0 0,-1 0 1 0 0,0 0-1 0 0,0 0 1 0 0,-1-1-1 0 0,1 1 1 0 0,0 0-1 0 0,-1 1 1 0 0,1-1-1 0 0,-1 0 1 0 0,0 0-1 0 0,0 1 1 0 0,-2-3-1 0 0,-4-1 96 0 0,0 0-1 0 0,0 0 0 0 0,-14-6 0 0 0,0 1 117 0 0,-1-5 79 0 0,0 2 0 0 0,-42-18 1 0 0,13 9-28 0 0,-8 5-874 0 0,54 12 31 0 0,39-2-19389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16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8 1601 0 0,'1'-7'2403'0'0,"0"11"2018"0"0,-3 7-165 0 0,-3-4-4198 0 0,-5 2 501 0 0,0-1-1 0 0,-1-1 0 0 0,1 0 1 0 0,-20 9-1 0 0,-33 23 1317 0 0,58-36-1704 0 0,0 1 0 0 0,1 0 0 0 0,0 0 1 0 0,-1 1-1 0 0,2-1 0 0 0,-1 1 0 0 0,0 0 0 0 0,1 0 0 0 0,0 0 1 0 0,-3 6-1 0 0,5-6-78 0 0,-1-1 1 0 0,0 1 0 0 0,-1-1-1 0 0,1 1 1 0 0,-1-1-1 0 0,0 0 1 0 0,0 0-1 0 0,0 0 1 0 0,-5 4 0 0 0,7-7-83 0 0,0-1 12 0 0,-6 12 113 0 0,13-5-16 0 0,18-4 108 0 0,-19-4-95 0 0,-5-5-39 0 0,0 5-1 0 0,-1 1-77 0 0,0 0-1 0 0,0 0 1 0 0,0 0-1 0 0,-1 0 1 0 0,1 0-1 0 0,0 1 1 0 0,0-1 0 0 0,0 0-1 0 0,0 1 1 0 0,0-1-1 0 0,0 1 1 0 0,0-1-1 0 0,0 1 1 0 0,0-1 0 0 0,0 1-1 0 0,0 0 1 0 0,0 0-1 0 0,0-1 1 0 0,1 1-1 0 0,-1 0 1 0 0,0 0 0 0 0,-1 2-1 0 0,-7 24 132 0 0,4-11-65 0 0,1-8-50 0 0,-1 0-1 0 0,0 0 1 0 0,0-1-1 0 0,-1 0 1 0 0,-12 12 0 0 0,-16 22 395 0 0,32-38-358 0 0,0 0-1 0 0,1 0 1 0 0,-1 0 0 0 0,0 0-1 0 0,1 1 1 0 0,0-1 0 0 0,0 0-1 0 0,0 1 1 0 0,0-1-1 0 0,0 0 1 0 0,0 6 0 0 0,1-7-51 0 0,0 0 0 0 0,0 0 0 0 0,0-1 0 0 0,0 1 0 0 0,-1 0 0 0 0,1-1 0 0 0,-1 1 0 0 0,1 0 0 0 0,-1-1 0 0 0,0 1 0 0 0,0-1 0 0 0,1 1 0 0 0,-1-1 0 0 0,0 1 0 0 0,0-1 0 0 0,-1 0 0 0 0,1 1 0 0 0,0-1 0 0 0,0 0 0 0 0,-1 0 0 0 0,1 0 0 0 0,-3 2 0 0 0,-3 2 21 0 0,1 3 210 0 0,7-13-84 0 0,-1 4 48 0 0,5 1 27 0 0,6-1-126 0 0,0 0-1 0 0,-9 1-8 0 0,-4 1 57 0 0,-1-1-151 0 0,0 1 1 0 0,1-1 0 0 0,-1 1-1 0 0,0 0 1 0 0,0-1 0 0 0,1 1-1 0 0,-1 1 1 0 0,1-1 0 0 0,-1 0-1 0 0,1 1 1 0 0,-1-1 0 0 0,1 1-1 0 0,0 0 1 0 0,0-1 0 0 0,0 1-1 0 0,0 0 1 0 0,0 0 0 0 0,0 1-1 0 0,0-1 1 0 0,1 0 0 0 0,-1 1 0 0 0,1-1-1 0 0,-1 1 1 0 0,1-1 0 0 0,0 1-1 0 0,0 0 1 0 0,1-1 0 0 0,-1 1-1 0 0,0 0 1 0 0,1 0 0 0 0,-1 5-1 0 0,1-7-8 0 0,0 0-1 0 0,0 0 1 0 0,0-1 0 0 0,0 1-1 0 0,0 0 1 0 0,0 0-1 0 0,0 0 1 0 0,0 0 0 0 0,-1 0-1 0 0,1 0 1 0 0,0 0-1 0 0,-1 0 1 0 0,1 0 0 0 0,-1-1-1 0 0,1 1 1 0 0,-1 0-1 0 0,1 0 1 0 0,-1-1 0 0 0,1 1-1 0 0,-1 0 1 0 0,0-1 0 0 0,0 1-1 0 0,1 0 1 0 0,-1-1-1 0 0,0 1 1 0 0,0-1 0 0 0,1 1-1 0 0,-1-1 1 0 0,0 1-1 0 0,0-1 1 0 0,0 0 0 0 0,0 0-1 0 0,0 1 1 0 0,-1-1-1 0 0,-6 3 1 0 0,7-1 49 0 0,0 0 0 0 0,0 1-1 0 0,0-1 1 0 0,0 0 0 0 0,0 1 0 0 0,1-1 0 0 0,-1 1 0 0 0,1-1 0 0 0,0 1 0 0 0,-1 0 0 0 0,1-1 0 0 0,0 1 0 0 0,1-1 0 0 0,-1 1 0 0 0,1 3 0 0 0,0-1 64 0 0,-1-4 44 0 0,5-10-67 0 0,2 6-91 0 0,-6 3-6 0 0,0 0-1 0 0,0 0 1 0 0,0-1 0 0 0,0 1 0 0 0,0-1-1 0 0,0 1 1 0 0,0-1 0 0 0,0 1 0 0 0,0-1 0 0 0,0 0-1 0 0,-1 1 1 0 0,1-1 0 0 0,0 0 0 0 0,0 0 0 0 0,-1 1-1 0 0,1-1 1 0 0,0 0 0 0 0,-1 0 0 0 0,1 0-1 0 0,0 0 1 0 0,-1 0 0 0 0,0 0 0 0 0,1 0 0 0 0,-1 0-1 0 0,0 0 1 0 0,1 0 0 0 0,-1 0 0 0 0,0-1-1 0 0,0 1 1 0 0,0 0 0 0 0,0-2 0 0 0,1-2-136 0 0,-1-1 0 0 0,1 0 0 0 0,0 0 1 0 0,1 0-1 0 0,0 1 0 0 0,0-1 0 0 0,4-7 0 0 0,6-23-1396 0 0,-1-38-3786 0 0,-4 48 733 0 0,13-35 0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16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1281 0 0,'1'0'270'0'0,"15"0"2883"0"0,0-1 1 0 0,25-3-1 0 0,-11-5-1718 0 0,24-5 19 0 0,-29 6-599 0 0,-17 7-656 0 0,20-6 1947 0 0,-45 8-984 0 0,11 0-682 0 0,6 11 102 0 0,-1-1-1 0 0,-1 1 1 0 0,0-1 0 0 0,-1 0-1 0 0,-6 19 1 0 0,5-20-288 0 0,1 0 1 0 0,1-1-1 0 0,0 1 0 0 0,0 0 0 0 0,0 16 1 0 0,1-14-356 0 0,1-6 205 0 0,0 0 1 0 0,0 0 0 0 0,1 0 0 0 0,-1 0-1 0 0,4 11 1 0 0,-4-16-346 0 0,1 1-1 0 0,0 0 1 0 0,0-1-1 0 0,0 1 1 0 0,0-1-1 0 0,0 0 1 0 0,0 1-1 0 0,0-1 1 0 0,0 0-1 0 0,0 0 1 0 0,1 1-1 0 0,-1-1 1 0 0,1 0-1 0 0,-1 0 1 0 0,1 0-1 0 0,-1-1 1 0 0,1 1-1 0 0,-1 0 1 0 0,1-1-1 0 0,0 1 1 0 0,-1-1-1 0 0,1 1 1 0 0,3 0-1 0 0,22 1-7415 0 0,6 5-3214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17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262 192 320 0 0,'-5'0'2895'0'0,"-9"0"-865"0"0,-49 1 6673 0 0,14 6-6057 0 0,39-5-2265 0 0,-5 1 64 0 0,0 1-1 0 0,1 0 0 0 0,-20 9 1 0 0,31-12-404 0 0,1 0 0 0 0,-1 0 0 0 0,1 0 1 0 0,0 1-1 0 0,-1-1 0 0 0,1 1 0 0 0,0 0 0 0 0,0-1 0 0 0,0 1 1 0 0,0 0-1 0 0,0 0 0 0 0,0 0 0 0 0,1 1 0 0 0,-1-1 1 0 0,1 0-1 0 0,-1 1 0 0 0,1-1 0 0 0,0 1 0 0 0,0-1 0 0 0,0 1 1 0 0,0-1-1 0 0,0 1 0 0 0,1 0 0 0 0,-1 5 0 0 0,1 80 1027 0 0,0-86-1025 0 0,0 0 1 0 0,1 0 0 0 0,-1 0-1 0 0,0 0 1 0 0,1 0 0 0 0,0 0-1 0 0,-1 0 1 0 0,1 0 0 0 0,0-1 0 0 0,0 1-1 0 0,0 0 1 0 0,0 0 0 0 0,1-1-1 0 0,-1 1 1 0 0,0-1 0 0 0,3 3 0 0 0,29 21 326 0 0,-17-15-150 0 0,-5-2-91 0 0,1-2 0 0 0,0 1 0 0 0,0-2 0 0 0,0 1 0 0 0,0-2 0 0 0,1 1 0 0 0,14 1 0 0 0,2 0 209 0 0,54 4 0 0 0,-78-9-316 0 0,1-1 0 0 0,-1 1 1 0 0,0-1-1 0 0,0 0 0 0 0,0-1 0 0 0,1 1 1 0 0,-1-1-1 0 0,0 0 0 0 0,0 0 0 0 0,0-1 1 0 0,0 1-1 0 0,0-1 0 0 0,0 0 0 0 0,-1-1 1 0 0,1 1-1 0 0,-1-1 0 0 0,1 0 0 0 0,-1 0 1 0 0,0 0-1 0 0,6-6 0 0 0,-6 2 26 0 0,0 1-1 0 0,-1-1 1 0 0,1 0 0 0 0,-2 1-1 0 0,1-2 1 0 0,-1 1 0 0 0,0 0-1 0 0,0 0 1 0 0,-1-1-1 0 0,0 1 1 0 0,0 0 0 0 0,-1-1-1 0 0,-1-10 1 0 0,2-6 219 0 0,-2 1-1 0 0,-1-1 1 0 0,-1 0 0 0 0,-1 1 0 0 0,0 0 0 0 0,-15-41-1 0 0,16 57-146 0 0,-1 1-1 0 0,1-1 0 0 0,-1 1 0 0 0,0 0 1 0 0,0 0-1 0 0,-1 1 0 0 0,0-1 0 0 0,0 1 1 0 0,0 0-1 0 0,-9-7 0 0 0,1 4 68 0 0,-1 0-1 0 0,0 1 1 0 0,-16-7-1 0 0,-1 0 51 0 0,23 9-349 0 0,0 1 0 0 0,0 1 0 0 0,-1-1 0 0 0,0 1 0 0 0,1 1 1 0 0,-1-1-1 0 0,0 2 0 0 0,0-1 0 0 0,0 1 0 0 0,0 0 0 0 0,0 1 1 0 0,-18 2-1 0 0,28-2 24 0 0,-1 0 0 0 0,0 0 0 0 0,0 0 0 0 0,1 0 0 0 0,-1 0 1 0 0,0 0-1 0 0,0 0 0 0 0,1 0 0 0 0,-1 0 0 0 0,0 0 0 0 0,0 1 1 0 0,0-1-1 0 0,1 0 0 0 0,-1 0 0 0 0,0 0 0 0 0,0 0 0 0 0,0 1 0 0 0,1-1 1 0 0,-1 0-1 0 0,0 0 0 0 0,0 0 0 0 0,0 1 0 0 0,0-1 0 0 0,0 0 0 0 0,1 0 1 0 0,-1 0-1 0 0,0 1 0 0 0,0-1 0 0 0,0 0 0 0 0,0 0 0 0 0,0 1 1 0 0,0-1-1 0 0,0 0 0 0 0,0 1 0 0 0,0-1 0 0 0,0 0 0 0 0,0 0 0 0 0,0 1 1 0 0,0-1-1 0 0,0 0 0 0 0,0 0 0 0 0,0 1 0 0 0,0-1 0 0 0,0 0 0 0 0,-1 0 1 0 0,1 0-1 0 0,0 1 0 0 0,0-1 0 0 0,0 0 0 0 0,0 0 0 0 0,0 1 1 0 0,-1-1-1 0 0,1 0 0 0 0,0 0 0 0 0,0 0 0 0 0,0 0 0 0 0,-1 1 0 0 0,1-1 1 0 0,0 0-1 0 0,0 0 0 0 0,0 0 0 0 0,-1 0 0 0 0,1 0 0 0 0,0 0 1 0 0,0 0-1 0 0,-1 0 0 0 0,1 0 0 0 0,0 1 0 0 0,-1-1 0 0 0,61 21-12558 0 0,-27-1 6590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18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31 400 0 0,'-4'-6'6515'0'0,"-5"5"-4861"0"0,-6 2-805 0 0,-44 8 4765 0 0,-12 2-2358 0 0,59-8-2812 0 0,4-2-154 0 0,0 0-1 0 0,1 1 0 0 0,-1 1 1 0 0,1-1-1 0 0,-13 7 1 0 0,18-8-228 0 0,0 0 0 0 0,0 1 0 0 0,0-1 0 0 0,1 1 0 0 0,-1-1 0 0 0,0 1 0 0 0,1 0 0 0 0,-1 0 0 0 0,1 0 0 0 0,-1 0 0 0 0,1 0 0 0 0,0 0 0 0 0,0 0 0 0 0,0 0 0 0 0,0 1 0 0 0,0-1 0 0 0,1 0 0 0 0,-1 1 0 0 0,1-1 0 0 0,-1 0 0 0 0,1 1 0 0 0,0-1 0 0 0,0 4 0 0 0,1 2 56 0 0,0 1 0 0 0,1-1 0 0 0,0 0 0 0 0,0 0 0 0 0,1-1 0 0 0,0 1-1 0 0,0 0 1 0 0,1-1 0 0 0,0 0 0 0 0,1 0 0 0 0,-1 0 0 0 0,1 0 0 0 0,0-1 0 0 0,1 1 0 0 0,11 8 0 0 0,7 7 142 0 0,0-1 0 0 0,50 30 1 0 0,-68-48-241 0 0,-1 0 0 0 0,1-1 0 0 0,-1 0 0 0 0,1 0 0 0 0,0 0 0 0 0,0-1 0 0 0,0 0 1 0 0,0 0-1 0 0,0-1 0 0 0,0 1 0 0 0,10-2 0 0 0,-9 1 19 0 0,-5 0-20 0 0,0 0 0 0 0,-1 1 1 0 0,1-1-1 0 0,0 0 0 0 0,-1 0 1 0 0,1 0-1 0 0,0-1 0 0 0,-1 1 0 0 0,1 0 1 0 0,0-1-1 0 0,-1 1 0 0 0,1-1 1 0 0,-1 1-1 0 0,1-1 0 0 0,0 0 1 0 0,-1 0-1 0 0,0 0 0 0 0,1 1 0 0 0,-1-1 1 0 0,2-2-1 0 0,1 0 56 0 0,-4 2-50 0 0,29-21 553 0 0,-29 22-560 0 0,1-1 0 0 0,0 0 0 0 0,-1 0 0 0 0,1 1 1 0 0,-1-1-1 0 0,1 0 0 0 0,-1 0 0 0 0,1 0 0 0 0,-1 0 0 0 0,1 0 0 0 0,-1 0 1 0 0,0 0-1 0 0,0 0 0 0 0,0 0 0 0 0,1 0 0 0 0,-1 0 0 0 0,0 1 0 0 0,0-1 1 0 0,0 0-1 0 0,0 0 0 0 0,0 0 0 0 0,-1 0 0 0 0,1 0 0 0 0,0 0 0 0 0,0 0 1 0 0,-1 0-1 0 0,1 0 0 0 0,0 0 0 0 0,-2-2 0 0 0,-20-29 609 0 0,6-13 200 0 0,5 30-562 0 0,0 0 0 0 0,-1 0 0 0 0,0 2 0 0 0,-1-1-1 0 0,-1 1 1 0 0,-17-11 0 0 0,7 5-241 0 0,-1 2-1 0 0,-1 1 0 0 0,-34-16 1 0 0,49 28-701 0 0,0 0 1 0 0,0 1-1 0 0,0 0 1 0 0,-1 1-1 0 0,1 0 1 0 0,-1 1-1 0 0,1 0 1 0 0,-18 1-1 0 0,8 2-1823 0 0,0 0 1 0 0,0 1-1 0 0,-25 8 0 0 0,8 2-5103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18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2721 0 0,'-48'7'5004'0'0,"36"-5"-4272"0"0,11-1-544 0 0,1 0-1 0 0,-1 0 1 0 0,0 0-1 0 0,1-1 1 0 0,-1 1-1 0 0,1 0 1 0 0,-1 0 0 0 0,1 0-1 0 0,0 0 1 0 0,-1 0-1 0 0,1 0 1 0 0,0 0-1 0 0,0 0 1 0 0,-1 0-1 0 0,1 0 1 0 0,0 0-1 0 0,0 1 1 0 0,0-1-1 0 0,0 0 1 0 0,0 0-1 0 0,1 0 1 0 0,-1 0 0 0 0,0 0-1 0 0,0 0 1 0 0,1 0-1 0 0,-1 0 1 0 0,1 0-1 0 0,-1 0 1 0 0,1 0-1 0 0,-1-1 1 0 0,1 1-1 0 0,0 0 1 0 0,0 1-1 0 0,21 11 1147 0 0,-20-11-1201 0 0,1 0-1 0 0,-1 0 0 0 0,1-1 0 0 0,-1 1 0 0 0,1 0 0 0 0,0-1 0 0 0,0 0 0 0 0,0 1 1 0 0,0-1-1 0 0,0 0 0 0 0,0-1 0 0 0,0 1 0 0 0,0 0 0 0 0,6-1 0 0 0,8 3 261 0 0,320 48 3929 0 0,343-35-320 0 0,580-24-1268 0 0,-1199 11-2550 0 0,368 8 1260 0 0,473-3-804 0 0,-668 9 72 0 0,75-1-898 0 0,-266-17-2525 0 0,72-11 0 0 0,-114 12 2383 0 0,-1 0 1 0 0,1 0-1 0 0,-1 0 0 0 0,1-1 0 0 0,0 1 0 0 0,-1 0 0 0 0,1 0 0 0 0,-1-1 0 0 0,1 1 1 0 0,0 0-1 0 0,-1-1 0 0 0,1 1 0 0 0,-1 0 0 0 0,1-1 0 0 0,-1 1 0 0 0,0-1 0 0 0,1 1 1 0 0,-1-1-1 0 0,1 1 0 0 0,-1-1 0 0 0,0 0-89 0 0,1 0 0 0 0,-1-1 0 0 0,0 1 0 0 0,0 0 0 0 0,0 0 0 0 0,-1 0 1 0 0,1 0-1 0 0,0 0 0 0 0,0 0 0 0 0,-1 0 0 0 0,1 0 0 0 0,0 0 0 0 0,-1 1 0 0 0,1-1 0 0 0,-1 0 0 0 0,1 0 0 0 0,-1 0 0 0 0,-1-1 1 0 0,-25-19-9109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20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37 298 2401 0 0,'2'-1'242'0'0,"0"1"0"0"0,-1 0 0 0 0,1-1 1 0 0,0 1-1 0 0,-1-1 0 0 0,1 0 0 0 0,-1 1 0 0 0,1-1 0 0 0,-1 0 0 0 0,1 0 0 0 0,-1 0 1 0 0,1 0-1 0 0,-1 0 0 0 0,0 0 0 0 0,1 0 0 0 0,-1-1 0 0 0,0 1 0 0 0,1-2 1 0 0,-1 0 357 0 0,0 0 0 0 0,0-1 0 0 0,-1 1 0 0 0,1 0 0 0 0,-1-1 0 0 0,0 1 0 0 0,0 0 0 0 0,0-5 0 0 0,0-4 137 0 0,0-207 5186 0 0,1 218-5909 0 0,-1 0 0 0 0,1 0 0 0 0,0 0 0 0 0,0 0 0 0 0,0 0 0 0 0,0 0-1 0 0,1 0 1 0 0,-1 0 0 0 0,0 1 0 0 0,0-1 0 0 0,0 1 0 0 0,1-1 0 0 0,-1 1 0 0 0,0-1 0 0 0,0 1 0 0 0,1-1 0 0 0,-1 1-1 0 0,0 0 1 0 0,1 0 0 0 0,1 0 0 0 0,-2 0 14 0 0,4-2 2440 0 0,-4 3-2388 0 0,-1 0-1 0 0,0-1 1 0 0,0 1-1 0 0,1 0 1 0 0,-1 0-1 0 0,0 0 1 0 0,0-1 0 0 0,0 1-1 0 0,0 0 1 0 0,0 0-1 0 0,0-1 1 0 0,0 1 0 0 0,-1 0-1 0 0,1 0 1 0 0,0-1-1 0 0,0 1 1 0 0,0 0-1 0 0,-1 0 1 0 0,1-1 0 0 0,0 1-1 0 0,-1 0 1 0 0,1-1-1 0 0,-1 1 1 0 0,1 0-1 0 0,-1-1 1 0 0,1 1 0 0 0,-1-1-1 0 0,0 1 1 0 0,-5 2-43 0 0,5-3-23 0 0,-1 1-1 0 0,1-1 1 0 0,0 0-1 0 0,0 1 1 0 0,0-1-1 0 0,0 1 0 0 0,0-1 1 0 0,0 1-1 0 0,0 0 1 0 0,0 0-1 0 0,0-1 0 0 0,0 1 1 0 0,1 0-1 0 0,-1 0 1 0 0,0 0-1 0 0,0 0 0 0 0,1 0 1 0 0,-1 0-1 0 0,0 0 1 0 0,1 0-1 0 0,-1 0 0 0 0,1 0 1 0 0,0 0-1 0 0,-1 0 1 0 0,1 0-1 0 0,0 1 0 0 0,-1-1 1 0 0,1 0-1 0 0,0 0 1 0 0,0 0-1 0 0,0 1 0 0 0,0-1 1 0 0,1 2-1 0 0,-1-2-1 0 0,0 0-1 0 0,0 0 0 0 0,-1 0 1 0 0,1 0-1 0 0,0 0 1 0 0,0 0-1 0 0,-1 0 1 0 0,1 0-1 0 0,-1 0 0 0 0,1 0 1 0 0,0 0-1 0 0,-1 0 1 0 0,0 0-1 0 0,1 0 0 0 0,-1-1 1 0 0,0 1-1 0 0,1 0 1 0 0,-1 0-1 0 0,0-1 0 0 0,0 1 1 0 0,1 0-1 0 0,-1-1 1 0 0,0 1-1 0 0,0-1 0 0 0,0 1 1 0 0,-1-1-1 0 0,1 1-1 0 0,0-1 0 0 0,0 1 0 0 0,0-1 0 0 0,0 1-1 0 0,0 0 1 0 0,0-1 0 0 0,0 1 0 0 0,0 0 0 0 0,1-1 0 0 0,-1 1-1 0 0,0 0 1 0 0,0 0 0 0 0,1 0 0 0 0,-1 0 0 0 0,0 0 0 0 0,1 0-1 0 0,-1 0 1 0 0,1 0 0 0 0,0 0 0 0 0,-1 0 0 0 0,1 0 0 0 0,0 0 0 0 0,-1 0-1 0 0,1 0 1 0 0,0 1 0 0 0,0 0 0 0 0,0 0 10 0 0,1 0 1 0 0,-1-1-1 0 0,0 1 0 0 0,0 0 1 0 0,0-1-1 0 0,0 1 0 0 0,0 0 1 0 0,0-1-1 0 0,-1 1 1 0 0,1 0-1 0 0,-1-1 0 0 0,1 1 1 0 0,-1 0-1 0 0,1-1 0 0 0,-1 1 1 0 0,0-1-1 0 0,0 1 1 0 0,0-1-1 0 0,0 0 0 0 0,0 1 1 0 0,0-1-1 0 0,0 0 0 0 0,0 1 1 0 0,-1-1-1 0 0,1 0 0 0 0,0 0 1 0 0,-2 1-1 0 0,-6 4 37 0 0,8-3-19 0 0,-1 0 0 0 0,1-1 0 0 0,0 1 0 0 0,0 0 0 0 0,1 0 0 0 0,-1 0 0 0 0,1 0 0 0 0,-1-1 0 0 0,1 1 0 0 0,0 0 0 0 0,0 0 0 0 0,0 0 0 0 0,1 0 0 0 0,0 5 0 0 0,-1 0 32 0 0,-1 12 122 0 0,0-15-134 0 0,1 0-1 0 0,-1 0 0 0 0,1 0 1 0 0,0 1-1 0 0,0-1 0 0 0,1 0 1 0 0,-1 1-1 0 0,1-1 0 0 0,0 0 1 0 0,1 0-1 0 0,2 8 1 0 0,3-5-14 0 0,1-1 1 0 0,0 1-1 0 0,0-1 1 0 0,1-1 0 0 0,0 1-1 0 0,0-1 1 0 0,0-1-1 0 0,1 0 1 0 0,-1 0-1 0 0,17 4 1 0 0,-6-2-12 0 0,1-1-1 0 0,0-1 1 0 0,-1-1 0 0 0,30 1-1 0 0,-14-4 137 0 0,0-2 0 0 0,0-1 0 0 0,0-2 0 0 0,0-2 0 0 0,0-1 0 0 0,-1-1 0 0 0,0-3 0 0 0,43-18 0 0 0,-73 27-92 0 0,0-1 1 0 0,0 0-1 0 0,-1 0 0 0 0,1-1 1 0 0,-1 1-1 0 0,0-1 1 0 0,0 0-1 0 0,0 0 0 0 0,0 0 1 0 0,-1 0-1 0 0,0-1 1 0 0,0 0-1 0 0,3-5 0 0 0,6-8 174 0 0,10-9 2 0 0,-11-7-13 0 0,-1 15-123 0 0,-8 16-93 0 0,0 0 0 0 0,0 0-1 0 0,0-1 1 0 0,-1 1-1 0 0,1-1 1 0 0,-1 1 0 0 0,0-1-1 0 0,0 0 1 0 0,0 1-1 0 0,0-1 1 0 0,0-7 0 0 0,-1-94 949 0 0,0 107-971 0 0,-1 0 0 0 0,1 0 0 0 0,-1 0 0 0 0,1 0 0 0 0,-1 0 0 0 0,0 0 0 0 0,0 0 0 0 0,0 0 0 0 0,0-1 0 0 0,0 1 0 0 0,-2 2 0 0 0,-13 26-7 0 0,12-9 5 0 0,1-1 0 0 0,1 1 0 0 0,1 0 0 0 0,4 37 0 0 0,-2 1 0 0 0,-1 216 0 0 0,3-278-1168 0 0,0 1-206 0 0,-1-1 0 0 0,1 1 1 0 0,-1-1-1 0 0,1 0 0 0 0,-1 0 0 0 0,0 0 1 0 0,0 0-1 0 0,-1 0 0 0 0,3-6 1 0 0,-1-3-1852 0 0,-2-1 0 0 0,1 1 0 0 0,-2-24 0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28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1065 331 1040 0 0,'-1'-18'11329'0'0,"-1"8"-8041"0"0,-13-2-3748 0 0,11 10 1257 0 0,0 0-153 0 0,-21-9 1042 0 0,22 10-1535 0 0,-2 0 343 0 0,-1 0-27 0 0,-17-2 292 0 0,-1 1 0 0 0,-44 2 0 0 0,26 0-315 0 0,-18 6-111 0 0,49 0-239 0 0,-44 3 132 0 0,7 6-20 0 0,41-13-181 0 0,-1-1 1 0 0,1 2 0 0 0,0-1-1 0 0,-13 8 1 0 0,1 1 4 0 0,14-9-17 0 0,0 1 0 0 0,1 0 0 0 0,-1 0 0 0 0,0 0 0 0 0,1 1 0 0 0,0 0 0 0 0,0 0 0 0 0,-7 7 0 0 0,0 17 27 0 0,0-17 40 0 0,10-10-62 0 0,0 0 0 0 0,0 0 0 0 0,-1 0 0 0 0,1 0 0 0 0,0 1 0 0 0,0-1 0 0 0,0 0 0 0 0,0 0 0 0 0,0 1 0 0 0,1-1-1 0 0,-1 1 1 0 0,0-1 0 0 0,0 1 0 0 0,1-1 0 0 0,-1 1 0 0 0,1-1 0 0 0,0 1 0 0 0,-1-1 0 0 0,1 1 0 0 0,0 0 0 0 0,0-1 0 0 0,0 2 0 0 0,1 15 5 0 0,0-14-10 0 0,-1 0-1 0 0,1 0 1 0 0,-1 1-1 0 0,0-1 1 0 0,-1 0-1 0 0,1 0 1 0 0,-1 0-1 0 0,1 0 1 0 0,-1 0 0 0 0,0 0-1 0 0,-3 7 1 0 0,-6 1 55 0 0,8-11-63 0 0,1 1-1 0 0,-1-1 0 0 0,1 1 0 0 0,-1-1 0 0 0,1 1 0 0 0,0 0 0 0 0,0-1 0 0 0,0 1 0 0 0,0 0 0 0 0,0 0 1 0 0,0 0-1 0 0,1 0 0 0 0,-1 0 0 0 0,1 0 0 0 0,-1 0 0 0 0,1 0 0 0 0,0 0 0 0 0,-1 2 0 0 0,1-1 4 0 0,0-1 0 0 0,-1 1 0 0 0,0-1 0 0 0,0 1-1 0 0,1-1 1 0 0,-2 0 0 0 0,1 1 0 0 0,0-1-1 0 0,0 0 1 0 0,-1 0 0 0 0,1 0 0 0 0,-1 0 0 0 0,-1 2-1 0 0,2-3 1 0 0,0 0-1 0 0,0 0 1 0 0,-1 0-1 0 0,2 0 1 0 0,-1 0-1 0 0,0 0 1 0 0,0 0-1 0 0,0 0 1 0 0,0 1-1 0 0,1-1 1 0 0,-1 0-1 0 0,1 0 1 0 0,-1 1-1 0 0,1-1 1 0 0,-1 1-1 0 0,1-1 1 0 0,0 0-1 0 0,-1 1 1 0 0,1-1-1 0 0,0 1 1 0 0,0-1-1 0 0,0 0 0 0 0,0 1 1 0 0,0-1-1 0 0,1 1 1 0 0,-1-1-1 0 0,0 0 1 0 0,1 1-1 0 0,0 2 1 0 0,7 6 30 0 0,-8-10-38 0 0,1 1 0 0 0,-1-1 0 0 0,1 0 0 0 0,-1 1-1 0 0,0-1 1 0 0,1 1 0 0 0,-1-1 0 0 0,0 1 0 0 0,1-1 0 0 0,-1 1 0 0 0,0-1 0 0 0,1 1 0 0 0,-1-1 0 0 0,0 1-1 0 0,0-1 1 0 0,0 1 0 0 0,1 0 0 0 0,-1-1 0 0 0,0 1 0 0 0,0-1 0 0 0,0 1 0 0 0,0 0 0 0 0,0-1 0 0 0,0 1 0 0 0,0-1-1 0 0,0 1 1 0 0,-1-1 0 0 0,1 1 0 0 0,0 0 0 0 0,0-1 0 0 0,0 1 0 0 0,-1-1 0 0 0,1 1 0 0 0,0-1 0 0 0,0 1-1 0 0,-1-1 1 0 0,1 1 0 0 0,-1-1 0 0 0,1 1 0 0 0,0-1 0 0 0,-1 0 0 0 0,1 1 0 0 0,-1-1 0 0 0,1 1 0 0 0,-1-1 0 0 0,0 1-1 0 0,-5 6-19 0 0,5-3 27 0 0,-1 0 0 0 0,1 0-1 0 0,0 0 1 0 0,0 0 0 0 0,0 0-1 0 0,0 0 1 0 0,1 1 0 0 0,0-1-1 0 0,0 0 1 0 0,0 0 0 0 0,0 1-1 0 0,2 5 1 0 0,-1 5 160 0 0,-1-14-169 0 0,0-1-1 0 0,0 1 1 0 0,0-1 0 0 0,0 1 0 0 0,0-1 0 0 0,0 1 0 0 0,-1-1 0 0 0,1 0-1 0 0,0 1 1 0 0,0-1 0 0 0,0 1 0 0 0,0-1 0 0 0,-1 1 0 0 0,1-1 0 0 0,0 0 0 0 0,0 1-1 0 0,-1-1 1 0 0,1 0 0 0 0,0 1 0 0 0,-1-1 0 0 0,1 0 0 0 0,0 1 0 0 0,-1-1-1 0 0,0 0 1 0 0,1 1 4 0 0,-1-1 0 0 0,0 0 0 0 0,0 1-1 0 0,0-1 1 0 0,1 1 0 0 0,-1-1 0 0 0,0 1 0 0 0,1-1-1 0 0,-1 1 1 0 0,0-1 0 0 0,1 1 0 0 0,-1 0 0 0 0,1-1-1 0 0,-1 1 1 0 0,1 0 0 0 0,-1 0 0 0 0,1-1 0 0 0,0 1-1 0 0,-1 0 1 0 0,1 0 0 0 0,0 0 0 0 0,-1-1 0 0 0,1 1-1 0 0,0 0 1 0 0,0 0 0 0 0,0 0 0 0 0,0 0 0 0 0,0 0-1 0 0,0-1 1 0 0,0 1 0 0 0,0 0 0 0 0,0 0-1 0 0,0 0 1 0 0,1 0 0 0 0,-1-1 0 0 0,0 1 0 0 0,1 0-1 0 0,-1 0 1 0 0,0 0 0 0 0,1-1 0 0 0,-1 1 0 0 0,1 0-1 0 0,-1-1 1 0 0,2 2 0 0 0,0 1-6 0 0,-1-1 0 0 0,1 1 0 0 0,-1-1-1 0 0,0 1 1 0 0,0 0 0 0 0,0-1 0 0 0,0 1 0 0 0,0 0 0 0 0,0 0-1 0 0,-1-1 1 0 0,0 1 0 0 0,1 6 0 0 0,-1 107 311 0 0,0-113-308 0 0,0 0 0 0 0,0 0-1 0 0,0 1 1 0 0,1-1 0 0 0,-1 0 0 0 0,1 0 0 0 0,0 0 0 0 0,0 0 0 0 0,0 0 0 0 0,0 0 0 0 0,1 0-1 0 0,-1-1 1 0 0,1 1 0 0 0,3 5 0 0 0,-3-6 11 0 0,0 0 0 0 0,0 1 0 0 0,-1 0 0 0 0,1-1 0 0 0,-1 1 0 0 0,0 0 0 0 0,0-1 0 0 0,0 1 0 0 0,0 0 0 0 0,0 0 0 0 0,0 0 0 0 0,-1 0 0 0 0,0 0 0 0 0,0 6 0 0 0,1-6 15 0 0,-1 0 1 0 0,0-1-1 0 0,1 1 0 0 0,0 0 1 0 0,-1 0-1 0 0,1-1 0 0 0,0 1 0 0 0,1-1 1 0 0,-1 1-1 0 0,0-1 0 0 0,4 5 0 0 0,3 13 6 0 0,-8-19-36 0 0,0 0 1 0 0,0 0 0 0 0,-1 1 0 0 0,1-1 0 0 0,-1 0-1 0 0,1 0 1 0 0,-1 0 0 0 0,1 0 0 0 0,-1 1-1 0 0,0-1 1 0 0,1 0 0 0 0,-1 0 0 0 0,-1 1 0 0 0,0 0 1 0 0,1-1 0 0 0,0 1 0 0 0,-1-1 0 0 0,1 1 0 0 0,0 0 0 0 0,0 0 0 0 0,1-1 0 0 0,-1 1 0 0 0,0 0 0 0 0,0 0 0 0 0,1 0 0 0 0,-1 0 0 0 0,1 0 0 0 0,0 0 0 0 0,-1 2 0 0 0,1-1 19 0 0,0 1 0 0 0,1-1-1 0 0,-1 1 1 0 0,0-1 0 0 0,1 1 0 0 0,0-1 0 0 0,0 1 0 0 0,0-1 0 0 0,0 0-1 0 0,0 0 1 0 0,1 1 0 0 0,0-1 0 0 0,-1 0 0 0 0,1 0 0 0 0,4 4 0 0 0,2 3-3 0 0,-7-6 13 0 0,1-1 0 0 0,-1 0 0 0 0,0 0 0 0 0,0 1 0 0 0,-1-1 0 0 0,1 1 0 0 0,0-1 0 0 0,-1 0 0 0 0,0 1 0 0 0,0-1 0 0 0,0 1 0 0 0,0-1 0 0 0,-2 6 0 0 0,1 9 50 0 0,0 3-4 0 0,0-15-39 0 0,1 1 1 0 0,0-1-1 0 0,0 0 1 0 0,0 1-1 0 0,1-1 1 0 0,0 0-1 0 0,0 1 1 0 0,4 10-1 0 0,4 0-10 0 0,-6-14-21 0 0,-1 0-1 0 0,0 1 0 0 0,-1-1 1 0 0,1 0-1 0 0,0 1 0 0 0,-1 0 1 0 0,0-1-1 0 0,0 1 0 0 0,0 0 1 0 0,0-1-1 0 0,-1 1 0 0 0,1 7 0 0 0,-1-5 15 0 0,1 0 0 0 0,0 0 0 0 0,0 0-1 0 0,0 0 1 0 0,1 0 0 0 0,0-1-1 0 0,0 1 1 0 0,4 7 0 0 0,-3-8-5 0 0,-1 1 0 0 0,1 0 0 0 0,-1 0 0 0 0,-1 0 0 0 0,1 1 0 0 0,-1-1 0 0 0,0 0 0 0 0,0 9 0 0 0,-1 337 736 0 0,0-350-724 0 0,0 0 1 0 0,0-1 0 0 0,0 1 0 0 0,0 0-1 0 0,0-1 1 0 0,-1 1 0 0 0,1-1 0 0 0,-1 1-1 0 0,1-1 1 0 0,-1 1 0 0 0,0 0 0 0 0,0-1-1 0 0,1 0 1 0 0,-1 1 0 0 0,0-1 0 0 0,0 0-1 0 0,0 1 1 0 0,-1-1 0 0 0,1 0 0 0 0,0 0-1 0 0,-2 1 1 0 0,2-1-14 0 0,0 0 1 0 0,-1 0-1 0 0,1 1 0 0 0,0-1 0 0 0,0 0 0 0 0,0 1 1 0 0,0-1-1 0 0,0 1 0 0 0,0-1 0 0 0,0 1 0 0 0,0-1 1 0 0,1 1-1 0 0,-1-1 0 0 0,0 1 0 0 0,1 0 0 0 0,0-1 1 0 0,-1 1-1 0 0,1 0 0 0 0,0-1 0 0 0,0 1 0 0 0,0 2 1 0 0,-2 23 74 0 0,1-20-62 0 0,0 1-1 0 0,1-1 0 0 0,0 0 0 0 0,0 1 0 0 0,1-1 0 0 0,-1 1 0 0 0,2-1 0 0 0,-1 0 0 0 0,4 11 0 0 0,5-4-34 0 0,-8-11 10 0 0,0 0 0 0 0,-1-1 0 0 0,1 1 0 0 0,0 0 0 0 0,-1 0 0 0 0,1 0 0 0 0,-1 0 0 0 0,0 0 0 0 0,0 0 0 0 0,0 0 0 0 0,-1 0 0 0 0,1 0 0 0 0,-1 6 0 0 0,0-7 8 0 0,0 0 0 0 0,1 0 0 0 0,-1 0 0 0 0,0 0 1 0 0,1 0-1 0 0,-1 0 0 0 0,1 0 0 0 0,-1 0 0 0 0,1 0 0 0 0,0 0 0 0 0,0 0 0 0 0,0-1 0 0 0,0 1 0 0 0,0 0 0 0 0,0 0 0 0 0,1-1 0 0 0,-1 1 0 0 0,0-1 0 0 0,1 1 0 0 0,3 1 0 0 0,2 4 27 0 0,-7-6-27 0 0,1 0 0 0 0,0 0 1 0 0,0 0-1 0 0,-1 0 0 0 0,1 0 0 0 0,-1 0 0 0 0,1 0 0 0 0,-1 1 0 0 0,1-1 0 0 0,-1 0 0 0 0,0 0 0 0 0,1 1 0 0 0,-1-1 0 0 0,0 0 0 0 0,0 0 0 0 0,0 1 0 0 0,0-1 0 0 0,0 0 0 0 0,0 0 0 0 0,-1 2 0 0 0,1-2-13 0 0,0 1-1 0 0,0-1 1 0 0,0 0-1 0 0,0 0 1 0 0,0 1-1 0 0,0-1 1 0 0,0 0-1 0 0,0 1 1 0 0,0-1 0 0 0,1 0-1 0 0,-1 0 1 0 0,0 1-1 0 0,1-1 1 0 0,-1 0-1 0 0,1 0 1 0 0,1 2-1 0 0,6 4-33 0 0,-6-6 39 0 0,-1-1 0 0 0,0 1 1 0 0,0 0-1 0 0,0 0 0 0 0,0-1 1 0 0,0 1-1 0 0,0 0 0 0 0,0 0 1 0 0,0 0-1 0 0,0 0 0 0 0,0 0 1 0 0,0 0-1 0 0,-1 1 0 0 0,1-1 1 0 0,0 0-1 0 0,-1 0 0 0 0,1 0 1 0 0,-1 1-1 0 0,1-1 0 0 0,-1 0 1 0 0,0 1-1 0 0,1 2 0 0 0,-1-3 4 0 0,0 0 0 0 0,0 0-1 0 0,0 0 1 0 0,1 0 0 0 0,-1 0-1 0 0,0 0 1 0 0,1 0 0 0 0,-1 0-1 0 0,1 0 1 0 0,-1 0 0 0 0,1 0-1 0 0,-1-1 1 0 0,1 1 0 0 0,0 0-1 0 0,-1 0 1 0 0,1 0 0 0 0,0-1-1 0 0,0 1 1 0 0,0 0 0 0 0,-1-1-1 0 0,3 2 1 0 0,23 10 38 0 0,-5-3-23 0 0,11 21 170 0 0,-28-18-163 0 0,-4-12-23 0 0,0 1 0 0 0,0 0-1 0 0,0-1 1 0 0,0 1-1 0 0,0 0 1 0 0,0-1 0 0 0,0 1-1 0 0,0 0 1 0 0,1-1-1 0 0,-1 1 1 0 0,0-1 0 0 0,0 1-1 0 0,1 0 1 0 0,-1-1-1 0 0,0 1 1 0 0,1-1 0 0 0,-1 1-1 0 0,0-1 1 0 0,1 1-1 0 0,-1-1 1 0 0,1 1 0 0 0,-1-1-1 0 0,1 1 1 0 0,0 0 0 0 0,18 14 48 0 0,-14-10-37 0 0,-1-1 0 0 0,1 0 0 0 0,1 0 0 0 0,-1-1 0 0 0,1 1 0 0 0,9 4 0 0 0,-6-5 2 0 0,23 9 55 0 0,-30-12-68 0 0,-1 1-1 0 0,0-1 1 0 0,0 1-1 0 0,0-1 1 0 0,0 1-1 0 0,0 0 1 0 0,0-1-1 0 0,0 1 1 0 0,0 0-1 0 0,0 0 1 0 0,0-1-1 0 0,0 1 1 0 0,-1 0-1 0 0,1 0 0 0 0,0 0 1 0 0,-1 0-1 0 0,1 0 1 0 0,0 0-1 0 0,-1 0 1 0 0,1 3-1 0 0,0-3 0 0 0,-1 0 0 0 0,1 0 0 0 0,0 0 0 0 0,0 1 0 0 0,-1-1 0 0 0,1 0 0 0 0,0 0 0 0 0,0 0 0 0 0,0 0 0 0 0,0-1 0 0 0,0 1 0 0 0,0 0 0 0 0,0 0 0 0 0,1-1 0 0 0,-1 1 0 0 0,0 0 0 0 0,0-1 0 0 0,0 1 0 0 0,1-1 0 0 0,-1 0 0 0 0,3 1 0 0 0,-1 0 0 0 0,25 22 87 0 0,-24-20-69 0 0,-1 0 1 0 0,1 0-1 0 0,0 0 1 0 0,0 0 0 0 0,0 0-1 0 0,1-1 1 0 0,-1 0-1 0 0,6 2 1 0 0,310 99 608 0 0,-304-98-565 0 0,2 1-27 0 0,0 0 1 0 0,1-2 0 0 0,0 0-1 0 0,27 2 1 0 0,20-2 26 0 0,222 24 756 0 0,-264-25-759 0 0,-19-3-38 0 0,0 1 0 0 0,0 0 0 0 0,0-1 0 0 0,-1 1 0 0 0,1 1 0 0 0,0-1 0 0 0,7 4 0 0 0,-6-2-10 0 0,1-1 0 0 0,-1 1 0 0 0,1-1 1 0 0,0-1-1 0 0,14 2 0 0 0,-13-2 2 0 0,-1 0 0 0 0,1 1 1 0 0,-1-1-1 0 0,1 1 0 0 0,-1 1 1 0 0,0-1-1 0 0,12 7 0 0 0,-14-6 0 0 0,0 0 0 0 0,1-1-1 0 0,-1 0 1 0 0,1 0-1 0 0,-1 0 1 0 0,1 0 0 0 0,0-1-1 0 0,0 0 1 0 0,7 0-1 0 0,-4 0 27 0 0,1 1 0 0 0,-1-1 0 0 0,0 2 0 0 0,16 5 0 0 0,165 61 820 0 0,-172-63-842 0 0,0 1 0 0 0,23 12 0 0 0,24 10-15 0 0,15-7-2 0 0,0-3 0 0 0,1-3 0 0 0,150 8 0 0 0,-201-23 0 0 0,-1-2 0 0 0,1-1 0 0 0,-1-2 0 0 0,32-7 0 0 0,-6 1 0 0 0,109-30 0 0 0,-12 6 0 0 0,173-2 0 0 0,-304 34 0 0 0,0-1 0 0 0,-1-1 0 0 0,1 0 0 0 0,33-14 0 0 0,-22 8 0 0 0,-24 7 0 0 0,0-1 0 0 0,0 1 0 0 0,-1-1 0 0 0,1 0 0 0 0,-1-1 0 0 0,0 0 0 0 0,-1 0 0 0 0,12-12 0 0 0,-9 10 0 0 0,-1-1 0 0 0,1 1 0 0 0,19-11 0 0 0,-25 16 0 0 0,0 0 0 0 0,0 0 0 0 0,0-1 0 0 0,0 1 0 0 0,-1-1 0 0 0,1 1 0 0 0,0-1 0 0 0,-1 0 0 0 0,0 0 0 0 0,0 0 0 0 0,2-4 0 0 0,-1 2 0 0 0,0 1 0 0 0,0-1 0 0 0,1 1 0 0 0,-1 0 0 0 0,1 0 0 0 0,0 0 0 0 0,0 0 0 0 0,5-3 0 0 0,-7 6 0 0 0,13-9 0 0 0,-1-1 0 0 0,0 0 0 0 0,-1 0 0 0 0,21-25 0 0 0,-13 11 0 0 0,-15 18 0 0 0,1 0 0 0 0,-1-1 0 0 0,8-14 0 0 0,-3-12 0 0 0,-2 17 0 0 0,-6 13 0 0 0,-1 0 0 0 0,0 0 0 0 0,0 0 0 0 0,0 0 0 0 0,0 0 0 0 0,-1-1 0 0 0,0 1 0 0 0,0-1 0 0 0,0 1 0 0 0,0-1 0 0 0,-1-8 0 0 0,1-1 0 0 0,0 11 0 0 0,-1 0 0 0 0,0 0 0 0 0,1-1 0 0 0,-1 1 0 0 0,0 0 0 0 0,-1 0 0 0 0,1-1 0 0 0,-1 1 0 0 0,1 0 0 0 0,-1 0 0 0 0,0 0 0 0 0,0-1 0 0 0,-2-2 0 0 0,-7-3 0 0 0,9 8 0 0 0,0 0 0 0 0,-1 0 0 0 0,1-1 0 0 0,0 1 0 0 0,0 0 0 0 0,0 0 0 0 0,-1-1 0 0 0,2 1 0 0 0,-1 0 0 0 0,0-1 0 0 0,0 1 0 0 0,0-1 0 0 0,1 1 0 0 0,-1-1 0 0 0,0 0 0 0 0,1 1 0 0 0,0-1 0 0 0,-1 1 0 0 0,1-1 0 0 0,0-2 0 0 0,0 2 0 0 0,0 0 0 0 0,-1 1 0 0 0,1-1 0 0 0,0 1 0 0 0,-1-1 0 0 0,1 1 0 0 0,0-1 0 0 0,-1 1 0 0 0,0-1 0 0 0,1 1 0 0 0,-1 0 0 0 0,0-1 0 0 0,0 1 0 0 0,0 0 0 0 0,0 0 0 0 0,0-1 0 0 0,0 1 0 0 0,0 0 0 0 0,0 0 0 0 0,-3-1 0 0 0,-7-10 0 0 0,1-11 0 0 0,9 20 0 0 0,0 0 0 0 0,0 1 0 0 0,-1-1 0 0 0,1 0 0 0 0,-1 0 0 0 0,1 1 0 0 0,-1-1 0 0 0,0 1 0 0 0,0 0 0 0 0,0-1 0 0 0,0 1 0 0 0,0 0 0 0 0,-5-3 0 0 0,-22-14 0 0 0,16 12 0 0 0,1-1 0 0 0,1 0 0 0 0,-15-13 0 0 0,1-4 0 0 0,13 12 0 0 0,-1 0 0 0 0,-1 2 0 0 0,-20-15 0 0 0,4-1 0 0 0,26 23 0 0 0,0 0 0 0 0,-1 0 0 0 0,0 0 0 0 0,1 0 0 0 0,-9-4 0 0 0,-12-8 0 0 0,22 14 0 0 0,-1 0 0 0 0,1-1 0 0 0,-1 1 0 0 0,0 0 0 0 0,0 0 0 0 0,1 1 0 0 0,-1-1 0 0 0,-8-1 0 0 0,-17-6 0 0 0,-7-2 0 0 0,11 8 0 0 0,0-2 0 0 0,1-1 0 0 0,-45-17 0 0 0,16 5 0 0 0,0 4 0 0 0,-86-12 0 0 0,44 10 0 0 0,84 13 0 0 0,2 1 0 0 0,-36 1 0 0 0,-53-6 0 0 0,65 6 0 0 0,-130 1 0 0 0,97-5 0 0 0,34 3 0 0 0,-1 2 0 0 0,0 0 0 0 0,-65 0 0 0 0,60-1 0 0 0,-46-9 0 0 0,17 2 0 0 0,56 7 0 0 0,-8-1 0 0 0,1 0 0 0 0,-1 0 0 0 0,1-2 0 0 0,-22-7 0 0 0,37 7 0 0 0,-7 3 0 0 0,-15-1 0 0 0,-2-4 0 0 0,9-1 0 0 0,1-2 0 0 0,1 0 0 0 0,-31-22 0 0 0,41 26 0 0 0,5 4 0 0 0,-1-1 0 0 0,1 1 0 0 0,-1 0 0 0 0,1-1 0 0 0,-1 1 0 0 0,0 0 0 0 0,1 0 0 0 0,-1 0 0 0 0,0 0 0 0 0,0 1 0 0 0,0-1 0 0 0,0 0 0 0 0,0 1 0 0 0,0-1 0 0 0,0 1 0 0 0,-2 0 0 0 0,-4-3 0 0 0,0 1 0 0 0,1-1 0 0 0,-1 0 0 0 0,1-1 0 0 0,0 0 0 0 0,0 0 0 0 0,-12-10 0 0 0,10 8 0 0 0,0-1 0 0 0,0 2 0 0 0,-19-9 0 0 0,-42-21 0 0 0,28 23 0 0 0,1-3 0 0 0,0-1 0 0 0,-52-29 0 0 0,80 37 0 0 0,-1 2 0 0 0,0 0 0 0 0,0 0 0 0 0,-1 1 0 0 0,-15-3 0 0 0,-44-15 0 0 0,67 20 0 0 0,6 3 0 0 0,0-1 0 0 0,0 1 0 0 0,0-1 0 0 0,0 1 0 0 0,0-1 0 0 0,0 1 0 0 0,0-1 0 0 0,0 1 0 0 0,0-1 0 0 0,0 0 0 0 0,0 1 0 0 0,0-1 0 0 0,0 0 0 0 0,0 0 0 0 0,1 0 0 0 0,-1 0 0 0 0,0 0 0 0 0,1 0 0 0 0,-1 0 0 0 0,1 0 0 0 0,-1 0 0 0 0,1 0 0 0 0,-1 0 0 0 0,1 0 0 0 0,0 0 0 0 0,-1 0 0 0 0,1-1 0 0 0,0 1 0 0 0,0 0 0 0 0,0 0 0 0 0,0 0 0 0 0,0 0 0 0 0,0 0 0 0 0,1-2 0 0 0,-1 2 0 0 0,0 0 0 0 0,0 1 0 0 0,0-1 0 0 0,1 1 0 0 0,-1-1 0 0 0,0 1 0 0 0,1-1 0 0 0,-1 1 0 0 0,0-1 0 0 0,1 1 0 0 0,-1 0 0 0 0,0-1 0 0 0,1 1 0 0 0,-1-1 0 0 0,1 1 0 0 0,-1 0 0 0 0,1 0 0 0 0,-1-1 0 0 0,1 1 0 0 0,-1 0 0 0 0,1 0 0 0 0,-1-1 0 0 0,1 1 0 0 0,-1 0 0 0 0,1 0 0 0 0,0 0 0 0 0,-1 0 0 0 0,1 0 0 0 0,-1 0 0 0 0,1 0 0 0 0,-1 0 0 0 0,1 0 0 0 0,0 0 0 0 0,0 0 0 0 0,0 0 0 0 0,-1 0 0 0 0,1 0 0 0 0,-1 0 0 0 0,1 0 0 0 0,0 0 0 0 0,-1 0 0 0 0,1 0 0 0 0,0 0 0 0 0,-1 0 0 0 0,1 0 0 0 0,-1 0 0 0 0,1-1 0 0 0,-1 1 0 0 0,1 0 0 0 0,0 0 0 0 0,-1-1 0 0 0,1 1 0 0 0,-1 0 0 0 0,1-1 0 0 0,-1 1 0 0 0,0-1 0 0 0,1 1 0 0 0,-1-1 0 0 0,1 1 0 0 0,-1-1 0 0 0,0 1 0 0 0,1-1 0 0 0,-1 1 0 0 0,0-1 0 0 0,1 1 0 0 0,-1-1 0 0 0,0 1 0 0 0,0-2 0 0 0,1 1 0 0 0,0-1 0 0 0,0 1 0 0 0,0 0 0 0 0,-1 0 0 0 0,1 0 0 0 0,0 0 0 0 0,0-1 0 0 0,1 1 0 0 0,-1 1 0 0 0,0-1 0 0 0,0 0 0 0 0,0 0 0 0 0,1 0 0 0 0,-1 1 0 0 0,0-1 0 0 0,1 0 0 0 0,-1 1 0 0 0,1-1 0 0 0,-1 1 0 0 0,0 0 0 0 0,3-1 0 0 0,1-1 0 0 0,93-52 0 0 0,-86 49 0 0 0,1 0 0 0 0,0-1 0 0 0,0 0 0 0 0,23-15 0 0 0,-33 18 0 0 0,0 1 0 0 0,0-1 0 0 0,1 1 0 0 0,-1 0 0 0 0,0 0 0 0 0,1 0 0 0 0,5-1 0 0 0,-9 2 0 0 0,0 1 0 0 0,0 0 0 0 0,1 0 0 0 0,-1 0 0 0 0,0 0 0 0 0,0 0 0 0 0,1 0 0 0 0,-1 0 0 0 0,0 0 0 0 0,0 0 0 0 0,1-1 0 0 0,-1 1 0 0 0,0 0 0 0 0,0 0 0 0 0,0 0 0 0 0,1 0 0 0 0,-1-1 0 0 0,0 1 0 0 0,0 0 0 0 0,0 0 0 0 0,0 0 0 0 0,0-1 0 0 0,1 1 0 0 0,-1 0 0 0 0,0 0 0 0 0,0-1 0 0 0,0 1 0 0 0,0 0 0 0 0,0 0 0 0 0,0-1 0 0 0,0 1 0 0 0,0 0 0 0 0,0-1 0 0 0,0 1 0 0 0,0-35 0 0 0,0 34 0 0 0,0 1 0 0 0,1-1 0 0 0,-1 1 0 0 0,0-1 0 0 0,0 1 0 0 0,1-1 0 0 0,-1 0 0 0 0,0 1 0 0 0,1-1 0 0 0,-1 1 0 0 0,1 0 0 0 0,-1-1 0 0 0,1 1 0 0 0,-1-1 0 0 0,0 1 0 0 0,1 0 0 0 0,0-1 0 0 0,-1 1 0 0 0,1 0 0 0 0,-1-1 0 0 0,1 1 0 0 0,-1 0 0 0 0,1 0 0 0 0,-1 0 0 0 0,1 0 0 0 0,0-1 0 0 0,-1 1 0 0 0,1 0 0 0 0,0 0 0 0 0,-1 0 0 0 0,1 0 0 0 0,0 1 0 0 0,0-1 0 0 0,0 0 0 0 0,-1 0 0 0 0,1 0 0 0 0,-1 0 0 0 0,1 0 0 0 0,0 0 0 0 0,-1 0 0 0 0,1 0 0 0 0,0-1 0 0 0,-1 1 0 0 0,1 0 0 0 0,-1 0 0 0 0,1 0 0 0 0,-1-1 0 0 0,1 1 0 0 0,-1 0 0 0 0,1-1 0 0 0,-1 1 0 0 0,1 0 0 0 0,-1-1 0 0 0,1 1 0 0 0,-1-1 0 0 0,1 1 0 0 0,-1-1 0 0 0,0 1 0 0 0,1-1 0 0 0,-1 1 0 0 0,0-1 0 0 0,1 1 0 0 0,-1-1 0 0 0,0 1 0 0 0,1-2 0 0 0,-3 0 0 0 0,31-9 0 0 0,-26 7 0 0 0,0 1 0 0 0,29-4 0 0 0,-5 1 0 0 0,-26 5 0 0 0,-1 1 0 0 0,0 0 0 0 0,0 0 0 0 0,1 0 0 0 0,-1 0 0 0 0,0 0 0 0 0,1 0 0 0 0,-1-1 0 0 0,0 1 0 0 0,0 0 0 0 0,0 0 0 0 0,1 0 0 0 0,-1-1 0 0 0,0 1 0 0 0,0 0 0 0 0,0 0 0 0 0,1-1 0 0 0,-1 1 0 0 0,0 0 0 0 0,0 0 0 0 0,0-1 0 0 0,0 1 0 0 0,0 0 0 0 0,1-1 0 0 0,-1 1 0 0 0,0 0 0 0 0,0-1 0 0 0,0 1 0 0 0,0 0 0 0 0,0-1 0 0 0,0-6 0 0 0,0 5 0 0 0,0-1 0 0 0,0 0 0 0 0,0 1 0 0 0,0-1 0 0 0,-1 0 0 0 0,1 1 0 0 0,-1-1 0 0 0,0 1 0 0 0,1-1 0 0 0,-2-2 0 0 0,1 4 0 0 0,0 1 0 0 0,1-1 0 0 0,-1 1 0 0 0,1-1 0 0 0,-1 0 0 0 0,0 1 0 0 0,0-1 0 0 0,1 1 0 0 0,-1-1 0 0 0,0 1 0 0 0,0 0 0 0 0,1-1 0 0 0,-1 1 0 0 0,0 0 0 0 0,0 0 0 0 0,-1-1 0 0 0,-7-1 0 0 0,6-3 0 0 0,3 5 0 0 0,0 0 0 0 0,0-1 0 0 0,0 1 0 0 0,0 0 0 0 0,0-1 0 0 0,0 1 0 0 0,0 0 0 0 0,0-1 0 0 0,0 1 0 0 0,0 0 0 0 0,0 0 0 0 0,0-1 0 0 0,-1 1 0 0 0,1 0 0 0 0,0-1 0 0 0,0 1 0 0 0,0 0 0 0 0,0 0 0 0 0,-1-1 0 0 0,1 1 0 0 0,0 0 0 0 0,0 0 0 0 0,-1-1 0 0 0,1 1 0 0 0,0 0 0 0 0,0 0 0 0 0,-1 0 0 0 0,1 0 0 0 0,0 0 0 0 0,-1-1 0 0 0,1 1 0 0 0,0 0 0 0 0,0 0 0 0 0,-1 0 0 0 0,1 0 0 0 0,0 0 0 0 0,-1 0 0 0 0,1 0 0 0 0,-2 0 0 0 0,0 0 0 0 0,1-1 0 0 0,0 1 0 0 0,0 0 0 0 0,0 0 0 0 0,-1 0 0 0 0,1-1 0 0 0,0 1 0 0 0,0-1 0 0 0,0 1 0 0 0,0-1 0 0 0,0 1 0 0 0,-1-1 0 0 0,1 1 0 0 0,0-1 0 0 0,0 0 0 0 0,0 0 0 0 0,1 0 0 0 0,-1 0 0 0 0,0 1 0 0 0,0-1 0 0 0,0 0 0 0 0,1 0 0 0 0,-2-2 0 0 0,2 2 0 0 0,0 0 0 0 0,-1 0 0 0 0,1 0 0 0 0,-1 0 0 0 0,1 0 0 0 0,-1 0 0 0 0,0 0 0 0 0,1 1 0 0 0,-1-1 0 0 0,0 0 0 0 0,0 0 0 0 0,0 0 0 0 0,0 1 0 0 0,1-1 0 0 0,-1 0 0 0 0,0 1 0 0 0,0-1 0 0 0,-2 0 0 0 0,-25-13 0 0 0,12 6 0 0 0,-44-20 0 0 0,-6-11 0 0 0,35 22 0 0 0,-8-3 0 0 0,34 18 0 0 0,0 0 0 0 0,-1-1 0 0 0,1 1 0 0 0,0-1 0 0 0,0-1 0 0 0,1 1 0 0 0,-1-1 0 0 0,1 1 0 0 0,0-1 0 0 0,0 0 0 0 0,0-1 0 0 0,0 1 0 0 0,1-1 0 0 0,-4-5 0 0 0,-53-71 0 0 0,55 72 0 0 0,-1 0 0 0 0,-1 0 0 0 0,0 1 0 0 0,0 0 0 0 0,0 0 0 0 0,-1 1 0 0 0,0 0 0 0 0,0 0 0 0 0,-1 1 0 0 0,0 0 0 0 0,-13-7 0 0 0,5 6 0 0 0,13 5 0 0 0,0 1 0 0 0,0-1 0 0 0,1 0 0 0 0,-1-1 0 0 0,0 1 0 0 0,1-1 0 0 0,0 1 0 0 0,-1-1 0 0 0,1 0 0 0 0,0 0 0 0 0,1-1 0 0 0,-6-5 0 0 0,2 3 0 0 0,0 0 0 0 0,-1 1 0 0 0,0 0 0 0 0,0 1 0 0 0,-11-6 0 0 0,13 7 0 0 0,0 0 0 0 0,1 0 0 0 0,-1 0 0 0 0,0-1 0 0 0,-7-7 0 0 0,1-4 0 0 0,10 12 0 0 0,-1 1 0 0 0,1 0 0 0 0,-1 0 0 0 0,0 0 0 0 0,0 0 0 0 0,0 0 0 0 0,0 0 0 0 0,0 0 0 0 0,0 1 0 0 0,0-1 0 0 0,-5-1 0 0 0,-23-21 0 0 0,27 20 0 0 0,0 1 0 0 0,-1 0 0 0 0,1 1 0 0 0,-1-1 0 0 0,1 0 0 0 0,-1 1 0 0 0,-7-4 0 0 0,-6-2 0 0 0,1-2 0 0 0,0 0 0 0 0,0-1 0 0 0,-22-20 0 0 0,17 13 0 0 0,8 6 0 0 0,0 1 0 0 0,-1 0 0 0 0,0 1 0 0 0,-30-16 0 0 0,11 12 0 0 0,32 11 0 0 0,-3 0 0 0 0,-181-67 0 0 0,81 21 0 0 0,70 32 0 0 0,-62-24 0 0 0,-133-36 0 0 0,105 50 0 0 0,91 20-72 0 0,23 7-591 0 0,0 0 1 0 0,0 1-1 0 0,0 0 1 0 0,0 1-1 0 0,1 0 1 0 0,-1 1-1 0 0,0 0 1 0 0,1 0-1 0 0,-1 1 1 0 0,1 0-1 0 0,-9 6 1 0 0,13-6-583 0 0,1 0 0 0 0,-1 1 0 0 0,1 0 0 0 0,0 0 0 0 0,0 0 0 0 0,0 0 0 0 0,-4 9 0 0 0,8-14 1187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51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12 4482 0 0,'-5'1'967'0'0,"3"-1"-690"0"0,1 1 0 0 0,-1-1 0 0 0,1 0 0 0 0,-1 0 0 0 0,1 0 0 0 0,-1 1 0 0 0,1-1 0 0 0,0 1 0 0 0,-1-1 0 0 0,1 1 0 0 0,-10 9 12357 0 0,16-10-12007 0 0,22 0 920 0 0,-21 0-1013 0 0,29 2 309 0 0,-22-1-595 0 0,0 0-1 0 0,0 0 1 0 0,0-2-1 0 0,19-2 1 0 0,-7 1 29 0 0,-11 3 513 0 0,-14-2-657 0 0,0 1-1 0 0,0-1 1 0 0,0 1 0 0 0,0-1 0 0 0,0 1 0 0 0,0-1 0 0 0,0 1 0 0 0,0-1 0 0 0,0 1 0 0 0,0-1 0 0 0,-1 1-1 0 0,1-1 1 0 0,0 1 0 0 0,0-1 0 0 0,0 1 0 0 0,-1-1 0 0 0,1 1 0 0 0,0-1 0 0 0,0 1 0 0 0,-1-1 0 0 0,1 1-1 0 0,0 0 1 0 0,-1-1 0 0 0,1 1 0 0 0,-1 0 0 0 0,0-1 0 0 0,-13-3 86 0 0,0 1 1 0 0,0 0-1 0 0,-1 1 0 0 0,1 1 0 0 0,0 0 1 0 0,-1 1-1 0 0,1 1 0 0 0,-1 0 1 0 0,-19 4-1 0 0,19-1-219 0 0,0-1 0 0 0,0 2 0 0 0,1 0 0 0 0,-1 0 0 0 0,-20 13 0 0 0,32-17 0 0 0,0 1 0 0 0,0-1 0 0 0,0 1 0 0 0,0 0 0 0 0,1 0 0 0 0,-1 1 0 0 0,1-1 0 0 0,-1 0 0 0 0,1 1 0 0 0,0 0 0 0 0,0-1 0 0 0,0 1 0 0 0,0 0 0 0 0,1 0 0 0 0,-1 0 0 0 0,1 0 0 0 0,-1 0 0 0 0,1 1 0 0 0,0-1 0 0 0,0 0 0 0 0,1 1 0 0 0,-1-1 0 0 0,1 0 0 0 0,0 1 0 0 0,-1-1 0 0 0,2 1 0 0 0,-1-1 0 0 0,0 0 0 0 0,1 1 0 0 0,-1-1 0 0 0,1 0 0 0 0,0 1 0 0 0,0-1 0 0 0,2 4 0 0 0,2 5 0 0 0,17 36 0 0 0,-11-36 0 0 0,-10-11 0 0 0,1 1 0 0 0,-1-1 0 0 0,0 1 0 0 0,1-1 0 0 0,-1 1 0 0 0,0-1 0 0 0,0 1 0 0 0,0 0 0 0 0,0 0 0 0 0,0-1 0 0 0,-1 1 0 0 0,1 0 0 0 0,0 0 0 0 0,-1 0 0 0 0,1 0 0 0 0,-1 0 0 0 0,0 0 0 0 0,0 0 0 0 0,0 2 0 0 0,0-2 0 0 0,0 0 0 0 0,1 1 0 0 0,-1-1 0 0 0,0 0 0 0 0,1 0 0 0 0,-1 0 0 0 0,1 0 0 0 0,0 0 0 0 0,0 0 0 0 0,-1 0 0 0 0,1 0 0 0 0,1 0 0 0 0,-1-1 0 0 0,0 1 0 0 0,0 0 0 0 0,1 0 0 0 0,-1-1 0 0 0,1 1 0 0 0,-1-1 0 0 0,1 0 0 0 0,0 1 0 0 0,-1-1 0 0 0,1 0 0 0 0,0 0 0 0 0,0 0 0 0 0,0 0 0 0 0,0 0 0 0 0,3 0 0 0 0,18 13 0 0 0,-17-10 0 0 0,0 0 0 0 0,1-1 0 0 0,-1 0 0 0 0,1 0 0 0 0,0-1 0 0 0,-1 1 0 0 0,1-2 0 0 0,0 1 0 0 0,0-1 0 0 0,1 0 0 0 0,-1 0 0 0 0,0-1 0 0 0,0 0 0 0 0,0 0 0 0 0,10-2 0 0 0,-5 0 0 0 0,0 1 0 0 0,0-2 0 0 0,-1 0 0 0 0,1 0 0 0 0,-1-1 0 0 0,0 0 0 0 0,18-10 0 0 0,-28 14 0 0 0,-1-1 0 0 0,1 0 0 0 0,0 0 0 0 0,-1 0 0 0 0,1 0 0 0 0,0 0 0 0 0,-1 0 0 0 0,1 0 0 0 0,-1 0 0 0 0,0-1 0 0 0,1 1 0 0 0,-1 0 0 0 0,0 0 0 0 0,0 0 0 0 0,1 0 0 0 0,-1-1 0 0 0,0 1 0 0 0,0 0 0 0 0,-1 0 0 0 0,1 0 0 0 0,0-1 0 0 0,-1-1 0 0 0,1 2 0 0 0,0-1 0 0 0,0 0 0 0 0,0 0 0 0 0,0 1 0 0 0,0-1 0 0 0,0 0 0 0 0,0 1 0 0 0,0-1 0 0 0,1 0 0 0 0,-1 0 0 0 0,1 1 0 0 0,-1-1 0 0 0,1 1 0 0 0,1-3 0 0 0,6-6 0 0 0,-6 8 0 0 0,0 1 0 0 0,-1-1 0 0 0,1 0 0 0 0,-1 0 0 0 0,1 0 0 0 0,-1 0 0 0 0,0 0 0 0 0,0 0 0 0 0,0 0 0 0 0,0 0 0 0 0,0 0 0 0 0,0 0 0 0 0,-1-1 0 0 0,1 1 0 0 0,-1 0 0 0 0,1-1 0 0 0,-1 1 0 0 0,0-4 0 0 0,0 5 0 0 0,0-1 0 0 0,0 1 0 0 0,1 0 0 0 0,-1 0 0 0 0,0 0 0 0 0,0-1 0 0 0,-1 1 0 0 0,1 0 0 0 0,0 0 0 0 0,0 0 0 0 0,-1-1 0 0 0,1 1 0 0 0,0 0 0 0 0,-1 0 0 0 0,1 0 0 0 0,-1 0 0 0 0,1 0 0 0 0,-1 0 0 0 0,0 0 0 0 0,1 0 0 0 0,-1 0 0 0 0,0 0 0 0 0,0 0 0 0 0,0 0 0 0 0,0 1 0 0 0,0-1 0 0 0,0 0 0 0 0,0 1 0 0 0,0-1 0 0 0,0 0 0 0 0,0 1 0 0 0,0-1 0 0 0,0 1 0 0 0,-2-1 0 0 0,-3-1 0 0 0,3 3 0 0 0,5 7 0 0 0,9 17 0 0 0,0 3 0 0 0,0 45 0 0 0,2-33 0 0 0,-10-33 0 0 0,-1 0 0 0 0,1 0 0 0 0,-1 1 0 0 0,-1-1 0 0 0,1 1 0 0 0,-1 11 0 0 0,-1-2 0 0 0,0-12 0 0 0,-1 0 0 0 0,1 0 0 0 0,1 0 0 0 0,-1 0 0 0 0,1 0 0 0 0,0-1 0 0 0,0 1 0 0 0,2 6 0 0 0,19 34 0 0 0,-11-4 0 0 0,0-21 70 0 0,-9-18-104 0 0,0 1 1 0 0,-1 0-1 0 0,1-1 1 0 0,-1 1-1 0 0,1 0 1 0 0,-1 0-1 0 0,0 0 1 0 0,0 0-1 0 0,0 0 1 0 0,-1 0-1 0 0,1 0 1 0 0,0 6 0 0 0,-1-8-189 0 0,0 0 1 0 0,0 0-1 0 0,0 1 1 0 0,0-1 0 0 0,0 0-1 0 0,0 0 1 0 0,1 0-1 0 0,-1 1 1 0 0,0-1 0 0 0,1 0-1 0 0,-1 0 1 0 0,1 0-1 0 0,0 0 1 0 0,-1 0 0 0 0,1 0-1 0 0,0 0 1 0 0,-1 0 0 0 0,1 0-1 0 0,0 0 1 0 0,0 0-1 0 0,0 0 1 0 0,0 0 0 0 0,0-1-1 0 0,0 1 1 0 0,0 0-1 0 0,0-1 1 0 0,2 2 0 0 0,6 3-3145 0 0,-8-4 2845 0 0,-1-1 0 0 0,0 1 0 0 0,1-1 0 0 0,-1 1 1 0 0,1-1-1 0 0,-1 1 0 0 0,0-1 0 0 0,1 1 0 0 0,-1 0 0 0 0,0-1 0 0 0,1 1 0 0 0,-1 0 0 0 0,0-1 0 0 0,0 1 0 0 0,0 0 0 0 0,0-1 1 0 0,1 1-1 0 0,-1 0 0 0 0,0-1 0 0 0,0 1 0 0 0,-1 0 0 0 0,1-1 509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54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325 202 400 0 0,'-27'13'2882'0'0,"11"-6"767"0"0,2-7-2302 0 0,11-1-741 0 0,-12-1 4176 0 0,-3-2-3348 0 0,17 3-1159 0 0,0-1 0 0 0,0 0 0 0 0,1 1 0 0 0,-1-1 0 0 0,0 0 0 0 0,1 0-1 0 0,-1 1 1 0 0,1-1 0 0 0,-1 0 0 0 0,1 0 0 0 0,0 0 0 0 0,0 0 0 0 0,0 1 0 0 0,0-1 0 0 0,0 0-1 0 0,0 0 1 0 0,1 0 0 0 0,0-2 0 0 0,-1-1 185 0 0,-1-5-54 0 0,0 7-336 0 0,1 1 0 0 0,0-1 1 0 0,-1 1-1 0 0,1-1 0 0 0,0 1 1 0 0,0-1-1 0 0,0 1 0 0 0,1-1 0 0 0,-1 1 1 0 0,0-1-1 0 0,1 1 0 0 0,0-1 0 0 0,0 1 1 0 0,0-1-1 0 0,0 1 0 0 0,1-3 1 0 0,20-16 275 0 0,-11-5-52 0 0,0 14-130 0 0,0 0 1 0 0,21-17-1 0 0,-26 19-79 0 0,-6 10-85 0 0,0-1 0 0 0,0 1 0 0 0,0 0 1 0 0,0 0-1 0 0,0-1 0 0 0,0 1 0 0 0,0 0 0 0 0,0 0 1 0 0,0 0-1 0 0,0-1 0 0 0,0 1 0 0 0,0 0 1 0 0,1 0-1 0 0,-1 0 0 0 0,0 0 0 0 0,0-1 1 0 0,0 1-1 0 0,0 0 0 0 0,0 0 0 0 0,0 0 1 0 0,1 0-1 0 0,-1-1 0 0 0,0 1 0 0 0,0 0 0 0 0,0 0 1 0 0,0 0-1 0 0,1 0 0 0 0,-1 0 0 0 0,0 0 1 0 0,0 0-1 0 0,0 0 0 0 0,1-1 0 0 0,-1 1 1 0 0,0 0-1 0 0,0 0 0 0 0,0 0 0 0 0,1 0 1 0 0,-1 0-1 0 0,1 0 1 0 0,0 0 1 0 0,0-1-1 0 0,0 1 0 0 0,0 0 1 0 0,0-1-1 0 0,0 1 0 0 0,0 0 1 0 0,0 0-1 0 0,-1 0 1 0 0,1 0-1 0 0,0 0 0 0 0,0 0 1 0 0,0 0-1 0 0,0 0 1 0 0,0 0-1 0 0,0 1 0 0 0,0-1 1 0 0,0 0-1 0 0,0 0 0 0 0,0 1 1 0 0,0-1-1 0 0,0 1 1 0 0,-1-1-1 0 0,1 1 0 0 0,0-1 1 0 0,0 1-1 0 0,-1 0 0 0 0,2 0 1 0 0,-1 1 11 0 0,-1 0 1 0 0,1-1-1 0 0,-1 1 1 0 0,0 0 0 0 0,1-1-1 0 0,-1 1 1 0 0,0 0-1 0 0,0-1 1 0 0,0 1-1 0 0,0 0 1 0 0,-1-1-1 0 0,1 1 1 0 0,0 0-1 0 0,-1-1 1 0 0,0 3 0 0 0,-4 8 131 0 0,0 0 1 0 0,0 0 0 0 0,-12 18 0 0 0,-13 19 337 0 0,-38 58 421 0 0,34-55-578 0 0,3 2 0 0 0,2 1 0 0 0,-25 69 0 0 0,39-88-256 0 0,7-19-34 0 0,1 1 0 0 0,-6 24-1 0 0,2 32-288 0 0,0-41-152 0 0,9-28 193 0 0,0-1 0 0 0,0 1-1 0 0,0 0 1 0 0,1 0 0 0 0,0 0 0 0 0,-1 0-1 0 0,2 0 1 0 0,-1 0 0 0 0,1 0 0 0 0,-1 0-1 0 0,1 0 1 0 0,1 0 0 0 0,-1 0 0 0 0,3 9-1 0 0,18 21-4455 0 0,-10-10-2616 0 0,-9-23 6380 0 0,1-1-1 0 0,-1 1 1 0 0,0-1 0 0 0,0 0-1 0 0,1 0 1 0 0,-1 0-1 0 0,0 0 1 0 0,1-1 0 0 0,4 2-1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55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132 215 2561 0 0,'-5'-3'897'0'0,"0"0"1"0"0,0 0-1 0 0,0 0 0 0 0,0-1 0 0 0,-8-7 1 0 0,-14-12 2469 0 0,20 19-2777 0 0,5 3-440 0 0,0 1 0 0 0,1-1 0 0 0,-1 0 0 0 0,1 0 1 0 0,0 0-1 0 0,-1 0 0 0 0,1 0 0 0 0,0 0 0 0 0,-1 0 0 0 0,1 0 0 0 0,0-1 0 0 0,0 1 0 0 0,0 0 0 0 0,0-1 0 0 0,0 1 0 0 0,0-1 0 0 0,1 1 0 0 0,-1-1 0 0 0,0 1 1 0 0,1-1-1 0 0,-1 0 0 0 0,1 1 0 0 0,0-1 0 0 0,-1 0 0 0 0,1 1 0 0 0,0-3 0 0 0,0 2 2 0 0,0-1-1 0 0,-1 1 1 0 0,1 0 0 0 0,-1-1-1 0 0,1 1 1 0 0,-1 0 0 0 0,0 0-1 0 0,0-1 1 0 0,0 1 0 0 0,0 0 0 0 0,0 0-1 0 0,0 0 1 0 0,-1 0 0 0 0,1 1-1 0 0,-4-4 1 0 0,4 3-49 0 0,-1 0 1 0 0,1 1-1 0 0,-1-1 1 0 0,1 0-1 0 0,0 0 1 0 0,0 0-1 0 0,0 0 0 0 0,0 0 1 0 0,0 0-1 0 0,0 0 1 0 0,0 0-1 0 0,1 0 1 0 0,-1 0-1 0 0,1-1 0 0 0,-1-3 1 0 0,1 3 78 0 0,0-1 1 0 0,0 1 0 0 0,0-1-1 0 0,0 1 1 0 0,1-1 0 0 0,-1 1-1 0 0,1-1 1 0 0,2-4 0 0 0,-2 6-152 0 0,0 1 0 0 0,0 0 0 0 0,0 0 0 0 0,0 0 0 0 0,1 0-1 0 0,-1 0 1 0 0,0 0 0 0 0,0 0 0 0 0,1 1 0 0 0,-1-1 0 0 0,1 0 0 0 0,-1 1 0 0 0,1-1 0 0 0,1 1 0 0 0,-1-1-18 0 0,2 5 150 0 0,1-1 1 0 0,0 1-1 0 0,-1 1 0 0 0,0-1 1 0 0,0 1-1 0 0,0-1 1 0 0,4 7-1 0 0,-4-3-95 0 0,0 0-1 0 0,0 0 0 0 0,0 0 1 0 0,-1 0-1 0 0,0 0 1 0 0,-1 1-1 0 0,1 0 1 0 0,0 12-1 0 0,5 15 180 0 0,2 0-17 0 0,-6-25-139 0 0,-1-1-1 0 0,0 1 1 0 0,0 0-1 0 0,-2 0 1 0 0,2 18-1 0 0,-3-19 9 0 0,1 0-1 0 0,1 0 0 0 0,-1 0 0 0 0,2 0 0 0 0,-1-1 1 0 0,7 16-1 0 0,0 0 2 0 0,2 22-87 0 0,11-13-320 0 0,-21-31 134 0 0,1-1 0 0 0,-1 1 0 0 0,1 0 0 0 0,0-1 0 0 0,0 0 0 0 0,0 1 0 0 0,0-1 0 0 0,0 0 0 0 0,0 0 0 0 0,1 0 0 0 0,-1 0 0 0 0,4 1 0 0 0,-3-2-170 0 0,-1 0 0 0 0,1-1 0 0 0,0 1-1 0 0,0-1 1 0 0,0 0 0 0 0,0 0 0 0 0,0 0 0 0 0,0 0 0 0 0,0 0 0 0 0,0-1 0 0 0,0 1-1 0 0,4-2 1 0 0,-3 1-568 0 0,1 0-1 0 0,0-1 1 0 0,0 1-1 0 0,-1-1 1 0 0,1 0-1 0 0,0 0 1 0 0,-1 0-1 0 0,0 0 1 0 0,0-1-1 0 0,0 0 0 0 0,6-5 1 0 0,1-11-3558 0 0,17 5 1081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55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262 131 1201 0 0,'2'2'3499'0'0,"-9"3"-2543"0"0,-86 10 4940 0 0,88-13-5616 0 0,-17 4 720 0 0,1 1 1 0 0,1 2 0 0 0,-21 10-1 0 0,37-17-860 0 0,1 0-1 0 0,-1 0 0 0 0,1 0 0 0 0,0 1 0 0 0,-1-1 0 0 0,1 1 1 0 0,0-1-1 0 0,1 1 0 0 0,-1 0 0 0 0,0 1 0 0 0,1-1 0 0 0,0 0 1 0 0,0 1-1 0 0,0-1 0 0 0,0 1 0 0 0,0-1 0 0 0,1 1 1 0 0,-1 0-1 0 0,1 0 0 0 0,0 0 0 0 0,0 0 0 0 0,0 6 0 0 0,1 4 199 0 0,-1-6-31 0 0,1 1 0 0 0,1-1 1 0 0,0 0-1 0 0,1 10 0 0 0,-1-16-213 0 0,0 1 0 0 0,0 0-1 0 0,0-1 1 0 0,0 1 0 0 0,1-1 0 0 0,-1 0 0 0 0,1 1 0 0 0,-1-1-1 0 0,1 0 1 0 0,0 0 0 0 0,0 0 0 0 0,0 0 0 0 0,0 0 0 0 0,0-1-1 0 0,5 4 1 0 0,3 1 181 0 0,0-1 0 0 0,1 0 1 0 0,0-1-1 0 0,0 0 0 0 0,17 4 0 0 0,-17-5-125 0 0,6 1 10 0 0,1-1-1 0 0,0-1 1 0 0,-1 0-1 0 0,1-1 1 0 0,0-1 0 0 0,30-4-1 0 0,-44 3-129 0 0,0 1 1 0 0,-1 0 1 0 0,1-1-1 0 0,0 0 0 0 0,0 0 0 0 0,-1 0 0 0 0,1 0 0 0 0,-1-1 0 0 0,1 1 0 0 0,-1-1 1 0 0,1 0-1 0 0,-1 0 0 0 0,0 0 0 0 0,0 0 0 0 0,0-1 0 0 0,0 1 0 0 0,-1-1 0 0 0,1 0 1 0 0,0 0-1 0 0,-1 0 0 0 0,4-6 0 0 0,5-49 222 0 0,-7 37-156 0 0,-1-1 0 0 0,-1 0-1 0 0,-1 1 1 0 0,-2-42-1 0 0,0 55-160 0 0,0-1-1 0 0,-1 0 1 0 0,0 1-1 0 0,-1-1 0 0 0,1 1 1 0 0,-1 0-1 0 0,-1 0 0 0 0,0 0 1 0 0,0 0-1 0 0,-1 1 0 0 0,1 0 1 0 0,-2 0-1 0 0,1 0 1 0 0,-1 0-1 0 0,0 1 0 0 0,0 0 1 0 0,-10-8-1 0 0,11 11-512 0 0,-1 0 0 0 0,1 0 1 0 0,-1 1-1 0 0,1 0 0 0 0,-1-1 0 0 0,0 2 1 0 0,0-1-1 0 0,0 1 0 0 0,-10-1 0 0 0,10 1-1050 0 0,1 1 1 0 0,-1 0-1 0 0,0 0 0 0 0,1 0 0 0 0,-1 0 0 0 0,1 1 0 0 0,-1 0 1 0 0,-7 3-1 0 0,12-4 1491 0 0,1 0 0 0 0,0 0 0 0 0,-1 0 0 0 0,1 1 1 0 0,0-1-1 0 0,0 0 0 0 0,-1 0 0 0 0,1 0 0 0 0,0 0 0 0 0,0 1 1 0 0,-1-1-1 0 0,1 0 0 0 0,0 0 0 0 0,0 1 0 0 0,0-1 1 0 0,-1 0-1 0 0,1 0 0 0 0,0 1 0 0 0,0-1 0 0 0,0 0 0 0 0,0 0 1 0 0,0 1-1 0 0,-1-1 0 0 0,1 0 0 0 0,0 1 0 0 0,0-1 0 0 0,0 0 1 0 0,0 1-1 0 0,0-1 0 0 0,0 1 0 0 0,0-1-109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56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318 349 2401 0 0,'-89'-13'7537'0'0,"67"12"-6384"0"0,1 0-1 0 0,-1 2 1 0 0,1 0-1 0 0,-26 5 1 0 0,46-5-1093 0 0,-11 1 520 0 0,0 0 1 0 0,1 1 0 0 0,-22 9-1 0 0,32-12-540 0 0,-1 1-1 0 0,1 0 1 0 0,-1-1-1 0 0,1 1 0 0 0,-1 0 1 0 0,1 0-1 0 0,0-1 1 0 0,-1 1-1 0 0,1 0 1 0 0,0 1-1 0 0,0-1 1 0 0,0 0-1 0 0,0 0 0 0 0,0 0 1 0 0,0 1-1 0 0,0-1 1 0 0,0 0-1 0 0,0 1 1 0 0,1-1-1 0 0,-1 1 1 0 0,0-1-1 0 0,1 1 1 0 0,-1-1-1 0 0,1 1 0 0 0,0-1 1 0 0,-1 1-1 0 0,1 0 1 0 0,0-1-1 0 0,0 1 1 0 0,0-1-1 0 0,0 1 1 0 0,0 0-1 0 0,1-1 0 0 0,-1 1 1 0 0,0-1-1 0 0,1 1 1 0 0,0 1-1 0 0,21 38 935 0 0,-13-13-315 0 0,-8-23-576 0 0,1 0 1 0 0,-1-1 0 0 0,1 1 0 0 0,0-1-1 0 0,0 0 1 0 0,0 1 0 0 0,0-1 0 0 0,1 0-1 0 0,0 0 1 0 0,0-1 0 0 0,0 1 0 0 0,5 5 0 0 0,18 11 570 0 0,0-2 1 0 0,1-1-1 0 0,49 23 1 0 0,-47-25-192 0 0,-22-11-348 0 0,1 0 1 0 0,-1 0-1 0 0,1-1 1 0 0,-1 0-1 0 0,1 0 1 0 0,14 2-1 0 0,-13-5-76 0 0,0 0 0 0 0,0-1-1 0 0,-1-1 1 0 0,1 1 0 0 0,16-7-1 0 0,-8 4-3 0 0,-11 3-7 0 0,1-1-1 0 0,-1 1 1 0 0,0-1-1 0 0,1-1 1 0 0,-1 1 0 0 0,0-1-1 0 0,-1 0 1 0 0,1 0-1 0 0,0-1 1 0 0,-1 0-1 0 0,0 0 1 0 0,0 0-1 0 0,0 0 1 0 0,0-1 0 0 0,-1 0-1 0 0,1 0 1 0 0,-1 0-1 0 0,-1 0 1 0 0,1-1-1 0 0,4-9 1 0 0,2-3 76 0 0,0-1 0 0 0,-2 0 0 0 0,0-1 0 0 0,5-21 0 0 0,-8 18-178 0 0,-1-1-1 0 0,-1 0 1 0 0,-1 1-1 0 0,-1-1 1 0 0,-1 0-1 0 0,-1 0 1 0 0,-1 0-1 0 0,-1 1 1 0 0,-1-1 0 0 0,-2 1-1 0 0,-15-44 1 0 0,17 58-159 0 0,0 0 1 0 0,-1 0 0 0 0,-1 0 0 0 0,1 1-1 0 0,-2 0 1 0 0,1 0 0 0 0,-1 1 0 0 0,0-1 0 0 0,0 1-1 0 0,-1 1 1 0 0,0 0 0 0 0,-10-6 0 0 0,13 8-188 0 0,-1 1-1 0 0,0 0 1 0 0,0 0 0 0 0,0 1-1 0 0,-1 0 1 0 0,1 0 0 0 0,0 0-1 0 0,-1 1 1 0 0,1 0 0 0 0,-1 0-1 0 0,0 1 1 0 0,1 0 0 0 0,-1 0-1 0 0,0 0 1 0 0,1 1 0 0 0,-1 0-1 0 0,1 0 1 0 0,-11 4 0 0 0,12-3-686 0 0,0 0 1 0 0,1 1 0 0 0,-1-1-1 0 0,1 1 1 0 0,-1 0 0 0 0,-5 6 0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57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36 123 1040 0 0,'0'0'112'0'0,"0"-1"0"0"0,0 0-1 0 0,0 1 1 0 0,-1-1 0 0 0,1 1-1 0 0,0-1 1 0 0,0 0 0 0 0,0 1-1 0 0,0-1 1 0 0,-1 0-1 0 0,1 1 1 0 0,0-1 0 0 0,-1 1-1 0 0,1-1 1 0 0,0 1 0 0 0,-1-1-1 0 0,1 1 1 0 0,-1-1 0 0 0,1 1-1 0 0,0-1 1 0 0,-1 1 0 0 0,1-1-1 0 0,-1 1 1 0 0,0 0-1 0 0,1-1 1 0 0,-1 1 0 0 0,1 0-1 0 0,-1 0 1 0 0,1-1 0 0 0,-1 1-1 0 0,0 0 1 0 0,1 0 0 0 0,-1 0-1 0 0,0 0 1 0 0,1 0-1 0 0,-1 0 1 0 0,0 0 0 0 0,0 0 0 0 0,0 0 1 0 0,1 0 0 0 0,-1 0-1 0 0,0-1 1 0 0,1 1 0 0 0,-1 0-1 0 0,0 0 1 0 0,1 0 0 0 0,-1-1-1 0 0,0 1 1 0 0,1 0 0 0 0,-1 0 0 0 0,0-1-1 0 0,1 1 1 0 0,-1-1 0 0 0,1 1-1 0 0,-1 0 1 0 0,1-1 0 0 0,-1 1-1 0 0,1-1 1 0 0,-1 0 0 0 0,1 1-1 0 0,-1-1 1 0 0,1 1 0 0 0,0-1-1 0 0,-1 1 1 0 0,1-1 0 0 0,0 0-1 0 0,0 1 1 0 0,-1-1 0 0 0,1 0-1 0 0,0 1 1 0 0,0-1 0 0 0,0 0-1 0 0,0 0 1 0 0,0 1 0 0 0,0-2-1 0 0,-1-9 2160 0 0,1 9-1899 0 0,-1-1-1 0 0,1 0 1 0 0,0 1-1 0 0,0-1 0 0 0,0 0 1 0 0,0 1-1 0 0,0-1 1 0 0,0 0-1 0 0,1 0 0 0 0,-1 1 1 0 0,1-1-1 0 0,0 0 1 0 0,0 1-1 0 0,0-1 0 0 0,1-2 1 0 0,3 2-133 0 0,0 0-1 0 0,0 0 1 0 0,0 1 0 0 0,0-1 0 0 0,0 1-1 0 0,1 0 1 0 0,-1 1 0 0 0,8-2 0 0 0,59-7 763 0 0,-46 8-774 0 0,0 2 0 0 0,41 5 0 0 0,-24-2-182 0 0,109 18-3155 0 0,-113-20-52 0 0,20 4-5632 0 0,-59-5 8673 0 0,1 0 0 0 0,-1 0 1 0 0,0 1-1 0 0,0-1 1 0 0,1 0-1 0 0,-1 0 0 0 0,0 0 1 0 0,0 0-1 0 0,0 0 1 0 0,1 0-1 0 0,-1 0 0 0 0,0 0 1 0 0,0 1-1 0 0,1-1 1 0 0,-1 0-1 0 0,0 0 0 0 0,0 0 1 0 0,0 1-1 0 0,0-1 0 0 0,1 0 1 0 0,-1 0-1 0 0,0 0 1 0 0,0 1-1 0 0,0-1 0 0 0,0 0 1 0 0,0 0-1 0 0,0 1 1 0 0,0-1-1 0 0,0 0 0 0 0,0 0 1 0 0,1 1-1 0 0,-1-1 0 0 0,0 0 1 0 0,0 0-1 0 0,0 1 1 0 0,-1-1-1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58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7 6403 0 0,'-33'0'4162'0'0,"0"0"-2641"0"0,66-6 640 0 0,-33 12-1361 0 0,33-6-320 0 0,32 0-80 0 0,0 0-480 0 0,99 0-2321 0 0,64 15-7283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58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21 880 0 0,'27'-5'2055'0'0,"-27"5"-1910"0"0,-1 0-1 0 0,1-1 1 0 0,0 1 0 0 0,0 0 0 0 0,0 0 0 0 0,-1 0-1 0 0,1 0 1 0 0,0 0 0 0 0,0 0 0 0 0,0-1 0 0 0,0 1 0 0 0,0 0-1 0 0,-1 0 1 0 0,1 0 0 0 0,0 0 0 0 0,0-1 0 0 0,0 1 0 0 0,0 0-1 0 0,0 0 1 0 0,0 0 0 0 0,0-1 0 0 0,0 1 0 0 0,0 0 0 0 0,-1 0-1 0 0,1 0 1 0 0,0-1 0 0 0,0 1 0 0 0,0 0 0 0 0,0 0 0 0 0,0 0-1 0 0,0-1 1 0 0,0 1 0 0 0,1 0 0 0 0,-1 0 0 0 0,0-1-1 0 0,0 1 1 0 0,0 0 0 0 0,0 0 0 0 0,0 0 0 0 0,0 0 0 0 0,0-1-1 0 0,0 1 1 0 0,0 0 0 0 0,1 0 0 0 0,-1 0 0 0 0,0-1 0 0 0,0 1-1 0 0,0 0 1 0 0,0 0 0 0 0,1 0 0 0 0,-1 0 0 0 0,0 0 0 0 0,0 0-1 0 0,0 0 1 0 0,1-1 0 0 0,-2 1 128 0 0,0 1-52 0 0,0-1 0 0 0,-1 0 1 0 0,1 0-1 0 0,-1 0 0 0 0,1 0 0 0 0,-1 0 1 0 0,1 0-1 0 0,-1 0 0 0 0,1 0 0 0 0,-1-1 1 0 0,1 1-1 0 0,0-1 0 0 0,-1 1 0 0 0,1-1 1 0 0,0 1-1 0 0,-3-4 4437 0 0,3 4-4592 0 0,1 0-1 0 0,0 1 1 0 0,0-1 0 0 0,0 0 0 0 0,0 0 0 0 0,0 0 0 0 0,0 0 0 0 0,0 0 0 0 0,0 1 0 0 0,-1-1 0 0 0,1 0 0 0 0,0 0 0 0 0,0 0 0 0 0,0 0 0 0 0,0 1 0 0 0,0-1 0 0 0,0 0-1 0 0,0 0 1 0 0,0 0 0 0 0,0 1 0 0 0,0-1 0 0 0,0 0 0 0 0,0 0 0 0 0,0 0 0 0 0,0 0 0 0 0,0 1 0 0 0,1-1 0 0 0,-1 0 0 0 0,0 0 0 0 0,0 0 0 0 0,0 0 0 0 0,0 1-1 0 0,0-1 1 0 0,0 0 0 0 0,0 0 0 0 0,0 0 0 0 0,1 0 0 0 0,-1 0 0 0 0,0 0 0 0 0,0 1 0 0 0,0-1 0 0 0,0 0 0 0 0,0 0 0 0 0,1 0 0 0 0,-1 0 0 0 0,0 0 0 0 0,0 0 0 0 0,0 0-1 0 0,0 0 1 0 0,1 0 0 0 0,-1 0 0 0 0,0 0 0 0 0,0 0 0 0 0,0 0 0 0 0,1 0 0 0 0,-1 0 0 0 0,0 0 0 0 0,0 0 0 0 0,0 0 0 0 0,0 0 0 0 0,1 0 0 0 0,-1 0 0 0 0,0 0-1 0 0,0 0 1 0 0,0 0 0 0 0,0 0 0 0 0,1 0 0 0 0,-1 0 0 0 0,0-1 0 0 0,61 6 1139 0 0,-1 2 0 0 0,74 19 0 0 0,43 21-925 0 0,-6-1-4242 0 0,-128-35-860 0 0,-34-9 2622 0 0,0 1 1 0 0,0-1-1 0 0,0-1 0 0 0,10 1 1 0 0,-14-2-3004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8:59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66 227 5442 0 0,'-33'0'5283'0'0,"1"0"-2642"0"0,32-7-960 0 0,32 1-1121 0 0,1-2 80 0 0,0-13 1 0 0,97-12-481 0 0,190-50-3202 0 0,-91 14-4881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00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54 800 0 0,'0'-1'167'0'0,"1"0"1"0"0,-1 0-1 0 0,0 0 0 0 0,0-1 0 0 0,0 1 0 0 0,0 0 0 0 0,0 0 0 0 0,0 0 1 0 0,0 0-1 0 0,0 0 0 0 0,-1-1 0 0 0,1 1 0 0 0,0 0 0 0 0,-1 0 0 0 0,1 0 0 0 0,-1 0 1 0 0,1 0-1 0 0,-1 0 0 0 0,1 0 0 0 0,-1 0 0 0 0,0 0 0 0 0,0 0 0 0 0,1 1 0 0 0,-1-1 1 0 0,0 0-1 0 0,0 0 0 0 0,0 1 0 0 0,0-1 0 0 0,0 0 0 0 0,0 1 0 0 0,0-1 0 0 0,0 1 1 0 0,0-1-1 0 0,0 1 0 0 0,0 0 0 0 0,-2-1 0 0 0,-3-1 199 0 0,5 1-87 0 0,1 1 1 0 0,-1-1-1 0 0,1 1 1 0 0,-1-1-1 0 0,1 0 1 0 0,-1 1-1 0 0,1-1 1 0 0,-1 0-1 0 0,1 1 1 0 0,0-1-1 0 0,-1 0 1 0 0,1 1-1 0 0,0-1 1 0 0,0 0-1 0 0,0 0 1 0 0,-1 1-1 0 0,1-1 0 0 0,0 0 1 0 0,0 0-1 0 0,0-1 1 0 0,1 0 1931 0 0,0 14-1794 0 0,-2 11-223 0 0,5 88 750 0 0,-2-96-858 0 0,1 0 0 0 0,0 1 0 0 0,1-2 0 0 0,1 1 0 0 0,7 17 0 0 0,-8-24-73 0 0,9 20 87 0 0,-1 1 0 0 0,-1 0 1 0 0,9 41-1 0 0,-12-22 34 0 0,-4-22-127 0 0,0-1-1 0 0,2 0 0 0 0,10 28 1 0 0,11 23-794 0 0,-16-18-1854 0 0,11-24-2855 0 0,-21-32 4730 0 0,0 0 0 0 0,0 0 0 0 0,-1 0 0 0 0,1 0 0 0 0,-1 0 0 0 0,1 0 0 0 0,-1 0 0 0 0,0 1 0 0 0,1-1 0 0 0,-2 4 0 0 0,1-6 761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00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0 125 2641 0 0,'33'0'4962'0'0,"0"0"-319"0"0,-1-6-962 0 0,34-3-1120 0 0,-1-3-1840 0 0,33-23-2962 0 0,65-28-7204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01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392 177 6963 0 0,'-19'-20'3118'0'0,"15"16"-2761"0"0,0 0 1 0 0,0 0 0 0 0,0 0-1 0 0,1-1 1 0 0,0 1 0 0 0,-1-1-1 0 0,2 0 1 0 0,-5-8-1 0 0,9 7-428 0 0,0 1 0 0 0,0 0 0 0 0,1 0 0 0 0,0-1 0 0 0,0 2 0 0 0,0-1-1 0 0,0 0 1 0 0,8-8 0 0 0,49-15 431 0 0,-11 14-173 0 0,-43 11-138 0 0,1 1 1 0 0,-1 0-1 0 0,1 1 0 0 0,-1-1 0 0 0,1 1 0 0 0,0 1 1 0 0,0-1-1 0 0,-1 1 0 0 0,1 0 0 0 0,9 2 1 0 0,-2-1 97 0 0,-1 1 1 0 0,0 0 0 0 0,0 1 0 0 0,20 8 0 0 0,-31-11-127 0 0,0 1 1 0 0,0 0 0 0 0,-1 0 0 0 0,1 0-1 0 0,0 0 1 0 0,0 0 0 0 0,-1 0-1 0 0,1 0 1 0 0,-1 0 0 0 0,1 1 0 0 0,-1-1-1 0 0,2 3 1 0 0,12 35 469 0 0,-11-25-351 0 0,1 1-8 0 0,0 1 0 0 0,-2 0 1 0 0,1 0-1 0 0,0 19 0 0 0,-4-29-106 0 0,0 1 0 0 0,-1-1 0 0 0,1 1-1 0 0,-1-1 1 0 0,-1 1 0 0 0,1-1 0 0 0,-1 0 0 0 0,0 0 0 0 0,0 0-1 0 0,-1 0 1 0 0,0 0 0 0 0,0 0 0 0 0,0-1 0 0 0,-1 1-1 0 0,-5 6 1 0 0,-45 46 174 0 0,24-20-20 0 0,19-23-107 0 0,0-1 1 0 0,-1-1-1 0 0,0 0 1 0 0,-20 16-1 0 0,-17 5 141 0 0,-1-1-1 0 0,-96 44 1 0 0,127-69-155 0 0,-9 6 110 0 0,-50 15 1 0 0,69-26-149 0 0,-1-1 1 0 0,1 0-1 0 0,0-1 1 0 0,-1 0-1 0 0,0-1 1 0 0,1 0-1 0 0,-1 0 1 0 0,1-1 0 0 0,-15-2-1 0 0,17 1-12 0 0,6 2-6 0 0,0 0-1 0 0,0 0 1 0 0,0 0 0 0 0,0 0-1 0 0,0 0 1 0 0,0 0-1 0 0,0 0 1 0 0,0 0-1 0 0,0-1 1 0 0,0 1-1 0 0,0 0 1 0 0,0-1 0 0 0,0 1-1 0 0,0-1 1 0 0,1 1-1 0 0,-1-1 1 0 0,0 1-1 0 0,0-1 1 0 0,0 0-1 0 0,1 1 1 0 0,-1-1-1 0 0,0 0 1 0 0,1 0 0 0 0,-1 1-1 0 0,1-1 1 0 0,-1 0-1 0 0,1 0 1 0 0,-1 0-1 0 0,1 0 1 0 0,-1 0-1 0 0,1 0 1 0 0,-1-1 0 0 0,2 1-3 0 0,-1-1 1 0 0,1 1 0 0 0,0 0 0 0 0,-1 0-1 0 0,1 0 1 0 0,0 0 0 0 0,0 0 0 0 0,0 0-1 0 0,0 0 1 0 0,0 0 0 0 0,0 0 0 0 0,0 1 0 0 0,0-1-1 0 0,0 0 1 0 0,0 0 0 0 0,0 1 0 0 0,1-1-1 0 0,-1 1 1 0 0,0-1 0 0 0,0 1 0 0 0,2-1 0 0 0,2-1-18 0 0,-2 0 13 0 0,1 0 0 0 0,0-1 1 0 0,1 1-1 0 0,-1 1 0 0 0,0-1 1 0 0,0 0-1 0 0,1 1 0 0 0,-1 0 0 0 0,1 0 1 0 0,-1 1-1 0 0,1-1 0 0 0,6 1 1 0 0,6 0 117 0 0,0 1-1 0 0,23 4 1 0 0,4 4 427 0 0,0 3 0 0 0,0 2 0 0 0,-1 1 0 0 0,45 24 0 0 0,-9-5 329 0 0,67 33 477 0 0,-131-61-1502 0 0,0 0 0 0 0,25 5-1 0 0,10 0-5114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04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5208 1281 0 0,'0'1'239'0'0,"0"-1"0"0"0,0 1 0 0 0,0-1 0 0 0,0 1 0 0 0,0-1 0 0 0,0 1 0 0 0,0-1 0 0 0,0 1 0 0 0,0-1-1 0 0,0 1 1 0 0,0-1 0 0 0,1 1 0 0 0,-1-1 0 0 0,0 1 0 0 0,0-1 0 0 0,1 1 0 0 0,-1-1 0 0 0,0 1 0 0 0,1-1 0 0 0,-1 0 0 0 0,0 1 0 0 0,1-1 0 0 0,-1 0 0 0 0,0 1 0 0 0,1-1 0 0 0,-1 0 0 0 0,1 1 0 0 0,-1-1 0 0 0,1 0 0 0 0,-1 0 0 0 0,1 0 0 0 0,-1 1 0 0 0,1-1 0 0 0,-1 0 0 0 0,1 0 0 0 0,-1 0 0 0 0,1 0 0 0 0,-1 0 0 0 0,1 0 0 0 0,-1 0 0 0 0,1 0 0 0 0,-1 0 0 0 0,1 0 0 0 0,0 0 0 0 0,6-1 1438 0 0,3 1-1956 0 0,-42 0 11817 0 0,37 0-11284 0 0,50 0 665 0 0,439-14 2310 0 0,-342-6-2682 0 0,-94 13-330 0 0,20-7 60 0 0,8-14 843 0 0,-85 28-1092 0 0,-1 0 0 0 0,1-1 0 0 0,-1 1-1 0 0,0 0 1 0 0,1-1 0 0 0,-1 1 0 0 0,1-1-1 0 0,-1 1 1 0 0,0-1 0 0 0,1 1 0 0 0,-1-1-1 0 0,0 1 1 0 0,1-1 0 0 0,-1 1-1 0 0,0-1 1 0 0,0 1 0 0 0,0-1 0 0 0,0 1-1 0 0,1-1 1 0 0,-1 1 0 0 0,0-1 0 0 0,0 1-1 0 0,0-1 1 0 0,0 0 0 0 0,0 1 0 0 0,0-2-1 0 0,4-13 350 0 0,16-1-267 0 0,-12 10-110 0 0,0 0-1 0 0,-1 0 0 0 0,0 0 1 0 0,8-11-1 0 0,82-102 1 0 0,-14 15 0 0 0,96-92 0 0 0,-110 131 0 0 0,-7 8 0 0 0,89-107 0 0 0,-79 61 0 0 0,-25 44 0 0 0,-25 34 0 0 0,-1-1 0 0 0,-1-2 0 0 0,21-40 0 0 0,3-30 0 0 0,-16 49 0 0 0,-18 33 0 0 0,-1 0 0 0 0,-1 0 0 0 0,0-1 0 0 0,-1 0 0 0 0,0-1 0 0 0,3-18 0 0 0,-7 8 0 0 0,0 0 0 0 0,-3-42 0 0 0,-1 34 0 0 0,1 24 0 0 0,-1 0 0 0 0,0 0 0 0 0,-1 1 0 0 0,-1-1 0 0 0,0 1 0 0 0,-7-18 0 0 0,3 10 0 0 0,1-4 0 0 0,5 20 0 0 0,0-1 0 0 0,0 1 0 0 0,0-1 0 0 0,0 1 0 0 0,-1-1 0 0 0,1 1 0 0 0,-1 0 0 0 0,0 0 0 0 0,0 0 0 0 0,0 0 0 0 0,0 0 0 0 0,-1 0 0 0 0,1 0 0 0 0,-1 1 0 0 0,0-1 0 0 0,-5-3 0 0 0,-68-45 0 0 0,54 38 0 0 0,0-1 0 0 0,1-1 0 0 0,1-1 0 0 0,0-1 0 0 0,-27-31 0 0 0,35 34 0 0 0,-2-2 0 0 0,1-1 0 0 0,0 0 0 0 0,1-1 0 0 0,-11-23 0 0 0,3 4 0 0 0,-25-36 0 0 0,30 52 0 0 0,1-1 0 0 0,1 0 0 0 0,1-1 0 0 0,1-1 0 0 0,2 1 0 0 0,-10-31 0 0 0,8-16 0 0 0,1 34 0 0 0,6 24 0 0 0,1 0 0 0 0,0 0 0 0 0,0 0 0 0 0,2 0 0 0 0,-2-16 0 0 0,3 0 0 0 0,-1 14 0 0 0,1 0 0 0 0,0 0 0 0 0,2 0 0 0 0,3-19 0 0 0,16-28 0 0 0,-10 4 0 0 0,11-3 0 0 0,-11 3 0 0 0,-1 28 0 0 0,-6 21 0 0 0,-1 1 0 0 0,-1-1 0 0 0,0 0 0 0 0,0 0 0 0 0,0 0 0 0 0,-1 0 0 0 0,0-10 0 0 0,-1-5 0 0 0,-1 14 0 0 0,1 0 0 0 0,0 0 0 0 0,0 0 0 0 0,1 0 0 0 0,0 0 0 0 0,4-12 0 0 0,16-25 0 0 0,-10 3 0 0 0,-1 21 0 0 0,-7 16 0 0 0,0 0 0 0 0,-1 0 0 0 0,0 0 0 0 0,0-1 0 0 0,0 1 0 0 0,-1 0 0 0 0,0-1 0 0 0,0 0 0 0 0,-1 1 0 0 0,1-8 0 0 0,-3-31 0 0 0,0 25 0 0 0,2 1 0 0 0,0 0 0 0 0,1 0 0 0 0,0-1 0 0 0,6-20 0 0 0,-4 31 0 0 0,1 0 0 0 0,0 1 0 0 0,1-1 0 0 0,6-7 0 0 0,-6 7 0 0 0,1 0 0 0 0,-1 0 0 0 0,6-18 0 0 0,0-26 0 0 0,11 4 0 0 0,-14 24 0 0 0,-7 19 0 0 0,1 1 0 0 0,0 0 0 0 0,0 0 0 0 0,0-1 0 0 0,0 2 0 0 0,1-1 0 0 0,0 0 0 0 0,5-6 0 0 0,-4 6 0 0 0,-1 0 0 0 0,1-1 0 0 0,-1 0 0 0 0,0 1 0 0 0,0-1 0 0 0,-1 0 0 0 0,0 0 0 0 0,0-1 0 0 0,0 1 0 0 0,-1 0 0 0 0,0-1 0 0 0,0 1 0 0 0,0-1 0 0 0,-1 1 0 0 0,-1-12 0 0 0,1 16 0 0 0,0-1 0 0 0,1 0 0 0 0,-1 0 0 0 0,0 0 0 0 0,1 0 0 0 0,0 1 0 0 0,-1-1 0 0 0,1 0 0 0 0,0 0 0 0 0,1 1 0 0 0,-1-1 0 0 0,0 1 0 0 0,1-1 0 0 0,-1 1 0 0 0,4-3 0 0 0,-4 3 0 0 0,1-1 0 0 0,0 1 0 0 0,-1-1 0 0 0,1 1 0 0 0,-1-1 0 0 0,0 1 0 0 0,0-1 0 0 0,0 0 0 0 0,0 1 0 0 0,0-1 0 0 0,0 0 0 0 0,-1 0 0 0 0,1 0 0 0 0,-1 0 0 0 0,0-3 0 0 0,0-228 0 0 0,0 230 0 0 0,0-1 0 0 0,1 1 0 0 0,0-1 0 0 0,0 0 0 0 0,0 1 0 0 0,0 0 0 0 0,1-1 0 0 0,-1 1 0 0 0,1 0 0 0 0,4-7 0 0 0,-3 7 0 0 0,-1 0 0 0 0,0 0 0 0 0,0 0 0 0 0,-1-1 0 0 0,1 1 0 0 0,-1 0 0 0 0,0-1 0 0 0,0 1 0 0 0,0-1 0 0 0,0-7 0 0 0,-1-4 0 0 0,1 11 0 0 0,-1 0 0 0 0,0-1 0 0 0,0 1 0 0 0,-1 0 0 0 0,1 0 0 0 0,-1-1 0 0 0,0 1 0 0 0,-3-7 0 0 0,-2 0 0 0 0,5 10 0 0 0,-1 0 0 0 0,1-1 0 0 0,0 0 0 0 0,0 1 0 0 0,0-1 0 0 0,0 0 0 0 0,0 0 0 0 0,1 1 0 0 0,-1-4 0 0 0,1 2 0 0 0,1 1 0 0 0,-1 0 0 0 0,1-1 0 0 0,0 1 0 0 0,0 0 0 0 0,1 0 0 0 0,1-4 0 0 0,4-11 0 0 0,1-10 0 0 0,-7 23 0 0 0,0-1 0 0 0,0 1 0 0 0,1 0 0 0 0,0 0 0 0 0,0 0 0 0 0,0 0 0 0 0,1 0 0 0 0,-1 0 0 0 0,1 1 0 0 0,1-1 0 0 0,3-4 0 0 0,22-25 0 0 0,-21 24 0 0 0,0 0 0 0 0,18-15 0 0 0,-18 20 0 0 0,-7 5 0 0 0,0-1 0 0 0,0 1 0 0 0,0 0 0 0 0,0-1 0 0 0,0 1 0 0 0,0-1 0 0 0,0 1 0 0 0,0-1 0 0 0,0 0 0 0 0,0 1 0 0 0,0-1 0 0 0,-1 0 0 0 0,1 0 0 0 0,0 0 0 0 0,-1 1 0 0 0,1-1 0 0 0,0 0 0 0 0,-1 0 0 0 0,1 0 0 0 0,-1 0 0 0 0,1 0 0 0 0,-1 0 0 0 0,0 0 0 0 0,0 0 0 0 0,1 0 0 0 0,-1 0 0 0 0,0-2 0 0 0,0 2 0 0 0,0 0 0 0 0,0 0 0 0 0,0 0 0 0 0,1-1 0 0 0,-1 1 0 0 0,0 0 0 0 0,1 0 0 0 0,-1 0 0 0 0,0 0 0 0 0,1 0 0 0 0,0-1 0 0 0,-1 1 0 0 0,1 0 0 0 0,-1 0 0 0 0,1 0 0 0 0,0 1 0 0 0,0-1 0 0 0,0 0 0 0 0,-1 0 0 0 0,1 0 0 0 0,0 0 0 0 0,0 1 0 0 0,0-1 0 0 0,2 0 0 0 0,-2 0 0 0 0,0 0 0 0 0,0 1 0 0 0,0-1 0 0 0,0 0 0 0 0,0 0 0 0 0,0 0 0 0 0,0 1 0 0 0,0-1 0 0 0,0 0 0 0 0,0 0 0 0 0,0-1 0 0 0,-1 1 0 0 0,1 0 0 0 0,0 0 0 0 0,-1 0 0 0 0,1 0 0 0 0,-1-1 0 0 0,1 1 0 0 0,-1 0 0 0 0,0 0 0 0 0,0-1 0 0 0,1 1 0 0 0,-1 0 0 0 0,0-3 0 0 0,0-100 0 0 0,0 103 0 0 0,0 0 0 0 0,0 1 0 0 0,0-1 0 0 0,0 0 0 0 0,0 0 0 0 0,-1 0 0 0 0,1 0 0 0 0,0 0 0 0 0,0 0 0 0 0,-1 1 0 0 0,1-1 0 0 0,-1 0 0 0 0,1 0 0 0 0,-1 0 0 0 0,1 1 0 0 0,-1-1 0 0 0,1 0 0 0 0,-1 1 0 0 0,1-1 0 0 0,-1 0 0 0 0,0 1 0 0 0,1-1 0 0 0,-1 1 0 0 0,0-1 0 0 0,0 1 0 0 0,1-1 0 0 0,-1 1 0 0 0,0 0 0 0 0,-1-1 0 0 0,0 0 0 0 0,1 1 0 0 0,0 0 0 0 0,1-1 0 0 0,-1 1 0 0 0,0-1 0 0 0,0 1 0 0 0,0-1 0 0 0,0 0 0 0 0,0 1 0 0 0,0-1 0 0 0,1 0 0 0 0,-1 0 0 0 0,0 0 0 0 0,1 1 0 0 0,-1-1 0 0 0,0 0 0 0 0,1 0 0 0 0,-1 0 0 0 0,1 0 0 0 0,0 0 0 0 0,-1 0 0 0 0,1 0 0 0 0,0 0 0 0 0,-1 0 0 0 0,1 0 0 0 0,0 0 0 0 0,0-1 0 0 0,0 1 0 0 0,0 0 0 0 0,0-1 0 0 0,0 2 0 0 0,0-1 0 0 0,0 1 0 0 0,-1-1 0 0 0,1 1 0 0 0,0-1 0 0 0,-1 1 0 0 0,1-1 0 0 0,0 1 0 0 0,-1-1 0 0 0,1 1 0 0 0,0 0 0 0 0,-1-1 0 0 0,1 1 0 0 0,-1-1 0 0 0,1 1 0 0 0,-1 0 0 0 0,1 0 0 0 0,-1-1 0 0 0,1 1 0 0 0,-1 0 0 0 0,1 0 0 0 0,-1 0 0 0 0,1-1 0 0 0,-1 1 0 0 0,1 0 0 0 0,-1 0 0 0 0,1 0 0 0 0,-1 0 0 0 0,0 0 0 0 0,1 0 0 0 0,-1 0 0 0 0,1 0 0 0 0,-1 0 0 0 0,1 1 0 0 0,-1-1 0 0 0,0 0 0 0 0,0 0 0 0 0,1 1 0 0 0,-1-1 0 0 0,1 0 0 0 0,0 0 0 0 0,-1 0 0 0 0,1 0 0 0 0,-1 0 0 0 0,1 0 0 0 0,-1 0 0 0 0,0 0 0 0 0,1 0 0 0 0,-1 0 0 0 0,1 0 0 0 0,0 0 0 0 0,-1 0 0 0 0,1 0 0 0 0,-1-1 0 0 0,1 1 0 0 0,-1 0 0 0 0,1 0 0 0 0,-1 0 0 0 0,1-1 0 0 0,-1 1 0 0 0,1 0 0 0 0,0-1 0 0 0,-1 1 0 0 0,1 0 0 0 0,0-1 0 0 0,-1 1 0 0 0,1-1 0 0 0,0 1 0 0 0,-1 0 0 0 0,1-1 0 0 0,0 0 0 0 0,-1 0 0 0 0,1 1 0 0 0,0-1 0 0 0,0 0 0 0 0,0 1 0 0 0,-1-1 0 0 0,1 0 0 0 0,0 1 0 0 0,-1-1 0 0 0,1 0 0 0 0,0 1 0 0 0,-1-1 0 0 0,1 1 0 0 0,-1-1 0 0 0,1 1 0 0 0,-1-1 0 0 0,1 1 0 0 0,-1-1 0 0 0,1 1 0 0 0,-1 0 0 0 0,0-1 0 0 0,1 1 0 0 0,-1 0 0 0 0,0-1 0 0 0,1 1 0 0 0,-1 0 0 0 0,0 0 0 0 0,1 0 0 0 0,-1 0 0 0 0,0-1 0 0 0,1 1 0 0 0,-2 0 0 0 0,1 0 0 0 0,1 0 0 0 0,-1 0 0 0 0,0 0 0 0 0,1 0 0 0 0,-1 0 0 0 0,0 0 0 0 0,1 0 0 0 0,-1-1 0 0 0,0 1 0 0 0,1 0 0 0 0,-1 0 0 0 0,1-1 0 0 0,-1 1 0 0 0,0-1 0 0 0,1 1 0 0 0,-1 0 0 0 0,1-1 0 0 0,-1 1 0 0 0,1-1 0 0 0,-1 1 0 0 0,1-1 0 0 0,-1 0 0 0 0,1 1 0 0 0,0-1 0 0 0,-1 1 0 0 0,1-1 0 0 0,0 0 0 0 0,0 1 0 0 0,-1-1 0 0 0,1 0 0 0 0,0 0 0 0 0,0-20 0 0 0,0 21 0 0 0,0 0 0 0 0,0-1 0 0 0,0 1 0 0 0,0 0 0 0 0,0 0 0 0 0,0 0 0 0 0,0-1 0 0 0,0 1 0 0 0,0 0 0 0 0,0 0 0 0 0,0 0 0 0 0,0-1 0 0 0,0 1 0 0 0,1 0 0 0 0,-1 0 0 0 0,0 0 0 0 0,0 0 0 0 0,0-1 0 0 0,0 1 0 0 0,0 0 0 0 0,0 0 0 0 0,1 0 0 0 0,-1 0 0 0 0,0 0 0 0 0,0 0 0 0 0,0-1 0 0 0,1 1 0 0 0,-1 0 0 0 0,0 0 0 0 0,0 0 0 0 0,0 0 0 0 0,0 0 0 0 0,1 0 0 0 0,-1 0 0 0 0,0 0 0 0 0,0 0 0 0 0,1 0 0 0 0,-1 0 0 0 0,0 0 0 0 0,28-1 0 0 0,37 1 0 0 0,136 0 0 0 0,402 0 0 0 0,-408-9 0 0 0,-91 2 0 0 0,-9 1 0 0 0,61-1 0 0 0,-126 4 0 0 0,42 0 0 0 0,-63 2 0 0 0,-7 1 0 0 0,0 0 0 0 0,0 0 0 0 0,0 0 0 0 0,0 0 0 0 0,0 0 0 0 0,0 1 0 0 0,-1-1 0 0 0,1 1 0 0 0,0-1 0 0 0,0 1 0 0 0,0 0 0 0 0,0-1 0 0 0,2 3 0 0 0,18 5 0 0 0,-22-8 0 0 0,0 0 0 0 0,0 0 0 0 0,-1 0 0 0 0,1 0 0 0 0,0 0 0 0 0,0 0 0 0 0,0 0 0 0 0,0 0 0 0 0,0 0 0 0 0,-1 0 0 0 0,1 1 0 0 0,0-1 0 0 0,0 0 0 0 0,0 0 0 0 0,0 0 0 0 0,0 0 0 0 0,0 0 0 0 0,0 0 0 0 0,0 0 0 0 0,0 1 0 0 0,0-1 0 0 0,-1 0 0 0 0,1 0 0 0 0,0 0 0 0 0,0 0 0 0 0,0 0 0 0 0,0 1 0 0 0,0-1 0 0 0,0 0 0 0 0,0 0 0 0 0,0 0 0 0 0,0 0 0 0 0,0 0 0 0 0,0 1 0 0 0,0-1 0 0 0,0 0 0 0 0,0 0 0 0 0,0 0 0 0 0,1 0 0 0 0,-1 0 0 0 0,0 1 0 0 0,0-1 0 0 0,0 0 0 0 0,0 0 0 0 0,0 0 0 0 0,0 0 0 0 0,0 0 0 0 0,0 0 0 0 0,0 0 0 0 0,0 1 0 0 0,1-1 0 0 0,-1 0 0 0 0,0 0 0 0 0,0 0 0 0 0,0 0 0 0 0,0 0 0 0 0,0 0 0 0 0,0 0 0 0 0,1 0 0 0 0,-1 0 0 0 0,-22 7 0 0 0,17-2 0 0 0,-1-10 0 0 0,-32-17 0 0 0,15 13 0 0 0,15 6 0 0 0,0 0 0 0 0,0 0 0 0 0,0-1 0 0 0,0 0 0 0 0,1 0 0 0 0,-9-6 0 0 0,5 0 0 0 0,-1 2 0 0 0,0-1 0 0 0,-1 2 0 0 0,1 0 0 0 0,-17-7 0 0 0,-2 0 0 0 0,5 0-79 0 0,-1 1 0 0 0,0 1 0 0 0,-1 2 0 0 0,0 0 1 0 0,-1 2-1 0 0,-40-6 0 0 0,54 12-1317 0 0,0 1 0 0 0,-1 0 0 0 0,-20 2 0 0 0,29-1 124 0 0,-1 1-1 0 0,1 0 1 0 0,0 1 0 0 0,0-1-1 0 0,0 1 1 0 0,0 1 0 0 0,0-1 0 0 0,-11 7-1 0 0,13-5-474 0 0,0 0-1 0 0,1 0 1 0 0,0 0-1 0 0,0 1 1 0 0,0-1-1 0 0,0 1 1 0 0,-4 9 0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05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940 1 800 0 0,'-1'0'33'0'0,"1"1"0"0"0,0-1-1 0 0,0 1 1 0 0,-1-1 0 0 0,1 0-1 0 0,0 1 1 0 0,-1-1 0 0 0,1 1-1 0 0,-1-1 1 0 0,1 0-1 0 0,0 1 1 0 0,-1-1 0 0 0,1 0-1 0 0,-1 1 1 0 0,1-1 0 0 0,-1 0-1 0 0,1 0 1 0 0,-1 0 0 0 0,1 1-1 0 0,-1-1 1 0 0,1 0 0 0 0,-1 0-1 0 0,1 0 1 0 0,-1 0 0 0 0,0 0-1 0 0,1 0 1 0 0,-1 0-1 0 0,1 0 1 0 0,-1 0 0 0 0,1 0-1 0 0,-1 0 1 0 0,1 0 0 0 0,-1-1-1 0 0,0 1 31 0 0,0 0 0 0 0,1 0-1 0 0,-1-1 1 0 0,1 1 0 0 0,-1 0 0 0 0,1 0-1 0 0,-1 0 1 0 0,1 0 0 0 0,-1 0-1 0 0,1 0 1 0 0,-1 0 0 0 0,0 0-1 0 0,1 0 1 0 0,-1 1 0 0 0,1-1-1 0 0,-1 0 1 0 0,1 0 0 0 0,-1 0-1 0 0,1 1 1 0 0,-1-1 0 0 0,1 0 0 0 0,-1 0-1 0 0,1 1 1 0 0,-1-1 0 0 0,1 0-1 0 0,0 1 1 0 0,-1-1 0 0 0,1 1-1 0 0,0-1 1 0 0,-1 0 0 0 0,1 1-1 0 0,0-1 1 0 0,-1 2 0 0 0,1-3-19 0 0,1 1 1 0 0,-1-1 0 0 0,1 0-1 0 0,-1 1 1 0 0,1-1 0 0 0,0 0-1 0 0,-1 1 1 0 0,1-1 0 0 0,-1 1-1 0 0,1-1 1 0 0,0 1 0 0 0,0 0-1 0 0,-1-1 1 0 0,1 1-1 0 0,0 0 1 0 0,0-1 0 0 0,-1 1-1 0 0,1 0 1 0 0,0 0 0 0 0,0 0-1 0 0,0 0 1 0 0,0 0 0 0 0,-1 0-1 0 0,1 0 1 0 0,0 0-1 0 0,0 0 1 0 0,0 0 0 0 0,-1 0-1 0 0,1 0 1 0 0,0 1 0 0 0,0-1-1 0 0,0 1 1 0 0,8-1 8847 0 0,-9 0-8859 0 0,0 0-1 0 0,0 0 1 0 0,0 1 0 0 0,0-1 0 0 0,0 0 0 0 0,0 0 0 0 0,1 0 0 0 0,-1 1 0 0 0,0-1 0 0 0,0 0 0 0 0,0 0-1 0 0,0 0 1 0 0,0 1 0 0 0,0-1 0 0 0,0 0 0 0 0,0 0 0 0 0,0 1 0 0 0,0-1 0 0 0,0 0 0 0 0,0 0 0 0 0,0 0-1 0 0,0 1 1 0 0,0-1 0 0 0,0 0 0 0 0,0 0 0 0 0,0 1 0 0 0,-1-1 0 0 0,1 0 0 0 0,0 0 0 0 0,0 0 0 0 0,0 1 0 0 0,0-1-1 0 0,0 0 1 0 0,0 0 0 0 0,-1 0 0 0 0,1 0 0 0 0,0 0 0 0 0,0 1 0 0 0,0-1 0 0 0,0 0 0 0 0,-1 0 0 0 0,1 0-1 0 0,0 0 1 0 0,0 0 0 0 0,-1 0 0 0 0,1 0 0 0 0,0 0 0 0 0,0 0 0 0 0,0 1 0 0 0,-1-1 0 0 0,1 0 0 0 0,0 0 0 0 0,0 0-1 0 0,0 0 1 0 0,-1 0 0 0 0,1 0 0 0 0,0-1 0 0 0,0 1 0 0 0,-1 0 0 0 0,-53 12 1007 0 0,53-12-1034 0 0,1 0 0 0 0,0 0 0 0 0,0 0 0 0 0,-1 0 0 0 0,1 0 0 0 0,0 0 0 0 0,0 0 0 0 0,-1 0 0 0 0,1 0 0 0 0,0 0 0 0 0,0 0-1 0 0,0 0 1 0 0,-1 0 0 0 0,1 1 0 0 0,0-1 0 0 0,0 0 0 0 0,-1 0 0 0 0,1 0 0 0 0,0 0 0 0 0,0 1 0 0 0,0-1 0 0 0,0 0 0 0 0,-1 0 0 0 0,1 0-1 0 0,0 1 1 0 0,0-1 0 0 0,0 0 0 0 0,0 0 0 0 0,0 1 0 0 0,0-1 0 0 0,0 0 0 0 0,0 0 0 0 0,-1 1 0 0 0,1-1 0 0 0,0 0 0 0 0,0 0 0 0 0,0 1 0 0 0,0-1-1 0 0,0 0 1 0 0,0 0 0 0 0,1 1 0 0 0,-1-1-1 0 0,0 0-1 0 0,0 1 1 0 0,0-1 0 0 0,0 0-1 0 0,0 0 1 0 0,0 1-1 0 0,0-1 1 0 0,0 0-1 0 0,0 0 1 0 0,0 1-1 0 0,0-1 1 0 0,0 0 0 0 0,0 0-1 0 0,-1 0 1 0 0,1 1-1 0 0,0-1 1 0 0,0 0-1 0 0,0 0 1 0 0,0 1 0 0 0,0-1-1 0 0,0 0 1 0 0,-1 0-1 0 0,1 0 1 0 0,0 0-1 0 0,0 1 1 0 0,0-1-1 0 0,0 0 1 0 0,-1 0 0 0 0,1 0-1 0 0,0 0 1 0 0,0 0-1 0 0,0 0 1 0 0,-1 1-1 0 0,1-1 1 0 0,0 0 0 0 0,0 0-1 0 0,0 0 1 0 0,-1 0-1 0 0,-7 0 80 0 0,8 0-69 0 0,-1 0 0 0 0,0 0-1 0 0,1 0 1 0 0,-1-1-1 0 0,0 1 1 0 0,0 0 0 0 0,1 0-1 0 0,-1 1 1 0 0,0-1-1 0 0,1 0 1 0 0,-1 0 0 0 0,0 0-1 0 0,1 0 1 0 0,-1 0 0 0 0,0 1-1 0 0,1-1 1 0 0,-1 0-1 0 0,0 1 1 0 0,1-1 0 0 0,-1 0-1 0 0,1 1 1 0 0,-1-1-1 0 0,1 1 1 0 0,-1-1 0 0 0,1 1-1 0 0,-1-1 1 0 0,1 1 0 0 0,-1-1-1 0 0,1 1 1 0 0,0 0-1 0 0,-1-1 1 0 0,1 1 0 0 0,0 0-1 0 0,0-1 1 0 0,-1 1-1 0 0,1 0 1 0 0,0-1 0 0 0,0 1-1 0 0,0 0 1 0 0,0-1 0 0 0,0 1-1 0 0,0 0 1 0 0,0-1-1 0 0,0 1 1 0 0,0 0 0 0 0,0-1-1 0 0,0 1 1 0 0,1 1 0 0 0,-1-1 65 0 0,-6 0-14 0 0,-16 3-39 0 0,-1-4 38 0 0,23-1-61 0 0,-1 1 0 0 0,0 0 0 0 0,1 0 0 0 0,-1 0 0 0 0,0 0 0 0 0,1 0 0 0 0,-1 0-1 0 0,0 0 1 0 0,1 0 0 0 0,-1 0 0 0 0,0 0 0 0 0,0 0 0 0 0,1 0 0 0 0,-1 0-1 0 0,0 0 1 0 0,1 1 0 0 0,-1-1 0 0 0,0 0 0 0 0,1 0 0 0 0,-2 1 0 0 0,2 4 94 0 0,0-5-105 0 0,0 0 0 0 0,0 1 0 0 0,0-1 0 0 0,0 0 0 0 0,0 0 0 0 0,0 1 0 0 0,0-1 0 0 0,0 0 0 0 0,0 0 1 0 0,0 1-1 0 0,0-1 0 0 0,0 0 0 0 0,0 0 0 0 0,0 1 0 0 0,0-1 0 0 0,0 0 0 0 0,0 0 0 0 0,0 1 0 0 0,0-1 0 0 0,0 0 0 0 0,0 0 0 0 0,-1 1 0 0 0,1-1 0 0 0,0 0 0 0 0,0 0 1 0 0,0 0-1 0 0,0 1 0 0 0,-1-1 0 0 0,1 0 0 0 0,0 0 0 0 0,0 0 0 0 0,0 0 0 0 0,-1 1 0 0 0,1-1 0 0 0,0 0 0 0 0,0 0 0 0 0,-1 0 0 0 0,1 0 0 0 0,0 0 0 0 0,0 0 0 0 0,-1 0 1 0 0,1 0-1 0 0,-22 2-967 0 0,17-2-734 0 0,-1 0-439 0 0,-48 0-1455 0 0,48 0 2642 0 0,1 1 493 0 0,-17 3 200 0 0,22-4 258 0 0,0 0 1 0 0,0 0-1 0 0,0 0 1 0 0,0 0-1 0 0,-1 0 1 0 0,1 0-1 0 0,0-1 1 0 0,0 1-1 0 0,0 0 0 0 0,0 0 1 0 0,0 0-1 0 0,-1 0 1 0 0,1 0-1 0 0,0 0 1 0 0,0 0-1 0 0,0 0 0 0 0,0 0 1 0 0,-1 0-1 0 0,1 0 1 0 0,0 0-1 0 0,0 0 1 0 0,0 0-1 0 0,0 0 1 0 0,0 1-1 0 0,-1-1 0 0 0,1 0 1 0 0,0 0-1 0 0,0 0 1 0 0,0 0-1 0 0,0 0 1 0 0,0 0-1 0 0,0 0 1 0 0,-1 0-1 0 0,1 0 0 0 0,0 1 1 0 0,0-1-1 0 0,0 0 1 0 0,0 0-1 0 0,0 0 1 0 0,0 0-1 0 0,0 0 1 0 0,0 0-1 0 0,0 1 0 0 0,0-1 1 0 0,0 0-1 0 0,0 0 1 0 0,-1 0-1 0 0,1 0 1 0 0,0 0-1 0 0,0 1 1 0 0,0-1-1 0 0,0 0 0 0 0,0 0 1 0 0,0 0-1 0 0,1 0 1 0 0,-1 1-1 0 0,0-1 1 0 0,0 0-1 0 0,0 0-20 0 0,0 0 0 0 0,0 1 0 0 0,0-1 0 0 0,0 0 0 0 0,0 0 0 0 0,0 0-1 0 0,0 0 1 0 0,0 0 0 0 0,0 1 0 0 0,0-1 0 0 0,0 0 0 0 0,0 0 0 0 0,0 0 0 0 0,0 0 0 0 0,0 1 0 0 0,0-1-1 0 0,0 0 1 0 0,0 0 0 0 0,0 0 0 0 0,0 0 0 0 0,-1 1 0 0 0,1-1 0 0 0,0 0 0 0 0,0 0 0 0 0,0 0 0 0 0,0 0-1 0 0,0 0 1 0 0,0 0 0 0 0,0 0 0 0 0,-1 1 0 0 0,1-1 0 0 0,0 0 0 0 0,0 0 0 0 0,0 0 0 0 0,0 0 0 0 0,0 0 0 0 0,-1 0-1 0 0,1 0 1 0 0,0 0 0 0 0,0 0 0 0 0,0 0 0 0 0,0 0 0 0 0,-1 0 0 0 0,1 0 0 0 0,0 0 0 0 0,0 0 0 0 0,0 0-1 0 0,0 0 1 0 0,-1 0 0 0 0,1 0 0 0 0,0 0 0 0 0,0 0 0 0 0,0 0 0 0 0,0 0 0 0 0,-1 0 0 0 0,-14 4-1065 0 0,-1 1 578 0 0,0-2 0 0 0,-24 4 0 0 0,35-7 1530 0 0,-1-5 2521 0 0,5 5-3081 0 0,0 0-209 0 0,-1 0-1 0 0,0 0 0 0 0,1 0 0 0 0,-1 0 1 0 0,1 0-1 0 0,-1 0 0 0 0,1 0 0 0 0,-1-1 0 0 0,1 1 1 0 0,-1-1-1 0 0,1 1 0 0 0,0-1 0 0 0,-1 1 1 0 0,1-1-1 0 0,-3-1 0 0 0,0 1 1797 0 0,-45 1 920 0 0,43 0-1400 0 0,1-2-1054 0 0,-17-3-27 0 0,17 3 467 0 0,-1 2-533 0 0,-11 1 54 0 0,-1 1 0 0 0,1 0 0 0 0,-29 8 0 0 0,19-4-139 0 0,20-4-246 0 0,5-2-64 0 0,1 1 1 0 0,-1-1 0 0 0,1 0-1 0 0,-1 1 1 0 0,1-1 0 0 0,0 1-1 0 0,-1 0 1 0 0,1-1-1 0 0,-1 1 1 0 0,1 0 0 0 0,0 0-1 0 0,0 0 1 0 0,-1 0 0 0 0,1 0-1 0 0,-1 2 1 0 0,-11 8 490 0 0,4-4-217 0 0,-18 15 734 0 0,-30 19 1 0 0,8-11-895 0 0,48-29-137 0 0,-1 1 1 0 0,1-1-1 0 0,0 1 0 0 0,0-1 1 0 0,0 1-1 0 0,0 0 0 0 0,0 0 1 0 0,0-1-1 0 0,0 1 0 0 0,0 3 1 0 0,-3 5-24 0 0,-1-4 14 0 0,1-1-1 0 0,-1 0 1 0 0,0 0-1 0 0,0 0 1 0 0,0 0-1 0 0,-1-1 1 0 0,1 0-1 0 0,-1-1 0 0 0,-7 4 1 0 0,-15 12-572 0 0,23-15 1154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05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185 238 2401 0 0,'-16'0'1377'0'0,"6"0"-417"0"0,1 0 0 0 0,-1 0 0 0 0,0 0 0 0 0,1-1 0 0 0,-19-5 0 0 0,27 6-890 0 0,1 0 0 0 0,0-1 0 0 0,-1 1 0 0 0,1 0 0 0 0,0 0 0 0 0,-1 0 0 0 0,1-1 0 0 0,0 1 0 0 0,-1 0-1 0 0,1-1 1 0 0,0 1 0 0 0,-1 0 0 0 0,1-1 0 0 0,0 1 0 0 0,0 0 0 0 0,0-1 0 0 0,-1 1 0 0 0,1 0 0 0 0,0-1 0 0 0,0 1 0 0 0,0-1 0 0 0,0 1 0 0 0,0 0 0 0 0,0-1 0 0 0,0 1 0 0 0,0-1 0 0 0,-1 1 0 0 0,2-1 0 0 0,-6-10 1062 0 0,1 8-894 0 0,-16-14 1250 0 0,19 17-1438 0 0,1-1 0 0 0,-1 0-1 0 0,1 1 1 0 0,-1-1 0 0 0,1 0-1 0 0,0 0 1 0 0,-1 1 0 0 0,1-1-1 0 0,0 0 1 0 0,0 0 0 0 0,0 0-1 0 0,-1 1 1 0 0,1-1 0 0 0,0 0-1 0 0,0 0 1 0 0,0 0 0 0 0,0 0-1 0 0,1 1 1 0 0,-1-1 0 0 0,0 0-1 0 0,0 0 1 0 0,0 0 0 0 0,1 0-1 0 0,-1 1 1 0 0,0-1 0 0 0,1 0-1 0 0,-1 0 1 0 0,1 1 0 0 0,-1-1-1 0 0,1 0 1 0 0,-1 1 0 0 0,1-1-1 0 0,0 0 1 0 0,54-47 1724 0 0,-51 43-1715 0 0,1 2 0 0 0,-1-1 1 0 0,1 0-1 0 0,0 1 0 0 0,1 0 0 0 0,5-3 0 0 0,-10 6-60 0 0,-1 0 0 0 0,1-1 0 0 0,0 1 0 0 0,-1-1 0 0 0,1 1 0 0 0,0 0 0 0 0,0-1 0 0 0,0 1 0 0 0,-1 0 1 0 0,1 0-1 0 0,0 0 0 0 0,0 0 0 0 0,0 0 0 0 0,0 0 0 0 0,0 0 0 0 0,-1 0 0 0 0,1 0 0 0 0,0 0 0 0 0,0 0 0 0 0,0 0 0 0 0,0 0 0 0 0,-1 1 0 0 0,1-1 0 0 0,0 0 0 0 0,0 1 0 0 0,-1-1 0 0 0,1 1 0 0 0,0-1 0 0 0,0 1 0 0 0,-1-1 0 0 0,1 1 0 0 0,-1-1 0 0 0,1 1 0 0 0,0 0 1 0 0,-1-1-1 0 0,1 1 0 0 0,-1 0 0 0 0,1-1 0 0 0,-1 1 0 0 0,0 0 0 0 0,1 0 0 0 0,-1 0 0 0 0,0-1 0 0 0,0 1 0 0 0,1 0 0 0 0,-1 0 0 0 0,0 0 0 0 0,0 0 0 0 0,0-1 0 0 0,0 1 0 0 0,0 0 0 0 0,0 0 0 0 0,0 0 0 0 0,0 0 0 0 0,-1 0 0 0 0,0 24 30 0 0,-2 0-1 0 0,-1-1 0 0 0,-1 0 0 0 0,0 0 0 0 0,-2 0 0 0 0,-1 0 0 0 0,-1-1 1 0 0,-14 25-1 0 0,19-41 104 0 0,0 1 0 0 0,-1-1 0 0 0,0 0 1 0 0,0 0-1 0 0,-1 0 0 0 0,0-1 0 0 0,0 0 0 0 0,0 0 0 0 0,-1-1 1 0 0,-9 7-1 0 0,-1 1 55 0 0,-4 8-21 0 0,9-12-226 0 0,14-9 39 0 0,-2 1 17 0 0,1-1 0 0 0,0 0 0 0 0,-1 0 0 0 0,1 0-1 0 0,-1 0 1 0 0,1 0 0 0 0,0 1 0 0 0,-1-1 0 0 0,1 0-1 0 0,-1 0 1 0 0,1 0 0 0 0,0 0 0 0 0,-1-1 0 0 0,1 1-1 0 0,0 0 1 0 0,-1 0 0 0 0,1 0 0 0 0,-1 0 0 0 0,1-1-1 0 0,0 1 1 0 0,-1 0 0 0 0,1-1 0 0 0,-1 1 0 0 0,1 0-1 0 0,-1-1 1 0 0,1 1 0 0 0,-1-1 0 0 0,0 1 0 0 0,1 0-1 0 0,-1-1 1 0 0,1 1 0 0 0,-1-1 0 0 0,0 1 0 0 0,1-1-1 0 0,-1 0 1 0 0,0 1 0 0 0,0-1 0 0 0,1 1 0 0 0,-1-1-1 0 0,0 0 1 0 0,0 1 0 0 0,0-1 0 0 0,0 1 0 0 0,0-1-1 0 0,0 0 1 0 0,0 1 0 0 0,0-1 0 0 0,0 0-1 0 0,0-9-39 0 0,-1 6 40 0 0,1 0 1 0 0,0-1-1 0 0,0 1 1 0 0,0 0-1 0 0,1 0 1 0 0,0 0-1 0 0,-1 0 1 0 0,1 0-1 0 0,3-5 0 0 0,14-33-42 0 0,23-59-788 0 0,-33 80 716 0 0,0 0 0 0 0,1 0 0 0 0,1 1-1 0 0,0 0 1 0 0,2 1 0 0 0,24-31 0 0 0,-32 47 165 0 0,-1-1 1 0 0,0 0-1 0 0,1 0 1 0 0,-1 0-1 0 0,-1 0 1 0 0,1 0-1 0 0,0 0 0 0 0,-1-1 1 0 0,0 1-1 0 0,0-1 1 0 0,-1 0-1 0 0,1 0 1 0 0,-1 0-1 0 0,0 1 0 0 0,0-1 1 0 0,-1 0-1 0 0,1-6 1 0 0,-1 12-51 0 0,0-1-1 0 0,1 1 1 0 0,-1-1 0 0 0,0 1 0 0 0,1-1-1 0 0,-1 0 1 0 0,0 1 0 0 0,1-1 0 0 0,-1 0-1 0 0,1 1 1 0 0,-1-1 0 0 0,0 0 0 0 0,1 1 0 0 0,-1-1-1 0 0,1 0 1 0 0,-1 1 0 0 0,1-1 0 0 0,-1 0-1 0 0,1 0 1 0 0,-1 0 0 0 0,1 0 0 0 0,-1 0-1 0 0,2 1 1 0 0,4 2-39 0 0,-7-2 4 0 0,-1 1 28 0 0,0 0 0 0 0,0 1 0 0 0,0-1-1 0 0,0 0 1 0 0,0 1 0 0 0,0-1 0 0 0,1 1-1 0 0,0 0 1 0 0,-1-1 0 0 0,1 1 0 0 0,-1 5 0 0 0,-7 15-541 0 0,-1-2 1 0 0,0 1-1 0 0,-2-1 1 0 0,0-1-1 0 0,-16 20 1 0 0,-44 46-6152 0 0,34-45-1862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11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519 151 1201 0 0,'0'-69'13366'0'0,"0"68"-13287"0"0,-1-1 0 0 0,0 1 0 0 0,1 0 1 0 0,-1 0-1 0 0,0 0 0 0 0,1 0 0 0 0,-1 0 0 0 0,0 0 1 0 0,0 0-1 0 0,0 0 0 0 0,0 1 0 0 0,0-1 1 0 0,0 0-1 0 0,0 1 0 0 0,0-1 0 0 0,0 0 0 0 0,0 1 1 0 0,-1-1-1 0 0,1 1 0 0 0,0 0 0 0 0,0-1 1 0 0,-2 1-1 0 0,-1-2 246 0 0,-16-12 956 0 0,15 11-1072 0 0,0-1 1 0 0,0 1-1 0 0,0 0 1 0 0,0 1 0 0 0,0-1-1 0 0,0 1 1 0 0,-1 0 0 0 0,1 0-1 0 0,-1 1 1 0 0,0-1 0 0 0,1 1-1 0 0,-1 1 1 0 0,-8-1 0 0 0,-6 0-66 0 0,1 1 1 0 0,0 1 0 0 0,0 0 0 0 0,0 2 0 0 0,1 0 0 0 0,-1 1 0 0 0,1 1 0 0 0,-1 1-1 0 0,1 0 1 0 0,-20 11 0 0 0,26-11-84 0 0,0 1 1 0 0,1 0-1 0 0,0 1 0 0 0,0 0 1 0 0,1 1-1 0 0,0 0 0 0 0,0 0 1 0 0,1 1-1 0 0,0 0 0 0 0,1 1 1 0 0,0 0-1 0 0,0 0 0 0 0,2 1 0 0 0,-1 0 1 0 0,-5 16-1 0 0,10-25-31 0 0,1 0 1 0 0,0-1-1 0 0,0 1 0 0 0,0 0 1 0 0,0 0-1 0 0,1 0 0 0 0,-1 0 1 0 0,1 0-1 0 0,0 0 0 0 0,0 0 1 0 0,0 0-1 0 0,0 0 0 0 0,0 0 0 0 0,1 0 1 0 0,-1 0-1 0 0,1 0 0 0 0,0 0 1 0 0,-1-1-1 0 0,2 1 0 0 0,-1 0 1 0 0,0 0-1 0 0,0-1 0 0 0,1 1 1 0 0,0-1-1 0 0,-1 1 0 0 0,1-1 1 0 0,0 0-1 0 0,0 1 0 0 0,0-1 0 0 0,1 0 1 0 0,-1 0-1 0 0,0-1 0 0 0,1 1 1 0 0,-1 0-1 0 0,1-1 0 0 0,0 1 1 0 0,4 1-1 0 0,10 2 38 0 0,-1 0 0 0 0,2-1 0 0 0,-1 0 0 0 0,0-1 0 0 0,23 0 0 0 0,-40-3-67 0 0,30 2 15 0 0,0-1 0 0 0,1-2 0 0 0,-1-1 0 0 0,0-1 0 0 0,0-1 0 0 0,0-2 0 0 0,-1-1 0 0 0,0-2 0 0 0,55-23 0 0 0,12-9 34 0 0,-50 23-60 0 0,47-27-1 0 0,-78 37-31 0 0,-1-1 0 0 0,0-1 0 0 0,0 0 0 0 0,-1-1 0 0 0,0-1 0 0 0,-1 0 0 0 0,11-15 0 0 0,-15 17 8 0 0,-5 8 35 0 0,-1 0-1 0 0,0-1 1 0 0,0 0-1 0 0,0 1 0 0 0,0-1 1 0 0,0 0-1 0 0,0 0 1 0 0,-1 0-1 0 0,0 0 1 0 0,1-1-1 0 0,-1 1 1 0 0,0 0-1 0 0,-1 0 1 0 0,1-1-1 0 0,0-5 0 0 0,-1 8 1 0 0,0 0 0 0 0,0 0 0 0 0,0 0 0 0 0,-1-1 0 0 0,1 1 0 0 0,0 0 0 0 0,-1 0 0 0 0,1 0 0 0 0,-1 0 0 0 0,1 0 0 0 0,-1 0 0 0 0,1 0 0 0 0,-1 0 0 0 0,1 0 0 0 0,-1 0 0 0 0,0 1 0 0 0,0-1 0 0 0,0 0 0 0 0,1 0 0 0 0,-1 0 0 0 0,0 1 0 0 0,0-1 0 0 0,0 1 0 0 0,0-1 0 0 0,0 1 0 0 0,0-1 0 0 0,0 1 0 0 0,0-1 0 0 0,0 1 0 0 0,0 0 0 0 0,-1 0 0 0 0,1-1 0 0 0,0 1 0 0 0,-2 0 0 0 0,-6 0-49 0 0,0-1 0 0 0,1 2 0 0 0,-16 1 0 0 0,3 0 45 0 0,14-1 1 0 0,0-1-1 0 0,0 1 0 0 0,1 1 1 0 0,-1-1-1 0 0,0 1 0 0 0,1 0 1 0 0,-1 1-1 0 0,1-1 0 0 0,0 1 1 0 0,0 1-1 0 0,0-1 0 0 0,0 1 1 0 0,0 0-1 0 0,1 0 0 0 0,0 1 1 0 0,0-1-1 0 0,0 1 0 0 0,0 0 1 0 0,-5 9-1 0 0,9-13 9 0 0,1 0 0 0 0,-1 1 0 0 0,1-1-1 0 0,-1 0 1 0 0,1 0 0 0 0,-1 1 0 0 0,1-1 0 0 0,0 0 0 0 0,0 0-1 0 0,0 1 1 0 0,0-1 0 0 0,0 0 0 0 0,0 1 0 0 0,0-1 0 0 0,0 0 0 0 0,0 0-1 0 0,1 1 1 0 0,-1-1 0 0 0,0 0 0 0 0,1 0 0 0 0,-1 1 0 0 0,1-1 0 0 0,0 1-1 0 0,20 24 134 0 0,-15-20-98 0 0,10 9 88 0 0,-8-7-110 0 0,0 0 1 0 0,-1 1 0 0 0,1-1-1 0 0,5 11 1 0 0,-2 11-20 0 0,43 58 413 0 0,-53-86-400 0 0,1 0-1 0 0,-1 1 1 0 0,0-1-1 0 0,-1 1 1 0 0,1-1-1 0 0,0 1 0 0 0,-1-1 1 0 0,1 1-1 0 0,-1 0 1 0 0,0-1-1 0 0,0 1 0 0 0,0-1 1 0 0,0 1-1 0 0,0 0 1 0 0,-1-1-1 0 0,1 1 1 0 0,-1-1-1 0 0,-1 5 0 0 0,-1 0-140 0 0,-1-1-1 0 0,1 0 0 0 0,-1 1 0 0 0,-1-2 0 0 0,-4 7 0 0 0,4-7-156 0 0,1 0 0 0 0,0 0-1 0 0,0 1 1 0 0,1-1 0 0 0,0 1-1 0 0,-4 9 1 0 0,-2 16-1448 0 0,8-22 570 0 0,-1 0 1 0 0,-1-1 0 0 0,0 1-1 0 0,0-1 1 0 0,-1 0 0 0 0,0 0 0 0 0,-5 9-1 0 0,-24 30-9068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12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1761 0 0,'4'-17'7065'0'0,"6"9"-4217"0"0,-5 7-2682 0 0,0 0 0 0 0,0 0 0 0 0,0 1 0 0 0,0 0 1 0 0,9 1-1 0 0,9-1 1450 0 0,276 8 4013 0 0,-70 2-2822 0 0,313 11 690 0 0,-9-26-2465 0 0,-177-40-2063 0 0,-261 30-912 0 0,-8 1-4473 0 0,-73 10 1191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12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228 385 1681 0 0,'0'-1'231'0'0,"0"-1"0"0"0,0 0 0 0 0,0 0 0 0 0,1 1 0 0 0,-1-1 0 0 0,0 0 0 0 0,1 1 0 0 0,0-1 0 0 0,-1 0 0 0 0,1 1 0 0 0,0-1 0 0 0,0 1 0 0 0,0-1 0 0 0,0 1 1 0 0,0-1-1 0 0,0 1 0 0 0,0 0 0 0 0,0-1 0 0 0,3 0 0 0 0,-3 0-36 0 0,1 1 0 0 0,-1 0 0 0 0,0-1 0 0 0,1 1 0 0 0,-1-1 1 0 0,0 1-1 0 0,0-1 0 0 0,0 0 0 0 0,0 1 0 0 0,0-1 0 0 0,-1 0 1 0 0,1 0-1 0 0,0 1 0 0 0,-1-1 0 0 0,1 0 0 0 0,-1 0 0 0 0,0 0 0 0 0,0 0 1 0 0,1-3-1 0 0,-1-2 177 0 0,0 1-1 0 0,1-1 1 0 0,0 0 0 0 0,1 0 0 0 0,-1 1 0 0 0,1-1 0 0 0,0 1-1 0 0,1-1 1 0 0,0 1 0 0 0,0 0 0 0 0,0 0 0 0 0,1 0 0 0 0,0 1-1 0 0,0-1 1 0 0,6-6 0 0 0,137-143 3683 0 0,-143 150-4004 0 0,-1 3-47 0 0,0 0 0 0 0,0 0-1 0 0,-1-1 1 0 0,1 1 0 0 0,-1-1 0 0 0,1 0-1 0 0,-1 1 1 0 0,0-1 0 0 0,0 0-1 0 0,0 0 1 0 0,-1-1 0 0 0,1 1 0 0 0,-1 0-1 0 0,2-7 1 0 0,-8 21 36 0 0,-12 9 112 0 0,-34 33 0 0 0,-1 0 51 0 0,-149 202-150 0 0,181-234-28 0 0,2 1-1 0 0,0 1 1 0 0,2 0-1 0 0,0 1 1 0 0,-22 48-1 0 0,28-31-77 0 0,-12-7-308 0 0,21-33 310 0 0,1-1 0 0 0,-1 1 0 0 0,1 0-1 0 0,0 0 1 0 0,-1-1 0 0 0,1 1-1 0 0,0 0 1 0 0,-1 0 0 0 0,1-1 0 0 0,0 1-1 0 0,0 0 1 0 0,0 0 0 0 0,0 0-1 0 0,0 0 1 0 0,0-1 0 0 0,0 1 0 0 0,0 0-1 0 0,0 0 1 0 0,0 0 0 0 0,1 0-1 0 0,-1-1 1 0 0,0 1 0 0 0,0 0 0 0 0,1 0-1 0 0,-1-1 1 0 0,1 1 0 0 0,-1 0-1 0 0,0 0 1 0 0,1-1 0 0 0,0 2-1 0 0,21 12-1759 0 0,-18-12 1277 0 0,0 1-118 0 0,0-1-1 0 0,1 0 0 0 0,-1 0 1 0 0,1-1-1 0 0,-1 1 0 0 0,1-1 1 0 0,0 0-1 0 0,-1 0 0 0 0,1-1 1 0 0,0 1-1 0 0,0-1 0 0 0,0 0 0 0 0,6-1 1 0 0,49-4-4684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13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282 123 4642 0 0,'-36'16'2048'0'0,"-36"16"1650"0"0,-69 43 0 0 0,139-73-3408 0 0,0-1 0 0 0,0 1 0 0 0,0-1 0 0 0,0 0 0 0 0,0 0-1 0 0,0 0 1 0 0,0 0 0 0 0,-1-1 0 0 0,1 1 0 0 0,-4 0 0 0 0,0 0 216 0 0,28 15 1495 0 0,-6 1-967 0 0,-14-15-969 0 0,0-1-1 0 0,-1 1 1 0 0,1 0 0 0 0,0 0 0 0 0,0-1-1 0 0,0 1 1 0 0,0-1 0 0 0,0 0-1 0 0,3 2 1 0 0,7 2 31 0 0,0-1 0 0 0,0 0 0 0 0,0-1 0 0 0,1 0 0 0 0,-1-1 0 0 0,1 0 0 0 0,-1-1 1 0 0,1 0-1 0 0,0-1 0 0 0,-1-1 0 0 0,1 0 0 0 0,0 0 0 0 0,-1-2 0 0 0,14-3 0 0 0,-19 4-65 0 0,11-1 56 0 0,-1-2 0 0 0,25-9 0 0 0,-35 11-62 0 0,0-1 1 0 0,-1 0-1 0 0,1 0 1 0 0,-1 0-1 0 0,1-1 1 0 0,-1 0-1 0 0,-1 0 1 0 0,1 0-1 0 0,6-9 1 0 0,-5 6-2 0 0,-1 2-8 0 0,-1 0-1 0 0,1-1 0 0 0,-1 0 1 0 0,0 0-1 0 0,-1 0 1 0 0,1-1-1 0 0,-1 1 0 0 0,-1-1 1 0 0,0 0-1 0 0,0 0 1 0 0,0 0-1 0 0,-1 0 0 0 0,2-16 1 0 0,-4 15-21 0 0,0 3-30 0 0,0 0 0 0 0,0 0 0 0 0,0 0 0 0 0,-1 0 0 0 0,-2-8 0 0 0,2 12 7 0 0,0 0 0 0 0,0 0 0 0 0,0 0 0 0 0,0 0-1 0 0,0 0 1 0 0,0 0 0 0 0,-1 0 0 0 0,1 1 0 0 0,-1-1-1 0 0,0 0 1 0 0,1 1 0 0 0,-1 0 0 0 0,0-1 0 0 0,0 1 0 0 0,0 0-1 0 0,-4-2 1 0 0,-5-3-599 0 0,-1 1 0 0 0,0 0 0 0 0,0 1 0 0 0,0 0 0 0 0,-1 1 0 0 0,1 0 1 0 0,-1 1-1 0 0,-15-1 0 0 0,28 3 467 0 0,0 1 1 0 0,-1-1 0 0 0,1 0 0 0 0,-1 0 0 0 0,1 0-1 0 0,0 0 1 0 0,-1 0 0 0 0,1 1 0 0 0,0-1 0 0 0,0 0-1 0 0,-1 0 1 0 0,1 1 0 0 0,0-1 0 0 0,-1 0 0 0 0,1 0-1 0 0,0 1 1 0 0,0-1 0 0 0,0 0 0 0 0,-1 1 0 0 0,1-1-1 0 0,0 0 1 0 0,0 1 0 0 0,0-1 0 0 0,0 0 0 0 0,0 1-1 0 0,0-1 1 0 0,-1 1 0 0 0,1-1 0 0 0,0 0 0 0 0,0 1-1 0 0,0-1 1 0 0,0 0 0 0 0,0 1 0 0 0,1-1 0 0 0,-1 1 0 0 0,0-1-1 0 0,0 0 1 0 0,0 1 0 0 0,0-1 0 0 0,0 1 0 0 0,6 14-3559 0 0,21 5-671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13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128 316 1361 0 0,'-2'-1'139'0'0,"0"1"1"0"0,0-1-1 0 0,1 1 1 0 0,-1-1-1 0 0,0 0 1 0 0,1 0-1 0 0,-1 0 1 0 0,1 0-1 0 0,-1 0 1 0 0,1 0-1 0 0,-1 0 1 0 0,1 0-1 0 0,0 0 1 0 0,-1-1-1 0 0,1 1 1 0 0,0 0-1 0 0,0-1 0 0 0,0 1 1 0 0,0-1-1 0 0,0 0 1 0 0,1 1-1 0 0,-1-1 1 0 0,0 0-1 0 0,1 1 1 0 0,-1-1-1 0 0,1 0 1 0 0,0 0-1 0 0,-1 1 1 0 0,1-1-1 0 0,0 0 1 0 0,0 0-1 0 0,0 0 1 0 0,0 1-1 0 0,1-4 1 0 0,-1 5-113 0 0,0-1 0 0 0,0 1 0 0 0,0 0 0 0 0,0 0 0 0 0,0-1 0 0 0,0 1 0 0 0,0 0 0 0 0,0 0 0 0 0,0-1 0 0 0,0 1 1 0 0,-1 0-1 0 0,1 0 0 0 0,0-1 0 0 0,0 1 0 0 0,0 0 0 0 0,0 0 0 0 0,0 0 0 0 0,-1-1 0 0 0,1 1 0 0 0,0 0 0 0 0,0 0 0 0 0,0 0 0 0 0,-1 0 0 0 0,1-1 0 0 0,0 1 0 0 0,0 0 0 0 0,0 0 1 0 0,-1 0-1 0 0,1 0 0 0 0,0 0 0 0 0,0 0 0 0 0,-1 0 0 0 0,1 0 0 0 0,-1-1 0 0 0,-12-4 499 0 0,15 5-8 0 0,4 0 239 0 0,-8 1-433 0 0,1 0-207 0 0,-1-1 0 0 0,0 1 0 0 0,1 0 0 0 0,-1 0 0 0 0,1 0 0 0 0,-1 0 0 0 0,1 0 0 0 0,-1 0 0 0 0,1 0 0 0 0,0 1 0 0 0,-1-1 0 0 0,1 0 1 0 0,0 1-1 0 0,0-1 0 0 0,0 1 0 0 0,0-1 0 0 0,0 1 0 0 0,0 2 0 0 0,-17 26 1483 0 0,9-15-528 0 0,1-1 0 0 0,-12 28-1 0 0,20-39-929 0 0,-1 1-1 0 0,1 0 0 0 0,0-1 1 0 0,0 1-1 0 0,0-1 1 0 0,0 1-1 0 0,1 0 0 0 0,-1-1 1 0 0,1 1-1 0 0,0-1 1 0 0,0 1-1 0 0,0-1 0 0 0,1 1 1 0 0,-1-1-1 0 0,1 0 0 0 0,0 0 1 0 0,0 0-1 0 0,0 0 1 0 0,0 0-1 0 0,0 0 0 0 0,1 0 1 0 0,-1-1-1 0 0,1 1 1 0 0,0-1-1 0 0,5 4 0 0 0,2 2 72 0 0,0-1-1 0 0,0-1 0 0 0,1 1 1 0 0,0-2-1 0 0,0 1 0 0 0,19 5 1 0 0,15 0 173 0 0,1-2 1 0 0,0-2 0 0 0,66 2 0 0 0,-91-9-269 0 0,0-2 1 0 0,-1 0-1 0 0,1-1 0 0 0,-1-1 1 0 0,0 0-1 0 0,0-2 1 0 0,33-14-1 0 0,-44 15-73 0 0,0-1 1 0 0,0 1-1 0 0,0-1 1 0 0,-1-1-1 0 0,0 0 1 0 0,-1 0-1 0 0,1 0 0 0 0,-1-1 1 0 0,-1 0-1 0 0,11-16 1 0 0,-5 5 2 0 0,-1-1 1 0 0,0-1-1 0 0,11-31 1 0 0,-19 44-126 0 0,0 0 0 0 0,-1 0 1 0 0,0-1-1 0 0,0 1 0 0 0,-1-1 0 0 0,0 1 1 0 0,0-1-1 0 0,-1 1 0 0 0,0-1 1 0 0,0 1-1 0 0,-1-1 0 0 0,0 1 1 0 0,-1-1-1 0 0,0 1 0 0 0,0-1 0 0 0,-1 1 1 0 0,0 0-1 0 0,0 0 0 0 0,-1 1 1 0 0,0-1-1 0 0,-1 1 0 0 0,1-1 1 0 0,-1 1-1 0 0,-1 1 0 0 0,1-1 0 0 0,-1 1 1 0 0,-8-7-1 0 0,1 3-532 0 0,0 1 1 0 0,0 0-1 0 0,-1 1 1 0 0,0 0-1 0 0,0 1 0 0 0,-1 1 1 0 0,0 1-1 0 0,-1 0 0 0 0,1 0 1 0 0,-1 2-1 0 0,1 0 1 0 0,-1 0-1 0 0,0 2 0 0 0,0 0 1 0 0,-28 2-1 0 0,-76 10-4767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08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262 161 1681 0 0,'0'-15'1632'0'0,"-1"10"-1139"0"0,1 1 0 0 0,0-1 0 0 0,0 0 0 0 0,0 1 0 0 0,1-1 1 0 0,-1 1-1 0 0,1-1 0 0 0,0 1 0 0 0,3-8 0 0 0,3 0 377 0 0,-1-6 1201 0 0,-19-2-77 0 0,7 12-1176 0 0,5 7-663 0 0,0-1 1 0 0,0 1-1 0 0,0-1 0 0 0,0 1 0 0 0,-1-1 0 0 0,1 1 1 0 0,-1 0-1 0 0,1 0 0 0 0,0 0 0 0 0,-1 0 0 0 0,0 0 1 0 0,1 0-1 0 0,-1 0 0 0 0,0 0 0 0 0,1 1 0 0 0,-1-1 1 0 0,0 1-1 0 0,0-1 0 0 0,-2 1 0 0 0,-4-3 224 0 0,1 1 151 0 0,0-1 1 0 0,-1 1 0 0 0,1 1-1 0 0,-1 0 1 0 0,1 0 0 0 0,-1 0 0 0 0,1 1-1 0 0,-1 0 1 0 0,1 0 0 0 0,-9 2-1 0 0,-6 6 429 0 0,0 4 217 0 0,15-8-1021 0 0,2-2-71 0 0,0 0 0 0 0,0 0 0 0 0,0 1 0 0 0,0 0 0 0 0,1 0 0 0 0,-1 0 0 0 0,1 0 0 0 0,0 1 0 0 0,0 0 0 0 0,0 0 0 0 0,0 0 0 0 0,1 0 0 0 0,-1 0 0 0 0,1 1 0 0 0,1-1 0 0 0,-1 1 0 0 0,-2 6 0 0 0,3-4-61 0 0,1 0 0 0 0,-1 0 1 0 0,2-1-1 0 0,-1 1 0 0 0,1 0 0 0 0,0 0 0 0 0,0 0 0 0 0,1 0 1 0 0,0 0-1 0 0,0-1 0 0 0,1 1 0 0 0,0 0 0 0 0,0-1 0 0 0,5 10 1 0 0,-4-7-21 0 0,0 0 1 0 0,0 0 0 0 0,-1 1-1 0 0,0-1 1 0 0,0 1 0 0 0,0 11 0 0 0,-3 14-18 0 0,0-16 8 0 0,1 1-1 0 0,2 22 0 0 0,-1-37 7 0 0,0 0-1 0 0,0 0 1 0 0,0 0-1 0 0,1 0 1 0 0,-1-1-1 0 0,1 1 1 0 0,0-1-1 0 0,1 1 1 0 0,-1-1-1 0 0,1 0 1 0 0,-1 0 0 0 0,1 0-1 0 0,5 5 1 0 0,17 10-68 0 0,-22-18 41 0 0,-1 1 0 0 0,1-1 0 0 0,0 1-1 0 0,-1 0 1 0 0,0 0 0 0 0,1 0-1 0 0,-1 0 1 0 0,0 0 0 0 0,0 0 0 0 0,0 0-1 0 0,0 1 1 0 0,0-1 0 0 0,0 1-1 0 0,-1 0 1 0 0,0-1 0 0 0,1 1-1 0 0,-1 0 1 0 0,0 0 0 0 0,0 0 0 0 0,1 5-1 0 0,-3-5-433 0 0,1 1-1 0 0,0 0 0 0 0,1-1 0 0 0,-1 1 1 0 0,1 0-1 0 0,-1-1 0 0 0,3 8 0 0 0,-2-10-218 0 0,0 1 0 0 0,0-1-1 0 0,1 0 1 0 0,-1 1 0 0 0,0-1-1 0 0,0 0 1 0 0,1 0-1 0 0,-1 0 1 0 0,1 0 0 0 0,-1 0-1 0 0,1 0 1 0 0,-1 0-1 0 0,1 0 1 0 0,2 0 0 0 0,-4-1 349 0 0,1 0 1 0 0,-1 0-1 0 0,0 0 1 0 0,0 0-1 0 0,1 1 1 0 0,-1-1 0 0 0,3 6-7601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08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2001 0 0,'32'0'3842'0'0,"34"-8"-81"0"0,-1 8-479 0 0,33-6-1121 0 0,32-9-1761 0 0,-32 9-2241 0 0,0 6-1840 0 0,-32-13-721 0 0,-8 5 320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09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13 480 0 0,'11'-2'538'0'0,"0"-1"395"0"0,1 1 0 0 0,-1 0 1 0 0,1 0-1 0 0,0 1 0 0 0,-1 1 1 0 0,1 0-1 0 0,0 1 0 0 0,20 3 1 0 0,-31-4-623 0 0,1 0-199 0 0,-1-1 0 0 0,0 1-1 0 0,1 0 1 0 0,-1 0 0 0 0,0 0 0 0 0,1 1 0 0 0,-1-1 0 0 0,0 0-1 0 0,0 0 1 0 0,1 1 0 0 0,-1-1 0 0 0,0 1 0 0 0,0-1 0 0 0,0 1-1 0 0,1-1 1 0 0,-1 1 0 0 0,0 0 0 0 0,0-1 0 0 0,1 2-1 0 0,-2-1-70 0 0,0-1-1 0 0,1 1 1 0 0,-1 0-1 0 0,0-1 0 0 0,0 1 1 0 0,0-1-1 0 0,1 1 0 0 0,-1-1 1 0 0,0 1-1 0 0,1-1 0 0 0,-1 0 1 0 0,1 1-1 0 0,-1-1 0 0 0,0 1 1 0 0,1-1-1 0 0,-1 0 0 0 0,1 1 1 0 0,-1-1-1 0 0,1 0 1 0 0,-1 1-1 0 0,1-1 0 0 0,-1 0 1 0 0,1 0-1 0 0,-1 0 0 0 0,1 0 1 0 0,0 1-1 0 0,-1-1 0 0 0,1 0 1 0 0,-1 0-1 0 0,1 0 0 0 0,-1 0 1 0 0,1 0-1 0 0,1 0 0 0 0,-2-1-12 0 0,1 1-1 0 0,0 0 0 0 0,-1 0 0 0 0,1 0 0 0 0,-1 0 0 0 0,1 0 0 0 0,0 0 0 0 0,-1 1 1 0 0,1-1-1 0 0,0 0 0 0 0,-1 0 0 0 0,1 0 0 0 0,-1 1 0 0 0,1-1 0 0 0,-1 0 0 0 0,1 0 0 0 0,-1 1 1 0 0,1-1-1 0 0,0 0 0 0 0,-1 1 0 0 0,0-1 0 0 0,1 1 0 0 0,-1-1 0 0 0,1 1 0 0 0,-1-1 0 0 0,0 1 1 0 0,1-1-1 0 0,-1 1 0 0 0,0-1 0 0 0,1 1 0 0 0,-1 0 0 0 0,0-1 0 0 0,0 1 0 0 0,1 1 1 0 0,-1 0 48 0 0,0 0 0 0 0,1 1 0 0 0,-1-1 1 0 0,1 1-1 0 0,0-1 0 0 0,0 0 1 0 0,0 1-1 0 0,0-1 0 0 0,0 0 0 0 0,0 0 1 0 0,1 0-1 0 0,-1 0 0 0 0,3 3 1 0 0,2 6 242 0 0,-13-1-10 0 0,6-9-276 0 0,0 0-1 0 0,0 0 1 0 0,0 0-1 0 0,0 0 1 0 0,0 0-1 0 0,0 0 1 0 0,0 0 0 0 0,0 0-1 0 0,0 0 1 0 0,1 1-1 0 0,-1-1 1 0 0,0 0-1 0 0,1 1 1 0 0,-1-1-1 0 0,1 0 1 0 0,0 1 0 0 0,-1-1-1 0 0,1 0 1 0 0,0 3-1 0 0,0-2-10 0 0,0-1 0 0 0,0 0-1 0 0,0 0 1 0 0,-1 0-1 0 0,1 1 1 0 0,0-1 0 0 0,0 0-1 0 0,-1 0 1 0 0,1 0 0 0 0,-1 0-1 0 0,1 0 1 0 0,-1 0-1 0 0,1 0 1 0 0,-1 0 0 0 0,0 0-1 0 0,0 0 1 0 0,1 0 0 0 0,-1 0-1 0 0,0 0 1 0 0,0 0-1 0 0,0 0 1 0 0,0-1 0 0 0,0 1-1 0 0,0 0 1 0 0,0-1 0 0 0,-1 1-1 0 0,-8 7 129 0 0,-1 5 104 0 0,9-11-231 0 0,1 0 0 0 0,-1 0 1 0 0,1-1-1 0 0,-1 1 0 0 0,0-1 1 0 0,0 1-1 0 0,0-1 0 0 0,0 1 1 0 0,0-1-1 0 0,0 0 0 0 0,0 0 1 0 0,0 0-1 0 0,0 0 0 0 0,0 0 1 0 0,-3 0-1 0 0,-44 15 217 0 0,33-14-80 0 0,3-4-108 0 0,9 1-36 0 0,0 0-1 0 0,1 1 1 0 0,-1-1-1 0 0,0-1 1 0 0,0 1-1 0 0,0-1 1 0 0,1 1-1 0 0,-1-1 1 0 0,1 0-1 0 0,-1 0 1 0 0,1-1-1 0 0,-6-4 1 0 0,2 1 13 0 0,5 5-19 0 0,1 0-1 0 0,-1 0 1 0 0,1 0-1 0 0,0 0 1 0 0,0-1-1 0 0,-1 1 1 0 0,1 0 0 0 0,0-1-1 0 0,0 1 1 0 0,0 0-1 0 0,0-1 1 0 0,0 1-1 0 0,1-1 1 0 0,-1 1 0 0 0,0-1-1 0 0,1 0 1 0 0,-1 1-1 0 0,1-1 1 0 0,0 0 0 0 0,-1 1-1 0 0,1-4 1 0 0,0 4-1 0 0,0 0 0 0 0,0 0 0 0 0,0-1 1 0 0,0 1-1 0 0,0 0 0 0 0,-1 0 1 0 0,1 0-1 0 0,0 0 0 0 0,-1 0 0 0 0,1 0 1 0 0,-1 0-1 0 0,1 0 0 0 0,-1 0 0 0 0,0 0 1 0 0,1 0-1 0 0,-1 0 0 0 0,0 0 0 0 0,0 0 1 0 0,1 0-1 0 0,-1 1 0 0 0,0-1 1 0 0,0 0-1 0 0,0 0 0 0 0,0 1 0 0 0,0-1 1 0 0,-2 0-1 0 0,2 1 5 0 0,0-1 1 0 0,0 1-1 0 0,0-1 1 0 0,0 1-1 0 0,1-1 1 0 0,-1 1-1 0 0,0-1 0 0 0,0 0 1 0 0,0 1-1 0 0,1-1 1 0 0,-1 0-1 0 0,0 0 1 0 0,1 1-1 0 0,-1-1 1 0 0,1 0-1 0 0,-1 0 0 0 0,1 0 1 0 0,-1 0-1 0 0,1 0 1 0 0,0 0-1 0 0,-1 0 1 0 0,1 0-1 0 0,0 0 1 0 0,0 0-1 0 0,0 0 1 0 0,0-1-1 0 0,0 1 6 0 0,0-1 0 0 0,1 1 0 0 0,-1 0 0 0 0,1 0 0 0 0,-1 0 0 0 0,1 0 0 0 0,0-1 0 0 0,-1 1 0 0 0,1 0 0 0 0,0 0 0 0 0,0 0 0 0 0,0 0 0 0 0,0 1 0 0 0,0-1 0 0 0,0 0 0 0 0,0 0 0 0 0,0 1 0 0 0,0-1 0 0 0,0 0 0 0 0,1 1 0 0 0,-1-1 0 0 0,0 1 0 0 0,0-1 0 0 0,0 1 0 0 0,2 0 0 0 0,2-2 43 0 0,-1 1 1 0 0,0 0-1 0 0,0 0 0 0 0,1 1 1 0 0,-1-1-1 0 0,1 1 1 0 0,5 1-1 0 0,-3 0 4 0 0,0 1-1 0 0,0 0 1 0 0,0 0 0 0 0,-1 1 0 0 0,1-1-1 0 0,-1 2 1 0 0,0-1 0 0 0,12 8-1 0 0,4 3-112 0 0,-1 2-1 0 0,-1-1 0 0 0,36 37 1 0 0,31 39-9319 0 0,-85-90 8720 0 0,-1 1-1 0 0,0 0 0 0 0,0 0 1 0 0,0 1-1 0 0,0-1 1 0 0,0 0-1 0 0,-1 0 0 0 0,1 0 1 0 0,-1 1-1 0 0,1-1 0 0 0,-1 0 1 0 0,0 0-1 0 0,0 1 1 0 0,0 3-1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10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28 1281 0 0,'0'-1'169'0'0,"0"0"1"0"0,-1 0-1 0 0,1 0 1 0 0,0 1-1 0 0,0-1 1 0 0,-1 0-1 0 0,1 0 1 0 0,0 1-1 0 0,-1-1 1 0 0,1 0-1 0 0,-1 1 1 0 0,1-1-1 0 0,-1 0 1 0 0,1 1-1 0 0,-1-1 1 0 0,1 1-1 0 0,-1-1 1 0 0,0 1-1 0 0,1-1 1 0 0,-1 1-1 0 0,0-1 1 0 0,1 1-1 0 0,-1-1 1 0 0,-1 1-1 0 0,-26-8 3664 0 0,-23 4 9498 0 0,50 4-12762 0 0,224 13-436 0 0,-181-14-2173 0 0,-33 0 1294 0 0,0 1 1 0 0,-1 0-1 0 0,1 0 0 0 0,0 1 1 0 0,0 0-1 0 0,0 1 1 0 0,0 0-1 0 0,9 3 0 0 0,9 7-4149 0 0,-26-11 4667 0 0,-1-1 0 0 0,1 0 0 0 0,-1 1-1 0 0,1-1 1 0 0,-1 1 0 0 0,0 0 0 0 0,1-1 0 0 0,-1 1 0 0 0,0-1 0 0 0,1 1 0 0 0,-1 0 0 0 0,0-1 0 0 0,0 1-1 0 0,0 0 1 0 0,1-1 0 0 0,-1 1 0 0 0,0 0 0 0 0,0-1 0 0 0,0 1 0 0 0,0 0 0 0 0,0 0 0 0 0,0-1 70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10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49 960 0 0,'32'0'6964'0'0,"1"0"-4003"0"0,0 0-480 0 0,32-7-400 0 0,33 1-560 0 0,33-8-801 0 0,64 7-1920 0 0,-38-7-4083 0 0,-59 14-2080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15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7 160 0 0,'0'0'854'0'0,"0"-5"313"0"0,6 4 2668 0 0,15 1-3208 0 0,-15 0 2521 0 0,-1 0-2121 0 0,-4 0-902 0 0,0 0-1 0 0,0 0 0 0 0,0-1 0 0 0,0 1 0 0 0,0 1 1 0 0,0-1-1 0 0,0 0 0 0 0,0 0 0 0 0,0 0 1 0 0,0 0-1 0 0,0 1 0 0 0,0-1 0 0 0,0 0 1 0 0,0 1-1 0 0,-1-1 0 0 0,1 1 0 0 0,0-1 1 0 0,0 1-1 0 0,0-1 0 0 0,-1 1 0 0 0,1 0 0 0 0,0-1 1 0 0,-1 1-1 0 0,1 0 0 0 0,0 0 0 0 0,-1-1 1 0 0,1 2-1 0 0,0 2 679 0 0,0 0 0 0 0,0 0 0 0 0,-1 0 0 0 0,1 1 0 0 0,-1-1-1 0 0,-1 6 1 0 0,1 1-871 0 0,0-9 122 0 0,0 0-1 0 0,0 0 1 0 0,0 0-1 0 0,0 0 1 0 0,1 0-1 0 0,-1 0 1 0 0,0 0-1 0 0,1-1 1 0 0,-1 1-1 0 0,1 0 1 0 0,0 0-1 0 0,-1 0 1 0 0,3 3-1 0 0,-2-4-36 0 0,1 0-1 0 0,-1 0 0 0 0,0 0 0 0 0,1 0 1 0 0,-1-1-1 0 0,1 1 0 0 0,-1 0 0 0 0,1-1 1 0 0,-1 1-1 0 0,1-1 0 0 0,-1 1 0 0 0,3-1 1 0 0,-4 0-6 0 0,0 0 0 0 0,1 0 0 0 0,-1 1 1 0 0,0-1-1 0 0,0 0 0 0 0,1 0 1 0 0,-1 0-1 0 0,0 0 0 0 0,1 0 0 0 0,-1 1 1 0 0,0-1-1 0 0,0 0 0 0 0,1 0 1 0 0,-1 0-1 0 0,0 1 0 0 0,0-1 0 0 0,1 0 1 0 0,-1 0-1 0 0,0 1 0 0 0,0-1 1 0 0,0 0-1 0 0,0 1 0 0 0,1-1 0 0 0,-1 0 1 0 0,0 0-1 0 0,0 1 0 0 0,0-1 0 0 0,0 0 1 0 0,0 1-1 0 0,0-1 0 0 0,0 0 1 0 0,0 1-1 0 0,0-1 0 0 0,0 0 0 0 0,0 1 1 0 0,0-1-1 0 0,0 1 0 0 0,0-1 6 0 0,0 1 0 0 0,0 0 0 0 0,0-1 0 0 0,0 1 0 0 0,0-1 0 0 0,0 1 0 0 0,0 0-1 0 0,0-1 1 0 0,0 1 0 0 0,0-1 0 0 0,0 1 0 0 0,1 0 0 0 0,-1-1 0 0 0,0 1 0 0 0,0-1 0 0 0,1 1-1 0 0,-1-1 1 0 0,0 1 0 0 0,1-1 0 0 0,-1 1 0 0 0,1 0 0 0 0,2 0 21 0 0,-1 1 0 0 0,0 0 0 0 0,0 0 0 0 0,0 0-1 0 0,-1 0 1 0 0,1 1 0 0 0,0-1 0 0 0,-1 0 0 0 0,1 1 0 0 0,-1-1 0 0 0,0 1 0 0 0,1 3 0 0 0,0 1 87 0 0,-1 1 1 0 0,0 0-1 0 0,0 0 1 0 0,-1 11-1 0 0,0 138 863 0 0,0-156-1092 0 0,0 0 1 0 0,-1 0 0 0 0,1 0 0 0 0,0 0-1 0 0,0 1 1 0 0,-1-1 0 0 0,1 0 0 0 0,-1 0-1 0 0,1 0 1 0 0,-1 0 0 0 0,1 0 0 0 0,-1 0-1 0 0,0 0 1 0 0,1 0 0 0 0,-1 0 0 0 0,0 0 0 0 0,0 0-1 0 0,0 0 1 0 0,0-1 0 0 0,0 1 0 0 0,0 0-1 0 0,0 0 1 0 0,0-1 0 0 0,0 1 0 0 0,-2 0-1 0 0,0 1-1613 0 0,14-3-4953 0 0,-33-11-2214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17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582 53 960 0 0,'-3'-32'5360'0'0,"2"31"-5249"0"0,1 0 0 0 0,-1 0 0 0 0,0-1 0 0 0,0 1 0 0 0,0 0 0 0 0,0 0 0 0 0,0 0 0 0 0,0 0 0 0 0,0 0 1 0 0,0 1-1 0 0,0-1 0 0 0,-1 0 0 0 0,1 1 0 0 0,0-1 0 0 0,-3 0 0 0 0,-1-1 405 0 0,-1 1 1 0 0,0 0-1 0 0,0 0 1 0 0,0 1-1 0 0,0-1 0 0 0,0 1 1 0 0,0 1-1 0 0,-11 1 0 0 0,6-1-333 0 0,-1 1-1 0 0,1 1 0 0 0,-20 6 0 0 0,-67 26 1819 0 0,97-34-1983 0 0,1-1 0 0 0,0 0 0 0 0,-1 0 0 0 0,1 1 0 0 0,-1-1-1 0 0,1 0 1 0 0,0 0 0 0 0,-1 1 0 0 0,1-1 0 0 0,0 0 0 0 0,-1 1 0 0 0,1-1 0 0 0,0 1 0 0 0,-1-1 0 0 0,1 1 0 0 0,0-1 0 0 0,0 0 0 0 0,0 1 0 0 0,-1-1 0 0 0,1 1 0 0 0,0-1 0 0 0,0 1 0 0 0,0-1 0 0 0,0 1 0 0 0,0-1 0 0 0,0 1-1 0 0,0 0 1 0 0,-4 9 160 0 0,-83 63 356 0 0,54-43-454 0 0,33-30-83 0 0,-1 1 0 0 0,0 0 0 0 0,1-1 0 0 0,-1 1 1 0 0,1 0-1 0 0,-1 0 0 0 0,1-1 0 0 0,-1 1 0 0 0,1 0 1 0 0,0 0-1 0 0,-1 0 0 0 0,1 0 0 0 0,0-1 0 0 0,0 1 1 0 0,0 0-1 0 0,-1 0 0 0 0,1 0 0 0 0,0 0 0 0 0,0 0 1 0 0,0 1-1 0 0,-4 13-18 0 0,-17 7 114 0 0,10 3-53 0 0,0-12-26 0 0,10-12-14 0 0,-1 1 0 0 0,1-1 0 0 0,-1 1 0 0 0,1 0 0 0 0,0-1 0 0 0,0 1 0 0 0,0 0 0 0 0,0 0 0 0 0,0-1 0 0 0,0 1 0 0 0,0 0 0 0 0,1 0 0 0 0,-1 0 0 0 0,1 0 0 0 0,-1 0-1 0 0,1 0 1 0 0,0 4 0 0 0,0-3-6 0 0,0-1 0 0 0,0 0 0 0 0,0 0 0 0 0,0 1 0 0 0,0-1 0 0 0,-1 0 1 0 0,1 0-1 0 0,-1 1 0 0 0,1-1 0 0 0,-1 0 0 0 0,0 0 0 0 0,0 0 0 0 0,0 0 0 0 0,0 0 0 0 0,0 0 0 0 0,0 0 0 0 0,0 0 0 0 0,-1 0 0 0 0,1-1 0 0 0,-1 1 0 0 0,1 0 0 0 0,-1-1 0 0 0,0 1 0 0 0,0-1 0 0 0,1 0 0 0 0,-1 0 0 0 0,0 1 0 0 0,-4 0 0 0 0,-2 4 43 0 0,0 1 0 0 0,1 0 0 0 0,0 0 0 0 0,0 1 0 0 0,1 0 0 0 0,-9 14 0 0 0,13-19-3 0 0,1-2-14 0 0,0 1-1 0 0,1-1 1 0 0,-1 0-1 0 0,0 1 0 0 0,1 0 1 0 0,-1-1-1 0 0,1 1 0 0 0,0-1 1 0 0,-1 1-1 0 0,1 0 0 0 0,0-1 1 0 0,0 1-1 0 0,0-1 0 0 0,0 1 1 0 0,0 0-1 0 0,0-1 1 0 0,1 1-1 0 0,0 1 0 0 0,-1-1-10 0 0,0-1 1 0 0,1 1-1 0 0,-1 0 0 0 0,0-1 0 0 0,0 1 0 0 0,0-1 0 0 0,0 1 1 0 0,0 0-1 0 0,0-1 0 0 0,0 1 0 0 0,-1-1 0 0 0,1 1 0 0 0,-1 0 1 0 0,1-1-1 0 0,-1 1 0 0 0,1-1 0 0 0,-1 0 0 0 0,0 1 0 0 0,0-1 1 0 0,-1 2-1 0 0,-5 6-27 0 0,5-8 20 0 0,0 1-1 0 0,0 0 1 0 0,1 0 0 0 0,-1 0-1 0 0,1 0 1 0 0,-1 0-1 0 0,1 0 1 0 0,0 1 0 0 0,0-1-1 0 0,0 0 1 0 0,0 1 0 0 0,0-1-1 0 0,1 0 1 0 0,-1 1 0 0 0,1-1-1 0 0,-1 1 1 0 0,1-1-1 0 0,0 4 1 0 0,0 137 558 0 0,0-142-552 0 0,0 1 0 0 0,0 0 1 0 0,0-1-1 0 0,1 1 0 0 0,-1 0 0 0 0,1-1 0 0 0,-1 1 0 0 0,1 0 0 0 0,-1-1 0 0 0,1 1 0 0 0,0-1 0 0 0,0 1 1 0 0,0-1-1 0 0,0 1 0 0 0,0-1 0 0 0,0 0 0 0 0,0 0 0 0 0,0 1 0 0 0,0-1 0 0 0,3 2 0 0 0,34 14 212 0 0,-34-15-199 0 0,0-1 0 0 0,0 1 1 0 0,0 0-1 0 0,0 0 0 0 0,0 0 1 0 0,0 0-1 0 0,5 5 1 0 0,3 7 41 0 0,-11-12-57 0 0,0-1 0 0 0,1 1 0 0 0,-1 0 0 0 0,1-1 0 0 0,0 1 0 0 0,-1-1 0 0 0,1 1-1 0 0,0-1 1 0 0,0 0 0 0 0,0 1 0 0 0,0-1 0 0 0,0 0 0 0 0,3 0 0 0 0,34 13 107 0 0,1-3 0 0 0,0-1 0 0 0,53 6 0 0 0,-77-14 129 0 0,40 4-34 0 0,1-3 0 0 0,-1-3 0 0 0,1-2 0 0 0,70-11 0 0 0,-31-5-599 0 0,-1-3 0 0 0,127-48 0 0 0,-183 56 356 0 0,-13 6 61 0 0,-1-2 0 0 0,1-1 0 0 0,-2-1 0 0 0,1-1-1 0 0,-2-1 1 0 0,33-23 0 0 0,-46 28-12 0 0,-5 5-12 0 0,0 0 0 0 0,0-1 1 0 0,-1 0-1 0 0,1 0 0 0 0,5-7 1 0 0,-9 9-3 0 0,0 1-1 0 0,0-1 1 0 0,0 0 0 0 0,0 0 0 0 0,0 1 0 0 0,-1-1 0 0 0,1 0 0 0 0,-1 0 0 0 0,1 0 0 0 0,-1 0 0 0 0,1 0 0 0 0,-1 0 0 0 0,0 0 0 0 0,0 0 0 0 0,0 0 0 0 0,0 0 0 0 0,-1 0 0 0 0,1 0 0 0 0,0 0 0 0 0,-1 0 0 0 0,-1-3 0 0 0,-3-7 7 0 0,-1 1 0 0 0,0 0 0 0 0,-10-13 0 0 0,-5-9 32 0 0,13 20-41 0 0,-1 1 1 0 0,0 1-1 0 0,-1-1 0 0 0,0 2 1 0 0,-1-1-1 0 0,0 2 1 0 0,-1-1-1 0 0,0 1 1 0 0,0 1-1 0 0,-1 0 0 0 0,-14-6 1 0 0,-19-7 10 0 0,-90-28 1 0 0,122 44 0 0 0,-79-25-62 0 0,-158-30 0 0 0,212 56-45 0 0,0 1 0 0 0,-1 2 0 0 0,0 1 0 0 0,1 2-1 0 0,0 2 1 0 0,-73 17 0 0 0,90-15-606 0 0,1 2-1 0 0,1 1 1 0 0,-1 0 0 0 0,1 1-1 0 0,1 1 1 0 0,0 1-1 0 0,0 1 1 0 0,1 1 0 0 0,1 0-1 0 0,-21 23 1 0 0,-27 25-5180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37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7 240 0 0,'0'0'480'0'0,"0"-6"-400"0"0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44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1521 0 0,'3'2'322'0'0,"-1"-1"1"0"0,0 1-1 0 0,0 0 0 0 0,0-1 1 0 0,0 1-1 0 0,0 0 1 0 0,0 0-1 0 0,0 0 1 0 0,0 0-1 0 0,-1 1 1 0 0,1-1-1 0 0,-1 0 0 0 0,0 1 1 0 0,0-1-1 0 0,1 3 1 0 0,0 2 819 0 0,-1-1 0 0 0,0 1 0 0 0,-1 0 0 0 0,0-1 0 0 0,0 8 0 0 0,0 1 480 0 0,0 54 5166 0 0,0 0-3465 0 0,0-64-3172 0 0,-1 0 0 0 0,1-1 0 0 0,-1 1 0 0 0,0 0 0 0 0,-1-1 0 0 0,1 1 0 0 0,-1 0 0 0 0,1-1 0 0 0,-2 0 0 0 0,-2 6 1 0 0,3-6-38 0 0,0 0 1 0 0,0 0-1 0 0,0 0 1 0 0,0 1-1 0 0,1-1 1 0 0,-1 1-1 0 0,1 0 1 0 0,1-1-1 0 0,-1 1 1 0 0,0 5-1 0 0,1 127 1100 0 0,0-133-1235 0 0,1 0-1 0 0,-1 0 1 0 0,1 1 0 0 0,0-1-1 0 0,0 0 1 0 0,0 0-1 0 0,0 0 1 0 0,1 0-1 0 0,0 0 1 0 0,0-1 0 0 0,3 6-1 0 0,-3-5-229 0 0,0-1 0 0 0,0 0 0 0 0,0 1 1 0 0,-1-1-1 0 0,1 1 0 0 0,-1 0 0 0 0,0-1 0 0 0,0 1 0 0 0,0 0 0 0 0,-1 0 0 0 0,1 5 0 0 0,-2-3-965 0 0,2 14-3405 0 0,4-12-1321 0 0,22-6-4409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44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21 2641 0 0,'0'0'3282'0'0,"-32"-6"79"0"0,-1 6 2722 0 0,33-9 560 0 0,33 9-4882 0 0,-1-6-160 0 0,34 6-161 0 0,64 0-319 0 0,66 6 159 0 0,91 24-239 0 0,-123-10-1121 0 0,-132 7-2241 0 0,-32 0-3522 0 0,33-6-6883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27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1 800 0 0,'0'0'2668'0'0,"0"0"-2568"0"0,0 0 0 0 0,0 0 0 0 0,0 0 0 0 0,0 0 0 0 0,0 1 0 0 0,1-1 0 0 0,-1 0 0 0 0,0 0 0 0 0,0 0 0 0 0,0 0 0 0 0,0 0 0 0 0,0 0 0 0 0,0 1 0 0 0,0-1 0 0 0,0 0 0 0 0,0 0 0 0 0,0 0 0 0 0,0 0 0 0 0,0 0 0 0 0,0 1 0 0 0,0-1 0 0 0,0 0 0 0 0,0 0 0 0 0,0 0 0 0 0,0 0 0 0 0,0 0 0 0 0,0 1 0 0 0,0-1 0 0 0,0 0 0 0 0,0 0 0 0 0,0 0 0 0 0,0 0 0 0 0,0 0 0 0 0,-1 0 0 0 0,1 1 0 0 0,0-1 0 0 0,0 0 0 0 0,0 0 0 0 0,0 0 0 0 0,0 0 0 0 0,0 0 0 0 0,0 0 0 0 0,0 0 0 0 0,-1 0 0 0 0,-4 1 3177 0 0,4-1-3042 0 0,0 0-153 0 0,0 0-1 0 0,0-1 0 0 0,0 1 1 0 0,0 0-1 0 0,0 0 1 0 0,-1 0-1 0 0,1 0 0 0 0,0 0 1 0 0,0 0-1 0 0,0 0 0 0 0,0 1 1 0 0,0-1-1 0 0,0 0 0 0 0,0 0 1 0 0,0 1-1 0 0,0-1 0 0 0,0 1 1 0 0,0-1-1 0 0,0 1 0 0 0,0 0 1 0 0,0-1-1 0 0,0 1 0 0 0,-1 1 1 0 0,2-1 798 0 0,-5 0-79 0 0,-17 4-41 0 0,21-5-653 0 0,1 1-1 0 0,-1-1 1 0 0,1 1 0 0 0,-1-1 0 0 0,1 1-1 0 0,-1 0 1 0 0,1-1 0 0 0,-1 1-1 0 0,1 0 1 0 0,0 0 0 0 0,0-1 0 0 0,-1 1-1 0 0,1 0 1 0 0,0 0 0 0 0,0-1-1 0 0,0 1 1 0 0,-1 0 0 0 0,1 0 0 0 0,0 0-1 0 0,0-1 1 0 0,0 1 0 0 0,1 0-1 0 0,-1 0 1 0 0,0-1 0 0 0,0 1 0 0 0,1 1-1 0 0,-1 0-42 0 0,0-1-1 0 0,0 0 1 0 0,0 1-1 0 0,0-1 1 0 0,-1 1 0 0 0,1-1-1 0 0,0 1 1 0 0,0-1-1 0 0,-1 0 1 0 0,1 1-1 0 0,-1-1 1 0 0,1 0-1 0 0,-1 1 1 0 0,0-1-1 0 0,0 0 1 0 0,1 0-1 0 0,-1 1 1 0 0,0-1 0 0 0,0 0-1 0 0,0 0 1 0 0,0 0-1 0 0,0 0 1 0 0,0 0-1 0 0,-3 1 1 0 0,3-1-26 0 0,0 0 1 0 0,0-1-1 0 0,-1 1 0 0 0,1 0 1 0 0,0 0-1 0 0,0 0 0 0 0,0 0 1 0 0,0 1-1 0 0,1-1 1 0 0,-1 0-1 0 0,0 0 0 0 0,0 0 1 0 0,1 1-1 0 0,-1-1 0 0 0,1 0 1 0 0,-1 1-1 0 0,1-1 0 0 0,-1 1 1 0 0,1-1-1 0 0,0 1 1 0 0,0-1-1 0 0,0 0 0 0 0,0 1 1 0 0,0 2-1 0 0,-1 1 95 0 0,1 1 1 0 0,-1-1-1 0 0,-1 1 0 0 0,1-1 0 0 0,-1 0 0 0 0,0 0 1 0 0,0 0-1 0 0,-4 8 0 0 0,3-9-44 0 0,1 0 0 0 0,0-1 0 0 0,0 1 0 0 0,1 0 0 0 0,-1 0 0 0 0,1 0 0 0 0,0 0 0 0 0,0 1 0 0 0,0-1 0 0 0,0 0 0 0 0,1 0 0 0 0,0 0 0 0 0,0 1 0 0 0,0-1 0 0 0,0 0 0 0 0,1 0 0 0 0,-1 1 0 0 0,1-1 0 0 0,0 0 0 0 0,3 6 0 0 0,5 9 256 0 0,-6-15-285 0 0,-1 0-1 0 0,0-1 0 0 0,0 1 0 0 0,0 0 0 0 0,-1 0 0 0 0,1 0 1 0 0,-1 1-1 0 0,0-1 0 0 0,0 0 0 0 0,0 0 0 0 0,-1 1 0 0 0,0-1 0 0 0,0 1 1 0 0,0-1-1 0 0,0 0 0 0 0,0 1 0 0 0,-1-1 0 0 0,0 0 0 0 0,0 0 0 0 0,-2 5 1 0 0,-6 10 172 0 0,7-17-202 0 0,0 1-1 0 0,0-1 1 0 0,1 1-1 0 0,0 0 1 0 0,-1-1 0 0 0,1 1-1 0 0,0 0 1 0 0,0 0-1 0 0,0 0 1 0 0,1 0-1 0 0,-1 0 1 0 0,1 0 0 0 0,0 0-1 0 0,-1 0 1 0 0,1 0-1 0 0,1 0 1 0 0,-1 0 0 0 0,0 0-1 0 0,1-1 1 0 0,1 6-1 0 0,7 13 124 0 0,-6-15-105 0 0,0 0 1 0 0,-1 0-1 0 0,0 0 0 0 0,0 0 0 0 0,0 0 1 0 0,-1 1-1 0 0,0-1 0 0 0,1 12 0 0 0,-2 3 125 0 0,0 6-76 0 0,3 37 1 0 0,-1-56-224 0 0,-1 1 0 0 0,2 0 0 0 0,-1-1 0 0 0,1 1 0 0 0,0-1 0 0 0,1 0 0 0 0,8 14 0 0 0,-8-16-347 0 0,-1-1 0 0 0,1 1 0 0 0,-1 0 0 0 0,0 0 0 0 0,0 0 0 0 0,0 1 0 0 0,-1-1 0 0 0,0 1 0 0 0,-1-1 0 0 0,1 1 0 0 0,-1 0-1 0 0,0 7 1 0 0,-1-13-5 0 0,0 1 0 0 0,0 0-1 0 0,0 0 1 0 0,0 0 0 0 0,0 0 0 0 0,0 0-1 0 0,1-1 1 0 0,-1 1 0 0 0,1 0-1 0 0,-1 0 1 0 0,1-1 0 0 0,0 1-1 0 0,1 2 1 0 0,0-2-701 0 0,0 0 0 0 0,1 0 0 0 0,0 0 1 0 0,-1 0-1 0 0,1-1 0 0 0,0 1 0 0 0,6 2 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28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99 110 4162 0 0,'-33'0'4082'0'0,"0"0"-401"0"0,33-8-719 0 0,-32 2-1201 0 0,32-1-321 0 0,0-1-159 0 0,32 2-81 0 0,-32 0-79 0 0,33-9-1 0 0,32 3-159 0 0,33-3-161 0 0,26 1-239 0 0,7 1-161 0 0,-33 13-480 0 0,0 0-801 0 0,32 0-1680 0 0,1 21-3922 0 0,58 20-7603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28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95 160 0 0,'0'-2'285'0'0,"0"-1"0"0"0,0 0 0 0 0,0 0 1 0 0,0 1-1 0 0,0-1 0 0 0,1 0 0 0 0,-1 1 0 0 0,1-1 0 0 0,0 0 0 0 0,0 1 0 0 0,0-1 1 0 0,0 1-1 0 0,0-1 0 0 0,0 1 0 0 0,1-1 0 0 0,-1 1 0 0 0,1 0 0 0 0,0 0 1 0 0,0 0-1 0 0,-1 0 0 0 0,1 0 0 0 0,1 0 0 0 0,-1 0 0 0 0,3-1 0 0 0,3-4 537 0 0,29-8 1333 0 0,-20 9-1482 0 0,-7 4-550 0 0,-1 0 0 0 0,1 1 0 0 0,0 1 0 0 0,-1-1 0 0 0,1 1 0 0 0,-1 1 0 0 0,1 0 0 0 0,0 0 0 0 0,-1 1-1 0 0,0 0 1 0 0,1 1 0 0 0,-1 0 0 0 0,9 4 0 0 0,-1-3 30 0 0,11 2 0 0 0,-27-6-140 0 0,0 1-1 0 0,0-1 0 0 0,-1 0 1 0 0,1 1-1 0 0,0-1 0 0 0,0 1 1 0 0,-1-1-1 0 0,1 1 1 0 0,0-1-1 0 0,-1 1 0 0 0,1-1 1 0 0,0 1-1 0 0,-1 0 0 0 0,1-1 1 0 0,-1 1-1 0 0,1 0 1 0 0,-1 0-1 0 0,1-1 0 0 0,-1 1 1 0 0,0 0-1 0 0,1 0 1 0 0,-1 0-1 0 0,0-1 0 0 0,0 1 1 0 0,1 0-1 0 0,-1 2 0 0 0,0 9 183 0 0,1-9-137 0 0,-1 1-1 0 0,0-1 1 0 0,0 1 0 0 0,0-1-1 0 0,-1 1 1 0 0,1-1-1 0 0,-1 1 1 0 0,0-1-1 0 0,0 0 1 0 0,0 1-1 0 0,0-1 1 0 0,-1 0-1 0 0,-2 5 1 0 0,-10 9 191 0 0,-1-1 0 0 0,-1-1 0 0 0,0 0 0 0 0,-1-1 0 0 0,-19 12 0 0 0,-30 31 365 0 0,61-48-473 0 0,5-9-139 0 0,0 0 0 0 0,0 0 0 0 0,0 1 0 0 0,0-1 0 0 0,0 0 0 0 0,0 0-1 0 0,0 1 1 0 0,0-1 0 0 0,0 0 0 0 0,0 0 0 0 0,0 1 0 0 0,0-1 0 0 0,0 0 0 0 0,-1 0 0 0 0,1 0 0 0 0,0 1 0 0 0,0-1 0 0 0,0 0 0 0 0,0 0 0 0 0,-1 0 0 0 0,1 0 0 0 0,0 1 0 0 0,0-1 0 0 0,0 0 0 0 0,-1 0 0 0 0,1 0-1 0 0,0 0 1 0 0,0 0 0 0 0,-1 0 0 0 0,1 0 0 0 0,0 1 0 0 0,0-1 0 0 0,0 0 0 0 0,-1 0 0 0 0,1 0 0 0 0,-1 0 0 0 0,-20 1-55 0 0,15-2-14 0 0,6-3 40 0 0,6 2-26 0 0,10 2 94 0 0,1 1 1 0 0,22 3-1 0 0,-34-3-13 0 0,-1 0 0 0 0,0 1-1 0 0,1-1 1 0 0,-1 1-1 0 0,0 0 1 0 0,5 3-1 0 0,14 8 109 0 0,13 6 258 0 0,-2 2-1 0 0,0 1 1 0 0,47 41-1 0 0,-71-55-277 0 0,-2 0 0 0 0,1 1-1 0 0,-1 0 1 0 0,0 0-1 0 0,9 16 1 0 0,-5 11 152 0 0,-7-18-149 0 0,-2-11-68 0 0,1 0-1 0 0,0 0 1 0 0,0 0 0 0 0,1-1-1 0 0,-1 1 1 0 0,9 6 0 0 0,4 8-139 0 0,-17-20 41 0 0,1-1 1 0 0,-1 0 0 0 0,0 1 0 0 0,1-1-1 0 0,-1 0 1 0 0,0 1 0 0 0,0-1 0 0 0,1 1-1 0 0,-1-1 1 0 0,0 0 0 0 0,0 1 0 0 0,0-1-1 0 0,0 1 1 0 0,1-1 0 0 0,-1 1-1 0 0,0-1 1 0 0,0 1 0 0 0,0-1 0 0 0,0 1-1 0 0,0-1 1 0 0,0 1 0 0 0,0-1 0 0 0,0 0-1 0 0,0 1 1 0 0,-1-1 0 0 0,1 1 0 0 0,0-1-1 0 0,0 1 1 0 0,0-1 0 0 0,0 1-1 0 0,-1-1 1 0 0,1 0 0 0 0,0 1 0 0 0,0-1-1 0 0,-1 1 1 0 0,1-1 0 0 0,0 0 0 0 0,-1 1-1 0 0,1-1 1 0 0,0 0 0 0 0,-1 0 0 0 0,1 1-1 0 0,-1-1 1 0 0,1 0 0 0 0,0 0-1 0 0,-1 1 1 0 0,1-1 0 0 0,-1 0 0 0 0,1 0-1 0 0,-1 0 1 0 0,-21 3-3224 0 0,-11-8-4333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30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33 667 1601 0 0,'0'13'4776'0'0,"0"14"-2054"0"0,0-13-2616 0 0,0 0 0 0 0,-5 27 1 0 0,-7-7 259 0 0,9-26-242 0 0,0-1 0 0 0,1 1 1 0 0,0 0-1 0 0,0 0 0 0 0,1 0 1 0 0,0 0-1 0 0,-1 9 0 0 0,2 298 5679 0 0,1-296-5635 0 0,1 0 1 0 0,1-1-1 0 0,0 1 0 0 0,10 27 1 0 0,-7-24 16 0 0,0 1 49 0 0,-4-12-66 0 0,0-1 0 0 0,2 0-1 0 0,5 15 1 0 0,-7-21-105 0 0,1 0-1 0 0,-1-1 0 0 0,1 1 1 0 0,0 0-1 0 0,0-1 1 0 0,0 0-1 0 0,0 1 0 0 0,1-1 1 0 0,-1-1-1 0 0,1 1 1 0 0,5 3-1 0 0,-5-4-25 0 0,-1-1-1 0 0,1 1 1 0 0,0-1-1 0 0,0 0 1 0 0,0 0-1 0 0,0 0 1 0 0,0-1-1 0 0,0 0 1 0 0,0 1-1 0 0,0-1 1 0 0,0 0-1 0 0,0-1 1 0 0,0 1 0 0 0,0-1-1 0 0,0 0 1 0 0,0 0-1 0 0,-1 0 1 0 0,1 0-1 0 0,0-1 1 0 0,4-2-1 0 0,5-2 70 0 0,0-1-1 0 0,0-1 0 0 0,-1 0 1 0 0,13-12-1 0 0,-10 9-22 0 0,-12 9-62 0 0,1-1-1 0 0,0 0 1 0 0,0 0 0 0 0,-1 0 0 0 0,0 0-1 0 0,1 0 1 0 0,-1-1 0 0 0,-1 1 0 0 0,1-1-1 0 0,0 0 1 0 0,-1 0 0 0 0,0 0 0 0 0,3-6 0 0 0,6-70 365 0 0,7 2 180 0 0,4 1 0 0 0,44-105 0 0 0,-47 132-183 0 0,36-68 74 0 0,-17 41-367 0 0,5-36 84 0 0,-19 65-20 0 0,3 1 0 0 0,52-72 1 0 0,-24 39 9 0 0,-11 12 36 0 0,8 19-80 0 0,-37 37 4 0 0,-1-1 1 0 0,18-20-1 0 0,-23 19 25 0 0,-8 12-133 0 0,0 0 0 0 0,0 1 1 0 0,0-1-1 0 0,0 1 0 0 0,0-1 0 0 0,0 0 1 0 0,1 1-1 0 0,-1 0 0 0 0,0-1 1 0 0,1 1-1 0 0,-1 0 0 0 0,1 0 1 0 0,0 0-1 0 0,-1 0 0 0 0,1 0 0 0 0,0 0 1 0 0,0 0-1 0 0,-1 1 0 0 0,1-1 1 0 0,0 0-1 0 0,2 1 0 0 0,-2 0 28 0 0,-1 0-19 0 0,1 0-1 0 0,-1 0 1 0 0,1 0 0 0 0,-1 0 0 0 0,1 0-1 0 0,-1 0 1 0 0,1-1 0 0 0,-1 1 0 0 0,1 0 0 0 0,-1-1-1 0 0,1 1 1 0 0,-1-1 0 0 0,1 0 0 0 0,-1 1 0 0 0,3-3-1 0 0,1 2 96 0 0,-4 1-97 0 0,1 1-15 0 0,-1-1 1 0 0,0 0-1 0 0,0 0 1 0 0,0 0-1 0 0,0 1 1 0 0,0-1-1 0 0,0 0 1 0 0,0-1-1 0 0,0 1 1 0 0,0 0-1 0 0,0 0 1 0 0,0 0 0 0 0,0-1-1 0 0,0 1 1 0 0,0 0-1 0 0,0-1 1 0 0,0 1-1 0 0,0-1 1 0 0,0 1-1 0 0,0-1 1 0 0,0 0-1 0 0,0 1 1 0 0,1-3-1 0 0,4 2 72 0 0,42-1 118 0 0,60-12 0 0 0,30-2 367 0 0,200 15 1151 0 0,-3 26-398 0 0,63 3-417 0 0,-305-25-674 0 0,1-4-1 0 0,-1-4 1 0 0,170-31 0 0 0,-204 22-974 0 0,-58 14 680 0 0,-1 0 1 0 0,0 0-1 0 0,1 0 1 0 0,-1-1-1 0 0,0 1 1 0 0,0 0-1 0 0,1 0 1 0 0,-1 0-1 0 0,0 0 1 0 0,0 0-1 0 0,1 0 1 0 0,-1-1-1 0 0,0 1 1 0 0,0 0-1 0 0,1 0 1 0 0,-1 0-1 0 0,0-1 1 0 0,0 1-1 0 0,0 0 1 0 0,0 0 0 0 0,1-1-1 0 0,-1 1 1 0 0,0 0-1 0 0,0 0 1 0 0,0-1-1 0 0,0 1 1 0 0,0 0-1 0 0,0 0 1 0 0,0-1-1 0 0,0 1 1 0 0,0 0-1 0 0,0-1 1 0 0,0 1-1 0 0,0 0 1 0 0,0 0-1 0 0,0-1 1 0 0,0 1-1 0 0,0 0 1 0 0,0-1-1 0 0,0 1 1 0 0,0 0-1 0 0,0 0 1 0 0,0-1-1 0 0,0 1 1 0 0,0 0-1 0 0,-1 0 1 0 0,1-1-1 0 0,0 1 1 0 0,0 0-1 0 0,0 0 1 0 0,-1-1-1 0 0,1 1 1 0 0,0 0-1 0 0,0 0 1 0 0,0 0-1 0 0,-1 0 1 0 0,1-1-1 0 0,0 1 1 0 0,0 0-1 0 0,-1 0 1 0 0,1 0-1 0 0,0 0 1 0 0,0 0-1 0 0,-1 0 1 0 0,0 0-1 0 0,-25-1-4968 0 0,-24 14-2589 0 0,-64 21-4475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30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28 2241 0 0,'-87'-14'9176'0'0,"16"2"-3959"0"0,58 10-2576 0 0,0 2-1977 0 0,7 1 5382 0 0,136 5-2204 0 0,23 2-3268 0 0,-134-7-679 0 0,1 2 0 0 0,32 8 0 0 0,-2 0-994 0 0,-22-8 69 0 0,-16-2 64 0 0,0 0-1 0 0,23 6 1 0 0,-31-6-254 0 0,0 1 1 0 0,1 0-1 0 0,-1-1 0 0 0,0 1 1 0 0,0 1-1 0 0,0-1 0 0 0,4 4 0 0 0,19 12-5836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31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50 1121 0 0,'-33'-15'3761'0'0,"33"9"-79"0"0,0-8-160 0 0,33 7-401 0 0,0-1-480 0 0,-1 8-480 0 0,66 0-720 0 0,98 15-961 0 0,98 20-4002 0 0,-105-8-5922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47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554 70 1521 0 0,'6'0'2161'0'0,"-6"0"-1905"0"0,1 0-40 0 0,1 0-1 0 0,-1 0 1 0 0,1 0-1 0 0,-1 0 1 0 0,1 0-1 0 0,-1 0 1 0 0,0 0-1 0 0,1 0 1 0 0,-1 0-1 0 0,1-1 1 0 0,-1 1-1 0 0,1 0 0 0 0,-1-1 1 0 0,0 0-1 0 0,1 1 1 0 0,-1-1-1 0 0,2-3 4019 0 0,-3 4-4187 0 0,0 0 0 0 0,0-1 0 0 0,0 1 0 0 0,0 0 1 0 0,0 0-1 0 0,0 0 0 0 0,0 0 0 0 0,0 0 0 0 0,0-1 0 0 0,0 1 0 0 0,0 0 0 0 0,0 0 0 0 0,0 0 0 0 0,0 0 0 0 0,0-1 0 0 0,0 1 0 0 0,0 0 0 0 0,0 0 0 0 0,0 0 0 0 0,0 0 0 0 0,0 0 0 0 0,0-1 1 0 0,0 1-1 0 0,0 0 0 0 0,0 0 0 0 0,0 0 0 0 0,-1 0 0 0 0,1 0 0 0 0,0-1 0 0 0,0 1 0 0 0,0 0 0 0 0,0 0 0 0 0,0 0 0 0 0,0 0 0 0 0,0 0 0 0 0,-1 0 0 0 0,1 0 0 0 0,0 0 0 0 0,0 0 0 0 0,0 0 1 0 0,0-1-1 0 0,0 1 0 0 0,-1 0 0 0 0,1 0 0 0 0,0 0 0 0 0,0 0 0 0 0,0 0 0 0 0,0 0 0 0 0,-1 0 0 0 0,1 0 0 0 0,0 0 0 0 0,0 0 0 0 0,0 0 0 0 0,0 0 0 0 0,0 0 0 0 0,-1 0 0 0 0,1 1 0 0 0,0-1 1 0 0,0 0-1 0 0,0 0 0 0 0,0 0 0 0 0,0 0 0 0 0,-1 0 0 0 0,-20 0 767 0 0,20 0-800 0 0,1 0 1 0 0,0 0 0 0 0,0 0 0 0 0,0 0 0 0 0,0 0-1 0 0,0-1 1 0 0,0 1 0 0 0,0 0 0 0 0,-1 0 0 0 0,1 0 0 0 0,0 0-1 0 0,0 0 1 0 0,0 0 0 0 0,0 0 0 0 0,0 0 0 0 0,-1 0-1 0 0,1 0 1 0 0,0 0 0 0 0,0 0 0 0 0,0 0 0 0 0,0 0 0 0 0,0 0-1 0 0,0 0 1 0 0,-1 0 0 0 0,1 0 0 0 0,0 0 0 0 0,0 0 0 0 0,0 0-1 0 0,0 0 1 0 0,0 0 0 0 0,-1 0 0 0 0,1 0 0 0 0,0 1-1 0 0,0-1 1 0 0,0 0 0 0 0,0 0 0 0 0,0 0 0 0 0,0 0 0 0 0,0 0-1 0 0,0 0 1 0 0,-1 0 0 0 0,1 0 0 0 0,0 1 0 0 0,0-1-1 0 0,0 0 1 0 0,0 0 0 0 0,0 0 0 0 0,0 0 0 0 0,0 0 0 0 0,0 0-1 0 0,0 1 1 0 0,0-1 0 0 0,0 0 0 0 0,0 0 0 0 0,0 0 0 0 0,0 0-1 0 0,0 0 1 0 0,0 1 0 0 0,0-1 0 0 0,0 0 0 0 0,0 0-1 0 0,0 0-2 0 0,0 1-1 0 0,0-1 0 0 0,0 0 0 0 0,0 0 1 0 0,0 0-1 0 0,0 0 0 0 0,0 0 0 0 0,0 0 0 0 0,0 1 1 0 0,0-1-1 0 0,0 0 0 0 0,0 0 0 0 0,0 0 0 0 0,0 0 1 0 0,0 0-1 0 0,0 1 0 0 0,0-1 0 0 0,0 0 0 0 0,0 0 1 0 0,0 0-1 0 0,0 0 0 0 0,0 0 0 0 0,-1 0 1 0 0,1 0-1 0 0,0 1 0 0 0,0-1 0 0 0,0 0 0 0 0,0 0 1 0 0,0 0-1 0 0,0 0 0 0 0,0 0 0 0 0,0 0 0 0 0,-1 0 1 0 0,1 0-1 0 0,0 0 0 0 0,0 0 0 0 0,0 0 1 0 0,0 0-1 0 0,0 0 0 0 0,-1 0 0 0 0,1 0 0 0 0,0 0 1 0 0,0 0-1 0 0,0 0 0 0 0,0 0 0 0 0,0 0 0 0 0,-1 0 1 0 0,1 0-1 0 0,0 0 0 0 0,0 0 0 0 0,0 0 1 0 0,0 0-1 0 0,0 0 0 0 0,0 0 0 0 0,-1 0 0 0 0,1 0 1 0 0,0 0-1 0 0,0 0 0 0 0,0 0 0 0 0,0 0 0 0 0,0-1 1 0 0,-1 1 43 0 0,0 1-8 0 0,-1-1-1 0 0,1 0 1 0 0,-1 0-1 0 0,1 0 1 0 0,0 0-1 0 0,-1 0 1 0 0,1 0 0 0 0,-1 0-1 0 0,1 0 1 0 0,-1-1-1 0 0,1 1 1 0 0,0-1-1 0 0,-1 1 1 0 0,1-1 0 0 0,0 1-1 0 0,-1-1 1 0 0,-1-1-1 0 0,-2 1 448 0 0,-3 0-193 0 0,-1 0 1 0 0,1-1 0 0 0,0 0-1 0 0,0 0 1 0 0,-11-6-1 0 0,-46-11 1065 0 0,39 12-959 0 0,21 5-311 0 0,0 1 1 0 0,0-1 0 0 0,0 1-1 0 0,0 0 1 0 0,-9 0 0 0 0,-12-2 221 0 0,22 2-222 0 0,0 0 1 0 0,0 0-1 0 0,0 1 1 0 0,-1-1 0 0 0,1 1-1 0 0,0 0 1 0 0,0 0-1 0 0,-8 2 1 0 0,-43 3 623 0 0,55-5-716 0 0,0 0-1 0 0,0 0 0 0 0,0 0 1 0 0,0 0-1 0 0,0 0 0 0 0,0 0 1 0 0,-1 0-1 0 0,1 0 0 0 0,0-1 1 0 0,0 1-1 0 0,0 0 0 0 0,0 0 1 0 0,0 0-1 0 0,-1 0 1 0 0,1 0-1 0 0,0 0 0 0 0,0 0 1 0 0,0 0-1 0 0,0 0 0 0 0,0 0 1 0 0,-1 0-1 0 0,1 0 0 0 0,0 0 1 0 0,0 0-1 0 0,0 0 0 0 0,0 1 1 0 0,0-1-1 0 0,-1 0 0 0 0,1 0 1 0 0,0 0-1 0 0,0 0 0 0 0,0 0 1 0 0,0 0-1 0 0,0 0 0 0 0,0 0 1 0 0,0 0-1 0 0,-1 0 1 0 0,1 1-1 0 0,0-1 0 0 0,0 0 1 0 0,0 0-1 0 0,0 0 0 0 0,0 0 1 0 0,0 0-1 0 0,0 0 0 0 0,0 1 1 0 0,0-1-1 0 0,0 0 0 0 0,0 0 1 0 0,0 0-1 0 0,0 0 0 0 0,0 0 1 0 0,0 1-1 0 0,0-1 0 0 0,0 0 1 0 0,0 0-1 0 0,0 0 0 0 0,0 0 1 0 0,0 0-1 0 0,0 1 0 0 0,0-1 0 0 0,0 0-1 0 0,0 0 0 0 0,0 1 0 0 0,0-1 1 0 0,0 0-1 0 0,0 0 0 0 0,0 0 0 0 0,0 0 1 0 0,0 1-1 0 0,0-1 0 0 0,0 0 0 0 0,0 0 0 0 0,0 0 1 0 0,0 1-1 0 0,0-1 0 0 0,0 0 0 0 0,0 0 1 0 0,0 0-1 0 0,0 0 0 0 0,0 1 0 0 0,0-1 1 0 0,-1 0-1 0 0,1 0 0 0 0,0 0 0 0 0,0 0 0 0 0,0 1 1 0 0,0-1-1 0 0,0 0 0 0 0,0 0 0 0 0,-1 0 1 0 0,1 0-1 0 0,0 0 0 0 0,0 0 0 0 0,0 0 1 0 0,0 0-1 0 0,-1 1 0 0 0,1-1 0 0 0,0 0 0 0 0,0 0 1 0 0,0 0-1 0 0,0 0 0 0 0,-1 0 0 0 0,1 0 1 0 0,0 0-1 0 0,0 0 0 0 0,0 0 0 0 0,-1 0 1 0 0,1 0-1 0 0,0 0 0 0 0,0 0 0 0 0,-1 0 0 0 0,-20 4 79 0 0,13 0-15 0 0,5 0-52 0 0,-52 30 79 0 0,55-34-87 0 0,-1 1-1 0 0,1-1 1 0 0,-1 1-1 0 0,1-1 1 0 0,0 1 0 0 0,-1-1-1 0 0,1 1 1 0 0,-1 0-1 0 0,1-1 1 0 0,0 1 0 0 0,0-1-1 0 0,-1 1 1 0 0,1 0-1 0 0,0-1 1 0 0,0 1 0 0 0,0 0-1 0 0,-1-1 1 0 0,1 1 0 0 0,0 0-1 0 0,0-1 1 0 0,0 2-1 0 0,1-1-3 0 0,-1 0 0 0 0,0-1 0 0 0,-1 1 1 0 0,1 0-1 0 0,0 0 0 0 0,0 0 0 0 0,0-1 0 0 0,0 1 0 0 0,-1 0 0 0 0,1 0 0 0 0,0 0 0 0 0,-1-1 0 0 0,1 1 0 0 0,0 0 0 0 0,-1-1 0 0 0,1 1 0 0 0,-1 0 0 0 0,-7 7 20 0 0,6-6-27 0 0,0-1 1 0 0,1 1 0 0 0,-1-1 0 0 0,1 1 0 0 0,-1 0-1 0 0,1 0 1 0 0,0 0 0 0 0,0 0 0 0 0,0 0 0 0 0,0 0-1 0 0,0 0 1 0 0,0 1 0 0 0,0-1 0 0 0,1 0 0 0 0,-1 0-1 0 0,1 1 1 0 0,-1-1 0 0 0,1 0 0 0 0,0 1-1 0 0,0 3 1 0 0,0 91 124 0 0,0-95-117 0 0,0 0 0 0 0,0 0 0 0 0,-1 0 0 0 0,1 0 0 0 0,-1 0 0 0 0,1 0 0 0 0,-1 0 0 0 0,0 0 0 0 0,0 0 0 0 0,0-1 0 0 0,0 1 0 0 0,0 0 0 0 0,0 0 0 0 0,0-1 0 0 0,-1 1 0 0 0,-2 1 0 0 0,-7 12 13 0 0,8 9-46 0 0,3-22 23 0 0,0 0 1 0 0,0 0-1 0 0,0 0 0 0 0,0 0 0 0 0,-1 0 0 0 0,1 0 0 0 0,0 0 0 0 0,-1 0 0 0 0,1 0 0 0 0,-1 0 0 0 0,0 0 0 0 0,0-1 0 0 0,1 1 1 0 0,-3 2-1 0 0,-19 16-47 0 0,22-20 56 0 0,0 0-1 0 0,-1 0 0 0 0,1 1 0 0 0,0-1 0 0 0,0 0 1 0 0,-1 0-1 0 0,1 1 0 0 0,0-1 0 0 0,0 0 0 0 0,-1 1 1 0 0,1-1-1 0 0,0 0 0 0 0,0 1 0 0 0,0-1 0 0 0,0 1 1 0 0,0-1-1 0 0,0 0 0 0 0,-1 1 0 0 0,1-1 1 0 0,0 1-1 0 0,0-1 0 0 0,0 0 0 0 0,0 1 0 0 0,0-1 1 0 0,0 1-1 0 0,1-1 0 0 0,-1 0 0 0 0,0 1 0 0 0,0-1 1 0 0,0 0-1 0 0,0 1 0 0 0,0-1 0 0 0,0 1 1 0 0,1-1-1 0 0,-1 0 0 0 0,0 1 0 0 0,0-1 0 0 0,1 0 1 0 0,-1 0-1 0 0,0 1 0 0 0,0-1 0 0 0,1 0 0 0 0,-1 1 1 0 0,2 0 12 0 0,19 18 17 0 0,-21-19-33 0 0,1 0 0 0 0,-1 1 0 0 0,1-1 0 0 0,-1 1 0 0 0,1-1 0 0 0,-1 1 0 0 0,1 0 0 0 0,-1-1 0 0 0,0 1 0 0 0,1-1 0 0 0,-1 1 0 0 0,0 0 0 0 0,0-1 0 0 0,1 1 0 0 0,-1-1 0 0 0,0 1 0 0 0,0 0 0 0 0,0-1 0 0 0,0 1 0 0 0,0 0 0 0 0,0 0 0 0 0,0-1 0 0 0,0 1 0 0 0,0 0 0 0 0,0-1 0 0 0,0 1 0 0 0,0 0 0 0 0,-1-1 0 0 0,1 1 0 0 0,0 0 0 0 0,0-1 0 0 0,-1 1 0 0 0,1-1 0 0 0,0 1 0 0 0,-1 0 0 0 0,1-1 1 0 0,-1 1-1 0 0,1-1 0 0 0,0 1 0 0 0,-1-1 0 0 0,1 1 0 0 0,-2-1 0 0 0,-9 7 50 0 0,11-7-45 0 0,0 0 0 0 0,0 0 0 0 0,0 0-1 0 0,0 0 1 0 0,0 0 0 0 0,0 0 0 0 0,0 0-1 0 0,0 0 1 0 0,1 0 0 0 0,-1 1 0 0 0,0-1 0 0 0,0 0-1 0 0,0 0 1 0 0,0 0 0 0 0,0 0 0 0 0,0 0-1 0 0,0 0 1 0 0,0 0 0 0 0,0 0 0 0 0,0 0-1 0 0,0 0 1 0 0,0 1 0 0 0,0-1 0 0 0,0 0 0 0 0,0 0-1 0 0,0 0 1 0 0,0 0 0 0 0,0 0 0 0 0,0 0-1 0 0,0 0 1 0 0,0 0 0 0 0,0 1 0 0 0,0-1 0 0 0,0 0-1 0 0,0 0 1 0 0,0 0 0 0 0,0 0 0 0 0,0 0-1 0 0,0 0 1 0 0,0 0 0 0 0,-1 0 0 0 0,1 0 0 0 0,0 0-1 0 0,0 0 1 0 0,0 1 0 0 0,0-1 0 0 0,0 0-1 0 0,0 0 1 0 0,0 0 0 0 0,0 0 0 0 0,11 6 73 0 0,-10-5-76 0 0,-1-1 0 0 0,1 1 0 0 0,-1-1 0 0 0,1 1 0 0 0,-1 0 0 0 0,1-1 0 0 0,-1 1 0 0 0,0 0 0 0 0,1-1 0 0 0,-1 1 0 0 0,0 0 0 0 0,1 0 0 0 0,-1-1 0 0 0,0 1 0 0 0,0 0 0 0 0,0 0 0 0 0,0 0 0 0 0,0-1 0 0 0,0 1 0 0 0,0 0 0 0 0,0 0 0 0 0,0-1 0 0 0,0 1 0 0 0,0 0 0 0 0,-1 1 0 0 0,1-1 1 0 0,-1-1-1 0 0,1 1 0 0 0,0 0 1 0 0,0 0-1 0 0,0 0 1 0 0,0-1-1 0 0,0 1 1 0 0,0 0-1 0 0,0 0 1 0 0,0 0-1 0 0,0-1 1 0 0,0 1-1 0 0,0 0 1 0 0,1 0-1 0 0,-1 0 1 0 0,0-1-1 0 0,0 1 1 0 0,1 0-1 0 0,-1 0 1 0 0,0-1-1 0 0,1 1 1 0 0,-1 0-1 0 0,1-1 1 0 0,-1 1-1 0 0,1-1 1 0 0,0 1-1 0 0,0 0 1 0 0,1 0 1 0 0,0 0 0 0 0,-1 0 0 0 0,1 0 0 0 0,0 0 1 0 0,-1 0-1 0 0,1 0 0 0 0,-1 1 0 0 0,1-1 0 0 0,-1 0 0 0 0,1 1 0 0 0,-1-1 1 0 0,0 1-1 0 0,0 0 0 0 0,0-1 0 0 0,0 1 0 0 0,0 0 0 0 0,0-1 1 0 0,0 1-1 0 0,-1 0 0 0 0,1 0 0 0 0,-1 0 0 0 0,1 0 0 0 0,-1 0 0 0 0,0 0 1 0 0,0 0-1 0 0,0 0 0 0 0,0 0 0 0 0,0 0 0 0 0,0 0 0 0 0,-1 2 0 0 0,1-3 0 0 0,0 0 0 0 0,0 0 0 0 0,0 0-1 0 0,0 0 1 0 0,1 0 0 0 0,-1 0-1 0 0,0 0 1 0 0,0 0 0 0 0,1 0 0 0 0,-1-1-1 0 0,0 1 1 0 0,1 0 0 0 0,-1 0-1 0 0,1 0 1 0 0,-1 0 0 0 0,1-1 0 0 0,-1 1-1 0 0,1 0 1 0 0,0-1 0 0 0,-1 1-1 0 0,1 0 1 0 0,0-1 0 0 0,-1 1 0 0 0,1-1-1 0 0,0 1 1 0 0,0-1 0 0 0,0 1-1 0 0,0-1 1 0 0,0 0 0 0 0,-1 1 0 0 0,3-1-1 0 0,-3 1 1 0 0,1-1-1 0 0,0 0 0 0 0,0 0 0 0 0,-1 0 1 0 0,1 1-1 0 0,0-1 0 0 0,0 0 0 0 0,-1 1 1 0 0,1-1-1 0 0,0 1 0 0 0,-1-1 0 0 0,1 1 0 0 0,-1-1 1 0 0,1 1-1 0 0,0-1 0 0 0,-1 1 0 0 0,1 0 1 0 0,-1-1-1 0 0,0 1 0 0 0,1 0 0 0 0,-1-1 1 0 0,0 1-1 0 0,1 0 0 0 0,-1 0 0 0 0,0-1 1 0 0,0 1-1 0 0,1 0 0 0 0,-1 0 0 0 0,0 0 1 0 0,0 1-1 0 0,1-1-1 0 0,-1 0 0 0 0,1 0 1 0 0,0 0-1 0 0,-1 0 0 0 0,1 0 0 0 0,0 0 1 0 0,0 0-1 0 0,0 0 0 0 0,0-1 1 0 0,0 1-1 0 0,0 0 0 0 0,0-1 0 0 0,0 1 1 0 0,0 0-1 0 0,1-1 0 0 0,-1 1 0 0 0,0-1 1 0 0,0 0-1 0 0,0 1 0 0 0,1-1 1 0 0,1 0-1 0 0,0 1 7 0 0,-2 0-5 0 0,-1-1 0 0 0,1 0 0 0 0,-1 1-1 0 0,0-1 1 0 0,1 0 0 0 0,-1 1 0 0 0,0-1-1 0 0,1 1 1 0 0,-1-1 0 0 0,0 1 0 0 0,1-1 0 0 0,-1 1-1 0 0,0-1 1 0 0,0 1 0 0 0,1-1 0 0 0,-1 1-1 0 0,0-1 1 0 0,0 1 0 0 0,0-1 0 0 0,0 1 0 0 0,0 0-1 0 0,0-1 1 0 0,0 1 0 0 0,0 0 0 0 0,0 0-1 0 0,0-1 0 0 0,0 1 0 0 0,0 0 0 0 0,0 0 0 0 0,0-1 0 0 0,0 1 0 0 0,0 0 1 0 0,1-1-1 0 0,-1 1 0 0 0,0 0 0 0 0,0-1 0 0 0,1 1 0 0 0,-1-1 0 0 0,0 1 0 0 0,1 0 0 0 0,-1-1 1 0 0,0 1-1 0 0,1-1 0 0 0,0 2 0 0 0,30 11-30 0 0,-8-4-9 0 0,-7 3 24 0 0,7 2 15 0 0,2-4-2 0 0,-14-7 17 0 0,-1 1 0 0 0,0 0 1 0 0,0 1-1 0 0,16 10 0 0 0,-18-9-7 0 0,0 0 0 0 0,0-1 0 0 0,0 0 1 0 0,1 0-1 0 0,0-1 0 0 0,0 0 0 0 0,0 0 0 0 0,16 3 0 0 0,-15-4 2 0 0,11 5 28 0 0,-15-6-35 0 0,-1 1 0 0 0,1-1 0 0 0,0-1 0 0 0,0 1 0 0 0,0-1 0 0 0,9 1 0 0 0,23 1-16 0 0,104 7 91 0 0,-140-10-83 0 0,0 0 0 0 0,-1 0 0 0 0,1 0 0 0 0,0-1-1 0 0,0 1 1 0 0,0 0 0 0 0,0-1 0 0 0,-1 0 0 0 0,1 1 0 0 0,0-1 0 0 0,0 0 0 0 0,-1 0 0 0 0,1 0 0 0 0,1-1 0 0 0,6-3 11 0 0,7-2 25 0 0,-6 4-15 0 0,-1-1-1 0 0,1 0 0 0 0,-1 0 1 0 0,0-1-1 0 0,-1 0 1 0 0,13-10-1 0 0,-16 10 17 0 0,0 0 1 0 0,0 1-1 0 0,0 0 0 0 0,0 0 1 0 0,1 0-1 0 0,-1 0 0 0 0,1 1 1 0 0,0 0-1 0 0,12-4 1 0 0,-13 1 125 0 0,-5 5-153 0 0,0 1 0 0 0,0 0 0 0 0,0 0 0 0 0,0 0 0 0 0,0-1 0 0 0,0 1 0 0 0,0 0 0 0 0,0 0 0 0 0,0 0 0 0 0,0-1 0 0 0,0 1 0 0 0,1 0 0 0 0,-1 0 0 0 0,0 0 0 0 0,0 0 0 0 0,0-1 0 0 0,0 1 0 0 0,0 0 0 0 0,0 0 0 0 0,1 0 0 0 0,-1 0 0 0 0,0 0 0 0 0,0-1 0 0 0,0 1 0 0 0,0 0 0 0 0,1 0 0 0 0,-1 0 0 0 0,0 0 0 0 0,0 0 0 0 0,0 0 0 0 0,1 0 1 0 0,-1 0-1 0 0,0 0 0 0 0,0 0 0 0 0,0 0 0 0 0,1 0 0 0 0,-1 0 0 0 0,0 0 0 0 0,0 0 0 0 0,7-1-61 0 0,-6 1 101 0 0,0 0 0 0 0,0 0 1 0 0,0 0-1 0 0,0-1 0 0 0,0 1 1 0 0,0 0-1 0 0,0 0 0 0 0,0-1 1 0 0,-1 1-1 0 0,1 0 0 0 0,0-1 0 0 0,0 1 1 0 0,0-1-1 0 0,0 1 0 0 0,-1-1 1 0 0,1 1-1 0 0,0-1 0 0 0,0 0 1 0 0,-1 1-1 0 0,2-2 0 0 0,-1-1 46 0 0,-1 0-1 0 0,1 0 1 0 0,-1 0-1 0 0,0 0 1 0 0,0 0-1 0 0,0 0 1 0 0,-1 0 0 0 0,1 0-1 0 0,0 0 1 0 0,-1 0-1 0 0,0 1 1 0 0,-2-6-1 0 0,0-3 36 0 0,0 1 13 0 0,0 0 0 0 0,1-1 0 0 0,0 0 0 0 0,-1-19 0 0 0,4 16 28 0 0,1-1-1 0 0,5-22 1 0 0,-5 27-111 0 0,1 0 0 0 0,-1-1-1 0 0,-1 1 1 0 0,0-1 0 0 0,0 0 0 0 0,-1 1 0 0 0,-1-1-1 0 0,-2-17 1 0 0,-19-18-3 0 0,12 11 12 0 0,-12 2 41 0 0,14 17 0 0 0,8 14-93 0 0,-1 0 1 0 0,0 0 0 0 0,0 0-1 0 0,0 0 1 0 0,0 0-1 0 0,-1 0 1 0 0,1 1 0 0 0,-1-1-1 0 0,1 0 1 0 0,-1 0-1 0 0,1 1 1 0 0,-1-1 0 0 0,0 1-1 0 0,0 0 1 0 0,0 0-1 0 0,0-1 1 0 0,0 1 0 0 0,0 0-1 0 0,0 1 1 0 0,-4-2-1 0 0,-17-7 29 0 0,9 3-44 0 0,-1 0 0 0 0,-25-15 0 0 0,31 15 26 0 0,0 1 0 0 0,-1 1-1 0 0,0-1 1 0 0,1 1 0 0 0,-21-4-1 0 0,-23-9 69 0 0,-119-30-122 0 0,23 7-1490 0 0,143 38 1167 0 0,0 1 0 0 0,-1 0 0 0 0,1 0 0 0 0,-1 0 0 0 0,1 1 0 0 0,-1 0-1 0 0,1 0 1 0 0,-1 1 0 0 0,1-1 0 0 0,-1 1 0 0 0,1 1 0 0 0,0-1 0 0 0,0 1 0 0 0,-9 4 0 0 0,8-3-581 0 0,1 1 1 0 0,-1-1-1 0 0,1 1 1 0 0,0 0 0 0 0,0 1-1 0 0,1-1 1 0 0,-1 1 0 0 0,-4 6-1 0 0,-23 33-10579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52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1 800 0 0,'-19'4'5310'0'0,"-36"16"0"0"0,4-4 1011 0 0,50-15-6172 0 0,0-1 0 0 0,0 0-1 0 0,-1 1 1 0 0,1-1 0 0 0,0 0-1 0 0,0 0 1 0 0,-1 0 0 0 0,1 0 0 0 0,0 0-1 0 0,-1 0 1 0 0,1 0 0 0 0,0-1-1 0 0,0 1 1 0 0,-1 0 0 0 0,1-1-1 0 0,0 1 1 0 0,0-1 0 0 0,-2 0-1 0 0,-4-2 4017 0 0,131 10-3653 0 0,190 34-1 0 0,-268-34-600 0 0,121 29-2744 0 0,-100-19-758 0 0,14 5-6312 0 0,-76-21 4980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53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28 160 0 0,'-17'3'1775'0'0,"7"-1"-642"0"0,-1 0 1 0 0,1 1 0 0 0,0 0 0 0 0,0 0 0 0 0,-15 8-1 0 0,17-6 77 0 0,-1-1 0 0 0,0 0 0 0 0,0-1 0 0 0,-1 0 0 0 0,1 0 0 0 0,-1-1 0 0 0,-10 2 0 0 0,1-3 3637 0 0,57 5-2659 0 0,91 8-588 0 0,-116-14-1524 0 0,383 5 1422 0 0,-353-8-2350 0 0,80-17-1 0 0,36-20-7420 0 0,-121 30 4859 0 0,87-25-9979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01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0 240 0 0,'0'0'0'0'0,"32"8"0"0"0,-32-1 80 0 0,33-1-80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32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1 476 5683 0 0,'0'3'180'0'0,"0"0"1"0"0,0 0 0 0 0,0 0 0 0 0,1 0-1 0 0,-1 0 1 0 0,1-1 0 0 0,0 1-1 0 0,0 0 1 0 0,0 0 0 0 0,0-1 0 0 0,0 1-1 0 0,1 0 1 0 0,-1-1 0 0 0,1 1 0 0 0,2 2-1 0 0,12 21-3 0 0,21 52 503 0 0,92 117 3901 0 0,-73-115-2319 0 0,-33-49-1896 0 0,1-2-1 0 0,1-1 1 0 0,1-1-1 0 0,40 31 1 0 0,-39-33-180 0 0,-16-9-132 0 0,11-6 26 0 0,-23-10-75 0 0,1 0 0 0 0,0 0 0 0 0,0 0 1 0 0,0 0-1 0 0,-1-1 0 0 0,1 1 0 0 0,0 0 0 0 0,0 0 1 0 0,0 0-1 0 0,-1 0 0 0 0,1 0 0 0 0,0-1 0 0 0,0 1 1 0 0,0 0-1 0 0,0 0 0 0 0,0 0 0 0 0,-1 0 0 0 0,1-1 1 0 0,0 1-1 0 0,0 0 0 0 0,0 0 0 0 0,0 0 0 0 0,0-1 1 0 0,0 1-1 0 0,0 0 0 0 0,0 0 0 0 0,0 0 0 0 0,0-1 1 0 0,0 1-1 0 0,0 0 0 0 0,0 0 0 0 0,0-1 0 0 0,0 1 1 0 0,0 0-1 0 0,0 0 0 0 0,0 0 0 0 0,0-1 0 0 0,0 1 1 0 0,0 0-1 0 0,0 0 0 0 0,0 0 0 0 0,1-1 0 0 0,-1 1 1 0 0,0 0-1 0 0,0 0 0 0 0,0 0 0 0 0,0 0 0 0 0,0-1 1 0 0,1 1-1 0 0,-1 0 0 0 0,0 0 0 0 0,0 0 0 0 0,0 0 1 0 0,0 0-1 0 0,1 0 0 0 0,-1-1 0 0 0,0 1 0 0 0,1 0 1 0 0,-9-3 48 0 0,-4-4 77 0 0,-1-21 230 0 0,-46-170 1344 0 0,-7-27 45 0 0,56 190-1414 0 0,2 0 0 0 0,2 0 0 0 0,1-1-1 0 0,2 0 1 0 0,2-60 0 0 0,2 83-194 0 0,0-1-1 0 0,0 0 1 0 0,1 1 0 0 0,1-1 0 0 0,7-19 0 0 0,-1 1 47 0 0,-1-1-188 0 0,-6 24-29 0 0,0-1-1 0 0,0 1 1 0 0,1 0-1 0 0,1 0 1 0 0,-1 0-1 0 0,1 0 1 0 0,6-9-1 0 0,18-23 43 0 0,-27 37 27 0 0,1 1 1 0 0,0-1-1 0 0,1 0 1 0 0,-1 1-1 0 0,1-1 1 0 0,-1 1-1 0 0,1 0 1 0 0,6-5-1 0 0,-4 3-1 0 0,-2 1 5 0 0,-3 3-46 0 0,0 1 1 0 0,0 0 0 0 0,1 0-1 0 0,-1-1 1 0 0,0 1-1 0 0,0 0 1 0 0,0 0-1 0 0,0 0 1 0 0,0-1-1 0 0,0 1 1 0 0,1 0-1 0 0,-1 0 1 0 0,0-1-1 0 0,0 1 1 0 0,0 0-1 0 0,1 0 1 0 0,-1 0-1 0 0,0 0 1 0 0,0 0-1 0 0,1-1 1 0 0,-1 1-1 0 0,0 0 1 0 0,0 0-1 0 0,1 0 1 0 0,-1 0-1 0 0,0 0 1 0 0,0 0-1 0 0,1 0 1 0 0,-1 0-1 0 0,0 0 1 0 0,0 0-1 0 0,1 0 1 0 0,-1 0-1 0 0,0 0 1 0 0,0 0-1 0 0,1 0 1 0 0,5 2 16 0 0,1 0 0 0 0,-1 0-1 0 0,1 0 1 0 0,0-1 0 0 0,-1 0 0 0 0,1-1 0 0 0,0 0 0 0 0,-1 0-1 0 0,11-1 1 0 0,5-1 66 0 0,141-7 398 0 0,21-6-205 0 0,-68 4-123 0 0,99-4 202 0 0,231 16-1 0 0,-338 3-367 0 0,9 1-246 0 0,213 35 1 0 0,-307-35-1157 0 0,42 15 1 0 0,-23 2-3255 0 0,-38-20 3784 0 0,-1 0 0 0 0,-1 1 1 0 0,1-1-1 0 0,0 1 0 0 0,-1-1 0 0 0,1 1 0 0 0,-1 0 0 0 0,4 6 0 0 0,-5-6-116 0 0,0 0 0 0 0,0 0 0 0 0,0 0 1 0 0,0 0-1 0 0,-1 0 0 0 0,1 0 0 0 0,-1 0 0 0 0,0 1 1 0 0,0 2-1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33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602 116 1201 0 0,'-29'-25'2452'0'0,"26"21"-2156"0"0,1 1 0 0 0,-1 0 1 0 0,0 0-1 0 0,-1 1 1 0 0,1-1-1 0 0,0 1 0 0 0,-1-1 1 0 0,0 1-1 0 0,-4-2 0 0 0,-7-2 194 0 0,-1 1 0 0 0,0 1 0 0 0,0 0 0 0 0,-1 1 0 0 0,1 1 0 0 0,-1 0 0 0 0,1 1 0 0 0,-1 1 0 0 0,1 1 0 0 0,-23 3-1 0 0,32-3-408 0 0,-136 17 1549 0 0,126-15-1293 0 0,0 1 0 0 0,0 1 0 0 0,0 1-1 0 0,0 0 1 0 0,1 1 0 0 0,-21 13 0 0 0,17-9 116 0 0,-6 7 250 0 0,26-9-385 0 0,14 1-18 0 0,6-3-36 0 0,1 0 1 0 0,0-1-1 0 0,23 3 0 0 0,-26-5-200 0 0,35 5 112 0 0,0-2 0 0 0,0-2 0 0 0,0-3 0 0 0,67-5 0 0 0,-102 2-131 0 0,0 0 0 0 0,-1-2 0 0 0,23-5 1 0 0,-34 7-34 0 0,0-1 1 0 0,0-1 0 0 0,0 1 0 0 0,0-1-1 0 0,0 0 1 0 0,-1 0 0 0 0,1-1 0 0 0,-1 0-1 0 0,0 0 1 0 0,0 0 0 0 0,9-10 0 0 0,-7 7 6 0 0,-5 7-18 0 0,-1-1 0 0 0,0 0 0 0 0,0 0 0 0 0,0 1 0 0 0,0-1 0 0 0,0 0 0 0 0,0 0 0 0 0,0 0 0 0 0,0 0-1 0 0,0 0 1 0 0,-1 0 0 0 0,1 0 0 0 0,0 0 0 0 0,-1 0 0 0 0,1-1 0 0 0,-1 1 0 0 0,1 0 0 0 0,-1 0 0 0 0,1-1 0 0 0,-1 1 0 0 0,0 0 0 0 0,0-1 0 0 0,1 1 0 0 0,-1 0 0 0 0,0 0 0 0 0,0-1 0 0 0,0 1 0 0 0,-1 0 0 0 0,1-1 0 0 0,0 1 0 0 0,0 0 0 0 0,-1-1 0 0 0,1 1 0 0 0,-1-2 0 0 0,-2 0-12 0 0,0 0-1 0 0,0 0 1 0 0,0 1 0 0 0,-1-1-1 0 0,1 1 1 0 0,0-1 0 0 0,-5-1-1 0 0,-17-14-110 0 0,13 2 39 0 0,11 14 77 0 0,0 0-1 0 0,0 0 1 0 0,-1 1-1 0 0,1-1 1 0 0,-1 0-1 0 0,1 1 1 0 0,-1-1-1 0 0,0 1 1 0 0,1-1-1 0 0,-1 1 1 0 0,0 0-1 0 0,0 0 1 0 0,-4-2-1 0 0,-47-17-146 0 0,51 20 147 0 0,0-1 1 0 0,0 1 0 0 0,-1-1 0 0 0,1 1 0 0 0,0 0 0 0 0,0 0 0 0 0,0 0 0 0 0,0 0 0 0 0,-1 1 0 0 0,1-1 0 0 0,0 0-1 0 0,0 1 1 0 0,0 0 0 0 0,0-1 0 0 0,0 1 0 0 0,-4 2 0 0 0,6-3 5 0 0,0 0 1 0 0,-1 0-1 0 0,1 1 0 0 0,0-1 1 0 0,0 0-1 0 0,-1 1 0 0 0,1-1 1 0 0,0 0-1 0 0,0 1 0 0 0,-1-1 0 0 0,1 1 1 0 0,0-1-1 0 0,0 0 0 0 0,0 1 1 0 0,0-1-1 0 0,-1 1 0 0 0,1-1 1 0 0,0 1-1 0 0,0-1 0 0 0,0 0 1 0 0,0 1-1 0 0,0-1 0 0 0,0 1 1 0 0,0-1-1 0 0,0 1 0 0 0,0-1 1 0 0,1 0-1 0 0,-1 1 0 0 0,0-1 1 0 0,0 1-1 0 0,0-1 0 0 0,0 0 0 0 0,1 1 1 0 0,-1-1-1 0 0,0 1 0 0 0,0-1 1 0 0,1 0-1 0 0,-1 1 0 0 0,0-1 1 0 0,1 0-1 0 0,-1 1 0 0 0,26 36 196 0 0,1 5 720 0 0,40 45 0 0 0,-56-76-649 0 0,-1 1-1 0 0,0 1 1 0 0,0 0 0 0 0,-2 0 0 0 0,9 16 0 0 0,-7 12 200 0 0,1-19-340 0 0,-9-18-112 0 0,1 0 0 0 0,-1 1 1 0 0,0-1-1 0 0,-1 1 0 0 0,1-1 1 0 0,-1 1-1 0 0,0-1 0 0 0,0 1 0 0 0,1 8 1 0 0,-2-1-409 0 0,0 2 1117 0 0,-2-11-3136 0 0,-9-5-6059 0 0,-1-3 5447 0 0,-1-3-2956 0 0,-15-4 1618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33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3041 0 0,'0'-15'13927'0'0,"32"15"-12487"0"0,66 6-79 0 0,196 9 880 0 0,59 12-240 0 0,-125 2-1441 0 0,-97-2-720 0 0,-33-14-640 0 0,32 1-1521 0 0,-64 1-2241 0 0,-34-3-3042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34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89 221 1921 0 0,'-16'2'621'0'0,"11"-2"-425"0"0,-1 0 1 0 0,0 0-1 0 0,1 1 0 0 0,-1 0 0 0 0,1 0 0 0 0,-1 0 0 0 0,1 1 0 0 0,-1 0 0 0 0,1 0 0 0 0,0 0 0 0 0,-6 4 1 0 0,10-3 3692 0 0,7-3-3065 0 0,7-2-629 0 0,67-47 4853 0 0,-39 22-3443 0 0,38-34 0 0 0,-56 43-1155 0 0,14-14 153 0 0,-26 14-306 0 0,-10 16-278 0 0,0 0-1 0 0,0 0 0 0 0,0 0 1 0 0,1 0-1 0 0,-1 0 0 0 0,0 0 1 0 0,1 1-1 0 0,-1-1 0 0 0,1 0 1 0 0,0 1-1 0 0,0-1 0 0 0,-1 1 1 0 0,1 0-1 0 0,0 0 0 0 0,0 0 1 0 0,0 0-1 0 0,4-2 0 0 0,16-3 9 0 0,-24 7-7 0 0,1-1 0 0 0,-1 1-1 0 0,1 0 1 0 0,0 0 0 0 0,-1 0 0 0 0,1 0-1 0 0,0 0 1 0 0,-1 1 0 0 0,1-1 0 0 0,0 0-1 0 0,0 1 1 0 0,0-1 0 0 0,0 0-1 0 0,0 1 1 0 0,-1 2 0 0 0,-15 22 278 0 0,-6 2-19 0 0,15-20-161 0 0,0 1 1 0 0,0 1-1 0 0,1 0 0 0 0,0 0 0 0 0,1 0 1 0 0,-9 19-1 0 0,4 13 215 0 0,-1-25-225 0 0,11-16-99 0 0,0 1-1 0 0,-1-1 1 0 0,1 1-1 0 0,0-1 1 0 0,0 1 0 0 0,0 0-1 0 0,0-1 1 0 0,0 1-1 0 0,0 0 1 0 0,0 0-1 0 0,0 0 1 0 0,1 0 0 0 0,-1 0-1 0 0,1 0 1 0 0,0 0-1 0 0,-1 4 1 0 0,1-3-63 0 0,0-1 1 0 0,0 1-1 0 0,0 0 1 0 0,0 0 0 0 0,1 0-1 0 0,-1 0 1 0 0,1 0-1 0 0,-1 0 1 0 0,1-1-1 0 0,0 1 1 0 0,0 0-1 0 0,1 0 1 0 0,-1-1-1 0 0,0 1 1 0 0,1-1 0 0 0,0 1-1 0 0,-1-1 1 0 0,1 0-1 0 0,0 0 1 0 0,0 0-1 0 0,1 0 1 0 0,-1 0-1 0 0,0 0 1 0 0,0 0-1 0 0,4 1 1 0 0,-3 0-198 0 0,6 1-827 0 0,-1 1-1 0 0,1-1 1 0 0,0 0 0 0 0,0-1 0 0 0,0 0-1 0 0,0 0 1 0 0,1-1 0 0 0,-1 0 0 0 0,1-1-1 0 0,0 0 1 0 0,14-1 0 0 0,42-4-4978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34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99 480 0 0,'-6'0'2148'0'0,"-28"3"269"0"0,-1 2-1 0 0,1 1 1 0 0,1 2 0 0 0,-45 17-1 0 0,9-4 174 0 0,67-21-2488 0 0,-1 1 0 0 0,1-1 0 0 0,0 1 0 0 0,0 0 0 0 0,-1-1 0 0 0,1 1 0 0 0,0 0 0 0 0,0 1 0 0 0,0-1 0 0 0,0 0 0 0 0,0 0 0 0 0,0 1 0 0 0,0 0 0 0 0,-1 1 0 0 0,2 0 65 0 0,0-1 0 0 0,0 1 0 0 0,0-1 0 0 0,1 1-1 0 0,-1 0 1 0 0,1 0 0 0 0,0-1 0 0 0,0 1-1 0 0,0 0 1 0 0,0 4 0 0 0,0-2 43 0 0,0-4-184 0 0,1 0-1 0 0,-1 0 0 0 0,1 1 1 0 0,-1-1-1 0 0,1 0 1 0 0,-1 0-1 0 0,1 0 1 0 0,0 0-1 0 0,-1 0 0 0 0,1 0 1 0 0,0 0-1 0 0,0 0 1 0 0,0 0-1 0 0,0 0 0 0 0,0 0 1 0 0,0 0-1 0 0,0-1 1 0 0,0 1-1 0 0,2 1 0 0 0,32 16 407 0 0,-16-10-145 0 0,27 12 65 0 0,1-2-1 0 0,1-3 0 0 0,1-1 1 0 0,0-3-1 0 0,59 6 0 0 0,-91-14-327 0 0,0-2 0 0 0,0 0 1 0 0,0-1-1 0 0,0 0 0 0 0,20-4 0 0 0,-27 1-12 0 0,1 1 0 0 0,-1-1 1 0 0,0-1-1 0 0,0 0 0 0 0,0 0 0 0 0,-1-1 0 0 0,0 0 1 0 0,1-1-1 0 0,8-6 0 0 0,-15 8-8 0 0,1 0 0 0 0,-1 0 0 0 0,0 0 0 0 0,0 0 0 0 0,0 0 0 0 0,-1-1 0 0 0,1 1 0 0 0,-1-1 0 0 0,0 1 0 0 0,0-1 0 0 0,-1 0 0 0 0,0 0 0 0 0,1 0 0 0 0,-2 0 0 0 0,1 0 0 0 0,0 0 0 0 0,-1 0 0 0 0,0 0 0 0 0,0 0 0 0 0,-1 0 1 0 0,1 0-1 0 0,-2-6 0 0 0,-1-3-12 0 0,1 1 1 0 0,-2-1-1 0 0,0 0 0 0 0,-1 1 1 0 0,0 0-1 0 0,-11-20 1 0 0,12 27-17 0 0,0 0-1 0 0,0 0 1 0 0,0 0 0 0 0,-1 0-1 0 0,0 1 1 0 0,0 0 0 0 0,-1 0-1 0 0,1 1 1 0 0,-1-1 0 0 0,0 1-1 0 0,0 0 1 0 0,-1 1 0 0 0,1 0-1 0 0,-1 0 1 0 0,0 0 0 0 0,1 0-1 0 0,-9-1 1 0 0,-9 0-347 0 0,0 1 0 0 0,-1 1 0 0 0,-45 2 0 0 0,34 0-335 0 0,20 0-157 0 0,1 1 1 0 0,-1 1-1 0 0,1 1 1 0 0,-1 0-1 0 0,-26 9 0 0 0,42-12 832 0 0,0 0-1 0 0,0 0 0 0 0,-1 0 0 0 0,1 0 0 0 0,0 0 1 0 0,0 0-1 0 0,0 0 0 0 0,-1 0 0 0 0,1 0 1 0 0,0 1-1 0 0,0-1 0 0 0,0 0 0 0 0,0 0 0 0 0,0 0 1 0 0,-1 0-1 0 0,1 0 0 0 0,0 0 0 0 0,0 1 1 0 0,0-1-1 0 0,0 0 0 0 0,0 0 0 0 0,0 0 0 0 0,-1 0 1 0 0,1 1-1 0 0,0-1 0 0 0,0 0 0 0 0,0 0 0 0 0,0 0 1 0 0,0 0-1 0 0,0 1 0 0 0,0-1 0 0 0,0 0 1 0 0,0 0-1 0 0,0 0 0 0 0,0 1 0 0 0,0-1 0 0 0,0 0 1 0 0,0 0-1 0 0,0 0 0 0 0,0 0 0 0 0,0 1 1 0 0,0-1-1 0 0,0 0 0 0 0,0 0 0 0 0,1 0 0 0 0,-1 1 1 0 0,0-1-1 0 0,0 0 0 0 0,0 0 0 0 0,0 0 1 0 0,0 0-1 0 0,0 0 0 0 0,0 1 0 0 0,1-1 0 0 0,-1 0 1 0 0,0 0-1 0 0,0 0 0 0 0,0 0 0 0 0,0 0 1 0 0,1 0-1 0 0,-1 0 0 0 0,0 0 0 0 0,0 0 0 0 0,0 0 1 0 0,0 1-1 0 0,1-1 0 0 0,-1 0 0 0 0,63 27-6022 0 0,-33-15 2984 0 0,2 2-358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39:35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37 2401 0 0,'-4'-1'565'0'0,"0"0"0"0"0,0 0-1 0 0,0-1 1 0 0,0 1 0 0 0,1-1 0 0 0,-7-3-1 0 0,7 2-8 0 0,-1 1 0 0 0,1 0 0 0 0,-1 1-1 0 0,0-1 1 0 0,0 1 0 0 0,-7-2 0 0 0,-8-1 1116 0 0,-1 2-1 0 0,0 0 1 0 0,0 1 0 0 0,0 0 0 0 0,-38 6 0 0 0,57-5-1614 0 0,0 1 1 0 0,1 0-1 0 0,-1-1 0 0 0,1 1 1 0 0,-1 0-1 0 0,1 0 0 0 0,-1-1 1 0 0,1 1-1 0 0,-1 0 1 0 0,1 0-1 0 0,0 0 0 0 0,-1 0 1 0 0,1-1-1 0 0,0 1 0 0 0,0 0 1 0 0,0 0-1 0 0,0 0 0 0 0,-1 0 1 0 0,1 0-1 0 0,1 0 0 0 0,-1 0 1 0 0,0 0-1 0 0,0 0 0 0 0,0-1 1 0 0,0 1-1 0 0,1 1 1 0 0,-1 2 192 0 0,0-1-181 0 0,1 0-1 0 0,-1 0 0 0 0,1 0 0 0 0,-1 0 0 0 0,1 0 0 0 0,0-1 1 0 0,0 1-1 0 0,0 0 0 0 0,0 0 0 0 0,1-1 0 0 0,-1 1 0 0 0,1-1 0 0 0,-1 1 1 0 0,1-1-1 0 0,0 1 0 0 0,0-1 0 0 0,0 0 0 0 0,3 2 0 0 0,4 3 51 0 0,1 0-1 0 0,0-1 1 0 0,14 8 0 0 0,-5-4 88 0 0,18 9 107 0 0,0-1 0 0 0,1-3 0 0 0,1 0 0 0 0,1-3-1 0 0,0-1 1 0 0,42 6 0 0 0,-23-9 44 0 0,81 2-1 0 0,-11-13-184 0 0,-100-3-134 0 0,-29 6-45 0 0,1 0-1 0 0,-1 0 1 0 0,0 0 0 0 0,1 0-1 0 0,-1 0 1 0 0,0-1 0 0 0,1 1 0 0 0,-1 0-1 0 0,0 0 1 0 0,0-1 0 0 0,1 1-1 0 0,-1 0 1 0 0,0 0 0 0 0,0-1-1 0 0,1 1 1 0 0,-1 0 0 0 0,0-1 0 0 0,0 1-1 0 0,0 0 1 0 0,0-1 0 0 0,1 1-1 0 0,-1 0 1 0 0,0-1 0 0 0,0 1 0 0 0,0 0-1 0 0,0-1 1 0 0,0 1 0 0 0,0-1-1 0 0,0 1 1 0 0,0 0 0 0 0,0-1 0 0 0,0 0-1 0 0,-2-1-71 0 0,0-1-1 0 0,1 1 0 0 0,-1-1 0 0 0,0 1 1 0 0,0 0-1 0 0,-1 0 0 0 0,1 0 1 0 0,0 0-1 0 0,-1 0 0 0 0,1 1 1 0 0,-4-3-1 0 0,-48-26-2363 0 0,-94-29-4749 0 0,-68-14-4989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06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0 656 1521 0 0,'2'-1'272'0'0,"-1"1"-1"0"0,1 0 1 0 0,0-1 0 0 0,-1 1 0 0 0,1-1 0 0 0,-1 0 0 0 0,1 1-1 0 0,-1-1 1 0 0,1 0 0 0 0,-1 0 0 0 0,1 0 0 0 0,-1 0 0 0 0,0 0 0 0 0,1 0-1 0 0,-1 0 1 0 0,0 0 0 0 0,0-1 0 0 0,0 1 0 0 0,1-3 0 0 0,-1 1 785 0 0,0-1 1 0 0,0 0-1 0 0,0 0 1 0 0,-1 1-1 0 0,0-1 1 0 0,0 0-1 0 0,0-6 1 0 0,0-3-269 0 0,0 5 2242 0 0,0 23-1873 0 0,0 25-504 0 0,0-39-643 0 0,0 0 0 0 0,0 0 1 0 0,0 0-1 0 0,0 0 1 0 0,0-1-1 0 0,0 1 1 0 0,0 0-1 0 0,1 0 0 0 0,-1 0 1 0 0,0-1-1 0 0,1 1 1 0 0,-1 0-1 0 0,0 0 1 0 0,1-1-1 0 0,-1 1 0 0 0,1 0 1 0 0,-1-1-1 0 0,1 1 1 0 0,-1 0-1 0 0,1-1 0 0 0,0 1 1 0 0,-1-1-1 0 0,1 1 1 0 0,0-1-1 0 0,-1 1 1 0 0,1-1-1 0 0,0 0 0 0 0,0 1 1 0 0,-1-1-1 0 0,1 0 1 0 0,2 1-1 0 0,-3-1-2 0 0,1 0 0 0 0,0 0 0 0 0,0 1 0 0 0,0-1 0 0 0,0 0 0 0 0,0 1 0 0 0,-1-1 0 0 0,1 1 0 0 0,0-1 0 0 0,0 1 0 0 0,-1-1 0 0 0,1 1 0 0 0,0 0 0 0 0,-1-1 0 0 0,1 1 0 0 0,-1 0 0 0 0,1 0 0 0 0,-1-1 0 0 0,1 1 0 0 0,-1 0 0 0 0,1 0 0 0 0,-1 0 0 0 0,0-1 0 0 0,1 1 0 0 0,-1 0 0 0 0,0 0 0 0 0,0 0 0 0 0,0 0 0 0 0,0 0 0 0 0,0 0 0 0 0,0 1 0 0 0,0 0 3 0 0,0-1 0 0 0,0 0-1 0 0,1 0 1 0 0,-1 0 0 0 0,0 0 0 0 0,0 1-1 0 0,1-1 1 0 0,-1 0 0 0 0,0 0 0 0 0,1 0-1 0 0,-1 0 1 0 0,1 0 0 0 0,0 0 0 0 0,-1 0-1 0 0,1 0 1 0 0,0 0 0 0 0,-1 0 0 0 0,1 0-1 0 0,0 0 1 0 0,0-1 0 0 0,0 1-1 0 0,0 0 1 0 0,0-1 0 0 0,0 1 0 0 0,2 0-1 0 0,-2 0-4 0 0,0-1 0 0 0,0 1 0 0 0,0 0-1 0 0,0-1 1 0 0,0 1 0 0 0,0 0 0 0 0,0 0-1 0 0,-1-1 1 0 0,1 1 0 0 0,0 0-1 0 0,0 0 1 0 0,-1 0 0 0 0,1 0 0 0 0,0 0-1 0 0,-1 0 1 0 0,1 0 0 0 0,-1 0 0 0 0,1 0-1 0 0,-1 0 1 0 0,0 1 0 0 0,0-1 0 0 0,1 0-1 0 0,-1 0 1 0 0,0 0 0 0 0,0 2-1 0 0,0 0 11 0 0,1 0-1 0 0,-1 0 0 0 0,1 0 0 0 0,0 0 0 0 0,-1 0 0 0 0,1 0 0 0 0,1-1 1 0 0,-1 1-1 0 0,0 0 0 0 0,1-1 0 0 0,-1 1 0 0 0,1-1 0 0 0,0 1 0 0 0,0-1 1 0 0,0 0-1 0 0,0 0 0 0 0,0 0 0 0 0,4 4 0 0 0,-3-5-29 0 0,-1 1 1 0 0,0 0-1 0 0,1 0 1 0 0,-1 0-1 0 0,0 1 0 0 0,0-1 1 0 0,-1 0-1 0 0,1 1 0 0 0,0-1 1 0 0,-1 1-1 0 0,0 0 1 0 0,1-1-1 0 0,-1 1 0 0 0,0 0 1 0 0,0 0-1 0 0,-1 0 0 0 0,1 0 1 0 0,0 5-1 0 0,-1-3-8 0 0,-1-1 1 0 0,2 1-1 0 0,-1-1 0 0 0,0 1 0 0 0,1-1 0 0 0,0 1 0 0 0,2 5 1 0 0,-2-8 26 0 0,0-1 0 0 0,0 1 0 0 0,0-1 1 0 0,0 0-1 0 0,1 1 0 0 0,-1-1 0 0 0,0 0 0 0 0,1 1 1 0 0,-1-1-1 0 0,1 0 0 0 0,3 1 0 0 0,-2 0-7 0 0,-2-1 1 0 0,-1 0 0 0 0,1-1 0 0 0,0 1 0 0 0,-1 0 0 0 0,1 0 0 0 0,-1 0 0 0 0,1-1 0 0 0,-1 1 0 0 0,1 0 0 0 0,-1 0 1 0 0,0 0-1 0 0,1 0 0 0 0,-1 0 0 0 0,0 0 0 0 0,0 0 0 0 0,0 0 0 0 0,0 0 0 0 0,1-1 0 0 0,-2 3 0 0 0,0-1 134 0 0,0-15 64 0 0,1-23 323 0 0,0 1 226 0 0,6-57 0 0 0,4 34-150 0 0,-4 26-209 0 0,-1-1-1 0 0,1-44 1 0 0,-6-283 4828 0 0,6 360-5176 0 0,48-7 134 0 0,-44 4-126 0 0,0 1 0 0 0,0-1 0 0 0,1 2 0 0 0,-1-1 0 0 0,11 1 0 0 0,5-1 77 0 0,289-25 444 0 0,-201 21-479 0 0,261-3-90 0 0,-312 6-79 0 0,-60 3-7 0 0,0 0 1 0 0,0-1 0 0 0,0 0 0 0 0,0 0 0 0 0,0 1-1 0 0,0-2 1 0 0,-1 1 0 0 0,1 0 0 0 0,0 0-1 0 0,-1-1 1 0 0,1 0 0 0 0,4-3 0 0 0,-7 4-105 0 0,1 0 1 0 0,-1 0-1 0 0,1 0 1 0 0,-1 0-1 0 0,1 0 1 0 0,-1 0-1 0 0,0 0 1 0 0,1 0-1 0 0,-1 0 1 0 0,0 0-1 0 0,0-1 1 0 0,0 1-1 0 0,0 0 0 0 0,0 0 1 0 0,0 0-1 0 0,0 0 1 0 0,0 0-1 0 0,-1 0 1 0 0,1 0-1 0 0,0 0 1 0 0,-1-1-1 0 0,1 1 1 0 0,-1 0-1 0 0,1 0 1 0 0,-1-1-1 0 0,-27-65-13176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08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190 123 240 0 0,'0'0'2335'0'0,"-4"0"-1055"0"0,-14 0 81 0 0,18 0-1327 0 0,0 0 0 0 0,0 0 0 0 0,0 0 0 0 0,0 0 0 0 0,0 0 0 0 0,0 0 0 0 0,-1 0 0 0 0,1 0 0 0 0,0 0 0 0 0,0 1 0 0 0,0-1 0 0 0,0 0 0 0 0,0 0 0 0 0,0 0 0 0 0,0 0 0 0 0,-1 0 0 0 0,1 0 0 0 0,0 0 0 0 0,0 0 0 0 0,0 0 0 0 0,0 0 1 0 0,0 0-1 0 0,0 0 0 0 0,-1 0 0 0 0,1 0 0 0 0,0-1 0 0 0,0 1 0 0 0,0 0 0 0 0,0 0 0 0 0,0 0 0 0 0,0 0 0 0 0,0 0 0 0 0,0 0 0 0 0,-1 0 0 0 0,1 0 0 0 0,0 0 0 0 0,0 0 0 0 0,0 0 0 0 0,0 0 0 0 0,0-1 0 0 0,0 1 0 0 0,0 0 0 0 0,0 0 0 0 0,0 0 0 0 0,0 0 0 0 0,0 0 0 0 0,0 0 0 0 0,0 0 1 0 0,0-1-1 0 0,0 1 0 0 0,0 0 0 0 0,0 0 0 0 0,0 0 0 0 0,0 0 0 0 0,0 0 0 0 0,0 0 0 0 0,0 0 0 0 0,0-1 0 0 0,0 1 0 0 0,0 0 0 0 0,0 0 0 0 0,0 0-3 0 0,0 0 0 0 0,0 0-1 0 0,0-1 1 0 0,0 1 0 0 0,0 0 0 0 0,0 0 0 0 0,0 0-1 0 0,0 0 1 0 0,0 0 0 0 0,0-1 0 0 0,0 1-1 0 0,0 0 1 0 0,0 0 0 0 0,0 0 0 0 0,0 0 0 0 0,0 0-1 0 0,0-1 1 0 0,0 1 0 0 0,0 0 0 0 0,-1 0 0 0 0,1 0-1 0 0,0 0 1 0 0,0 0 0 0 0,0 0 0 0 0,0 0 0 0 0,0-1-1 0 0,0 1 1 0 0,0 0 0 0 0,0 0 0 0 0,-1 0 0 0 0,1 0-1 0 0,0 0 1 0 0,0 0 0 0 0,0 0 0 0 0,0 0-1 0 0,0 0 1 0 0,0 0 0 0 0,-1 0 0 0 0,1 0 0 0 0,0 0-1 0 0,0 0 1 0 0,0 0 0 0 0,0 0 0 0 0,0 0 0 0 0,-1 0-1 0 0,1 0 1 0 0,0 0 0 0 0,0 0 0 0 0,0 0 0 0 0,0 0-1 0 0,0 0 1 0 0,-1 0 0 0 0,1 0 0 0 0,0 0-1 0 0,0 0 1 0 0,0 0 0 0 0,0 0 0 0 0,0 0 0 0 0,0 0-1 0 0,-1 1 1 0 0,-20-1 1183 0 0,15 0 1374 0 0,1 0-1454 0 0,-23 0 1627 0 0,34-7-1654 0 0,16 5-520 0 0,-17 2 841 0 0,-3-5 4038 0 0,4 2-3404 0 0,13 0-2936 0 0,-19 3 1423 0 0,6-1-256 0 0,-6 0-252 0 0,-1 0-1 0 0,1 0 1 0 0,0 0 0 0 0,0 1-1 0 0,0-1 1 0 0,0 0-1 0 0,0 0 1 0 0,0 0-1 0 0,0 0 1 0 0,0 0 0 0 0,0 0-1 0 0,0 0 1 0 0,0 1-1 0 0,1-1 1 0 0,-1 0-1 0 0,0 0 1 0 0,1 0 0 0 0,-1 1-1 0 0,0-1 1 0 0,1 0-1 0 0,-1 0 1 0 0,1 1-1 0 0,0-2 1 0 0,1 2-26 0 0,-1-1-1 0 0,1 0 1 0 0,-1 1 0 0 0,0-1 0 0 0,1 0-1 0 0,-1 0 1 0 0,0 0 0 0 0,1 0-1 0 0,-1 0 1 0 0,0 0 0 0 0,0 0-1 0 0,1-2 1 0 0,2-24 1155 0 0,-3 28-1137 0 0,-24 4 94 0 0,-16 4-97 0 0,27-7-50 0 0,0 0 1 0 0,1 1 0 0 0,0 0-1 0 0,-12 5 1 0 0,-4-1 72 0 0,-5-1-186 0 0,37 1-107 0 0,87 15-80 0 0,-23-17 411 0 0,-39-11-21 0 0,-4-1-18 0 0,-14 5-42 0 0,-8 1 2 0 0,0 1 0 0 0,1-1-1 0 0,-1 0 1 0 0,0 0 0 0 0,0 0-1 0 0,0-1 1 0 0,0 1 0 0 0,0-1-1 0 0,-1 0 1 0 0,1 0 0 0 0,0-1-1 0 0,-1 1 1 0 0,4-4 0 0 0,15-7 68 0 0,-21 11-61 0 0,0 0-1 0 0,0 1 1 0 0,0-1 0 0 0,-1 0 0 0 0,1 0 0 0 0,0 0 0 0 0,-1 0 0 0 0,1 0 0 0 0,-1 0 0 0 0,0 0 0 0 0,0 0-1 0 0,0 0 1 0 0,0 0 0 0 0,0 0 0 0 0,0 0 0 0 0,-1 0 0 0 0,1 0 0 0 0,-1 0 0 0 0,1 0 0 0 0,-1 0-1 0 0,0 0 1 0 0,1 0 0 0 0,-3-2 0 0 0,-19-3 8 0 0,17 2-40 0 0,5 4-54 0 0,0 25-107 0 0,1-13 196 0 0,1 1 0 0 0,0-1 0 0 0,1 0-1 0 0,1 0 1 0 0,-1 0 0 0 0,2 0-1 0 0,-1-1 1 0 0,2 0 0 0 0,11 19-1 0 0,-10-19 5 0 0,0 1-1 0 0,-1 0 0 0 0,-1 0 0 0 0,0 0 0 0 0,0 1 0 0 0,-1-1 0 0 0,-1 1 1 0 0,0 0-1 0 0,-1 0 0 0 0,2 14 0 0 0,-4 122 228 0 0,0-142-364 0 0,-1-1-1 0 0,1 1 0 0 0,-1-1 1 0 0,0 1-1 0 0,0-1 0 0 0,-1 0 1 0 0,1 1-1 0 0,-1-1 0 0 0,-1 0 0 0 0,-4 9 1 0 0,-1 2-688 0 0,-3 17-2256 0 0,-1-19 531 0 0,0 0-1944 0 0,9 0-1359 0 0,3-6-4058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09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21 960 0 0,'-60'-8'5510'0'0,"59"8"-5475"0"0,1 0 0 0 0,0 0 0 0 0,0 0 1 0 0,-1 0-1 0 0,1 0 0 0 0,0-1 0 0 0,0 1 1 0 0,-1 0-1 0 0,1 0 0 0 0,0 0 0 0 0,0 0 1 0 0,0-1-1 0 0,-1 1 0 0 0,1 0 0 0 0,0 0 1 0 0,0-1-1 0 0,0 1 0 0 0,0 0 0 0 0,-1 0 1 0 0,1-1-1 0 0,0 1 0 0 0,0 0 0 0 0,0 0 1 0 0,0-1-1 0 0,0 1 0 0 0,0 0 0 0 0,0 0 1 0 0,0-1-1 0 0,0 1 0 0 0,0 0 0 0 0,0-1 1 0 0,-2-4 1737 0 0,-2 4 2222 0 0,-14 1-1096 0 0,16 1-1946 0 0,5-1-268 0 0,33 3 351 0 0,16 1 47 0 0,235 35 2234 0 0,497 45 1957 0 0,-143-65-3620 0 0,-455-22-1419 0 0,-42-1-1430 0 0,-93 3-1153 0 0,-42-1 1709 0 0,-41-1-23680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10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97 111 4482 0 0,'-5'0'2588'0'0,"-17"0"-987"0"0,22 0-1566 0 0,-1 0 0 0 0,1 0 0 0 0,0 0 0 0 0,0 0 0 0 0,-1 0 0 0 0,1 0 0 0 0,0 0 0 0 0,0 0 0 0 0,0 0 1 0 0,-1 0-1 0 0,1 0 0 0 0,0 0 0 0 0,0 0 0 0 0,-1 0 0 0 0,1 0 0 0 0,0 0 0 0 0,0 1 0 0 0,0-1 0 0 0,0 0 0 0 0,-1 0 1 0 0,1 0-1 0 0,0 0 0 0 0,0 0 0 0 0,0 1 0 0 0,0-1 0 0 0,0 0 0 0 0,-1 0 0 0 0,1 0 0 0 0,0 1 0 0 0,0-1 0 0 0,0 0 1 0 0,0 0-1 0 0,0 0 0 0 0,0 1 0 0 0,0-1 0 0 0,0 0 0 0 0,0 0 0 0 0,0 1 0 0 0,0-1 0 0 0,0 0 0 0 0,0 1 0 0 0,0-1-24 0 0,0 0 1 0 0,0 1-1 0 0,0-1 0 0 0,0 0 0 0 0,0 0 0 0 0,0 1 0 0 0,0-1 0 0 0,0 0 0 0 0,0 0 0 0 0,-1 1 0 0 0,1-1 0 0 0,0 0 0 0 0,0 1 0 0 0,0-1 0 0 0,0 0 0 0 0,0 0 0 0 0,-1 0 0 0 0,1 1 0 0 0,0-1 0 0 0,0 0 1 0 0,0 0-1 0 0,0 0 0 0 0,-1 1 0 0 0,1-1 0 0 0,0 0 0 0 0,0 0 0 0 0,-1 0 0 0 0,1 0 0 0 0,0 0 0 0 0,0 1 0 0 0,-1-1 0 0 0,-8 1 115 0 0,-4 4 634 0 0,12-3-635 0 0,0-1 0 0 0,0 1 0 0 0,1-1-1 0 0,-1 1 1 0 0,1-1 0 0 0,-1 1 0 0 0,1 0-1 0 0,0-1 1 0 0,0 1 0 0 0,-1 0-1 0 0,1 0 1 0 0,1 3 0 0 0,-1-4-56 0 0,-1 1-1 0 0,1 0 1 0 0,-1-1-1 0 0,1 1 1 0 0,-1-1 0 0 0,1 1-1 0 0,-1-1 1 0 0,0 1-1 0 0,0-1 1 0 0,1 1 0 0 0,-1-1-1 0 0,0 1 1 0 0,-1-1-1 0 0,1 0 1 0 0,0 0 0 0 0,0 0-1 0 0,-3 2 1 0 0,3-2-38 0 0,0-1 1 0 0,0 1-1 0 0,0 0 0 0 0,0 0 1 0 0,0 0-1 0 0,0 0 1 0 0,1-1-1 0 0,-1 1 0 0 0,0 0 1 0 0,0 1-1 0 0,1-1 1 0 0,-1 0-1 0 0,0 0 1 0 0,1 0-1 0 0,-1 0 0 0 0,1 0 1 0 0,0 1-1 0 0,-1-1 1 0 0,1 0-1 0 0,0 0 1 0 0,0 1-1 0 0,0-1 0 0 0,0 0 1 0 0,0 0-1 0 0,0 1 1 0 0,0-1-1 0 0,0 0 0 0 0,0 0 1 0 0,0 1-1 0 0,1-1 1 0 0,-1 0-1 0 0,1 0 1 0 0,-1 1-1 0 0,2 0 0 0 0,6 10 106 0 0,0 0-1 0 0,2-1 0 0 0,-1 0 1 0 0,1-1-1 0 0,18 15 0 0 0,18 18 140 0 0,149 142 2059 0 0,-168-159-1829 0 0,-24-23-366 0 0,-1 0-1 0 0,1 0 0 0 0,-1 0 1 0 0,1 0-1 0 0,0 0 0 0 0,0 0 1 0 0,1-1-1 0 0,-1 1 0 0 0,0-1 1 0 0,1 0-1 0 0,0 0 0 0 0,-1 0 1 0 0,1-1-1 0 0,0 1 0 0 0,0-1 1 0 0,0 0-1 0 0,6 1 0 0 0,-10-2-98 0 0,1 0-1 0 0,-1-1 0 0 0,1 1 1 0 0,-1 0-1 0 0,0-1 1 0 0,1 1-1 0 0,-1-1 0 0 0,1 1 1 0 0,-1-1-1 0 0,0 1 0 0 0,1-1 1 0 0,-1 1-1 0 0,0-1 1 0 0,1 1-1 0 0,-1-1 0 0 0,0 1 1 0 0,0-1-1 0 0,0 1 0 0 0,0-1 1 0 0,1 1-1 0 0,-1-1 0 0 0,0 0 1 0 0,0 1-1 0 0,0-1 1 0 0,0 1-1 0 0,0-1 0 0 0,0 1 1 0 0,0-1-1 0 0,-1 0 0 0 0,1 1 1 0 0,0-1-1 0 0,0 1 1 0 0,0-1-1 0 0,-1 0 0 0 0,1-3 215 0 0,0-406 2866 0 0,0 409-3115 0 0,0 0 0 0 0,0 0 0 0 0,0 0 0 0 0,0 0 0 0 0,0 0 0 0 0,-1 1-1 0 0,1-1 1 0 0,0 0 0 0 0,-1 0 0 0 0,1 0 0 0 0,-1 0 0 0 0,1 0 0 0 0,0 0 0 0 0,-1 0 0 0 0,0 1-1 0 0,1-1 1 0 0,-1 0 0 0 0,0 0 0 0 0,1 1 0 0 0,-1-1 0 0 0,0 0 0 0 0,0 1 0 0 0,1-1 0 0 0,-1 1-1 0 0,0-1 1 0 0,0 1 0 0 0,-1-1 0 0 0,0 0 12 0 0,1 1-1 0 0,0 0 0 0 0,0-1 1 0 0,0 0-1 0 0,0 1 1 0 0,1-1-1 0 0,-1 0 1 0 0,0 1-1 0 0,0-1 1 0 0,0 0-1 0 0,0 0 1 0 0,1 0-1 0 0,-1 0 0 0 0,0 0 1 0 0,1 0-1 0 0,-1 0 1 0 0,1 0-1 0 0,-1 0 1 0 0,1 0-1 0 0,0 0 1 0 0,-1 0-1 0 0,1 0 1 0 0,0 0-1 0 0,0 0 0 0 0,-1 0 1 0 0,1 0-1 0 0,0-3 1 0 0,1 3 24 0 0,-1 0 0 0 0,0 0 0 0 0,0 0 1 0 0,0 0-1 0 0,0 0 0 0 0,-1 0 0 0 0,1 0 1 0 0,0 0-1 0 0,0 0 0 0 0,-1 0 0 0 0,1 0 0 0 0,0 0 1 0 0,-1 0-1 0 0,1 0 0 0 0,-1 0 0 0 0,1 0 1 0 0,-1 0-1 0 0,0 0 0 0 0,1 1 0 0 0,-1-1 0 0 0,-1-1 1 0 0,-22-3 2296 0 0,24 6-1785 0 0,0 0-544 0 0,0-1 0 0 0,0 0 1 0 0,0 0-1 0 0,-1 0 0 0 0,1 0 0 0 0,0 0 1 0 0,0 1-1 0 0,0-1 0 0 0,0 0 1 0 0,0 0-1 0 0,0 0 0 0 0,0 0 1 0 0,0 0-1 0 0,0 1 0 0 0,0-1 1 0 0,0 0-1 0 0,0 0 0 0 0,0 0 1 0 0,0 0-1 0 0,0 1 0 0 0,1-1 1 0 0,-1 0-1 0 0,0 0 0 0 0,0 0 0 0 0,0 0 1 0 0,0 0-1 0 0,0 1 0 0 0,0-1 1 0 0,0 0-1 0 0,0 0 0 0 0,0 0 1 0 0,0 0-1 0 0,1 0 0 0 0,-1 0 1 0 0,0 0-1 0 0,0 0 0 0 0,0 1 1 0 0,0-1-1 0 0,0 0 0 0 0,1 0 1 0 0,-1 0-1 0 0,0 0 0 0 0,0 0 1 0 0,0 0-1 0 0,0 0 0 0 0,0 0 0 0 0,1 0 1 0 0,-1 0-1 0 0,0 0 0 0 0,0 0 1 0 0,0 0-1 0 0,0 0 0 0 0,1 0 1 0 0,-1 0-1 0 0,0 0 0 0 0,0 0 1 0 0,0 0-1 0 0,0 0 0 0 0,0 0 1 0 0,1-1-1 0 0,-1 1 0 0 0,0 0 1 0 0,0 0-1 0 0,22 0 190 0 0,-17 0-93 0 0,-6-2 21 0 0,8-1-83 0 0,51-10 106 0 0,-10 2 63 0 0,80-7 0 0 0,-23 8-214 0 0,127-7 0 0 0,2 7-438 0 0,86-2-1771 0 0,-314 14-2729 0 0,-12 3 1112 0 0,-21 5-3057 0 0,-6 9-1267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11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159 201 1361 0 0,'-43'10'2704'0'0,"-7"1"1968"0"0,43-8-2791 0 0,3 0-1547 0 0,-17 2 639 0 0,14 0 1322 0 0,3-2-1668 0 0,-18-1 3054 0 0,24-2-3310 0 0,13 0-437 0 0,-15 0 169 0 0,1 0 1 0 0,-1 0 0 0 0,0 0-1 0 0,1 0 1 0 0,-1-1 0 0 0,1 1-1 0 0,-1 0 1 0 0,1 0 0 0 0,-1 0-1 0 0,0 0 1 0 0,1 0 0 0 0,-1-1-1 0 0,1 1 1 0 0,-1 0 0 0 0,0 0-1 0 0,1-1 1 0 0,-1 1-1 0 0,0 0 1 0 0,1-1 0 0 0,-1 1-1 0 0,0 0 1 0 0,0-1 0 0 0,1 1-1 0 0,-1-1 1 0 0,0 1 0 0 0,0 0-1 0 0,0-1 1 0 0,1 1 0 0 0,-1-1-1 0 0,0 1 1 0 0,0 0 0 0 0,0-1-1 0 0,0 0 1 0 0,1 0-42 0 0,0-1 0 0 0,0 1 1 0 0,0 0-1 0 0,0 0 0 0 0,0-1 0 0 0,1 1 1 0 0,-1 0-1 0 0,0 0 0 0 0,1 0 0 0 0,-1 0 1 0 0,0 0-1 0 0,1 1 0 0 0,-1-1 0 0 0,1 0 1 0 0,2 0-1 0 0,0-1 129 0 0,3-4 117 0 0,-1 0 0 0 0,-1 0 0 0 0,1 0 0 0 0,7-12 0 0 0,-8 11-160 0 0,0 0 1 0 0,0 0-1 0 0,1 1 0 0 0,7-7 0 0 0,-6 7-62 0 0,1 0 9 0 0,-1 0-1 0 0,0-1 1 0 0,0 1 0 0 0,-1-2-1 0 0,7-8 1 0 0,-11 11-35 0 0,-1 3-44 0 0,0-1 0 0 0,1 1 0 0 0,-1-1 0 0 0,0 1 0 0 0,1 0 0 0 0,0-1 0 0 0,-1 1 1 0 0,1 0-1 0 0,0 0 0 0 0,0 0 0 0 0,0 0 0 0 0,0 1 0 0 0,1-1 0 0 0,-1 1 0 0 0,0-1 0 0 0,5-1 0 0 0,2-1 10 0 0,-8 3-22 0 0,1 1 0 0 0,-1 0 1 0 0,0 0-1 0 0,0-1 0 0 0,0 1 1 0 0,0-1-1 0 0,0 1 0 0 0,0-1 1 0 0,0 0-1 0 0,0 1 0 0 0,0-1 1 0 0,0 0-1 0 0,0 1 0 0 0,0-1 1 0 0,0 0-1 0 0,-1 0 0 0 0,1 0 1 0 0,0 0-1 0 0,-1 0 0 0 0,1 0 1 0 0,0 0-1 0 0,-1 0 0 0 0,1 0 1 0 0,-1 0-1 0 0,0 0 0 0 0,1-1 1 0 0,-1 0-1 0 0,0 2-5 0 0,0-1 1 0 0,1 1-1 0 0,-1-1 1 0 0,0 1-1 0 0,0-1 1 0 0,0 1-1 0 0,0 0 1 0 0,1-1-1 0 0,-1 1 1 0 0,0 0-1 0 0,1-1 1 0 0,-1 1-1 0 0,0 0 0 0 0,0-1 1 0 0,1 1-1 0 0,-1 0 1 0 0,1-1-1 0 0,-1 1 1 0 0,0 0-1 0 0,1 0 1 0 0,-1 0-1 0 0,1-1 1 0 0,-1 1-1 0 0,0 0 1 0 0,1 0-1 0 0,-1 0 0 0 0,1 0 1 0 0,-1 0-1 0 0,1 0 1 0 0,-1 0-1 0 0,0 0 1 0 0,1 0-1 0 0,-1 0 1 0 0,1 0-1 0 0,-1 0 1 0 0,1 0-1 0 0,0 0 1 0 0,12 2-33 0 0,-5 9 30 0 0,-5-3 19 0 0,11 23 113 0 0,-1 1 0 0 0,15 60 0 0 0,-17-7 191 0 0,10-11 67 0 0,-13-42-194 0 0,-6-19-123 0 0,1 0 0 0 0,0 0 0 0 0,1-1 0 0 0,1 1 0 0 0,8 17 0 0 0,15 23 37 0 0,-17-11-67 0 0,0-24-93 0 0,-9-16 5 0 0,0 0 1 0 0,-1 0 0 0 0,0 0 0 0 0,1 0 0 0 0,-1 0 0 0 0,0 0 0 0 0,0 0 0 0 0,0 1 0 0 0,0-1-1 0 0,0 0 1 0 0,-1 0 0 0 0,1 1 0 0 0,-1-1 0 0 0,1 3 0 0 0,-1-4-45 0 0,-1 0 0 0 0,1 0 1 0 0,0-1-1 0 0,-1 1 0 0 0,1-1 1 0 0,-1 1-1 0 0,1 0 0 0 0,-1-1 0 0 0,1 1 1 0 0,-1-1-1 0 0,1 1 0 0 0,-1-1 1 0 0,1 1-1 0 0,-1-1 0 0 0,0 0 1 0 0,1 1-1 0 0,-1-1 0 0 0,1 0 0 0 0,-1 1 1 0 0,0-1-1 0 0,0 0 0 0 0,1 0 1 0 0,-1 0-1 0 0,0 1 0 0 0,1-1 0 0 0,-1 0 1 0 0,0 0-1 0 0,0 0 0 0 0,1 0 1 0 0,-1 0-1 0 0,0-1 0 0 0,0 1 0 0 0,1 0 1 0 0,-1 0-1 0 0,0 0 0 0 0,1 0 1 0 0,-1-1-1 0 0,0 1 0 0 0,1 0 1 0 0,-1-1-1 0 0,0 1 0 0 0,1-1 0 0 0,-1 1 1 0 0,1-1-1 0 0,-1 1 0 0 0,1-1 1 0 0,-1 1-1 0 0,1-1 0 0 0,-1 1 0 0 0,1-1 1 0 0,-1 0-1 0 0,1 1 0 0 0,0-1 1 0 0,-1 1-1 0 0,1-1 0 0 0,0 0 0 0 0,0 0 1 0 0,0 1-1 0 0,-1-1 0 0 0,1 0 1 0 0,0 1-1 0 0,0-1 0 0 0,0-1 0 0 0,0-19-2169 0 0,-1 10 1433 0 0,1-1 0 0 0,0 1 0 0 0,1 0 0 0 0,0 0 0 0 0,4-13-1 0 0,22-60-5027 0 0,5-18-3121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11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323 307 2961 0 0,'-26'20'4109'0'0,"22"-17"-3411"0"0,1 0-1 0 0,-1 0 1 0 0,0 0-1 0 0,0-1 0 0 0,0 1 1 0 0,-6 2-1 0 0,-3-1 905 0 0,0 0 0 0 0,-26 4 0 0 0,11-2-458 0 0,28-6-1126 0 0,0 0 0 0 0,-1 0 0 0 0,1 0 0 0 0,0 0 0 0 0,0 0 0 0 0,-1 0 0 0 0,1 1 1 0 0,0-1-1 0 0,-1 0 0 0 0,1 0 0 0 0,0 0 0 0 0,0 0 0 0 0,0 1 0 0 0,-1-1 1 0 0,1 0-1 0 0,0 0 0 0 0,0 1 0 0 0,0-1 0 0 0,-1 0 0 0 0,1 0 0 0 0,0 1 0 0 0,0-1 1 0 0,0 0-1 0 0,0 1 0 0 0,0-1 0 0 0,-1 0 0 0 0,1 0 0 0 0,0 1 0 0 0,0-1 1 0 0,0 0-1 0 0,0 1 0 0 0,0-1 0 0 0,0 0 0 0 0,0 1 0 0 0,0-1 0 0 0,0 0 0 0 0,0 1 1 0 0,1-1-1 0 0,-1 0 0 0 0,0 0 0 0 0,0 1 0 0 0,0-1 0 0 0,0 0 0 0 0,0 1 0 0 0,0-1 1 0 0,1 0-1 0 0,-1 0 0 0 0,0 1 0 0 0,0-1 0 0 0,0 0 0 0 0,1 0 0 0 0,-1 0 1 0 0,0 1-1 0 0,0-1 0 0 0,1 0 0 0 0,-1 0 0 0 0,0 0 0 0 0,1 0 0 0 0,-1 1 0 0 0,0-1 1 0 0,0 0-1 0 0,1 0 0 0 0,-1 0 0 0 0,22 4 449 0 0,-22-4-455 0 0,0 0 1 0 0,1 0-1 0 0,-1 0 0 0 0,0 0 1 0 0,0 0-1 0 0,0 0 1 0 0,0 0-1 0 0,1 0 0 0 0,-1 0 1 0 0,0 0-1 0 0,0 0 0 0 0,0 0 1 0 0,0 0-1 0 0,1 0 1 0 0,-1 0-1 0 0,0 0 0 0 0,0 0 1 0 0,0 0-1 0 0,0 0 0 0 0,1 0 1 0 0,-1 0-1 0 0,0 0 1 0 0,0 0-1 0 0,0 0 0 0 0,0 0 1 0 0,1 1-1 0 0,-1-1 0 0 0,0 0 1 0 0,0 0-1 0 0,0 0 0 0 0,0 0 1 0 0,0 0-1 0 0,0 0 1 0 0,0 1-1 0 0,1-1 0 0 0,-1 0 1 0 0,0 0-1 0 0,0 0 0 0 0,0 0 1 0 0,0 1-1 0 0,0-1 1 0 0,0 0-1 0 0,0 0 0 0 0,0 0 1 0 0,0 0-1 0 0,0 1 0 0 0,0-1 1 0 0,0 0-1 0 0,0 0 1 0 0,0 0-1 0 0,0 0 0 0 0,0 1 1 0 0,0-1-1 0 0,0 0 0 0 0,0 0 1 0 0,0 0-6 0 0,-1 1 1 0 0,1-1 0 0 0,0 0-1 0 0,0 0 1 0 0,0 0 0 0 0,0 0-1 0 0,0 1 1 0 0,0-1 0 0 0,0 0-1 0 0,0 0 1 0 0,0 0-1 0 0,0 1 1 0 0,0-1 0 0 0,0 0-1 0 0,0 0 1 0 0,0 0 0 0 0,0 0-1 0 0,0 1 1 0 0,1-1 0 0 0,-1 0-1 0 0,0 0 1 0 0,0 0-1 0 0,0 0 1 0 0,0 0 0 0 0,0 1-1 0 0,0-1 1 0 0,0 0 0 0 0,0 0-1 0 0,1 0 1 0 0,-1 0 0 0 0,0 0-1 0 0,0 0 1 0 0,0 0-1 0 0,0 1 1 0 0,0-1 0 0 0,1 0-1 0 0,-1 0 1 0 0,0 0 0 0 0,0 0-1 0 0,0 0 1 0 0,0 0 0 0 0,1 0-1 0 0,-1 0 1 0 0,0 0-1 0 0,0 0 1 0 0,0 0 0 0 0,0 0-1 0 0,1 0 1 0 0,-1 0 0 0 0,0 0-1 0 0,0 0 1 0 0,0 0 0 0 0,0 0-1 0 0,1 0 1 0 0,-1 0-1 0 0,23 5 335 0 0,-12-2-7 0 0,1 0 0 0 0,0 0-1 0 0,21 0 1 0 0,-25-3-211 0 0,56-1 1118 0 0,-59 0-1127 0 0,0 1 0 0 0,-1-1 0 0 0,1 0 0 0 0,0 0 0 0 0,0 0 0 0 0,0-1 0 0 0,0 1 0 0 0,4-4 0 0 0,-8 5-95 0 0,-1-1 0 0 0,1 1 0 0 0,0-1-1 0 0,-1 1 1 0 0,1-1 0 0 0,-1 0 0 0 0,0 1-1 0 0,1-1 1 0 0,-1 0 0 0 0,1 0 0 0 0,-1 1 0 0 0,0-1-1 0 0,0 0 1 0 0,1 0 0 0 0,-1 1 0 0 0,0-1-1 0 0,0 0 1 0 0,0 0 0 0 0,0 0 0 0 0,0 1-1 0 0,0-1 1 0 0,0 0 0 0 0,0 0 0 0 0,0 0 0 0 0,0 0-1 0 0,-12-30 388 0 0,-9 2-156 0 0,-1 0 1 0 0,-1 2 0 0 0,-40-38 0 0 0,23 25-99 0 0,7 4-62 0 0,14 15-104 0 0,-1 0 1 0 0,-43-33 0 0 0,58 50-65 0 0,-1 0 1 0 0,1 1 0 0 0,-1 0 0 0 0,0 0 0 0 0,0 0-1 0 0,0 1 1 0 0,0 0 0 0 0,0 0 0 0 0,0 1-1 0 0,-1-1 1 0 0,1 1 0 0 0,-1 1 0 0 0,-7-1-1 0 0,13 1-39 0 0,0 0 0 0 0,1 0-1 0 0,-1 0 1 0 0,1 1 0 0 0,-1-1-1 0 0,0 0 1 0 0,1 0 0 0 0,-1 1-1 0 0,1-1 1 0 0,-1 0-1 0 0,1 1 1 0 0,-1-1 0 0 0,1 0-1 0 0,-1 1 1 0 0,1-1 0 0 0,-1 1-1 0 0,1-1 1 0 0,0 1-1 0 0,-1-1 1 0 0,1 1 0 0 0,0-1-1 0 0,-1 1 1 0 0,1-1 0 0 0,0 1-1 0 0,0-1 1 0 0,-1 1 0 0 0,1-1-1 0 0,0 1 1 0 0,0 0-1 0 0,0-1 1 0 0,0 1 0 0 0,0-1-1 0 0,0 1 1 0 0,0 0 0 0 0,0-1-1 0 0,0 1 1 0 0,0 0-1 0 0,0 1-232 0 0,0-1 0 0 0,0 1 0 0 0,1-1 0 0 0,-1 1-1 0 0,0-1 1 0 0,1 1 0 0 0,-1-1 0 0 0,0 1 0 0 0,1-1-1 0 0,0 1 1 0 0,-1-1 0 0 0,1 0 0 0 0,1 2 0 0 0,10 6-1670 0 0,1-1 0 0 0,0-1 0 0 0,0 0 1 0 0,0-1-1 0 0,21 7 0 0 0,26 5-1956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1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56 1921 0 0,'-125'7'9978'0'0,"120"-7"-9704"0"0,-1 1-1 0 0,1 0 1 0 0,0 0 0 0 0,-1 0 0 0 0,1 1-1 0 0,0 0 1 0 0,0 0 0 0 0,0 0 0 0 0,1 1 0 0 0,-1 0-1 0 0,0 0 1 0 0,1 0 0 0 0,0 0 0 0 0,0 1-1 0 0,0-1 1 0 0,0 1 0 0 0,0 0 0 0 0,1 0 0 0 0,-1 1-1 0 0,-2 5 1 0 0,5-9-240 0 0,1 0 0 0 0,-1 1 0 0 0,1 0 0 0 0,0-1 0 0 0,-1 1 0 0 0,1-1 0 0 0,0 1 0 0 0,0-1 0 0 0,0 1 0 0 0,0 0-1 0 0,0-1 1 0 0,0 1 0 0 0,1-1 0 0 0,-1 1 0 0 0,0-1 0 0 0,1 1 0 0 0,-1-1 0 0 0,1 1 0 0 0,0-1 0 0 0,-1 1 0 0 0,1-1 0 0 0,0 0 0 0 0,0 1 0 0 0,0-1 0 0 0,0 0 0 0 0,0 0 0 0 0,0 0 0 0 0,0 1 0 0 0,0-1-1 0 0,2 1 1 0 0,6 8 195 0 0,2 10 113 0 0,-9-16-294 0 0,0 0 0 0 0,0 0 0 0 0,0-1 0 0 0,1 1 0 0 0,0-1 0 0 0,-1 1-1 0 0,1-1 1 0 0,5 4 0 0 0,2 0 121 0 0,0 0 1 0 0,0 0-1 0 0,0-1 0 0 0,1-1 0 0 0,0 0 0 0 0,0 0 0 0 0,1-1 0 0 0,18 4 0 0 0,18 8 524 0 0,-28-8-367 0 0,1 0 0 0 0,0-2 0 0 0,0 0 0 0 0,0-2 0 0 0,0 0 0 0 0,1-1 0 0 0,0-1 0 0 0,38-2 0 0 0,-59 0-296 0 0,1 1 0 0 0,0-1 1 0 0,0-1-1 0 0,-1 1 0 0 0,1 0 0 0 0,0 0 0 0 0,-1-1 0 0 0,1 1 0 0 0,0-1 0 0 0,-1 1 0 0 0,1-1 0 0 0,0 0 0 0 0,-1 1 0 0 0,1-1 0 0 0,1-2 0 0 0,-2 0 14 0 0,0 1-1 0 0,0-1 1 0 0,0 0-1 0 0,-1 0 1 0 0,1 0-1 0 0,-1 0 1 0 0,0 0-1 0 0,0-1 1 0 0,-1-4-1 0 0,1 5-25 0 0,0 0-5 0 0,0-1 1 0 0,0 1-1 0 0,-1-1 0 0 0,1 1 1 0 0,-1 0-1 0 0,0 0 1 0 0,0-1-1 0 0,0 1 0 0 0,0 0 1 0 0,-3-5-1 0 0,-26-41 40 0 0,-60-76 1 0 0,83 117-221 0 0,1 1 1 0 0,-2 0-1 0 0,1 0 1 0 0,-1 1-1 0 0,0 0 1 0 0,0 0-1 0 0,0 1 1 0 0,-1 0-1 0 0,0 0 1 0 0,0 1-1 0 0,0 0 1 0 0,-1 1-1 0 0,1 0 1 0 0,-1 0-1 0 0,1 1 1 0 0,-1 1-1 0 0,-20-2 1 0 0,21 3-982 0 0,-1 1 0 0 0,0 0-1 0 0,0 0 1 0 0,-15 5 0 0 0,15-3-1114 0 0,1 0-1 0 0,-1 1 1 0 0,1 0 0 0 0,-15 9-1 0 0,-3-1-2045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13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47 400 0 0,'-41'7'13908'0'0,"5"7"-7721"0"0,20-8-5366 0 0,24-2-243 0 0,12-2 725 0 0,-14-2-667 0 0,-5 0-590 0 0,0-1 0 0 0,0 1 1 0 0,0 0-1 0 0,0 0 1 0 0,0-1-1 0 0,0 1 0 0 0,0 0 1 0 0,0 0-1 0 0,0 0 1 0 0,0 1-1 0 0,0-1 0 0 0,0 0 1 0 0,0 0-1 0 0,0 0 0 0 0,0 1 1 0 0,0-1-1 0 0,0 0 1 0 0,-1 1-1 0 0,1-1 0 0 0,0 1 1 0 0,0-1-1 0 0,0 1 1 0 0,0-1-1 0 0,-1 1 0 0 0,1 0 1 0 0,0-1-1 0 0,0 2 1 0 0,5-1 606 0 0,22 1 354 0 0,-14 0-600 0 0,0-1 0 0 0,0-1 0 0 0,-1 0 0 0 0,29-5 0 0 0,3-3-625 0 0,-35 8-160 0 0,-1-2-1 0 0,0 1 1 0 0,1-1 0 0 0,-1 0-1 0 0,0-1 1 0 0,-1 0-1 0 0,1 0 1 0 0,0-1-1 0 0,15-10 1 0 0,9-13-7986 0 0,-33 27 8031 0 0,1-1 0 0 0,-1 1 0 0 0,1-1 0 0 0,-1 1 0 0 0,1-1 0 0 0,-1 1 0 0 0,0-1 0 0 0,1 0 0 0 0,-1 1 0 0 0,0-1-1 0 0,1 0 1 0 0,-1 1 0 0 0,0-1 0 0 0,0 0 0 0 0,0 0 0 0 0,0 1 0 0 0,1-1 0 0 0,-1 0 0 0 0,0 0 0 0 0,0 1 0 0 0,0-1 0 0 0,-1-1 0 0 0,1-1-2799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14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76 1841 0 0,'-65'14'10885'0'0,"0"-8"-721"0"0,97-12-9283 0 0,1 6-1 0 0,0-14-79 0 0,32 7-81 0 0,0-7-320 0 0,33 1-560 0 0,0 5-880 0 0,-7 2-1442 0 0,-25 0-2080 0 0,-34-3-880 0 0,1 9-81 0 0,-131-12-79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16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37 1841 0 0,'-33'0'12139'0'0,"28"0"-10939"0"0,-14 0-364 0 0,29 1 482 0 0,37-3 77 0 0,241-24-35 0 0,-213 21-1205 0 0,-60 3-135 0 0,1 1 0 0 0,-1 0-1 0 0,0 1 1 0 0,18 2 0 0 0,-10 1 120 0 0,1 0 0 0 0,-1 2 0 0 0,32 10 0 0 0,-55-15-136 0 0,0 0 1 0 0,1 0-1 0 0,-1 0 0 0 0,0 0 0 0 0,0 1 1 0 0,0-1-1 0 0,1 0 0 0 0,-1 0 1 0 0,0 0-1 0 0,0 0 0 0 0,0 0 1 0 0,0 0-1 0 0,1 1 0 0 0,-1-1 0 0 0,0 0 1 0 0,0 0-1 0 0,0 0 0 0 0,0 0 1 0 0,0 1-1 0 0,1-1 0 0 0,-1 0 1 0 0,0 0-1 0 0,0 0 0 0 0,0 1 0 0 0,0-1 1 0 0,0 0-1 0 0,0 0 0 0 0,0 1 1 0 0,0-1-1 0 0,0 0 0 0 0,0 0 1 0 0,0 0-1 0 0,0 1 0 0 0,0-1 0 0 0,0 0 1 0 0,0 0-1 0 0,0 1 0 0 0,0-1 1 0 0,0 0-1 0 0,0 0 0 0 0,0 0 1 0 0,-1 1-1 0 0,1-1 0 0 0,0 0 1 0 0,0 0-1 0 0,0 0 0 0 0,0 0 0 0 0,0 1 1 0 0,0-1-1 0 0,-1 0 0 0 0,1 0 1 0 0,0 0-1 0 0,0 0 0 0 0,0 0 1 0 0,-1 1-1 0 0,1-1 0 0 0,0 0 0 0 0,0 0 1 0 0,0 0-1 0 0,-1 0 0 0 0,1 0 1 0 0,-16 11 287 0 0,0 0 0 0 0,-1-1 1 0 0,0-1-1 0 0,-1 0 1 0 0,0-2-1 0 0,-26 8 0 0 0,-1 2 250 0 0,-12 6 285 0 0,-1-3 0 0 0,-82 18 0 0 0,107-32-694 0 0,27-8-174 0 0,12-3 15 0 0,119-13 40 0 0,-54 15-10 0 0,1 3 1 0 0,106 15-1 0 0,-141-11-7 0 0,-19-4 3 0 0,0 2 1 0 0,0 0-1 0 0,-1 1 0 0 0,1 1 1 0 0,-1 1-1 0 0,0 0 0 0 0,0 1 0 0 0,-1 1 1 0 0,19 10-1 0 0,-34-16 4 0 0,1 0 1 0 0,-1 0-1 0 0,0 0 0 0 0,1 0 1 0 0,-1 0-1 0 0,0 0 0 0 0,0 0 1 0 0,0 0-1 0 0,0 0 0 0 0,0 1 1 0 0,0-1-1 0 0,0 0 0 0 0,0 1 1 0 0,0-1-1 0 0,0 3 0 0 0,-1-3 5 0 0,0 0-1 0 0,0-1 0 0 0,0 1 1 0 0,0 0-1 0 0,0 0 0 0 0,0 0 0 0 0,0 0 1 0 0,0 0-1 0 0,0 0 0 0 0,-1-1 0 0 0,1 1 1 0 0,0 0-1 0 0,-1 0 0 0 0,1 0 1 0 0,0-1-1 0 0,-1 1 0 0 0,1 0 0 0 0,-1 0 1 0 0,0-1-1 0 0,1 1 0 0 0,-2 0 0 0 0,-5 5 101 0 0,-1 0 0 0 0,0-1-1 0 0,0 0 1 0 0,-17 7-1 0 0,0 0 99 0 0,1 0-219 0 0,0-2 1 0 0,-1-1 0 0 0,0-1 0 0 0,-1-1 0 0 0,-40 6 0 0 0,-315 21-8513 0 0,315-34 3668 0 0,28-7-2307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18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48 560 0 0,'-158'-40'8924'0'0,"140"34"-5677"0"0,4 4-2612 0 0,8 2 2567 0 0,12 0-2229 0 0,130 8 2349 0 0,22 6-1775 0 0,640 46 2428 0 0,-359-13-3081 0 0,-329-34-774 0 0,-72-8-231 0 0,-2 0-754 0 0,0-1-1 0 0,55-3 0 0 0,-36-5-4083 0 0,-44 3-3748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19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1 302 160 0 0,'18'-8'1814'0'0,"1"2"0"0"0,1 0 1 0 0,-1 2-1 0 0,30-4 0 0 0,-22 5 10 0 0,-1-1-1 0 0,28-7 1 0 0,-31 5-1212 0 0,-5 2-102 0 0,-2 0 1 0 0,1-2-1 0 0,19-8 1 0 0,-25 8-299 0 0,6-2 109 0 0,-1-1-1 0 0,0 0 1 0 0,0-2 0 0 0,-1 1-1 0 0,20-20 1 0 0,-14 12-57 0 0,-18 16-225 0 0,0-1 1 0 0,-1 1-1 0 0,1-1 1 0 0,-1 0-1 0 0,0 1 1 0 0,1-1-1 0 0,-1 0 1 0 0,-1 0-1 0 0,1 0 1 0 0,0-1 0 0 0,-1 1-1 0 0,0 0 1 0 0,2-5-1 0 0,-2-1 200 0 0,0 0-1 0 0,0 0 1 0 0,-1-18 0 0 0,0 10 80 0 0,0 16-212 0 0,1 1-96 0 0,1 1-1 0 0,-1-1 1 0 0,1 0 0 0 0,-1 1-1 0 0,0-1 1 0 0,0 1 0 0 0,1-1-1 0 0,-1 1 1 0 0,0 0 0 0 0,0-1-1 0 0,1 1 1 0 0,-1 0 0 0 0,0 0-1 0 0,0 0 1 0 0,0 0 0 0 0,0 0-1 0 0,0 0 1 0 0,-1 0 0 0 0,1 0-1 0 0,0 0 1 0 0,0 0 0 0 0,-1 1-1 0 0,1-1 1 0 0,0 2 0 0 0,10 61 309 0 0,-6-46-222 0 0,1-1 0 0 0,0 0 1 0 0,1-1-1 0 0,1 0 0 0 0,0 0 0 0 0,19 25 1 0 0,-11-16 97 0 0,25 54 0 0 0,-25-43-110 0 0,-5-12-199 0 0,-1 0 0 0 0,8 29 0 0 0,-11-17-476 0 0,-5-25 8 0 0,0 0 0 0 0,1-1 0 0 0,0 1 0 0 0,0-1 0 0 0,1 0 0 0 0,10 19 0 0 0,-6-17-525 0 0,-6-10 614 0 0,-1 1 0 0 0,1-1 0 0 0,0 1 0 0 0,-1-1-1 0 0,0 1 1 0 0,1 0 0 0 0,-1 0 0 0 0,1 3 0 0 0,-3-5 182 0 0,1-1 1 0 0,-1 1 0 0 0,1 0-1 0 0,-1 0 1 0 0,1-1 0 0 0,-1 1 0 0 0,0 0-1 0 0,1-1 1 0 0,-1 1 0 0 0,0 0 0 0 0,1-1-1 0 0,-1 1 1 0 0,0-1 0 0 0,0 1-1 0 0,0-1 1 0 0,1 0 0 0 0,-1 1 0 0 0,0-1-1 0 0,0 0 1 0 0,0 1 0 0 0,0-1-1 0 0,0 0 1 0 0,0 0 0 0 0,0 0 0 0 0,0 0-1 0 0,-1 0 1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20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165 138 4002 0 0,'-15'24'1721'0'0,"0"0"0"0"0,-2-1 0 0 0,-21 24 0 0 0,30-38-1469 0 0,5-5-135 0 0,-1-1 0 0 0,1 1 0 0 0,0-1 0 0 0,0 1 0 0 0,0 0 0 0 0,0 0 0 0 0,1 1 0 0 0,-1-1 0 0 0,1 0 0 0 0,1 1 0 0 0,-1 0-1 0 0,0-1 1 0 0,1 1 0 0 0,0 0 0 0 0,0 0 0 0 0,0 5 0 0 0,1-9 3 0 0,0 1-1 0 0,0 0 1 0 0,0-1 0 0 0,0 1 0 0 0,-1 0-1 0 0,1 0 1 0 0,-1-1 0 0 0,1 1-1 0 0,-1-1 1 0 0,1 1 0 0 0,-1 0-1 0 0,0-1 1 0 0,0 1 0 0 0,0-1 0 0 0,0 0-1 0 0,0 1 1 0 0,0-1 0 0 0,0 0-1 0 0,0 1 1 0 0,-3 1 0 0 0,3-2 46 0 0,-1 0 1 0 0,1 0 0 0 0,0 0 0 0 0,-1 1 0 0 0,1-1-1 0 0,0 1 1 0 0,0-1 0 0 0,0 1 0 0 0,0-1 0 0 0,0 1-1 0 0,1-1 1 0 0,-1 1 0 0 0,0 0 0 0 0,1 0-1 0 0,-1-1 1 0 0,1 1 0 0 0,0 0 0 0 0,0 0 0 0 0,-1-1-1 0 0,1 4 1 0 0,1-4-115 0 0,-1 0 1 0 0,0 0-1 0 0,0 0 0 0 0,1 0 0 0 0,-1 0 1 0 0,0 0-1 0 0,1 0 0 0 0,-1 0 0 0 0,1 0 1 0 0,0 0-1 0 0,-1-1 0 0 0,1 1 0 0 0,-1 0 1 0 0,1-1-1 0 0,0 1 0 0 0,0 0 0 0 0,-1-1 1 0 0,1 1-1 0 0,0 0 0 0 0,0-1 1 0 0,0 0-1 0 0,0 1 0 0 0,0-1 0 0 0,0 1 1 0 0,0-1-1 0 0,0 0 0 0 0,1 1 0 0 0,38 6 601 0 0,-29-5-408 0 0,35 2 241 0 0,1-2-1 0 0,-1-2 1 0 0,1-3-1 0 0,50-8 1 0 0,-81 10-381 0 0,0-2 1 0 0,0 0-1 0 0,-1 0 0 0 0,1-2 1 0 0,-1 0-1 0 0,0-1 1 0 0,-1 0-1 0 0,1-1 0 0 0,16-11 1 0 0,-27 16-76 0 0,-2 1-15 0 0,0-1 0 0 0,0 1-1 0 0,1-1 1 0 0,-1 1-1 0 0,0-1 1 0 0,0 0 0 0 0,-1 1-1 0 0,1-1 1 0 0,0 0-1 0 0,1-3 1 0 0,-3 4-7 0 0,1 0-1 0 0,-1-1 1 0 0,1 1 0 0 0,-1-1-1 0 0,0 1 1 0 0,0-1 0 0 0,0 1-1 0 0,1-1 1 0 0,-2 1 0 0 0,1-1-1 0 0,0 1 1 0 0,0 0 0 0 0,0-1-1 0 0,-1 1 1 0 0,1-1 0 0 0,-1 1-1 0 0,1-1 1 0 0,-1 1 0 0 0,1 0-1 0 0,-1-1 1 0 0,0 1 0 0 0,0 0-1 0 0,1 0 1 0 0,-1 0 0 0 0,0-1-1 0 0,0 1 1 0 0,0 0 0 0 0,-2-1-1 0 0,-78-75 260 0 0,60 58-221 0 0,-3-4-22 0 0,-35-27-1 0 0,15 21-347 0 0,-2 2-1 0 0,-54-24 1 0 0,83 44-263 0 0,0 1 0 0 0,-1 0 0 0 0,1 1 0 0 0,-1 1 0 0 0,0 1 0 0 0,-30-2 0 0 0,37 9-5901 0 0,11-4 6182 0 0,0 1 0 0 0,0-1 1 0 0,0 1-1 0 0,0-1 0 0 0,-1 1 0 0 0,1 0 1 0 0,0-1-1 0 0,0 1 0 0 0,1 0 1 0 0,-1-1-1 0 0,0 1 0 0 0,0-1 1 0 0,0 1-1 0 0,0 0 0 0 0,0-1 0 0 0,1 1 1 0 0,-1-1-1 0 0,0 1 0 0 0,0-1 1 0 0,1 1-1 0 0,-1-1 0 0 0,0 1 1 0 0,1-1-1 0 0,-1 1 0 0 0,1-1 1 0 0,-1 1-1 0 0,1-1 0 0 0,0 1 0 0 0,26 6-4456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20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33 240 0 0,'-37'-5'1836'0'0,"16"2"-56"0"0,0 0 1 0 0,-31 2-1 0 0,-138-14 7597 0 0,152 9-5482 0 0,38 7-2849 0 0,0 0-1033 0 0,0-1 0 0 0,0 0 0 0 0,0 0 0 0 0,-1 0 0 0 0,1 0 0 0 0,0 0 0 0 0,0 1 0 0 0,0-1 0 0 0,0 0 0 0 0,0 0 0 0 0,0 0 1 0 0,0 0-1 0 0,0 1 0 0 0,0-1 0 0 0,0 0 0 0 0,0 0 0 0 0,0 0 0 0 0,0 0 0 0 0,0 1 0 0 0,0-1 0 0 0,0 0 0 0 0,1 0 0 0 0,-1 0 0 0 0,0 0 0 0 0,0 0 0 0 0,0 1 0 0 0,0-1 0 0 0,0 0 0 0 0,0 0 1 0 0,0 0-1 0 0,0 0 0 0 0,0 0 0 0 0,1 0 0 0 0,-1 0 0 0 0,0 0 0 0 0,0 1 0 0 0,0-1 0 0 0,0 0 0 0 0,0 0 0 0 0,1 0 0 0 0,-1 0 0 0 0,0 0 0 0 0,0 0 0 0 0,0 0 0 0 0,0 0 0 0 0,0 0 0 0 0,1 0 0 0 0,-1 0 1 0 0,0 0-1 0 0,0 0 0 0 0,0 0 0 0 0,0 0 0 0 0,1 0 0 0 0,-1 0 0 0 0,0 0 0 0 0,0 0 0 0 0,0 0 0 0 0,0 0 0 0 0,0 0 0 0 0,1 0 0 0 0,-1 0 0 0 0,0-1 0 0 0,0 1 0 0 0,191 16 3175 0 0,-107-11-2636 0 0,65 1-10 0 0,-114-6-604 0 0,147-5-2157 0 0,-162 4 1966 0 0,8 0-4699 0 0,-21 3-773 0 0,-29 3 1061 0 0,-11 2-471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21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83 400 0 0,'-20'11'1825'0'0,"-1"0"1"0"0,0-2-1 0 0,0-1 0 0 0,-1 0 1 0 0,-31 6-1 0 0,37-12 2074 0 0,3-8-2877 0 0,9 5-234 0 0,4 1-700 0 0,1-1 0 0 0,-1 1-1 0 0,0 0 1 0 0,0 0 0 0 0,0 0-1 0 0,0 0 1 0 0,0 0 0 0 0,1 0-1 0 0,-1-1 1 0 0,0 1 0 0 0,0 0 0 0 0,0 0-1 0 0,0 0 1 0 0,0 0 0 0 0,0-1-1 0 0,0 1 1 0 0,0 0 0 0 0,0 0-1 0 0,0 0 1 0 0,0-1 0 0 0,0 1 0 0 0,0 0-1 0 0,0 0 1 0 0,0 0 0 0 0,0 0-1 0 0,0-1 1 0 0,0 1 0 0 0,0 0-1 0 0,0 0 1 0 0,0 0 0 0 0,0-1 0 0 0,0 1-1 0 0,0 0 1 0 0,0 0 0 0 0,0 0-1 0 0,0 0 1 0 0,0-1 0 0 0,0 1-1 0 0,-1 0 1 0 0,1 0 0 0 0,0 0 0 0 0,0 0-1 0 0,0 0 1 0 0,0-1 0 0 0,0 1-1 0 0,-1 0 1 0 0,11-1 238 0 0,-1 0 0 0 0,0-1 1 0 0,1 0-1 0 0,-1-1 0 0 0,10-4 0 0 0,46-12 625 0 0,-53 17-863 0 0,361-65-1523 0 0,-241 54-3047 0 0,25-1-4256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22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810 288 960 0 0,'0'2'327'0'0,"-1"-1"0"0"0,0 0-1 0 0,0 0 1 0 0,0 0-1 0 0,0 0 1 0 0,0-1 0 0 0,0 1-1 0 0,-1 0 1 0 0,1 0-1 0 0,0-1 1 0 0,0 1 0 0 0,-1 0-1 0 0,1-1 1 0 0,0 1-1 0 0,-1-1 1 0 0,1 0 0 0 0,0 1-1 0 0,-1-1 1 0 0,-1 0-1 0 0,-30 6 2627 0 0,12-4-123 0 0,-39-2 1 0 0,-57-12 543 0 0,92 9-2738 0 0,-139-11 1965 0 0,154 14-2432 0 0,0 0 0 0 0,0 0 0 0 0,-19 3 0 0 0,-21 1 289 0 0,50-4-454 0 0,-12 0 111 0 0,0 0 0 0 0,0 1 0 0 0,0 0 0 0 0,0 0 1 0 0,0 1-1 0 0,1 1 0 0 0,-1 0 0 0 0,-18 8 0 0 0,24-8-34 0 0,-5 2 59 0 0,-1 1 0 0 0,2 0 0 0 0,-1 0 0 0 0,1 1 0 0 0,-17 14 0 0 0,26-19-114 0 0,-1 1 1 0 0,1-1-1 0 0,-1 0 0 0 0,1 1 1 0 0,0-1-1 0 0,0 1 1 0 0,0-1-1 0 0,-1 5 1 0 0,-2 5 68 0 0,-8 6 13 0 0,11-16-92 0 0,-1 0-1 0 0,1 0 1 0 0,-1 0 0 0 0,1 0 0 0 0,0 0 0 0 0,-1 0-1 0 0,1 0 1 0 0,0 0 0 0 0,0 0 0 0 0,1 1-1 0 0,-1-1 1 0 0,0 0 0 0 0,1 1 0 0 0,0-1 0 0 0,-1 1-1 0 0,1-1 1 0 0,0 0 0 0 0,0 1 0 0 0,0-1-1 0 0,1 1 1 0 0,-1-1 0 0 0,0 1 0 0 0,1-1 0 0 0,0 0-1 0 0,0 1 1 0 0,1 3 0 0 0,3 7 36 0 0,1 0-1 0 0,0-1 1 0 0,1 1 0 0 0,0-1-1 0 0,1-1 1 0 0,1 1 0 0 0,14 15-1 0 0,8-2 228 0 0,2-2-1 0 0,51 29 1 0 0,-47-30-47 0 0,0 0-86 0 0,0-1 1 0 0,2-2 0 0 0,0-2-1 0 0,1-1 1 0 0,0-2 0 0 0,60 12 0 0 0,-80-22-128 0 0,1-2 0 0 0,0 0 0 0 0,0-1 0 0 0,-1-1 1 0 0,1-1-1 0 0,0-1 0 0 0,-1-1 0 0 0,23-5 0 0 0,-34 6 2 0 0,-1-1 0 0 0,1 0 0 0 0,-1 0 0 0 0,0-1 0 0 0,-1 0 0 0 0,1-1 0 0 0,0 1 0 0 0,-1-1 0 0 0,12-11 0 0 0,-15 12 1 0 0,-1-1 0 0 0,1 1 0 0 0,-1-1 1 0 0,0 0-1 0 0,0 0 0 0 0,0 0 0 0 0,0 0 1 0 0,-1 0-1 0 0,0 0 0 0 0,0-1 0 0 0,-1 1 1 0 0,0-1-1 0 0,0 0 0 0 0,0 1 1 0 0,0-1-1 0 0,-1-8 0 0 0,-1 1-16 0 0,0-1 1 0 0,-1 1-1 0 0,-1 0 1 0 0,0 0-1 0 0,0 1 0 0 0,-2-1 1 0 0,-6-15-1 0 0,-5-3-11 0 0,-30-49-1 0 0,8 27 59 0 0,-2 1 1 0 0,-2 2-1 0 0,-2 2 0 0 0,-3 2 1 0 0,-52-40-1 0 0,1 5-186 0 0,89 74 88 0 0,0 1 0 0 0,0-1-1 0 0,0 2 1 0 0,0-1 0 0 0,-1 1 0 0 0,0 0 0 0 0,0 1 0 0 0,-1 0-1 0 0,-17-3 1 0 0,19 6-156 0 0,1 0 0 0 0,-1 1-1 0 0,0 0 1 0 0,0 0 0 0 0,1 1 0 0 0,-1 0-1 0 0,1 0 1 0 0,-1 1 0 0 0,1 1 0 0 0,-1-1-1 0 0,1 1 1 0 0,-9 5 0 0 0,12-6-88 0 0,1-1 1 0 0,0 2-1 0 0,0-1 1 0 0,0 0-1 0 0,0 1 1 0 0,0-1-1 0 0,0 1 1 0 0,1 0-1 0 0,-1 1 1 0 0,1-1-1 0 0,0 0 1 0 0,0 1-1 0 0,-3 5 1 0 0,4-5-317 0 0,0 0 1 0 0,1 1-1 0 0,-1-1 1 0 0,1 1-1 0 0,0 0 0 0 0,0-1 1 0 0,1 1-1 0 0,-1 0 1 0 0,1 6-1 0 0,0 55-9213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22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1841 0 0,'0'36'3922'0'0,"0"-3"-1041"0"0,33 15-800 0 0,-1-19-801 0 0,1 4 241 0 0,-66-6 800 0 0,66 8 320 0 0,0 22 81 0 0,-1 3-721 0 0,1 2-721 0 0,-33-6-720 0 0,0-16-479 0 0,0-5-642 0 0,-33-8-1440 0 0,33-18-3601 0 0,-32-24-5363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24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77 400 0 0,'-136'-22'14554'0'0,"120"17"-13424"0"0,11 4-801 0 0,0-1-1 0 0,1 1 0 0 0,-1 0 0 0 0,0 0 0 0 0,0 0 1 0 0,-5 0-1 0 0,70-13 339 0 0,-35 11-621 0 0,179-6 1 0 0,-145 17 273 0 0,-58-8-300 0 0,-1 0 0 0 0,1 0 0 0 0,-1 1 0 0 0,0-1 0 0 0,1 0 0 0 0,-1 0 0 0 0,0 1 0 0 0,1-1 0 0 0,-1 0 0 0 0,0 1 0 0 0,1-1 0 0 0,-1 1 0 0 0,0-1 0 0 0,1 0 0 0 0,-1 1 0 0 0,0-1 0 0 0,0 1 0 0 0,0-1 0 0 0,0 0 0 0 0,1 1 0 0 0,-1-1 0 0 0,0 1 0 0 0,0-1 0 0 0,0 1 0 0 0,0-1 0 0 0,0 1 0 0 0,0-1 0 0 0,0 1 1 0 0,0-1-1 0 0,0 1 0 0 0,0-1 0 0 0,-1 0 0 0 0,1 1 0 0 0,0-1 0 0 0,0 1 0 0 0,0-1 0 0 0,0 1 0 0 0,-1-1 0 0 0,1 0 0 0 0,0 1 0 0 0,0-1 0 0 0,-1 1 0 0 0,1-1 0 0 0,0 0 0 0 0,-1 1 0 0 0,1-1 0 0 0,0 0 0 0 0,-1 0 0 0 0,1 1 0 0 0,-1-1 0 0 0,0 0 0 0 0,0 1 90 0 0,-1-1-69 0 0,1 0 1 0 0,0 0 0 0 0,-1 0 0 0 0,1 0-1 0 0,0 0 1 0 0,0 1 0 0 0,-1-1 0 0 0,1 1 0 0 0,0-1-1 0 0,0 1 1 0 0,0-1 0 0 0,-1 1 0 0 0,1 0-1 0 0,0-1 1 0 0,0 1 0 0 0,0 0 0 0 0,0 0 0 0 0,0 0-1 0 0,0 0 1 0 0,-1 1 0 0 0,2-1-12 0 0,0-1 0 0 0,-1 1 0 0 0,1-1 0 0 0,0 1 0 0 0,0-1-1 0 0,-1 1 1 0 0,1-1 0 0 0,-1 1 0 0 0,1-1 0 0 0,0 1 0 0 0,-1-1 0 0 0,1 0 0 0 0,-1 1 0 0 0,1-1 0 0 0,-1 0 0 0 0,1 1 0 0 0,-1-1 0 0 0,1 0 0 0 0,-1 0 0 0 0,0 1 0 0 0,1-1-1 0 0,-1 0 1 0 0,1 0 0 0 0,-1 0 0 0 0,1 0 0 0 0,-1 0 0 0 0,0 0 0 0 0,1 0 0 0 0,-1 0 0 0 0,1 0 0 0 0,-1 0 0 0 0,0 0 0 0 0,1 0 0 0 0,-1 0 0 0 0,0-1 0 0 0,1 1 3 0 0,-1 0 1 0 0,1 0-1 0 0,-1 0 1 0 0,1 0 0 0 0,-1-1-1 0 0,1 1 1 0 0,-1 0 0 0 0,1 0-1 0 0,-1 0 1 0 0,1 0 0 0 0,-1 0-1 0 0,1 1 1 0 0,-1-1-1 0 0,1 0 1 0 0,-1 0 0 0 0,1 0-1 0 0,-1 0 1 0 0,1 0 0 0 0,-1 1-1 0 0,1-1 1 0 0,0 0 0 0 0,-1 0-1 0 0,1 1 1 0 0,-1-1-1 0 0,1 0 1 0 0,0 1 0 0 0,-1-1-1 0 0,1 0 1 0 0,0 1 0 0 0,-1-1-1 0 0,1 1 1 0 0,0 0 2080 0 0,27-1-1847 0 0,-22 0-133 0 0,1 0-41 0 0,85 0 307 0 0,-71-1-8 0 0,-50-3 30 0 0,-187-32 298 0 0,124 16-480 0 0,88 19-173 0 0,-1 1 13 0 0,-16 0 0 0 0,17 0 80 0 0,0 0-106 0 0,-64 0 1256 0 0,52 0-392 0 0,48 0-465 0 0,100-5-146 0 0,-23 2-381 0 0,191 20 1 0 0,-269-11 43 0 0,1 1 1 0 0,50 19-1 0 0,-60-19 25 0 0,44 15 5 0 0,-64-22 1 0 0,0 1-1 0 0,-1-1 0 0 0,1 1 1 0 0,-1 0-1 0 0,1-1 1 0 0,-1 1-1 0 0,1 0 0 0 0,-1-1 1 0 0,0 1-1 0 0,1 0 0 0 0,-1 0 1 0 0,0-1-1 0 0,0 1 0 0 0,1 0 1 0 0,-1 0-1 0 0,0-1 0 0 0,0 1 1 0 0,0 0-1 0 0,0 0 0 0 0,0 0 1 0 0,0 0-1 0 0,0-1 0 0 0,0 1 1 0 0,0 0-1 0 0,-1 0 0 0 0,1 0 1 0 0,0-1-1 0 0,0 1 0 0 0,-1 0 1 0 0,1 0-1 0 0,0-1 0 0 0,-1 1 1 0 0,1 0-1 0 0,-1-1 0 0 0,1 1 1 0 0,-1 0-1 0 0,1-1 0 0 0,-2 1 1 0 0,-12 5 25 0 0,0-2 1 0 0,0 1 0 0 0,0-2-1 0 0,-1 0 1 0 0,-23 1 0 0 0,-5 3 66 0 0,-99 21 441 0 0,128-27-487 0 0,14 0-46 0 0,-1-1 0 0 0,1 0-1 0 0,-1 0 1 0 0,1 0-1 0 0,-1 0 1 0 0,1 0-1 0 0,-1 0 1 0 0,1 0-1 0 0,0 0 1 0 0,-1 0 0 0 0,1-1-1 0 0,-1 1 1 0 0,1 0-1 0 0,-1 0 1 0 0,1 0-1 0 0,-1 0 1 0 0,1-1 0 0 0,0 1-1 0 0,-1 0 1 0 0,1 0-1 0 0,0-1 1 0 0,-1 1-1 0 0,1 0 1 0 0,0-1-1 0 0,-1 1 1 0 0,1 0 0 0 0,0-1-1 0 0,-1 1 1 0 0,1 0-1 0 0,0-1 1 0 0,0 1-1 0 0,0-1 1 0 0,-1 0 0 0 0,1 0-81 0 0,27 1-387 0 0,-16-5 307 0 0,13 0 81 0 0,-1 2 1 0 0,0 0 0 0 0,1 1 0 0 0,0 2 0 0 0,-1 0 0 0 0,32 5 0 0 0,-27-1 60 0 0,-13-3 51 0 0,0 1 0 0 0,0 0 0 0 0,0 1 0 0 0,0 1 0 0 0,0 0 0 0 0,20 9 0 0 0,-10 0-18 0 0,-18-11-17 0 0,-6-1 14 0 0,0 0 0 0 0,-1 0 0 0 0,1 0-1 0 0,0 0 1 0 0,-1 0 0 0 0,1 0-1 0 0,-1 0 1 0 0,0 0 0 0 0,1 0 0 0 0,-1 0-1 0 0,0 0 1 0 0,1 0 0 0 0,-1 0 0 0 0,0 0-1 0 0,0 0 1 0 0,0 0 0 0 0,0 0-1 0 0,0 1 1 0 0,0-1 0 0 0,0 0 0 0 0,-1 0-1 0 0,1 0 1 0 0,0 0 0 0 0,-1 0-1 0 0,1 0 1 0 0,0 0 0 0 0,-1 0 0 0 0,1 0-1 0 0,-1 0 1 0 0,0 0 0 0 0,1 0 0 0 0,-2 0-1 0 0,-25 5-4 0 0,0-2 0 0 0,-1 0 0 0 0,-37-1 0 0 0,-96-9-580 0 0,116 4 265 0 0,15 1-525 0 0,0 1 1 0 0,1 1-1 0 0,-1 2 1 0 0,-35 8 0 0 0,38 1-718 0 0,27-12 1403 0 0,-1 1 1 0 0,0-1-1 0 0,1 1 1 0 0,-1-1 0 0 0,1 1-1 0 0,-1 0 1 0 0,1-1 0 0 0,0 1-1 0 0,-1-1 1 0 0,1 1-1 0 0,-1 0 1 0 0,1-1 0 0 0,0 1-1 0 0,0 0 1 0 0,-1 0 0 0 0,1-1-1 0 0,0 1 1 0 0,0 0-1 0 0,0-1 1 0 0,0 2 0 0 0,0 0-210 0 0,1 0 0 0 0,0-1 0 0 0,-1 1 0 0 0,1-1 0 0 0,0 1 0 0 0,0-1 0 0 0,0 1 0 0 0,0-1 0 0 0,1 1 0 0 0,-1-1 0 0 0,0 0 0 0 0,0 0 0 0 0,1 1 0 0 0,-1-1 0 0 0,1 0 0 0 0,-1 0 1 0 0,1-1-1 0 0,-1 1 0 0 0,1 0 0 0 0,3 1 0 0 0,33 12-6527 0 0,22-1-401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25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811 102 1201 0 0,'4'0'796'0'0,"-3"0"-565"0"0,1 0 0 0 0,-1 1 1 0 0,1-1-1 0 0,-1 0 0 0 0,0 0 0 0 0,1 0 0 0 0,-1 0 0 0 0,1 0 1 0 0,-1 0-1 0 0,1-1 0 0 0,-1 1 0 0 0,0 0 0 0 0,1-1 1 0 0,-1 1-1 0 0,6-5 7390 0 0,-7 4-7433 0 0,0 0 1 0 0,0 1-1 0 0,0-1 0 0 0,0 1 0 0 0,0-1 1 0 0,0 1-1 0 0,0-1 0 0 0,0 0 1 0 0,0 1-1 0 0,0-1 0 0 0,0 1 0 0 0,1-1 1 0 0,-1 1-1 0 0,0-1 0 0 0,0 1 1 0 0,0-1-1 0 0,1 1 0 0 0,-1-1 1 0 0,0 1-1 0 0,1-1 0 0 0,-1 1 0 0 0,0-1 1 0 0,1 1-1 0 0,-1 0 0 0 0,2-1 1 0 0,14-9 203 0 0,2 0 0 0 0,-1 1 0 0 0,1 2 0 0 0,38-12 0 0 0,4 3-85 0 0,-61 16-291 0 0,1 0 0 0 0,0 0 0 0 0,0 0 0 0 0,0 0 0 0 0,0 0 0 0 0,0 0 0 0 0,0 0-1 0 0,0-1 1 0 0,-1 1 0 0 0,1 0 0 0 0,0 0 0 0 0,0 0 0 0 0,0 0 0 0 0,0 0 0 0 0,0-1 0 0 0,0 1-1 0 0,0 0 1 0 0,0 0 0 0 0,0 0 0 0 0,0 0 0 0 0,0 0 0 0 0,0-1 0 0 0,0 1 0 0 0,0 0 0 0 0,0 0 0 0 0,0 0-1 0 0,0 0 1 0 0,0-1 0 0 0,0 1 0 0 0,0 0 0 0 0,0 0 0 0 0,0 0 0 0 0,0 0 0 0 0,0 0 0 0 0,0-1-1 0 0,0 1 1 0 0,0 0 0 0 0,1 0 0 0 0,-1 0 0 0 0,0 0 0 0 0,0 0 0 0 0,0 0 0 0 0,0-1 0 0 0,0 1 0 0 0,0 0-1 0 0,1 0 1 0 0,-13-2 398 0 0,1 1-1 0 0,0 0 1 0 0,-21 1-1 0 0,-120 12 1428 0 0,21 17-307 0 0,131-28-1508 0 0,-1-1-1 0 0,1 1 0 0 0,-1 0 1 0 0,1-1-1 0 0,-1 1 0 0 0,1-1 1 0 0,-1 1-1 0 0,1 0 0 0 0,0-1 1 0 0,-1 1-1 0 0,1 0 0 0 0,0-1 1 0 0,-1 1-1 0 0,1 0 0 0 0,0 0 1 0 0,0-1-1 0 0,0 1 0 0 0,0 0 1 0 0,0 0-1 0 0,0-1 0 0 0,0 1 1 0 0,0 0-1 0 0,0 0 1 0 0,0-1-1 0 0,0 1 0 0 0,0 0 1 0 0,1 0-1 0 0,-1-1 0 0 0,0 1 1 0 0,0 0-1 0 0,1-1 0 0 0,-1 1 1 0 0,0 0-1 0 0,1-1 0 0 0,-1 1 1 0 0,1-1-1 0 0,-1 1 0 0 0,1 0 1 0 0,0 0-1 0 0,8 3 6 0 0,-1 0-1 0 0,1-1 1 0 0,0 0 0 0 0,-1-1-1 0 0,14 3 1 0 0,0 0 25 0 0,301 76 335 0 0,-123-33-235 0 0,-178-42-159 0 0,-6-3-6 0 0,-1 2 1 0 0,0-1 0 0 0,0 2-1 0 0,0 0 1 0 0,22 13 0 0 0,-22-12 12 0 0,-12-6 0 0 0,-1 0-1 0 0,0-1 1 0 0,0 1 0 0 0,1 0-1 0 0,-1 0 1 0 0,0 0 0 0 0,0 0-1 0 0,0 0 1 0 0,0 1 0 0 0,0-1-1 0 0,0 1 1 0 0,0-1 0 0 0,-1 1-1 0 0,1 0 1 0 0,0 0 0 0 0,-1 0-1 0 0,0 0 1 0 0,1 0 0 0 0,-1 0-1 0 0,0 0 1 0 0,0 0 0 0 0,0 0-1 0 0,0 0 1 0 0,0 1-1 0 0,-1-1 1 0 0,1 0 0 0 0,0 3-1 0 0,-1 4 75 0 0,1-8-71 0 0,-1 0 1 0 0,0 0-1 0 0,0 1 0 0 0,0-1 0 0 0,1 0 0 0 0,-1 0 1 0 0,0 1-1 0 0,0-1 0 0 0,-1 0 0 0 0,1 0 1 0 0,0 1-1 0 0,0-1 0 0 0,-1 0 0 0 0,1 0 1 0 0,0 0-1 0 0,-1 1 0 0 0,0-1 0 0 0,1 0 0 0 0,-1 0 1 0 0,1 0-1 0 0,-1 0 0 0 0,0 0 0 0 0,0 0 1 0 0,0 0-1 0 0,0 0 0 0 0,1 0 0 0 0,-3 1 1 0 0,-24 6 43 0 0,0 0 1 0 0,0-1-1 0 0,0-2 1 0 0,-36 2 0 0 0,22-1 10 0 0,-285 18-742 0 0,228-20 39 0 0,-386 2-6389 0 0,419-9 1841 0 0,-125-21 0 0 0,87-2-3441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0:27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497 171 1201 0 0,'5'-2'710'0'0,"-4"2"-566"0"0,0 0 1 0 0,0 0-1 0 0,0 0 1 0 0,0 0-1 0 0,0 0 1 0 0,-1-1-1 0 0,1 1 1 0 0,0 0-1 0 0,0-1 1 0 0,0 1-1 0 0,0-1 0 0 0,0 1 1 0 0,0-1-1 0 0,0 1 1 0 0,-1-1-1 0 0,1 0 1 0 0,0 1-1 0 0,0-1 1 0 0,-1 0-1 0 0,1 1 1 0 0,-1-1-1 0 0,1 0 1 0 0,0 0-1 0 0,0-1 1 0 0,-1 2-57 0 0,-1-1 0 0 0,1 1 0 0 0,0-1 0 0 0,0 1 0 0 0,0 0 0 0 0,0-1 0 0 0,-1 1 0 0 0,1 0 0 0 0,0-1 0 0 0,0 1 0 0 0,-1 0 0 0 0,1-1 1 0 0,0 1-1 0 0,-1 0 0 0 0,1 0 0 0 0,0-1 0 0 0,-1 1 0 0 0,1 0 0 0 0,0 0 0 0 0,-1 0 0 0 0,1-1 0 0 0,-1 1 0 0 0,1 0 0 0 0,0 0 0 0 0,-1 0 1 0 0,1 0-1 0 0,-1 0 0 0 0,1 0 0 0 0,-1 0 0 0 0,1 0 0 0 0,0 0 0 0 0,-1 0 0 0 0,1 0 0 0 0,-1 0 0 0 0,1 0 0 0 0,-1 1 0 0 0,0-1-16 0 0,1 0-1 0 0,0 0 1 0 0,-1 0-1 0 0,1 0 1 0 0,-1 0-1 0 0,1 0 1 0 0,0 0-1 0 0,-1 0 1 0 0,1 0-1 0 0,-1 0 1 0 0,1 0-1 0 0,-1 0 1 0 0,1 0-1 0 0,0 0 1 0 0,-1 0-1 0 0,1 0 1 0 0,-1 0-1 0 0,1-1 1 0 0,0 1-1 0 0,-1 0 1 0 0,1 0-1 0 0,-1-1 1 0 0,1 1 0 0 0,0 0-1 0 0,-1 0 1 0 0,1-1-1 0 0,0 1 1 0 0,0 0-1 0 0,-1-1 1 0 0,1 1-1 0 0,0 0 1 0 0,0-1-1 0 0,-1 1 1 0 0,1 0-1 0 0,0-1 1 0 0,0 1-1 0 0,0-1 1 0 0,-6-1 1608 0 0,5 2-1376 0 0,-14 0 373 0 0,14 0-620 0 0,1 0 0 0 0,-1 0 0 0 0,1 0 1 0 0,-1 0-1 0 0,1 0 0 0 0,0 1 0 0 0,-1-1 0 0 0,1 0 1 0 0,-1 0-1 0 0,1 0 0 0 0,0 0 0 0 0,-1 0 0 0 0,1 1 1 0 0,-1-1-1 0 0,1 0 0 0 0,0 0 0 0 0,-1 1 0 0 0,1-1 1 0 0,0 0-1 0 0,-1 0 0 0 0,1 1 0 0 0,0-1 0 0 0,0 0 1 0 0,-1 1-1 0 0,1-1 0 0 0,0 1 0 0 0,0-1 0 0 0,0 0 1 0 0,-1 1-1 0 0,1-1 0 0 0,0 1 0 0 0,0-1 0 0 0,-5 10 1091 0 0,1-5-1018 0 0,1-1 0 0 0,0 1 0 0 0,0-1 0 0 0,1 1 0 0 0,-1 0 0 0 0,1 0 0 0 0,0 0 0 0 0,0 0 0 0 0,1 1 0 0 0,0-1 0 0 0,0 0 1 0 0,0 1-1 0 0,0 5 0 0 0,0 20 237 0 0,2 37 1 0 0,0-19-97 0 0,-1-30-158 0 0,1 1-1 0 0,0 0 0 0 0,2-1 1 0 0,0 1-1 0 0,1-1 0 0 0,1 0 0 0 0,1 0 1 0 0,0 0-1 0 0,2-1 0 0 0,0 0 1 0 0,17 27-1 0 0,-8-17-27 0 0,4 6 232 0 0,28 61 1 0 0,-40-74-190 0 0,1 5 203 0 0,1 0 0 0 0,30 47 0 0 0,-17-38-43 0 0,-7-13 47 0 0,-2 2 0 0 0,21 40 1 0 0,62 153 704 0 0,-89-201-893 0 0,0 0-1 0 0,1 0 1 0 0,22 25-1 0 0,-24-32-126 0 0,0 0 0 0 0,-1 0 0 0 0,0 1 1 0 0,-1 0-1 0 0,0 1 0 0 0,0-1 0 0 0,-1 1 0 0 0,-1 0 0 0 0,4 13 0 0 0,1 21 34 0 0,-6-28 2 0 0,1 1 0 0 0,0-1 0 0 0,2 0 0 0 0,6 17 0 0 0,33 46 280 0 0,-14-25-187 0 0,-14-19-74 0 0,-15-28-25 0 0,0-1 1 0 0,0 1-1 0 0,-1-1 0 0 0,0 1 1 0 0,-1-1-1 0 0,0 1 0 0 0,0 0 1 0 0,-1 9-1 0 0,-1 12 217 0 0,2-28-259 0 0,0 0 0 0 0,0 0 0 0 0,0 0 0 0 0,0 0 1 0 0,0 0-1 0 0,0 0 0 0 0,0 0 0 0 0,-1 0 0 0 0,1 0 0 0 0,-1 0 0 0 0,1 0 0 0 0,0 0 0 0 0,-1 0 0 0 0,1-1 0 0 0,-1 1 0 0 0,0 0 1 0 0,1 0-1 0 0,-1-1 0 0 0,0 1 0 0 0,1 0 0 0 0,-1-1 0 0 0,0 1 0 0 0,0 0 0 0 0,0-1 0 0 0,1 1 0 0 0,-1-1 0 0 0,0 0 0 0 0,0 1 1 0 0,0-1-1 0 0,0 0 0 0 0,0 1 0 0 0,-2-1 0 0 0,-4 3 59 0 0,3-1 190 0 0,3 0 1767 0 0,1-5-2238 0 0,5 1 534 0 0,163 17 1353 0 0,57 1-1494 0 0,508 20 69 0 0,-140-75-248 0 0,-2-47 0 0 0,-450 64 0 0 0,-43 8 0 0 0,195-2 0 0 0,-251 16 0 0 0,0-2 0 0 0,43-7 0 0 0,7-7 0 0 0,82-17 0 0 0,-162 30 0 0 0,13-1 0 0 0,-1-2 0 0 0,1 0 0 0 0,-1-2 0 0 0,-1-1 0 0 0,1-1 0 0 0,37-21 0 0 0,-34 13 0 0 0,44-38 0 0 0,-60 46 0 0 0,1 0 0 0 0,-2-1 0 0 0,0-1 0 0 0,0 0 0 0 0,12-20 0 0 0,-19 27 0 0 0,-1 0 0 0 0,0 0 0 0 0,0-1 0 0 0,-1 1 0 0 0,1 0 0 0 0,-1-1 0 0 0,0 1 0 0 0,-1-1 0 0 0,1 0 0 0 0,-1 1 0 0 0,0-1 0 0 0,-1 1 0 0 0,-1-11 0 0 0,-2-1 0 0 0,-1 1 0 0 0,-1-1 0 0 0,-8-16 0 0 0,8 18 0 0 0,0 0 0 0 0,0-1 0 0 0,-2-16 0 0 0,5 9 0 0 0,1 0 0 0 0,1-25 0 0 0,1 23 0 0 0,-5-47 0 0 0,-8 21 0 0 0,-2 1 0 0 0,-1 0 0 0 0,-37-73 0 0 0,26 60 0 0 0,13 29 0 0 0,6 15 0 0 0,1 1 0 0 0,-2 0 0 0 0,-19-30 0 0 0,-9 2 0 0 0,-2 2 0 0 0,-48-42 0 0 0,-5-6 0 0 0,56 57 0 0 0,-1 3 0 0 0,-44-31 0 0 0,45 37 0 0 0,2-1 0 0 0,1-2 0 0 0,-37-41 0 0 0,10 10 0 0 0,55 50 0 0 0,5 5 0 0 0,0 10 0 0 0,0-4 0 0 0,-1 0 0 0 0,1 0 0 0 0,0 0 0 0 0,0 0 0 0 0,-1 0 0 0 0,1 0 0 0 0,-1 0 0 0 0,1 0 0 0 0,-1 0 0 0 0,1 0 0 0 0,-1-1 0 0 0,1 1 0 0 0,-1 0 0 0 0,0 0 0 0 0,1-1 0 0 0,-1 1 0 0 0,0 0 0 0 0,0-1 0 0 0,0 1 0 0 0,1-1 0 0 0,-1 1 0 0 0,0-1 0 0 0,0 1 0 0 0,0-1 0 0 0,0 0 0 0 0,0 1 0 0 0,0-1 0 0 0,0 0 0 0 0,0 0 0 0 0,0 1 0 0 0,0-1 0 0 0,0 0 0 0 0,0 0 0 0 0,0 0 0 0 0,0-1 0 0 0,-2 1 0 0 0,-1 0 0 0 0,-68 6 0 0 0,0-3 0 0 0,-124-11 0 0 0,80 1 0 0 0,-82-5 0 0 0,-240-8 0 0 0,-9 33 0 0 0,335-8 0 0 0,-1 0 0 0 0,-258 16 0 0 0,235-4 0 0 0,-147 36 0 0 0,28-4 0 0 0,79-26 0 0 0,-333 1 0 0 0,254-35 0 0 0,230 11 0 0 0,21 0 0 0 0,-1 0 0 0 0,1 0 0 0 0,0 0 0 0 0,0 0 0 0 0,0-1 0 0 0,0 0 0 0 0,0 0 0 0 0,0 0 0 0 0,0 0 0 0 0,-7-3 0 0 0,11 4 0 0 0,1-1 1 0 0,-1 1-1 0 0,0 0 1 0 0,0 0-1 0 0,0 0 0 0 0,0 0 1 0 0,0 0-1 0 0,0 0 0 0 0,0 0 1 0 0,0 0-1 0 0,0 0 1 0 0,0 0-1 0 0,0-1 0 0 0,0 1 1 0 0,1 0-1 0 0,-1 0 1 0 0,0 0-1 0 0,0 0 0 0 0,0 0 1 0 0,0 0-1 0 0,0 0 1 0 0,0 0-1 0 0,0-1 0 0 0,0 1 1 0 0,0 0-1 0 0,0 0 0 0 0,0 0 1 0 0,0 0-1 0 0,0 0 1 0 0,0 0-1 0 0,0 0 0 0 0,0-1 1 0 0,0 1-1 0 0,-1 0 1 0 0,1 0-1 0 0,0 0 0 0 0,0 0 1 0 0,0 0-1 0 0,0 0 0 0 0,0 0 1 0 0,0 0-1 0 0,0 0 1 0 0,0-1-1 0 0,0 1 0 0 0,0 0 1 0 0,0 0-1 0 0,0 0 1 0 0,-1 0-1 0 0,1 0 0 0 0,0 0 1 0 0,0 0-1 0 0,0 0 0 0 0,0 0 1 0 0,0 0-1 0 0,0 0 1 0 0,0 0-1 0 0,-1 0 0 0 0,21-2 23 0 0,43 3-247 0 0,35 7-2892 0 0,54 10-9068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47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1 322 800 0 0,'0'-1'126'0'0,"0"0"-1"0"0,0 0 1 0 0,0 0-1 0 0,0 0 1 0 0,0 1-1 0 0,0-1 1 0 0,0 0-1 0 0,1 0 0 0 0,-1 0 1 0 0,0 0-1 0 0,0 1 1 0 0,1-1-1 0 0,-1 0 1 0 0,1 0-1 0 0,-1 1 1 0 0,0-1-1 0 0,1 0 0 0 0,0 0 1 0 0,-1 1-1 0 0,1-1 1 0 0,-1 1-1 0 0,1-1 1 0 0,0 1-1 0 0,-1-1 1 0 0,1 1-1 0 0,0-1 1 0 0,0 1-1 0 0,-1-1 0 0 0,1 1 1 0 0,0 0-1 0 0,0-1 1 0 0,0 1-1 0 0,-1 0 1 0 0,2 0-1 0 0,-1 0-41 0 0,0-1 0 0 0,0 1 0 0 0,-1 0 0 0 0,1 0 0 0 0,0 0 0 0 0,-1-1-1 0 0,1 1 1 0 0,0 0 0 0 0,-1 0 0 0 0,1-1 0 0 0,-1 1 0 0 0,1-1 0 0 0,0 1 0 0 0,-1-1 0 0 0,1 1 0 0 0,-1-1-1 0 0,1 1 1 0 0,-1-1 0 0 0,1 1 0 0 0,-1-1 0 0 0,0 1 0 0 0,1-1 0 0 0,-1 0 0 0 0,0 1 0 0 0,1-1 0 0 0,-1 0-1 0 0,0 1 1 0 0,0-1 0 0 0,0 0 0 0 0,1 0 0 0 0,-1 1 0 0 0,0-1 0 0 0,0-1 0 0 0,0 1 24 0 0,0 0 1 0 0,0-1-1 0 0,0 1 1 0 0,1 0-1 0 0,-1 0 1 0 0,0 0 0 0 0,1 0-1 0 0,-1 0 1 0 0,1 0-1 0 0,-1 0 1 0 0,1 0-1 0 0,-1 0 1 0 0,1 0-1 0 0,0 0 1 0 0,-1 0 0 0 0,1 0-1 0 0,0 0 1 0 0,0 1-1 0 0,0-1 1 0 0,0 0-1 0 0,0 1 1 0 0,2-2-1 0 0,3-4 464 0 0,26-22 1896 0 0,1-5-548 0 0,-33 33-1883 0 0,1 0-1 0 0,-1-1 1 0 0,1 1-1 0 0,-1-1 0 0 0,0 0 1 0 0,1 1-1 0 0,-1-1 0 0 0,0 1 1 0 0,1-1-1 0 0,-1 0 1 0 0,0 1-1 0 0,1-1 0 0 0,-1 0 1 0 0,0 1-1 0 0,0-1 0 0 0,0 0 1 0 0,0 1-1 0 0,0-1 1 0 0,0 0-1 0 0,0 1 0 0 0,0-2 1 0 0,0 2-8 0 0,0-1 0 0 0,0 0 0 0 0,0 1 0 0 0,0-1 0 0 0,0 0 0 0 0,0 0 0 0 0,0 1 1 0 0,0-1-1 0 0,1 0 0 0 0,-1 1 0 0 0,0-1 0 0 0,0 1 0 0 0,1-1 0 0 0,-1 0 0 0 0,0 1 0 0 0,1-1 1 0 0,-1 1-1 0 0,1-1 0 0 0,-1 1 0 0 0,0-1 0 0 0,2 0 0 0 0,10-9 278 0 0,1 1 0 0 0,1 0 0 0 0,0 1-1 0 0,25-11 1 0 0,-1-3-20 0 0,-31 17-235 0 0,0 0 1 0 0,0 1-1 0 0,1 0 1 0 0,-1 0-1 0 0,1 0 0 0 0,13-3 1 0 0,105-35 414 0 0,-121 40-450 0 0,1 0 1 0 0,0 0-1 0 0,1 0 1 0 0,-1 1-1 0 0,0 0 1 0 0,0 0-1 0 0,1 1 1 0 0,-1-1-1 0 0,12 2 1 0 0,-17-1-14 0 0,1 1 1 0 0,-1-1 0 0 0,0 0-1 0 0,0 1 1 0 0,1-1 0 0 0,-1 1-1 0 0,0-1 1 0 0,0 1 0 0 0,0-1-1 0 0,0 1 1 0 0,1 0 0 0 0,-1 0 0 0 0,0-1-1 0 0,0 1 1 0 0,0 0 0 0 0,-1 0-1 0 0,1 0 1 0 0,0 0 0 0 0,0 0-1 0 0,0 2 1 0 0,0-1 3 0 0,-1 0 0 0 0,1 0-1 0 0,-1 0 1 0 0,0 0 0 0 0,0 0 0 0 0,1 0 0 0 0,-1 0-1 0 0,-1 0 1 0 0,1 0 0 0 0,0 0 0 0 0,-1 0-1 0 0,1 0 1 0 0,-1 0 0 0 0,1 0 0 0 0,-1 0 0 0 0,0 0-1 0 0,-1 2 1 0 0,-24 38 163 0 0,22-37-136 0 0,1-1 1 0 0,-1 1-1 0 0,1 0 0 0 0,0 0 1 0 0,0 1-1 0 0,1-1 1 0 0,0 1-1 0 0,0-1 1 0 0,0 1-1 0 0,0 0 1 0 0,1-1-1 0 0,0 1 1 0 0,-1 11-1 0 0,2-15 552 0 0,0-16 160 0 0,0 7-650 0 0,-1 5-76 0 0,1 0 1 0 0,0 0-1 0 0,0 0 0 0 0,-1 1 1 0 0,1-1-1 0 0,0 0 0 0 0,1 0 0 0 0,-1 0 1 0 0,0 0-1 0 0,1 0 0 0 0,-1 0 1 0 0,1 1-1 0 0,-1-1 0 0 0,1 0 0 0 0,0 0 1 0 0,0 1-1 0 0,1-3 0 0 0,5-2 37 0 0,-5 5-45 0 0,-1 0-1 0 0,1 0 1 0 0,-1 0-1 0 0,0-1 1 0 0,1 1-1 0 0,-1 0 1 0 0,0 0-1 0 0,0-1 1 0 0,0 1-1 0 0,0-1 1 0 0,0 1 0 0 0,0-1-1 0 0,-1 1 1 0 0,1-1-1 0 0,0 1 1 0 0,-1-1-1 0 0,1 0 1 0 0,-1 1-1 0 0,0-1 1 0 0,1 0-1 0 0,-1-2 1 0 0,0 2 2 0 0,1-1 0 0 0,-1 1 0 0 0,1 0 0 0 0,-1 0 1 0 0,1 0-1 0 0,0 0 0 0 0,0 0 0 0 0,0 0 0 0 0,0 0 0 0 0,1 0 1 0 0,-1 0-1 0 0,0 0 0 0 0,1 1 0 0 0,-1-1 0 0 0,1 0 0 0 0,-1 1 1 0 0,1-1-1 0 0,0 1 0 0 0,0 0 0 0 0,0 0 0 0 0,0 0 0 0 0,0 0 1 0 0,0 0-1 0 0,0 0 0 0 0,4-1 0 0 0,15-10 58 0 0,-10 0 7 0 0,-9 11-74 0 0,0 0 1 0 0,0 0 0 0 0,1 0-1 0 0,-1 1 1 0 0,1-1 0 0 0,-1 1-1 0 0,0-1 1 0 0,1 1 0 0 0,3 0-1 0 0,-3 0 7 0 0,0 1-1 0 0,1 0 0 0 0,-1-1 0 0 0,0 2 0 0 0,0-1 0 0 0,0 0 1 0 0,0 0-1 0 0,0 1 0 0 0,-1 0 0 0 0,1-1 0 0 0,0 1 0 0 0,-1 0 0 0 0,1 1 1 0 0,-1-1-1 0 0,1 0 0 0 0,-1 1 0 0 0,0-1 0 0 0,0 1 0 0 0,0 0 1 0 0,-1-1-1 0 0,1 1 0 0 0,-1 0 0 0 0,1 0 0 0 0,-1 0 0 0 0,0 0 1 0 0,0 0-1 0 0,0 1 0 0 0,-1-1 0 0 0,1 0 0 0 0,-1 0 0 0 0,1 1 1 0 0,-1-1-1 0 0,-1 6 0 0 0,1-2 24 0 0,-1 1 1 0 0,0-1 0 0 0,0 1-1 0 0,0-1 1 0 0,-1 0-1 0 0,0 1 1 0 0,-1-1-1 0 0,0 0 1 0 0,0 0-1 0 0,0 0 1 0 0,-1-1-1 0 0,0 1 1 0 0,0-1-1 0 0,-1 0 1 0 0,1 0 0 0 0,-2 0-1 0 0,1-1 1 0 0,0 0-1 0 0,-1 0 1 0 0,0 0-1 0 0,0-1 1 0 0,-11 7-1 0 0,31-15 94 0 0,-14 4-140 0 0,-14-6 37 0 0,13 6-23 0 0,1 0-1 0 0,0 0 1 0 0,-1 0 0 0 0,1 0-1 0 0,0 0 1 0 0,-1-1-1 0 0,1 1 1 0 0,0 0 0 0 0,0 0-1 0 0,-1 0 1 0 0,1-1-1 0 0,0 1 1 0 0,0 0 0 0 0,-1-1-1 0 0,1 1 1 0 0,0 0 0 0 0,0 0-1 0 0,0-1 1 0 0,-1 1-1 0 0,1 0 1 0 0,0-1 0 0 0,0 1-1 0 0,0 0 1 0 0,0-1-1 0 0,0 1 1 0 0,0 0 0 0 0,0-1-1 0 0,0 1 1 0 0,0 0 0 0 0,0-1-1 0 0,0 1 1 0 0,0 0-1 0 0,0-1 1 0 0,0 1 0 0 0,0 0-1 0 0,0-1 1 0 0,0 1-1 0 0,0 0 1 0 0,0-1 0 0 0,0 1-1 0 0,1 0 1 0 0,-1-1 0 0 0,0 1-1 0 0,0 0 1 0 0,0-1-1 0 0,1 1 1 0 0,-1 0 0 0 0,0 0-1 0 0,0-1 1 0 0,1 1 0 0 0,-1 0-1 0 0,0 0 1 0 0,0 0-1 0 0,1-1 1 0 0,-1 1 0 0 0,0 0-1 0 0,1 0 1 0 0,0 0-1 0 0,4-3 24 0 0,-4 3-23 0 0,0 0 1 0 0,1-1 0 0 0,-1 1-1 0 0,0 0 1 0 0,0-1 0 0 0,0 1-1 0 0,0-1 1 0 0,0 0-1 0 0,0 1 1 0 0,0-1 0 0 0,0 0-1 0 0,-1 1 1 0 0,1-1-1 0 0,0 0 1 0 0,0 0 0 0 0,0 0-1 0 0,-1 0 1 0 0,1 0-1 0 0,-1 0 1 0 0,1 0 0 0 0,0 0-1 0 0,-1 0 1 0 0,0 0-1 0 0,1 0 1 0 0,-1 0 0 0 0,0 0-1 0 0,1 0 1 0 0,-1-2 0 0 0,0 0 0 0 0,0 1 1 0 0,1 0 0 0 0,-1-1 0 0 0,1 1 0 0 0,0 0-1 0 0,0 0 1 0 0,0-1 0 0 0,0 1 0 0 0,0 0 0 0 0,0 0 0 0 0,0 0-1 0 0,1 0 1 0 0,2-2 0 0 0,27-27-10 0 0,-12 13 7 0 0,-10 10-14 0 0,0 0 1 0 0,0 0-1 0 0,0 1 1 0 0,1 0-1 0 0,1 0 1 0 0,-1 1-1 0 0,1 1 1 0 0,0 0-1 0 0,0 0 1 0 0,0 1-1 0 0,1 0 1 0 0,-1 1-1 0 0,17-2 1 0 0,-25 5 14 0 0,0 0 0 0 0,0 0 0 0 0,-1 1 0 0 0,1-1 0 0 0,0 1 0 0 0,-1-1 0 0 0,1 1 0 0 0,0 0 0 0 0,-1 0 0 0 0,1 0 0 0 0,-1 0 0 0 0,1 1 0 0 0,-1-1 0 0 0,0 1 0 0 0,1-1 1 0 0,-1 1-1 0 0,0 0 0 0 0,0 0 0 0 0,0 0 0 0 0,0 0 0 0 0,-1 0 0 0 0,1 0 0 0 0,-1 1 0 0 0,1-1 0 0 0,-1 0 0 0 0,1 4 0 0 0,4 3 54 0 0,-2 1 0 0 0,0 0 1 0 0,0 1-1 0 0,4 19 0 0 0,1 33 231 0 0,-9-57-265 0 0,0-1 0 0 0,0 1 0 0 0,0 0 1 0 0,-1 0-1 0 0,1-1 0 0 0,-1 1 0 0 0,-1-1 1 0 0,-3 11-1 0 0,4-13-36 0 0,-1 0 0 0 0,0 0 0 0 0,-1 0-1 0 0,1-1 1 0 0,0 1 0 0 0,-1-1 0 0 0,-4 4 0 0 0,2-4-3639 0 0,5-22-2476 0 0,0-27-2246 0 0,0-3 2810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48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348 63 320 0 0,'0'-37'13076'0'0,"0"13"-8264"0"0,0 23-4305 0 0,5 2-333 0 0,-2-1-168 0 0,-2 0 6 0 0,0 0 1 0 0,0 0-1 0 0,0 1 1 0 0,0-1-1 0 0,0 0 0 0 0,0 0 1 0 0,0 0-1 0 0,0 1 1 0 0,0-1-1 0 0,0 0 1 0 0,0 1-1 0 0,0-1 1 0 0,0 1-1 0 0,0-1 1 0 0,-1 1-1 0 0,1 0 1 0 0,0-1-1 0 0,0 1 1 0 0,-1 0-1 0 0,1-1 1 0 0,0 1-1 0 0,-1 0 1 0 0,1 0-1 0 0,-1 0 1 0 0,1-1-1 0 0,-1 1 1 0 0,1 0-1 0 0,-1 0 1 0 0,1 0-1 0 0,-1 0 0 0 0,0 0 1 0 0,0 0-1 0 0,1 0 1 0 0,-1 0-1 0 0,0 0 1 0 0,0 0-1 0 0,0 2 1 0 0,0-2 0 0 0,0 0 0 0 0,0 0 1 0 0,0 1-1 0 0,0-1 0 0 0,0 0 0 0 0,1 0 0 0 0,-1 0 1 0 0,0 0-1 0 0,1 0 0 0 0,-1 0 0 0 0,1 0 0 0 0,0 0 1 0 0,-1 0-1 0 0,1 0 0 0 0,0 0 0 0 0,-1 0 1 0 0,1 0-1 0 0,0 0 0 0 0,0 0 0 0 0,0-1 0 0 0,0 1 1 0 0,1 1-1 0 0,-1-2-5 0 0,-1 0 1 0 0,1 1-1 0 0,-1-1 0 0 0,1 0 1 0 0,-1 1-1 0 0,1-1 1 0 0,-1 1-1 0 0,1-1 0 0 0,-1 1 1 0 0,1-1-1 0 0,-1 1 1 0 0,0-1-1 0 0,1 1 0 0 0,-1 0 1 0 0,0-1-1 0 0,0 1 1 0 0,1-1-1 0 0,-1 1 0 0 0,0 0 1 0 0,0 0-1 0 0,-8 12 184 0 0,7-12-172 0 0,0 0 0 0 0,0 0 0 0 0,0 0 0 0 0,0 0 0 0 0,0 0 0 0 0,0 1 0 0 0,0-1 1 0 0,0 0-1 0 0,1 0 0 0 0,-1 1 0 0 0,0-1 0 0 0,1 1 0 0 0,-1-1 0 0 0,1 0 0 0 0,-1 1 0 0 0,1-1 0 0 0,0 1 1 0 0,0 1-1 0 0,0 38 847 0 0,0-40-787 0 0,-6-8 147 0 0,-3 0-152 0 0,-1 1 1 0 0,0 0 0 0 0,0 1 0 0 0,-1 0 0 0 0,0 1 0 0 0,0 0 0 0 0,0 1 0 0 0,0 0-1 0 0,0 1 1 0 0,0 0 0 0 0,-1 0 0 0 0,1 1 0 0 0,-1 1 0 0 0,1 0 0 0 0,-23 3-1 0 0,21-1 4 0 0,0 0-1 0 0,0 0 0 0 0,0 1 0 0 0,-22 9 0 0 0,29-9-31 0 0,0 0-1 0 0,0 1 0 0 0,0 0 1 0 0,0 0-1 0 0,1 0 0 0 0,0 0 1 0 0,0 1-1 0 0,0 0 0 0 0,0 0 1 0 0,1 0-1 0 0,-8 12 1 0 0,10-13-13 0 0,-1 0 1 0 0,1 0-1 0 0,-1 0 1 0 0,1 1 0 0 0,0-1-1 0 0,1 1 1 0 0,-1-1-1 0 0,-1 10 1 0 0,3-12-19 0 0,0 1 1 0 0,0-1-1 0 0,1 1 0 0 0,-1-1 1 0 0,1 1-1 0 0,0-1 0 0 0,0 0 0 0 0,-1 1 1 0 0,1-1-1 0 0,1 0 0 0 0,-1 0 1 0 0,0 0-1 0 0,1 0 0 0 0,-1 0 0 0 0,1 0 1 0 0,-1 0-1 0 0,1 0 0 0 0,0 0 1 0 0,0-1-1 0 0,3 3 0 0 0,8 6 53 0 0,0-1 1 0 0,0 0-1 0 0,1-1 0 0 0,0-1 1 0 0,18 7-1 0 0,82 25 67 0 0,-71-26-154 0 0,-16-4-256 0 0,0-1 1 0 0,1-2-1 0 0,0-1 1 0 0,1-1-1 0 0,-1-1 1 0 0,1-1 0 0 0,-1-2-1 0 0,1-1 1 0 0,38-6-1 0 0,-43 1-1705 0 0,0-2 0 0 0,23-10 0 0 0,-32 12 860 0 0,136-52-11234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40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90 1201 0 0,'5'-6'750'0'0,"-1"0"1"0"0,0 0-1 0 0,-1 0 1 0 0,1-1-1 0 0,-1 1 1 0 0,4-15-1 0 0,-5 7 4034 0 0,-1-3 3427 0 0,-6 18-5823 0 0,-17 3-521 0 0,16-3-426 0 0,6 4-326 0 0,0-7 227 0 0,0-5 2911 0 0,0 8-4235 0 0,0 0 0 0 0,0 0 0 0 0,-1 0 1 0 0,1 0-1 0 0,0 0 0 0 0,-1 0 0 0 0,1-1 1 0 0,-1 1-1 0 0,1 0 0 0 0,-1 0 0 0 0,1 0 1 0 0,-1 0-1 0 0,0-1 0 0 0,1 1 0 0 0,-1 0 1 0 0,0 0-1 0 0,0-1 0 0 0,0 1 0 0 0,-29 24 161 0 0,16-14-89 0 0,0 0 1 0 0,-18 21-1 0 0,29-28-82 0 0,0 0-1 0 0,0 0 1 0 0,0 0 0 0 0,1 0 0 0 0,-1 0-1 0 0,1 0 1 0 0,0 1 0 0 0,0-1 0 0 0,0 1-1 0 0,1 0 1 0 0,0 0 0 0 0,0-1 0 0 0,0 1-1 0 0,0 7 1 0 0,1-10-8 0 0,0 0 0 0 0,0 0 0 0 0,0 1 0 0 0,-1-1 0 0 0,1 0 0 0 0,-1 0 0 0 0,1 0 0 0 0,-1 1 0 0 0,0-1 0 0 0,0 0 0 0 0,0 0 0 0 0,0 0 0 0 0,0 0 0 0 0,0 0 0 0 0,0-1 0 0 0,-1 1 0 0 0,1 0 0 0 0,-3 2 0 0 0,3-3 0 0 0,-1 1 0 0 0,1-1 0 0 0,-1 1 0 0 0,1-1 0 0 0,0 1 0 0 0,0 0 0 0 0,0 0 0 0 0,0-1 0 0 0,0 1 0 0 0,0 0 0 0 0,1 0 0 0 0,-1 0 0 0 0,0 0 0 0 0,1 0 0 0 0,0 0 0 0 0,-1 0 0 0 0,1 0 0 0 0,0 3 0 0 0,-1 16 0 0 0,0-16 0 0 0,0 0 0 0 0,1 0 0 0 0,0 0 0 0 0,0 0 0 0 0,0 0 0 0 0,0 0 0 0 0,1 0 0 0 0,0 0 0 0 0,0-1 0 0 0,0 1 0 0 0,4 7 0 0 0,49 52 0 0 0,-52-60 0 0 0,0 1 0 0 0,-1 0 0 0 0,0-1 0 0 0,0 1 0 0 0,0 0 0 0 0,0 0 0 0 0,-1 0 0 0 0,0 0 0 0 0,0 0 0 0 0,0 0 0 0 0,0-1 0 0 0,-2 7 0 0 0,0 10 0 0 0,2 69 0 0 0,0-87 0 0 0,0 0 0 0 0,0 0 0 0 0,-1 0 0 0 0,0 0 0 0 0,1 1 0 0 0,-1-1 0 0 0,0 0 0 0 0,-1 0 0 0 0,1-1 0 0 0,-1 1 0 0 0,1 0 0 0 0,-1 0 0 0 0,-2 3 0 0 0,-7 11 0 0 0,0 15 0 0 0,-10-2 0 0 0,9-5 0 0 0,10-19 0 0 0,-1-1 0 0 0,0 1 0 0 0,0 0 0 0 0,0-1 0 0 0,-1 1 0 0 0,-4 5 0 0 0,6-9 0 0 0,-1 1 0 0 0,0-1 0 0 0,0 1 0 0 0,1 0 0 0 0,-1 1 0 0 0,1-1 0 0 0,0 0 0 0 0,0 1 0 0 0,0-1 0 0 0,0 1 0 0 0,1 0 0 0 0,0-1 0 0 0,-1 1 0 0 0,1 0 0 0 0,0 0 0 0 0,1 0 0 0 0,-1 7 0 0 0,1-8 0 0 0,0 0 0 0 0,-1 0 0 0 0,1 0 0 0 0,-1 0 0 0 0,1 0 0 0 0,-1-1 0 0 0,0 1 0 0 0,0 0 0 0 0,0 0 0 0 0,-1-1 0 0 0,1 1 0 0 0,-1-1 0 0 0,1 1 0 0 0,-3 2 0 0 0,-7 12 0 0 0,-3 13 0 0 0,12-23 0 0 0,-1 0 0 0 0,-1-1 0 0 0,1 1 0 0 0,-9 12 0 0 0,8-15 0 0 0,0 1 0 0 0,1 0 0 0 0,0 0 0 0 0,0 1 0 0 0,0-1 0 0 0,0 0 0 0 0,1 1 0 0 0,0 0 0 0 0,0 0 0 0 0,1-1 0 0 0,0 1 0 0 0,0 0 0 0 0,0 0 0 0 0,0 0 0 0 0,1 0 0 0 0,1 9 0 0 0,-1-12 0 0 0,0 0 0 0 0,-1 0 0 0 0,1 0 0 0 0,0 0 0 0 0,-1 0 0 0 0,0 0 0 0 0,0 0 0 0 0,0-1 0 0 0,0 1 0 0 0,0 0 0 0 0,-1-1 0 0 0,1 1 0 0 0,-1-1 0 0 0,-2 4 0 0 0,2-3 0 0 0,0-1 0 0 0,0 0 0 0 0,1 1 0 0 0,-1 0 0 0 0,1-1 0 0 0,0 1 0 0 0,0 0 0 0 0,0 0 0 0 0,0-1 0 0 0,0 1 0 0 0,0 0 0 0 0,1 0 0 0 0,0 0 0 0 0,-1 5 0 0 0,1-4 0 0 0,0 0 0 0 0,-1-1 0 0 0,1 1 0 0 0,-1 0 0 0 0,0 0 0 0 0,0-1 0 0 0,-1 1 0 0 0,1 0 0 0 0,-1-1 0 0 0,1 1 0 0 0,-5 4 0 0 0,4-4 0 0 0,0-1 0 0 0,0 1 0 0 0,0 0 0 0 0,1-1 0 0 0,-1 1 0 0 0,1 0 0 0 0,0 0 0 0 0,0 0 0 0 0,0 0 0 0 0,0 0 0 0 0,1 7 0 0 0,-1-4 0 0 0,1 0 0 0 0,-1-1 0 0 0,-1 1 0 0 0,1 0 0 0 0,-1-1 0 0 0,0 0 0 0 0,-6 12 0 0 0,5-12 0 0 0,1 1 0 0 0,-1-1 0 0 0,1 0 0 0 0,1 1 0 0 0,-1 0 0 0 0,1-1 0 0 0,-1 14 0 0 0,2-10-108 0 0,-1 13-741 0 0,1-22 822 0 0,0-1 1 0 0,0 0-1 0 0,0 0 1 0 0,0 0-1 0 0,0 0 1 0 0,0 1-1 0 0,0-1 1 0 0,0 0-1 0 0,0 0 1 0 0,0 0-1 0 0,-1 0 0 0 0,1 1 1 0 0,0-1-1 0 0,0 0 1 0 0,0 0-1 0 0,0 0 1 0 0,0 0-1 0 0,0 1 1 0 0,0-1-1 0 0,0 0 1 0 0,1 0-1 0 0,-1 0 1 0 0,0 1-1 0 0,0-1 1 0 0,0 0-1 0 0,0 0 1 0 0,0 0-1 0 0,0 0 0 0 0,0 0 1 0 0,0 1-1 0 0,0-1 1 0 0,0 0-1 0 0,1 0 1 0 0,-1 0-1 0 0,0 0 1 0 0,0 0-1 0 0,0 1 1 0 0,0-1-1 0 0,0 0 1 0 0,1 0-1 0 0,-1 0 1 0 0,0 0-1 0 0,0 0 1 0 0,0 0-1 0 0,0 0 0 0 0,1 0 1 0 0,-1 0-1 0 0,0 0 1 0 0,0 0-1 0 0,0 0 1 0 0,0 0-1 0 0,1 0 1 0 0,-1 0-1 0 0,0 0 1 0 0,0 0-1 0 0,0 0 1 0 0,1 0-1 0 0,-1 0 1 0 0,0 0-1 0 0,0 0 0 0 0,0 0 1 0 0,0 0-1 0 0,1 0 1 0 0,-1 0-1 0 0,0 0 1 0 0,0-1-1 0 0,0 1 1 0 0,14-14-1843 0 0,1 0-661 0 0,-2-1 0 0 0,1 0 0 0 0,-2-1 0 0 0,13-20 0 0 0,40-92-12237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41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24 1361 0 0,'-5'-20'15660'0'0,"-23"26"-7723"0"0,34-8-7830 0 0,36-2 215 0 0,1 1 0 0 0,63 4-1 0 0,-48 0-179 0 0,-26-1-59 0 0,426 8 861 0 0,-335 3-424 0 0,199 46 1 0 0,-260-42-378 0 0,-21-6-74 0 0,57 8-1 0 0,-43-12 29 0 0,-7 1 28 0 0,51-3 0 0 0,151-3-19 0 0,-231 2 41 0 0,-11 2-106 0 0,30 2 225 0 0,-8-2-241 0 0,-28-1-20 0 0,25-1-22 0 0,-21-2-50 0 0,-5 10 386 0 0,-1 1-1 0 0,0-1 0 0 0,0 0 0 0 0,-1 1 1 0 0,-1-1-1 0 0,-2 10 0 0 0,-4-2-172 0 0,5-13-88 0 0,0 0-1 0 0,1 0 1 0 0,0 1-1 0 0,0-1 0 0 0,0 0 1 0 0,1 1-1 0 0,-1-1 1 0 0,1 1-1 0 0,0 9 0 0 0,1 103 250 0 0,0-113-305 0 0,-1 1 0 0 0,0-1 0 0 0,0 1-1 0 0,0-1 1 0 0,0 0 0 0 0,-1 0 0 0 0,0 1 0 0 0,0-1 0 0 0,-3 5-1 0 0,2-5 6 0 0,1 0 0 0 0,0 1 0 0 0,0-1-1 0 0,0 1 1 0 0,0-1 0 0 0,1 1-1 0 0,0 0 1 0 0,0 0 0 0 0,0 6 0 0 0,2 13 0 0 0,-1 0 1 0 0,-2 0 0 0 0,0-1-1 0 0,-2 1 1 0 0,-1-1-1 0 0,-10 32 1 0 0,-3-7-8 0 0,7-20 0 0 0,0 0 0 0 0,-8 43 0 0 0,8 25 0 0 0,-10 2 0 0 0,15-63 0 0 0,3-15 0 0 0,-1-1 0 0 0,-1 1 0 0 0,0-1 0 0 0,-10 24 0 0 0,10-34-3 0 0,0 0-140 0 0,1 0 0 0 0,0 0 0 0 0,0 1 0 0 0,1-1 0 0 0,0 1 0 0 0,1-1 0 0 0,-1 19 0 0 0,3-29 7 0 0,0 0 1 0 0,0 0-1 0 0,0 1 1 0 0,0-1 0 0 0,0 0-1 0 0,0 1 1 0 0,0-1-1 0 0,0 0 1 0 0,0 1-1 0 0,0-1 1 0 0,-1 0-1 0 0,1 0 1 0 0,0 1-1 0 0,0-1 1 0 0,0 0-1 0 0,0 0 1 0 0,0 1 0 0 0,-1-1-1 0 0,1 0 1 0 0,0 0-1 0 0,0 0 1 0 0,0 1-1 0 0,-1-1 1 0 0,1 0-1 0 0,0 0 1 0 0,0 0-1 0 0,-1 1 1 0 0,1-1-1 0 0,0 0 1 0 0,0 0 0 0 0,-1 0-1 0 0,1 0 1 0 0,0 0-1 0 0,-1 0 1 0 0,1 0-1 0 0,0 0 1 0 0,0 0-1 0 0,-1 0 1 0 0,1 0-1 0 0,0 0 1 0 0,-1 0 0 0 0,1 0-1 0 0,0 0 1 0 0,0 0-1 0 0,-1 0 1 0 0,1 0-1 0 0,0 0 1 0 0,-1 0-1 0 0,1 0 1 0 0,0-1-1 0 0,0 1 1 0 0,-1 0-1 0 0,1 0 1 0 0,-16-12-6282 0 0,15 10 5491 0 0,0 0-1 0 0,0 1 0 0 0,0-1 1 0 0,1 0-1 0 0,-1 0 1 0 0,1 0-1 0 0,-1 0 1 0 0,1 0-1 0 0,0 0 0 0 0,0-1 1 0 0,0 1-1 0 0,0-3 1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42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2081 0 0,'0'5'224'0'0,"0"-4"428"0"0,1 0 0 0 0,-1 1 0 0 0,0-1 0 0 0,0 1-1 0 0,0-1 1 0 0,0 1 0 0 0,0-1 0 0 0,0 1 0 0 0,0-1 0 0 0,0 1 0 0 0,0-1-1 0 0,-1 0 1 0 0,1 1 0 0 0,-1-1 0 0 0,1 1 0 0 0,-1-1 0 0 0,1 0-1 0 0,-1 1 1 0 0,0-1 0 0 0,-1 2 0 0 0,-28 5 1888 0 0,13-4-940 0 0,32-2-1125 0 0,21-1 318 0 0,67 12 0 0 0,-3 0-84 0 0,-52-9-441 0 0,534 45 2038 0 0,-142-12-1118 0 0,-239-30-837 0 0,0-8 0 0 0,327-45 0 0 0,-428 36-1384 0 0,120 3-1 0 0,-219 7 927 0 0,-1 0 0 0 0,0 1 0 0 0,1-1 0 0 0,-1 0 0 0 0,0 0 0 0 0,0 0 0 0 0,1 0 0 0 0,-1 0 1 0 0,0 0-1 0 0,0 0 0 0 0,1 1 0 0 0,-1-1 0 0 0,0 0 0 0 0,0 0 0 0 0,1 0 0 0 0,-1 1 0 0 0,0-1 0 0 0,0 0 0 0 0,0 0 0 0 0,1 0 1 0 0,-1 1-1 0 0,0-1 0 0 0,0 0 0 0 0,0 1 0 0 0,0-1 0 0 0,0 0 0 0 0,0 0 0 0 0,0 1 0 0 0,0-1 0 0 0,1 0 0 0 0,-1 1 0 0 0,0-1 1 0 0,0 0-1 0 0,0 0 0 0 0,0 1 0 0 0,0-1 0 0 0,-1 0 0 0 0,1 1 0 0 0,0-1 0 0 0,0 0 0 0 0,0 0 0 0 0,0 1 0 0 0,0-1 0 0 0,0 0 1 0 0,0 1-1 0 0,0-1 0 0 0,-1 0 0 0 0,1 0 0 0 0,0 0 0 0 0,0 1 0 0 0,0-1 0 0 0,-1 0 0 0 0,1 0 0 0 0,0 1 0 0 0,0-1 1 0 0,-1 0-1 0 0,1 0 0 0 0,0 0 0 0 0,0 0 0 0 0,-1 0 0 0 0,1 1 0 0 0,0-1 0 0 0,0 0 0 0 0,-1 0 0 0 0,1 0 0 0 0,-1 0 0 0 0,-6 0-1160 0 0,0 1 0 0 0,0-2 0 0 0,1 1-1 0 0,-1-1 1 0 0,0 0 0 0 0,0 0 0 0 0,-10-4-1 0 0,-43-13-4361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43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0 480 0 0,'0'0'1908'0'0,"0"1"-1844"0"0,0-1 1 0 0,-1 1 0 0 0,1-1-1 0 0,0 0 1 0 0,0 1 0 0 0,0-1-1 0 0,0 1 1 0 0,0-1 0 0 0,0 1-1 0 0,0-1 1 0 0,0 0 0 0 0,0 1-1 0 0,0-1 1 0 0,0 1-1 0 0,0-1 1 0 0,0 1 0 0 0,0-1-1 0 0,0 0 1 0 0,0 1 0 0 0,0-1-1 0 0,0 1 1 0 0,1-1 0 0 0,-1 0-1 0 0,0 1 1 0 0,0-1 0 0 0,1 1-1 0 0,-1-1 1 0 0,0 0-1 0 0,0 0 1 0 0,1 1 0 0 0,-1-1-1 0 0,0 0 1 0 0,1 1 0 0 0,-1-1-1 0 0,0 0 1 0 0,1 0 0 0 0,-1 1-1 0 0,1-1 1 0 0,7 2-32 0 0,6 6 1754 0 0,-13-7-1478 0 0,0 1 1 0 0,0 0-1 0 0,-1 0 1 0 0,1-1-1 0 0,-1 1 1 0 0,1 0-1 0 0,-1 0 0 0 0,0 0 1 0 0,1 0-1 0 0,-1-1 1 0 0,0 1-1 0 0,0 3 1 0 0,1 26 2231 0 0,0-22-2092 0 0,-1 0 1 0 0,1 0-1 0 0,-1 0 0 0 0,-1 0 1 0 0,0 0-1 0 0,0 0 0 0 0,-5 16 1 0 0,-6-7 69 0 0,10-17-510 0 0,1 0-1 0 0,0 1 1 0 0,-1 0 0 0 0,1-1-1 0 0,0 1 1 0 0,0 0 0 0 0,0-1-1 0 0,0 1 1 0 0,0 0 0 0 0,1 0 0 0 0,-1 0-1 0 0,0 0 1 0 0,1-1 0 0 0,0 1-1 0 0,-1 0 1 0 0,1 4 0 0 0,0-3 5 0 0,0 0-1 0 0,-1 0 1 0 0,1 0 0 0 0,-1 0 0 0 0,0 0 0 0 0,0 0-1 0 0,0 0 1 0 0,0 0 0 0 0,0 0 0 0 0,-1-1 0 0 0,1 1-1 0 0,-1 0 1 0 0,-2 3 0 0 0,2-4 3 0 0,0 1-1 0 0,0-1 1 0 0,1 1 0 0 0,-1 0-1 0 0,1 0 1 0 0,0-1 0 0 0,-1 1-1 0 0,1 0 1 0 0,1 0 0 0 0,-1 0 0 0 0,0 0-1 0 0,1 0 1 0 0,-1 5 0 0 0,1 42 1174 0 0,0-32-3356 0 0,0-9-8133 0 0,0-16 4468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44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1 434 560 0 0,'10'3'755'0'0,"2"0"360"0"0,-2-3 8581 0 0,-10-11-4078 0 0,0-11-4020 0 0,0 20-1555 0 0,1 1-1 0 0,-1 0 0 0 0,0-1 1 0 0,0 1-1 0 0,1-1 1 0 0,-1 1-1 0 0,1 0 1 0 0,-1 0-1 0 0,1-1 0 0 0,0 1 1 0 0,0 0-1 0 0,-1 0 1 0 0,1 0-1 0 0,0-1 1 0 0,0 1-1 0 0,0 0 0 0 0,0 0 1 0 0,0 1-1 0 0,0-1 1 0 0,1 0-1 0 0,1-1 1 0 0,6-6 157 0 0,2-6 113 0 0,17-16 108 0 0,21-19-21 0 0,-28 26-293 0 0,121-106 333 0 0,-94 76-333 0 0,-36 42-67 0 0,1 1 0 0 0,0 0 0 0 0,0 2 0 0 0,1-1 0 0 0,1 2 0 0 0,24-11 0 0 0,-38 18-43 0 0,-1 0 0 0 0,0 0 0 0 0,0 0 0 0 0,0 0 1 0 0,1 0-1 0 0,-1 0 0 0 0,0 0 0 0 0,0 0 0 0 0,0 0 1 0 0,0 0-1 0 0,1 0 0 0 0,-1 0 0 0 0,0 0 0 0 0,0 0 0 0 0,0 0 1 0 0,1 0-1 0 0,-1 0 0 0 0,0 0 0 0 0,0 0 0 0 0,0 1 1 0 0,0-1-1 0 0,1 0 0 0 0,-1 0 0 0 0,0 0 0 0 0,0 0 0 0 0,0 0 1 0 0,0 1-1 0 0,0-1 0 0 0,1 0 0 0 0,-1 0 0 0 0,0 0 1 0 0,0 0-1 0 0,0 0 0 0 0,0 1 0 0 0,0-1 0 0 0,0 0 1 0 0,0 0-1 0 0,0 0 0 0 0,0 1 0 0 0,0-1 0 0 0,0 0 0 0 0,0 0 1 0 0,0 0-1 0 0,0 1 0 0 0,0-1 0 0 0,0 0 0 0 0,0 0 1 0 0,5 11-63 0 0,-3-10 66 0 0,-1 0 0 0 0,0 0 0 0 0,0 0 0 0 0,0 0 1 0 0,0 0-1 0 0,0 0 0 0 0,0 0 0 0 0,0 1 1 0 0,0-1-1 0 0,-1 0 0 0 0,1 1 0 0 0,0-1 0 0 0,-1 1 1 0 0,1-1-1 0 0,-1 1 0 0 0,0-1 0 0 0,1 1 0 0 0,-1-1 1 0 0,0 1-1 0 0,0-1 0 0 0,0 1 0 0 0,0-1 1 0 0,0 1-1 0 0,0 0 0 0 0,0-1 0 0 0,-1 1 0 0 0,1-1 1 0 0,-1 1-1 0 0,1-1 0 0 0,-1 1 0 0 0,1-1 1 0 0,-1 0-1 0 0,-1 3 0 0 0,-7 25 64 0 0,3 12 62 0 0,5-32-100 0 0,0 1 1 0 0,-1-1-1 0 0,1 1 0 0 0,-2-1 1 0 0,0 0-1 0 0,0 0 0 0 0,0 0 0 0 0,-1 0 1 0 0,0-1-1 0 0,-8 12 0 0 0,-22 21 41 0 0,19-23-15 0 0,0-1 0 0 0,-14 25 0 0 0,17-22-36 0 0,2-5-25 0 0,1 1 1 0 0,1 0-1 0 0,-7 19 1 0 0,14-30-33 0 0,-1 0 0 0 0,0 1 0 0 0,0-1-1 0 0,0 0 1 0 0,0 0 0 0 0,-1 0 0 0 0,0-1 0 0 0,0 1 0 0 0,0-1 0 0 0,-6 7 0 0 0,9-11 33 0 0,0 0 0 0 0,0 0 0 0 0,-1 1 0 0 0,1-1-1 0 0,0 0 1 0 0,0 0 0 0 0,0 0 0 0 0,0 1 0 0 0,0-1-1 0 0,-1 0 1 0 0,1 0 0 0 0,0 1 0 0 0,0-1 0 0 0,0 0-1 0 0,0 1 1 0 0,0-1 0 0 0,0 0 0 0 0,0 0-1 0 0,0 1 1 0 0,0-1 0 0 0,0 0 0 0 0,0 1 0 0 0,0-1-1 0 0,0 0 1 0 0,0 0 0 0 0,0 1 0 0 0,0-1 0 0 0,0 0-1 0 0,1 0 1 0 0,-1 1 0 0 0,0-1 0 0 0,0 0 0 0 0,0 0-1 0 0,0 1 1 0 0,0-1 0 0 0,1 0 0 0 0,-1 0 0 0 0,0 0-1 0 0,0 1 1 0 0,0-1 0 0 0,1 0 0 0 0,-1 0 0 0 0,0 0-1 0 0,0 0 1 0 0,1 1 0 0 0,-1-1 0 0 0,0 0 0 0 0,0 0-1 0 0,1 0 1 0 0,-1 0 0 0 0,0 0 0 0 0,1 0 0 0 0,-1 0-1 0 0,0 0 1 0 0,0 0 0 0 0,1 0 0 0 0,-1 0-1 0 0,0 0 1 0 0,1 0 0 0 0,-1 0 0 0 0,0 0 0 0 0,0 0-1 0 0,1 0 1 0 0,14 0-545 0 0,-14 0 207 0 0,1 0 1 0 0,-1 0 0 0 0,1 0 0 0 0,-1 0 0 0 0,1-1-1 0 0,-1 1 1 0 0,1-1 0 0 0,-1 1 0 0 0,1-1 0 0 0,-1 1-1 0 0,0-1 1 0 0,1 0 0 0 0,-1 1 0 0 0,0-1 0 0 0,0 0 0 0 0,0 0-1 0 0,0 0 1 0 0,2-1 0 0 0,3-3-1467 0 0,20-18-5005 0 0,-26 22 6511 0 0,1 0 1 0 0,0 0 0 0 0,-1 0-1 0 0,1 1 1 0 0,-1-1 0 0 0,0 0-1 0 0,1 0 1 0 0,-1 0 0 0 0,0 0 0 0 0,1 0-1 0 0,-1 0 1 0 0,0 0 0 0 0,0 0-1 0 0,0 0 1 0 0,0-2 0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45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1441 0 0,'0'7'3841'0'0,"0"-1"3043"0"0,0 2-4163 0 0,27-2-640 0 0,5 1-641 0 0,34 1-479 0 0,64-8-961 0 0,33 6-3602 0 0,1-12-4642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46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223 117 560 0 0,'0'-1'89'0'0,"1"0"0"0"0,-1 1 0 0 0,1-1 0 0 0,0 0 0 0 0,0 1 0 0 0,-1-1 0 0 0,1 1 0 0 0,0-1 0 0 0,0 1 0 0 0,0-1 0 0 0,-1 1 0 0 0,1 0 0 0 0,0-1 0 0 0,0 1 0 0 0,0 0 0 0 0,0 0 0 0 0,0 0 0 0 0,0 0 0 0 0,0 0 0 0 0,0 0 0 0 0,0 0 0 0 0,0 0 0 0 0,-1 0 0 0 0,1 0 0 0 0,0 0 0 0 0,0 0 0 0 0,0 1 0 0 0,1-1 0 0 0,5 1 692 0 0,20-1 246 0 0,-21 0-627 0 0,-1 0-80 0 0,50 0 734 0 0,-50 0 1454 0 0,-5-1-2398 0 0,1 1 0 0 0,-1 0 1 0 0,0-1-1 0 0,0 1 0 0 0,0-1 1 0 0,0 1-1 0 0,0 0 0 0 0,0-1 1 0 0,0 1-1 0 0,1-1 0 0 0,-1 1 0 0 0,0 0 1 0 0,0-1-1 0 0,-1 1 0 0 0,1-1 1 0 0,0 1-1 0 0,0 0 0 0 0,0-1 0 0 0,0 1 1 0 0,0-1-1 0 0,0 1 0 0 0,0 0 1 0 0,-1-1-1 0 0,1 1 0 0 0,0 0 1 0 0,0-1-1 0 0,0 1 0 0 0,-1 0 0 0 0,1-1 1 0 0,0 1-1 0 0,-1 0 0 0 0,1 0 1 0 0,0-1-1 0 0,-1 1 0 0 0,1 0 0 0 0,0 0 1 0 0,-1-1-1 0 0,1 1 0 0 0,0 0 1 0 0,-1 0-1 0 0,-20-12 830 0 0,-1 1 0 0 0,0 2 0 0 0,0 0 0 0 0,-37-10 0 0 0,-104-17 2430 0 0,157 35-3183 0 0,1 1-80 0 0,-17 0-281 0 0,17 0-599 0 0,10 1-1642 0 0,-2 0 1579 0 0,15 5-2870 0 0,-17-6 3407 0 0,-1 1 1 0 0,1-1-1 0 0,-1 1 1 0 0,1-1-1 0 0,-1 1 1 0 0,1 0-1 0 0,-1-1 1 0 0,0 1 0 0 0,1-1-1 0 0,-1 1 1 0 0,0 0-1 0 0,0-1 1 0 0,1 1-1 0 0,-1 0 1 0 0,0-1 0 0 0,0 1-1 0 0,0 0 1 0 0,0-1-1 0 0,0 2 1 0 0,0 13-5065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50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28 400 0 0,'-29'-6'1831'0'0,"0"0"0"0"0,-56-1 0 0 0,-10 5 4931 0 0,77 2-5010 0 0,-8 4 249 0 0,20-2-1615 0 0,6-2-356 0 0,-1-1 0 0 0,1 1 0 0 0,0 0 0 0 0,0 0-1 0 0,0 0 1 0 0,0 0 0 0 0,-1 0 0 0 0,1 0 0 0 0,0 0 0 0 0,0 0-1 0 0,0 0 1 0 0,-1 0 0 0 0,1 0 0 0 0,0 0 0 0 0,0 0 0 0 0,0 0-1 0 0,0 0 1 0 0,-1 0 0 0 0,1 0 0 0 0,0 1 0 0 0,0-1 0 0 0,0 0-1 0 0,0 0 1 0 0,-1 0 0 0 0,1 0 0 0 0,0 0 0 0 0,0 0 0 0 0,0 0-1 0 0,0 1 1 0 0,0-1 0 0 0,0 0 0 0 0,-1 0 0 0 0,1 0-1 0 0,0 0 1 0 0,0 0 0 0 0,0 1 0 0 0,0-1 0 0 0,0 0 0 0 0,0 0-1 0 0,0 0 1 0 0,0 0 0 0 0,0 1 0 0 0,0-1 0 0 0,0 0 0 0 0,0 0-1 0 0,0 0 1 0 0,0 1 0 0 0,0-1 0 0 0,0 0 0 0 0,0 0 0 0 0,0 0-1 0 0,0 0 1 0 0,0 1 0 0 0,0-1 0 0 0,0 0 0 0 0,0 0 0 0 0,0 0-1 0 0,0 1 1 0 0,6 0 3493 0 0,31-2-3211 0 0,-9 0-187 0 0,1 1 1 0 0,0 2-1 0 0,33 5 0 0 0,-27 0 47 0 0,0-2 0 0 0,38 2 0 0 0,-21-3-47 0 0,176 15 275 0 0,1 7-80 0 0,-196-21-228 0 0,-2-1 62 0 0,35 1 0 0 0,-41-2-81 0 0,-12 1 14 0 0,15-2-20 0 0,-13-2 7 0 0,-1 2-1 0 0,1 0 1 0 0,25 6-1 0 0,32 6 127 0 0,222 19 213 0 0,-70 2-58 0 0,-214-33-323 0 0,35 4 63 0 0,74 1-1 0 0,-1-1 197 0 0,-58 0-117 0 0,-16 2-94 0 0,-23-6-14 0 0,-15-2-12 0 0,-6-1-154 0 0,0 1 108 0 0,0 0-1 0 0,0-1 0 0 0,1 1 1 0 0,-1-1-1 0 0,0 1 0 0 0,0 0 0 0 0,0-1 1 0 0,0 1-1 0 0,0 0 0 0 0,0-1 1 0 0,0 1-1 0 0,0-1 0 0 0,0 1 1 0 0,0 0-1 0 0,0-1 0 0 0,0 1 0 0 0,0-1 1 0 0,0 1-1 0 0,0 0 0 0 0,0-1 1 0 0,-1 1-1 0 0,1 0 0 0 0,0-1 1 0 0,0 1-1 0 0,0 0 0 0 0,-1-1 1 0 0,1 1-1 0 0,0 0 0 0 0,0-1 0 0 0,-1 1 1 0 0,1 0-1 0 0,0 0 0 0 0,-1-1 1 0 0,1 1-1 0 0,0 0 0 0 0,-1 0 1 0 0,1 0-1 0 0,0 0 0 0 0,-1-1 0 0 0,0 1 1 0 0,-3-1 32 0 0,-1 0 0 0 0,1-1 0 0 0,0 1 0 0 0,0-1 0 0 0,-1 0 0 0 0,1 0 0 0 0,0-1 0 0 0,1 1 0 0 0,-1-1 0 0 0,0 0 0 0 0,1 0 0 0 0,0 0 0 0 0,-1 0 0 0 0,1-1 0 0 0,-4-6 0 0 0,-13-9 262 0 0,-1 1-1 0 0,0 0 1 0 0,-2 2-1 0 0,-44-26 0 0 0,50 33-2 0 0,-1 1 0 0 0,-31-9-1 0 0,9 2 314 0 0,34 12-419 0 0,0 0-524 0 0,0 1 0 0 0,0-1 0 0 0,1 1 0 0 0,-2 0 0 0 0,1 0 0 0 0,0 1 0 0 0,-12-2 0 0 0,14 3-3660 0 0,2-4 2724 0 0,2 2-1122 0 0,33 15-14468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51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12 80 0 0,'0'0'85'0'0,"0"0"1"0"0,0 1-1 0 0,0-1 1 0 0,0 1-1 0 0,-1-1 0 0 0,1 1 1 0 0,0-1-1 0 0,0 0 1 0 0,0 1-1 0 0,0-1 0 0 0,0 0 1 0 0,-1 1-1 0 0,1-1 0 0 0,0 1 1 0 0,0-1-1 0 0,-1 0 1 0 0,1 1-1 0 0,0-1 0 0 0,0 0 1 0 0,-1 0-1 0 0,1 1 1 0 0,0-1-1 0 0,-1 0 0 0 0,1 0 1 0 0,0 1-1 0 0,-1-1 0 0 0,1 0 1 0 0,-1 0-1 0 0,1 0 1 0 0,0 0-1 0 0,-1 0 0 0 0,1 1 1 0 0,-1-1-1 0 0,1 0 1 0 0,0 0-1 0 0,-1 0 0 0 0,1 0 1 0 0,-1 0-1 0 0,1 0 0 0 0,-1 0 1 0 0,1-1-1 0 0,0 1 1 0 0,-1 0-1 0 0,1 0 0 0 0,-1 0 1 0 0,-22-8 1682 0 0,22 7-1395 0 0,-11-2 706 0 0,0 0 0 0 0,-1 1-1 0 0,1 0 1 0 0,0 1-1 0 0,-1 0 1 0 0,-22 2 0 0 0,-27 2 2155 0 0,-109 19 1 0 0,147-16-3082 0 0,0 0 0 0 0,1 2 0 0 0,0 1-1 0 0,0 0 1 0 0,1 2 0 0 0,0 1 0 0 0,1 0 0 0 0,0 2-1 0 0,1 0 1 0 0,-24 22 0 0 0,42-34-201 0 0,-1 0 0 0 0,1-1 0 0 0,0 1-1 0 0,-1 0 1 0 0,1 0 0 0 0,0 0 0 0 0,1 1 0 0 0,-1-1 0 0 0,0 0 0 0 0,0 1-1 0 0,1-1 1 0 0,0 1 0 0 0,-1 0 0 0 0,1-1 0 0 0,0 1 0 0 0,0 0 0 0 0,0 0 0 0 0,1 0-1 0 0,-1-1 1 0 0,1 1 0 0 0,0 0 0 0 0,-1 3 0 0 0,3-8-663 0 0,-1 1 0 0 0,1-1 1 0 0,-1 0-1 0 0,1 1 0 0 0,0-1 1 0 0,0 1-1 0 0,-1-1 1 0 0,1 1-1 0 0,0 0 0 0 0,0 0 1 0 0,3-1-1 0 0,4-4-2033 0 0,24-20-4886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52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67 668 240 0 0,'-27'-5'1347'0'0,"26"5"-1242"0"0,1 0-1 0 0,0 0 1 0 0,0 0-1 0 0,-1 0 1 0 0,1 0-1 0 0,0-1 1 0 0,-1 1-1 0 0,1 0 1 0 0,0 0-1 0 0,0 0 1 0 0,-1 0-1 0 0,1 0 1 0 0,0-1-1 0 0,0 1 1 0 0,-1 0-1 0 0,1 0 1 0 0,0-1-1 0 0,0 1 1 0 0,0 0-1 0 0,-1 0 1 0 0,1-1-1 0 0,0 1 1 0 0,0 0-1 0 0,0-1 0 0 0,0 1 1 0 0,0 0-1 0 0,0 0 1 0 0,-1-1-1 0 0,1 1 1 0 0,0 0-1 0 0,0-1 1 0 0,0 1-1 0 0,0 0 1 0 0,0-1-1 0 0,0 1 1 0 0,0 0-1 0 0,0-1 1 0 0,1 1-1 0 0,-1 0 1 0 0,0 0-1 0 0,0-1 1 0 0,0 0-10 0 0,0 1 1 0 0,0 0-1 0 0,0-1 1 0 0,0 1-1 0 0,1-1 1 0 0,-1 1-1 0 0,0 0 0 0 0,0-1 1 0 0,-1 1-1 0 0,1-1 1 0 0,0 1-1 0 0,0-1 1 0 0,0 1-1 0 0,0 0 1 0 0,0-1-1 0 0,0 1 1 0 0,0-1-1 0 0,-1 1 1 0 0,1 0-1 0 0,0-1 1 0 0,0 1-1 0 0,0 0 1 0 0,-1-1-1 0 0,1 1 0 0 0,0 0 1 0 0,-1-1-1 0 0,1 1 1 0 0,0 0-1 0 0,-1 0 1 0 0,1-1-1 0 0,-1 1 1 0 0,-19-8 1475 0 0,20 8-1507 0 0,-1 0 1 0 0,1 0-1 0 0,-1-1 1 0 0,1 1-1 0 0,-1 0 0 0 0,1 0 1 0 0,-1-1-1 0 0,1 1 1 0 0,0 0-1 0 0,-1-1 1 0 0,1 1-1 0 0,-1-1 1 0 0,1 1-1 0 0,0-1 1 0 0,-1 1-1 0 0,1 0 0 0 0,0-1 1 0 0,0 1-1 0 0,-1-1 1 0 0,1 1-1 0 0,0-1 1 0 0,0 0-1 0 0,0 1 1 0 0,0-1-1 0 0,0 1 0 0 0,-1-1 1 0 0,1 1-1 0 0,0-1 1 0 0,0 1-1 0 0,0-1 1 0 0,1 1-1 0 0,-1-1 1 0 0,0 0-1 0 0,0 1 0 0 0,0-1 1 0 0,0 1-1 0 0,0-1 1 0 0,1 1-1 0 0,-1-1 1 0 0,0 1-1 0 0,0-1 1 0 0,1 1-1 0 0,-1-1 0 0 0,0 1 1 0 0,1 0-1 0 0,-1-1 1 0 0,1 1-1 0 0,-1-1 1 0 0,0 1-1 0 0,1 0 1 0 0,0-1-1 0 0,5-3 358 0 0,-4 4-359 0 0,-1-1 0 0 0,0 1 0 0 0,0-1 0 0 0,1 0 0 0 0,-1 0 0 0 0,0 1 1 0 0,0-1-1 0 0,0 0 0 0 0,0 0 0 0 0,0 0 0 0 0,0 0 0 0 0,0 0 0 0 0,0 0 0 0 0,-1 0 0 0 0,1-1 0 0 0,0 1 0 0 0,-1 0 0 0 0,1 0 0 0 0,-1-1 0 0 0,1 1 0 0 0,-1 0 0 0 0,1-1 0 0 0,-1 1 1 0 0,0 0-1 0 0,0-1 0 0 0,0 1 0 0 0,0-2 0 0 0,0-1 46 0 0,1 0 0 0 0,-1 1 0 0 0,0-1 0 0 0,1 0 0 0 0,0 0 0 0 0,0 1 1 0 0,0-1-1 0 0,0 1 0 0 0,3-5 0 0 0,1-1 98 0 0,0 0 1 0 0,1 0-1 0 0,12-12 1 0 0,10-11 229 0 0,7-7 245 0 0,49-70-1 0 0,-41 40-374 0 0,-6 31-140 0 0,-23 23-67 0 0,0 0 0 0 0,14-20 0 0 0,32-40 127 0 0,-59 73-200 0 0,0 1 1 0 0,-1 0-1 0 0,1-1 1 0 0,0 1-1 0 0,-1-1 1 0 0,1 1-1 0 0,-1-1 1 0 0,1 0-1 0 0,-1 1 1 0 0,0-1-1 0 0,0 0 1 0 0,1 1-1 0 0,-1-1 0 0 0,0 1 1 0 0,-1-1-1 0 0,1 0 1 0 0,0-1-1 0 0,-1-2 106 0 0,2 4-97 0 0,-1 0 0 0 0,1 0 0 0 0,-1 0 0 0 0,1 0 0 0 0,0 0 0 0 0,-1 0 0 0 0,1 0 0 0 0,0 0 0 0 0,0 0 0 0 0,0 0 1 0 0,0 1-1 0 0,0-1 0 0 0,0 0 0 0 0,0 1 0 0 0,0-1 0 0 0,0 1 0 0 0,0-1 0 0 0,0 1 0 0 0,0-1 0 0 0,0 1 0 0 0,0 0 0 0 0,0-1 0 0 0,1 1 0 0 0,-1 0 0 0 0,0 0 1 0 0,2 0-1 0 0,-24 0 84 0 0,15 0 587 0 0,6 0-695 0 0,0 0 11 0 0,0 0 1 0 0,0 0 0 0 0,0-1 0 0 0,0 1-1 0 0,0 0 1 0 0,0 0 0 0 0,0 0 0 0 0,0 0 0 0 0,-1-1-1 0 0,1 1 1 0 0,0 0 0 0 0,0 0 0 0 0,0 0-1 0 0,0-1 1 0 0,0 1 0 0 0,0 0 0 0 0,0 0-1 0 0,1 0 1 0 0,-1 0 0 0 0,0-1 0 0 0,0 1-1 0 0,0 0 1 0 0,0 0 0 0 0,0 0 0 0 0,0 0-1 0 0,0-1 1 0 0,0 1 0 0 0,0 0 0 0 0,0 0 0 0 0,1 0-1 0 0,-1 0 1 0 0,0 0 0 0 0,0-1 0 0 0,0 1-1 0 0,0 0 1 0 0,0 0 0 0 0,1 0 0 0 0,-1 0-1 0 0,0 0 1 0 0,0 0 0 0 0,0 0 0 0 0,0 0-1 0 0,1 0 1 0 0,-1 0 0 0 0,0-1 0 0 0,0 1-1 0 0,0 0 1 0 0,1 0 0 0 0,-1 0 0 0 0,0 0-1 0 0,0 0 1 0 0,0 0 0 0 0,0 0 0 0 0,1 1 0 0 0,-1-1-1 0 0,0 0 1 0 0,0 0 0 0 0,1 0 0 0 0,254 19 96 0 0,-192-17-2811 0 0,-7-9-6024 0 0,-51 5 3486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53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34 400 0 0,'0'-6'12886'0'0,"33"6"-9044"0"0,-1 6-2722 0 0,33-6-880 0 0,1 0-1840 0 0,-1-6-2002 0 0,0-1-720 0 0,1-1 0 0 0,-8-4 640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53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0 400 0 0,'0'0'334'0'0,"-6"0"26"0"0,5 0-283 0 0,-14 0 1 0 0,14 0-61 0 0,1 0-1 0 0,-1 0 1 0 0,1 0 0 0 0,0 0-1 0 0,-1 0 1 0 0,1 1 0 0 0,-1-1-1 0 0,1 0 1 0 0,-1 0-1 0 0,1 0 1 0 0,0 0 0 0 0,-1 1-1 0 0,1-1 1 0 0,-1 0-1 0 0,1 0 1 0 0,0 1 0 0 0,-1-1-1 0 0,1 0 1 0 0,0 1 0 0 0,0-1-1 0 0,-1 0 1 0 0,1 1-1 0 0,0-1 1 0 0,0 0 0 0 0,-1 1-1 0 0,1-1 1 0 0,0 1-1 0 0,0-1 1 0 0,0 0 0 0 0,0 1-1 0 0,-1-1 1 0 0,1 1 0 0 0,0 0-1 0 0,-1 0-6 0 0,0 0-1 0 0,0 0 1 0 0,0 0 0 0 0,-1-1-1 0 0,1 1 1 0 0,0 0-1 0 0,-1 0 1 0 0,1-1 0 0 0,0 1-1 0 0,-1-1 1 0 0,1 1 0 0 0,-1-1-1 0 0,1 1 1 0 0,-1-1-1 0 0,1 0 1 0 0,-1 0 0 0 0,-1 0-1 0 0,2 0 5 0 0,-4 3 66 0 0,5 9 53 0 0,0-11-186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54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1 160 0 0,'-5'0'654'0'0,"-55"0"14699"0"0,65 1-14659 0 0,56 8 339 0 0,-46-8-871 0 0,0 1-1 0 0,0 0 1 0 0,0 1-1 0 0,17 6 1 0 0,-8-3 783 0 0,19-4-6057 0 0,-12-1-1219 0 0,-26 3 2289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55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1 158 560 0 0,'5'-12'4197'0'0,"11"5"-3666"0"0,-10 6 24 0 0,0-6 588 0 0,-1-1 21 0 0,8 0-70 0 0,0-2 0 0 0,15-13 0 0 0,-14 5-68 0 0,-12 15-878 0 0,0 1 0 0 0,0-1 0 0 0,1 0 0 0 0,-1 1 0 0 0,0-1 0 0 0,1 1 0 0 0,-1 0 0 0 0,1 0 0 0 0,0 0 0 0 0,3-2 0 0 0,4 0 231 0 0,-9 4-299 0 0,0-1 0 0 0,0 1 1 0 0,0-1-1 0 0,0 1 0 0 0,0-1 1 0 0,0 1-1 0 0,0-1 0 0 0,-1 1 0 0 0,1-1 1 0 0,0 0-1 0 0,0 1 0 0 0,0-1 1 0 0,-1 0-1 0 0,1 0 0 0 0,0 0 0 0 0,-1 0 1 0 0,1 0-1 0 0,-1 1 0 0 0,1-1 0 0 0,-1 0 1 0 0,1 0-1 0 0,-1 0 0 0 0,0 0 1 0 0,0 0-1 0 0,1-1 0 0 0,-1 1 0 0 0,0 0 1 0 0,0 0-1 0 0,0 0 0 0 0,0 0 0 0 0,0 0 1 0 0,0 0-1 0 0,0 0 0 0 0,-1-3 1543 0 0,1 5-1569 0 0,0 0-1 0 0,0 0 1 0 0,0 0 0 0 0,0 0-1 0 0,0 0 1 0 0,0 0-1 0 0,0 0 1 0 0,0 0 0 0 0,0-1-1 0 0,-1 1 1 0 0,1 0-1 0 0,0 0 1 0 0,-1 0 0 0 0,1 0-1 0 0,-1-1 1 0 0,1 1 0 0 0,-1 0-1 0 0,0 1 1 0 0,-9 10 100 0 0,1 0 1 0 0,1 0-1 0 0,0 1 1 0 0,1 0-1 0 0,0 1 1 0 0,1 0-1 0 0,-8 27 1 0 0,-10 21 249 0 0,16-44-311 0 0,0 1 0 0 0,-6 26 0 0 0,12-39-89 0 0,1 0 0 0 0,0 0 0 0 0,0 0 1 0 0,1 0-1 0 0,0 0 0 0 0,0 0 0 0 0,0 0 1 0 0,1 0-1 0 0,0 0 0 0 0,0-1 0 0 0,0 1 1 0 0,3 6-1 0 0,8 12-86 0 0,-10-21-65 0 0,0 0-1 0 0,0 1 0 0 0,-1-1 0 0 0,1 0 0 0 0,-1 1 1 0 0,0-1-1 0 0,0 1 0 0 0,0-1 0 0 0,0 1 0 0 0,0 5 1 0 0,-1-9 44 0 0,0 0 0 0 0,1 1 0 0 0,-1-1 0 0 0,0 0 0 0 0,0 0 0 0 0,0 1 0 0 0,0-1 0 0 0,0 0 0 0 0,0 1 0 0 0,0-1 0 0 0,0 0 0 0 0,0 0 0 0 0,0 1 0 0 0,0-1 0 0 0,0 0 0 0 0,0 1 0 0 0,0-1 1 0 0,0 0-1 0 0,0 0 0 0 0,0 1 0 0 0,-1-1 0 0 0,1 0 0 0 0,0 0 0 0 0,0 1 0 0 0,0-1 0 0 0,0 0 0 0 0,0 0 0 0 0,-1 1 0 0 0,1-1 0 0 0,0 0 0 0 0,0 0 0 0 0,-1 0 0 0 0,1 0 0 0 0,0 1 0 0 0,0-1 0 0 0,0 0 1 0 0,-1 0-1 0 0,1 0 0 0 0,0 0 0 0 0,0 0 0 0 0,-1 0 0 0 0,1 0 0 0 0,0 1 0 0 0,-1-1 0 0 0,1 0 0 0 0,-28-6-9021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56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1947 134 320 0 0,'0'0'3909'0'0,"5"2"-2709"0"0,13 3 210 0 0,-36-3 475 0 0,18-2-1859 0 0,0 0-1 0 0,0-1 1 0 0,0 1 0 0 0,0 0-1 0 0,-1 0 1 0 0,1 0-1 0 0,0 0 1 0 0,0 0 0 0 0,0 0-1 0 0,0 0 1 0 0,0 0 0 0 0,0 0-1 0 0,-1 0 1 0 0,1 0-1 0 0,0 0 1 0 0,0 0 0 0 0,0 0-1 0 0,0 0 1 0 0,0-1 0 0 0,0 1-1 0 0,-1 0 1 0 0,1 0-1 0 0,0 0 1 0 0,0 1 0 0 0,0-1-1 0 0,0 0 1 0 0,0 0 0 0 0,-1 0-1 0 0,1 0 1 0 0,0 0-1 0 0,0 0 1 0 0,0 0 0 0 0,0 0-1 0 0,0 0 1 0 0,0 0 0 0 0,0 0-1 0 0,-1 0 1 0 0,1 0-1 0 0,0 0 1 0 0,0 1 0 0 0,0-1-1 0 0,0 0 1 0 0,0 0 0 0 0,0 0-1 0 0,0 0 1 0 0,0 0-1 0 0,0 0 1 0 0,0 0 0 0 0,0 1-1 0 0,0-1 1 0 0,-1 0 0 0 0,1 0-1 0 0,0 0 1 0 0,0 0-1 0 0,0 0 1 0 0,0 0 0 0 0,0 1-1 0 0,0-1 1 0 0,0 0 0 0 0,0 0-1 0 0,0 0 1 0 0,1 1 7 0 0,-1-1 0 0 0,0 0-1 0 0,0 0 1 0 0,0 0 0 0 0,0 0 0 0 0,0 1 0 0 0,0-1-1 0 0,0 0 1 0 0,0 0 0 0 0,0 0 0 0 0,0 0 0 0 0,0 1 0 0 0,0-1-1 0 0,0 0 1 0 0,-1 0 0 0 0,1 0 0 0 0,0 0 0 0 0,0 0 0 0 0,0 1-1 0 0,0-1 1 0 0,0 0 0 0 0,0 0 0 0 0,0 0 0 0 0,0 0 0 0 0,0 0-1 0 0,-1 1 1 0 0,1-1 0 0 0,0 0 0 0 0,0 0 0 0 0,0 0 0 0 0,0 0-1 0 0,0 0 1 0 0,0 0 0 0 0,-1 0 0 0 0,1 0 0 0 0,0 0-1 0 0,0 0 1 0 0,0 0 0 0 0,0 0 0 0 0,-1 0 0 0 0,1 0 0 0 0,0 1-1 0 0,0-1 1 0 0,0 0 0 0 0,0-1 0 0 0,-1 1 0 0 0,1 0 0 0 0,0 0-1 0 0,0 0 1 0 0,0 0 0 0 0,0 0 0 0 0,-1 0 0 0 0,1 0 0 0 0,-48 5 4068 0 0,37-5-3845 0 0,1 0 0 0 0,-1-1-1 0 0,1 0 1 0 0,-1-1 0 0 0,1 0-1 0 0,0-1 1 0 0,0 0 0 0 0,-11-5-1 0 0,9 3-78 0 0,1 0 0 0 0,-1 1 0 0 0,-19-4-1 0 0,31 8-173 0 0,0 0 0 0 0,0 0 0 0 0,0 0-1 0 0,-1 0 1 0 0,1 0 0 0 0,0 0 0 0 0,0 0-1 0 0,0 0 1 0 0,-1 0 0 0 0,1-1 0 0 0,0 1-1 0 0,0 0 1 0 0,0 0 0 0 0,-1 0-1 0 0,1 0 1 0 0,0 0 0 0 0,0 0 0 0 0,0 0-1 0 0,0 0 1 0 0,-1-1 0 0 0,1 1 0 0 0,0 0-1 0 0,0 0 1 0 0,0 0 0 0 0,0 0-1 0 0,0 0 1 0 0,-1-1 0 0 0,1 1 0 0 0,0 0-1 0 0,0 0 1 0 0,0 0 0 0 0,0-1 0 0 0,0 1-1 0 0,0 0 1 0 0,0 0 0 0 0,0 0 0 0 0,0-1-1 0 0,0 1 1 0 0,0 0 0 0 0,-5-7 141 0 0,-22-2 61 0 0,-1 1 0 0 0,-52-7-1 0 0,-3-1 129 0 0,54 11-114 0 0,1 0-1 0 0,-50 0 1 0 0,-15-2 272 0 0,-168-19 1630 0 0,232 23-1846 0 0,1 1 1 0 0,-43 4-1 0 0,3-1 140 0 0,-94 6 679 0 0,-56-4-387 0 0,192-1-638 0 0,-84 1 142 0 0,64 1-108 0 0,-38 8-60 0 0,73-10-33 0 0,-44 1 60 0 0,40-3 64 0 0,-1 0-1 0 0,-23 5 1 0 0,17-4-94 0 0,16-1-240 0 0,7 2-897 0 0,-2-2 962 0 0,1 1 0 0 0,0-1 1 0 0,0 1-1 0 0,0-1 0 0 0,0 1 1 0 0,0-1-1 0 0,0 0 1 0 0,0 1-1 0 0,0-1 0 0 0,0 1 1 0 0,0-1-1 0 0,0 1 0 0 0,1-1 1 0 0,-1 1-1 0 0,0-1 1 0 0,0 1-1 0 0,0-1 0 0 0,1 1 1 0 0,-1-1-1 0 0,0 0 0 0 0,0 1 1 0 0,1-1-1 0 0,-1 0 1 0 0,0 1-1 0 0,1-1 0 0 0,-1 0 1 0 0,0 1-1 0 0,1-1 0 0 0,0 1 1 0 0,53 9-12365 0 0,-53-10 12371 0 0,-1 0 0 0 0,0 0 0 0 0,0 0 0 0 0,0 0 1 0 0,0 0-1 0 0,0 0 0 0 0,1 0 0 0 0,-1 0 0 0 0,0 0 0 0 0,0 0 1 0 0,0 0-1 0 0,1 0 0 0 0,-1 0 0 0 0,0 0 0 0 0,0 0 0 0 0,0 0 1 0 0,0 0-1 0 0,0 0 0 0 0,1 0 0 0 0,-1 0 0 0 0,0 0 0 0 0,0 0 1 0 0,0 0-1 0 0,0 0 0 0 0,0-1 0 0 0,1 1 0 0 0,-1 0 0 0 0,0 0 1 0 0,0 0-1 0 0,0 0 0 0 0,0 0 0 0 0,0-1 0 0 0,0 1 0 0 0,0 0 1 0 0,0 0-1 0 0,1 0 0 0 0,-1 0 0 0 0,0 0 0 0 0,0-1 0 0 0,0 1 1 0 0,0 0-1 0 0,0 0 0 0 0,0 0 0 0 0,0 0 0 0 0,0-1 0 0 0,0 1 1 0 0,0 0-1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58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68 778 400 0 0,'-8'0'559'0'0,"-12"-2"-320"0"0,20 2-13 0 0,-1-1-1 0 0,1 1 1 0 0,0-1 0 0 0,-1 1-1 0 0,1-1 1 0 0,0 1-1 0 0,-1-1 1 0 0,1 1 0 0 0,0-1-1 0 0,-1 1 1 0 0,1-1 0 0 0,0 0-1 0 0,0 1 1 0 0,0-1-1 0 0,0 1 1 0 0,0-1 0 0 0,-1 0-1 0 0,1 1 1 0 0,0-1-1 0 0,1 0 1 0 0,4-1 1255 0 0,22-3 4055 0 0,-21 5-4816 0 0,-6 0-600 0 0,15 1 69 0 0,-15-1-137 0 0,1 0-1 0 0,-1 0 1 0 0,1 0-1 0 0,-1 0 1 0 0,1 0-1 0 0,-1 0 1 0 0,0 0-1 0 0,1 0 1 0 0,-1-1-1 0 0,1 1 1 0 0,-1 0-1 0 0,1 0 1 0 0,-1 0-1 0 0,1 0 1 0 0,-1-1-1 0 0,0 1 1 0 0,1 0-1 0 0,-1 0 1 0 0,1-1-1 0 0,-1 1 1 0 0,0 0-1 0 0,1-1 1 0 0,-1 1-1 0 0,0 0 1 0 0,1-1-1 0 0,-1 1 1 0 0,0-1-1 0 0,0 1 1 0 0,1-1-1 0 0,-7 0 576 0 0,-15-5-53 0 0,15 5-27 0 0,1 1-67 0 0,4 0-431 0 0,-13 0 139 0 0,13 0-171 0 0,1 0-1 0 0,-1 0 1 0 0,1 0-1 0 0,-1 0 1 0 0,1 0-1 0 0,-1 0 1 0 0,1 0-1 0 0,-1 0 1 0 0,1 0 0 0 0,0 0-1 0 0,-1 0 1 0 0,1-1-1 0 0,-1 1 1 0 0,1 0-1 0 0,-1 0 1 0 0,1 0-1 0 0,0-1 1 0 0,-1 1-1 0 0,1 0 1 0 0,-1-1 0 0 0,1 1-1 0 0,0 0 1 0 0,-1-1-1 0 0,1 1 1 0 0,0 0-1 0 0,0-1 1 0 0,-1 1-1 0 0,1 0 1 0 0,0-2-1 0 0,-1 1 7 0 0,0 0-1 0 0,0 0 0 0 0,0 0 0 0 0,0 0 1 0 0,0 0-1 0 0,0 0 0 0 0,0 1 0 0 0,0-1 0 0 0,0 0 1 0 0,0 0-1 0 0,-1 1 0 0 0,1-1 0 0 0,0 0 0 0 0,-1 1 1 0 0,1 0-1 0 0,0-1 0 0 0,0 1 0 0 0,-3-1 0 0 0,0 0 37 0 0,3-1-32 0 0,0 1 0 0 0,0-1 0 0 0,0 0 0 0 0,1 0 0 0 0,-1 0 0 0 0,0 0 0 0 0,1 0 0 0 0,-1 0 0 0 0,1 0 0 0 0,0 0 0 0 0,0 0 0 0 0,0-1 0 0 0,0 1 0 0 0,0 0 0 0 0,0 0 0 0 0,0 0 0 0 0,1-3 0 0 0,0-4 47 0 0,-1 4-47 0 0,0 1 0 0 0,1-1 0 0 0,0 1 0 0 0,0-1 0 0 0,0 1 1 0 0,0-1-1 0 0,1 1 0 0 0,0 0 0 0 0,3-7 0 0 0,8-21 102 0 0,-2-37 125 0 0,-6 51-168 0 0,1 1 0 0 0,13-28 0 0 0,5-14-51 0 0,-13 14-102 0 0,0 25 29 0 0,-9 17 34 0 0,0-1 1 0 0,0 1-1 0 0,0 0 1 0 0,-1 0-1 0 0,1-1 1 0 0,-1 1 0 0 0,0-1-1 0 0,0 0 1 0 0,0 1-1 0 0,0-1 1 0 0,0-5-1 0 0,-2 7 9 0 0,1 1-1 0 0,1 0 1 0 0,-1-1 0 0 0,0 1-1 0 0,0 0 1 0 0,0-1-1 0 0,1 1 1 0 0,-1 0-1 0 0,1-1 1 0 0,-1 1-1 0 0,1 0 1 0 0,0-1-1 0 0,-1 1 1 0 0,1 0 0 0 0,0 0-1 0 0,0 0 1 0 0,0 0-1 0 0,0 0 1 0 0,0 0-1 0 0,0 0 1 0 0,0 0-1 0 0,0 0 1 0 0,0 1 0 0 0,0-1-1 0 0,0 0 1 0 0,0 0-1 0 0,3 0 1 0 0,2-2 54 0 0,-6 3-51 0 0,0 0 0 0 0,1 0 0 0 0,-1-1 0 0 0,0 1 0 0 0,1 0 0 0 0,-1 0 0 0 0,0 0 0 0 0,0 0 0 0 0,1 0 1 0 0,-1-1-1 0 0,0 1 0 0 0,0 0 0 0 0,1 0 0 0 0,-1 0 0 0 0,0-1 0 0 0,0 1 0 0 0,0 0 0 0 0,1 0 0 0 0,-1-1 0 0 0,0 1 0 0 0,0 0 0 0 0,0-1 0 0 0,0 1 0 0 0,0 0 0 0 0,0 0 0 0 0,1-1 0 0 0,-1 1 0 0 0,0 0 0 0 0,0-1 0 0 0,0 1 1 0 0,0 0-1 0 0,0-1 0 0 0,0 1 0 0 0,0 0 0 0 0,0-1 0 0 0,0 1 0 0 0,0 0 0 0 0,-1 0 0 0 0,1-1 0 0 0,0 1 0 0 0,0 0 0 0 0,0-1 0 0 0,0 1 0 0 0,0 0 0 0 0,-1 0 0 0 0,1-1 0 0 0,0 1 0 0 0,0 0 0 0 0,0 0 0 0 0,-1-1 0 0 0,1 1 0 0 0,0 0 1 0 0,0 0-1 0 0,-1 0 0 0 0,1-1 0 0 0,0 1 0 0 0,0 0 0 0 0,-1 0 0 0 0,1 0 0 0 0,0 0 0 0 0,-1 0 0 0 0,1 0 0 0 0,-22-7 72 0 0,21 6-85 0 0,0 0 1 0 0,1 0-1 0 0,-1 0 1 0 0,1 0-1 0 0,-1 0 0 0 0,0 0 1 0 0,1 0-1 0 0,0 0 1 0 0,-1 0-1 0 0,1 0 1 0 0,0 0-1 0 0,-1 0 0 0 0,1 0 1 0 0,0 0-1 0 0,0 0 1 0 0,0-1-1 0 0,0 1 0 0 0,0 0 1 0 0,0 0-1 0 0,0 0 1 0 0,0 0-1 0 0,1 0 1 0 0,-1-2-1 0 0,1 2-18 0 0,-1-108 183 0 0,0 108-157 0 0,1 0 1 0 0,-1 0-1 0 0,1 0 0 0 0,0 0 1 0 0,0 0-1 0 0,0 1 1 0 0,0-1-1 0 0,-1 0 1 0 0,1 0-1 0 0,0 1 0 0 0,0-1 1 0 0,0 1-1 0 0,0-1 1 0 0,1 1-1 0 0,-1-1 1 0 0,0 1-1 0 0,0 0 0 0 0,0-1 1 0 0,0 1-1 0 0,0 0 1 0 0,0 0-1 0 0,1 0 1 0 0,-1 0-1 0 0,2 0 0 0 0,-2 0 5 0 0,4-1 59 0 0,-5-29 1600 0 0,16 27 2229 0 0,60-5-3790 0 0,-60 7-94 0 0,41-9 63 0 0,-32 6-42 0 0,34-2-1887 0 0,-86 17-4856 0 0,-5 19-1080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58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 1281 0 0,'33'0'2321'0'0,"-33"-7"2481"0"0,32 1-2641 0 0,-32-2-160 0 0,33 8-481 0 0,0-6-319 0 0,32-1-481 0 0,-33 7-720 0 0,1-8-1280 0 0,0 2-1442 0 0,-1 0-959 0 0,-32-1-161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0:59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64 640 0 0,'125'-59'9098'0'0,"-123"59"-9016"0"0,-1-1 0 0 0,0 0 0 0 0,0 1 0 0 0,1-1 0 0 0,-1 1 0 0 0,1-1 1 0 0,-1 1-1 0 0,0 0 0 0 0,1 0 0 0 0,-1 0 0 0 0,1-1 0 0 0,-1 1 0 0 0,0 0 0 0 0,1 1 0 0 0,2-1 1 0 0,15 2 790 0 0,-8 0-634 0 0,-1-1-1 0 0,1 2 0 0 0,-1-1 0 0 0,1 2 0 0 0,-1-1 1 0 0,14 8-1 0 0,-19-3 14 0 0,1-2 3 0 0,0-3-248 0 0,10 7 530 0 0,-15-8-438 0 0,0 0 1 0 0,-1 0-1 0 0,1 0 0 0 0,0 0 0 0 0,-1 1 0 0 0,1-1 0 0 0,-1 0 0 0 0,0 0 1 0 0,0 1-1 0 0,0-1 0 0 0,0 3 0 0 0,0-4-50 0 0,-1 1 0 0 0,0 0 0 0 0,1 0 0 0 0,-1-1 0 0 0,0 1 0 0 0,0-1 0 0 0,0 1 0 0 0,0-1 0 0 0,0 1 0 0 0,0-1 0 0 0,0 1 0 0 0,-1-1 0 0 0,1 0 0 0 0,0 0 0 0 0,-1 0 0 0 0,1 0 0 0 0,-3 2 0 0 0,-36 20 447 0 0,30-18-327 0 0,-82 42 912 0 0,85-43-1015 0 0,1-1 1 0 0,-1 0 0 0 0,1-1 0 0 0,-1 0-1 0 0,0 0 1 0 0,0 0 0 0 0,0-1-1 0 0,0 0 1 0 0,0 0 0 0 0,-1-1-1 0 0,-9 0 1 0 0,17 0-64 0 0,0 0 1 0 0,-1 0-1 0 0,1 0 0 0 0,0 0 1 0 0,0 0-1 0 0,-1 0 0 0 0,1 0 0 0 0,0 0 1 0 0,0-1-1 0 0,-1 1 0 0 0,1 0 0 0 0,0 0 1 0 0,0 0-1 0 0,0 0 0 0 0,-1 0 1 0 0,1-1-1 0 0,0 1 0 0 0,0 0 0 0 0,0 0 1 0 0,-1 0-1 0 0,1-1 0 0 0,0 1 1 0 0,0 0-1 0 0,0 0 0 0 0,0 0 0 0 0,0-1 1 0 0,-1 1-1 0 0,1 0 0 0 0,0 0 0 0 0,0-1 1 0 0,0 1-1 0 0,0 0 0 0 0,0 0 1 0 0,0-1-1 0 0,0 1 0 0 0,0 0 0 0 0,0-1 1 0 0,0 1-1 0 0,0 0 0 0 0,0 0 1 0 0,0-1-1 0 0,0 1 0 0 0,0 0 0 0 0,1-1 1 0 0,-1 1-3 0 0,0-1 0 0 0,0 1 0 0 0,0 0 0 0 0,0-1 0 0 0,0 1 0 0 0,0 0 0 0 0,0-1 0 0 0,0 1 0 0 0,0 0 0 0 0,0-1 0 0 0,0 1 0 0 0,0 0 0 0 0,0-1 0 0 0,0 1 0 0 0,0 0 0 0 0,0-1 0 0 0,0 1 0 0 0,0 0 0 0 0,0-1 0 0 0,-1 1 0 0 0,1 0 0 0 0,0-1 0 0 0,0 1 0 0 0,0 0 0 0 0,-1 0 1 0 0,1-1-1 0 0,0 1 0 0 0,0 0 0 0 0,-1 0 0 0 0,1-1 0 0 0,0 1 0 0 0,-1 0 0 0 0,1 0 0 0 0,0 0 0 0 0,0 0 0 0 0,-1 0 0 0 0,0-1 0 0 0,-1 0-2 0 0,-20-10 3 0 0,22 10-2 0 0,-1 0-1 0 0,1 0 1 0 0,-1 1 0 0 0,1-1-1 0 0,-1 0 1 0 0,1 0-1 0 0,0 1 1 0 0,-1-1 0 0 0,1 0-1 0 0,0 0 1 0 0,0 0-1 0 0,-1 0 1 0 0,1 1-1 0 0,0-1 1 0 0,0 0 0 0 0,0 0-1 0 0,0 0 1 0 0,0 0-1 0 0,0 0 1 0 0,1 1 0 0 0,-1-1-1 0 0,0 0 1 0 0,0 0-1 0 0,1 0 1 0 0,-1 0 0 0 0,0 1-1 0 0,1-1 1 0 0,-1 0-1 0 0,1 0 1 0 0,-1 1 0 0 0,1-1-1 0 0,-1 0 1 0 0,1 1-1 0 0,-1-1 1 0 0,2 0 0 0 0,8-9-27 0 0,-9 8 22 0 0,0 1 0 0 0,1 0 0 0 0,-1 0 0 0 0,0-1 0 0 0,1 1 1 0 0,-1-1-1 0 0,0 1 0 0 0,0-1 0 0 0,0 1 0 0 0,0-1 0 0 0,-1 0 1 0 0,1 1-1 0 0,0-1 0 0 0,-1 0 0 0 0,1 0 0 0 0,-1 0 0 0 0,0 1 1 0 0,1-1-1 0 0,-1 0 0 0 0,0 0 0 0 0,0-2 0 0 0,0 4 5 0 0,0-1-1 0 0,1 1 1 0 0,-1-1-1 0 0,0 1 1 0 0,0 0-1 0 0,1 0 1 0 0,-1-1-1 0 0,0 1 1 0 0,1 0-1 0 0,-1-1 1 0 0,0 1-1 0 0,1 0 1 0 0,-1 0-1 0 0,1 0 1 0 0,-1 0 0 0 0,0-1-1 0 0,1 1 1 0 0,-1 0-1 0 0,1 0 1 0 0,-1 0-1 0 0,1 0 1 0 0,-1 0-1 0 0,0 0 1 0 0,1 0-1 0 0,-1 0 1 0 0,1 0-1 0 0,-1 0 1 0 0,1 0-1 0 0,-1 0 1 0 0,0 0-1 0 0,1 1 1 0 0,-1-1-1 0 0,1 0 1 0 0,0 0-1 0 0,17 5 5 0 0,-18-5-4 0 0,4 1 6 0 0,0 0 1 0 0,-1 0-1 0 0,1 1 1 0 0,-1-1-1 0 0,0 1 1 0 0,0 0 0 0 0,0 0-1 0 0,1 0 1 0 0,-2 0-1 0 0,1 1 1 0 0,0-1-1 0 0,0 1 1 0 0,-1-1-1 0 0,1 1 1 0 0,-1 0-1 0 0,0 0 1 0 0,0 0-1 0 0,0 0 1 0 0,0 1-1 0 0,-1-1 1 0 0,1 0 0 0 0,-1 1-1 0 0,0-1 1 0 0,1 6-1 0 0,5 10 44 0 0,-4-14-58 0 0,0 0 1 0 0,0-1-1 0 0,1 1 0 0 0,-1-1 0 0 0,1 0 1 0 0,0 0-1 0 0,0 0 0 0 0,1 0 0 0 0,-1-1 0 0 0,1 1 1 0 0,8 3-1 0 0,-13-7-83 0 0,0 0 1 0 0,0 0 0 0 0,1 0-1 0 0,-1 1 1 0 0,0-1-1 0 0,0 0 1 0 0,0 0 0 0 0,1 0-1 0 0,-1 0 1 0 0,0 0-1 0 0,0 0 1 0 0,1-1 0 0 0,-1 1-1 0 0,0 0 1 0 0,0 0-1 0 0,1 0 1 0 0,-1 0 0 0 0,0 0-1 0 0,0 0 1 0 0,0 0-1 0 0,1 0 1 0 0,-1 0 0 0 0,0-1-1 0 0,0 1 1 0 0,0 0-1 0 0,0 0 1 0 0,1 0 0 0 0,-1 0-1 0 0,0-1 1 0 0,0 1-1 0 0,0 0 1 0 0,0 0 0 0 0,0 0-1 0 0,0-1 1 0 0,1 1-1 0 0,-1 0 1 0 0,0 0 0 0 0,0 0-1 0 0,0-1 1 0 0,0 1-1 0 0,0 0 1 0 0,0 0 0 0 0,0-1-1 0 0,0 1 1 0 0,0 0-1 0 0,0 0 1 0 0,0 0 0 0 0,0-1-1 0 0,0 1 1 0 0,0 0-1 0 0,0 0 1 0 0,0-1 0 0 0,0 1-1 0 0,-1 0 1 0 0,1 0-1 0 0,0 0 1 0 0,0-1 0 0 0,0 1-1 0 0,0 0 1 0 0,0 0-1 0 0,-1-1 1 0 0,1-2-1455 0 0,0-15-2950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03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386 102 720 0 0,'-5'-6'12153'0'0,"-17"6"-11593"0"0,22 0-548 0 0,0 0 0 0 0,0 0 0 0 0,-1 0 0 0 0,1 0 0 0 0,0 0-1 0 0,0 0 1 0 0,0 1 0 0 0,0-1 0 0 0,0 0 0 0 0,0 0 0 0 0,-1 0 0 0 0,1 0 0 0 0,0 0 0 0 0,0 0 0 0 0,0 0 0 0 0,0 0 0 0 0,0 0 0 0 0,0 0 0 0 0,-1 0 0 0 0,1 0 0 0 0,0 0-1 0 0,0 0 1 0 0,0 0 0 0 0,0 0 0 0 0,0 0 0 0 0,-1 0 0 0 0,1 0 0 0 0,0 0 0 0 0,0 0 0 0 0,0 0 0 0 0,0 0 0 0 0,0-1 0 0 0,0 1 0 0 0,-1 0 0 0 0,1 0 0 0 0,0 0 0 0 0,0 0-1 0 0,0 0 1 0 0,0 0 0 0 0,0 0 0 0 0,0 0 0 0 0,0 0 0 0 0,0-1 0 0 0,0 1 0 0 0,0 0 0 0 0,-1 0 0 0 0,1 0 0 0 0,0 0 0 0 0,0 0 0 0 0,0-1 0 0 0,0 1 0 0 0,0 0 0 0 0,0 0-1 0 0,0 0 1 0 0,0 0 0 0 0,0 0 0 0 0,0 0 0 0 0,0-1 0 0 0,0 1 0 0 0,0 0 0 0 0,0 0 0 0 0,0 0-2 0 0,0-1 0 0 0,1 1 0 0 0,-1 0 0 0 0,0 0 0 0 0,0 0 0 0 0,0 0 0 0 0,0 0 0 0 0,0 0 0 0 0,0-1 0 0 0,0 1 0 0 0,0 0 0 0 0,-1 0 0 0 0,1 0 0 0 0,0 0 0 0 0,0 0 0 0 0,0-1 0 0 0,0 1 0 0 0,0 0 0 0 0,0 0 0 0 0,0 0 0 0 0,0 0 0 0 0,0 0 0 0 0,0 0 0 0 0,0-1 0 0 0,0 1 0 0 0,0 0 0 0 0,-1 0 0 0 0,1 0 0 0 0,0 0 0 0 0,0 0 0 0 0,0 0 0 0 0,0 0 0 0 0,0 0 0 0 0,0 0 0 0 0,-1 0 0 0 0,1 0 0 0 0,0 0 0 0 0,0 0 0 0 0,0 0 0 0 0,0 0 0 0 0,0-1 0 0 0,0 1 0 0 0,-1 0 0 0 0,1 0 0 0 0,0 0 0 0 0,0 1 0 0 0,0-1 0 0 0,0 0 0 0 0,0 0 0 0 0,-1 0 0 0 0,1 0 0 0 0,0 0 0 0 0,0 0 0 0 0,0 0 0 0 0,0 0 0 0 0,0 0 0 0 0,0 0 0 0 0,-1 0 0 0 0,1 0 0 0 0,0 0 0 0 0,0 1 0 0 0,-22-1 324 0 0,15-4 184 0 0,3 1-409 0 0,-9 1 164 0 0,-1 1 1 0 0,0 1-1 0 0,0 0 0 0 0,1 1 1 0 0,-1 0-1 0 0,-20 5 0 0 0,-35 2 468 0 0,64-8-434 0 0,-1 0-67 0 0,-107 13 1214 0 0,108-13-1387 0 0,5 0-69 0 0,0-1 0 0 0,0 1 0 0 0,0 0 0 0 0,0 0 0 0 0,0-1 0 0 0,0 1 0 0 0,0 0 0 0 0,0 0 0 0 0,0-1 0 0 0,1 1 0 0 0,-1 0 0 0 0,0 0 0 0 0,0 0 0 0 0,0-1 0 0 0,0 1 0 0 0,0 0 0 0 0,1 0 0 0 0,-1 0 0 0 0,0-1 0 0 0,0 1 0 0 0,0 0 0 0 0,1 0 0 0 0,-1 0 0 0 0,0 0 0 0 0,0 0 0 0 0,1 0 0 0 0,-1-1 0 0 0,0 1 0 0 0,0 0 0 0 0,1 0 0 0 0,-1 0 0 0 0,0 0 0 0 0,1 0 0 0 0,20-1-63 0 0,-16 0 131 0 0,1-3 14 0 0,16 3 0 0 0,-17 1 54 0 0,-5 1-174 0 0,-5 3 40 0 0,-8-4 19 0 0,11 1-11 0 0,4-1 11 0 0,20 0 68 0 0,26-1-82 0 0,0-1-1 0 0,74-15 1 0 0,-111 14 1 0 0,-1 0 0 0 0,1 1 1 0 0,0 1-1 0 0,19-1 1 0 0,-5-1 27 0 0,100-18-100 0 0,-113 19 64 0 0,-11 2 3 0 0,0 1-1 0 0,0-1 0 0 0,0 0 1 0 0,0 0-1 0 0,0 0 1 0 0,0 0-1 0 0,0 0 0 0 0,0 0 1 0 0,-1-1-1 0 0,1 1 0 0 0,0 0 1 0 0,0 0-1 0 0,0 0 1 0 0,0-1-1 0 0,0 1 0 0 0,-1-1 1 0 0,1 1-1 0 0,0-1 1 0 0,0 1-1 0 0,-1-1 0 0 0,1 1 1 0 0,0-1-1 0 0,0 1 0 0 0,-1-1 1 0 0,1 0-1 0 0,-1 0 1 0 0,1 1-1 0 0,-1-1 0 0 0,1 0 1 0 0,-1 0-1 0 0,1 1 1 0 0,-1-1-1 0 0,0 0 0 0 0,1 0 1 0 0,-1 0-1 0 0,0 0 0 0 0,0-1 1 0 0,0 2 1 0 0,1-1 0 0 0,-1 0 0 0 0,0 1 0 0 0,0-1 0 0 0,1 1 0 0 0,-1-1 0 0 0,0 1 0 0 0,1-1 0 0 0,-1 1 0 0 0,0-1 0 0 0,1 1 0 0 0,-1-1 1 0 0,1 1-1 0 0,-1 0 0 0 0,1-1 0 0 0,-1 1 0 0 0,1 0 0 0 0,-1-1 0 0 0,1 1 0 0 0,-1 0 0 0 0,1 0 0 0 0,0-1 0 0 0,-1 1 0 0 0,1 0 0 0 0,-1 0 0 0 0,1 0 0 0 0,0 0 0 0 0,-1 0 0 0 0,1 0 0 0 0,-1 0 0 0 0,1 0 1 0 0,1 0-1 0 0,-2 0-2 0 0,1 0 0 0 0,-1 0 1 0 0,1 0-1 0 0,0 0 0 0 0,-1 0 1 0 0,1 0-1 0 0,0 0 1 0 0,-1 0-1 0 0,1 0 0 0 0,-1 0 1 0 0,1-1-1 0 0,-1 1 0 0 0,1 0 1 0 0,0 0-1 0 0,-1-1 1 0 0,1 1-1 0 0,-1 0 0 0 0,1-1 1 0 0,-1 1-1 0 0,1 0 0 0 0,-1-1 1 0 0,1 1-1 0 0,-1-1 1 0 0,0 1-1 0 0,1-1 0 0 0,-1 1 1 0 0,0-1-1 0 0,1 1 0 0 0,-1-1 1 0 0,0 1-1 0 0,0-1 1 0 0,1-1-1 0 0,-1 2 1 0 0,0 0 1 0 0,0 0-1 0 0,0 0 0 0 0,0-1 1 0 0,0 1-1 0 0,0 0 0 0 0,0 0 1 0 0,0 0-1 0 0,0-1 0 0 0,0 1 1 0 0,0 0-1 0 0,0 0 0 0 0,1 0 1 0 0,-1-1-1 0 0,0 1 0 0 0,0 0 1 0 0,0 0-1 0 0,0 0 0 0 0,0 0 1 0 0,0 0-1 0 0,1-1 0 0 0,-1 1 1 0 0,0 0-1 0 0,0 0 0 0 0,0 0 1 0 0,0 0-1 0 0,1 0 0 0 0,-1 0 1 0 0,0 0-1 0 0,0-1 0 0 0,0 1 1 0 0,1 0-1 0 0,-1 0 0 0 0,0 0 1 0 0,0 0-1 0 0,0 0 0 0 0,1 0 1 0 0,-1 0-1 0 0,0 0 0 0 0,22-1-1 0 0,-38 1 27 0 0,32 0 40 0 0,-38 5 26 0 0,7 0 88 0 0,1-1 0 0 0,-1 2-1 0 0,1 0 1 0 0,0 0 0 0 0,0 2 0 0 0,-15 10 0 0 0,-24 12 207 0 0,22-9-259 0 0,-4 1 62 0 0,-5 3-237 0 0,35-21 60 0 0,0-1 0 0 0,-1 1 0 0 0,1-1 0 0 0,-1 0 0 0 0,1 0 0 0 0,-1 0 0 0 0,0-1 0 0 0,-8 2 0 0 0,8-3 28 0 0,5-1-38 0 0,0 0-1 0 0,0 0 1 0 0,0 0 0 0 0,0 0-1 0 0,0 0 1 0 0,0 0-1 0 0,0 0 1 0 0,0 0 0 0 0,0 0-1 0 0,0 1 1 0 0,0-1 0 0 0,0 0-1 0 0,0 1 1 0 0,0-1-1 0 0,0 1 1 0 0,0-1 0 0 0,0 1-1 0 0,0 0 1 0 0,1-1-1 0 0,-1 1 1 0 0,0 0 0 0 0,0-1-1 0 0,1 1 1 0 0,-1 0 0 0 0,0 0-1 0 0,1 0 1 0 0,-1 0-1 0 0,0 1 1 0 0,1 0-10 0 0,-1-1-1 0 0,1 0 1 0 0,0 0 0 0 0,-1 0-1 0 0,1 0 1 0 0,-1-1 0 0 0,1 1-1 0 0,-1 0 1 0 0,1 0-1 0 0,-1 0 1 0 0,0 0 0 0 0,1 0-1 0 0,-1-1 1 0 0,0 1 0 0 0,0 0-1 0 0,0-1 1 0 0,1 1 0 0 0,-1 0-1 0 0,0-1 1 0 0,0 1-1 0 0,0-1 1 0 0,0 1 0 0 0,0-1-1 0 0,0 0 1 0 0,0 1 0 0 0,0-1-1 0 0,-1 0 1 0 0,1 0 4 0 0,0 0 0 0 0,1 0-1 0 0,-1 1 1 0 0,1-1 0 0 0,-1 0 0 0 0,0 0-1 0 0,1 0 1 0 0,-1 1 0 0 0,1-1 0 0 0,-1 0 0 0 0,1 1-1 0 0,-1-1 1 0 0,1 0 0 0 0,-1 1 0 0 0,1-1 0 0 0,-1 1-1 0 0,1-1 1 0 0,0 1 0 0 0,-1-1 0 0 0,1 1-1 0 0,-1 0 1 0 0,1-2 176 0 0,0 1-174 0 0,0 0 0 0 0,1 0 0 0 0,-1 0 0 0 0,0 1 0 0 0,0-1 0 0 0,0 0 0 0 0,0 0 0 0 0,0 0 0 0 0,0 1 0 0 0,0-1 0 0 0,0 0 0 0 0,0 0 0 0 0,0 0 0 0 0,0 1 0 0 0,1-1 0 0 0,-1 0 0 0 0,0 0 0 0 0,0 0 0 0 0,0 1 0 0 0,-1-1 0 0 0,1 0 0 0 0,0 0 0 0 0,0 0 0 0 0,0 1 0 0 0,0-1 0 0 0,0 0 0 0 0,0 0 0 0 0,0 0 0 0 0,0 1 0 0 0,0-1 0 0 0,0 0 0 0 0,0 0 0 0 0,-1 0 0 0 0,1 0 0 0 0,0 1 0 0 0,0-1 0 0 0,0 0 0 0 0,0 0 0 0 0,0 0 0 0 0,-1 0 0 0 0,1 0 0 0 0,0 0 0 0 0,0 0 0 0 0,0 1 0 0 0,-1-1 0 0 0,1 0 0 0 0,0 0 0 0 0,0 0 0 0 0,0 0 0 0 0,-1 0 0 0 0,1 0 0 0 0,0 0 0 0 0,0 0 0 0 0,0 0 0 0 0,-1 0 0 0 0,1 0 0 0 0,0 0 0 0 0,0 0 0 0 0,0 0 0 0 0,-1 0 0 0 0,1 0 0 0 0,0-1 0 0 0,-55 21 93 0 0,55-20-91 0 0,0 0 1 0 0,-1 0-1 0 0,1 0 0 0 0,0 0 0 0 0,0 0 1 0 0,-1 0-1 0 0,1 1 0 0 0,0-1 0 0 0,0 0 1 0 0,-1 0-1 0 0,1 0 0 0 0,0 0 0 0 0,0 1 1 0 0,-1-1-1 0 0,1 0 0 0 0,0 0 0 0 0,0 0 1 0 0,0 1-1 0 0,0-1 0 0 0,-1 0 0 0 0,1 0 1 0 0,0 1-1 0 0,0-1 0 0 0,0 0 1 0 0,0 0-1 0 0,0 1 0 0 0,0-1 0 0 0,0 0 1 0 0,-1 1-1 0 0,1-1 0 0 0,0 0 0 0 0,0 0 1 0 0,0 1-1 0 0,-5 6 54 0 0,3-6-43 0 0,1-1-7 0 0,-1 0 0 0 0,0 0 0 0 0,1 0 0 0 0,-1 1-1 0 0,1-1 1 0 0,-1 1 0 0 0,1-1 0 0 0,-1 1 0 0 0,1-1 0 0 0,0 1 0 0 0,-1 0 0 0 0,1 0 0 0 0,0 0-1 0 0,0 0 1 0 0,-3 2 0 0 0,4-2 181 0 0,0-5-341 0 0,0 7 268 0 0,0-2-61 0 0,0-3-295 0 0,0 2 238 0 0,0 0 1 0 0,0 0 0 0 0,0 0 0 0 0,0 0 0 0 0,0 0 0 0 0,0-1 0 0 0,0 1 0 0 0,0 0 0 0 0,0 0 0 0 0,0 0 0 0 0,0 0 0 0 0,0-1-1 0 0,0 1 1 0 0,0 0 0 0 0,0 0 0 0 0,0 0 0 0 0,0 0 0 0 0,0 0 0 0 0,0-1 0 0 0,0 1 0 0 0,0 0 0 0 0,0 0 0 0 0,0 0 0 0 0,0 0-1 0 0,0 0 1 0 0,0-1 0 0 0,0 1 0 0 0,1 0 0 0 0,-1 0 0 0 0,0 0 0 0 0,0 0 0 0 0,0 0 0 0 0,0 0 0 0 0,0-1 0 0 0,0 1-1 0 0,0 0 1 0 0,1 0 0 0 0,-1 0 0 0 0,0 0 0 0 0,0 0 0 0 0,0 0 0 0 0,0 0 0 0 0,0 0 0 0 0,1 0 0 0 0,-1 0 0 0 0,0 0 0 0 0,0 0-1 0 0,0 0 1 0 0,0 0 0 0 0,1 0 0 0 0,-1 0 0 0 0,0 0 0 0 0,0 0 0 0 0,0 0 0 0 0,0 0 0 0 0,0 0 0 0 0,1 0 0 0 0,-1 0 0 0 0,0 0-1 0 0,0 0 1 0 0,0 0 0 0 0,0 0 0 0 0,1 1 0 0 0,20-1-90 0 0,-15 0 13 0 0,-7-1 50 0 0,-1-2-50 0 0,32 0 350 0 0,-25 3 103 0 0,-5 1-399 0 0,0 4 79 0 0,0-4 187 0 0,0-2-173 0 0,-5-4-54 0 0,-17 4 0 0 0,17 1 134 0 0,10 0-94 0 0,-1 0-45 0 0,-2-1 0 0 0,-1 1 0 0 0,1 0-1 0 0,-1-1 1 0 0,1 1-1 0 0,0 0 1 0 0,-1 0 0 0 0,1 0-1 0 0,-1 0 1 0 0,1 1-1 0 0,0-1 1 0 0,-1 0 0 0 0,3 1-1 0 0,-4 48-7 0 0,1-47 11 0 0,-1 0 0 0 0,0 0 0 0 0,0 0 0 0 0,0 0 0 0 0,1 0 0 0 0,-1 0-1 0 0,1 0 1 0 0,0 0 0 0 0,0 0 0 0 0,-1 0 0 0 0,1-1 0 0 0,0 1 0 0 0,1 0 0 0 0,-1 0 0 0 0,0-1-1 0 0,0 1 1 0 0,3 2 0 0 0,-2-3-8 0 0,-1 1 1 0 0,1-1-1 0 0,-1 1 0 0 0,1 0 0 0 0,-1 0 0 0 0,0-1 1 0 0,0 1-1 0 0,0 0 0 0 0,0 0 0 0 0,0 0 0 0 0,0 0 0 0 0,-1 0 1 0 0,1 1-1 0 0,-1-1 0 0 0,1 0 0 0 0,-1 0 0 0 0,0 4 1 0 0,0-5-1 0 0,0 0 0 0 0,0-1 0 0 0,1 1 0 0 0,-1 0 1 0 0,0-1-1 0 0,0 1 0 0 0,1 0 0 0 0,-1-1 1 0 0,0 1-1 0 0,0-1 0 0 0,1 1 0 0 0,-1-1 0 0 0,1 1 1 0 0,-1-1-1 0 0,1 1 0 0 0,-1-1 0 0 0,1 1 0 0 0,-1-1 1 0 0,1 1-1 0 0,-1-1 0 0 0,1 0 0 0 0,-1 1 0 0 0,1-1 1 0 0,0 0-1 0 0,-1 0 0 0 0,1 1 0 0 0,-1-1 0 0 0,1 0 1 0 0,0 0-1 0 0,-1 0 0 0 0,1 0 0 0 0,1 0 1 0 0,-1 0-1 0 0,-1 0 0 0 0,1 0 0 0 0,0 1 0 0 0,0-1 0 0 0,-1 0 0 0 0,1 0 1 0 0,0 0-1 0 0,-1 0 0 0 0,1 1 0 0 0,0-1 0 0 0,-1 0 0 0 0,1 1 1 0 0,-1-1-1 0 0,1 1 0 0 0,0-1 0 0 0,-1 0 0 0 0,1 1 0 0 0,-1-1 1 0 0,1 1-1 0 0,-1-1 0 0 0,1 1 0 0 0,-1 0 0 0 0,0-1 0 0 0,1 1 1 0 0,-1-1-1 0 0,0 1 0 0 0,1 0 0 0 0,-1-1 0 0 0,0 1 0 0 0,0 0 1 0 0,0-1-1 0 0,1 1 0 0 0,-1 1 0 0 0,0-1-1 0 0,0 0 0 0 0,0 0 0 0 0,0-1-1 0 0,0 1 1 0 0,0 0 0 0 0,1 0 0 0 0,-1 0 0 0 0,0 0-1 0 0,1 0 1 0 0,-1-1 0 0 0,0 1 0 0 0,1 0 0 0 0,-1 0 0 0 0,1 0-1 0 0,-1-1 1 0 0,1 1 0 0 0,0 0 0 0 0,-1-1 0 0 0,1 1-1 0 0,0-1 1 0 0,-1 1 0 0 0,1-1 0 0 0,0 1 0 0 0,0-1 0 0 0,0 1-1 0 0,-1-1 1 0 0,3 1 0 0 0,-2-1 7 0 0,0 1 1 0 0,0-1-1 0 0,0 1 0 0 0,0-1 0 0 0,0 1 1 0 0,0 0-1 0 0,0 0 0 0 0,0-1 1 0 0,-1 1-1 0 0,1 0 0 0 0,0 0 0 0 0,0 0 1 0 0,-1 0-1 0 0,1 0 0 0 0,0 0 0 0 0,-1 0 1 0 0,1 0-1 0 0,-1 0 0 0 0,1 0 1 0 0,-1 0-1 0 0,1 0 0 0 0,-1 0 0 0 0,0 0 1 0 0,0 1-1 0 0,0-1 0 0 0,0 0 1 0 0,1 0-1 0 0,-2 2 0 0 0,1-2-5 0 0,0 0-1 0 0,1 0 1 0 0,-1 0-1 0 0,0 0 0 0 0,0 0 1 0 0,0 0-1 0 0,1 0 1 0 0,-1-1-1 0 0,0 1 1 0 0,1 0-1 0 0,-1 0 1 0 0,1 0-1 0 0,-1 0 0 0 0,1 0 1 0 0,-1 0-1 0 0,1-1 1 0 0,0 1-1 0 0,-1 0 1 0 0,1-1-1 0 0,0 1 1 0 0,0 0-1 0 0,0-1 1 0 0,-1 1-1 0 0,1-1 0 0 0,0 1 1 0 0,0-1-1 0 0,1 1 1 0 0,-1-1-2 0 0,0 1 0 0 0,0-1 1 0 0,0 1-1 0 0,0-1 0 0 0,0 1 0 0 0,0 0 1 0 0,0-1-1 0 0,0 1 0 0 0,-1 0 0 0 0,1-1 1 0 0,0 1-1 0 0,0 0 0 0 0,-1 0 1 0 0,1 0-1 0 0,0 0 0 0 0,-1 0 0 0 0,1 0 1 0 0,-1 0-1 0 0,0 0 0 0 0,1 0 0 0 0,-1 0 1 0 0,0 0-1 0 0,1 0 0 0 0,-1 0 0 0 0,0 0 1 0 0,0 0-1 0 0,0 2 0 0 0,0-2 2 0 0,0 1 0 0 0,0-1 0 0 0,0 0 0 0 0,1 1-1 0 0,-1-1 1 0 0,0 0 0 0 0,1 1 0 0 0,-1-1 0 0 0,1 0-1 0 0,-1 0 1 0 0,1 1 0 0 0,0-1 0 0 0,-1 0 0 0 0,1 0 0 0 0,0 0-1 0 0,0 0 1 0 0,0 0 0 0 0,0 0 0 0 0,0 0 0 0 0,0 0-1 0 0,0 0 1 0 0,0 0 0 0 0,0-1 0 0 0,0 1 0 0 0,1 0 0 0 0,1 0-1 0 0,3 3-12 0 0,-5-4 9 0 0,-1 0 0 0 0,1 1 0 0 0,-1-1 0 0 0,1 0 0 0 0,-1 1 0 0 0,0-1 0 0 0,1 0 0 0 0,-1 1 0 0 0,1-1 0 0 0,-1 0 0 0 0,0 1 1 0 0,1-1-1 0 0,-1 1 0 0 0,0-1 0 0 0,0 1 0 0 0,1-1 0 0 0,-1 1 0 0 0,0-1 0 0 0,0 1 0 0 0,0-1 0 0 0,0 1 0 0 0,0 0 0 0 0,-1 2 2066 0 0,1-8-1986 0 0,0 10-80 0 0,0-4-66 0 0,0-2-1 0 0,0-4 27 0 0,0 4-120 0 0,5 1-5149 0 0,50-6 2414 0 0,-50 6 827 0 0,-10 1-1613 0 0,-17 2-1375 0 0,22-3 4952 0 0,0 0 1 0 0,-1 0-1 0 0,1 1 0 0 0,0-1 1 0 0,0 0-1 0 0,0 0 1 0 0,0 0-1 0 0,-1 0 0 0 0,1 0 1 0 0,0 0-1 0 0,0 0 0 0 0,0 0 1 0 0,0 0-1 0 0,-1 0 0 0 0,1-1 1 0 0,0 1-1 0 0,0 0 0 0 0,0 0 1 0 0,0 0-1 0 0,-1 0 0 0 0,1 0 1 0 0,0 0-1 0 0,0 0 0 0 0,0 0 1 0 0,0 0-1 0 0,0 0 0 0 0,-1-1 1 0 0,1 1-1 0 0,0 0 0 0 0,0 0 1 0 0,0 0-1 0 0,0 0 0 0 0,0 0 1 0 0,0-1-1 0 0,0 1 0 0 0,0 0 1 0 0,0 0-1 0 0,0 0 0 0 0,-1 0 1 0 0,1 0-1 0 0,0-1 0 0 0,0 1 1 0 0,0 0-1 0 0,0 0 0 0 0,0 0 1 0 0,0 0-1 0 0,0-1 1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28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1073 290 480 0 0,'-1'-1'201'0'0,"0"0"0"0"0,0 0-1 0 0,1 0 1 0 0,-1 0 0 0 0,0 0-1 0 0,0 0 1 0 0,0 0 0 0 0,0 0-1 0 0,0 1 1 0 0,0-1 0 0 0,0 0 0 0 0,0 1-1 0 0,-1-1 1 0 0,1 0 0 0 0,0 1-1 0 0,0-1 1 0 0,0 1 0 0 0,-1 0-1 0 0,1-1 1 0 0,0 1 0 0 0,-1 0-1 0 0,1 0 1 0 0,0 0 0 0 0,-1 0 0 0 0,0 0-1 0 0,-50-4 1896 0 0,36 4-1660 0 0,-42-2 538 0 0,0 2 0 0 0,0 3 0 0 0,0 3 0 0 0,-90 20-1 0 0,132-23-843 0 0,0 1-1 0 0,0 1 1 0 0,0 0-1 0 0,1 1 0 0 0,0 0 1 0 0,0 1-1 0 0,1 1 0 0 0,0 1 1 0 0,-18 13-1 0 0,20-14-12 0 0,-1-1 0 0 0,-20 9 0 0 0,24-13-36 0 0,0 1 1 0 0,1 0-1 0 0,0 1 0 0 0,0 0 1 0 0,0 0-1 0 0,-9 8 1 0 0,-16 30 891 0 0,32-40-935 0 0,0 0-1 0 0,0-1 1 0 0,0 1-1 0 0,1 0 1 0 0,-1 0-1 0 0,1 0 1 0 0,-1 0-1 0 0,1 0 1 0 0,0 0-1 0 0,0 0 1 0 0,0 0-1 0 0,1 3 1 0 0,0-2 4 0 0,-1 0-1 0 0,0-1 1 0 0,0 1-1 0 0,0-1 1 0 0,0 1 0 0 0,0-1-1 0 0,-1 1 1 0 0,0-1 0 0 0,1 1-1 0 0,-1-1 1 0 0,-3 5 0 0 0,-17 26 278 0 0,10 7-107 0 0,1-18-179 0 0,7-18-53 0 0,1 1 1 0 0,-1 0-1 0 0,1 0 1 0 0,0 0-1 0 0,0 1 0 0 0,1-1 1 0 0,0 0-1 0 0,0 12 1 0 0,0-13 39 0 0,1 1 1 0 0,-1-1-1 0 0,0 1 1 0 0,0-1 0 0 0,0 0-1 0 0,-1 1 1 0 0,0-1-1 0 0,0 0 1 0 0,-5 8-1 0 0,-3 9 84 0 0,1 4-2 0 0,7-19-105 0 0,-1 0 1 0 0,1-1 0 0 0,-1 1-1 0 0,-1 0 1 0 0,1-1 0 0 0,-9 11-1 0 0,1-3-23 0 0,4-6-9 0 0,-1 1 1 0 0,2 1-1 0 0,-1-1 1 0 0,1 1-1 0 0,-9 20 1 0 0,4 9-22 0 0,9-27 76 0 0,-1-1 1 0 0,-1 0 0 0 0,0 0-1 0 0,-10 18 1 0 0,9-18-12 0 0,0-1 0 0 0,0 1 0 0 0,1 0 0 0 0,1 0 0 0 0,-1 0 0 0 0,2 1 0 0 0,0-1 0 0 0,0 0 0 0 0,1 1 0 0 0,0 0 0 0 0,3 22 0 0 0,-2-26-10 0 0,0 229-93 0 0,0-233 111 0 0,0 0 0 0 0,0-1 0 0 0,1 1 0 0 0,0 0 0 0 0,0 0 0 0 0,0-1 0 0 0,0 1 0 0 0,1 0 0 0 0,-1-1 0 0 0,1 0 0 0 0,0 1 0 0 0,4 5 0 0 0,3 6 28 0 0,2 13-33 0 0,10 4 67 0 0,-10 11 560 0 0,11 0 14 0 0,-11-3-374 0 0,11-5-267 0 0,-11-7-84 0 0,-9-22 89 0 0,1-1-1 0 0,-1 1 1 0 0,1 0 0 0 0,0-1 0 0 0,0 0 0 0 0,8 9 0 0 0,16 21 249 0 0,-18-14-154 0 0,-8-18-108 0 0,0 0 0 0 0,0 0 0 0 0,0 0 1 0 0,1 0-1 0 0,0 0 0 0 0,-1-1 0 0 0,1 1 1 0 0,0 0-1 0 0,0-1 0 0 0,1 1 1 0 0,-1-1-1 0 0,0 0 0 0 0,5 3 0 0 0,0 0-11 0 0,0 0 0 0 0,0-1 0 0 0,1 0-1 0 0,-1 0 1 0 0,1-1 0 0 0,0 0-1 0 0,12 3 1 0 0,-8-2 85 0 0,1 0 0 0 0,21 11 0 0 0,11 4 98 0 0,2-2 1 0 0,76 18-1 0 0,-77-23-109 0 0,12 4-69 0 0,-17-4 24 0 0,1-2-1 0 0,46 5 1 0 0,26-4-62 0 0,59 8 38 0 0,-66 1 234 0 0,405 55-159 0 0,-434-69-16 0 0,-1 3-1 0 0,127 33 1 0 0,19 38 396 0 0,-185-65-433 0 0,0-2 1 0 0,0-2-1 0 0,58 10 1 0 0,-78-18 12 0 0,-15-2-26 0 0,244 44 264 0 0,-24-14-45 0 0,-27-4-94 0 0,-92-12 158 0 0,31 3-102 0 0,-61-14-82 0 0,145-8 0 0 0,221-24 306 0 0,-295 23-238 0 0,196 19 0 0 0,-108-1 22 0 0,3-8 102 0 0,76 2-184 0 0,-274-6-76 0 0,51-4 0 0 0,18-2 30 0 0,-19 5-32 0 0,367 8 312 0 0,-330-1-169 0 0,141 14 94 0 0,4 11-321 0 0,113 19 1 0 0,-298-35 53 0 0,351 57 52 0 0,9-12 8 0 0,115-11 106 0 0,-423-36-15 0 0,161 12-79 0 0,-228-24-60 0 0,0-3 0 0 0,95-14 0 0 0,-71 5-1 0 0,1 3-1 0 0,-1 5 1 0 0,1 4 0 0 0,0 4 0 0 0,144 27 0 0 0,-104-12 95 0 0,267 5 0 0 0,-26-32 367 0 0,-11-20-77 0 0,-116 4-325 0 0,-248 22-77 0 0,400-19-16 0 0,-112 38-24 0 0,-241-14 38 0 0,283 9 201 0 0,161-26-12 0 0,21 1-11 0 0,-1 35 286 0 0,-198 3-263 0 0,89-21-240 0 0,-358-9 96 0 0,0-3 1 0 0,0-1 0 0 0,75-23-1 0 0,-60 16 59 0 0,-42 11-120 0 0,0-2 0 0 0,0 0-1 0 0,26-10 1 0 0,1-3 101 0 0,-37 16-97 0 0,0-1 0 0 0,0 1 0 0 0,-1-1 0 0 0,0-1 0 0 0,1 0 0 0 0,-1 0 0 0 0,0 0 0 0 0,-1 0 0 0 0,1-1 0 0 0,-1-1 0 0 0,0 1 0 0 0,0-1 0 0 0,-1 0 1 0 0,1 0-1 0 0,-1 0 0 0 0,6-11 0 0 0,-1-2-85 0 0,-2 1 0 0 0,1-1-1 0 0,-2-1 1 0 0,-1 0 0 0 0,0 0 0 0 0,-2 0 0 0 0,4-33 0 0 0,-1-155-1191 0 0,-7 159 1162 0 0,1 25 65 0 0,2-1 1 0 0,0 1-1 0 0,12-40 1 0 0,-10 41 7 0 0,-4 18 36 0 0,0 1 1 0 0,0-1-1 0 0,-1 1 1 0 0,1-1-1 0 0,-1 1 1 0 0,-1-1-1 0 0,1 1 1 0 0,0-1-1 0 0,-1 1 1 0 0,0 0-1 0 0,0-1 1 0 0,-1 1-1 0 0,1 0 1 0 0,-1 0-1 0 0,0-1 1 0 0,-2-4-1 0 0,1 5 14 0 0,1 0 0 0 0,0-1 0 0 0,0 0 0 0 0,0 1 0 0 0,1-1 0 0 0,0 0 0 0 0,0 0 0 0 0,0 0 0 0 0,0-6 0 0 0,1 10-5 0 0,0 0 0 0 0,0 0 0 0 0,0 0 0 0 0,0 0 0 0 0,-1 0 0 0 0,1 0 0 0 0,0 1 0 0 0,0-1 0 0 0,-1 0 0 0 0,1 0 0 0 0,-1 0 0 0 0,1 1 0 0 0,-1-1 0 0 0,1 0 0 0 0,-1 0 0 0 0,1 1 0 0 0,-1-1 0 0 0,0 0 0 0 0,1 1 0 0 0,-1-1 0 0 0,0 1 0 0 0,0-1 0 0 0,1 1 0 0 0,-1-1 0 0 0,0 1 0 0 0,-1-1 0 0 0,-28-6-5 0 0,9 3 17 0 0,14 2-7 0 0,0-1 0 0 0,1 1 0 0 0,-1-1 0 0 0,1-1 0 0 0,-1 1 0 0 0,1-1 0 0 0,0 0 0 0 0,1-1 0 0 0,-1 1 0 0 0,1-1 0 0 0,0 0 0 0 0,0 0 0 0 0,0-1 0 0 0,-5-8 0 0 0,4 2-39 0 0,-1 0 1 0 0,0 0-1 0 0,-1 1 0 0 0,0 0 1 0 0,-19-18-1 0 0,-19-24-79 0 0,-68-74-103 0 0,108 118 217 0 0,-1 0-1 0 0,0 0 1 0 0,-1 1-1 0 0,0 0 1 0 0,0 0 0 0 0,-1 1-1 0 0,0 0 1 0 0,0 0 0 0 0,-1 1-1 0 0,-11-5 1 0 0,-57-30-211 0 0,52 26 83 0 0,-1 1 0 0 0,-1 1 0 0 0,0 2 0 0 0,-46-13 0 0 0,-149-18 924 0 0,173 29-866 0 0,2-2-1 0 0,-94-42 0 0 0,81 32 28 0 0,-94-45 158 0 0,-172-92-12 0 0,266 132 25 0 0,-2 3 0 0 0,-86-25 0 0 0,101 37-35 0 0,-43-11 400 0 0,-111-15 0 0 0,6 1-183 0 0,124 22-265 0 0,0-4 0 0 0,-72-32-1 0 0,-321-113 149 0 0,-4 45 20 0 0,370 97-177 0 0,-139-25 173 0 0,-203-5-53 0 0,128 12 51 0 0,-422-31-168 0 0,242 73 59 0 0,285 1-271 0 0,68-1 191 0 0,-214 10 63 0 0,24 18-94 0 0,12-1-89 0 0,-7 1 285 0 0,-29 7-294 0 0,-164-36 85 0 0,297-6 31 0 0,-431 6 420 0 0,353 3-485 0 0,197-7-66 0 0,-157-28-1 0 0,44 4 62 0 0,136 19 52 0 0,-43-4 58 0 0,-43 6 206 0 0,-279-25-484 0 0,15-48 176 0 0,171 36 52 0 0,-1 0 149 0 0,-122-28-202 0 0,293 68 46 0 0,-114 5-1 0 0,-62-3 13 0 0,219 2-8 0 0,0 2-1 0 0,-60 8 1 0 0,-9-3-143 0 0,85-5 309 0 0,17-1-181 0 0,-1 1 0 0 0,1 1 0 0 0,-1 0 0 0 0,-22 5 0 0 0,19-4-36 0 0,-1 0 1 0 0,0-1-1 0 0,1-1 1 0 0,-23-2-1 0 0,-46 1 74 0 0,37 5-90 0 0,1 3 0 0 0,-87 22 0 0 0,116-24 102 0 0,-1-1 1 0 0,-35 4-1 0 0,-18 3 8 0 0,-9 4-152 0 0,-60 18 239 0 0,53-8-159 0 0,-107 16-1 0 0,-89-1-479 0 0,-19 3-2255 0 0,202-28 208 0 0,39-8-2777 0 0,24-6-5187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20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100 409 1201 0 0,'0'-1'472'0'0,"0"0"0"0"0,0 0 0 0 0,0 0 0 0 0,0 0 0 0 0,0 0 1 0 0,0 0-1 0 0,-1 0 0 0 0,1 0 0 0 0,0 0 0 0 0,-1 0 0 0 0,1 0 1 0 0,0 0-1 0 0,-1 0 0 0 0,1 0 0 0 0,-1 0 0 0 0,1 0 0 0 0,-1 1 1 0 0,0-1-1 0 0,0-1 0 0 0,-15-3 3255 0 0,12 4-3851 0 0,-4-3 3579 0 0,5 1-2722 0 0,-19-4 1055 0 0,22 7-1747 0 0,0 0 0 0 0,-1 0 0 0 0,1 0 0 0 0,0 0 0 0 0,0 1 0 0 0,0-1 0 0 0,0 0 0 0 0,-1 0 0 0 0,1 0 0 0 0,0 0 0 0 0,0 0 0 0 0,0 0 1 0 0,0 0-1 0 0,0 0 0 0 0,-1 0 0 0 0,1 0 0 0 0,0 0 0 0 0,0 0 0 0 0,0-1 0 0 0,0 1 0 0 0,-1 0 0 0 0,1 0 0 0 0,0 0 0 0 0,0 0 0 0 0,0 0 0 0 0,0 0 1 0 0,0 0-1 0 0,-1 0 0 0 0,1 0 0 0 0,0 0 0 0 0,0-1 0 0 0,0 1 0 0 0,0 0 0 0 0,0 0 0 0 0,0 0 0 0 0,0 0 0 0 0,0 0 0 0 0,-1-1 0 0 0,1 1 1 0 0,0 0-1 0 0,0 0 0 0 0,0 0 0 0 0,0 0 0 0 0,0-1 0 0 0,0 1 0 0 0,0 0 0 0 0,0 0 0 0 0,0 0 0 0 0,0 0 0 0 0,0 0 0 0 0,0-1 0 0 0,0 1 0 0 0,0 0 1 0 0,0 0-1 0 0,0-1 0 0 0,1 1-13 0 0,-1 0 1 0 0,0 0 0 0 0,0 0-1 0 0,0 0 1 0 0,0 0-1 0 0,0-1 1 0 0,0 1 0 0 0,0 0-1 0 0,0 0 1 0 0,0 0-1 0 0,0 0 1 0 0,0-1 0 0 0,0 1-1 0 0,0 0 1 0 0,0 0 0 0 0,-1 0-1 0 0,1 0 1 0 0,0 0-1 0 0,0-1 1 0 0,0 1 0 0 0,0 0-1 0 0,0 0 1 0 0,0 0-1 0 0,0 0 1 0 0,0 0 0 0 0,0 0-1 0 0,0 0 1 0 0,-1-1 0 0 0,1 1-1 0 0,0 0 1 0 0,0 0-1 0 0,0 0 1 0 0,0 0 0 0 0,0 0-1 0 0,-1 0 1 0 0,1 0-1 0 0,0 0 1 0 0,0 0 0 0 0,0 0-1 0 0,0 0 1 0 0,0 0 0 0 0,-1 0-1 0 0,1 0 1 0 0,0 0-1 0 0,0 0 1 0 0,0 0 0 0 0,0 0-1 0 0,0 0 1 0 0,-1 0-1 0 0,1 0 1 0 0,0 0 0 0 0,0 0-1 0 0,0 0 1 0 0,0 0 0 0 0,0 0-1 0 0,-1 0 1 0 0,1 0-1 0 0,0 0 1 0 0,-20-5 789 0 0,20 5-797 0 0,-1-1 1 0 0,1 1-1 0 0,-1 0 0 0 0,1 0 0 0 0,0 0 0 0 0,-1 0 0 0 0,1-1 0 0 0,-1 1 0 0 0,1 0 0 0 0,0 0 0 0 0,-1-1 0 0 0,1 1 0 0 0,0 0 0 0 0,-1-1 1 0 0,1 1-1 0 0,0 0 0 0 0,-1-1 0 0 0,1 1 0 0 0,0 0 0 0 0,0-1 0 0 0,-1 1 0 0 0,1-1 0 0 0,0 1 0 0 0,0-1 0 0 0,0 1 0 0 0,0 0 1 0 0,0-1-1 0 0,-1 1 0 0 0,1-1 0 0 0,0 1 0 0 0,0-1 0 0 0,0 1 0 0 0,0-1 0 0 0,0 1 0 0 0,1-1 0 0 0,-1 1 0 0 0,0-1 0 0 0,0 1 0 0 0,0 0 1 0 0,0-1-1 0 0,0 1 0 0 0,1-1 0 0 0,-1 1 0 0 0,0-1 0 0 0,0 1 0 0 0,1 0 0 0 0,-1-1 0 0 0,0 1 0 0 0,0 0 0 0 0,1-1 0 0 0,-1 1 1 0 0,0 0-1 0 0,1-1 0 0 0,-1 1 0 0 0,1 0 0 0 0,-1 0 0 0 0,1-1 0 0 0,6-3 155 0 0,-5 4-154 0 0,-1 0 1 0 0,0-1 0 0 0,0 1-1 0 0,0-1 1 0 0,0 1 0 0 0,0-1-1 0 0,0 1 1 0 0,0-1-1 0 0,0 0 1 0 0,0 1 0 0 0,-1-1-1 0 0,1 0 1 0 0,0 0 0 0 0,0 0-1 0 0,-1 0 1 0 0,1 0 0 0 0,0 0-1 0 0,-1 0 1 0 0,1 0 0 0 0,-1 0-1 0 0,1 0 1 0 0,-1 0-1 0 0,0 0 1 0 0,1 0 0 0 0,-1 0-1 0 0,0-2 1 0 0,1 2-6 0 0,-1-1 0 0 0,0 1 1 0 0,0 0-1 0 0,1-1 0 0 0,-1 1 0 0 0,0 0 1 0 0,1-1-1 0 0,-1 1 0 0 0,1 0 0 0 0,0 0 0 0 0,0-1 1 0 0,-1 1-1 0 0,1 0 0 0 0,0 0 0 0 0,0 0 0 0 0,0 0 1 0 0,0 0-1 0 0,0 0 0 0 0,0 0 0 0 0,0 0 0 0 0,2 0 1 0 0,8-9 70 0 0,1-11 11 0 0,-10 17-88 0 0,0 0 0 0 0,1 0 0 0 0,-1 1 0 0 0,1-1 0 0 0,0 1 0 0 0,-1-1 0 0 0,7-4 0 0 0,40-36 63 0 0,-30 25-108 0 0,2 1 1 0 0,0 1-1 0 0,0 0 1 0 0,37-19-1 0 0,-32 19-33 0 0,-22 13 29 0 0,1 1 1 0 0,0 0-1 0 0,1 0 0 0 0,-1 0 1 0 0,9-4-1 0 0,-1 2 3 0 0,10-1-76 0 0,39 10-77 0 0,-32 0 126 0 0,0 2 0 0 0,36 13 0 0 0,-57-16-6 0 0,0 1 0 0 0,0 0 0 0 0,0 1 0 0 0,-1-1 0 0 0,1 2 0 0 0,-1-1 0 0 0,0 1 0 0 0,-1 1 0 0 0,0 0 0 0 0,7 7 1 0 0,-10-9 31 0 0,0-1 0 0 0,-1 1 0 0 0,0-1 1 0 0,0 1-1 0 0,0 0 0 0 0,0 0 1 0 0,-1 0-1 0 0,0 1 0 0 0,0-1 0 0 0,0 1 1 0 0,-1-1-1 0 0,0 1 0 0 0,0-1 1 0 0,0 1-1 0 0,-1 0 0 0 0,0-1 0 0 0,0 1 1 0 0,0 0-1 0 0,-1-1 0 0 0,1 1 1 0 0,-1-1-1 0 0,-1 1 0 0 0,1 0 0 0 0,-1-1 1 0 0,0 0-1 0 0,0 0 0 0 0,-1 1 1 0 0,0-1-1 0 0,1-1 0 0 0,-8 10 0 0 0,-17 20 210 0 0,26-33-170 0 0,1 1 1 0 0,-1 0 0 0 0,1-1-1 0 0,-1 1 1 0 0,0-1 0 0 0,0 0-1 0 0,0 1 1 0 0,0-1-1 0 0,0 0 1 0 0,0 1 0 0 0,0-1-1 0 0,0 0 1 0 0,0 0-1 0 0,-1 0 1 0 0,1 0 0 0 0,0 0-1 0 0,-1 0 1 0 0,1 0 0 0 0,-1-1-1 0 0,1 1 1 0 0,-1 0-1 0 0,1-1 1 0 0,-1 1 0 0 0,1-1-1 0 0,-4 1 1 0 0,5-1-4 0 0,0 0 1 0 0,-1 0 0 0 0,1 0-1 0 0,0 0 1 0 0,0 0-1 0 0,-1 0 1 0 0,1 0-1 0 0,0 0 1 0 0,0 0 0 0 0,-1-1-1 0 0,1 1 1 0 0,0 0-1 0 0,0 0 1 0 0,-1 0-1 0 0,1 0 1 0 0,0 0 0 0 0,0 0-1 0 0,0-1 1 0 0,-1 1-1 0 0,1 0 1 0 0,0 0-1 0 0,0 0 1 0 0,0-1 0 0 0,0 1-1 0 0,0 0 1 0 0,-1 0-1 0 0,1 0 1 0 0,0-1-1 0 0,0 1 1 0 0,0 0 0 0 0,0 0-1 0 0,0-1 1 0 0,0 1-1 0 0,0 0 1 0 0,0 0-1 0 0,0-1 1 0 0,0 1 0 0 0,0 0-1 0 0,0 0 1 0 0,0-1-1 0 0,0 1 1 0 0,0 0-1 0 0,0 0 1 0 0,0-1 0 0 0,6-12 20 0 0,1 10 13 0 0,-6 3-27 0 0,0 0 1 0 0,0 0-1 0 0,0-1 0 0 0,0 1 0 0 0,0-1 0 0 0,0 1 1 0 0,0-1-1 0 0,0 1 0 0 0,0-1 0 0 0,0 0 0 0 0,0 1 0 0 0,-1-1 1 0 0,1 0-1 0 0,0 0 0 0 0,0 1 0 0 0,-1-1 0 0 0,1 0 0 0 0,0 0 1 0 0,-1 0-1 0 0,1 0 0 0 0,-1 0 0 0 0,0 0 0 0 0,1 0 0 0 0,-1 0 1 0 0,1 0-1 0 0,-1 0 0 0 0,0 0 0 0 0,0-1 0 0 0,0 0 0 0 0,1-1 4 0 0,0 0-1 0 0,0 0 0 0 0,0 0 0 0 0,0 0 0 0 0,1 0 0 0 0,-1 0 0 0 0,1 1 0 0 0,0-1 1 0 0,0 1-1 0 0,0-1 0 0 0,0 1 0 0 0,0-1 0 0 0,0 1 0 0 0,1 0 0 0 0,-1 0 1 0 0,1 0-1 0 0,0 0 0 0 0,-1 1 0 0 0,5-2 0 0 0,17-16 87 0 0,-2 0-77 0 0,2 1 0 0 0,0 1 1 0 0,1 1-1 0 0,43-21 0 0 0,-58 31-33 0 0,1 1 0 0 0,0 1 0 0 0,0 0 0 0 0,0 1-1 0 0,14-3 1 0 0,-21 5 6 0 0,0 1 0 0 0,0-1-1 0 0,0 1 1 0 0,-1 0 0 0 0,1 0-1 0 0,0 0 1 0 0,0 1 0 0 0,0-1-1 0 0,0 1 1 0 0,-1 0 0 0 0,1 0-1 0 0,0 0 1 0 0,-1 1 0 0 0,1-1-1 0 0,-1 1 1 0 0,1 0 0 0 0,4 4-1 0 0,-7-4 7 0 0,0 0-1 0 0,0 0 0 0 0,0 0 0 0 0,0 1 0 0 0,0-1 1 0 0,-1 0-1 0 0,1 1 0 0 0,-1-1 0 0 0,1 0 0 0 0,-1 1 0 0 0,0-1 1 0 0,0 1-1 0 0,0-1 0 0 0,0 0 0 0 0,-1 1 0 0 0,0 2 0 0 0,1 7 29 0 0,-1-2-9 0 0,0 1 1 0 0,-1-1-1 0 0,0 0 1 0 0,-1 0-1 0 0,0 0 1 0 0,-7 16-1 0 0,4-11 5 0 0,-7 16 41 0 0,6-12-39 0 0,7-18-24 0 0,0-1 1 0 0,0 0-1 0 0,0 1 1 0 0,0-1-1 0 0,1 1 1 0 0,-1-1 0 0 0,0 1-1 0 0,0-1 1 0 0,0 0-1 0 0,1 1 1 0 0,-1-1 0 0 0,0 0-1 0 0,0 1 1 0 0,1-1-1 0 0,-1 0 1 0 0,0 1 0 0 0,1-1-1 0 0,-1 0 1 0 0,1 1-1 0 0,-1-1 1 0 0,0 0-1 0 0,1 0 1 0 0,-1 0 0 0 0,1 1-1 0 0,-1-1 1 0 0,0 0-1 0 0,1 0 1 0 0,-1 0 0 0 0,1 0-1 0 0,-1 0 1 0 0,2 0-1 0 0,2 1 105 0 0,-4-2-111 0 0,0 0 0 0 0,0-1 0 0 0,0 1 0 0 0,0 0 1 0 0,1 0-1 0 0,-1 0 0 0 0,0-1 0 0 0,1 1 0 0 0,-1 0 0 0 0,0 0 0 0 0,1 0 0 0 0,0 0 0 0 0,-1 0 0 0 0,1 0 1 0 0,0 0-1 0 0,-1 0 0 0 0,1 0 0 0 0,0 0 0 0 0,0 0 0 0 0,0 0 0 0 0,0 1 0 0 0,0-1 0 0 0,0 0 0 0 0,0 0 1 0 0,0 1-1 0 0,0-1 0 0 0,2 0 0 0 0,11-8 20 0 0,-5 1 21 0 0,-1 0 1 0 0,1-1-1 0 0,10-13 1 0 0,6-9-2 0 0,3 3-85 0 0,0 1 0 0 0,44-31 0 0 0,-9 8 10 0 0,-55 44 78 0 0,0 0 0 0 0,1 1 1 0 0,0 0-1 0 0,0 1 1 0 0,0 0-1 0 0,1 0 1 0 0,-1 1-1 0 0,1 0 0 0 0,0 1 1 0 0,0 0-1 0 0,0 0 1 0 0,0 1-1 0 0,0 0 0 0 0,0 1 1 0 0,0 1-1 0 0,0-1 1 0 0,0 1-1 0 0,0 1 1 0 0,0 0-1 0 0,0 0 0 0 0,17 8 1 0 0,-21-6 2 0 0,0 0 1 0 0,0 0 0 0 0,-1 1-1 0 0,0-1 1 0 0,0 2 0 0 0,0-1-1 0 0,-1 0 1 0 0,0 1-1 0 0,0 0 1 0 0,0 0 0 0 0,-1 0-1 0 0,4 7 1 0 0,-3-4-16 0 0,0-1 1 0 0,-1 1-1 0 0,0 0 1 0 0,0 1-1 0 0,-1-1 1 0 0,0 0-1 0 0,0 12 0 0 0,-2-18-81 0 0,0 0 0 0 0,-1-1-1 0 0,1 1 1 0 0,-1 0-1 0 0,0 0 1 0 0,0 0-1 0 0,0-1 1 0 0,0 1 0 0 0,-1 0-1 0 0,1-1 1 0 0,-1 1-1 0 0,0-1 1 0 0,1 0 0 0 0,-1 1-1 0 0,0-1 1 0 0,0 0-1 0 0,0 0 1 0 0,-1 0-1 0 0,-3 2 1 0 0,-12 13-2379 0 0,8 2-5397 0 0,-18-5-4736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21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0 148 1361 0 0,'1'-3'209'0'0,"0"1"0"0"0,0 0 0 0 0,0 0 1 0 0,1 0-1 0 0,-1 0 0 0 0,0 0 0 0 0,1 0 0 0 0,-1 0 1 0 0,1 0-1 0 0,0 1 0 0 0,-1-1 0 0 0,1 1 1 0 0,0-1-1 0 0,0 1 0 0 0,0 0 0 0 0,0 0 0 0 0,1-1 1 0 0,-1 1-1 0 0,0 1 0 0 0,4-2 0 0 0,15-10 1480 0 0,-6-6 834 0 0,3 0-830 0 0,-6 9-904 0 0,1 1 0 0 0,1 1 0 0 0,-1 0 0 0 0,1 1 0 0 0,0 0 0 0 0,1 1 0 0 0,-1 1 0 0 0,26-4 0 0 0,-22 5-401 0 0,-1 2 1 0 0,0 0 0 0 0,1 1-1 0 0,23 4 1 0 0,24 15-56 0 0,-60-18-316 0 0,1 1 0 0 0,-1 0-1 0 0,0 0 1 0 0,0 1 0 0 0,0-1-1 0 0,-1 1 1 0 0,1 0 0 0 0,-1 0-1 0 0,8 8 1 0 0,-8-8 3 0 0,-3-2-5 0 0,0 0 0 0 0,-1 0 0 0 0,1 0 0 0 0,0 0 0 0 0,-1 0 0 0 0,1 1-1 0 0,-1-1 1 0 0,1 0 0 0 0,-1 0 0 0 0,0 1 0 0 0,1-1 0 0 0,-1 0 0 0 0,0 0 0 0 0,0 1 0 0 0,0-1 0 0 0,0 0 0 0 0,0 1 0 0 0,0-1-1 0 0,0 0 1 0 0,-1 2 0 0 0,0 6 112 0 0,1-4-31 0 0,0 1-1 0 0,-1-1 0 0 0,0 1 1 0 0,0-1-1 0 0,-1 0 0 0 0,1 1 1 0 0,-1-1-1 0 0,0 0 1 0 0,-6 9-1 0 0,-31 40 880 0 0,31-44-743 0 0,3-3-119 0 0,-1-1 0 0 0,0-1 1 0 0,0 1-1 0 0,0-1 0 0 0,-1 0 0 0 0,0 0 0 0 0,0-1 0 0 0,0 0 0 0 0,0 0 0 0 0,-10 3 1 0 0,-32 19 842 0 0,41-22-787 0 0,0 0-1 0 0,0-1 0 0 0,0 0 1 0 0,0 0-1 0 0,0-1 1 0 0,0 1-1 0 0,-15 0 0 0 0,9 0-21 0 0,4-1-36 0 0,0-1-1 0 0,-1 0 0 0 0,1 0 1 0 0,-1-1-1 0 0,1 0 0 0 0,-19-3 1 0 0,23 2-70 0 0,4 1-23 0 0,1 0 0 0 0,-1-1 0 0 0,0 1 0 0 0,0 0 0 0 0,1 0 0 0 0,-1-1 0 0 0,0 1 0 0 0,1-1 0 0 0,-1 0 0 0 0,1 1 0 0 0,-1-1 0 0 0,0 0-1 0 0,1 0 1 0 0,0 0 0 0 0,-1 0 0 0 0,-1-2 0 0 0,2 1-13 0 0,0 0 0 0 0,1 0-1 0 0,-1 1 1 0 0,1-1-1 0 0,-1 0 1 0 0,1 0-1 0 0,0 0 1 0 0,0 1 0 0 0,0-1-1 0 0,0 0 1 0 0,0 0-1 0 0,0-1 1 0 0,1-10-50 0 0,-1 5 6 0 0,1 0 0 0 0,0 0 0 0 0,0 0-1 0 0,1 0 1 0 0,0 0 0 0 0,1 1 0 0 0,0-1 0 0 0,0 1-1 0 0,5-9 1 0 0,4-5-250 0 0,23-29-1 0 0,-20 30 87 0 0,17-30-424 0 0,-16 29 144 0 0,-2 18 398 0 0,-11 3 40 0 0,-3 0 39 0 0,0 0 0 0 0,1 0 0 0 0,-1 0 1 0 0,0 0-1 0 0,1 0 0 0 0,-1 0 0 0 0,0 1 1 0 0,1-1-1 0 0,-1 0 0 0 0,0 0 0 0 0,0 0 1 0 0,1 0-1 0 0,-1 1 0 0 0,0-1 0 0 0,0 0 1 0 0,0 0-1 0 0,1 1 0 0 0,-1-1 0 0 0,0 0 1 0 0,0 0-1 0 0,0 1 0 0 0,0-1 0 0 0,1 0 0 0 0,-1 0 1 0 0,0 1-1 0 0,0-1 0 0 0,0 0 0 0 0,0 1 1 0 0,0-1-1 0 0,0 0 0 0 0,0 1 0 0 0,0-1 1 0 0,0 0-1 0 0,0 0 0 0 0,0 1 0 0 0,5 12-66 0 0,33 21 178 0 0,207 175 1162 0 0,-240-205-1317 0 0,0 1 0 0 0,1-1 0 0 0,0 0 1 0 0,-1 0-1 0 0,2 0 0 0 0,-1-1 1 0 0,0 0-1 0 0,1 0 0 0 0,-1-1 1 0 0,1 0-1 0 0,0 0 0 0 0,-1-1 1 0 0,1 1-1 0 0,0-1 0 0 0,0-1 0 0 0,0 1 1 0 0,0-1-1 0 0,0-1 0 0 0,13-1 1 0 0,-14 2-419 0 0,0-1 1 0 0,-1 0-1 0 0,1 0 0 0 0,0 0 1 0 0,6-3-1 0 0,-8 3-134 0 0,-1-1-1 0 0,0 0 0 0 0,0 1 1 0 0,-1-2-1 0 0,1 1 1 0 0,0 0-1 0 0,-1 0 1 0 0,1-1-1 0 0,-1 0 1 0 0,0 1-1 0 0,0-1 0 0 0,0 0 1 0 0,0 0-1 0 0,0 0 1 0 0,-1 0-1 0 0,1 0 1 0 0,-1-1-1 0 0,0 1 0 0 0,0 0 1 0 0,0-1-1 0 0,0-3 1 0 0,2-11-2361 0 0,-1 0 1 0 0,-1-33 0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22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47 1921 0 0,'4'-2'560'0'0,"0"0"1"0"0,-1 1-1 0 0,1-1 0 0 0,0 0 1 0 0,-1-1-1 0 0,5-3 0 0 0,21-10 2374 0 0,-11 12-1967 0 0,0 0-1 0 0,0 2 0 0 0,0 0 0 0 0,0 2 1 0 0,1-1-1 0 0,22 4 0 0 0,-33-2-860 0 0,3 0 255 0 0,0 1 1 0 0,0 1-1 0 0,0 0 0 0 0,-1 0 0 0 0,1 1 0 0 0,-1 0 1 0 0,0 1-1 0 0,19 12 0 0 0,-7-5 30 0 0,38 26 1276 0 0,-55-26-1145 0 0,-5-8 95 0 0,0-7 405 0 0,0 1-1001 0 0,-1 1 0 0 0,1 0 0 0 0,-1 0 0 0 0,0 0 0 0 0,1 0 0 0 0,-1 0 0 0 0,0 0 0 0 0,0 0 0 0 0,0 0 0 0 0,1 0 0 0 0,-1 1 0 0 0,0-1 0 0 0,0 0 0 0 0,0 0 0 0 0,0 1 0 0 0,-1-1-1 0 0,1 1 1 0 0,0-1 0 0 0,0 1 0 0 0,0-1 0 0 0,-2 1 0 0 0,-3-3 92 0 0,-7-9 209 0 0,11 10-285 0 0,0 0-1 0 0,0 0 0 0 0,0 1 0 0 0,-1-1 0 0 0,1 0 0 0 0,0 1 1 0 0,-1 0-1 0 0,1 0 0 0 0,-1-1 0 0 0,-5 0 0 0 0,-31-14 240 0 0,23 9-42 0 0,0 0 0 0 0,-1 1 0 0 0,0 0 0 0 0,0 2 0 0 0,-1 0 0 0 0,1 1 0 0 0,-22-1 0 0 0,29 4-185 0 0,0 0-13 0 0,0 0-1 0 0,0 1 1 0 0,0 0-1 0 0,0 0 1 0 0,0 1-1 0 0,0 1 1 0 0,-12 4-1 0 0,5-1 16 0 0,1 0 0 0 0,0 1 0 0 0,0 1 0 0 0,1 1 0 0 0,0 0 0 0 0,1 1 0 0 0,0 0 0 0 0,0 1 0 0 0,1 1 0 0 0,-17 19 0 0 0,4-5 107 0 0,20-21-154 0 0,0 1-1 0 0,0 0 1 0 0,-9 14 0 0 0,14-19-4 0 0,1 0 0 0 0,-1-1 1 0 0,1 1-1 0 0,-1 0 0 0 0,1 0 0 0 0,-1 0 0 0 0,1 0 0 0 0,0 0 1 0 0,0 0-1 0 0,-1 0 0 0 0,1 0 0 0 0,0 0 0 0 0,0 0 1 0 0,0 0-1 0 0,0 0 0 0 0,0 0 0 0 0,1 0 0 0 0,-1 0 0 0 0,0 0 1 0 0,0 0-1 0 0,0 0 0 0 0,1 0 0 0 0,-1 0 0 0 0,1 0 1 0 0,-1-1-1 0 0,1 1 0 0 0,-1 0 0 0 0,1 0 0 0 0,-1 0 0 0 0,2 0 1 0 0,0 2 7 0 0,1-1 0 0 0,-1 0 0 0 0,1-1 1 0 0,0 1-1 0 0,-1 0 0 0 0,1-1 0 0 0,0 0 1 0 0,6 3-1 0 0,40 12 89 0 0,1-3-1 0 0,1-1 1 0 0,87 8 0 0 0,79-13-44 0 0,-183-8-61 0 0,-1-1 0 0 0,0-1 0 0 0,0-2 0 0 0,63-17 0 0 0,-91 20 7 0 0,-1 0-1 0 0,1 0 1 0 0,-1 0-1 0 0,0-1 1 0 0,1 1-1 0 0,-1-1 1 0 0,0 0-1 0 0,-1 0 1 0 0,1-1-1 0 0,0 1 1 0 0,-1-1-1 0 0,0 0 1 0 0,0 0-1 0 0,0 0 1 0 0,3-5-1 0 0,-5 7 0 0 0,1-3-5 0 0,0 0 1 0 0,-1 0 0 0 0,0-1-1 0 0,0 1 1 0 0,0 0 0 0 0,-1-1 0 0 0,1 1-1 0 0,-1-1 1 0 0,-1 1 0 0 0,0-10 0 0 0,0-4-6 0 0,1 13 1 0 0,0-1-1 0 0,0 1 0 0 0,-1 0 0 0 0,0 0 0 0 0,0 0 0 0 0,-2-9 0 0 0,1 11 6 0 0,0 1 1 0 0,0-1-1 0 0,-1 0 0 0 0,1 1 0 0 0,-1 0 1 0 0,0-1-1 0 0,1 1 0 0 0,-1 0 0 0 0,-1 1 1 0 0,-3-4-1 0 0,-1 2 0 0 0,7 3 4 0 0,0 1-1 0 0,0 0 1 0 0,0-1-1 0 0,0 1 1 0 0,0-1-1 0 0,0 1 1 0 0,0-1-1 0 0,0 0 1 0 0,0 1-1 0 0,1-1 1 0 0,-1 0-1 0 0,0 0 1 0 0,0 1-1 0 0,1-1 1 0 0,-1 0-1 0 0,0 0 1 0 0,1 0-1 0 0,-1 0 1 0 0,1 0-1 0 0,-1 0 1 0 0,1 0 0 0 0,0 0-1 0 0,-1 0 1 0 0,1 0-1 0 0,0 0 1 0 0,0 0-1 0 0,-1 0 1 0 0,1 0-1 0 0,0-2 1 0 0,66 26-385 0 0,32 10 454 0 0,-96-33-66 0 0,0 1 0 0 0,0-1 0 0 0,0 1 0 0 0,-1 0 1 0 0,1 0-1 0 0,0-1 0 0 0,0 1 0 0 0,0 0 0 0 0,0 0 0 0 0,-1 1 1 0 0,1-1-1 0 0,-1 0 0 0 0,4 3 0 0 0,-4 0 7 0 0,0-1 0 0 0,0 0-1 0 0,-1 0 1 0 0,1 1 0 0 0,-1-1-1 0 0,1 0 1 0 0,-1 1 0 0 0,0-1-1 0 0,-1 4 1 0 0,1 0 26 0 0,-1-1-1 0 0,0 1 1 0 0,0 0-1 0 0,-1 0 1 0 0,0-1-1 0 0,0 1 1 0 0,-5 8 0 0 0,-4 15 110 0 0,3 16 171 0 0,8-43-283 0 0,0-1 0 0 0,0 1 0 0 0,0 0 0 0 0,0 0 0 0 0,0-1 0 0 0,1 1 0 0 0,0 0 0 0 0,-1-1 0 0 0,1 1 0 0 0,0 0 0 0 0,0-1 0 0 0,0 1 0 0 0,0-1 0 0 0,1 1 0 0 0,2 3 1 0 0,7 2 30 0 0,-1 0 0 0 0,1-1 0 0 0,0-1 1 0 0,0 0-1 0 0,1 0 0 0 0,-1-1 1 0 0,1-1-1 0 0,1 0 0 0 0,12 3 0 0 0,11 2-78 0 0,-1-2 0 0 0,44 3-1 0 0,-43-7-438 0 0,0-3-1 0 0,41-4 0 0 0,-3-9-3418 0 0,-62 9 1908 0 0,0 0-1 0 0,-1-1 1 0 0,19-9-1 0 0,-24 10 374 0 0,0 0 0 0 0,-1 0 1 0 0,0-1-1 0 0,0 1 0 0 0,6-8 0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23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1 148 720 0 0,'48'-32'1813'0'0,"-21"13"-849"0"0,1 1-1 0 0,1 1 0 0 0,0 2 1 0 0,39-15-1 0 0,-57 26-524 0 0,1 1-1 0 0,0 0 1 0 0,1 1 0 0 0,-1 0 0 0 0,0 1-1 0 0,1 0 1 0 0,-1 1 0 0 0,21 2 0 0 0,-26-1-148 0 0,0 1 1 0 0,0 0 0 0 0,0 0 0 0 0,-1 0 0 0 0,1 1-1 0 0,-1 0 1 0 0,7 3 0 0 0,-13-6-266 0 0,0 1-1 0 0,1-1 1 0 0,-1 0 0 0 0,0 0-1 0 0,0 0 1 0 0,1 1 0 0 0,-1-1-1 0 0,0 0 1 0 0,0 0 0 0 0,0 0-1 0 0,0 1 1 0 0,1-1-1 0 0,-1 0 1 0 0,0 0 0 0 0,0 1-1 0 0,0-1 1 0 0,0 0 0 0 0,0 1-1 0 0,0-1 1 0 0,0 0 0 0 0,0 0-1 0 0,0 1 1 0 0,0-1 0 0 0,0 0-1 0 0,0 1 1 0 0,0-1 0 0 0,0 0-1 0 0,0 0 1 0 0,0 1 0 0 0,0-1-1 0 0,0 0 1 0 0,0 1 0 0 0,0-1-1 0 0,0 0 1 0 0,0 0 0 0 0,-1 1-1 0 0,1-1 1 0 0,0 0 0 0 0,0 0-1 0 0,0 1 1 0 0,-1-1 0 0 0,1 0-1 0 0,0 1 1 0 0,-14 11 633 0 0,5-5-46 0 0,-7 32 1321 0 0,-28 14 481 0 0,33-19-1071 0 0,6-16-714 0 0,-17 19 624 0 0,15-22-800 0 0,5-11-359 0 0,0 0 1 0 0,0-1 0 0 0,0 1 0 0 0,0-1 0 0 0,-1 1-1 0 0,1-1 1 0 0,-1 0 0 0 0,0 0 0 0 0,0 0-1 0 0,-4 3 1 0 0,-3 1 111 0 0,0 0 0 0 0,0-1-1 0 0,0 0 1 0 0,-1-1 0 0 0,-12 4-1 0 0,5-1 62 0 0,16-7-251 0 0,1-1 0 0 0,0 0 0 0 0,-1 1 0 0 0,1-1 0 0 0,0 0 0 0 0,-1 0 0 0 0,1 0 0 0 0,0 0 0 0 0,-1 0 0 0 0,1-1 0 0 0,0 1 0 0 0,0 0 0 0 0,-1 0 0 0 0,1-1 0 0 0,0 1 0 0 0,-1-1 1 0 0,1 1-1 0 0,0-1 0 0 0,0 0 0 0 0,0 1 0 0 0,-2-3 0 0 0,-11-4 114 0 0,6 3-131 0 0,0 0 0 0 0,0-1 0 0 0,0 0 0 0 0,1 0 0 0 0,-8-8 0 0 0,4-5 14 0 0,0 8 21 0 0,9 9-28 0 0,1 0 1 0 0,0 0-1 0 0,0 0 0 0 0,-1 0 1 0 0,1 0-1 0 0,0-1 1 0 0,0 1-1 0 0,0 0 0 0 0,0-1 1 0 0,0 1-1 0 0,1 0 0 0 0,-1-1 1 0 0,0 1-1 0 0,1-1 1 0 0,-1 0-1 0 0,1 1 0 0 0,-1-1 1 0 0,1 1-1 0 0,0-1 0 0 0,0 0 1 0 0,0 1-1 0 0,0-1 0 0 0,0 0 1 0 0,0 1-1 0 0,1-4 1 0 0,-2 1 143 0 0,12 13 58 0 0,66 29 218 0 0,222 108 506 0 0,-277-133-1011 0 0,0-1-1 0 0,1-1 0 0 0,0-1 1 0 0,1-1-1 0 0,0-1 0 0 0,1-2 0 0 0,-1 0 1 0 0,1-1-1 0 0,30 1 0 0 0,25 1-2869 0 0,-75-7 1944 0 0,0 1 0 0 0,0-1-1 0 0,0 0 1 0 0,0 0 0 0 0,0-1 0 0 0,9-1-1 0 0,18-16-9960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09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1019 5442 0 0,'-5'2'925'0'0,"-12"2"161"0"0,16-4-969 0 0,1 0 0 0 0,0 0-1 0 0,-1 0 1 0 0,1 0 0 0 0,0 0 0 0 0,-1 0 0 0 0,1 0 0 0 0,0 0 0 0 0,-1 0 0 0 0,1 0 0 0 0,0 0 0 0 0,-1 0-1 0 0,1 0 1 0 0,0 0 0 0 0,0 0 0 0 0,-1 0 0 0 0,1 0 0 0 0,0 0 0 0 0,-1-1 0 0 0,1 1 0 0 0,0 0 0 0 0,0 0-1 0 0,-1 0 1 0 0,1-1 0 0 0,0 1 0 0 0,0 0 0 0 0,-1 0 0 0 0,1-1 0 0 0,0 1 0 0 0,0 0 0 0 0,0 0 0 0 0,0-1-1 0 0,-1 1 1 0 0,1 0 0 0 0,0 0 0 0 0,0-1 0 0 0,0 1 0 0 0,0 0 0 0 0,0-1 0 0 0,0 0 0 0 0,-1 0 67 0 0,-1 0 0 0 0,1 0 1 0 0,0 0-1 0 0,0 0 1 0 0,-1 0-1 0 0,1 1 1 0 0,0-1-1 0 0,-1 0 1 0 0,1 1-1 0 0,-1-1 0 0 0,1 1 1 0 0,-1-1-1 0 0,1 1 1 0 0,-1 0-1 0 0,-2-1 1 0 0,1 1 225 0 0,-5-3 246 0 0,-1 0 0 0 0,0 1 0 0 0,-15-2 0 0 0,-17-5-105 0 0,16 1-265 0 0,17 7-225 0 0,9 1-43 0 0,-1 0 1 0 0,0-1-1 0 0,0 1 1 0 0,0 0-1 0 0,0 0 0 0 0,0 0 1 0 0,0 0-1 0 0,0 0 1 0 0,1 0-1 0 0,-1 0 1 0 0,0-1-1 0 0,0 1 1 0 0,0 0-1 0 0,0 0 0 0 0,0 0 1 0 0,0 0-1 0 0,0 0 1 0 0,0-1-1 0 0,0 1 1 0 0,0 0-1 0 0,0 0 1 0 0,0 0-1 0 0,0 0 1 0 0,0 0-1 0 0,0-1 0 0 0,0 1 1 0 0,0 0-1 0 0,0 0 1 0 0,0 0-1 0 0,0 0 1 0 0,0-1-1 0 0,0 1 1 0 0,0 0-1 0 0,0 0 0 0 0,0 0 1 0 0,0 0-1 0 0,0 0 1 0 0,-1-1-1 0 0,1 1 1 0 0,0 0-1 0 0,0 0 1 0 0,0 0-1 0 0,0 0 0 0 0,0 0 1 0 0,0 0-1 0 0,-1 0 1 0 0,6-1 12 0 0,-4 1-22 0 0,0 0-1 0 0,-1 0 1 0 0,1 0-1 0 0,0 0 1 0 0,0 0-1 0 0,0 0 1 0 0,0 0-1 0 0,0 0 1 0 0,-1-1-1 0 0,1 1 1 0 0,0 0-1 0 0,0-1 1 0 0,0 1 0 0 0,-1 0-1 0 0,1-1 1 0 0,0 1-1 0 0,0-1 1 0 0,-1 1-1 0 0,1-1 1 0 0,0 1-1 0 0,-1-1 1 0 0,1 0-1 0 0,-1 1 1 0 0,1-1-1 0 0,-1 0 1 0 0,1 1-1 0 0,-1-1 1 0 0,1 0-1 0 0,-1 0 1 0 0,0 0-1 0 0,1 1 1 0 0,-1-1 0 0 0,0 0-1 0 0,0 0 1 0 0,0 0-1 0 0,1-1 1 0 0,4-7 124 0 0,6 2-85 0 0,-7 5-51 0 0,-1 0 0 0 0,1-1 0 0 0,-1 1 0 0 0,0-1-1 0 0,0 1 1 0 0,0-1 0 0 0,0 0 0 0 0,0 0 0 0 0,0 0 0 0 0,3-7-1 0 0,-2-2-21 0 0,7-18 24 0 0,44-40 214 0 0,173-287 1321 0 0,-223 347-1477 0 0,-1 5-29 0 0,0-1 1 0 0,-1 0 0 0 0,0 0-1 0 0,-1 0 1 0 0,1 0 0 0 0,-1 0-1 0 0,0-1 1 0 0,-1 1-1 0 0,1-1 1 0 0,-1 0 0 0 0,0-7-1 0 0,-1 11-6 0 0,0 1 0 0 0,0 0 1 0 0,0-1-1 0 0,1 1 0 0 0,-1-1 0 0 0,0 1 0 0 0,1 0 0 0 0,0 0 0 0 0,0-1 0 0 0,0 1 0 0 0,0 0 0 0 0,0 0 0 0 0,0 0 0 0 0,0 0 0 0 0,1 0 0 0 0,-1 0 0 0 0,1 0 0 0 0,2-2 1 0 0,5-7 51 0 0,24-34 193 0 0,-28 29-145 0 0,-5 16-119 0 0,0-1 0 0 0,0 0 0 0 0,0 0 1 0 0,0 0-1 0 0,0 1 0 0 0,0-1 0 0 0,0 0 1 0 0,0 0-1 0 0,1 0 0 0 0,-1 1 0 0 0,0-1 1 0 0,1 0-1 0 0,-1 1 0 0 0,1-1 0 0 0,-1 0 1 0 0,0 1-1 0 0,1-1 0 0 0,-1 0 0 0 0,2 0 0 0 0,4-5 33 0 0,-4 4-29 0 0,0 1 1 0 0,0-1-1 0 0,-1 0 1 0 0,1 1-1 0 0,-1-1 1 0 0,1 0-1 0 0,-1 0 1 0 0,0 0-1 0 0,0 0 1 0 0,0 0-1 0 0,0 0 1 0 0,0 0-1 0 0,0-1 1 0 0,-1 1-1 0 0,1 0 1 0 0,-1 0-1 0 0,1-1 1 0 0,-1 1-1 0 0,0 0 1 0 0,0-1-1 0 0,0-3 1 0 0,0-41 325 0 0,0 46-324 0 0,0 0-1 0 0,-1 1 1 0 0,1-1-1 0 0,0 0 1 0 0,0 1 0 0 0,-1-1-1 0 0,1 0 1 0 0,0 1-1 0 0,-1-1 1 0 0,1 1-1 0 0,0-1 1 0 0,-1 1 0 0 0,1-1-1 0 0,-1 1 1 0 0,1-1-1 0 0,-1 1 1 0 0,1-1 0 0 0,-1 1-1 0 0,0 0 1 0 0,1-1-1 0 0,-1 1 1 0 0,1 0 0 0 0,-1-1-1 0 0,0 1 1 0 0,1 0-1 0 0,-1 0 1 0 0,0-1-1 0 0,1 1 1 0 0,-1 0 0 0 0,0 0-1 0 0,0 0 1 0 0,0 0 3 0 0,0 0 0 0 0,1 0-1 0 0,-1 0 1 0 0,0 0 0 0 0,0 0 0 0 0,1 0 0 0 0,-1-1 0 0 0,0 1-1 0 0,1 0 1 0 0,-1 0 0 0 0,1-1 0 0 0,-1 1 0 0 0,0 0 0 0 0,1-1-1 0 0,-1 1 1 0 0,1-1 0 0 0,-1 1 0 0 0,1-1 0 0 0,-1 1 0 0 0,1-1-1 0 0,-1 1 1 0 0,1-1 0 0 0,-1 1 0 0 0,1-1 0 0 0,0 0 0 0 0,-1 1-1 0 0,1-1 1 0 0,0 0 0 0 0,0 1 0 0 0,0-1 0 0 0,-1-1 0 0 0,1 1 25 0 0,0 0 0 0 0,-1 0 0 0 0,1 0 1 0 0,-1 0-1 0 0,1 0 0 0 0,-1 0 0 0 0,1 0 1 0 0,-1 0-1 0 0,0 0 0 0 0,0 0 1 0 0,1 0-1 0 0,-1 0 0 0 0,0 0 0 0 0,0 0 1 0 0,0 1-1 0 0,0-1 0 0 0,0 0 0 0 0,0 1 1 0 0,0-1-1 0 0,0 1 0 0 0,0-1 0 0 0,-1 0 1 0 0,-30-11 400 0 0,22 9-226 0 0,10 3-201 0 0,0 0-1 0 0,-1 0 1 0 0,1 0 0 0 0,0 0-1 0 0,0 0 1 0 0,-1 0 0 0 0,1 0-1 0 0,0-1 1 0 0,0 1 0 0 0,-1 0-1 0 0,1 0 1 0 0,0 0 0 0 0,0 0 0 0 0,-1-1-1 0 0,1 1 1 0 0,0 0 0 0 0,0 0-1 0 0,0 0 1 0 0,0-1 0 0 0,-1 1-1 0 0,1 0 1 0 0,0 0 0 0 0,0-1-1 0 0,0 1 1 0 0,0 0 0 0 0,0-1-1 0 0,0 1 1 0 0,0 0 0 0 0,0 0-1 0 0,0-1 1 0 0,-1 1 0 0 0,1 0-1 0 0,0-1 1 0 0,-5-6 253 0 0,-3 4-176 0 0,7 3-59 0 0,0 0 1 0 0,0 0-1 0 0,1 0 0 0 0,-1-1 0 0 0,0 1 0 0 0,0 0 0 0 0,0 0 0 0 0,0-1 0 0 0,1 1 0 0 0,-1-1 0 0 0,0 1 0 0 0,0-1 0 0 0,1 1 0 0 0,-1-1 0 0 0,0 1 0 0 0,1-1 0 0 0,-1 0 0 0 0,1 1 0 0 0,-1-1 0 0 0,0 0 0 0 0,1 0 0 0 0,0 1 0 0 0,-1-1 0 0 0,1 0 0 0 0,-1 0 0 0 0,1 0 0 0 0,0 1 1 0 0,0-1-1 0 0,-1 0 0 0 0,1 0 0 0 0,0 0 0 0 0,0 0 0 0 0,0 0 0 0 0,0 0 0 0 0,0-1 0 0 0,0 1 211 0 0,-1 3-115 0 0,8 3-103 0 0,18-1 25 0 0,1-1 0 0 0,31 0 1 0 0,-2 0 50 0 0,31 5-88 0 0,111 6 437 0 0,-151-13-764 0 0,0-1 0 0 0,51-8 0 0 0,-74 1-309 0 0,-2 1-2803 0 0,-6 3-866 0 0,-41 6-1775 0 0,-34 2-1413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09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19 160 0 0,'0'9'13366'0'0,"32"-18"-12165"0"0,33 9-161 0 0,-32-6-239 0 0,32 0-241 0 0,1 0-160 0 0,-1 12-80 0 0,33-6-320 0 0,-7 27-1521 0 0,-25 0-4001 0 0,-1 8-2642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10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1 242 400 0 0,'0'0'3508'0'0,"0"-13"3749"0"0,0 12-7108 0 0,0 0 0 0 0,0 0 0 0 0,0 0 0 0 0,0 0 0 0 0,0 0 0 0 0,0 0 0 0 0,1 0 1 0 0,-1 0-1 0 0,0 0 0 0 0,0 0 0 0 0,1 0 0 0 0,-1 0 0 0 0,1 0 0 0 0,-1 0 0 0 0,1 0 0 0 0,-1 1 0 0 0,1-1 0 0 0,0 0 0 0 0,-1 0 0 0 0,1 1 0 0 0,0-1 0 0 0,0 0 0 0 0,-1 1 0 0 0,1-1 0 0 0,0 1 1 0 0,0-1-1 0 0,1 0 0 0 0,6-4 146 0 0,-8 5-252 0 0,1-1-1 0 0,-1 1 1 0 0,0-1 0 0 0,1 1-1 0 0,-1-1 1 0 0,0 1 0 0 0,1-1-1 0 0,-1 1 1 0 0,0-1 0 0 0,1 1-1 0 0,-1-1 1 0 0,0 1 0 0 0,0-1-1 0 0,0 0 1 0 0,0 1 0 0 0,0-1-1 0 0,0 1 1 0 0,0-1 0 0 0,0 1-1 0 0,0-1 1 0 0,0 0 0 0 0,0 0-17 0 0,0 1 1 0 0,0-1-1 0 0,0 0 1 0 0,0 1-1 0 0,0-1 1 0 0,0 1-1 0 0,0-1 1 0 0,0 1-1 0 0,0-1 0 0 0,1 1 1 0 0,-1-1-1 0 0,0 1 1 0 0,0-1-1 0 0,0 1 1 0 0,1-1-1 0 0,-1 1 1 0 0,0-1-1 0 0,1 1 1 0 0,-1 0-1 0 0,0-1 1 0 0,1 1-1 0 0,-1-1 1 0 0,0 1-1 0 0,2-1 1 0 0,22-11 257 0 0,0 0 0 0 0,40-12 0 0 0,-33 13-497 0 0,0-1 0 0 0,50-28 0 0 0,-60 27 116 0 0,29-22-33 0 0,-28 22 117 0 0,-17 10 24 0 0,-4 5 15 0 0,-7 5 30 0 0,-3-2-60 0 0,0 1-1 0 0,0 0 1 0 0,1 0-1 0 0,0 0 1 0 0,-9 10 0 0 0,-81 88 657 0 0,80-87-368 0 0,14-14-236 0 0,0-1 0 0 0,1 1 0 0 0,-1 0 0 0 0,1 1 0 0 0,0-1 1 0 0,0 0-1 0 0,0 1 0 0 0,1-1 0 0 0,-1 1 0 0 0,1 0 0 0 0,0 0 0 0 0,0 0 0 0 0,0 0 1 0 0,0 1-1 0 0,1-1 0 0 0,0 0 0 0 0,0 1 0 0 0,0-1 0 0 0,0 8 0 0 0,1 75-395 0 0,0-87 318 0 0,0 1 0 0 0,0-1 0 0 0,0 0 0 0 0,0 1 0 0 0,0-1 0 0 0,0 0 0 0 0,1 1 0 0 0,-1-1 0 0 0,0 0 1 0 0,0 1-1 0 0,0-1 0 0 0,1 0 0 0 0,-1 0 0 0 0,0 1 0 0 0,0-1 0 0 0,1 0 0 0 0,-1 0 0 0 0,0 1 0 0 0,1-1 0 0 0,-1 0 0 0 0,0 0 1 0 0,1 0-1 0 0,-1 1 0 0 0,0-1 0 0 0,1 0 0 0 0,-1 0 0 0 0,0 0 0 0 0,1 0 0 0 0,-1 0 0 0 0,0 0 0 0 0,1 0 0 0 0,-1 0 1 0 0,1 0-1 0 0,-1 0 0 0 0,0 0 0 0 0,1 0 0 0 0,-1 0 0 0 0,0 0 0 0 0,1 0 0 0 0,0-1 0 0 0,17-3-1432 0 0,-16 3 1050 0 0,0 1 41 0 0,0-1 0 0 0,0 0 1 0 0,0 1-1 0 0,0-1 0 0 0,-1 0 0 0 0,1 0 1 0 0,0 0-1 0 0,0 0 0 0 0,-1 0 0 0 0,1 0 1 0 0,-1 0-1 0 0,1-1 0 0 0,-1 1 0 0 0,0 0 0 0 0,1-1 1 0 0,-1 1-1 0 0,0-1 0 0 0,0 0 0 0 0,0 1 1 0 0,0-1-1 0 0,1-2 0 0 0,2-4-1149 0 0,24-23-2524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11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21 1121 0 0,'-60'-7'6536'0'0,"59"7"-6427"0"0,1 0 1 0 0,0 0 0 0 0,0 0-1 0 0,0 0 1 0 0,-1 0-1 0 0,1 0 1 0 0,0 0-1 0 0,0-1 1 0 0,-1 1 0 0 0,1 0-1 0 0,0 0 1 0 0,0 0-1 0 0,0 0 1 0 0,-1 0-1 0 0,1-1 1 0 0,0 1 0 0 0,0 0-1 0 0,0 0 1 0 0,-1 0-1 0 0,1 0 1 0 0,0-1 0 0 0,0 1-1 0 0,0 0 1 0 0,0 0-1 0 0,0-1 1 0 0,0 1-1 0 0,0 0 1 0 0,-1 0 0 0 0,1 0-1 0 0,0-1 1 0 0,0 1-1 0 0,0 0 1 0 0,0 0-1 0 0,0-1 1 0 0,0 1 0 0 0,0 0-1 0 0,0 0 1 0 0,0-1-1 0 0,0 1 1 0 0,1-1-1 0 0,-1 1-13 0 0,0 0 0 0 0,0 0 0 0 0,0 0 0 0 0,0-1 0 0 0,0 1-1 0 0,0 0 1 0 0,0 0 0 0 0,0 0 0 0 0,0-1 0 0 0,0 1 0 0 0,0 0-1 0 0,0 0 1 0 0,0 0 0 0 0,0-1 0 0 0,0 1 0 0 0,0 0 0 0 0,-1 0-1 0 0,1 0 1 0 0,0 0 0 0 0,0-1 0 0 0,0 1 0 0 0,0 0 0 0 0,0 0-1 0 0,0 0 1 0 0,0 0 0 0 0,-1-1 0 0 0,1 1 0 0 0,0 0 0 0 0,0 0-1 0 0,0 0 1 0 0,0 0 0 0 0,-1 0 0 0 0,1 0 0 0 0,0 0 0 0 0,0 0-1 0 0,0-1 1 0 0,0 1 0 0 0,-1 0 0 0 0,1 0 0 0 0,0 0 0 0 0,0 0-1 0 0,0 0 1 0 0,-1 0 0 0 0,1 0 0 0 0,0 0 0 0 0,0 0 0 0 0,0 0-1 0 0,-1 0 1 0 0,1 0 0 0 0,-27 0 811 0 0,27 2-450 0 0,0-2-445 0 0,-1 0 0 0 0,1 0 0 0 0,0 0 0 0 0,0 1 1 0 0,0-1-1 0 0,0 0 0 0 0,0 0 0 0 0,0 1 0 0 0,0-1 0 0 0,0 0 1 0 0,0 0-1 0 0,0 1 0 0 0,0-1 0 0 0,0 0 0 0 0,0 0 0 0 0,0 1 1 0 0,0-1-1 0 0,0 0 0 0 0,0 0 0 0 0,0 0 0 0 0,1 1 0 0 0,-1-1 1 0 0,0 0-1 0 0,0 0 0 0 0,0 1 0 0 0,0-1 0 0 0,0 0 0 0 0,1 0 1 0 0,-1 0-1 0 0,0 0 0 0 0,0 1 0 0 0,0-1 0 0 0,0 0 0 0 0,1 0 1 0 0,-1 0-1 0 0,0 0 0 0 0,0 0 0 0 0,1 0 0 0 0,-1 1 0 0 0,0-1 1 0 0,0 0-1 0 0,1 0 0 0 0,-1 0 0 0 0,0 0 0 0 0,0 0 0 0 0,0 0 0 0 0,1 0 1 0 0,354 43 1720 0 0,-334-41-1732 0 0,7 1-203 0 0,1 1-378 0 0,-1-2 0 0 0,1-1 0 0 0,0-1 0 0 0,-1-1 0 0 0,33-6 0 0 0,-55 6-547 0 0,15-4-1085 0 0,-15-4-3693 0 0,-6 3 1249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12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1 723 160 0 0,'0'-2'6181'0'0,"0"-10"-3251"0"0,0 11-2805 0 0,0-1 1 0 0,0 1 0 0 0,0 0-1 0 0,0 0 1 0 0,1 0-1 0 0,-1 0 1 0 0,0 0-1 0 0,1-1 1 0 0,-1 1-1 0 0,1 0 1 0 0,-1 0-1 0 0,1 0 1 0 0,-1 0 0 0 0,1 0-1 0 0,0 1 1 0 0,0-1-1 0 0,-1 0 1 0 0,1 0-1 0 0,0 0 1 0 0,0 0-1 0 0,0 1 1 0 0,0-1-1 0 0,2-1 1 0 0,-2 2-36 0 0,0-1 0 0 0,0 0 1 0 0,1 0-1 0 0,-1 0 0 0 0,0 0 0 0 0,0 0 1 0 0,0 0-1 0 0,0 0 0 0 0,0 0 0 0 0,0 0 1 0 0,0-1-1 0 0,-1 1 0 0 0,1 0 0 0 0,0-1 1 0 0,-1 1-1 0 0,1 0 0 0 0,-1-1 0 0 0,1 1 1 0 0,-1-1-1 0 0,0 1 0 0 0,0-1 0 0 0,1 1 1 0 0,-1-1-1 0 0,0-1 0 0 0,-1-2 106 0 0,1 0 0 0 0,-1 0-1 0 0,0 0 1 0 0,0 1 0 0 0,0-1 0 0 0,0 0 0 0 0,-1 1 0 0 0,0-1-1 0 0,-3-6 1 0 0,2 7-108 0 0,1-1 0 0 0,0 1-1 0 0,0-1 1 0 0,1 0 0 0 0,-1 1-1 0 0,1-1 1 0 0,0 0 0 0 0,0 0 0 0 0,1 0-1 0 0,-1 0 1 0 0,1 0 0 0 0,0 0-1 0 0,1 0 1 0 0,-1 0 0 0 0,2-7 0 0 0,20-84 645 0 0,-11 16-439 0 0,-7 67-233 0 0,2 0 0 0 0,-1 0 0 0 0,1 1 0 0 0,10-15 0 0 0,1-5 221 0 0,-14 24-219 0 0,-1 0 1 0 0,0 0 0 0 0,-1 0-1 0 0,0-1 1 0 0,0 1 0 0 0,-1-1 0 0 0,0 1-1 0 0,0 0 1 0 0,-2-9 0 0 0,0-17 873 0 0,1 25-871 0 0,1 6-63 0 0,-1 0 0 0 0,1 1 1 0 0,0-1-1 0 0,0 1 1 0 0,0-1-1 0 0,0 0 0 0 0,0 1 1 0 0,0-1-1 0 0,1 1 0 0 0,-1-1 1 0 0,1 1-1 0 0,0-1 1 0 0,0 1-1 0 0,0-1 0 0 0,1-2 1 0 0,9 0 19 0 0,-10 5-16 0 0,0-1-1 0 0,0 1 0 0 0,-1 0 0 0 0,1-1 1 0 0,0 1-1 0 0,0-1 0 0 0,-1 1 0 0 0,1-1 0 0 0,0 1 1 0 0,-1-1-1 0 0,1 1 0 0 0,0-1 0 0 0,-1 0 1 0 0,1 1-1 0 0,-1-1 0 0 0,1 0 0 0 0,0 0 1 0 0,2-34 97 0 0,30 36 123 0 0,38 11-214 0 0,-38-9-106 0 0,58 16-1 0 0,-31-10-297 0 0,-50-8-111 0 0,-1 0 0 0 0,1 0 0 0 0,-1 1 0 0 0,0 0 0 0 0,0 1 0 0 0,0 0 0 0 0,0 0 0 0 0,9 5 0 0 0,-17-7 193 0 0,-1-1 0 0 0,1 1 0 0 0,-1-1 0 0 0,1 1 1 0 0,-1-1-1 0 0,1 1 0 0 0,-1-1 0 0 0,1 1 0 0 0,-1 0 0 0 0,0-1 0 0 0,1 1 0 0 0,-1 0 0 0 0,0-1 0 0 0,0 1 0 0 0,1 0 0 0 0,-1-1 0 0 0,0 1 0 0 0,0 0 0 0 0,0-1 0 0 0,0 1 0 0 0,0 0 0 0 0,0-1 0 0 0,0 1 1 0 0,0 0-1 0 0,0 0 0 0 0,0-1 0 0 0,-1 2 0 0 0,1 1-1205 0 0,0 10-3155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12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9 240 0 0,'0'0'5843'0'0,"0"-9"2641"0"0,33 9-6964 0 0,0 9-1119 0 0,-1-3-161 0 0,34 8 80 0 0,-34-7-240 0 0,1 7-560 0 0,-7-1-1441 0 0,7 1-2161 0 0,-1-1-880 0 0,-32 1 720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13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98 126 1601 0 0,'0'-2'245'0'0,"0"1"0"0"0,0-1 0 0 0,0 1 1 0 0,0 0-1 0 0,1-1 0 0 0,-1 1 0 0 0,0-1 1 0 0,1 1-1 0 0,-1-1 0 0 0,1 1 0 0 0,-1 0 1 0 0,1-1-1 0 0,-1 1 0 0 0,1 0 0 0 0,0-1 0 0 0,0 1 1 0 0,0 0-1 0 0,0 0 0 0 0,0 0 0 0 0,0 0 1 0 0,0 0-1 0 0,0 0 0 0 0,0 0 0 0 0,0 0 1 0 0,1 0-1 0 0,-1 0 0 0 0,2 0 0 0 0,14-12 1333 0 0,-7 5-1153 0 0,-1 1 0 0 0,1 0-1 0 0,1 0 1 0 0,-1 1 0 0 0,1 0 0 0 0,21-8 0 0 0,-12 7-223 0 0,-13 4-73 0 0,0 0 1 0 0,0 1-1 0 0,0 0 0 0 0,0 0 0 0 0,0 1 0 0 0,0-1 1 0 0,1 2-1 0 0,-1-1 0 0 0,12 1 0 0 0,3 1 325 0 0,-15 3 381 0 0,-3 0-630 0 0,5-1-79 0 0,-8-3-69 0 0,0 1 0 0 0,0-1 0 0 0,0 0 0 0 0,0 1 1 0 0,0-1-1 0 0,0 1 0 0 0,0-1 0 0 0,-1 1 0 0 0,1-1 0 0 0,0 1 0 0 0,0 0 0 0 0,0 0 0 0 0,0-1 0 0 0,-1 1 0 0 0,1 0 0 0 0,0 0 0 0 0,-1 0 0 0 0,1-1 0 0 0,-1 1 1 0 0,1 0-1 0 0,-1 0 0 0 0,1 0 0 0 0,-1 0 0 0 0,0 0 0 0 0,1 0 0 0 0,-1 0 0 0 0,0 0 0 0 0,0 1 0 0 0,0-1 0 0 0,0 0 0 0 0,0 0 0 0 0,0 0 0 0 0,0 0 0 0 0,0 0 1 0 0,0 0-1 0 0,0 0 0 0 0,-1 1 0 0 0,1 0-42 0 0,0-1 0 0 0,1 0 0 0 0,-2 1-1 0 0,1-1 1 0 0,0 1 0 0 0,0-1 0 0 0,0 1 0 0 0,-1-1 0 0 0,1 0 0 0 0,0 1 0 0 0,-1-1 0 0 0,1 0 0 0 0,-1 1 0 0 0,0-1 0 0 0,0 0 0 0 0,1 0 0 0 0,-1 1 0 0 0,0-1 0 0 0,0 0 0 0 0,0 0-1 0 0,0 0 1 0 0,0 0 0 0 0,0 0 0 0 0,0 0 0 0 0,-1-1 0 0 0,-1 2 0 0 0,-6 5 22 0 0,8-7-25 0 0,1 1 0 0 0,-1 0 0 0 0,0 0 0 0 0,1 0 0 0 0,-1 0 0 0 0,1 0 0 0 0,-1 0 0 0 0,1 0 0 0 0,0 0 0 0 0,-1 0 0 0 0,1 0 0 0 0,0 0 0 0 0,0 0 1 0 0,0 0-1 0 0,0 0 0 0 0,0 0 0 0 0,0 0 0 0 0,0 0 0 0 0,0 0 0 0 0,0 0 0 0 0,0 0 0 0 0,1 1 0 0 0,-1-1 3 0 0,0 0-1 0 0,1 0 1 0 0,-1 0-1 0 0,0 0 1 0 0,0 1 0 0 0,0-1-1 0 0,0 0 1 0 0,0 0 0 0 0,0 0-1 0 0,0 0 1 0 0,-1 0 0 0 0,1 0-1 0 0,0 0 1 0 0,-1 0-1 0 0,1 0 1 0 0,0 0 0 0 0,-1 0-1 0 0,1 0 1 0 0,-1 0 0 0 0,0 0-1 0 0,1 0 1 0 0,-2 1 0 0 0,-5 2 32 0 0,-1 1 0 0 0,1-1 0 0 0,-1 0 1 0 0,0 0-1 0 0,0-1 0 0 0,-10 2 1 0 0,-43 20 194 0 0,50-20-230 0 0,1 0 1 0 0,-1-1-1 0 0,0 0 0 0 0,-1-1 0 0 0,1 0 0 0 0,0-1 1 0 0,-1 0-1 0 0,0-1 0 0 0,1 0 0 0 0,-1-1 1 0 0,-22-3-1 0 0,1-8-146 0 0,33 10 135 0 0,-1 1-1 0 0,1 0 0 0 0,0-1 0 0 0,-1 1 0 0 0,1-1 0 0 0,-1 1 0 0 0,1 0 0 0 0,0-1 1 0 0,-1 1-1 0 0,1-1 0 0 0,0 1 0 0 0,-1-1 0 0 0,1 1 0 0 0,0-1 0 0 0,-1 1 0 0 0,1-1 0 0 0,0 0 1 0 0,0 1-1 0 0,0-1 0 0 0,0 1 0 0 0,0-1 0 0 0,0 1 0 0 0,0-1 0 0 0,0 0 0 0 0,0 1 1 0 0,0-1-1 0 0,0 0 0 0 0,0 0 2 0 0,0 0 1 0 0,0 1 0 0 0,0-1-1 0 0,0 0 1 0 0,0 1 0 0 0,0-1-1 0 0,0 0 1 0 0,0 0 0 0 0,-1 1-1 0 0,1-1 1 0 0,0 0-1 0 0,0 1 1 0 0,-1-1 0 0 0,1 0-1 0 0,0 1 1 0 0,-1-1 0 0 0,1 1-1 0 0,-1-2 1 0 0,-5 0 28 0 0,5 2-27 0 0,0-1-1 0 0,0 1 1 0 0,0 0 0 0 0,0 0-1 0 0,0-1 1 0 0,0 1-1 0 0,0-1 1 0 0,0 1 0 0 0,0-1-1 0 0,0 1 1 0 0,0-1-1 0 0,0 0 1 0 0,0 0 0 0 0,1 1-1 0 0,-1-1 1 0 0,0 0-1 0 0,1 0 1 0 0,-1 0 0 0 0,0 0-1 0 0,1 1 1 0 0,-1-1-1 0 0,1 0 1 0 0,-1 0 0 0 0,1 0-1 0 0,0 0 1 0 0,-1 0 0 0 0,1-1-1 0 0,0 1 1 0 0,0 0-1 0 0,-1 0 1 0 0,1-1 0 0 0,0 2-5 0 0,0-1 0 0 0,0 1 0 0 0,0 0 0 0 0,0 0 0 0 0,0 0 1 0 0,0 0-1 0 0,0-1 0 0 0,0 1 0 0 0,1 0 0 0 0,-1 0 0 0 0,0 0 1 0 0,0 0-1 0 0,0-1 0 0 0,0 1 0 0 0,0 0 0 0 0,0 0 0 0 0,0 0 1 0 0,0 0-1 0 0,0 0 0 0 0,0-1 0 0 0,1 1 0 0 0,-1 0 0 0 0,0 0 1 0 0,0 0-1 0 0,0 0 0 0 0,0 0 0 0 0,0 0 0 0 0,1 0 0 0 0,-1 0 1 0 0,0 0-1 0 0,0-1 0 0 0,0 1 0 0 0,0 0 0 0 0,0 0 0 0 0,1 0 1 0 0,-1 0-1 0 0,0 0 0 0 0,0 0 0 0 0,0 0 0 0 0,1 0 0 0 0,-1 0 1 0 0,0 0-1 0 0,0 0 0 0 0,0 0 0 0 0,0 0 0 0 0,1 0 0 0 0,-1 1 1 0 0,27 4 13 0 0,15 15 165 0 0,-13-5-36 0 0,9 2 81 0 0,47 13 1 0 0,-29-11-84 0 0,-9-1-66 0 0,-28-9-135 0 0,1-2-1 0 0,0 0 1 0 0,0-1 0 0 0,1-1 0 0 0,39 4-1 0 0,-53-9-580 0 0,0 1 0 0 0,1-1 0 0 0,-1-1 0 0 0,0 1 0 0 0,0-1-1 0 0,10-3 1 0 0,-16 3 412 0 0,-1 1-1 0 0,1 0 0 0 0,-1-1 1 0 0,1 1-1 0 0,-1-1 1 0 0,0 1-1 0 0,1-1 0 0 0,-1 1 1 0 0,1-1-1 0 0,-1 1 1 0 0,0-1-1 0 0,1 1 0 0 0,-1-1 1 0 0,0 0-1 0 0,0 1 1 0 0,0-1-1 0 0,1 1 1 0 0,-1-1-1 0 0,0 0 0 0 0,0 1 1 0 0,0-1-1 0 0,0 0 1 0 0,0 1-1 0 0,0-1 0 0 0,0 1 1 0 0,0-1-1 0 0,0 0 1 0 0,0 1-1 0 0,-1-1 1 0 0,1 0-1 0 0,-1-4-1185 0 0,1-20-2812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14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99 158 800 0 0,'-98'-14'1041'0'0,"98"1"-1281"0"0,32-22-160 0 0,1 2 79 0 0,32-30-79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16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1 480 0 0,'-13'0'517'0'0,"0"1"0"0"0,0 0-1 0 0,-13 4 1 0 0,14-3 884 0 0,0 0 0 0 0,-29 1 7150 0 0,41-2-8422 0 0,-1-1 0 0 0,1 0-1 0 0,0 1 1 0 0,0-1 0 0 0,-1 1 0 0 0,1-1 0 0 0,0 0 0 0 0,0 1 0 0 0,-1-1 0 0 0,1 1 0 0 0,-1-1 0 0 0,1 0 0 0 0,0 0-1 0 0,-1 1 1 0 0,1-1 0 0 0,-1 0 0 0 0,1 0 0 0 0,0 1 0 0 0,-1-1 0 0 0,1 0 0 0 0,-1 0 0 0 0,1 0 0 0 0,-1 0 0 0 0,1 0-1 0 0,-1 0 1 0 0,1 0 0 0 0,-1 0 0 0 0,1 0 0 0 0,-1 0 0 0 0,1 0 0 0 0,-1 0 0 0 0,-19-1 881 0 0,20 3-170 0 0,0-2-830 0 0,0 0 1 0 0,0 0-1 0 0,0 1 1 0 0,0-1-1 0 0,0 0 1 0 0,0 0-1 0 0,0 0 1 0 0,0 0-1 0 0,0 1 1 0 0,0-1-1 0 0,0 0 0 0 0,0 0 1 0 0,0 0-1 0 0,0 0 1 0 0,0 0-1 0 0,0 1 1 0 0,0-1-1 0 0,0 0 1 0 0,0 0-1 0 0,0 0 1 0 0,0 0-1 0 0,0 0 1 0 0,0 1-1 0 0,0-1 1 0 0,0 0-1 0 0,0 0 1 0 0,0 0-1 0 0,0 0 1 0 0,1 0-1 0 0,-1 0 1 0 0,0 1-1 0 0,0-1 1 0 0,0 0-1 0 0,0 0 1 0 0,0 0-1 0 0,0 0 1 0 0,0 0-1 0 0,1 0 1 0 0,-1 0-1 0 0,0 0 1 0 0,0 0-1 0 0,0 0 0 0 0,0 0 1 0 0,0 0-1 0 0,1 0 1 0 0,-1 0-1 0 0,0 1 1 0 0,0-1-1 0 0,0 0 1 0 0,0 0-1 0 0,1-1 1 0 0,-1 1-1 0 0,0 0 1 0 0,0 0-1 0 0,0 0 1 0 0,0 0-1 0 0,0 0 1 0 0,1 0-1 0 0,-1 0 1 0 0,0 0-1 0 0,0 0 1 0 0,0 0-1 0 0,0 0 1 0 0,1 0-1 0 0,20 0 324 0 0,-15 0 319 0 0,-8 1-35 0 0,9 3-475 0 0,48-4 1017 0 0,-23-6-306 0 0,1-1-267 0 0,0 2 106 0 0,-28 5-359 0 0,0 0-174 0 0,413 13 1347 0 0,-292-13-1814 0 0,-127-1 212 0 0,1 1-1 0 0,0 0 0 0 0,0-1 0 0 0,-1 1 0 0 0,1 0 0 0 0,0-1 0 0 0,0 1 0 0 0,-1 0 0 0 0,1-1 0 0 0,0 1 0 0 0,-1 0 0 0 0,1 0 0 0 0,0-1 0 0 0,-1 1 0 0 0,1 0 0 0 0,0 0 0 0 0,-1 0 0 0 0,1 0 0 0 0,0-1 0 0 0,-1 1 0 0 0,1 0 0 0 0,-1 0 0 0 0,1 0 1 0 0,0 0-1 0 0,-1 0 0 0 0,1 0 0 0 0,-1 0 0 0 0,1 0 0 0 0,0 0 0 0 0,-1 0 0 0 0,-59-3-5173 0 0,-33-9-4656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17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2161 0 0,'6'0'2841'0'0,"-2"0"-1705"0"0,13 1 475 0 0,-17-1-1252 0 0,1 1 1 0 0,-1-1 0 0 0,1 0-1 0 0,-1 1 1 0 0,0-1 0 0 0,1 1-1 0 0,-1-1 1 0 0,0 0 0 0 0,1 1-1 0 0,-1-1 1 0 0,0 1 0 0 0,1-1-1 0 0,-1 1 1 0 0,0-1 0 0 0,0 1-1 0 0,0-1 1 0 0,0 1 0 0 0,1-1-1 0 0,-1 1 1 0 0,0-1 0 0 0,0 1-1 0 0,0-1 1 0 0,0 2 0 0 0,0-1-255 0 0,1 0 0 0 0,0 0 0 0 0,-1 1 0 0 0,1-1 0 0 0,0 0 0 0 0,0 0 0 0 0,0 0 0 0 0,0 0 0 0 0,0 0 0 0 0,0-1 0 0 0,0 1 0 0 0,0 0 0 0 0,0 0 0 0 0,0-1 0 0 0,0 1 1 0 0,1 0-1 0 0,-1-1 0 0 0,0 1 0 0 0,0-1 0 0 0,1 0 0 0 0,-1 1 0 0 0,0-1 0 0 0,1 0 0 0 0,1 0 0 0 0,1 1 204 0 0,62 20 1259 0 0,-32-10-851 0 0,62 13-1 0 0,-46-16-447 0 0,0-2 1 0 0,0-2-1 0 0,1-3 1 0 0,68-6-1 0 0,-81 0-656 0 0,-25 2-241 0 0,-1 0-1 0 0,1 2 1 0 0,0-1-1 0 0,0 2 0 0 0,0 0 1 0 0,0 0-1 0 0,17 4 0 0 0,-30-4 510 0 0,1 0-1 0 0,-1 0 1 0 0,0 0-1 0 0,0 0 1 0 0,1 0-1 0 0,-1 1 0 0 0,0-1 1 0 0,0 0-1 0 0,1 0 1 0 0,-1 1-1 0 0,0-1 1 0 0,0 0-1 0 0,0 0 1 0 0,0 0-1 0 0,1 1 1 0 0,-1-1-1 0 0,0 0 0 0 0,0 1 1 0 0,0-1-1 0 0,0 0 1 0 0,0 0-1 0 0,0 1 1 0 0,0-1-1 0 0,0 0 1 0 0,0 1-1 0 0,0-1 0 0 0,0 0 1 0 0,0 1-1 0 0,0-1 1 0 0,0 0-1 0 0,0 0 1 0 0,0 1-1 0 0,0-1 1 0 0,0 0-1 0 0,0 1 0 0 0,0-1 1 0 0,0 0-1 0 0,-1 0 1 0 0,1 1-1 0 0,0-1 1 0 0,0 0-1 0 0,0 0 1 0 0,0 1-1 0 0,-1-1 1 0 0,1 0-1 0 0,0 0 0 0 0,0 0 1 0 0,-1 1-1 0 0,1-1 1 0 0,0 0-1 0 0,0 0 1 0 0,-1 0-1 0 0,-26 25-8350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33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1066 269 640 0 0,'0'0'89'0'0,"0"-1"-1"0"0,-1 1 1 0 0,1-1-1 0 0,0 1 1 0 0,0 0-1 0 0,0-1 1 0 0,-1 1-1 0 0,1 0 1 0 0,0-1-1 0 0,-1 1 1 0 0,1 0-1 0 0,0-1 1 0 0,-1 1-1 0 0,1 0 0 0 0,0 0 1 0 0,-1-1-1 0 0,1 1 1 0 0,-1 0-1 0 0,1 0 1 0 0,0 0-1 0 0,-1-1 1 0 0,1 1-1 0 0,-1 0 1 0 0,1 0-1 0 0,-1 0 1 0 0,1 0-1 0 0,-1 0 1 0 0,1 0-1 0 0,0 0 1 0 0,-1 0-1 0 0,0 0 1 0 0,-14 1 175 0 0,15-1-25 0 0,-1 0-80 0 0,1 0 0 0 0,0 0 0 0 0,0 0 0 0 0,-1 0 0 0 0,1 0 0 0 0,0 0 0 0 0,0 0 0 0 0,-1-1 0 0 0,1 1 0 0 0,0 0 0 0 0,0 0 0 0 0,-1 0 0 0 0,1 0 0 0 0,0 0 0 0 0,0-1 0 0 0,-1 1 0 0 0,1 0 0 0 0,0 0 0 0 0,0 0 0 0 0,0-1 0 0 0,-1 1 0 0 0,1 0 0 0 0,0 0 0 0 0,0 0 0 0 0,0-1 0 0 0,0 1 0 0 0,0 0 0 0 0,0 0 0 0 0,0-1 1 0 0,-1 1-1 0 0,1 0 0 0 0,0 0 0 0 0,0-1 0 0 0,0 1 0 0 0,0 0 0 0 0,0-1 0 0 0,0 1 0 0 0,0 0 0 0 0,0 0 0 0 0,0-1 0 0 0,0 1 0 0 0,1 0 0 0 0,-1 0 0 0 0,0-1 0 0 0,0 1 0 0 0,0 0 0 0 0,0-1 0 0 0,0 1-40 0 0,1-1 0 0 0,-1 1 1 0 0,0 0-1 0 0,0-1 0 0 0,0 1 1 0 0,0 0-1 0 0,0-1 0 0 0,0 1 1 0 0,0 0-1 0 0,0-1 0 0 0,0 1 1 0 0,0-1-1 0 0,0 1 0 0 0,0 0 1 0 0,0-1-1 0 0,0 1 0 0 0,0 0 1 0 0,0-1-1 0 0,0 1 0 0 0,-1 0 1 0 0,1-1-1 0 0,0 1 0 0 0,0 0 1 0 0,0-1-1 0 0,0 1 0 0 0,-1 0 1 0 0,1 0-1 0 0,0-1 0 0 0,0 1 1 0 0,-1 0-1 0 0,1 0 0 0 0,0-1 1 0 0,-1 1-1 0 0,1 0 0 0 0,0 0 1 0 0,-1 0-1 0 0,1-1 0 0 0,0 1 1 0 0,-1 0-1 0 0,-64-21 3002 0 0,5 7-1974 0 0,42 13-990 0 0,-1 0-1 0 0,1 2 0 0 0,0 0 1 0 0,0 1-1 0 0,-28 6 0 0 0,-87 35-104 0 0,77-24-94 0 0,44-15 30 0 0,-1 1 1 0 0,1 0 0 0 0,0 1 0 0 0,0 0 0 0 0,-19 14 0 0 0,15-9 17 0 0,0-2 1 0 0,-1 1 0 0 0,-31 12-1 0 0,30-15 4 0 0,0 1 0 0 0,1 1 0 0 0,-29 19 1 0 0,-52 41 2 0 0,94-66-4 0 0,1 0 1 0 0,-1 0-1 0 0,1 0 1 0 0,0 0 0 0 0,0 0-1 0 0,-4 6 1 0 0,3-2-20 0 0,-1-1 0 0 0,0-1 1 0 0,1 1-1 0 0,-2-1 1 0 0,1 0-1 0 0,-1 0 1 0 0,1 0-1 0 0,-1-1 0 0 0,0 0 1 0 0,-8 4-1 0 0,-18 14-84 0 0,28-13 115 0 0,4-9-23 0 0,0 1 0 0 0,0 0 0 0 0,0-1 0 0 0,0 1 0 0 0,0-1 0 0 0,0 1 0 0 0,-1-1 0 0 0,1 1 0 0 0,0-1 0 0 0,0 1 0 0 0,-1-1 0 0 0,1 1 0 0 0,0-1 0 0 0,-1 1 0 0 0,1-1 0 0 0,0 1 0 0 0,-1-1 0 0 0,1 1 0 0 0,-1-1 0 0 0,1 0 0 0 0,0 1 0 0 0,-1-1 0 0 0,0 1 0 0 0,-21 0-278 0 0,24-1 282 0 0,-1 1-1 0 0,0-1 1 0 0,0 0-1 0 0,1 0 0 0 0,-1 0 1 0 0,0 1-1 0 0,0-1 0 0 0,0 1 1 0 0,0-1-1 0 0,0 1 0 0 0,0-1 1 0 0,0 1-1 0 0,0 0 0 0 0,0-1 0 0 0,0 1 1 0 0,0 0-1 0 0,0 0 0 0 0,0 0 1 0 0,0 0-1 0 0,0 0 0 0 0,-1 0 1 0 0,1 0-1 0 0,-1 0 0 0 0,1 0 0 0 0,0 0 1 0 0,-1 0-1 0 0,1 0 0 0 0,-1 0 1 0 0,0 0-1 0 0,0 1 0 0 0,1-1 1 0 0,-1 0-1 0 0,0 0 0 0 0,0 0 1 0 0,0 1-1 0 0,0-1 0 0 0,0 0 0 0 0,0 0 1 0 0,-1 2-1 0 0,2 4-9 0 0,-1-5 15 0 0,0 0 0 0 0,0 0 0 0 0,0 0 0 0 0,0 0 1 0 0,0 0-1 0 0,0 0 0 0 0,0-1 0 0 0,0 1 0 0 0,-1 0 1 0 0,1 0-1 0 0,-1 0 0 0 0,1 0 0 0 0,-1-1 0 0 0,0 1 1 0 0,-1 2-1 0 0,-8 3 100 0 0,9-6-99 0 0,-1 0-1 0 0,1-1 1 0 0,0 1-1 0 0,0 0 1 0 0,0-1 0 0 0,0 1-1 0 0,0 0 1 0 0,0 0-1 0 0,1 0 1 0 0,-1 0 0 0 0,0 0-1 0 0,0 0 1 0 0,1 0-1 0 0,-1 0 1 0 0,0 0 0 0 0,1 0-1 0 0,-1 0 1 0 0,1 0-1 0 0,0 0 1 0 0,-1 1 0 0 0,1-1-1 0 0,0 0 1 0 0,0 0-1 0 0,-1 1 1 0 0,1-1 0 0 0,0 0-1 0 0,1 2 1 0 0,-1 11-45 0 0,1-8 31 0 0,-1 0 0 0 0,0 0 0 0 0,-1 1 0 0 0,1-1-1 0 0,-1 0 1 0 0,-3 11 0 0 0,-3 1 95 0 0,5-15-87 0 0,-1 1 1 0 0,2-1-1 0 0,-1 1 0 0 0,0 0 0 0 0,1 0 0 0 0,0 0 1 0 0,0 0-1 0 0,0 0 0 0 0,0 0 0 0 0,1 0 0 0 0,-1 0 1 0 0,1 0-1 0 0,0 0 0 0 0,0 0 0 0 0,1 0 0 0 0,-1 0 1 0 0,1 0-1 0 0,0 0 0 0 0,2 5 0 0 0,0-4 6 0 0,0 0 0 0 0,1 0 0 0 0,-1 0 0 0 0,1-1 0 0 0,0 1 0 0 0,0-1 0 0 0,1 0 0 0 0,-1 0 0 0 0,11 6 0 0 0,-4 4-21 0 0,10 6 26 0 0,-18-16-29 0 0,0 0 1 0 0,1 0-1 0 0,-1-1 0 0 0,1 1 0 0 0,-1 0 0 0 0,1-1 0 0 0,0 0 1 0 0,0 0-1 0 0,1 0 0 0 0,-1-1 0 0 0,1 1 0 0 0,-1-1 0 0 0,1 0 1 0 0,0-1-1 0 0,6 3 0 0 0,88 24-24 0 0,167 25 0 0 0,-208-43 46 0 0,80 24 1 0 0,40 25 287 0 0,-165-55-287 0 0,-1 0 0 0 0,0 1 0 0 0,0 0 0 0 0,15 10 1 0 0,-16-9-11 0 0,0 0 1 0 0,1 0 0 0 0,14 4-1 0 0,-15-7 30 0 0,0 1 1 0 0,-1 1-1 0 0,1-1 0 0 0,-1 1 0 0 0,0 1 0 0 0,16 12 1 0 0,-22-15 58 0 0,0 1 1 0 0,-1-1 0 0 0,0 0 0 0 0,0 1 0 0 0,0 0 0 0 0,0 0 0 0 0,0 0 0 0 0,-1 0-1 0 0,0 0 1 0 0,0 0 0 0 0,0 1 0 0 0,0-1 0 0 0,-1 1 0 0 0,1-1 0 0 0,-1 1 0 0 0,0 0-1 0 0,-1 0 1 0 0,1 8 0 0 0,-1-12-81 0 0,0 0 1 0 0,0 0-1 0 0,0 0 0 0 0,0-1 0 0 0,0 1 0 0 0,0 0 0 0 0,0 0 1 0 0,0 0-1 0 0,1 0 0 0 0,-1 0 0 0 0,0 0 0 0 0,1 0 1 0 0,-1 0-1 0 0,0 0 0 0 0,1-1 0 0 0,-1 1 0 0 0,1 0 0 0 0,0 0 1 0 0,-1-1-1 0 0,1 1 0 0 0,0 0 0 0 0,-1-1 0 0 0,1 1 1 0 0,0 0-1 0 0,0-1 0 0 0,-1 1 0 0 0,1-1 0 0 0,0 0 1 0 0,0 1-1 0 0,0-1 0 0 0,0 0 0 0 0,0 1 0 0 0,0-1 0 0 0,-1 0 1 0 0,2 0-1 0 0,6 3 11 0 0,-7-3-11 0 0,-1 1-1 0 0,1-1 0 0 0,-1 1 1 0 0,0-1-1 0 0,1 0 1 0 0,-1 1-1 0 0,1-1 0 0 0,-1 1 1 0 0,0-1-1 0 0,1 1 1 0 0,-1-1-1 0 0,0 1 0 0 0,1 0 1 0 0,-1-1-1 0 0,0 1 1 0 0,0-1-1 0 0,0 1 0 0 0,0-1 1 0 0,0 1-1 0 0,1 0 1 0 0,-1-1-1 0 0,0 1 0 0 0,0 0 1 0 0,0-1-1 0 0,-1 1 1 0 0,1-1-1 0 0,0 1 0 0 0,0 0 1 0 0,0-1-1 0 0,-1 2 1 0 0,1-2-3 0 0,0 1 1 0 0,0-1 0 0 0,0 1 0 0 0,-1-1 0 0 0,1 1-1 0 0,0 0 1 0 0,0-1 0 0 0,0 1 0 0 0,0-1 0 0 0,0 1 0 0 0,0-1-1 0 0,0 1 1 0 0,0 0 0 0 0,0-1 0 0 0,0 1 0 0 0,1-1 0 0 0,-1 1-1 0 0,0-1 1 0 0,0 1 0 0 0,0-1 0 0 0,1 1 0 0 0,-1-1-1 0 0,0 1 1 0 0,1-1 0 0 0,-1 1 0 0 0,0-1 0 0 0,1 1 0 0 0,-1-1-1 0 0,1 1 1 0 0,-1-1 0 0 0,1 0 0 0 0,0 1 0 0 0,2 0 6 0 0,-2-1-7 0 0,1 0 0 0 0,-1 0 0 0 0,0 0 0 0 0,0 0-1 0 0,0 0 1 0 0,0 0 0 0 0,0 1 0 0 0,0-1-1 0 0,0 0 1 0 0,0 1 0 0 0,0-1 0 0 0,0 1-1 0 0,0-1 1 0 0,0 1 0 0 0,0 0 0 0 0,0-1 0 0 0,-1 1-1 0 0,1 0 1 0 0,0-1 0 0 0,0 1 0 0 0,-1 0-1 0 0,1 0 1 0 0,0 0 0 0 0,0 1 0 0 0,0 0-3 0 0,0-1 1 0 0,-1 0 0 0 0,1 0 0 0 0,0 0-1 0 0,0 0 1 0 0,0 0 0 0 0,0 0-1 0 0,0 0 1 0 0,0 0 0 0 0,1 0 0 0 0,-1 0-1 0 0,0 0 1 0 0,0-1 0 0 0,1 1-1 0 0,-1 0 1 0 0,0-1 0 0 0,1 1 0 0 0,-1-1-1 0 0,3 1 1 0 0,-2 0-2 0 0,15 9 1 0 0,-13-6 0 0 0,1-1 0 0 0,-1 0 0 0 0,1 0 0 0 0,0-1 0 0 0,0 1 0 0 0,1-1 0 0 0,-1 0 0 0 0,10 2 0 0 0,-9-3 8 0 0,0 1 0 0 0,0 0 0 0 0,0 1 0 0 0,0 0 0 0 0,-1 0 0 0 0,1 0 0 0 0,6 5-1 0 0,-5-3-1 0 0,-1-1 0 0 0,1 0 0 0 0,0-1 0 0 0,11 5 0 0 0,47 19 48 0 0,-43-16-50 0 0,-15-8-28 0 0,0 1 0 0 0,0-1-1 0 0,0-1 1 0 0,0 1 0 0 0,0-1 0 0 0,0 0 0 0 0,1-1 0 0 0,11 2-1 0 0,-6 0 73 0 0,-1 0-1 0 0,0 1 1 0 0,21 9-1 0 0,-24-9-4 0 0,1 0-1 0 0,-1 0 1 0 0,17 3 0 0 0,110 27 210 0 0,-114-29-243 0 0,21 5 67 0 0,0-3-1 0 0,78 5 1 0 0,-91-11-42 0 0,-5-1 20 0 0,-1 0-1 0 0,1-1 1 0 0,29-5 0 0 0,4-3 73 0 0,1 3 0 0 0,0 2 0 0 0,83 7 0 0 0,-48-2 13 0 0,2-1 48 0 0,173 6 156 0 0,-239-6-306 0 0,1-1 0 0 0,-1-1 0 0 0,41-7 0 0 0,-6 0 125 0 0,55-3 9 0 0,49 4-26 0 0,-132 10-131 0 0,24-3-19 0 0,-26-1 54 0 0,28 3-22 0 0,2-1-42 0 0,-38 0-54 0 0,6-1-13 0 0,38-16 240 0 0,-31 11-96 0 0,1-3-1 0 0,-1-1 1 0 0,55-22-1 0 0,-93 32-54 0 0,0-1 0 0 0,0 0 1 0 0,0 0-1 0 0,0 0 0 0 0,0 0 1 0 0,-1 0-1 0 0,1 0 0 0 0,0-1 0 0 0,-1 1 1 0 0,3-2-1 0 0,-3 1 10 0 0,1 1-1 0 0,0-1 1 0 0,-1 1-1 0 0,1 0 1 0 0,0 0 0 0 0,-1 0-1 0 0,1 0 1 0 0,0 0-1 0 0,0 0 1 0 0,3-1 0 0 0,12-6 175 0 0,1 0 0 0 0,23-17 0 0 0,-16 9 68 0 0,37-17 1 0 0,-60 33-256 0 0,-1 0-6 0 0,1 0 0 0 0,-1 0 0 0 0,0-1 0 0 0,1 1 0 0 0,-1 0 0 0 0,1-1 0 0 0,-1 1 0 0 0,0-1 0 0 0,0 0 0 0 0,1 1 0 0 0,-1-1 0 0 0,0 0 0 0 0,0 1 0 0 0,0-1 0 0 0,0 0 0 0 0,0 0 0 0 0,0 0 0 0 0,0 0 0 0 0,1-2 0 0 0,-1 2 2 0 0,0 0 1 0 0,0 1-1 0 0,0-1 1 0 0,0 0-1 0 0,1 1 1 0 0,-1-1 0 0 0,0 1-1 0 0,0-1 1 0 0,0 1-1 0 0,1-1 1 0 0,-1 1-1 0 0,0 0 1 0 0,0 0 0 0 0,1-1-1 0 0,-1 1 1 0 0,0 0-1 0 0,0 0 1 0 0,1 0 0 0 0,1 1-1 0 0,-2-1 6 0 0,30-6 71 0 0,36-2 0 0 0,-56 8-27 0 0,42 2-74 0 0,-64 2-41 0 0,2-3 65 0 0,4 1-70 0 0,43-2 327 0 0,0 2 81 0 0,0 1-1 0 0,43 11 0 0 0,17 21-247 0 0,-60-25 4 0 0,16 2 33 0 0,-37-10-161 0 0,64 1-98 0 0,-36-2 129 0 0,-36 1 0 0 0,2 2 0 0 0,60 2 13 0 0,-44-5 54 0 0,6 0 0 0 0,15 3-17 0 0,-39-2-27 0 0,4 6 10 0 0,9-3 34 0 0,11 1 26 0 0,-28-5-26 0 0,1-1 0 0 0,15 1-40 0 0,-2 3 2 0 0,-6-3 8 0 0,-12-1-37 0 0,18-5 24 0 0,0-1 0 0 0,0 0-1 0 0,30-15 1 0 0,-46 20-25 0 0,34-11-47 0 0,13-6 2 0 0,-17-3 126 0 0,-33 21-77 0 0,1 0 0 0 0,-1-1 0 0 0,0 1-1 0 0,1 0 1 0 0,-1-1 0 0 0,1 1-1 0 0,-1-1 1 0 0,0 1 0 0 0,1 0 0 0 0,-1-1-1 0 0,0 1 1 0 0,0-1 0 0 0,1 1 0 0 0,-1-1-1 0 0,0 0 1 0 0,0 1 0 0 0,0-1 0 0 0,0 1-1 0 0,1-1 1 0 0,-1 1 0 0 0,0-1-1 0 0,0 1 1 0 0,0-1 0 0 0,0 0 0 0 0,-1 0-2 0 0,1 0 0 0 0,0 1 0 0 0,0-1 0 0 0,0 0 1 0 0,1 1-1 0 0,-1-1 0 0 0,0 0 0 0 0,0 1 0 0 0,0-1 1 0 0,0 1-1 0 0,1-1 0 0 0,-1 0 0 0 0,0 1 0 0 0,0-1 1 0 0,1 1-1 0 0,-1-1 0 0 0,1 1 0 0 0,-1-1 0 0 0,0 1 0 0 0,2-1 1 0 0,7-6 20 0 0,-8 6-21 0 0,0 1 1 0 0,1-1-1 0 0,-1 0 1 0 0,0 0 0 0 0,0 0-1 0 0,0 0 1 0 0,0 0-1 0 0,0 0 1 0 0,0 0 0 0 0,0 0-1 0 0,0-1 1 0 0,0 1-1 0 0,-1 0 1 0 0,1 0 0 0 0,0-1-1 0 0,-1 1 1 0 0,1 0-1 0 0,-1-1 1 0 0,1 1 0 0 0,-1-1-1 0 0,0 1 1 0 0,0-1-1 0 0,0 1 1 0 0,0 0 0 0 0,0-1-1 0 0,0 1 1 0 0,0-3-1 0 0,0-119-227 0 0,0 119 205 0 0,0 1 1 0 0,1 0-1 0 0,-1 0 1 0 0,1 0-1 0 0,0 0 1 0 0,0 0-1 0 0,0 0 1 0 0,0 0-1 0 0,0 1 1 0 0,1-1-1 0 0,2-4 1 0 0,5-9-68 0 0,0-17-45 0 0,13-1 93 0 0,-14 17 22 0 0,-5 10 10 0 0,0 1 0 0 0,0-1-1 0 0,1 1 1 0 0,0 0 0 0 0,9-11 0 0 0,-9 12 13 0 0,0 0 0 0 0,-1 0 0 0 0,0 0 0 0 0,0-1 0 0 0,0 1 0 0 0,-1-1 0 0 0,1 0 0 0 0,-1 1 0 0 0,-1-1 0 0 0,1 0 0 0 0,-1 0 0 0 0,0 0 0 0 0,-1-1 0 0 0,1 1 0 0 0,-1-6 0 0 0,0 7 5 0 0,0 0 1 0 0,1 0-1 0 0,0 0 0 0 0,0 1 1 0 0,0-1-1 0 0,0 0 0 0 0,1 1 1 0 0,0-1-1 0 0,0 1 0 0 0,4-7 1 0 0,-4 7 6 0 0,0 0 1 0 0,0 0-1 0 0,0-1 1 0 0,0 1 0 0 0,-1 0-1 0 0,0-1 1 0 0,0 1-1 0 0,0-1 1 0 0,0 1-1 0 0,0-8 1 0 0,-1-84 155 0 0,0 95-174 0 0,0 0 1 0 0,0 0-1 0 0,0 0 0 0 0,-1 0 0 0 0,1 0 0 0 0,0-1 0 0 0,0 1 0 0 0,-1 0 0 0 0,1 0 1 0 0,0 0-1 0 0,-1 0 0 0 0,1 0 0 0 0,-1 0 0 0 0,1 0 0 0 0,-1 0 0 0 0,0 0 0 0 0,1 0 1 0 0,-1 0-1 0 0,0 0 0 0 0,0 1 0 0 0,0-1 0 0 0,1 0 0 0 0,-1 1 0 0 0,0-1 0 0 0,0 0 1 0 0,0 1-1 0 0,0-1 0 0 0,-2 0 0 0 0,2 1 0 0 0,0-1-1 0 0,0 1 1 0 0,1 0-1 0 0,-1-1 1 0 0,0 1-1 0 0,0-1 1 0 0,0 1 0 0 0,1-1-1 0 0,-1 0 1 0 0,0 1-1 0 0,1-1 1 0 0,-1 0-1 0 0,0 1 1 0 0,1-1 0 0 0,-1 0-1 0 0,1 0 1 0 0,-1 1-1 0 0,1-1 1 0 0,0 0-1 0 0,-1 0 1 0 0,1 0 0 0 0,0 0-1 0 0,-1 0 1 0 0,1 0-1 0 0,0 0 1 0 0,0 1-1 0 0,0-1 1 0 0,0-1 0 0 0,0 0-2 0 0,0 1 1 0 0,-1 0 0 0 0,1 0 0 0 0,0 0 0 0 0,-1 0-1 0 0,1 0 1 0 0,0 0 0 0 0,-1 0 0 0 0,0 0 0 0 0,1 0 0 0 0,-1 0-1 0 0,1 0 1 0 0,-1 0 0 0 0,0 0 0 0 0,0 0 0 0 0,1 1-1 0 0,-1-1 1 0 0,0 0 0 0 0,0 0 0 0 0,0 1 0 0 0,0-1 0 0 0,0 1-1 0 0,0-1 1 0 0,0 1 0 0 0,0-1 0 0 0,-2 1 0 0 0,-4-5-6 0 0,-4-3 14 0 0,0 1 0 0 0,0 0 0 0 0,-1 0 0 0 0,-18-7 0 0 0,-21-13 31 0 0,45 23-28 0 0,-17-12 26 0 0,-50-26 1 0 0,-150-61 97 0 0,158 71-168 0 0,53 24 70 0 0,-1 1-1 0 0,-1 1 1 0 0,1 0 0 0 0,-1 1 0 0 0,-24-6-1 0 0,-35-1 166 0 0,30 5 27 0 0,1-1 0 0 0,-65-21 0 0 0,-45-21-4 0 0,-77-29-14 0 0,38 9-241 0 0,183 67 35 0 0,0 0 0 0 0,0 1 0 0 0,0 0 0 0 0,-12-1 1 0 0,11 2-1 0 0,0-1 0 0 0,0 1 0 0 0,0-2 1 0 0,-11-4-1 0 0,12 5-3 0 0,1 0 0 0 0,0 1 0 0 0,-1-1 0 0 0,-12 1 0 0 0,-23-4 0 0 0,9-1 0 0 0,-44-3 0 0 0,44 7 0 0 0,-42-10 0 0 0,-87-15-99 0 0,65 11 6 0 0,32 5 93 0 0,56 11 5 0 0,6 0 13 0 0,-47-8 26 0 0,-79-10 36 0 0,60 2-62 0 0,17 9 18 0 0,-2-2-130 0 0,-87-2 0 0 0,117 11 79 0 0,-14 1-64 0 0,-61-8 0 0 0,56 2 79 0 0,35 6 0 0 0,-3 0 0 0 0,-77-7 0 0 0,-110 8 0 0 0,121 9-114 0 0,25-2 68 0 0,-234 17-34 0 0,229-25 3 0 0,45-2 61 0 0,1 2 0 0 0,0-1 0 0 0,-1 2 0 0 0,1 0-1 0 0,-15 4 1 0 0,-20 4-99 0 0,1 3-1 0 0,-79 31 0 0 0,115-39 137 0 0,-100 52 159 0 0,100-51-164 0 0,-1 0 0 0 0,-1-1 0 0 0,1 0 0 0 0,-14 4 0 0 0,14-6 0 0 0,1 1 0 0 0,0 0 0 0 0,0 1 0 0 0,-15 8 0 0 0,12-5-9 0 0,0-1 0 0 0,0 0 0 0 0,-19 6 0 0 0,-27 14 31 0 0,47-23-47 0 0,0 1 0 0 0,-1-2-1 0 0,1 0 1 0 0,-1 0-1 0 0,1-1 1 0 0,-1-1-1 0 0,0 0 1 0 0,0 0 0 0 0,-15-2-1 0 0,11 0 64 0 0,-3 1 22 0 0,0-2 1 0 0,-1-1-1 0 0,1 0 0 0 0,-35-12 0 0 0,17 5-43 0 0,16 8-273 0 0,22 2 200 0 0,1 0 0 0 0,-1 0 0 0 0,0 0 0 0 0,0 0 0 0 0,0 0 0 0 0,1 0 0 0 0,-1 0 0 0 0,0 1 0 0 0,0-1 0 0 0,0 0 0 0 0,1 0 0 0 0,-1 0 0 0 0,0 0-1 0 0,0 0 1 0 0,0 0 0 0 0,1 1 0 0 0,-1-1 0 0 0,0 0 0 0 0,0 0 0 0 0,0 0 0 0 0,0 0 0 0 0,0 1 0 0 0,1-1 0 0 0,-1 0 0 0 0,0 0 0 0 0,0 0 0 0 0,0 1 0 0 0,0-1 0 0 0,0 0 0 0 0,0 0 0 0 0,0 1 0 0 0,0-1 0 0 0,0 0 0 0 0,0 0 0 0 0,0 0 0 0 0,0 1 0 0 0,0-1 0 0 0,0 0 0 0 0,0 0 0 0 0,0 1 0 0 0,0-1 0 0 0,0 0 0 0 0,0 0 0 0 0,0 0 0 0 0,0 1 0 0 0,0-1 0 0 0,-1 0 0 0 0,1 0 0 0 0,0 0 0 0 0,0 1 0 0 0,0-1 0 0 0,0 0 0 0 0,0 0 0 0 0,-1 0 0 0 0,1 0 0 0 0,0 0 0 0 0,0 1 0 0 0,0-1 0 0 0,-1 0 0 0 0,1 0 0 0 0,0 0 0 0 0,0 0 0 0 0,0 0 0 0 0,-1 0 0 0 0,1 0 0 0 0,0 0 0 0 0,0 0 0 0 0,0 0-1 0 0,-1 1 1 0 0,39 22-4175 0 0,55 22-5443 0 0,32 15-4842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36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1333 46 240 0 0,'-6'-1'513'0'0,"5"1"-401"0"0,0 0 1 0 0,-1 0-1 0 0,1 0 1 0 0,0 0-1 0 0,-1-1 1 0 0,1 1-1 0 0,0 0 1 0 0,0-1-1 0 0,-1 1 1 0 0,1-1-1 0 0,0 1 1 0 0,0-1-1 0 0,-1 0 1 0 0,1 1-1 0 0,0-1 1 0 0,0 0 0 0 0,0 0-1 0 0,0 0 1 0 0,0 0-1 0 0,0 0 1 0 0,-1-2-1 0 0,2 3-41 0 0,0-1 0 0 0,0 1 0 0 0,-1-1 0 0 0,1 1 0 0 0,0-1 0 0 0,0 1 0 0 0,-1-1 0 0 0,1 1 0 0 0,0-1 0 0 0,-1 1 0 0 0,1-1 0 0 0,0 1 0 0 0,-1-1 0 0 0,1 1 0 0 0,-1 0 0 0 0,1-1 0 0 0,-1 1 0 0 0,1 0 0 0 0,-1-1 0 0 0,1 1 0 0 0,-1 0 1 0 0,1 0-1 0 0,-1 0 0 0 0,1-1 0 0 0,-1 1 0 0 0,0 0 0 0 0,1 0 0 0 0,-1 0 0 0 0,1 0 0 0 0,-1 0 0 0 0,1 0 0 0 0,-1 0 0 0 0,-1 0 0 0 0,2 0 55 0 0,-1 0 1 0 0,1 0-1 0 0,-1 0 1 0 0,0 0-1 0 0,1 0 1 0 0,-1 0-1 0 0,0 0 1 0 0,1 0-1 0 0,-1 0 1 0 0,1 0 0 0 0,-1 0-1 0 0,0-1 1 0 0,1 1-1 0 0,-1 0 1 0 0,1 0-1 0 0,-1-1 1 0 0,1 1-1 0 0,-1 0 1 0 0,1-1-1 0 0,-1 1 1 0 0,1-1-1 0 0,-1 1 1 0 0,1 0-1 0 0,-1-1 1 0 0,1 1 0 0 0,0-1-1 0 0,-1 1 1 0 0,1-1-1 0 0,0 0 1 0 0,0 1-1 0 0,-1-1 1 0 0,1 1-1 0 0,0-1 1 0 0,0 0-1 0 0,-2 0 45 0 0,1 0 0 0 0,0 0-1 0 0,-1 0 1 0 0,1 1 0 0 0,-1-1-1 0 0,1 1 1 0 0,0-1 0 0 0,-1 1-1 0 0,1 0 1 0 0,-1-1 0 0 0,0 1 0 0 0,1 0-1 0 0,-1 0 1 0 0,1 0 0 0 0,-3 0-1 0 0,2 0 141 0 0,-10-1 423 0 0,0 0 0 0 0,0 1 1 0 0,-1 0-1 0 0,1 1 0 0 0,-24 4 1 0 0,-61 19 689 0 0,90-23-1305 0 0,-16 5 295 0 0,1 1-1 0 0,0 1 1 0 0,-36 18-1 0 0,50-24-221 0 0,0 0 1 0 0,0 0-1 0 0,0 0 0 0 0,0-1 0 0 0,0 0 1 0 0,0-1-1 0 0,-1 0 0 0 0,-13-1 0 0 0,11 1-148 0 0,5 1 36 0 0,1 3-13 0 0,-3-2-38 0 0,0 0 1 0 0,0 1-1 0 0,0-1 0 0 0,-14 9 1 0 0,21-11-31 0 0,1 1-1 0 0,-1-1 1 0 0,1 0 0 0 0,-1 0 0 0 0,1 1-1 0 0,0-1 1 0 0,-1 0 0 0 0,1 1 0 0 0,0-1-1 0 0,-1 0 1 0 0,1 1 0 0 0,0-1 0 0 0,-1 1-1 0 0,1-1 1 0 0,0 0 0 0 0,0 1 0 0 0,0-1-1 0 0,-1 1 1 0 0,1-1 0 0 0,0 1 0 0 0,0-1-1 0 0,0 1 1 0 0,0-1 0 0 0,0 1 0 0 0,0-1-1 0 0,0 1 1 0 0,0-1 0 0 0,0 1 0 0 0,0 0 1 0 0,0-1 0 0 0,0 0 0 0 0,0 1 1 0 0,0-1-1 0 0,0 0 0 0 0,0 1 1 0 0,0-1-1 0 0,0 0 0 0 0,0 1 1 0 0,0-1-1 0 0,0 0 0 0 0,0 1 1 0 0,-1-1-1 0 0,1 0 0 0 0,0 1 1 0 0,0-1-1 0 0,0 0 0 0 0,0 0 1 0 0,-1 1-1 0 0,1-1 0 0 0,0 0 1 0 0,0 1-1 0 0,-1-1 0 0 0,1 0 1 0 0,0 0-1 0 0,0 0 0 0 0,-1 1 1 0 0,1-1-1 0 0,-33 21 280 0 0,13-14-217 0 0,17-6-69 0 0,0 0 1 0 0,0 0-1 0 0,0 0 0 0 0,0 0 0 0 0,0 0 1 0 0,1 0-1 0 0,-1 1 0 0 0,0-1 1 0 0,1 1-1 0 0,-4 3 0 0 0,-4 19-87 0 0,2-17 117 0 0,7-6-2 0 0,0 0 0 0 0,0 0-1 0 0,0-1 1 0 0,0 1 0 0 0,0 0-1 0 0,0 0 1 0 0,1 0 0 0 0,-1 0 0 0 0,0 0-1 0 0,0 0 1 0 0,1 0 0 0 0,-1 0-1 0 0,1 0 1 0 0,-1 0 0 0 0,1 0 0 0 0,-1 1-1 0 0,1-1 1 0 0,0 0 0 0 0,-1 0-1 0 0,1 2 1 0 0,0-2-19 0 0,0 0 0 0 0,0 0 0 0 0,0-1 0 0 0,0 1 0 0 0,0 0 0 0 0,-1 0 0 0 0,1-1 0 0 0,0 1 0 0 0,0 0 0 0 0,-1 0 0 0 0,1-1 0 0 0,-1 1 0 0 0,1 0 0 0 0,0-1 0 0 0,-1 1 0 0 0,1-1 0 0 0,-1 1 0 0 0,1-1 0 0 0,-1 1 0 0 0,0-1 0 0 0,1 1 0 0 0,-1-1 0 0 0,1 1 0 0 0,-1-1 0 0 0,0 0 0 0 0,0 1 0 0 0,1-1 0 0 0,-1 0-1 0 0,0 1 1 0 0,1-1 0 0 0,-2 0 0 0 0,1 0 7 0 0,0 0 0 0 0,0 1 0 0 0,0-1 0 0 0,0 0 0 0 0,1 1 0 0 0,-1-1 0 0 0,0 1 0 0 0,0-1 0 0 0,0 1 0 0 0,1-1 0 0 0,-1 1 0 0 0,0-1 0 0 0,1 1 0 0 0,-1 0 0 0 0,0-1 0 0 0,1 1-1 0 0,-1 0 1 0 0,1 0 0 0 0,-1-1 0 0 0,1 1 0 0 0,-1 0 0 0 0,1 0 0 0 0,0 0 0 0 0,-1 0 0 0 0,1-1 0 0 0,0 1 0 0 0,0 0 0 0 0,0 0 0 0 0,-1 0 0 0 0,1 0 0 0 0,0 2 0 0 0,0-3 21 0 0,0 1 1 0 0,0 0 0 0 0,0-1 0 0 0,-1 1-1 0 0,1 0 1 0 0,0-1 0 0 0,0 1-1 0 0,-1 0 1 0 0,1-1 0 0 0,-1 1 0 0 0,1-1-1 0 0,0 1 1 0 0,-1-1 0 0 0,1 1 0 0 0,-1-1-1 0 0,0 1 1 0 0,1-1 0 0 0,-1 1 0 0 0,1-1-1 0 0,-1 0 1 0 0,0 1 0 0 0,1-1-1 0 0,-2 1 1 0 0,1-1-22 0 0,-1 1 0 0 0,1 0 0 0 0,0 0 0 0 0,-1 0-1 0 0,1 0 1 0 0,0 0 0 0 0,0 0 0 0 0,0 0 0 0 0,0 0 0 0 0,0 0-1 0 0,0 1 1 0 0,0-1 0 0 0,0 0 0 0 0,0 1 0 0 0,0-1 0 0 0,1 0-1 0 0,-1 1 1 0 0,1-1 0 0 0,-1 1 0 0 0,1-1 0 0 0,-1 1 0 0 0,1 0-1 0 0,0-1 1 0 0,0 1 0 0 0,0-1 0 0 0,0 3 0 0 0,0 25 83 0 0,0-28-92 0 0,0 0-1 0 0,0 0 1 0 0,0 1-1 0 0,-1-1 1 0 0,1 0-1 0 0,0 0 1 0 0,0 0-1 0 0,-1 0 1 0 0,1 0-1 0 0,-1 0 1 0 0,1 0 0 0 0,-1 0-1 0 0,1 0 1 0 0,-1 0-1 0 0,0 0 1 0 0,1 0-1 0 0,-1 0 1 0 0,0 0-1 0 0,0 0 1 0 0,0-1-1 0 0,1 1 1 0 0,-1 0-1 0 0,0-1 1 0 0,0 1 0 0 0,0-1-1 0 0,0 1 1 0 0,0-1-1 0 0,0 1 1 0 0,-1-1-1 0 0,1 1 1 0 0,-1-1-1 0 0,-3 2 10 0 0,4-1-8 0 0,0-1 1 0 0,1 1 0 0 0,-1 0 0 0 0,0-1-1 0 0,1 1 1 0 0,-1 0 0 0 0,1-1-1 0 0,0 1 1 0 0,-1 0 0 0 0,1 0-1 0 0,-1-1 1 0 0,1 1 0 0 0,0 0-1 0 0,0 0 1 0 0,-1 0 0 0 0,1-1-1 0 0,0 1 1 0 0,0 0 0 0 0,0 0 0 0 0,0 0-1 0 0,0 0 1 0 0,0 0 0 0 0,0-1-1 0 0,0 1 1 0 0,0 0 0 0 0,1 1-1 0 0,-1-1-2 0 0,1 0-1 0 0,-1 0 0 0 0,0 0 0 0 0,0 0 0 0 0,0 0 0 0 0,0 0 1 0 0,0 0-1 0 0,0-1 0 0 0,0 1 0 0 0,0 0 0 0 0,0 0 0 0 0,0 0 1 0 0,-1 0-1 0 0,1 0 0 0 0,0 0 0 0 0,-1-1 0 0 0,1 1 0 0 0,0 0 0 0 0,-1 0 1 0 0,1-1-1 0 0,-1 1 0 0 0,0 1 0 0 0,-10 6-36 0 0,2 1 1 0 0,-1 0-1 0 0,-15 21 0 0 0,14-3-16 0 0,1-11 57 0 0,-2-1 1 0 0,-20 22-1 0 0,27-26-126 0 0,5-10 122 0 0,0-1-1 0 0,0 1 1 0 0,0 0-1 0 0,0-1 1 0 0,0 1-1 0 0,0-1 1 0 0,0 1-1 0 0,0-1 1 0 0,-1 1-1 0 0,1 0 1 0 0,0-1-1 0 0,0 1 1 0 0,-1-1-1 0 0,1 1 1 0 0,0-1-1 0 0,-1 1 1 0 0,1-1-1 0 0,0 1 1 0 0,-1-1-1 0 0,1 0 1 0 0,-1 1-1 0 0,0 0 1 0 0,-21 17 40 0 0,11 8 80 0 0,-10-5-67 0 0,-12 3-106 0 0,18-7 88 0 0,13-15-31 0 0,0 1 0 0 0,0-1 0 0 0,-1 1 0 0 0,1-1 0 0 0,-1 0 0 0 0,1 1 0 0 0,-5 1 0 0 0,-14 8-20 0 0,13-9 61 0 0,1 1-1 0 0,0 0 1 0 0,0 0 0 0 0,0 1 0 0 0,1 0-1 0 0,-1 0 1 0 0,1 1 0 0 0,-11 12 0 0 0,15 4 555 0 0,2-20-549 0 0,0 1 1 0 0,0-1 0 0 0,0 0 0 0 0,0 0-1 0 0,0 0 1 0 0,0 0 0 0 0,-1 0-1 0 0,1 1 1 0 0,-1-1 0 0 0,0 0-1 0 0,1 0 1 0 0,-1 0 0 0 0,0 0 0 0 0,0 0-1 0 0,-2 2 1 0 0,-2 0-21 0 0,-2 1 0 0 0,1-1 0 0 0,0 0 0 0 0,-1-1 0 0 0,-9 4 0 0 0,-24 15 50 0 0,39-19-77 0 0,-1 1 1 0 0,1 0-1 0 0,0-1 1 0 0,0 1-1 0 0,1 0 1 0 0,-1 0-1 0 0,1 0 0 0 0,-1 0 1 0 0,1-1-1 0 0,0 1 1 0 0,1 0-1 0 0,0 7 1 0 0,0 0-37 0 0,-1 170 192 0 0,0-180-161 0 0,0 0 0 0 0,0 0 0 0 0,0 0-1 0 0,0 0 1 0 0,0 0 0 0 0,0 0-1 0 0,0-1 1 0 0,1 1 0 0 0,-1 0-1 0 0,0 0 1 0 0,1 0 0 0 0,-1 0 0 0 0,0 0-1 0 0,1-1 1 0 0,-1 1 0 0 0,1 0-1 0 0,0 0 1 0 0,-1-1 0 0 0,1 1-1 0 0,-1 0 1 0 0,1-1 0 0 0,0 1 0 0 0,0 0-1 0 0,-1-1 1 0 0,1 1 0 0 0,0-1-1 0 0,0 0 1 0 0,0 1 0 0 0,-1-1-1 0 0,3 1 1 0 0,-2-1 0 0 0,0 1 0 0 0,0-1 1 0 0,0 0-1 0 0,-1 1 0 0 0,1-1 0 0 0,0 1 0 0 0,0-1 0 0 0,0 1 0 0 0,0 0 1 0 0,-1-1-1 0 0,1 1 0 0 0,0 0 0 0 0,-1 0 0 0 0,1-1 0 0 0,0 1 1 0 0,-1 0-1 0 0,1 0 0 0 0,-1 0 0 0 0,1 0 0 0 0,-1 0 0 0 0,0 0 0 0 0,1-1 1 0 0,-1 1-1 0 0,0 0 0 0 0,0 0 0 0 0,1 0 0 0 0,-1 0 0 0 0,0 0 0 0 0,0 0 1 0 0,0 2-1 0 0,0 17-13 0 0,0-19 14 0 0,0-1-23 0 0,0 0 0 0 0,0 0 0 0 0,0-1 0 0 0,0 1 0 0 0,0 0 0 0 0,0 0 0 0 0,0-1 1 0 0,0 1-1 0 0,0 0 0 0 0,0 0 0 0 0,0-1 0 0 0,0 1 0 0 0,0 0 0 0 0,0 0 0 0 0,0-1 0 0 0,0 1 0 0 0,0 0 0 0 0,0-1 0 0 0,0 1 0 0 0,0 0 0 0 0,0 0 0 0 0,0-1 0 0 0,0 1 0 0 0,0 0 0 0 0,-1 0 0 0 0,1 0 0 0 0,0-1 0 0 0,0 1 0 0 0,0 0 0 0 0,-1 0 0 0 0,1 0 0 0 0,0-1 0 0 0,0 1 0 0 0,0 0 0 0 0,-1 0 0 0 0,1 0 0 0 0,0 0 0 0 0,0 0 0 0 0,-1-1 0 0 0,1 1 0 0 0,0 0 0 0 0,0 0 0 0 0,-1 0 0 0 0,1 0 0 0 0,0 0 0 0 0,-1 0 0 0 0,-13-4-2950 0 0,9 2 675 0 0,1-1 1 0 0,-1 1-1 0 0,0-1 1 0 0,1 0-1 0 0,-7-6 0 0 0,-1-2 488 0 0,-20-34-5513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39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21 992 80 0 0,'-5'-2'640'0'0,"-10"-3"-21"0"0,30 4-50 0 0,-10 1 898 0 0,-5 2-1207 0 0,0 0 1 0 0,0 1-1 0 0,0-1 1 0 0,0 0-1 0 0,1 1 1 0 0,-1-1 0 0 0,1 0-1 0 0,-1 1 1 0 0,1-1-1 0 0,0 0 1 0 0,0 0-1 0 0,0 0 1 0 0,0 0-1 0 0,0 0 1 0 0,0 0-1 0 0,1 0 1 0 0,-1 0-1 0 0,4 3 1 0 0,5 8 285 0 0,-9-11-449 0 0,0-1 1 0 0,0 1 0 0 0,0 0-1 0 0,-1 0 1 0 0,1 0 0 0 0,-1 0-1 0 0,1 0 1 0 0,-1 0-1 0 0,0 0 1 0 0,0 0 0 0 0,0 0-1 0 0,0 0 1 0 0,0 0 0 0 0,-1 3-1 0 0,1-3 22 0 0,0 1-1 0 0,-1-1 0 0 0,1 1 1 0 0,0-1-1 0 0,1 1 0 0 0,-1 0 1 0 0,0-1-1 0 0,1 1 0 0 0,-1-1 1 0 0,1 0-1 0 0,0 1 0 0 0,0-1 1 0 0,1 3-1 0 0,5 6 189 0 0,-4-7-191 0 0,-1-1 0 0 0,0 0 0 0 0,0 0 0 0 0,0 1 0 0 0,0 0 0 0 0,-1-1 0 0 0,0 1 0 0 0,1 0 0 0 0,-1-1 0 0 0,0 1-1 0 0,-1 0 1 0 0,1 7 0 0 0,-1-8-58 0 0,0-1 0 0 0,0 0 0 0 0,1 0 0 0 0,-1 0-1 0 0,0 0 1 0 0,1 0 0 0 0,-1 0 0 0 0,1 0 0 0 0,0-1-1 0 0,-1 1 1 0 0,1 0 0 0 0,0 0 0 0 0,0 0 0 0 0,0-1-1 0 0,0 1 1 0 0,1 0 0 0 0,-1-1 0 0 0,0 1 0 0 0,1-1-1 0 0,-1 0 1 0 0,3 2 0 0 0,4 5 218 0 0,-1-2-35 0 0,0 0 0 0 0,1-1 0 0 0,0 0 1 0 0,0 0-1 0 0,0 0 0 0 0,1-1 0 0 0,0 0 1 0 0,10 2-1 0 0,1 2 549 0 0,-5-3-312 0 0,1 0 0 0 0,0-2-1 0 0,0 0 1 0 0,22 1 0 0 0,-14-1-159 0 0,36 9 829 0 0,0 2 1 0 0,61 23-1 0 0,35 10-324 0 0,159 13-64 0 0,-11 4-289 0 0,-156-31-248 0 0,7 4 189 0 0,-67-15-85 0 0,130 16 1 0 0,-170-32-347 0 0,67 3 91 0 0,51-13 178 0 0,157 7 287 0 0,-242 1-337 0 0,121-8 0 0 0,21-20 1148 0 0,271-63-1 0 0,-430 73-1208 0 0,248-52 309 0 0,-272 59-341 0 0,0 3-1 0 0,47-1 1 0 0,-76 6-35 0 0,49 12-42 0 0,-57-12-29 0 0,1-1 0 0 0,-1 1 0 0 0,0 0 0 0 0,0 0 0 0 0,0 0 0 0 0,0 0-1 0 0,0 1 1 0 0,0-1 0 0 0,-1 1 0 0 0,6 3 0 0 0,117 53-1 0 0,-71-33 0 0 0,-42-21 0 0 0,1 2 0 0 0,-1 0 0 0 0,-1 0 0 0 0,12 8 0 0 0,10 10 0 0 0,-23-17 0 0 0,0 0 0 0 0,0-1 0 0 0,1 0 0 0 0,14 6 0 0 0,18 11 0 0 0,11-3 0 0 0,-37-11 0 0 0,1 0 0 0 0,-1-2 0 0 0,1 0 0 0 0,1-1 0 0 0,26 4 0 0 0,16 7 0 0 0,-28-7 0 0 0,0-2 0 0 0,1-1 0 0 0,68 6 0 0 0,-19-13 0 0 0,0-4 0 0 0,154-26 0 0 0,-103 11 0 0 0,-2 1 0 0 0,145-15 0 0 0,-216 29 0 0 0,0 3 0 0 0,87 8 0 0 0,-12 5 0 0 0,-112-10 0 0 0,44-4 0 0 0,-67 2 0 0 0,2 0 0 0 0,0 0 0 0 0,1-1 0 0 0,-1 1 0 0 0,0-1 0 0 0,0 0 0 0 0,0 0 0 0 0,0 0 0 0 0,0 0 0 0 0,0-1 0 0 0,0 1 0 0 0,0-1 0 0 0,-1 1 0 0 0,5-5 0 0 0,18-8 0 0 0,-6 5 0 0 0,-1-1 0 0 0,21-14 0 0 0,15-9 0 0 0,-19 13 0 0 0,-28 15 0 0 0,0 0 0 0 0,0 0 0 0 0,1 1 0 0 0,0 0 0 0 0,0 1 0 0 0,10-4 0 0 0,-4 5 0 0 0,10-5 0 0 0,4 0 0 0 0,-4 4 0 0 0,-20 3 0 0 0,0 0 0 0 0,0-1 0 0 0,0 1 0 0 0,0-1 0 0 0,0 0 0 0 0,0 0 0 0 0,0 0 0 0 0,-1 0 0 0 0,1-1 0 0 0,3-1 0 0 0,8-5 0 0 0,-9 5 0 0 0,0-1 0 0 0,0 1 0 0 0,0-1 0 0 0,0 0 0 0 0,9-9 0 0 0,1-5 0 0 0,0-1 0 0 0,-2-1 0 0 0,0 0 0 0 0,18-37 0 0 0,-27 45 0 0 0,0-1 0 0 0,0 0 0 0 0,-1 0 0 0 0,-1-1 0 0 0,0 1 0 0 0,1-17 0 0 0,-1-86 0 0 0,-3 77 0 0 0,0 32 0 0 0,-1 0 0 0 0,0-1 0 0 0,0 1 0 0 0,-1 0 0 0 0,0 0 0 0 0,0 0 0 0 0,-5-10 0 0 0,1 4 0 0 0,3 2 0 0 0,-1 0 0 0 0,0 1 0 0 0,-1 0 0 0 0,-1-1 0 0 0,1 2 0 0 0,-1-1 0 0 0,-1 1 0 0 0,0 0 0 0 0,0 0 0 0 0,-14-11 0 0 0,14 13 0 0 0,-8-8 0 0 0,0 0 0 0 0,1-1 0 0 0,0 0 0 0 0,-13-23 0 0 0,16 23 0 0 0,0 0 0 0 0,-1 1 0 0 0,-1 0 0 0 0,0 1 0 0 0,-1 0 0 0 0,-16-12 0 0 0,-100-65 0 0 0,70 51 0 0 0,-9-3 0 0 0,44 29 0 0 0,0-1 0 0 0,2-2 0 0 0,-25-21 0 0 0,31 20 0 0 0,-15-14 0 0 0,0 12 0 0 0,-61-26 0 0 0,12 6 0 0 0,53 26 0 0 0,-1 1 0 0 0,0 1 0 0 0,-1 2 0 0 0,0 1 0 0 0,-53-9 0 0 0,13 3 0 0 0,-74-19 0 0 0,-197-41 0 0 0,317 71-1 0 0,-431-61-525 0 0,388 61 20 0 0,0 2 1 0 0,0 3-1 0 0,0 4 1 0 0,-131 25-1 0 0,41 10-5969 0 0,-7 7-5557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41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1 726 960 0 0,'0'-1'150'0'0,"0"-1"-1"0"0,-1 1 1 0 0,1 0-1 0 0,0-1 1 0 0,1 1-1 0 0,-1 0 0 0 0,0-1 1 0 0,0 1-1 0 0,1 0 1 0 0,-1-1-1 0 0,0 1 0 0 0,1 0 1 0 0,-1 0-1 0 0,1-1 1 0 0,0 1-1 0 0,-1 0 1 0 0,1 0-1 0 0,1-2 0 0 0,-1 3-57 0 0,1-1 0 0 0,-1 1-1 0 0,0-1 1 0 0,1 1 0 0 0,-1-1-1 0 0,0 1 1 0 0,1 0 0 0 0,-1 0-1 0 0,1 0 1 0 0,-1 0-1 0 0,0 0 1 0 0,3 0 0 0 0,-4 0-94 0 0,0 0 53 0 0,0 0 0 0 0,1 0 0 0 0,-1 0 1 0 0,0 0-1 0 0,0 0 0 0 0,0 0 0 0 0,1 0 0 0 0,-1 0 1 0 0,0 0-1 0 0,0 0 0 0 0,0 0 0 0 0,1 0 0 0 0,-1 0 0 0 0,0 0 1 0 0,0 0-1 0 0,0 0 0 0 0,0 0 0 0 0,1 0 0 0 0,-1-1 0 0 0,0 1 1 0 0,0 0-1 0 0,0 0 0 0 0,0 0 0 0 0,1 0 0 0 0,-1 0 0 0 0,0 0 1 0 0,0 0-1 0 0,0-1 0 0 0,0 1 0 0 0,0 0 0 0 0,0 0 0 0 0,1 0 1 0 0,-1 0-1 0 0,0-1 0 0 0,0 1 0 0 0,0 0 0 0 0,0 0 1 0 0,0 0-1 0 0,0-1 0 0 0,0 1 0 0 0,0 0 0 0 0,0 0 0 0 0,0 0 1 0 0,0-1-1 0 0,0 1 0 0 0,0 0 0 0 0,0 0 0 0 0,0-1 0 0 0,0 1-4 0 0,0 0 1 0 0,0 0-1 0 0,0 0 0 0 0,0-1 0 0 0,0 1 0 0 0,0 0 0 0 0,0 0 0 0 0,0 0 0 0 0,0-1 0 0 0,0 1 0 0 0,0 0 0 0 0,0 0 0 0 0,0 0 0 0 0,0-1 0 0 0,0 1 0 0 0,0 0 0 0 0,0 0 0 0 0,0 0 0 0 0,1-1 0 0 0,-1 1 0 0 0,0 0 0 0 0,0 0 1 0 0,0 0-1 0 0,0 0 0 0 0,0-1 0 0 0,1 1 0 0 0,-1 0 0 0 0,0 0 0 0 0,0 0 0 0 0,0 0 0 0 0,0 0 0 0 0,1 0 0 0 0,-1 0 0 0 0,0 0 0 0 0,0 0 0 0 0,0-1 0 0 0,1 1 0 0 0,6 0 337 0 0,-7 0-317 0 0,1 0 0 0 0,-1 0 0 0 0,1 0 0 0 0,-1 0 0 0 0,1 0 0 0 0,-1 0 0 0 0,1 0 0 0 0,-1 0 0 0 0,1 0 0 0 0,-1 0 1 0 0,1-1-1 0 0,0 1 0 0 0,-1 0 0 0 0,1 0 0 0 0,-1 0 0 0 0,1-1 0 0 0,-1 1 0 0 0,0 0 0 0 0,1-1 0 0 0,-1 1 0 0 0,1 0 0 0 0,-1-1 0 0 0,1 1 1 0 0,-1 0-1 0 0,0-1 0 0 0,1 1 0 0 0,-1-1 0 0 0,0 1 0 0 0,0-1 0 0 0,1 1 0 0 0,-1-1 0 0 0,0 1 0 0 0,0-1 0 0 0,0 1 0 0 0,1-1 0 0 0,-1 1 1 0 0,0-1-1 0 0,0 1 0 0 0,0-1 0 0 0,0 1 0 0 0,0-1 0 0 0,0 0 0 0 0,0 0 0 0 0,0 0 5 0 0,1 0 0 0 0,0 0 0 0 0,0 0 0 0 0,0 0-1 0 0,0 0 1 0 0,0 1 0 0 0,0-1 0 0 0,0 0 0 0 0,0 0 0 0 0,0 1 0 0 0,0-1-1 0 0,0 1 1 0 0,0-1 0 0 0,1 1 0 0 0,-1-1 0 0 0,0 1 0 0 0,0 0 0 0 0,1-1-1 0 0,1 1 1 0 0,1-1 172 0 0,-3 0-172 0 0,0-1 0 0 0,0 1 0 0 0,0 0 0 0 0,-1-1 0 0 0,1 1 0 0 0,0-1-1 0 0,-1 1 1 0 0,1-1 0 0 0,-1 1 0 0 0,1-1 0 0 0,-1 0 0 0 0,0 1 0 0 0,0-1 0 0 0,0 1 0 0 0,0-1 0 0 0,0 0 0 0 0,0 1 0 0 0,0-1 0 0 0,0 0 0 0 0,-1-2 0 0 0,0 2-2 0 0,1-1 1 0 0,0 1-1 0 0,0-1 1 0 0,0 1-1 0 0,0-1 1 0 0,0 0-1 0 0,0 1 1 0 0,1-1 0 0 0,-1 1-1 0 0,1-1 1 0 0,0 1-1 0 0,1-3 1 0 0,6-6 143 0 0,-6 8-155 0 0,0 1 0 0 0,0 0-1 0 0,0-1 1 0 0,-1 1 0 0 0,1-1 0 0 0,-1 1 0 0 0,0-1-1 0 0,0 0 1 0 0,0 0 0 0 0,0 0 0 0 0,0 1 0 0 0,0-1-1 0 0,-1 0 1 0 0,1 0 0 0 0,-1 0 0 0 0,0-4 0 0 0,-1-28 571 0 0,0 18-228 0 0,1-1 0 0 0,0 0 0 0 0,2 1 1 0 0,3-22-1 0 0,6 6 216 0 0,-7 24-373 0 0,-1 0 0 0 0,-1 0 0 0 0,1-1 1 0 0,-2 1-1 0 0,1 0 0 0 0,0-12 0 0 0,-3 8 76 0 0,0 9-215 0 0,0 0-1 0 0,1 0 1 0 0,0 1 0 0 0,-1-1 0 0 0,1 0-1 0 0,1 0 1 0 0,-1 0 0 0 0,1 1-1 0 0,-1-1 1 0 0,1 0 0 0 0,0 1 0 0 0,0-1-1 0 0,3-5 1 0 0,50-53 708 0 0,-42 41-622 0 0,-10 18-173 0 0,0 0 0 0 0,-1 0 0 0 0,1 0 0 0 0,0 1-1 0 0,0-1 1 0 0,1 0 0 0 0,-1 1 0 0 0,1-1 0 0 0,-1 1 0 0 0,4-2 0 0 0,21-18 128 0 0,-25 19-125 0 0,0 0 0 0 0,0 1 1 0 0,0 0-1 0 0,0-1 1 0 0,1 1-1 0 0,-1 0 1 0 0,1 0-1 0 0,5-3 0 0 0,-2 0 17 0 0,-5 5-33 0 0,-1-1-1 0 0,1 1 1 0 0,-1-1 0 0 0,1 1 0 0 0,-1-1-1 0 0,0 1 1 0 0,1-1 0 0 0,-1 1 0 0 0,0-1 0 0 0,0 0-1 0 0,0 1 1 0 0,1-1 0 0 0,-1 0 0 0 0,0 1-1 0 0,0-1 1 0 0,0 0 0 0 0,0 1 0 0 0,0-1 0 0 0,0-1-1 0 0,0 2 3 0 0,0-1-1 0 0,0 1 0 0 0,0-1 0 0 0,0 1 1 0 0,0-1-1 0 0,0 1 0 0 0,0-1 0 0 0,0 1 1 0 0,0-1-1 0 0,0 1 0 0 0,0-1 0 0 0,0 1 1 0 0,0-1-1 0 0,1 1 0 0 0,-1-1 1 0 0,0 1-1 0 0,0 0 0 0 0,1-1 0 0 0,-1 1 1 0 0,0-1-1 0 0,0 1 0 0 0,1 0 0 0 0,-1-1 1 0 0,1 1-1 0 0,-1 0 0 0 0,0-1 0 0 0,1 1 1 0 0,-1 0-1 0 0,1-1 0 0 0,33-3 25 0 0,0 1 0 0 0,-1 1 0 0 0,1 2 0 0 0,54 7 0 0 0,5-6-2686 0 0,-88-1-1028 0 0,-37 14-16074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42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6 160 0 0,'0'-6'11365'0'0,"32"6"-8563"0"0,1 6-481 0 0,0-6-481 0 0,32 7-639 0 0,0 7-401 0 0,1 1-720 0 0,-1-9-1840 0 0,0 0-2802 0 0,-39 0-1361 0 0,-26 3 881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42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1 138 80 0 0,'0'-1'104'0'0,"0"0"1"0"0,0-1-1 0 0,1 1 1 0 0,-1 0-1 0 0,0 0 0 0 0,1 0 1 0 0,-1 0-1 0 0,1 0 1 0 0,-1 0-1 0 0,1 0 0 0 0,-1 0 1 0 0,1 0-1 0 0,0 0 1 0 0,0 1-1 0 0,-1-1 0 0 0,1 0 1 0 0,0 0-1 0 0,0 0 1 0 0,0 1-1 0 0,0-1 0 0 0,0 1 1 0 0,0-1-1 0 0,0 1 1 0 0,0-1-1 0 0,2 0 0 0 0,5-3 557 0 0,25-32 2834 0 0,-9 15-1681 0 0,-20 17-1425 0 0,0 0 0 0 0,1 0 0 0 0,-1 0-1 0 0,1 0 1 0 0,0 1 0 0 0,8-4-1 0 0,10-4 557 0 0,-20 9-764 0 0,0 0 0 0 0,0 1 1 0 0,1-1-1 0 0,-1 1 0 0 0,0 0 0 0 0,1 0 0 0 0,-1 0 0 0 0,8 0 0 0 0,-11 1-166 0 0,0 0 0 0 0,0 0 0 0 0,1 0 0 0 0,-1 0 0 0 0,0 0 0 0 0,0 0 1 0 0,1 0-1 0 0,-1 0 0 0 0,0 0 0 0 0,0 0 0 0 0,0 0 0 0 0,1 0 0 0 0,-1 0 0 0 0,0 0 0 0 0,0 1 1 0 0,1-1-1 0 0,-1 0 0 0 0,0 0 0 0 0,0 0 0 0 0,0 0 0 0 0,0 1 0 0 0,1-1 0 0 0,-1 0 0 0 0,0 0 1 0 0,0 0-1 0 0,0 1 0 0 0,0-1 0 0 0,0 0 0 0 0,0 0 0 0 0,1 0 0 0 0,-1 1 0 0 0,0-1 0 0 0,0 0 1 0 0,0 0-1 0 0,0 1 0 0 0,0-1 0 0 0,0 0 0 0 0,0 0 0 0 0,0 1 0 0 0,0-1 0 0 0,0 0 1 0 0,0 0-1 0 0,0 1 0 0 0,0-1 0 0 0,-1 0 0 0 0,1 0 0 0 0,0 1 0 0 0,0-1 0 0 0,0 0 0 0 0,0 0 1 0 0,0 0-1 0 0,0 1 0 0 0,0-1 0 0 0,-1 0 0 0 0,1 0 0 0 0,0 0 0 0 0,0 0 0 0 0,0 1 0 0 0,-1-1 1 0 0,1 0-1 0 0,0 0 0 0 0,0 0 0 0 0,0 0 0 0 0,-1 1 0 0 0,-1 3 177 0 0,-10 18 532 0 0,-27 38 0 0 0,27-45-494 0 0,1 1 0 0 0,1 0 0 0 0,1 1 0 0 0,0 0 0 0 0,-9 27 0 0 0,8-1 263 0 0,0-21-237 0 0,8-19-248 0 0,1 0-1 0 0,-1 1 1 0 0,1-1 0 0 0,0 1 0 0 0,-1-1-1 0 0,2 1 1 0 0,-1-1 0 0 0,0 1 0 0 0,0 3 0 0 0,1-6-38 0 0,0-1 0 0 0,0 1 0 0 0,0-1 0 0 0,0 0 1 0 0,1 1-1 0 0,-1-1 0 0 0,0 1 0 0 0,0-1 0 0 0,0 0 0 0 0,0 1 1 0 0,0-1-1 0 0,1 0 0 0 0,-1 1 0 0 0,0-1 0 0 0,0 0 0 0 0,1 1 1 0 0,-1-1-1 0 0,0 0 0 0 0,1 1 0 0 0,-1-1 0 0 0,0 0 0 0 0,1 0 1 0 0,-1 1-1 0 0,0-1 0 0 0,1 0 0 0 0,-1 0 0 0 0,0 0 0 0 0,1 0 1 0 0,-1 1-1 0 0,1-1 0 0 0,-1 0 0 0 0,0 0 0 0 0,1 0 1 0 0,-1 0-1 0 0,1 0 0 0 0,-1 0 0 0 0,0 0 0 0 0,1 0 0 0 0,-1 0 1 0 0,1 0-1 0 0,-1 0 0 0 0,0 0 0 0 0,1-1 0 0 0,8-3-1520 0 0,-5-3-3551 0 0,-4-7-608 0 0,0 0 1453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43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1 117 2241 0 0,'0'0'2481'0'0,"0"-6"80"0"0,33 0-80 0 0,-33-9-79 0 0,0 9-241 0 0,32-2-241 0 0,-32 2-319 0 0,33-9-320 0 0,32 9-321 0 0,-32 0-320 0 0,32-1-159 0 0,-39 7-481 0 0,39-8-801 0 0,-32-4-1440 0 0,0 3-1520 0 0,-1 3-882 0 0</inkml:trace>
  <inkml:trace contextRef="#ctx0" brushRef="#br0" timeOffset="1">99 263 2241 0 0,'0'0'3362'0'0,"32"-8"2080"0"0,1 16-2881 0 0,0-2-160 0 0,32 0-560 0 0,-6 3-400 0 0,6-3-561 0 0,0 0-1440 0 0,66 3-5203 0 0,-66-18-399 0 0,1 3 1039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44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1 138 80 0 0,'42'-34'4647'0'0,"-32"25"-3124"0"0,0 0 1 0 0,20-13 0 0 0,0-4 792 0 0,-26 22-2009 0 0,-1 0 1 0 0,1 1-1 0 0,0-1 0 0 0,1 1 1 0 0,-1 0-1 0 0,1 0 1 0 0,6-4-1 0 0,11 2 360 0 0,-22 5-651 0 0,0 0 0 0 0,0 0-1 0 0,0-1 1 0 0,0 1 0 0 0,0 0 0 0 0,0 0-1 0 0,0 0 1 0 0,0 0 0 0 0,0 0 0 0 0,0 0 0 0 0,0 0-1 0 0,0 0 1 0 0,0 0 0 0 0,1-1 0 0 0,-1 1-1 0 0,0 0 1 0 0,0 0 0 0 0,0 0 0 0 0,0 0-1 0 0,0 0 1 0 0,0 0 0 0 0,0 0 0 0 0,1 0 0 0 0,-1 0-1 0 0,0 0 1 0 0,0 0 0 0 0,0 0 0 0 0,0 0-1 0 0,0 0 1 0 0,0 0 0 0 0,0 0 0 0 0,1 0-1 0 0,-1 0 1 0 0,0 0 0 0 0,0 0 0 0 0,0 0 0 0 0,0 0-1 0 0,0 0 1 0 0,0 0 0 0 0,0 0 0 0 0,1 0-1 0 0,-1 1 1 0 0,0-1 0 0 0,0 0 0 0 0,0 0-1 0 0,0 0 1 0 0,0 0 0 0 0,0 0 0 0 0,0 0-1 0 0,0 0 1 0 0,0 0 0 0 0,0 0 0 0 0,0 0 0 0 0,0 1-1 0 0,1-1 1 0 0,-1 0 0 0 0,0 0 0 0 0,0 0-1 0 0,0 0 1 0 0,0 0 0 0 0,0 0 0 0 0,0 0-1 0 0,0 1 1 0 0,0-1 0 0 0,0 0 0 0 0,0 0 0 0 0,0 0-1 0 0,0 0 1 0 0,-5 4 257 0 0,4-3-257 0 0,-1-1 42 0 0,1 1 1 0 0,-1-1 0 0 0,1 1 0 0 0,-1 0-1 0 0,1 0 1 0 0,-1 0 0 0 0,1 0 0 0 0,0 0-1 0 0,-1 0 1 0 0,1 0 0 0 0,-2 2-1 0 0,-10 33 836 0 0,5-12-412 0 0,-1-1 1 0 0,-1 0-1 0 0,-1-1 1 0 0,-1 0-1 0 0,-25 34 0 0 0,11-18-108 0 0,15 0-41 0 0,-1-18-305 0 0,0 5 75 0 0,9-3-2795 0 0,3-23 2283 0 0,0 0 1 0 0,0 0-1 0 0,0-1 0 0 0,1 1 0 0 0,-1 0 1 0 0,1 0-1 0 0,-1-1 0 0 0,1 1 0 0 0,-1 0 0 0 0,1 0 1 0 0,0 0-1 0 0,0 0 0 0 0,-1 0 0 0 0,1 0 1 0 0,0 0-1 0 0,0 0 0 0 0,0 0 0 0 0,0 0 0 0 0,0 1 1 0 0,0-1-1 0 0,2-1 0 0 0,8-6-2617 0 0,-10 7 2715 0 0,-1 0-1 0 0,1 0 1 0 0,-1 0-1 0 0,1 0 1 0 0,-1 0-1 0 0,1 0 1 0 0,-1-1-1 0 0,1 1 1 0 0,-1 0-1 0 0,0 0 1 0 0,0 0-1 0 0,0 0 1 0 0,0 0-1 0 0,0 0 1 0 0,0-1-1 0 0,0 0 1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44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393 117 1761 0 0,'-7'8'4394'0'0,"-14"-3"-2438"0"0,16-4-969 0 0,-57 11 4758 0 0,36-7-3900 0 0,0 0 0 0 0,0 2 0 0 0,-30 12 1 0 0,54-18-1740 0 0,-1 0-32 0 0,0 0 0 0 0,0 0-1 0 0,0 1 1 0 0,0-1 0 0 0,1 1-1 0 0,-1 0 1 0 0,1 0 0 0 0,-3 2-1 0 0,4-3-56 0 0,1 0-1 0 0,-1 0 0 0 0,0 0 1 0 0,1 0-1 0 0,-1 0 1 0 0,1 0-1 0 0,0 0 0 0 0,-1 0 1 0 0,1 0-1 0 0,0 0 0 0 0,0 0 1 0 0,-1 0-1 0 0,1 0 1 0 0,0 0-1 0 0,0 0 0 0 0,0 1 1 0 0,0-1-1 0 0,0 0 0 0 0,1 0 1 0 0,-1 0-1 0 0,0 0 1 0 0,0 0-1 0 0,1 0 0 0 0,-1 0 1 0 0,1 0-1 0 0,-1 0 1 0 0,1 0-1 0 0,-1 0 0 0 0,1 0 1 0 0,0 0-1 0 0,1 1 0 0 0,20 30 505 0 0,-18-19-375 0 0,-4-10-125 0 0,1-1 0 0 0,0 1-1 0 0,0-1 1 0 0,0 1 0 0 0,0-1 0 0 0,0 1 0 0 0,1-1-1 0 0,2 4 1 0 0,9 5 83 0 0,0-1 0 0 0,0 0-1 0 0,1-1 1 0 0,0-1 0 0 0,1 0 0 0 0,0-1-1 0 0,1 0 1 0 0,23 6 0 0 0,10-2-31 0 0,0-1 1 0 0,1-4-1 0 0,58 2 0 0 0,-86-7-57 0 0,-1-1 0 0 0,1-1-1 0 0,0-1 1 0 0,-1 0-1 0 0,28-8 1 0 0,-15-5 0 0 0,-24 9 8 0 0,5-1 21 0 0,-11 6-25 0 0,1-1-1 0 0,-1 0 0 0 0,0 0 1 0 0,1 0-1 0 0,-1 0 1 0 0,-1-1-1 0 0,1 1 1 0 0,0-1-1 0 0,0 0 0 0 0,-1 0 1 0 0,0-1-1 0 0,0 1 1 0 0,0-1-1 0 0,0 1 1 0 0,0-1-1 0 0,-1 0 1 0 0,1 0-1 0 0,-1 0 0 0 0,0 0 1 0 0,1-5-1 0 0,-1-2 19 0 0,-1 0 0 0 0,0 0 0 0 0,-1 0 0 0 0,0 1 1 0 0,-1-1-1 0 0,-1 0 0 0 0,1 0 0 0 0,-1 1 0 0 0,-1-1 0 0 0,0 1 0 0 0,-1 0 0 0 0,0-1 0 0 0,0 2 0 0 0,-1-1 0 0 0,0 0 0 0 0,-1 1 0 0 0,0 0 0 0 0,0 1 0 0 0,-1-1 0 0 0,-1 1 0 0 0,1 0 0 0 0,-1 1 0 0 0,0 0 0 0 0,-1 0 0 0 0,1 1 0 0 0,-14-8 0 0 0,3 6-3 0 0,0 0 0 0 0,-1 1-1 0 0,0 1 1 0 0,0 1-1 0 0,-34-5 1 0 0,20 7-224 0 0,-1 1-1 0 0,-69 6 1 0 0,47 2-1669 0 0,-99 24 0 0 0,127-22-731 0 0,0 1-1 0 0,-49 24 0 0 0,8 9-8055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45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35 454 1121 0 0,'1'6'19411'0'0,"-1"-25"-15286"0"0,-3-20-6024 0 0,-1 29 3766 0 0,-2 3-1702 0 0,-14-16 422 0 0,20 21-560 0 0,-1 1-1 0 0,1 0 1 0 0,-1 0-1 0 0,1 0 1 0 0,0 0-1 0 0,0 0 1 0 0,-1-1-1 0 0,1 1 1 0 0,0 0-1 0 0,0 0 1 0 0,0 0-1 0 0,0 0 0 0 0,0-1 1 0 0,1 1-1 0 0,-1 0 1 0 0,0 0-1 0 0,0 0 1 0 0,1 0-1 0 0,-1-1 1 0 0,1 1-1 0 0,-1 0 1 0 0,1 0-1 0 0,-1 0 1 0 0,1 0-1 0 0,0 0 0 0 0,1-1 1 0 0,7-7 149 0 0,-7 8-152 0 0,-1 0 0 0 0,0 0 0 0 0,0 0 0 0 0,1 0 0 0 0,-1 0 1 0 0,0 0-1 0 0,0 0 0 0 0,0 0 0 0 0,0-1 0 0 0,0 1 0 0 0,-1 0 0 0 0,1-1 1 0 0,0 1-1 0 0,-1 0 0 0 0,1-1 0 0 0,-1 1 0 0 0,1-1 0 0 0,-1 1 1 0 0,0-1-1 0 0,1 1 0 0 0,-1-4 0 0 0,0-93 696 0 0,0 96-712 0 0,0 0-1 0 0,0 0 1 0 0,1-1-1 0 0,-1 1 1 0 0,1 0-1 0 0,-1 0 1 0 0,1 0 0 0 0,0 0-1 0 0,0 0 1 0 0,-1 0-1 0 0,2 0 1 0 0,-1 0-1 0 0,0 0 1 0 0,0 0-1 0 0,1 1 1 0 0,-1-1-1 0 0,2-2 1 0 0,-1 3-2 0 0,-1 0 1 0 0,1-1-1 0 0,-1 0 1 0 0,1 1 0 0 0,-1-1-1 0 0,0 0 1 0 0,0 0-1 0 0,0 0 1 0 0,0 0-1 0 0,-1 0 1 0 0,1 0-1 0 0,0 0 1 0 0,-1 0 0 0 0,1 0-1 0 0,-1 0 1 0 0,0 0-1 0 0,1-3 1 0 0,-1-85 553 0 0,0 89-555 0 0,1 0 1 0 0,-1 0-1 0 0,1 0 1 0 0,0 0-1 0 0,-1 0 1 0 0,1 1-1 0 0,0-1 1 0 0,0 0-1 0 0,0 0 1 0 0,0 1-1 0 0,0-1 1 0 0,-1 1-1 0 0,1-1 1 0 0,0 1-1 0 0,0-1 1 0 0,0 1-1 0 0,1 0 1 0 0,-1-1-1 0 0,0 1 1 0 0,0 0-1 0 0,0 0 1 0 0,0 0-1 0 0,0 0 1 0 0,0 0-1 0 0,2 0 1 0 0,-1 0 11 0 0,-2 0-15 0 0,0 0 1 0 0,0 0-1 0 0,0 0 0 0 0,1 0 0 0 0,-1 0 1 0 0,0 0-1 0 0,0 0 0 0 0,0 0 0 0 0,0 0 1 0 0,1 0-1 0 0,-1 0 0 0 0,0 0 0 0 0,0 0 1 0 0,0 0-1 0 0,0 0 0 0 0,0 0 0 0 0,1 0 1 0 0,-1 0-1 0 0,0 0 0 0 0,0 0 0 0 0,0 0 1 0 0,0 0-1 0 0,1-1 0 0 0,-1 1 0 0 0,0 0 1 0 0,0 0-1 0 0,0 0 0 0 0,0 0 0 0 0,0 0 1 0 0,0 0-1 0 0,1 0 0 0 0,-1-1 0 0 0,0 1 1 0 0,0 0-1 0 0,0 0 0 0 0,0 0 0 0 0,0 0 1 0 0,0 0-1 0 0,0-1 0 0 0,0 1 0 0 0,0 0 1 0 0,0 0-1 0 0,0 0 0 0 0,0 0 0 0 0,0-1 1 0 0,0 1-1 0 0,0 0 0 0 0,0 0 0 0 0,0 0 1 0 0,0 0-1 0 0,0-1 0 0 0,0 1 0 0 0,0 0 1 0 0,0 0-2 0 0,0 0 1 0 0,0-1 0 0 0,0 1-1 0 0,0 0 1 0 0,0 0 0 0 0,0 0-1 0 0,0 0 1 0 0,0 0 0 0 0,0 0 0 0 0,0-1-1 0 0,0 1 1 0 0,0 0 0 0 0,0 0-1 0 0,0 0 1 0 0,0 0 0 0 0,0 0-1 0 0,0 0 1 0 0,1-1 0 0 0,-1 1 0 0 0,0 0-1 0 0,0 0 1 0 0,0 0 0 0 0,0 0-1 0 0,0 0 1 0 0,0 0 0 0 0,0 0-1 0 0,0 0 1 0 0,0-1 0 0 0,1 1-1 0 0,-1 0 1 0 0,0 0 0 0 0,0 0 0 0 0,0 0-1 0 0,0 0 1 0 0,0 0 0 0 0,0 0-1 0 0,1 0 1 0 0,-1 0 0 0 0,0 0-1 0 0,0 0 1 0 0,0 0 0 0 0,0 0 0 0 0,0 0-1 0 0,1 0 1 0 0,-1 0 0 0 0,0 0-1 0 0,0 0 1 0 0,0 0 0 0 0,0 0-1 0 0,0 0 1 0 0,0 0 0 0 0,1 0 0 0 0,-1 0-1 0 0,0 0 1 0 0,0 1 0 0 0,0-1-1 0 0,0 0 1 0 0,0 0 0 0 0,0 0-1 0 0,0 0 1 0 0,1 0 0 0 0,151-6 11 0 0,-68 5-9 0 0,93 3-181 0 0,-150 1-452 0 0,2 4-6332 0 0,-35-5 3198 0 0,-22 13-4987 0 0,-54 5 1173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46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2241 0 0,'0'-6'2801'0'0,"0"-2"241"0"0,0 1 2960 0 0,33 1-959 0 0,-1-2-3202 0 0,1 8-401 0 0,0-7-719 0 0,-1 7-801 0 0,34 0-1601 0 0,-1 0-2161 0 0,-32 0-1280 0 0,25 0-81 0 0,-25 0 641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46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0 80 0 0,'5'0'2841'0'0,"11"0"-799"0"0,-4 0 4947 0 0,-7 0-4361 0 0,46 5 2250 0 0,-36-2-4584 0 0,0 1 1 0 0,0 1 0 0 0,14 6-1 0 0,-25-10-277 0 0,-1 1 1 0 0,0 0-1 0 0,0-1 0 0 0,0 1 1 0 0,-1 0-1 0 0,1 1 0 0 0,0-1 1 0 0,-1 0-1 0 0,1 1 0 0 0,-1 0 1 0 0,0-1-1 0 0,0 1 0 0 0,0 0 1 0 0,0 0-1 0 0,0 0 0 0 0,-1 0 1 0 0,1 1-1 0 0,-1-1 0 0 0,0 0 0 0 0,0 1 1 0 0,0-1-1 0 0,1 6 0 0 0,-2-3 4 0 0,0 0 0 0 0,1 0-1 0 0,-2-1 1 0 0,1 1 0 0 0,-1 0-1 0 0,0-1 1 0 0,0 1 0 0 0,0 0-1 0 0,-1-1 1 0 0,0 1 0 0 0,0-1-1 0 0,-5 10 1 0 0,3-9 7 0 0,0-1 1 0 0,0 1-1 0 0,0-1 0 0 0,-1 0 1 0 0,0 0-1 0 0,0 0 0 0 0,0-1 0 0 0,0 0 1 0 0,-1 0-1 0 0,1 0 0 0 0,-1-1 0 0 0,0 0 1 0 0,-1 0-1 0 0,-10 4 0 0 0,12-5-25 0 0,-11 5-10 0 0,9-3 15 0 0,-1-1 0 0 0,0 0 0 0 0,0 0 0 0 0,0 0 0 0 0,0-1 1 0 0,0 0-1 0 0,-1-1 0 0 0,1 0 0 0 0,0 0 0 0 0,-1-1 0 0 0,1 0 0 0 0,-1 0 1 0 0,-10-2-1 0 0,12 1 2 0 0,-44-4-27 0 0,49 5 16 0 0,1 0-1 0 0,-1 0 0 0 0,1 0 0 0 0,-1-1 0 0 0,1 1 0 0 0,-1 0 1 0 0,1-1-1 0 0,-1 1 0 0 0,1-1 0 0 0,-1 1 0 0 0,1-1 1 0 0,-1 0-1 0 0,1 1 0 0 0,0-1 0 0 0,-1 0 0 0 0,1 0 1 0 0,0 0-1 0 0,0 0 0 0 0,0 0 0 0 0,0-1 0 0 0,0 1 1 0 0,0 0-1 0 0,0 0 0 0 0,0-1 0 0 0,-1-1 0 0 0,2 2 6 0 0,0 1 0 0 0,-1-1 0 0 0,1 0-1 0 0,-1 0 1 0 0,1 1 0 0 0,-1-1 0 0 0,1 0 0 0 0,-1 1-1 0 0,1-1 1 0 0,-1 0 0 0 0,0 1 0 0 0,1-1-1 0 0,-1 1 1 0 0,0-1 0 0 0,0 1 0 0 0,1 0 0 0 0,-3-1-1 0 0,-12-11 0 0 0,15 11-1 0 0,0 0 1 0 0,-1 1-1 0 0,1-1 1 0 0,0 1-1 0 0,0-1 1 0 0,0 0-1 0 0,0 1 0 0 0,0-1 1 0 0,0 0-1 0 0,0 1 1 0 0,0-1-1 0 0,0 0 1 0 0,0 1-1 0 0,0-1 1 0 0,0 0-1 0 0,0 1 1 0 0,1-1-1 0 0,-1 0 1 0 0,0 1-1 0 0,1-1 0 0 0,-1 1 1 0 0,0-1-1 0 0,1 1 1 0 0,-1-1-1 0 0,0 1 1 0 0,1-1-1 0 0,-1 1 1 0 0,1-1-1 0 0,-1 1 1 0 0,2-1-1 0 0,2-4 51 0 0,0 0 1 0 0,1 0-1 0 0,0 1 0 0 0,0 0 1 0 0,0 0-1 0 0,0 0 1 0 0,1 1-1 0 0,-1-1 0 0 0,1 2 1 0 0,0-1-1 0 0,0 0 0 0 0,0 1 1 0 0,0 0-1 0 0,12-2 0 0 0,17 3 147 0 0,0 1 0 0 0,38 6 0 0 0,-53-4-102 0 0,0 2 0 0 0,0 0 0 0 0,-1 1 0 0 0,0 1 0 0 0,23 10 0 0 0,57 28 203 0 0,-62-29-376 0 0,-32-13-311 0 0,1 0 0 0 0,-1-1 0 0 0,1 0 0 0 0,-1 0 0 0 0,9 1 0 0 0,-13-2 178 0 0,-1 1 0 0 0,1-1 0 0 0,0 0 0 0 0,0 0 0 0 0,0 0 0 0 0,-1 0 0 0 0,1 0 0 0 0,0 0 0 0 0,0 0 0 0 0,0 0 1 0 0,0 0-1 0 0,-1 0 0 0 0,1-1 0 0 0,0 1 0 0 0,0 0 0 0 0,-1-1 0 0 0,1 1 0 0 0,0 0 0 0 0,0-1 0 0 0,-1 1 0 0 0,1-1 0 0 0,0 1 0 0 0,-1-1 0 0 0,1 1 1 0 0,0-1-1 0 0,-1 1 0 0 0,1-1 0 0 0,-1 0 0 0 0,1 1 0 0 0,-1-1 0 0 0,0 0 0 0 0,1 1 0 0 0,-1-1 0 0 0,0 0 0 0 0,1 0 0 0 0,-1 0 0 0 0,1-1 0 0 0,-1-16-5610 0 0,0-5 1792 0 0,0-5 24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47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16 1040 0 0,'0'-1'162'0'0,"0"1"-1"0"0,-1-1 0 0 0,1 1 1 0 0,0 0-1 0 0,-1-1 0 0 0,1 1 1 0 0,0-1-1 0 0,-1 1 0 0 0,1 0 1 0 0,0-1-1 0 0,-1 1 0 0 0,1 0 1 0 0,-1-1-1 0 0,1 1 0 0 0,-1 0 1 0 0,1 0-1 0 0,-1-1 0 0 0,1 1 0 0 0,-1 0 1 0 0,1 0-1 0 0,-1 0 0 0 0,1 0 1 0 0,-1 0-1 0 0,1 0 0 0 0,-1 0 1 0 0,1 0-1 0 0,-1 0 0 0 0,0 0 1 0 0,1 0-1 0 0,-1 0 0 0 0,1 0 1 0 0,-1 0-1 0 0,0 0 0 0 0,1 1-3 0 0,-1-1 0 0 0,1 0-1 0 0,-1 0 1 0 0,0 0-1 0 0,1 0 1 0 0,-1 0 0 0 0,1 0-1 0 0,-1 0 1 0 0,1 0 0 0 0,-1 0-1 0 0,1 0 1 0 0,-1 0 0 0 0,0 0-1 0 0,1 0 1 0 0,-1 0 0 0 0,1 0-1 0 0,-1-1 1 0 0,1 1 0 0 0,-1 0-1 0 0,1 0 1 0 0,-1-1 0 0 0,1 1-1 0 0,-1 0 1 0 0,1-1 0 0 0,0 1-1 0 0,-1 0 1 0 0,1-1 0 0 0,-1 1-1 0 0,1-1 1 0 0,0 1-1 0 0,-1 0 1 0 0,1-1 0 0 0,-1 0-1 0 0,-4-1 3178 0 0,-6 1-1878 0 0,0 1 5664 0 0,202 42-5121 0 0,-189-42-2021 0 0,95 25-3829 0 0,-78-21 90 0 0,1-1-1 0 0,32 1 0 0 0,-46-4-1455 0 0</inkml:trace>
  <inkml:trace contextRef="#ctx0" brushRef="#br0" timeOffset="1">0 153 880 0 0,'0'0'4162'0'0,"0"-6"2882"0"0,26 0-3283 0 0,7 6-2400 0 0,32-9-241 0 0,-32 9-479 0 0,32 0-1282 0 0,33 0-3440 0 0,0 9-1762 0 0,-33-3 560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48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 90 80 0 0,'54'0'8279'0'0,"7"-1"-3674"0"0,79 9 386 0 0,-67-5-4118 0 0,-56-4-674 0 0,1 1-1 0 0,0 1 1 0 0,25 5-1 0 0,-22-2 42 0 0,-15-3 881 0 0,-7-2-1052 0 0,0 0 0 0 0,0 0 0 0 0,0 0 0 0 0,0 0 0 0 0,1 0 0 0 0,-2 1 0 0 0,1-1 0 0 0,0 0 0 0 0,0 0 0 0 0,0 1 1 0 0,0-1-1 0 0,0 1 0 0 0,-1-1 0 0 0,1 1 0 0 0,0 0 0 0 0,0-1 0 0 0,-1 1 0 0 0,1 0 0 0 0,0 0 0 0 0,0 0 0 0 0,-3 0 0 0 0,-2-1 159 0 0,-125-32 2222 0 0,64 14-927 0 0,-121-17 0 0 0,124 28-1176 0 0,31 7-280 0 0,32 0-65 0 0,-1 1 0 0 0,1 0 0 0 0,-1 0 0 0 0,1 0 0 0 0,-1 0-1 0 0,1 0 1 0 0,-1 0 0 0 0,1 1 0 0 0,0-1 0 0 0,-1 0 0 0 0,1 1 0 0 0,0-1 0 0 0,-1 1 0 0 0,1-1 0 0 0,0 1 0 0 0,-1 0 0 0 0,1 0 0 0 0,0-1 0 0 0,-2 3 0 0 0,2-1 0 0 0,0 0 1 0 0,1 1-1 0 0,-1-1 0 0 0,0 1 1 0 0,1-1-1 0 0,0 1 1 0 0,0-1-1 0 0,0 1 0 0 0,0-1 1 0 0,0 4-1 0 0,0 6-1 0 0,1-5-10 0 0,0-1-1 0 0,0 1 0 0 0,0-1 0 0 0,1 1 0 0 0,-1-1 0 0 0,2 0 0 0 0,-1 0 0 0 0,5 8 0 0 0,2 6-21 0 0,-4-4 23 0 0,-4-14 3 0 0,-1 0-1 0 0,1 0 1 0 0,-1 0-1 0 0,1-1 0 0 0,0 1 1 0 0,0 0-1 0 0,0 0 1 0 0,0-1-1 0 0,0 1 1 0 0,0-1-1 0 0,0 1 1 0 0,0-1-1 0 0,1 1 1 0 0,-1-1-1 0 0,0 0 1 0 0,1 1-1 0 0,-1-1 0 0 0,1 0 1 0 0,0 0-1 0 0,-1 0 1 0 0,1 0-1 0 0,0 0 1 0 0,0-1-1 0 0,2 1 1 0 0,44 22 20 0 0,-37-17-31 0 0,0 0 1 0 0,0-1 0 0 0,0-1 0 0 0,1 0 0 0 0,-1 0-1 0 0,1-1 1 0 0,17 2 0 0 0,37-4 95 0 0,-55-1-80 0 0,-1 0 0 0 0,0-1 0 0 0,1 2 0 0 0,-1 0 0 0 0,0 0 0 0 0,20 5 0 0 0,-29-6 0 0 0,-1 1-1 0 0,1-1 1 0 0,-1 1 0 0 0,1-1-1 0 0,-1 1 1 0 0,1-1 0 0 0,-1 1-1 0 0,0-1 1 0 0,1 1 0 0 0,-1-1-1 0 0,0 1 1 0 0,1-1 0 0 0,-1 1-1 0 0,0-1 1 0 0,0 1-1 0 0,1 0 1 0 0,-1-1 0 0 0,0 1-1 0 0,0 0 1 0 0,0-1 0 0 0,0 1-1 0 0,0-1 1 0 0,0 1 0 0 0,0 0-1 0 0,0-1 1 0 0,0 1 0 0 0,0 0-1 0 0,-1 0 1 0 0,-5 17 50 0 0,-3-7 45 0 0,0 0 0 0 0,-1 0-1 0 0,-1-1 1 0 0,-23 17 0 0 0,15-11 18 0 0,-9 5 5 0 0,0-2 0 0 0,-1-1-1 0 0,-1-1 1 0 0,-1-1 0 0 0,-41 14 0 0 0,6-2-160 0 0,31-12-241 0 0,-1-2 0 0 0,-1-2 0 0 0,-60 13 0 0 0,10-14-5453 0 0,16-16-7016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50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0 498 5042 0 0,'0'-2'190'0'0,"1"0"0"0"0,-1 0-1 0 0,0 1 1 0 0,1-1-1 0 0,0 0 1 0 0,-1 0 0 0 0,1 1-1 0 0,0-1 1 0 0,0 1 0 0 0,0-1-1 0 0,0 1 1 0 0,0-1-1 0 0,0 1 1 0 0,0 0 0 0 0,1-1-1 0 0,-1 1 1 0 0,1 0 0 0 0,1-2-1 0 0,39-22 1168 0 0,-5 2-34 0 0,-30 16-991 0 0,0 0 1 0 0,-1 0-1 0 0,0 0 0 0 0,7-11 0 0 0,24-28 969 0 0,45-34 793 0 0,-41 33-940 0 0,-24 26-435 0 0,32-30-1 0 0,-43 46-682 0 0,0 0 0 0 0,0 0 1 0 0,0 1-1 0 0,1 0 0 0 0,-1 0 0 0 0,1 1 0 0 0,0 0 0 0 0,0 0 0 0 0,0 1 0 0 0,10-3 0 0 0,-16 4-40 0 0,0 1 0 0 0,0 0 0 0 0,0-1 0 0 0,0 1 0 0 0,0 0 0 0 0,0-1 0 0 0,0 1 0 0 0,0 0 0 0 0,0 0 0 0 0,0 0 0 0 0,0 0 0 0 0,0 0 1 0 0,0 0-1 0 0,0 0 0 0 0,0 0 0 0 0,0 1 0 0 0,0-1 0 0 0,0 0 0 0 0,0 0 0 0 0,0 1 0 0 0,0-1 0 0 0,0 1 0 0 0,0-1 0 0 0,0 1 0 0 0,0-1 0 0 0,-1 1 0 0 0,1 0 0 0 0,0-1 0 0 0,0 1 0 0 0,-1 0 0 0 0,1 0 0 0 0,0-1 0 0 0,-1 1 1 0 0,1 0-1 0 0,-1 0 0 0 0,1 0 0 0 0,-1 0 0 0 0,1 1 0 0 0,9 12 11 0 0,-5-9 15 0 0,0 1-1 0 0,0-1 1 0 0,0 1-1 0 0,0-1 1 0 0,-1 1-1 0 0,0 1 1 0 0,0-1 0 0 0,-1 1-1 0 0,0-1 1 0 0,0 1-1 0 0,0 0 1 0 0,2 12-1 0 0,-2 4 38 0 0,-1 0 0 0 0,-1 40 0 0 0,-1-33 18 0 0,0-26-80 0 0,0 0 0 0 0,0 0 0 0 0,-1-1 0 0 0,1 1 1 0 0,-1 0-1 0 0,0-1 0 0 0,0 1 0 0 0,0 0 0 0 0,0-1 1 0 0,-1 1-1 0 0,1-1 0 0 0,-1 0 0 0 0,0 0 0 0 0,0 1 0 0 0,0-1 1 0 0,-5 5-1 0 0,3-4-29 0 0,3-1 31 0 0,0-1 0 0 0,0 0 1 0 0,-1 0-1 0 0,1-1 0 0 0,-1 1 1 0 0,0 0-1 0 0,1 0 0 0 0,-1-1 1 0 0,0 1-1 0 0,0-1 0 0 0,0 0 1 0 0,0 1-1 0 0,0-1 0 0 0,-1 0 1 0 0,-1 1-1 0 0,2-2 12 0 0,1 0 1 0 0,1 0 1 0 0,0 0 0 0 0,-1 0 0 0 0,1 0 0 0 0,0-1-1 0 0,-1 1 1 0 0,1 0 0 0 0,0 0 0 0 0,0-1-1 0 0,-1 1 1 0 0,1 0 0 0 0,0 0 0 0 0,0-1 0 0 0,-1 1-1 0 0,1 0 1 0 0,0-1 0 0 0,0 1 0 0 0,0 0-1 0 0,-1-1 1 0 0,1 1 0 0 0,0 0 0 0 0,0-1 0 0 0,0 1-1 0 0,0 0 1 0 0,0-1 0 0 0,0 1 0 0 0,0-1-1 0 0,0 1 1 0 0,0 0 0 0 0,0-1 0 0 0,0 1 0 0 0,0 0-1 0 0,0-1 1 0 0,0 0 0 0 0,0-17 399 0 0,0 16-298 0 0,-1-23 381 0 0,1 17-369 0 0,0 0-1 0 0,0 0 1 0 0,0 0 0 0 0,1 0-1 0 0,0 0 1 0 0,4-13-1 0 0,13-28 351 0 0,3 2 0 0 0,32-57 0 0 0,-49 97-443 0 0,0 0 0 0 0,0 0 1 0 0,0 0-1 0 0,1 0 0 0 0,0 0 1 0 0,0 1-1 0 0,1 0 1 0 0,0 0-1 0 0,0 1 0 0 0,0-1 1 0 0,10-5-1 0 0,33-10 20 0 0,-45 19-70 0 0,0 1 0 0 0,0-1 0 0 0,1 1 0 0 0,-1 0 1 0 0,0 0-1 0 0,1 0 0 0 0,-1 0 0 0 0,0 1 0 0 0,1 0 0 0 0,-1 0 0 0 0,1 0 0 0 0,-1 0 0 0 0,1 1 0 0 0,-1 0 0 0 0,0 0 0 0 0,1 0 0 0 0,-1 0 0 0 0,0 1 0 0 0,0-1 0 0 0,0 1 0 0 0,0 0 0 0 0,0 0 1 0 0,0 1-1 0 0,-1-1 0 0 0,1 1 0 0 0,-1 0 0 0 0,0 0 0 0 0,1 0 0 0 0,-1 0 0 0 0,0 1 0 0 0,-1-1 0 0 0,1 1 0 0 0,-1 0 0 0 0,0-1 0 0 0,0 1 0 0 0,3 8 0 0 0,29 74-119 0 0,-29-71 110 0 0,-1-1 0 0 0,0 0 0 0 0,-1 1 0 0 0,2 23 0 0 0,-6-32 32 0 0,1 0 0 0 0,-1 1 0 0 0,0-1 1 0 0,-1 1-1 0 0,0-1 0 0 0,-2 6 1 0 0,2-6 26 0 0,0 0 1 0 0,0 0 0 0 0,0 1 0 0 0,1-1-1 0 0,0 0 1 0 0,0 7 0 0 0,1-10-4 0 0,0-1 0 0 0,0 1-1 0 0,0-1 1 0 0,0 1 0 0 0,-1-1 0 0 0,1 0 0 0 0,-1 1 0 0 0,0-1 0 0 0,1 1 0 0 0,-1-1 0 0 0,0 0 0 0 0,-1 0 0 0 0,1 1 0 0 0,0-1 0 0 0,-1 0-1 0 0,1 0 1 0 0,-1 0 0 0 0,1 0 0 0 0,-1-1 0 0 0,0 1 0 0 0,0 0 0 0 0,0-1 0 0 0,0 1 0 0 0,0-1 0 0 0,0 0 0 0 0,0 0 0 0 0,-1 0 0 0 0,1 0-1 0 0,0 0 1 0 0,-1 0 0 0 0,1 0 0 0 0,0-1 0 0 0,-1 1 0 0 0,1-1 0 0 0,-1 0 0 0 0,-4 0 0 0 0,7 0 11 0 0,-1-1 1 0 0,0 1 0 0 0,1-1-1 0 0,-1 1 1 0 0,1-1 0 0 0,-1 1-1 0 0,1-1 1 0 0,0 0 0 0 0,-1 1-1 0 0,1-1 1 0 0,0 0 0 0 0,-1 1-1 0 0,1-1 1 0 0,0 0 0 0 0,0 1-1 0 0,-1-1 1 0 0,1 0 0 0 0,0 0-1 0 0,0 1 1 0 0,0-1 0 0 0,0 0-1 0 0,0 0 1 0 0,0 0 0 0 0,0 1-1 0 0,0-1 1 0 0,0 0 0 0 0,1 0-1 0 0,-1 0 1 0 0,6-25 351 0 0,16-2-300 0 0,-10 3-31 0 0,-10 19-48 0 0,1 0 0 0 0,-1 1 0 0 0,2-1 0 0 0,-1 1 0 0 0,1-1 0 0 0,4-5 0 0 0,5-4-2 0 0,1 0 1 0 0,0 1-1 0 0,0 1 1 0 0,2 0-1 0 0,30-19 1 0 0,-41 29-17 0 0,-1 1 1 0 0,1-1 0 0 0,0 1 0 0 0,0 0 0 0 0,0 0 0 0 0,0 1 0 0 0,0 0-1 0 0,0-1 1 0 0,0 2 0 0 0,0-1 0 0 0,0 1 0 0 0,1-1 0 0 0,-1 1 0 0 0,0 1 0 0 0,0-1-1 0 0,1 1 1 0 0,-1 0 0 0 0,0 0 0 0 0,0 0 0 0 0,0 1 0 0 0,0 0 0 0 0,0 0-1 0 0,-1 0 1 0 0,1 1 0 0 0,-1-1 0 0 0,1 1 0 0 0,4 4 0 0 0,0 2 18 0 0,0 0 1 0 0,0 0-1 0 0,-1 1 0 0 0,0-1 1 0 0,10 20-1 0 0,14 16 39 0 0,-20-31-80 0 0,-10-13-16 0 0,0 0 1 0 0,-1 1-1 0 0,1-1 1 0 0,-1 1-1 0 0,1 0 1 0 0,-1-1-1 0 0,0 1 1 0 0,0 0-1 0 0,0 0 1 0 0,0 0-1 0 0,0 0 1 0 0,0 0-1 0 0,0 0 1 0 0,0 0-1 0 0,-1 0 1 0 0,1 0-1 0 0,-1 3 1 0 0,1-4-83 0 0,-1 0 0 0 0,1 0 0 0 0,0 0 0 0 0,-1 0 0 0 0,1 0 0 0 0,0 0 0 0 0,-1-1 0 0 0,1 1 0 0 0,0 0 0 0 0,0 0 0 0 0,0-1 1 0 0,0 1-1 0 0,0-1 0 0 0,0 1 0 0 0,-1-1 0 0 0,1 1 0 0 0,0-1 0 0 0,1 1 0 0 0,-1-1 0 0 0,0 0 0 0 0,0 0 0 0 0,0 0 0 0 0,0 1 0 0 0,0-1 0 0 0,0 0 1 0 0,0 0-1 0 0,2-1 0 0 0,-2 1-261 0 0,14 3-5118 0 0,-14-3 5239 0 0,0 0-1 0 0,0 0 1 0 0,0 0 0 0 0,0 0-1 0 0,0 0 1 0 0,0 0 0 0 0,0 0-1 0 0,0 0 1 0 0,0 0 0 0 0,0-1-1 0 0,0 1 1 0 0,0 0 0 0 0,0-1-1 0 0,2 0 1 0 0,8-4-5635 0 0,16-1 950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50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78 800 0 0,'-1'-3'594'0'0,"1"0"1"0"0,0 0-1 0 0,0 0 0 0 0,0 0 0 0 0,1 0 0 0 0,-1 0 0 0 0,1 0 0 0 0,0 0 0 0 0,0 0 0 0 0,2-5 0 0 0,0 4-38 0 0,0 1-1 0 0,0 0 1 0 0,0 0-1 0 0,1 1 0 0 0,-1-1 1 0 0,1 1-1 0 0,5-3 1 0 0,-3 2-90 0 0,0 1 1 0 0,0 0-1 0 0,1 0 1 0 0,-1 0-1 0 0,1 1 1 0 0,10 0-1 0 0,-12 0-347 0 0,0 0 1 0 0,0 1-1 0 0,0 0 0 0 0,0 0 0 0 0,0 1 0 0 0,0 0 0 0 0,0-1 1 0 0,-1 2-1 0 0,1-1 0 0 0,0 0 0 0 0,5 3 0 0 0,-9-3-108 0 0,0 0-1 0 0,0 0 0 0 0,0 0 1 0 0,-1 0-1 0 0,1 1 0 0 0,-1-1 1 0 0,1 0-1 0 0,-1 0 1 0 0,1 0-1 0 0,-1 0 0 0 0,1 1 1 0 0,-1-1-1 0 0,0 0 0 0 0,0 1 1 0 0,0-1-1 0 0,1 0 1 0 0,-1 0-1 0 0,-1 1 0 0 0,1 0 1 0 0,3 19 35 0 0,2-10-27 0 0,-3-6-1 0 0,0 0 0 0 0,0 0 0 0 0,-1 0 1 0 0,0 0-1 0 0,1 0 0 0 0,0 10 0 0 0,-3-10 31 0 0,0 1-1 0 0,0-1 1 0 0,0 1 0 0 0,0-1-1 0 0,-5 11 1 0 0,0 0 126 0 0,0 5 94 0 0,6-16-178 0 0,-1-1 1 0 0,0 0-1 0 0,-1 0 0 0 0,1 0 1 0 0,-1 0-1 0 0,0 0 0 0 0,0 0 1 0 0,0 0-1 0 0,0 0 0 0 0,-1-1 1 0 0,0 1-1 0 0,1-1 0 0 0,-7 6 1 0 0,-5 4 248 0 0,9-6-177 0 0,-2-1 0 0 0,1 0 0 0 0,-1-1 0 0 0,1 0-1 0 0,-2 0 1 0 0,-10 6 0 0 0,1-3 95 0 0,-58 32 1859 0 0,70-37-2009 0 0,0-1-1 0 0,1 0 1 0 0,-1-1 0 0 0,0 1 0 0 0,0-1-1 0 0,-1 0 1 0 0,1 0 0 0 0,0-1 0 0 0,0 1-1 0 0,0-1 1 0 0,0 0 0 0 0,-1-1 0 0 0,1 1 0 0 0,0-1-1 0 0,0 0 1 0 0,-6-2 0 0 0,10 3-99 0 0,-11-4 53 0 0,0 0 1 0 0,0 0 0 0 0,0-1-1 0 0,1-1 1 0 0,0 0 0 0 0,0-1-1 0 0,0 0 1 0 0,1 0 0 0 0,-18-18 0 0 0,27 24-67 0 0,0 1 1 0 0,0-1-1 0 0,1 0 1 0 0,-1 1-1 0 0,1-1 1 0 0,-1 0 0 0 0,0 0-1 0 0,1 0 1 0 0,-1 0-1 0 0,1 0 1 0 0,0 1 0 0 0,-1-1-1 0 0,1 0 1 0 0,0 0-1 0 0,-1 0 1 0 0,1 0-1 0 0,0 0 1 0 0,0 0 0 0 0,0 0-1 0 0,0 0 1 0 0,0 0-1 0 0,0 0 1 0 0,0 0-1 0 0,0 0 1 0 0,0 0 0 0 0,1 0-1 0 0,-1 0 1 0 0,0 0-1 0 0,1 0 1 0 0,-1 0 0 0 0,0 0-1 0 0,1 0 1 0 0,-1 0-1 0 0,2-1 1 0 0,21-17-117 0 0,-21 18 106 0 0,2-1-2 0 0,0 0-1 0 0,0 1 1 0 0,0-1 0 0 0,0 1-1 0 0,1 0 1 0 0,-1 0 0 0 0,0 1-1 0 0,0-1 1 0 0,1 1-1 0 0,-1 0 1 0 0,0 0 0 0 0,0 0-1 0 0,1 1 1 0 0,6 1 0 0 0,3 1 80 0 0,0 1 0 0 0,25 9 0 0 0,8 5 226 0 0,-36-14-208 0 0,-1 0 0 0 0,1 0 1 0 0,0 1-1 0 0,-1 1 1 0 0,0-1-1 0 0,10 9 1 0 0,40 21 237 0 0,-58-34-468 0 0,0 1 0 0 0,0-1 0 0 0,0 0 1 0 0,0 0-1 0 0,0 0 0 0 0,0 0 0 0 0,0 0 0 0 0,0-1 0 0 0,0 1 0 0 0,0-1 1 0 0,1 1-1 0 0,-1-1 0 0 0,0 0 0 0 0,0 0 0 0 0,1 0 0 0 0,-1 0 1 0 0,0 0-1 0 0,1 0 0 0 0,-1-1 0 0 0,0 1 0 0 0,0-1 0 0 0,4-1 1 0 0,-1-1-1116 0 0,0 0 0 0 0,0-1 0 0 0,-1 0 0 0 0,1 1 0 0 0,-1-1 0 0 0,7-9 0 0 0,0 0-1343 0 0,-9 12 2303 0 0,2-3-674 0 0,0 0 1 0 0,-1 0-1 0 0,1-1 0 0 0,-1 1 1 0 0,5-9-1 0 0,-7 9 356 0 0,0 0-1 0 0,0 0 0 0 0,0 0 0 0 0,0-1 1 0 0,-1 1-1 0 0,0 0 0 0 0,0-7 1 0 0,0 11 592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51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28 2001 0 0,'0'0'180'0'0,"0"-1"0"0"0,0 1 0 0 0,-1-1 0 0 0,1 1 0 0 0,0-1 0 0 0,0 1 0 0 0,-1 0 1 0 0,1-1-1 0 0,0 1 0 0 0,-1 0 0 0 0,1-1 0 0 0,-1 1 0 0 0,1 0 0 0 0,0 0 0 0 0,-1-1 0 0 0,1 1 0 0 0,-1 0 0 0 0,1 0 0 0 0,-1 0 0 0 0,1 0 1 0 0,0 0-1 0 0,-1-1 0 0 0,1 1 0 0 0,-1 0 0 0 0,1 0 0 0 0,-1 0 0 0 0,1 0 0 0 0,-1 0 0 0 0,0 0 0 0 0,-14 1 1464 0 0,15-1-1193 0 0,-28 1 6398 0 0,35 1-1577 0 0,41 1-1893 0 0,208 4-1258 0 0,-67-1-3842 0 0,-181-5 606 0 0,1 0-1 0 0,-1-1 0 0 0,0 0 1 0 0,0-1-1 0 0,0 0 0 0 0,0 0 1 0 0,0-1-1 0 0,0 0 0 0 0,0 0 1 0 0,9-5-1 0 0,-16 7 902 0 0,-1 0 0 0 0,1-1 0 0 0,-1 1 0 0 0,0 0 0 0 0,1-1 0 0 0,-1 1 0 0 0,0 0 0 0 0,1-1 1 0 0,-1 1-1 0 0,0-1 0 0 0,1 1 0 0 0,-1-1 0 0 0,0 1 0 0 0,0-1 0 0 0,0 1 0 0 0,1-1 0 0 0,-1 1 0 0 0,0-1 0 0 0,0 1 0 0 0,0-1 0 0 0,0 1 0 0 0,0-1 0 0 0,0 1 0 0 0,0-1 0 0 0,0 0 0 0 0,0-13-4868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52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2 418 1201 0 0,'-1'0'89'0'0,"1"0"1"0"0,0-1-1 0 0,0 1 1 0 0,0 0 0 0 0,0 0-1 0 0,0 0 1 0 0,0 0 0 0 0,0-1-1 0 0,0 1 1 0 0,-1 0-1 0 0,1 0 1 0 0,0 0 0 0 0,0-1-1 0 0,0 1 1 0 0,0 0 0 0 0,0 0-1 0 0,0 0 1 0 0,0-1-1 0 0,0 1 1 0 0,0 0 0 0 0,0 0-1 0 0,0 0 1 0 0,0 0 0 0 0,0-1-1 0 0,0 1 1 0 0,1 0-1 0 0,-1 0 1 0 0,0 0 0 0 0,0-1-1 0 0,0 1 1 0 0,0 0 0 0 0,0 0-1 0 0,0 0 1 0 0,0 0-1 0 0,1-1 1 0 0,-1 1 0 0 0,0 0-1 0 0,0 0 1 0 0,0 0 0 0 0,0 0-1 0 0,0 0 1 0 0,1 0-1 0 0,-1 0 1 0 0,0-1 0 0 0,0 1-1 0 0,0 0 1 0 0,1 0 0 0 0,-1 0-1 0 0,0 0 1 0 0,0 0-1 0 0,0 0 1 0 0,1 0 0 0 0,-1 0-1 0 0,0 0 1 0 0,0 0 0 0 0,0 0-1 0 0,1 0 1 0 0,-1 0-1 0 0,0 0 1 0 0,0 0 0 0 0,0 0-1 0 0,0 0 1 0 0,1 1 0 0 0,21-6 2044 0 0,-22 5-1894 0 0,1 0 0 0 0,-1 0 0 0 0,1-1 0 0 0,-1 1 0 0 0,1-1 0 0 0,-1 1 1 0 0,0 0-1 0 0,1-1 0 0 0,-1 1 0 0 0,1-1 0 0 0,-1 1 0 0 0,0-1 0 0 0,0 1 0 0 0,1-1 0 0 0,-1 0 0 0 0,0 1 1 0 0,0-1-1 0 0,0 1 0 0 0,1-1 0 0 0,-1 1 0 0 0,0-1 0 0 0,0 0 0 0 0,0 1 0 0 0,0-1 0 0 0,0 1 1 0 0,0-2-1 0 0,4-12 1801 0 0,17-2-134 0 0,-16 7-1233 0 0,7-8 413 0 0,80-47 1874 0 0,6-9-1366 0 0,22-20-508 0 0,-99 74-952 0 0,18-19 116 0 0,-37 35-234 0 0,-1 1-1 0 0,1-1 0 0 0,0 1 0 0 0,0-1 0 0 0,1 1 0 0 0,-1 0 0 0 0,1 0 0 0 0,-1 0 0 0 0,5-2 0 0 0,-2 0-3 0 0,1-4 23 0 0,-1 2-72 0 0,-5 6 36 0 0,1-1-2 0 0,0 1 0 0 0,0-1 0 0 0,0 1 0 0 0,0-1 0 0 0,0 1 0 0 0,0-1 0 0 0,0 1 0 0 0,0 0 0 0 0,0-1 0 0 0,0 1 0 0 0,0 0 0 0 0,0 0 0 0 0,0 0 0 0 0,0 0 0 0 0,0 0 0 0 0,0 0 0 0 0,1 0 0 0 0,7 23-167 0 0,-4-2 134 0 0,3 9 41 0 0,-1 1 1 0 0,-2 1 0 0 0,2 44-1 0 0,-9-24 146 0 0,1-38-105 0 0,0 0 0 0 0,1 0 0 0 0,0 0 0 0 0,1 0 0 0 0,1 0 0 0 0,5 22 0 0 0,2-13 29 0 0,-6-19-35 0 0,-1 0 0 0 0,-1-1 0 0 0,1 1 0 0 0,0 0 0 0 0,-1 0 0 0 0,0 0 0 0 0,0 0 0 0 0,0 0 0 0 0,0 0 0 0 0,-1 0 0 0 0,0 0 0 0 0,0 0 0 0 0,0 0 0 0 0,0 0 0 0 0,0 0 0 0 0,-3 8 0 0 0,-9 9 209 0 0,10-19-242 0 0,1 0 1 0 0,-1 0-1 0 0,1 0 1 0 0,-1 1-1 0 0,1-1 1 0 0,0 0-1 0 0,0 0 1 0 0,0 1-1 0 0,0-1 1 0 0,1 0-1 0 0,-1 1 1 0 0,0 4 0 0 0,1-7-11 0 0,0 0 1 0 0,0 1-1 0 0,0-1 1 0 0,0 0-1 0 0,0 0 1 0 0,0 0-1 0 0,0 0 1 0 0,0 0 0 0 0,0 0-1 0 0,0 1 1 0 0,0-1-1 0 0,0 0 1 0 0,0 0-1 0 0,0 0 1 0 0,0 0 0 0 0,0 0-1 0 0,0 0 1 0 0,0 1-1 0 0,0-1 1 0 0,0 0-1 0 0,0 0 1 0 0,0 0-1 0 0,-1 0 1 0 0,1 0 0 0 0,0 0-1 0 0,0 0 1 0 0,0 0-1 0 0,0 1 1 0 0,0-1-1 0 0,0 0 1 0 0,0 0 0 0 0,-1 0-1 0 0,1 0 1 0 0,0 0-1 0 0,0 0 1 0 0,0 0-1 0 0,0 0 1 0 0,0 0-1 0 0,0 0 1 0 0,-1 0 0 0 0,1 0-1 0 0,0 0 1 0 0,0 0-1 0 0,0 0 1 0 0,0 0-1 0 0,0 0 1 0 0,0 0 0 0 0,-1 0-1 0 0,1 0 1 0 0,0 0-1 0 0,0 0 1 0 0,0 0-1 0 0,0 0 1 0 0,0 0-1 0 0,0 0 1 0 0,-1-1 0 0 0,1 1-1 0 0,0 0 1 0 0,0 0-1 0 0,0 0 1 0 0,0 0-1 0 0,0 0 1 0 0,0 0 0 0 0,0 0-1 0 0,-1 0-51 0 0,-1-1 0 0 0,1 1 0 0 0,0 0 0 0 0,0 0 1 0 0,0-1-1 0 0,0 1 0 0 0,-1 0 0 0 0,1-1 0 0 0,0 1 0 0 0,0-1 0 0 0,0 0 0 0 0,0 1 0 0 0,0-1 0 0 0,0 0 0 0 0,0 0 0 0 0,1 1 1 0 0,-1-1-1 0 0,0 0 0 0 0,0 0 0 0 0,1 0 0 0 0,-1 0 0 0 0,0 0 0 0 0,0-2 0 0 0,0-1-733 0 0,0-1-1 0 0,0 0 0 0 0,1 0 1 0 0,-1 0-1 0 0,1-9 1 0 0,0 10 184 0 0,0 0-1 0 0,0 0 1 0 0,-1 1 0 0 0,0-1 0 0 0,0 0 0 0 0,0 1 0 0 0,0-1 0 0 0,-1 0-1 0 0,1 1 1 0 0,-1 0 0 0 0,0-1 0 0 0,0 1 0 0 0,0 0 0 0 0,-4-4 0 0 0,-4-8-1985 0 0,-23-42-6897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52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63 1521 0 0,'-33'34'11925'0'0,"0"-14"-4241"0"0,1-5-3602 0 0,32-21-3842 0 0,32 6-80 0 0,1 0 80 0 0,0 0 80 0 0,32-9 0 0 0,0 3-80 0 0,0-8-320 0 0,27-7-1681 0 0,6 0-3841 0 0,-33-6-2162 0 0,0 0 961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53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1681 0 0,'33'-7'6323'0'0,"0"7"-3122"0"0,-1 7-159 0 0,-6-1-321 0 0,40 2-480 0 0,-1-2-721 0 0,0 1-639 0 0,0 1-641 0 0,1-8-720 0 0,-34 0-1281 0 0,1-8-1681 0 0,0 1-1280 0 0,-33-7-240 0 0,0 1 560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57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516 163 640 0 0,'0'0'4616'0'0,"0"-16"1853"0"0,0-45 2042 0 0,0 60-8447 0 0,0 1 0 0 0,1-1 0 0 0,-1 1 1 0 0,0-1-1 0 0,0 1 0 0 0,1-1 0 0 0,-1 1 0 0 0,0-1 0 0 0,1 1 0 0 0,-1-1 1 0 0,1 1-1 0 0,-1-1 0 0 0,1 1 0 0 0,-1 0 0 0 0,0-1 0 0 0,1 1 0 0 0,0 0 1 0 0,-1-1-1 0 0,1 1 0 0 0,-1 0 0 0 0,1 0 0 0 0,-1 0 0 0 0,1-1 0 0 0,-1 1 1 0 0,1 0-1 0 0,0 0 0 0 0,-1 0 0 0 0,1 0 0 0 0,-1 0 0 0 0,1 0 1 0 0,0 0-1 0 0,0 0 0 0 0,0 0-17 0 0,-1 1 0 0 0,1-1 0 0 0,0 0 0 0 0,-1 0 0 0 0,1 0 0 0 0,-1 0 0 0 0,1 0 0 0 0,0-1 0 0 0,-1 1 0 0 0,1 0 0 0 0,-1 0 0 0 0,1 0 0 0 0,0 0 0 0 0,-1-1 0 0 0,1 1 0 0 0,-1 0 0 0 0,1-1 0 0 0,-1 1 0 0 0,1 0 0 0 0,-1-1 0 0 0,1 1 0 0 0,-1 0 0 0 0,0-1 0 0 0,1 1 0 0 0,-1-1 0 0 0,1 1 0 0 0,-1-1 0 0 0,0 1 0 0 0,1-1 0 0 0,-1 1 0 0 0,0-1 0 0 0,1 0 0 0 0,4-1 820 0 0,93 10 707 0 0,-11 0-1280 0 0,-81-7-149 0 0,-6-1-135 0 0,0 0 1 0 0,0 0 0 0 0,0 0-1 0 0,0 0 1 0 0,0 0 0 0 0,0 0-1 0 0,0 0 1 0 0,0 0 0 0 0,0 0-1 0 0,0 0 1 0 0,0-1 0 0 0,0 1-1 0 0,0 0 1 0 0,0 0 0 0 0,0 0-1 0 0,0 0 1 0 0,0 0 0 0 0,0 0-1 0 0,0 0 1 0 0,0 0 0 0 0,0 0-1 0 0,0 0 1 0 0,0 0-1 0 0,0 0 1 0 0,0 0 0 0 0,0 0-1 0 0,0 0 1 0 0,0 0 0 0 0,0 0-1 0 0,0-1 1 0 0,0 1 0 0 0,0 0-1 0 0,0 0 1 0 0,0 0 0 0 0,0 0-1 0 0,0 0 1 0 0,0 0 0 0 0,0 0-1 0 0,0 0 1 0 0,0 0 0 0 0,0 0-1 0 0,0 0 1 0 0,0 0 0 0 0,0 0-1 0 0,0 0 1 0 0,0 0 0 0 0,0 0-1 0 0,-1 0 1 0 0,-178-37 1309 0 0,-115 0-119 0 0,257 34-1121 0 0,1 1 0 0 0,-1 1 0 0 0,0 2 0 0 0,-60 10 0 0 0,97-11-101 0 0,-2 0 8 0 0,1 0 1 0 0,0 0 0 0 0,0 0-1 0 0,-1 0 1 0 0,1 0 0 0 0,0 1-1 0 0,0-1 1 0 0,-1 0-1 0 0,1 1 1 0 0,0-1 0 0 0,0 1-1 0 0,0-1 1 0 0,-1 1 0 0 0,1-1-1 0 0,0 1 1 0 0,0 0 0 0 0,0 0-1 0 0,0-1 1 0 0,0 1-1 0 0,0 0 1 0 0,-1 2 0 0 0,2-2 6 0 0,1 0 1 0 0,0 0-1 0 0,-1 0 1 0 0,1-1-1 0 0,-1 1 1 0 0,1 0-1 0 0,0 0 1 0 0,0 0-1 0 0,-1-1 1 0 0,1 1-1 0 0,0-1 1 0 0,0 1 0 0 0,0 0-1 0 0,0-1 1 0 0,0 1-1 0 0,0-1 1 0 0,0 0-1 0 0,0 1 1 0 0,0-1-1 0 0,0 0 1 0 0,0 0-1 0 0,0 1 1 0 0,2-1-1 0 0,2 2-22 0 0,28 25-39 0 0,-16-18 83 0 0,0-1 0 0 0,1 0 0 0 0,28 8 0 0 0,-9-4-27 0 0,-1-1-33 0 0,2-2-1 0 0,46 6 1 0 0,29-6 31 0 0,-50-5-34 0 0,87 18 0 0 0,-145-22 37 0 0,-1 1-1 0 0,1 0 0 0 0,-1 1 1 0 0,0-1-1 0 0,0 1 1 0 0,1 0-1 0 0,-1 0 1 0 0,0 0-1 0 0,-1 0 0 0 0,7 6 1 0 0,-8-7 10 0 0,-1 1 1 0 0,0 0-1 0 0,1 0 0 0 0,-1 0 1 0 0,0 0-1 0 0,0 0 1 0 0,-1 0-1 0 0,1 0 0 0 0,0 0 1 0 0,-1 1-1 0 0,1-1 1 0 0,-1 0-1 0 0,0 0 0 0 0,1 1 1 0 0,-1-1-1 0 0,0 0 1 0 0,-1 0-1 0 0,1 0 0 0 0,0 1 1 0 0,-1-1-1 0 0,1 0 1 0 0,-1 0-1 0 0,-1 4 0 0 0,-1 2 34 0 0,1-1 0 0 0,-2 1 0 0 0,1-1 0 0 0,-1 0 0 0 0,0 0-1 0 0,-1 0 1 0 0,1-1 0 0 0,-1 1 0 0 0,-1-1 0 0 0,-7 7-1 0 0,2-3 10 0 0,-1-1-1 0 0,0-1 1 0 0,0 1-1 0 0,-1-2 1 0 0,-14 7-1 0 0,-15 3 75 0 0,0-2 0 0 0,-71 16 0 0 0,102-29-94 0 0,0 1 3 0 0,-38 10-93 0 0,0-2 1 0 0,-1-2-1 0 0,-85 3 1 0 0,134-11-29 0 0,-1-1 0 0 0,1 0 0 0 0,0 0 1 0 0,0 0-1 0 0,-1 0 0 0 0,1 0 0 0 0,0 0 0 0 0,0 0 1 0 0,-1 0-1 0 0,1-1 0 0 0,0 1 0 0 0,0 0 0 0 0,0-1 1 0 0,-1 1-1 0 0,1-1 0 0 0,0 1 0 0 0,0-1 0 0 0,0 0 1 0 0,-2-1-1 0 0,3 2-76 0 0,1-1 0 0 0,-1 0 1 0 0,0 0-1 0 0,0 1 1 0 0,0-1-1 0 0,0 0 0 0 0,1 0 1 0 0,-1 1-1 0 0,0-1 1 0 0,1 0-1 0 0,-1 1 0 0 0,1-1 1 0 0,-1 0-1 0 0,1 1 1 0 0,-1-1-1 0 0,1 1 0 0 0,-1-1 1 0 0,1 1-1 0 0,-1-1 1 0 0,1 1-1 0 0,0-1 0 0 0,-1 1 1 0 0,2-1-1 0 0,59-34-11929 0 0,-47 28 8047 0 0,18-13-2136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58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66 441 5763 0 0,'-33'-14'3921'0'0,"33"-1"-1359"0"0,0-4-321 0 0,-33-1-80 0 0,33-16-641 0 0,0-5-319 0 0,0-1-241 0 0,0 0-159 0 0,0 3-401 0 0,33-3-240 0 0,0 1-400 0 0,-33 5-1121 0 0,32 3-2000 0 0,1 19-2482 0 0,-1 7-800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58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0 221 2161 0 0,'33'-21'2961'0'0,"-1"-6"-79"0"0,1 0-481 0 0,0-8-480 0 0,32 8-801 0 0,-32 6-960 0 0,-1 0-880 0 0,1 1-881 0 0,0 13-480 0 0,-1-7-800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59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3522 0 0,'65'21'5042'0'0,"33"12"1041"0"0,0 9-2161 0 0,0-7-2562 0 0,-65-23-1360 0 0,-33-18-3922 0 0,32 6-560 0 0,-32-14-320 0 0,0 1 480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1:59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59 1521 0 0,'-5'-1'626'0'0,"3"1"-478"0"0,1 0 0 0 0,0 0 0 0 0,0 0 0 0 0,-1 0 0 0 0,1 0 0 0 0,0 0-1 0 0,0-1 1 0 0,-1 1 0 0 0,1 0 0 0 0,0-1 0 0 0,0 1 0 0 0,0-1 0 0 0,0 1-1 0 0,-1-1 1 0 0,1 1 0 0 0,0-1 0 0 0,0 0 0 0 0,0 0 0 0 0,0 1 0 0 0,0-1-1 0 0,1 0 1 0 0,-1 0 0 0 0,-1-1 0 0 0,2 1-9 0 0,-1 0 0 0 0,0 0 0 0 0,1 0 1 0 0,-1 0-1 0 0,0 0 0 0 0,1 1 0 0 0,-1-1 0 0 0,0 0 0 0 0,0 0 1 0 0,0 1-1 0 0,0-1 0 0 0,0 0 0 0 0,0 1 0 0 0,0-1 0 0 0,0 1 1 0 0,0 0-1 0 0,0-1 0 0 0,0 1 0 0 0,0 0 0 0 0,0 0 0 0 0,0-1 1 0 0,0 1-1 0 0,-1 0 0 0 0,1 0 0 0 0,0 0 0 0 0,-1 0 1 0 0,-4 0 504 0 0,-15-3 372 0 0,0 1 0 0 0,0 0 0 0 0,0 2 0 0 0,0 1 0 0 0,-32 5 0 0 0,44-5-620 0 0,0 0 0 0 0,0 1 1 0 0,1 0-1 0 0,-1 0 0 0 0,1 1 0 0 0,0 1 0 0 0,0-1 1 0 0,0 1-1 0 0,-14 10 0 0 0,19-13-281 0 0,0 1 1 0 0,0 0-1 0 0,1 0 1 0 0,-1 0-1 0 0,0 0 0 0 0,1 1 1 0 0,0-1-1 0 0,0 1 1 0 0,-1-1-1 0 0,1 1 1 0 0,1 0-1 0 0,-3 4 0 0 0,3-5-67 0 0,1-1 0 0 0,-1 1-1 0 0,1 0 1 0 0,0-1-1 0 0,-1 1 1 0 0,1-1-1 0 0,0 1 1 0 0,0 0-1 0 0,0-1 1 0 0,1 1 0 0 0,-1-1-1 0 0,0 1 1 0 0,0 0-1 0 0,1-1 1 0 0,-1 1-1 0 0,1-1 1 0 0,0 1 0 0 0,0 1-1 0 0,3 2 6 0 0,0 0 0 0 0,0 0 0 0 0,0 0 0 0 0,1 0 0 0 0,0-1 0 0 0,0 0 0 0 0,0 0 0 0 0,0 0 1 0 0,7 3-1 0 0,16 12-21 0 0,-19-12-5 0 0,1 0 1 0 0,0-1 0 0 0,11 5-1 0 0,-17-9-23 0 0,0-1-1 0 0,0 0 1 0 0,-1 0-1 0 0,1 0 0 0 0,0 0 1 0 0,0-1-1 0 0,0 0 0 0 0,0 1 1 0 0,0-2-1 0 0,0 1 1 0 0,0 0-1 0 0,7-2 0 0 0,-8 1-10 0 0,35-9-44 0 0,-36 9 51 0 0,-1 1-1 0 0,0 0 1 0 0,0-1-1 0 0,1 1 1 0 0,-1-1 0 0 0,0 1-1 0 0,0-1 1 0 0,0 0 0 0 0,0 0-1 0 0,0 1 1 0 0,0-1 0 0 0,0 0-1 0 0,0 0 1 0 0,0 0 0 0 0,0 0-1 0 0,0 0 1 0 0,0 0 0 0 0,-1 0-1 0 0,1 0 1 0 0,0 0 0 0 0,-1-1-1 0 0,1 1 1 0 0,0-2 0 0 0,-1-128 146 0 0,0 129-145 0 0,0-1-1 0 0,0 1 1 0 0,0-1 0 0 0,-1 1-1 0 0,1 0 1 0 0,0-1-1 0 0,-1 1 1 0 0,0-1-1 0 0,0 1 1 0 0,0 0-1 0 0,0 0 1 0 0,0 0-1 0 0,0-1 1 0 0,0 1 0 0 0,-1 0-1 0 0,1 0 1 0 0,-1 1-1 0 0,1-1 1 0 0,-1 0-1 0 0,0 0 1 0 0,0 1-1 0 0,0-1 1 0 0,-2-1 0 0 0,4 3-1 0 0,-1-1-5 0 0,1 1 1 0 0,-1-1-1 0 0,0 1 0 0 0,1-1 1 0 0,0 0-1 0 0,-1 1 1 0 0,1-1-1 0 0,-1 0 0 0 0,1 1 1 0 0,0-1-1 0 0,-1 0 1 0 0,1 1-1 0 0,0-1 1 0 0,0 0-1 0 0,0 0 0 0 0,-1 1 1 0 0,1-1-1 0 0,0 0 1 0 0,0 0-1 0 0,0 1 0 0 0,0-1 1 0 0,0 0-1 0 0,0 0 1 0 0,1-1-1 0 0,-1 0-174 0 0,1 4 180 0 0,-1-1 0 0 0,0 0 0 0 0,1 0 0 0 0,-1 0 1 0 0,1 0-1 0 0,-1 0 0 0 0,1 0 0 0 0,-1 0 0 0 0,1 0 0 0 0,0 0 0 0 0,0 0 0 0 0,-1 0 0 0 0,1 0 0 0 0,0 0 0 0 0,0 0 0 0 0,0-1 0 0 0,0 1 0 0 0,0 0 0 0 0,0-1 0 0 0,0 1 0 0 0,0-1 1 0 0,0 1-1 0 0,1-1 0 0 0,1 1 0 0 0,19 11 52 0 0,7 8 38 0 0,-1 1 0 0 0,-1 1-1 0 0,-1 1 1 0 0,38 43 0 0 0,-58-57-58 0 0,0 1 0 0 0,-1-1 0 0 0,0 1 0 0 0,-1 0 0 0 0,1 0 0 0 0,-2 0-1 0 0,0 0 1 0 0,0 1 0 0 0,-1-1 0 0 0,0 1 0 0 0,-1 0 0 0 0,0 0 0 0 0,-1 16 0 0 0,-1-10 40 0 0,-1 1 1 0 0,0-1-1 0 0,-1 0 0 0 0,-1 0 0 0 0,-1 0 0 0 0,-13 31 1 0 0,11-34 11 0 0,-1-1 0 0 0,0 0 0 0 0,-1 0 0 0 0,0-1 0 0 0,0 0 0 0 0,-2-1 0 0 0,-21 19 0 0 0,25-24-52 0 0,0 0-1 0 0,0 0 1 0 0,-1-1 0 0 0,0 0 0 0 0,0 0 0 0 0,-1-1-1 0 0,1 0 1 0 0,-1-1 0 0 0,0 0 0 0 0,0 0 0 0 0,-14 2-1 0 0,1-2 115 0 0,1-2-1 0 0,-1 0 0 0 0,-28-4 0 0 0,49 3-137 0 0,-5 0 67 0 0,1-1-1 0 0,-1 1 1 0 0,0-1 0 0 0,1-1-1 0 0,-10-2 1 0 0,14 4-61 0 0,1-1-1 0 0,-1 1 1 0 0,0 0 0 0 0,0-1-1 0 0,1 1 1 0 0,-1 0 0 0 0,0-1-1 0 0,1 1 1 0 0,-1-1 0 0 0,1 1 0 0 0,-1-1-1 0 0,1 0 1 0 0,-1 1 0 0 0,1-1-1 0 0,-1 0 1 0 0,1 1 0 0 0,-1-1-1 0 0,1 0 1 0 0,0 1 0 0 0,-1-1-1 0 0,1 0 1 0 0,0 0 0 0 0,0 1-1 0 0,0-1 1 0 0,-1-1 0 0 0,3-3 17 0 0,-1 1 1 0 0,1-1-1 0 0,0 1 1 0 0,0-1 0 0 0,0 1-1 0 0,0 0 1 0 0,1 0-1 0 0,0 0 1 0 0,0 0 0 0 0,5-5-1 0 0,18-26-145 0 0,-4 5-534 0 0,2 0 0 0 0,2 2 0 0 0,0 1 0 0 0,2 1 0 0 0,36-27 0 0 0,56-38-5623 0 0,-99 72 1361 0 0,34-39 0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01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0 441 1521 0 0,'0'0'162'0'0,"0"0"0"0"0,1-1 1 0 0,-1 1-1 0 0,0-1 1 0 0,0 1-1 0 0,0 0 0 0 0,0-1 1 0 0,1 1-1 0 0,-1-1 1 0 0,0 1-1 0 0,0 0 0 0 0,1-1 1 0 0,-1 1-1 0 0,0 0 1 0 0,0-1-1 0 0,1 1 0 0 0,-1 0 1 0 0,1 0-1 0 0,-1-1 0 0 0,0 1 1 0 0,1 0-1 0 0,-1 0 1 0 0,0 0-1 0 0,1-1 0 0 0,-1 1 1 0 0,1 0-1 0 0,18-3 554 0 0,-19 3-267 0 0,1-1 123 0 0,0 0 0 0 0,0 0-1 0 0,-1 0 1 0 0,1 0 0 0 0,0 0 0 0 0,-1 0 0 0 0,1 0 0 0 0,-1 0-1 0 0,0 0 1 0 0,1 0 0 0 0,-1 0 0 0 0,0 0 0 0 0,0 0 0 0 0,1 0 0 0 0,-1 0-1 0 0,0-1 1 0 0,0 1 0 0 0,0 0 0 0 0,-1 0 0 0 0,1 0 0 0 0,0 0-1 0 0,-1-3 1 0 0,1 0 2 0 0,0 2-465 0 0,0 0 0 0 0,1 0 0 0 0,-1 0 0 0 0,1 0 1 0 0,-1 0-1 0 0,1 0 0 0 0,0 0 0 0 0,0 0 0 0 0,0 0 0 0 0,0 0 0 0 0,0 0 0 0 0,0 1 0 0 0,1-1 0 0 0,-1 0 0 0 0,1 1 0 0 0,2-3 0 0 0,11-14 425 0 0,6-22 350 0 0,-1 0-1 0 0,-2-1 1 0 0,15-53 0 0 0,-29 65-582 0 0,-5 27-291 0 0,1 0 0 0 0,0 0 1 0 0,0 1-1 0 0,0-1 0 0 0,0 0 1 0 0,1 1-1 0 0,-1-1 0 0 0,0 0 0 0 0,1 1 1 0 0,-1-1-1 0 0,1 0 0 0 0,0 1 0 0 0,-1-1 1 0 0,1 1-1 0 0,0-1 0 0 0,1 0 0 0 0,10-6 33 0 0,-11 8-38 0 0,0-1 1 0 0,0 1-1 0 0,0-1 0 0 0,-1 1 1 0 0,1-1-1 0 0,0 0 0 0 0,0 1 1 0 0,0-1-1 0 0,0 0 0 0 0,-1 0 1 0 0,1 0-1 0 0,0 1 0 0 0,-1-1 1 0 0,1 0-1 0 0,0 0 0 0 0,-1 0 1 0 0,1 0-1 0 0,-1 0 0 0 0,0 0 1 0 0,1 0-1 0 0,-1 0 1 0 0,0 0-1 0 0,0 0 0 0 0,1-1 1 0 0,-1 1-1 0 0,0 0 0 0 0,0 0 1 0 0,0 0-1 0 0,0 0 0 0 0,-1-2 1 0 0,1 2 46 0 0,6 1-106 0 0,-2 0 26 0 0,-3-1 24 0 0,-1 1 1 0 0,1 0 0 0 0,0 0 0 0 0,0 0 0 0 0,0 0 0 0 0,-1 0 0 0 0,1 0 0 0 0,0 0 0 0 0,0 0 0 0 0,-1 0 0 0 0,1 0 0 0 0,0 0-1 0 0,0 0 1 0 0,-1 0 0 0 0,1 1 0 0 0,0-1 0 0 0,0 0 0 0 0,-1 0 0 0 0,1 1 0 0 0,0-1 0 0 0,-1 1 0 0 0,1-1 0 0 0,-1 1 0 0 0,1-1-1 0 0,0 1 1 0 0,-1-1 0 0 0,1 1 0 0 0,-1-1 0 0 0,1 1 0 0 0,-1 0 0 0 0,0-1 0 0 0,1 1 0 0 0,-1 0 0 0 0,0-1 0 0 0,1 1-1 0 0,-1 0 1 0 0,0-1 0 0 0,0 1 0 0 0,1 0 0 0 0,-1 0 0 0 0,0 0 0 0 0,0-1 0 0 0,0 1 0 0 0,0 0 0 0 0,0 0 0 0 0,0-1 0 0 0,0 1-1 0 0,0 0 1 0 0,-1 0 0 0 0,1 0 0 0 0,1 20 22 0 0,2 0-1 0 0,0 0 1 0 0,7 22-1 0 0,0 3 37 0 0,1 32 10 0 0,11-22-52 0 0,-18-44-10 0 0,-3-7 10 0 0,1 1 0 0 0,0-1 0 0 0,0 0 0 0 0,1 1 0 0 0,-1-1 0 0 0,6 7 1 0 0,-6-10-10 0 0,0 0 1 0 0,0 0 0 0 0,0-1-1 0 0,1 1 1 0 0,-1-1 0 0 0,0 1 0 0 0,1-1-1 0 0,-1 0 1 0 0,1 0 0 0 0,-1 0-1 0 0,1 0 1 0 0,0 0 0 0 0,0-1 0 0 0,-1 1-1 0 0,1-1 1 0 0,3 1 0 0 0,3-1-20 0 0,0 1 0 0 0,-1-1 0 0 0,1-1 0 0 0,-1 1 0 0 0,1-2 0 0 0,-1 1 0 0 0,1-1 0 0 0,-1 0 0 0 0,0-1 0 0 0,0 0 0 0 0,11-5 0 0 0,-8 1 24 0 0,1 0 0 0 0,-1 0 0 0 0,0-1 0 0 0,-1-1 0 0 0,0 0 0 0 0,13-15 0 0 0,0-4-123 0 0,-1-2 1 0 0,-2 0 0 0 0,31-63 0 0 0,-42 75-582 0 0,-1 0 0 0 0,8-24 1 0 0,-5-2-4443 0 0,-10 41 4268 0 0,1 1-1 0 0,0-1 1 0 0,0 1 0 0 0,1 0-1 0 0,-1 0 1 0 0,0 0-1 0 0,1 0 1 0 0,-1 0 0 0 0,6-2-1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02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1 414 960 0 0,'-1'-1'155'0'0,"1"1"-1"0"0,0-1 1 0 0,0 0-1 0 0,0 0 0 0 0,1 0 1 0 0,-1 0-1 0 0,0 0 1 0 0,0 0-1 0 0,0 1 0 0 0,1-1 1 0 0,-1 0-1 0 0,0 0 1 0 0,1 0-1 0 0,-1 1 0 0 0,0-1 1 0 0,1 0-1 0 0,-1 0 1 0 0,1 1-1 0 0,0-1 0 0 0,-1 0 1 0 0,1 1-1 0 0,0-1 1 0 0,-1 1-1 0 0,1-1 0 0 0,0 1 1 0 0,-1-1-1 0 0,1 1 0 0 0,0-1 1 0 0,0 1-1 0 0,0 0 1 0 0,-1-1-1 0 0,1 1 0 0 0,0 0 1 0 0,1-1-1 0 0,-1 1-73 0 0,0 0 1 0 0,-1 0-1 0 0,1 0 0 0 0,0 0 0 0 0,-1 0 0 0 0,1-1 0 0 0,0 1 1 0 0,-1 0-1 0 0,1 0 0 0 0,0-1 0 0 0,-1 1 0 0 0,1-1 1 0 0,-1 1-1 0 0,1 0 0 0 0,-1-1 0 0 0,1 1 0 0 0,-1-1 0 0 0,1 0 1 0 0,-1 1-1 0 0,1-1 0 0 0,-1 1 0 0 0,0-1 0 0 0,1 1 0 0 0,-1-1 1 0 0,0 0-1 0 0,0 1 0 0 0,1-1 0 0 0,-1 0 0 0 0,0 1 0 0 0,0-1 1 0 0,0 0-1 0 0,0 0 0 0 0,0 0 0 0 0,0 0 2 0 0,0 0 0 0 0,0 0 0 0 0,0 0 1 0 0,0 0-1 0 0,0 0 0 0 0,1 1 0 0 0,-1-1 0 0 0,0 0 0 0 0,0 0 0 0 0,1 0 0 0 0,-1 1 0 0 0,0-1 0 0 0,1 0 0 0 0,-1 0 1 0 0,1 1-1 0 0,-1-1 0 0 0,1 0 0 0 0,-1 1 0 0 0,1-1 0 0 0,0 0 0 0 0,-1 1 0 0 0,1-1 0 0 0,0 1 0 0 0,-1-1 0 0 0,1 1 1 0 0,0 0-1 0 0,0-1 0 0 0,-1 1 0 0 0,1-1 0 0 0,0 1 0 0 0,1 0 0 0 0,-1 0-4 0 0,0-1 0 0 0,0 1 0 0 0,0 0 0 0 0,0-1 0 0 0,-1 1 1 0 0,1 0-1 0 0,0-1 0 0 0,0 1 0 0 0,-1-1 0 0 0,1 1 0 0 0,0-1 0 0 0,-1 1 0 0 0,1-1 0 0 0,0 0 0 0 0,-1 1 0 0 0,1-1 0 0 0,-1 0 0 0 0,1 0 0 0 0,-1 1 0 0 0,1-1 1 0 0,-1 0-1 0 0,0 0 0 0 0,1 0 0 0 0,-1 1 0 0 0,0-1 0 0 0,0 0 0 0 0,1 0 0 0 0,-1 0 0 0 0,0 0 0 0 0,0 0 0 0 0,0-1 0 0 0,0-74 4832 0 0,0-39-1818 0 0,0 114-2920 0 0,0 1-163 0 0,0 0 0 0 0,-1 0 1 0 0,1 0-1 0 0,0 1 0 0 0,0-1 0 0 0,0 0 0 0 0,0 0 0 0 0,0 0 0 0 0,0 0 0 0 0,0 1 0 0 0,0-1 0 0 0,0 0 1 0 0,0 0-1 0 0,0 0 0 0 0,0 0 0 0 0,0 1 0 0 0,-1-1 0 0 0,1 0 0 0 0,0 0 0 0 0,1 0 0 0 0,-1 1 0 0 0,0-1 1 0 0,0 0-1 0 0,0 0 0 0 0,0 0 0 0 0,0 0 0 0 0,0 1 0 0 0,0-1 0 0 0,0 0 0 0 0,0 0 0 0 0,0 0 0 0 0,0 0 1 0 0,0 1-1 0 0,0-1 0 0 0,1 0 0 0 0,-1 0 0 0 0,0 0 0 0 0,0 0 0 0 0,0 0 0 0 0,0 0 0 0 0,0 0 0 0 0,1 1 1 0 0,-1-1-1 0 0,0 0 0 0 0,0 0 0 0 0,0 0 0 0 0,0 0 0 0 0,1 0 0 0 0,-1 0 0 0 0,0 0 0 0 0,0 0 0 0 0,0 0 1 0 0,0 0-1 0 0,1 0 0 0 0,-1 0 0 0 0,0 0 0 0 0,0 0 0 0 0,0 0 0 0 0,1 0 0 0 0,-1 0 0 0 0,0 0 0 0 0,0 0 1 0 0,0 0-1 0 0,0 0 0 0 0,1 0 0 0 0,-1 0 0 0 0,0 0 0 0 0,0-1 0 0 0,0 1 0 0 0,22 0 84 0 0,-16 0-14 0 0,-7 1-69 0 0,1-1 0 0 0,0 1 0 0 0,0-1 0 0 0,0 1 1 0 0,0 0-1 0 0,0-1 0 0 0,0 1 0 0 0,0-1 0 0 0,0 1 1 0 0,0 0-1 0 0,0-1 0 0 0,0 1 0 0 0,0-1 0 0 0,0 1 1 0 0,0-1-1 0 0,1 1 0 0 0,-1 0 0 0 0,0-1 0 0 0,0 1 1 0 0,1-1-1 0 0,-1 1 0 0 0,0-1 0 0 0,1 1 0 0 0,-1-1 1 0 0,1 0-1 0 0,-1 1 0 0 0,0-1 0 0 0,1 1 0 0 0,-1-1 1 0 0,1 0-1 0 0,-1 1 0 0 0,1-1 0 0 0,-1 0 0 0 0,1 0 1 0 0,0 1-1 0 0,-1-1 0 0 0,1 0 0 0 0,-1 0 0 0 0,1 0 1 0 0,-1 0-1 0 0,1 0 0 0 0,0 0 0 0 0,-1 0 0 0 0,1 0 0 0 0,-1 0 1 0 0,1 0-1 0 0,0 0 0 0 0,0 0 0 0 0,-1 0-9 0 0,1 0 1 0 0,0 0-1 0 0,-1 0 0 0 0,1 0 0 0 0,-1 0 1 0 0,1 0-1 0 0,0 0 0 0 0,-1 0 0 0 0,1 0 1 0 0,-1 0-1 0 0,1 0 0 0 0,-1 0 0 0 0,1 1 1 0 0,0-1-1 0 0,-1 0 0 0 0,1 0 0 0 0,-1 1 1 0 0,1-1-1 0 0,-1 0 0 0 0,1 1 0 0 0,-1-1 1 0 0,0 1-1 0 0,1-1 0 0 0,-1 1 0 0 0,1-1 0 0 0,-1 0 1 0 0,0 1-1 0 0,1 0 0 0 0,-1-1 0 0 0,0 1 1 0 0,0-1-1 0 0,1 1 0 0 0,-1-1 0 0 0,0 2 1 0 0,0 7 187 0 0,-1-10 80 0 0,8-15 3 0 0,1 10-215 0 0,-7 5-50 0 0,0 1 0 0 0,1-1 0 0 0,-1 0-1 0 0,0 0 1 0 0,0 0 0 0 0,0 0 0 0 0,1 0 0 0 0,-1 0 0 0 0,0-1-1 0 0,-1 1 1 0 0,1 0 0 0 0,0-1 0 0 0,0 1 0 0 0,0 0 0 0 0,-1-1-1 0 0,1 1 1 0 0,-1-1 0 0 0,1 1 0 0 0,-1-1 0 0 0,0 1-1 0 0,1-1 1 0 0,-1 1 0 0 0,0-1 0 0 0,0-2 0 0 0,0 2-1 0 0,0 1 1 0 0,0-1 0 0 0,0 1-1 0 0,0-1 1 0 0,0 1 0 0 0,1-1 0 0 0,-1 1-1 0 0,0-1 1 0 0,1 1 0 0 0,-1 0-1 0 0,1-1 1 0 0,0 1 0 0 0,-1 0-1 0 0,1-1 1 0 0,0 1 0 0 0,0 0-1 0 0,0 0 1 0 0,0 0 0 0 0,0 0-1 0 0,0 0 1 0 0,0 0 0 0 0,0 0-1 0 0,3-2 1 0 0,-3 3 0 0 0,0-1 0 0 0,0 0 0 0 0,0 0 0 0 0,0 0-1 0 0,0 1 1 0 0,0-1 0 0 0,0 0 0 0 0,0 0 0 0 0,0 0 0 0 0,-1-1 0 0 0,1 1 0 0 0,0 0 0 0 0,-1 0-1 0 0,1 0 1 0 0,0-1 0 0 0,-1 1 0 0 0,0 0 0 0 0,1 0 0 0 0,-1-1 0 0 0,0 1 0 0 0,0 0 0 0 0,0-1-1 0 0,0-1 1 0 0,0-21-13 0 0,0 17 412 0 0,0 17 1592 0 0,2-9-1998 0 0,-1 1 0 0 0,0-1 0 0 0,0 0-1 0 0,0-1 1 0 0,0 1 0 0 0,1 0 0 0 0,-1 0 0 0 0,0 0-1 0 0,1-1 1 0 0,-1 1 0 0 0,1-1 0 0 0,-1 1-1 0 0,1-1 1 0 0,-1 0 0 0 0,2 1 0 0 0,2 0 0 0 0,2 4 4 0 0,1-1 0 0 0,-1-1 0 0 0,1 1 0 0 0,10 2 0 0 0,-9-3 1 0 0,0 0-1 0 0,0 1 1 0 0,0 0 0 0 0,10 7-1 0 0,29 15 4 0 0,1-1 0 0 0,77 27 0 0 0,-65-25 22 0 0,-49-21-21 0 0,0 0 0 0 0,0-1-1 0 0,0-1 1 0 0,15 4 0 0 0,6-2-10 0 0,-6-5 13 0 0,-19-5 156 0 0,-5 0-111 0 0,19-10 102 0 0,-7-1 36 0 0,33-26-1 0 0,-9 9-119 0 0,-19 17-59 0 0,0 1 0 0 0,23-12-1 0 0,32-22 14 0 0,-15 13-364 0 0,-57 33-166 0 0,1-1-1 0 0,0 1 0 0 0,0 0 0 0 0,1 0 1 0 0,-1 0-1 0 0,0 0 0 0 0,1 1 0 0 0,-1 0 1 0 0,8-2-1 0 0,-5 2-990 0 0,1 0 0 0 0,-1 1 0 0 0,0 0 1 0 0,1 0-1 0 0,-1 0 0 0 0,0 1 0 0 0,1 0 0 0 0,-1 1 0 0 0,8 2 1 0 0,-9 2-3859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09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99 608 3201 0 0,'-60'13'14127'0'0,"54"-16"-9866"0"0,2 0-3653 0 0,-4 2-313 0 0,7 1-204 0 0,0 0 1 0 0,0 0-1 0 0,0 0 0 0 0,0 0 1 0 0,1 0-1 0 0,-1 0 0 0 0,0-1 1 0 0,0 1-1 0 0,1 0 1 0 0,-1 0-1 0 0,0-1 0 0 0,0 1 1 0 0,1-1-1 0 0,-1 1 1 0 0,0-1-1 0 0,1 1 0 0 0,-2-2 1 0 0,1 0 247 0 0,0 0 0 0 0,0 0 0 0 0,1 0 0 0 0,-1-1 0 0 0,1 1 0 0 0,-1 0 0 0 0,1-1 0 0 0,0 1 0 0 0,0 0 0 0 0,0-4 0 0 0,1 5-305 0 0,0 0 1 0 0,-1 0-1 0 0,1 0 1 0 0,0 0-1 0 0,-1 0 0 0 0,1 1 1 0 0,0-1-1 0 0,0 0 1 0 0,0 1-1 0 0,0-1 0 0 0,0 0 1 0 0,0 1-1 0 0,0-1 0 0 0,0 1 1 0 0,0 0-1 0 0,0-1 1 0 0,0 1-1 0 0,0 0 0 0 0,0-1 1 0 0,3 1-1 0 0,2-2 124 0 0,4-12 296 0 0,56-32 360 0 0,237-181 320 0 0,-226 169-1134 0 0,-23 25-14 0 0,-53 31 14 0 0,1 1 0 0 0,-1-1-1 0 0,0 1 1 0 0,0-1 0 0 0,0 0-1 0 0,0 0 1 0 0,0 0-1 0 0,0 0 1 0 0,0 1 0 0 0,0-4-1 0 0,3-6-8 0 0,-1 7-1 0 0,0 0 0 0 0,0 0 0 0 0,1 1-1 0 0,-1-1 1 0 0,1 1 0 0 0,5-5 0 0 0,17-17-66 0 0,-15 4 14 0 0,-10 19 55 0 0,0-1 1 0 0,0 1-1 0 0,1-1 1 0 0,-1 1-1 0 0,1-1 1 0 0,0 1-1 0 0,-1 0 1 0 0,1-1-1 0 0,0 1 1 0 0,1 0-1 0 0,-1 1 1 0 0,5-5-1 0 0,31-17 74 0 0,-10 10-50 0 0,-27 9-185 0 0,-3 0 12 0 0,8 4 50 0 0,-1 0 85 0 0,10 2-131 0 0,-14-1 139 0 0,0-1 0 0 0,-1 1-1 0 0,1 0 1 0 0,0 0-1 0 0,-1 0 1 0 0,1 0 0 0 0,-1 0-1 0 0,0 0 1 0 0,1 0-1 0 0,-1 0 1 0 0,0 0 0 0 0,1 0-1 0 0,-1 0 1 0 0,0 0-1 0 0,0 0 1 0 0,0 0 0 0 0,0 1-1 0 0,0-1 1 0 0,0 1-1 0 0,-1 6 77 0 0,1-1 0 0 0,-1 0-1 0 0,0 0 1 0 0,-1 0-1 0 0,0 0 1 0 0,0 0-1 0 0,-5 9 1 0 0,-4 17 130 0 0,0 30 114 0 0,-11-6-54 0 0,11-15-84 0 0,7-26-134 0 0,0-1-1 0 0,-1 1 1 0 0,-9 18-1 0 0,9-24-17 0 0,0 0 1 0 0,0 1-1 0 0,1-1 0 0 0,1 1 1 0 0,0 0-1 0 0,0 0 1 0 0,1 0-1 0 0,1 0 0 0 0,-1 16 1 0 0,2-19-7 0 0,-1-1 0 0 0,0 1 0 0 0,0-1 0 0 0,-1 0 1 0 0,0 1-1 0 0,-3 6 0 0 0,3-9-57 0 0,0 0-1 0 0,0 0 1 0 0,1 0-1 0 0,0 0 1 0 0,-1 8-1 0 0,3-10-15 0 0,-1 0-1 0 0,1 0 0 0 0,0-1 0 0 0,-1 1 0 0 0,1 0 0 0 0,0 0 0 0 0,1-1 0 0 0,-1 1 0 0 0,0-1 0 0 0,2 3 1 0 0,2 3-234 0 0,-4-6 81 0 0,0 0-1 0 0,0 1 1 0 0,0-1-1 0 0,1 0 1 0 0,-1 1-1 0 0,1-1 1 0 0,-1 0-1 0 0,1 0 0 0 0,0 0 1 0 0,0-1-1 0 0,0 1 1 0 0,0 0-1 0 0,0-1 1 0 0,4 3-1 0 0,-3-3-259 0 0,0-1 0 0 0,1 1 0 0 0,-1-1 0 0 0,0 0 0 0 0,0 0 0 0 0,0 0 0 0 0,1-1-1 0 0,-1 1 1 0 0,0-1 0 0 0,0 0 0 0 0,0 0 0 0 0,0 0 0 0 0,4-1 0 0 0,53-22-11504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10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291 138 1201 0 0,'1'2'4886'0'0,"-8"1"-3543"0"0,-55 10 7737 0 0,-28 11-4047 0 0,79-19-4794 0 0,-1 1 0 0 0,2 0 0 0 0,-1 0 0 0 0,1 1 0 0 0,0 1 0 0 0,0-1 0 0 0,1 1 0 0 0,0 1 0 0 0,0 0 0 0 0,1 0 0 0 0,-7 11 0 0 0,13-16-184 0 0,1 1 0 0 0,-1-1 0 0 0,1 0 0 0 0,0 0 0 0 0,1 1 0 0 0,-1-1 0 0 0,1 1 0 0 0,0-1 0 0 0,0 0-1 0 0,0 1 1 0 0,1-1 0 0 0,-1 1 0 0 0,1-1 0 0 0,0 0 0 0 0,0 1 0 0 0,3 4 0 0 0,7 9 18 0 0,-8-11-19 0 0,1 0 1 0 0,0-1-1 0 0,1 1 0 0 0,0-1 0 0 0,0 0 0 0 0,0 0 1 0 0,7 5-1 0 0,-2-5-49 0 0,0 0 0 0 0,0 0 0 0 0,1-1-1 0 0,0-1 1 0 0,0 0 0 0 0,0 0 0 0 0,0-1 0 0 0,1-1 0 0 0,-1 0 0 0 0,1 0 0 0 0,-1-1 0 0 0,1 0 0 0 0,0-1 0 0 0,-1-1 0 0 0,1 0-1 0 0,0 0 1 0 0,-1-1 0 0 0,16-5 0 0 0,-21 5 8 0 0,1 0-1 0 0,0-1 1 0 0,-1 1 0 0 0,0-2-1 0 0,1 1 1 0 0,-1-1-1 0 0,0 1 1 0 0,-1-2 0 0 0,1 1-1 0 0,-1-1 1 0 0,0 1-1 0 0,0-1 1 0 0,0-1 0 0 0,-1 1-1 0 0,0-1 1 0 0,0 0-1 0 0,5-9 1 0 0,8-13 19 0 0,20-41 1 0 0,-32 58-28 0 0,-1 0 0 0 0,1-1 0 0 0,-2 1 1 0 0,0-1-1 0 0,0 0 0 0 0,-1 1 0 0 0,1-16 1 0 0,-4 20 9 0 0,1-1 0 0 0,-1 1 0 0 0,-1-1 0 0 0,1 1 0 0 0,-1 0 0 0 0,-4-8 0 0 0,2 2 26 0 0,4 13-38 0 0,-3-11 62 0 0,0 1 0 0 0,-1-1 0 0 0,-9-18 0 0 0,10 25-64 0 0,1 1 1 0 0,-1 0-1 0 0,0 0 0 0 0,1 0 1 0 0,-1 0-1 0 0,0 1 0 0 0,-1-1 1 0 0,1 1-1 0 0,0 0 0 0 0,-1 0 1 0 0,0 0-1 0 0,-6-3 1 0 0,0 3-115 0 0,1 0 1 0 0,-1 0 0 0 0,0 1 0 0 0,0 0 0 0 0,1 0 0 0 0,-1 1 0 0 0,0 1 0 0 0,0 0 0 0 0,0 0 0 0 0,1 0 0 0 0,-1 2 0 0 0,1-1 0 0 0,-1 1 0 0 0,-12 6 0 0 0,21-9-81 0 0,1 1 1 0 0,0-1 0 0 0,-1 0-1 0 0,1 1 1 0 0,-1-1-1 0 0,1 0 1 0 0,0 1-1 0 0,-1-1 1 0 0,1 1 0 0 0,0-1-1 0 0,-1 0 1 0 0,1 1-1 0 0,0-1 1 0 0,0 1-1 0 0,0-1 1 0 0,-1 1 0 0 0,1-1-1 0 0,0 1 1 0 0,0-1-1 0 0,0 1 1 0 0,0-1-1 0 0,0 1 1 0 0,0-1 0 0 0,0 1-1 0 0,0-1 1 0 0,0 1-1 0 0,0 0 1 0 0,0-1-1 0 0,0 1 1 0 0,0-1 0 0 0,0 1-1 0 0,1-1 1 0 0,-1 0-1 0 0,0 1 1 0 0,0-1-1 0 0,1 1 1 0 0,-1-1 0 0 0,0 1-1 0 0,1-1 1 0 0,-1 1-1 0 0,0-1 1 0 0,1 0-1 0 0,-1 1 1 0 0,0-1 0 0 0,1 0-1 0 0,0 1 1 0 0,26 11-6758 0 0,6-3 720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11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35 400 0 0,'-21'-1'2964'0'0,"0"0"0"0"0,-1-2 0 0 0,1 0 0 0 0,-30-9 0 0 0,-9 5 1198 0 0,33 7-2468 0 0,27 0-1673 0 0,0 0 0 0 0,0 0-1 0 0,0 0 1 0 0,0 0-1 0 0,0 0 1 0 0,0 0 0 0 0,-1 0-1 0 0,1 0 1 0 0,0 1 0 0 0,0-1-1 0 0,0 0 1 0 0,0 0 0 0 0,0 0-1 0 0,0 0 1 0 0,-1 0-1 0 0,1 0 1 0 0,0 0 0 0 0,0 0-1 0 0,0 0 1 0 0,0 0 0 0 0,0 0-1 0 0,-1 0 1 0 0,1 0-1 0 0,0 0 1 0 0,0 0 0 0 0,0 0-1 0 0,0 0 1 0 0,0 0 0 0 0,-1 0-1 0 0,1-1 1 0 0,0 1-1 0 0,0 0 1 0 0,0 0 0 0 0,0 0-1 0 0,0 0 1 0 0,0 0 0 0 0,0 0-1 0 0,-1 0 1 0 0,1 0 0 0 0,0 0-1 0 0,0-1 1 0 0,0 1-1 0 0,0 0 1 0 0,0 0 0 0 0,0 0-1 0 0,0 0 1 0 0,0 0 0 0 0,0 0-1 0 0,0-1 1 0 0,0 1-1 0 0,0 0 1 0 0,0 0 0 0 0,0 0-1 0 0,0 0 1 0 0,0 0 0 0 0,0-1-1 0 0,0 1 1 0 0,0 0 0 0 0,0 0-1 0 0,0 0 1 0 0,0 0-1 0 0,0-1 12 0 0,0 1-1 0 0,0 0 1 0 0,0 0-1 0 0,0 0 1 0 0,0 0-1 0 0,0 0 0 0 0,0-1 1 0 0,0 1-1 0 0,0 0 1 0 0,0 0-1 0 0,0 0 1 0 0,0 0-1 0 0,0 0 1 0 0,0-1-1 0 0,0 1 0 0 0,0 0 1 0 0,0 0-1 0 0,0 0 1 0 0,0 0-1 0 0,-1 0 1 0 0,1 0-1 0 0,0 0 0 0 0,0-1 1 0 0,0 1-1 0 0,0 0 1 0 0,0 0-1 0 0,0 0 1 0 0,0 0-1 0 0,0 0 1 0 0,0 0-1 0 0,-1 0 0 0 0,1 0 1 0 0,0 0-1 0 0,0 0 1 0 0,0-1-1 0 0,0 1 1 0 0,0 0-1 0 0,-1 0 0 0 0,1 0 1 0 0,0 0-1 0 0,0 0 1 0 0,0 0-1 0 0,0 0 1 0 0,0 0-1 0 0,0 0 1 0 0,-1 0-1 0 0,1 0 0 0 0,0 0 1 0 0,0 0-1 0 0,0 0 1 0 0,0 0-1 0 0,0 1 1 0 0,-1-1-1 0 0,1 0 0 0 0,0 0 1 0 0,0 0-1 0 0,0 0 1 0 0,0 0-1 0 0,0 0 1 0 0,0 0-1 0 0,-1 0 0 0 0,-20 0 543 0 0,15 0 960 0 0,12 0-1227 0 0,337 30 3049 0 0,-246-18-2990 0 0,6 3-1492 0 0,-70-8-1483 0 0,-41-4-6879 0 0,-16-2 4929 0 0,-36-6-3858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12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487 104 1361 0 0,'0'0'423'0'0,"0"-1"1"0"0,0 1 0 0 0,0-1 0 0 0,0 1 0 0 0,0-1-1 0 0,0 1 1 0 0,0-1 0 0 0,0 1 0 0 0,1-1-1 0 0,-1 1 1 0 0,0-1 0 0 0,0 1 0 0 0,1 0 0 0 0,-1-1-1 0 0,0 1 1 0 0,1-1 0 0 0,-1 1 0 0 0,0 0 0 0 0,1-1-1 0 0,-1 1 1 0 0,0 0 0 0 0,1-1 0 0 0,15-4 5277 0 0,28 5-1646 0 0,-6 0-3389 0 0,-16-4-413 0 0,-22 3-234 0 0,0 1 0 0 0,1 0-1 0 0,-1 0 1 0 0,0 0 0 0 0,1 0-1 0 0,-1 0 1 0 0,0-1 0 0 0,1 1-1 0 0,-1 0 1 0 0,0 0 0 0 0,0 0-1 0 0,1-1 1 0 0,-1 1 0 0 0,0 0-1 0 0,0 0 1 0 0,0-1 0 0 0,1 1-1 0 0,-1 0 1 0 0,0-1 0 0 0,0 1-1 0 0,0 0 1 0 0,0 0 0 0 0,1-1 0 0 0,-1 1-1 0 0,0 0 1 0 0,0-1 0 0 0,0 1-1 0 0,0 0 1 0 0,0-1 0 0 0,0 1-1 0 0,0-1 1 0 0,0 1 0 0 0,0 0-1 0 0,0-1 1 0 0,0 1 0 0 0,0 0-1 0 0,-1-1 1 0 0,1 1 0 0 0,0 0-1 0 0,0 0 1 0 0,0-1 0 0 0,0 1-1 0 0,0 0 1 0 0,-1-1 0 0 0,1 1-1 0 0,0 0 1 0 0,0 0 0 0 0,-1-1-1 0 0,1 1 1 0 0,0 0 0 0 0,0 0-1 0 0,-1-1 1 0 0,1 1 0 0 0,0 0-1 0 0,0 0 1 0 0,-1 0 0 0 0,1 0-1 0 0,0 0 1 0 0,-1-1 0 0 0,-1 1 83 0 0,0 0-66 0 0,1 0 0 0 0,0 0 1 0 0,-1-1-1 0 0,1 1 1 0 0,0 0-1 0 0,0 0 1 0 0,-1-1-1 0 0,1 1 1 0 0,0-1-1 0 0,0 1 0 0 0,0-1 1 0 0,-1 0-1 0 0,1 1 1 0 0,0-1-1 0 0,0 0 1 0 0,0 0-1 0 0,0 0 1 0 0,0 0-1 0 0,0 0 0 0 0,0-1 1 0 0,0 1-3 0 0,1 1-1 0 0,-1-1 1 0 0,1 0 0 0 0,-1 0 0 0 0,1 1 0 0 0,-1-1-1 0 0,1 0 1 0 0,-1 1 0 0 0,0-1 0 0 0,0 0 0 0 0,1 1-1 0 0,-1-1 1 0 0,0 1 0 0 0,0-1 0 0 0,1 1 0 0 0,-1 0-1 0 0,0-1 1 0 0,0 1 0 0 0,0 0 0 0 0,0-1 0 0 0,0 1-1 0 0,1 0 1 0 0,-3 0 0 0 0,-30-6 297 0 0,19 3-99 0 0,-36-13 486 0 0,41 12-590 0 0,1 1 1 0 0,-1 0 0 0 0,1 1 0 0 0,-1 0-1 0 0,0 0 1 0 0,0 1 0 0 0,-10-1-1 0 0,-51 2 272 0 0,35 2-319 0 0,27 0-89 0 0,2 1 2 0 0,1 0-61 0 0,5 100-423 0 0,0 39 620 0 0,0-141-250 0 0,5-1-13 0 0,0 1 118 0 0,-3-1 14 0 0,-1 0 1 0 0,1 0-1 0 0,-1 0 0 0 0,1 0 1 0 0,-1-1-1 0 0,1 1 0 0 0,-1 0 1 0 0,1-1-1 0 0,-1 1 0 0 0,0-1 0 0 0,1 1 1 0 0,-1-1-1 0 0,0 0 0 0 0,1 1 1 0 0,-1-1-1 0 0,3-2 0 0 0,33-21 135 0 0,-28 18-96 0 0,1-1 0 0 0,0 1 0 0 0,0 0 0 0 0,1 1 0 0 0,-1 1 0 0 0,12-4 0 0 0,-15 6-53 0 0,0 1 0 0 0,0 0 0 0 0,1 1 0 0 0,-1 0 0 0 0,0 0 0 0 0,0 0 0 0 0,0 1 0 0 0,0 0 0 0 0,0 1 0 0 0,0-1 0 0 0,0 1 0 0 0,-1 1 0 0 0,12 4 1 0 0,-15-5 12 0 0,1 0 1 0 0,0 0 0 0 0,-1 1 0 0 0,0-1-1 0 0,1 1 1 0 0,-1 0 0 0 0,0-1 0 0 0,0 2 0 0 0,-1-1-1 0 0,1 0 1 0 0,0 0 0 0 0,-1 1 0 0 0,0 0 0 0 0,0-1-1 0 0,0 1 1 0 0,0 0 0 0 0,-1 0 0 0 0,0 0 0 0 0,1 0-1 0 0,-2 0 1 0 0,1 0 0 0 0,0 0 0 0 0,-1 1-1 0 0,1 3 1 0 0,-2-4 30 0 0,0 0 0 0 0,1 0-1 0 0,-1 0 1 0 0,0 0 0 0 0,-1-1-1 0 0,1 1 1 0 0,-1 0-1 0 0,0-1 1 0 0,0 1 0 0 0,0-1-1 0 0,0 0 1 0 0,0 0 0 0 0,-1 1-1 0 0,1-2 1 0 0,-1 1 0 0 0,0 0-1 0 0,0 0 1 0 0,0-1 0 0 0,-4 3-1 0 0,-8 5 348 0 0,-1 0 0 0 0,-28 13 0 0 0,36-20-276 0 0,-16 7 66 0 0,0-1 0 0 0,-2-2 0 0 0,1 0 0 0 0,0-2 1 0 0,-1-1-1 0 0,0-1 0 0 0,-47 0 0 0 0,68-3-161 0 0,-14 1-34 0 0,8 0-38 0 0,-1 0-1 0 0,0 0 0 0 0,0-1 0 0 0,0-1 1 0 0,0 0-1 0 0,0-1 0 0 0,0 0 1 0 0,1-1-1 0 0,-1 0 0 0 0,-20-9 0 0 0,29 10-5 0 0,0 1 0 0 0,0-1-1 0 0,0 0 1 0 0,1 0 0 0 0,-1-1-1 0 0,0 1 1 0 0,1 0 0 0 0,0-1-1 0 0,-4-4 1 0 0,5 5-39 0 0,0 1 0 0 0,1 0-1 0 0,-1-1 1 0 0,1 1 0 0 0,-1 0 0 0 0,1-1-1 0 0,-1 1 1 0 0,1-1 0 0 0,0 1 0 0 0,-1-1-1 0 0,1 1 1 0 0,0 0 0 0 0,0-1 0 0 0,0 1-1 0 0,0-1 1 0 0,1 1 0 0 0,-1-1 0 0 0,0 1-1 0 0,0-1 1 0 0,1 1 0 0 0,-1 0 0 0 0,1-1-1 0 0,0 1 1 0 0,-1-1 0 0 0,1 1 0 0 0,0 0-1 0 0,0 0 1 0 0,1-2 0 0 0,1-1-494 0 0,1 1 0 0 0,-1 0 0 0 0,1 0 0 0 0,0 0 0 0 0,0 1 0 0 0,0-1 0 0 0,1 1 0 0 0,-1 0 0 0 0,6-2 0 0 0,48-15-6985 0 0,-36 13 5381 0 0,43-15-4153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13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14 320 0 0,'-61'-10'8718'0'0,"-3"7"4387"0"0,137 2-10798 0 0,72 1 133 0 0,-76 5-6488 0 0,-8 5-6388 0 0,-61-10 10333 0 0,0 0-1 0 0,0 0 1 0 0,-1 0 0 0 0,1 0 0 0 0,0 1 0 0 0,0-1-1 0 0,0 0 1 0 0,0 0 0 0 0,0 0 0 0 0,0 0 0 0 0,0 0-1 0 0,0 0 1 0 0,-1 0 0 0 0,1 0 0 0 0,0 0 0 0 0,0 1-1 0 0,0-1 1 0 0,0 0 0 0 0,0 0 0 0 0,0 0 0 0 0,0 0-1 0 0,0 0 1 0 0,0 0 0 0 0,0 1 0 0 0,0-1 0 0 0,0 0 0 0 0,0 0-1 0 0,0 0 1 0 0,0 0 0 0 0,0 0 0 0 0,0 0 0 0 0,0 1-1 0 0,0-1 1 0 0,0 0 0 0 0,0 0 0 0 0,0 0 0 0 0,0 0-1 0 0,0 0 1 0 0,0 0 0 0 0,0 1 0 0 0,1-1 0 0 0,-1 0-1 0 0,0 0 1 0 0,0 0 0 0 0,0 0 0 0 0,0 0 0 0 0,0 0-1 0 0,0 0 1 0 0,0 0 0 0 0,0 0 0 0 0,1 1 0 0 0,-1-1 0 0 0,-27 1-4833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13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27 8724 0 0,'-98'13'7603'0'0,"66"-5"-2160"0"0,64-16-4403 0 0,-32 16-319 0 0,33-8-481 0 0,32 0 80 0 0,1-8 80 0 0,-1 8 0 0 0,59-7-159 0 0,72-5-562 0 0,-65 4-2880 0 0,-33 1-4243 0 0,-66 1 481 0 0,1 12 1361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15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438 57 2081 0 0,'0'-1'540'0'0,"0"-1"1"0"0,0 1-1 0 0,0-1 0 0 0,0 1 1 0 0,0-1-1 0 0,1 1 0 0 0,-1-1 1 0 0,0 1-1 0 0,1-1 1 0 0,-1 1-1 0 0,1-1 0 0 0,-1 1 1 0 0,1 0-1 0 0,0-1 0 0 0,0 1 1 0 0,0-1-1 0 0,17-6 1732 0 0,-16 7-2258 0 0,9-6 2734 0 0,-8 5-2473 0 0,21-3 1464 0 0,-18-2-285 0 0,10 6-1100 0 0,1 1 5615 0 0,4 1-5889 0 0,-10 5 0 0 0,11-5 0 0 0,-17-1 254 0 0,-10 0-174 0 0,-147 0 1280 0 0,65-4-955 0 0,67 1-421 0 0,-1 2-1 0 0,1 1 1 0 0,0 0 0 0 0,0 1 0 0 0,-32 7-1 0 0,41-6-69 0 0,0 1-1 0 0,0 0 0 0 0,1 0 1 0 0,-1 1-1 0 0,1 1 0 0 0,-1 0 1 0 0,2 0-1 0 0,-1 1 0 0 0,-16 12 1 0 0,25-17 8 0 0,0 0 0 0 0,-1 1 0 0 0,1-1 0 0 0,0 0 0 0 0,0 0 0 0 0,0 0 0 0 0,0 1 0 0 0,0-1 0 0 0,0 1 0 0 0,0-1 0 0 0,0 1 0 0 0,0-1 0 0 0,1 1 0 0 0,-1 0 0 0 0,0-1 0 0 0,1 1 0 0 0,0-1 0 0 0,-1 1 0 0 0,1 0 0 0 0,0 0 0 0 0,0-1 0 0 0,0 1 0 0 0,0 2 0 0 0,1-1 20 0 0,0 0 0 0 0,0 0 0 0 0,0 0 0 0 0,0-1 0 0 0,1 1 1 0 0,-1 0-1 0 0,1 0 0 0 0,-1-1 0 0 0,1 1 0 0 0,0-1 0 0 0,0 0 0 0 0,3 3 0 0 0,4 3 39 0 0,0-1 0 0 0,0 0-1 0 0,1 0 1 0 0,0-1 0 0 0,0-1-1 0 0,21 9 1 0 0,-1-2-28 0 0,-3-2-114 0 0,1 0-1 0 0,0-1 0 0 0,55 8 1 0 0,-50-12 14 0 0,-1-5 53 0 0,1-5 28 0 0,-1 5 53 0 0,-21 1-71 0 0,-1 0 0 0 0,0 1 0 0 0,0 0 0 0 0,0 1 0 0 0,0 0 1 0 0,0 0-1 0 0,-1 1 0 0 0,0 0 0 0 0,1 1 0 0 0,-1 0 1 0 0,12 9-1 0 0,-18-11 24 0 0,1 0 0 0 0,-1 0 0 0 0,0 1 0 0 0,0 0 0 0 0,0-1 0 0 0,-1 1 0 0 0,0 0 0 0 0,1 0 0 0 0,-1 1 0 0 0,0-1-1 0 0,-1 0 1 0 0,1 1 0 0 0,-1-1 0 0 0,0 1 0 0 0,0-1 0 0 0,0 1 0 0 0,-1-1 0 0 0,0 1 0 0 0,0 0 0 0 0,0-1 0 0 0,0 1 0 0 0,0 0 0 0 0,-1-1 0 0 0,0 1 0 0 0,0-1 0 0 0,-4 9 0 0 0,3-7 65 0 0,0 0-1 0 0,-1 0 1 0 0,0-1 0 0 0,0 1-1 0 0,-1-1 1 0 0,1 0 0 0 0,-1 0-1 0 0,0 0 1 0 0,-1-1 0 0 0,1 1-1 0 0,-1-1 1 0 0,-9 6 0 0 0,-4 2 110 0 0,0-1 0 0 0,-26 11 1 0 0,28-14-82 0 0,-82 34 299 0 0,89-38-405 0 0,1 0 0 0 0,-1-1-1 0 0,0 0 1 0 0,0-1-1 0 0,0 0 1 0 0,0 0-1 0 0,-1-1 1 0 0,1 0-1 0 0,0-1 1 0 0,-11-1 0 0 0,-1 1-12 0 0,2 0-87 0 0,0-2 0 0 0,0 0-1 0 0,0-1 1 0 0,1-1 0 0 0,-1 0 0 0 0,1-2-1 0 0,0 0 1 0 0,0-1 0 0 0,1-1-1 0 0,0 0 1 0 0,0-2 0 0 0,-19-13-1 0 0,34 22 13 0 0,0 0 0 0 0,0-1-1 0 0,0 1 1 0 0,0 0 0 0 0,0-1-1 0 0,1 0 1 0 0,-1 1 0 0 0,1-1 0 0 0,-1 0-1 0 0,1 0 1 0 0,0 1 0 0 0,-1-1-1 0 0,1 0 1 0 0,0-1 0 0 0,0-1-1 0 0,1 3-101 0 0,0-1-1 0 0,0 0 0 0 0,0 0 1 0 0,0 1-1 0 0,1-1 0 0 0,-1 0 1 0 0,1 1-1 0 0,-1-1 1 0 0,1 0-1 0 0,0 1 0 0 0,0-1 1 0 0,0 1-1 0 0,1-3 0 0 0,4-6-981 0 0,-2 0-686 0 0,8-12-2692 0 0,-3 15 2700 0 0,-1 1 0 0 0,1 0 1 0 0,0 0-1 0 0,11-4 0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16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84 1441 0 0,'0'-5'6104'0'0,"0"-17"891"0"0,1 21-6775 0 0,-1-1-1 0 0,0 1 1 0 0,0 0-1 0 0,1 0 1 0 0,-1 0 0 0 0,0-1-1 0 0,1 1 1 0 0,-1 0 0 0 0,1 0-1 0 0,0 0 1 0 0,-1 0-1 0 0,1 0 1 0 0,0 0 0 0 0,0 0-1 0 0,0 0 1 0 0,-1 0-1 0 0,1 0 1 0 0,0 0 0 0 0,0 1-1 0 0,2-2 1 0 0,32-14 1534 0 0,44 1-793 0 0,-78 15-911 0 0,10-2 39 0 0,1 2 0 0 0,0 0 1 0 0,-1 0-1 0 0,1 1 0 0 0,-1 0 1 0 0,0 1-1 0 0,1 1 0 0 0,-1 0 1 0 0,0 0-1 0 0,0 1 0 0 0,-1 0 0 0 0,19 11 1 0 0,-14-6-45 0 0,0 0 1 0 0,-1 1 0 0 0,0 1-1 0 0,-1 0 1 0 0,0 1 0 0 0,22 27-1 0 0,-31-33 3 0 0,1 0 0 0 0,-1 0 0 0 0,-1 1 0 0 0,1 0-1 0 0,-1 0 1 0 0,0 0 0 0 0,2 8 0 0 0,7 20 530 0 0,1-17-268 0 0,-12-16-299 0 0,1 0 0 0 0,-1 0 1 0 0,1 0-1 0 0,-1 0 0 0 0,0 0 1 0 0,0 0-1 0 0,0 0 0 0 0,0 0 1 0 0,0 1-1 0 0,0-1 1 0 0,-1 0-1 0 0,1 0 0 0 0,-1 1 1 0 0,1 3-1 0 0,-1-5-8 0 0,0 0 0 0 0,0-1 1 0 0,0 1-1 0 0,0 0 0 0 0,0 0 0 0 0,1 0 0 0 0,-1-1 0 0 0,0 1 1 0 0,1 0-1 0 0,-1-1 0 0 0,0 1 0 0 0,1 0 0 0 0,-1-1 0 0 0,1 1 0 0 0,-1 0 1 0 0,1-1-1 0 0,0 1 0 0 0,-1-1 0 0 0,1 1 0 0 0,-1-1 0 0 0,1 1 1 0 0,0-1-1 0 0,-1 1 0 0 0,1-1 0 0 0,0 0 0 0 0,0 1 0 0 0,-1-1 1 0 0,1 0-1 0 0,0 0 0 0 0,0 0 0 0 0,1 1 0 0 0,2-3-7 0 0,-20-3-40 0 0,16 5 41 0 0,0 1 0 0 0,-1-1-1 0 0,1-1 1 0 0,0 1 0 0 0,0 0 0 0 0,-1 0-1 0 0,1 0 1 0 0,0 0 0 0 0,0 0-1 0 0,0 0 1 0 0,-1 0 0 0 0,1 0-1 0 0,0 0 1 0 0,0 0 0 0 0,-1 0 0 0 0,1-1-1 0 0,0 1 1 0 0,0 0 0 0 0,0 0-1 0 0,0 0 1 0 0,-1 0 0 0 0,1-1-1 0 0,0 1 1 0 0,0 0 0 0 0,0 0 0 0 0,0 0-1 0 0,0-1 1 0 0,-1 1 0 0 0,1 0-1 0 0,0 0 1 0 0,0 0 0 0 0,0-1-1 0 0,0 1 1 0 0,0 0 0 0 0,0 0-1 0 0,0-1 1 0 0,0 1 0 0 0,0 0 0 0 0,0 0-1 0 0,0-1 1 0 0,0 1 0 0 0,0 0-1 0 0,0 0 1 0 0,0-1 0 0 0,0 1 2 0 0,0 0 1 0 0,0-1 0 0 0,0 1 0 0 0,0 0-1 0 0,1 0 1 0 0,-1-1 0 0 0,0 1-1 0 0,-1 0 1 0 0,1-1 0 0 0,0 1-1 0 0,0 0 1 0 0,0 0 0 0 0,0-1-1 0 0,0 1 1 0 0,0 0 0 0 0,0-1 0 0 0,0 1-1 0 0,0 0 1 0 0,-1 0 0 0 0,1-1-1 0 0,0 1 1 0 0,0 0 0 0 0,0 0-1 0 0,0 0 1 0 0,-1-1 0 0 0,1 1-1 0 0,0 0 1 0 0,0 0 0 0 0,-1 0 0 0 0,1 0-1 0 0,0-1 1 0 0,0 1 0 0 0,-1 0-1 0 0,1 0 1 0 0,0 0 0 0 0,-1 0-1 0 0,-59-35 1 0 0,49 28 0 0 0,-1 0 0 0 0,1 1 0 0 0,-2 1 0 0 0,1 0 0 0 0,0 0 0 0 0,-1 2 0 0 0,0-1 0 0 0,-18-1 0 0 0,23 3 0 0 0,-2-1 3 0 0,-1 1 0 0 0,0 0-1 0 0,0 0 1 0 0,0 2 0 0 0,0-1-1 0 0,0 1 1 0 0,0 1 0 0 0,0-1-1 0 0,0 2 1 0 0,0 0 0 0 0,1 0-1 0 0,-1 1 1 0 0,1 0 0 0 0,-1 1-1 0 0,1 0 1 0 0,0 1 0 0 0,0 0-1 0 0,1 1 1 0 0,-12 8 0 0 0,20-13-2 0 0,-7 5 60 0 0,0 1 1 0 0,1 0 0 0 0,0 0 0 0 0,-11 15 0 0 0,17-20-41 0 0,-1 1-1 0 0,0-1 1 0 0,1 1 0 0 0,0-1-1 0 0,-1 1 1 0 0,1 0 0 0 0,0-1-1 0 0,1 1 1 0 0,-1 0 0 0 0,0 0-1 0 0,1 0 1 0 0,0 0 0 0 0,-1-1-1 0 0,1 1 1 0 0,0 0 0 0 0,0 0-1 0 0,1 0 1 0 0,-1 0 0 0 0,1 0-1 0 0,-1 0 1 0 0,1-1 0 0 0,0 1-1 0 0,0 0 1 0 0,3 5 0 0 0,-1-5-6 0 0,0 1 0 0 0,0-1 1 0 0,0 0-1 0 0,0 1 0 0 0,1-2 1 0 0,-1 1-1 0 0,1 0 0 0 0,0-1 1 0 0,0 1-1 0 0,0-1 0 0 0,0 0 1 0 0,0 0-1 0 0,7 1 0 0 0,56 13 24 0 0,-48-13 146 0 0,-1-1 0 0 0,1-1 0 0 0,35-3 0 0 0,-29-1-1288 0 0,-1-1-1 0 0,36-10 0 0 0,-30 4-2447 0 0,43-20 1 0 0,19-21-7080 0 0,-54 23 5387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16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76 2481 0 0,'-28'-10'5729'0'0,"-36"-8"1"0"0,63 17-5629 0 0,1 1-1 0 0,-1 0 1 0 0,1 0 0 0 0,0-1 0 0 0,-1 1 0 0 0,1 0-1 0 0,0 0 1 0 0,-1-1 0 0 0,1 1 0 0 0,0 0 0 0 0,-1-1-1 0 0,1 1 1 0 0,0-1 0 0 0,0 1 0 0 0,-1 0 0 0 0,1-1 0 0 0,0 1-1 0 0,0-1 1 0 0,0 1 0 0 0,0-1 0 0 0,-1 1 0 0 0,1-1-1 0 0,0 1 1 0 0,0-1 0 0 0,0 1 0 0 0,0 0 0 0 0,0-1 0 0 0,0 1-1 0 0,0-1 1 0 0,0 1 0 0 0,1-1 0 0 0,-1 1 0 0 0,0-1-1 0 0,0 1 1 0 0,0-1 0 0 0,0 1 0 0 0,1 0 0 0 0,-1-1 0 0 0,0 1-1 0 0,0-1 1 0 0,1 1 0 0 0,-1 0 0 0 0,0-1 0 0 0,1 1-1 0 0,-1 0 1 0 0,0-1 0 0 0,1 1 0 0 0,-1 0 0 0 0,0 0-1 0 0,1-1 1 0 0,0 1 0 0 0,0 0-65 0 0,11-6 283 0 0,1 2 0 0 0,0-1 0 0 0,1 2 0 0 0,-1 0 0 0 0,1 0 0 0 0,-1 2 0 0 0,19-1 0 0 0,-16 2-191 0 0,0 0-1 0 0,0 1 1 0 0,0 1 0 0 0,0 1-1 0 0,0 0 1 0 0,18 7 0 0 0,-30-8-58 0 0,0 0 0 0 0,0-1 0 0 0,0 2 0 0 0,-1-1 0 0 0,1 0 0 0 0,-1 1 0 0 0,0-1 0 0 0,0 1 0 0 0,0 0 0 0 0,0 0 0 0 0,0 0 0 0 0,0 1 0 0 0,-1-1 0 0 0,0 1 0 0 0,1-1 0 0 0,-1 1 0 0 0,-1 0 0 0 0,1 0 0 0 0,-1 0 0 0 0,1 0 0 0 0,-1 0 0 0 0,0 0 0 0 0,0 0 0 0 0,-1 0 0 0 0,1 0 1 0 0,-1 0-1 0 0,0 1 0 0 0,0-1 0 0 0,-1 0 0 0 0,1 0 0 0 0,-2 5 0 0 0,-19 39 890 0 0,20-44-892 0 0,-1-1 1 0 0,1 0-1 0 0,0 0 0 0 0,-1 0 1 0 0,1 0-1 0 0,-1 0 0 0 0,0 0 1 0 0,0-1-1 0 0,0 1 0 0 0,-1 0 1 0 0,1-1-1 0 0,0 0 0 0 0,-1 1 1 0 0,0-1-1 0 0,1 0 0 0 0,-1 0 1 0 0,0-1-1 0 0,0 1 0 0 0,0-1 1 0 0,0 1-1 0 0,-1-1 0 0 0,-4 1 1 0 0,-5 4 120 0 0,2-3 33 0 0,-1 0-1 0 0,1-1 1 0 0,-1 0 0 0 0,0-1-1 0 0,1 0 1 0 0,-1-1-1 0 0,0 0 1 0 0,0-1 0 0 0,1 0-1 0 0,-1-1 1 0 0,0 0 0 0 0,-11-4-1 0 0,18 4-222 0 0,0 1 0 0 0,0-1 1 0 0,0 0-1 0 0,0 0 0 0 0,1-1 0 0 0,-1 1 0 0 0,-4-4 0 0 0,8 5-4 0 0,-1 0 0 0 0,0-1-1 0 0,0 1 1 0 0,1 0 0 0 0,-1-1 0 0 0,1 1-1 0 0,0-1 1 0 0,-1 0 0 0 0,1 1 0 0 0,0-1-1 0 0,0 0 1 0 0,0 0 0 0 0,0 0 0 0 0,0 0 0 0 0,1 0-1 0 0,-1 0 1 0 0,0 0 0 0 0,0-4 0 0 0,1-41-222 0 0,6 46 160 0 0,-4 1 69 0 0,1 0 0 0 0,-1 0 0 0 0,1 1 0 0 0,-1-1 0 0 0,1 0 0 0 0,-1 1 0 0 0,1 0 0 0 0,-1 0 0 0 0,5 2 0 0 0,38 25 209 0 0,-43-27-202 0 0,157 95 803 0 0,-84-53-463 0 0,-47-26-220 0 0,0-1 0 0 0,52 19 0 0 0,-63-30-185 0 0,0 0 1 0 0,0-1-1 0 0,0-1 0 0 0,0-1 1 0 0,34 0-1 0 0,-34-2-459 0 0,1-1 1 0 0,-1-1-1 0 0,0-1 0 0 0,29-8 0 0 0,-32 6-1079 0 0,0 0 0 0 0,-1 0 0 0 0,16-10-1 0 0,-12 4-3302 0 0,-1-1 0 0 0,19-17 0 0 0,-33 28 4581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18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1 400 0 0,'0'0'-160'0'0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19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7 1841 0 0,'0'0'157'0'0,"0"0"0"0"0,0-1 0 0 0,1 1 0 0 0,-1-1 1 0 0,0 1-1 0 0,0 0 0 0 0,1-1 0 0 0,-1 1 0 0 0,0 0 0 0 0,1-1 0 0 0,-1 1 1 0 0,0 0-1 0 0,1-1 0 0 0,-1 1 0 0 0,0 0 0 0 0,1 0 0 0 0,-1-1 0 0 0,1 1 1 0 0,-1 0-1 0 0,0 0 0 0 0,1 0 0 0 0,-1 0 0 0 0,1-1 0 0 0,-1 1 1 0 0,1 0-1 0 0,-1 0 0 0 0,0 0 0 0 0,1 0 0 0 0,-1 0 0 0 0,1 0 0 0 0,0 0 1 0 0,14 1 160 0 0,-15-1 57 0 0,17 0 518 0 0,-1 0-1 0 0,0 1 1 0 0,0 1-1 0 0,1 0 0 0 0,16 6 1 0 0,-25-5-569 0 0,-1 0 1 0 0,1 0-1 0 0,-1 1 1 0 0,0 0-1 0 0,-1 0 1 0 0,1 1-1 0 0,-1 0 1 0 0,1 0 0 0 0,-1 0-1 0 0,6 9 1 0 0,-9-10-92 0 0,1 0 0 0 0,0-1 1 0 0,-1 1-1 0 0,1-1 1 0 0,0 1-1 0 0,6 2 0 0 0,-9-6-199 0 0,-1 1 31 0 0,1-1-1 0 0,-1 1 1 0 0,1-1 0 0 0,-1 1-1 0 0,1-1 1 0 0,-1 0 0 0 0,0 1-1 0 0,1-1 1 0 0,-1 1 0 0 0,0 0-1 0 0,1-1 1 0 0,-1 1 0 0 0,0-1-1 0 0,0 1 1 0 0,1 0 0 0 0,-1-1-1 0 0,0 1 1 0 0,0-1-1 0 0,0 1 1 0 0,0 0 0 0 0,0-1-1 0 0,0 1 1 0 0,0 0 0 0 0,0-1-1 0 0,0 1 1 0 0,0-1 0 0 0,0 1-1 0 0,0 0 1 0 0,-1 2 1208 0 0,0-5-1247 0 0,0 1 0 0 0,0 0 0 0 0,-1 1-1 0 0,1-1 1 0 0,0 0 0 0 0,-1 0 0 0 0,1 0 0 0 0,0 1-1 0 0,-1-1 1 0 0,1 1 0 0 0,-1-1 0 0 0,1 1 0 0 0,-1 0-1 0 0,1-1 1 0 0,-1 1 0 0 0,1 0 0 0 0,-1 0 0 0 0,0 0-1 0 0,-1 0 1 0 0,1 0 32 0 0,-66-13 887 0 0,0-2 151 0 0,-85-6 331 0 0,117 17-903 0 0,-57 0 0 0 0,92 4-518 0 0,-6 0 34 0 0,0 0 1 0 0,0 1 0 0 0,0 0-1 0 0,1 0 1 0 0,-1 1-1 0 0,1 0 1 0 0,-1 0 0 0 0,1 0-1 0 0,0 1 1 0 0,0 0-1 0 0,0 0 1 0 0,0 1 0 0 0,0-1-1 0 0,1 1 1 0 0,-1 1-1 0 0,1-1 1 0 0,0 1 0 0 0,0 0-1 0 0,1 0 1 0 0,0 0-1 0 0,0 0 1 0 0,-5 8 0 0 0,7-11-34 0 0,0 1 1 0 0,0 0 0 0 0,1-1 0 0 0,-1 1 0 0 0,0 0 0 0 0,1 0 0 0 0,0 0 0 0 0,0 0 0 0 0,0 0 0 0 0,0 0 0 0 0,0 0 0 0 0,0 4 0 0 0,1-2-5 0 0,1-1 0 0 0,0 0 1 0 0,0 0-1 0 0,0 0 0 0 0,0 0 1 0 0,1 0-1 0 0,0 0 1 0 0,2 4-1 0 0,4 11 32 0 0,-7-16-29 0 0,0 0 0 0 0,0-1 0 0 0,0 1 0 0 0,1 0 1 0 0,-1-1-1 0 0,1 1 0 0 0,-1-1 0 0 0,1 0 0 0 0,0 1 0 0 0,0-1 1 0 0,0 0-1 0 0,0 0 0 0 0,0 0 0 0 0,0-1 0 0 0,4 3 0 0 0,21 12 8 0 0,-24-15-14 0 0,11 3 0 0 0,-13-4 0 0 0,9 0 0 0 0,1 0 0 0 0,-1 0 0 0 0,0-1 0 0 0,1-1 0 0 0,-1 1 0 0 0,0-2 0 0 0,0 1 0 0 0,0-2 0 0 0,0 1 0 0 0,12-7 0 0 0,103-64 146 0 0,-115 69-144 0 0,0-1 0 0 0,1 1 1 0 0,-1 1-1 0 0,1 0 0 0 0,14-3 0 0 0,-9 3-1 0 0,22-8-1 0 0,-37 11 2 0 0,0 1-1 0 0,0 0 1 0 0,0-1 0 0 0,1 1 0 0 0,-1 0 0 0 0,0 0 0 0 0,0 0 0 0 0,1 0 0 0 0,-1 0-1 0 0,0 0 1 0 0,0 0 0 0 0,1 0 0 0 0,-1 1 0 0 0,0-1 0 0 0,0 0 0 0 0,1 1 0 0 0,1 0 0 0 0,-3-1 2 0 0,0 1 0 0 0,1-1 0 0 0,-1 1 0 0 0,0 0 0 0 0,1-1 0 0 0,-1 1 0 0 0,0-1 0 0 0,0 1 1 0 0,0-1-1 0 0,0 1 0 0 0,1-1 0 0 0,-1 1 0 0 0,0 0 0 0 0,0-1 0 0 0,0 1 0 0 0,0-1 1 0 0,0 1-1 0 0,0 0 0 0 0,0-1 0 0 0,-1 1 0 0 0,1-1 0 0 0,0 1 0 0 0,0-1 0 0 0,0 1 1 0 0,0 0-1 0 0,-1 0 0 0 0,-2 4 23 0 0,0 1 0 0 0,0-1-1 0 0,-1 0 1 0 0,0 0 0 0 0,1 0 0 0 0,-2-1 0 0 0,-6 7 0 0 0,-17 11 24 0 0,0-1-1 0 0,-2-2 1 0 0,0-1 0 0 0,-1-1-1 0 0,0-1 1 0 0,-2-2 0 0 0,0-2-1 0 0,0 0 1 0 0,-39 6 0 0 0,60-14-160 0 0,-1-1-1 0 0,1-1 1 0 0,-1 0 0 0 0,0 0 0 0 0,0-1 0 0 0,0-1 0 0 0,1-1 0 0 0,-1 1 0 0 0,0-2-1 0 0,-17-4 1 0 0,28 6-22 0 0,-1-1 0 0 0,1 0 0 0 0,0 1 0 0 0,0-1 0 0 0,1 0 1 0 0,-1 0-1 0 0,0-1 0 0 0,0 1 0 0 0,0 0 0 0 0,1-1 0 0 0,-1 1 0 0 0,1-1 0 0 0,-1 1 0 0 0,1-1 0 0 0,-1 0 0 0 0,1 1 0 0 0,0-1 0 0 0,0 0 0 0 0,0 0 0 0 0,0 0 0 0 0,0 0 0 0 0,0 0 0 0 0,1 0 0 0 0,-1 0 0 0 0,1 0 0 0 0,-1-1 1 0 0,1 1-1 0 0,0 0 0 0 0,0 0 0 0 0,0 0 0 0 0,0 0 0 0 0,0-1 0 0 0,1 1 0 0 0,0-4 0 0 0,2-4-640 0 0,0 0 1 0 0,1 1-1 0 0,0-1 0 0 0,1 1 1 0 0,0 0-1 0 0,7-10 0 0 0,2-2-1621 0 0,1 1 0 0 0,21-21 0 0 0,56-47-7253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20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49 4162 0 0,'-65'-13'5362'0'0,"32"5"-559"0"0,7 2-802 0 0,-6-1 1362 0 0,32-1-3762 0 0,32 8-561 0 0,27 0-320 0 0,6-6-399 0 0,33 6-402 0 0,33 0-719 0 0,-33 0-1041 0 0,32 6-1600 0 0,-32-6-1682 0 0,-32 0-1200 0 0,-1 8 481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20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98 117 4882 0 0,'-33'8'8404'0'0,"1"-1"-4642"0"0,-1-7-1041 0 0,66 0 1041 0 0,-1-15-2482 0 0,1 9-239 0 0,0-7-161 0 0,32-1-159 0 0,98-13-481 0 0,66-8-3602 0 0,25 14-9284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21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613 49 80 0 0,'25'-5'611'0'0,"-5"2"674"0"0,0-1-1 0 0,0-1 1 0 0,31-12-1 0 0,9 3 3479 0 0,-61 21-1746 0 0,2-6-2910 0 0,-1 0-1 0 0,0-1 0 0 0,0 1 0 0 0,0 0 0 0 0,0 0 0 0 0,1-1 0 0 0,-1 1 0 0 0,0 0 0 0 0,0 0 0 0 0,-1-1 1 0 0,1 1-1 0 0,0 0 0 0 0,0 0 0 0 0,0-1 0 0 0,0 1 0 0 0,-1 0 0 0 0,1 0 0 0 0,0-1 0 0 0,0 1 0 0 0,-1 0 1 0 0,1-1-1 0 0,-1 1 0 0 0,1-1 0 0 0,-1 1 0 0 0,1 0 0 0 0,-2 0 0 0 0,-13 8 738 0 0,10-6-597 0 0,1-1-1 0 0,-1 1 0 0 0,1-1 1 0 0,-1 0-1 0 0,0 0 0 0 0,1-1 1 0 0,-9 3-1 0 0,-81 3 3144 0 0,-170-7 1 0 0,-29-1-101 0 0,284 2-3252 0 0,4-2 0 0 0,0 1 1 0 0,-1 0-1 0 0,1 1 0 0 0,0-1 1 0 0,0 1-1 0 0,0 0 1 0 0,0 1-1 0 0,0-1 0 0 0,0 1 1 0 0,0 0-1 0 0,1 0 1 0 0,-1 0-1 0 0,1 1 0 0 0,-6 3 1 0 0,10-5-45 0 0,-1-1 0 0 0,1 1 0 0 0,0 0 0 0 0,-1-1 1 0 0,1 1-1 0 0,0 0 0 0 0,-1 0 0 0 0,1-1 0 0 0,0 1 1 0 0,0 0-1 0 0,-1 0 0 0 0,1 0 0 0 0,0-1 0 0 0,0 1 1 0 0,0 0-1 0 0,0 0 0 0 0,0 0 0 0 0,0 0 0 0 0,1-1 1 0 0,-1 1-1 0 0,0 0 0 0 0,0 0 0 0 0,1 0 0 0 0,-1-1 0 0 0,0 1 1 0 0,1 0-1 0 0,-1-1 0 0 0,0 1 0 0 0,2 1 0 0 0,18 21 0 0 0,-13-16 27 0 0,0 1-2 0 0,1-1-1 0 0,0 0 1 0 0,0 0 0 0 0,1-1 0 0 0,-1 0 0 0 0,1 0 0 0 0,1-1 0 0 0,-1-1 0 0 0,1 1 0 0 0,15 3 0 0 0,-11-2-14 0 0,34 12-17 0 0,1-2 0 0 0,64 12-1 0 0,-82-23 4 0 0,-1-2-1 0 0,1 0 1 0 0,-1-2 0 0 0,1-2-1 0 0,35-4 1 0 0,255-43-858 0 0,-308 46 799 0 0,-9 1 6 0 0,1 0 0 0 0,-1 1 0 0 0,0-1 0 0 0,1 1 0 0 0,-1 0 0 0 0,1 0 0 0 0,6 1 0 0 0,-11-1 51 0 0,1 1 1 0 0,-1-1 0 0 0,1 0-1 0 0,0 0 1 0 0,-1 1-1 0 0,1-1 1 0 0,-1 0 0 0 0,1 1-1 0 0,-1-1 1 0 0,0 0-1 0 0,1 1 1 0 0,-1-1 0 0 0,1 1-1 0 0,-1-1 1 0 0,0 1-1 0 0,1-1 1 0 0,-1 1 0 0 0,0-1-1 0 0,1 1 1 0 0,-1-1-1 0 0,0 1 1 0 0,0-1 0 0 0,1 2-1 0 0,-1 0 0 0 0,0 0 0 0 0,0 0 0 0 0,0 0 0 0 0,0 0-1 0 0,-1 0 1 0 0,1 0 0 0 0,-1-1 0 0 0,1 1 0 0 0,-1 0 0 0 0,1 0 0 0 0,-2 2 0 0 0,-4 5 29 0 0,0 0 0 0 0,0-1 0 0 0,0 1 0 0 0,-1-1 0 0 0,0-1 0 0 0,-1 1 0 0 0,0-1 0 0 0,0-1 0 0 0,0 0 0 0 0,-12 7 0 0 0,-10 9 130 0 0,-5 6 218 0 0,-1-1-1 0 0,-1-2 1 0 0,-1-2-1 0 0,-56 26 1 0 0,-40 8 149 0 0,115-50-576 0 0,1-1-1 0 0,-2-1 1 0 0,1 0 0 0 0,-1-2-1 0 0,-27 2 1 0 0,44-5-170 0 0,1 0 0 0 0,-1-1 0 0 0,1 0 1 0 0,-1 1-1 0 0,1-1 0 0 0,-1 0 0 0 0,1 0 1 0 0,0 0-1 0 0,0 0 0 0 0,-1-1 1 0 0,1 1-1 0 0,0-1 0 0 0,0 1 0 0 0,0-1 1 0 0,0 0-1 0 0,0 1 0 0 0,1-1 0 0 0,-1 0 1 0 0,1 0-1 0 0,-1-1 0 0 0,1 1 0 0 0,0 0 1 0 0,-1 0-1 0 0,1-1 0 0 0,0 1 0 0 0,1 0 1 0 0,-1-1-1 0 0,0 1 0 0 0,1-1 1 0 0,-1 1-1 0 0,1-1 0 0 0,0 0 0 0 0,0 1 1 0 0,0-1-1 0 0,0 1 0 0 0,1-3 0 0 0,2-1-700 0 0,0 1 0 0 0,0 0 0 0 0,1 0 0 0 0,0 0 0 0 0,0 1 0 0 0,1-1 0 0 0,7-5 0 0 0,-3 1-745 0 0,51-52-10543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22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16 5042 0 0,'-4'-11'3885'0'0,"3"11"-3687"0"0,0-1 0 0 0,0 0 0 0 0,0 1 1 0 0,0-1-1 0 0,0 1 0 0 0,0 0 0 0 0,0-1 1 0 0,0 1-1 0 0,-1 0 0 0 0,1 0 1 0 0,0-1-1 0 0,0 1 0 0 0,0 0 0 0 0,0 0 1 0 0,0 0-1 0 0,-2 1 0 0 0,-1-1 1218 0 0,26 0-282 0 0,-16 0-254 0 0,-1 0-199 0 0,16 0-304 0 0,-1 1 1 0 0,0 1 0 0 0,1 1 0 0 0,-1 1 0 0 0,30 10 0 0 0,-1 14 369 0 0,-30-19-510 0 0,-9-5-46 0 0,0 1 0 0 0,-1 0 0 0 0,0 1 1 0 0,0 0-1 0 0,0 0 0 0 0,0 1 0 0 0,-1 0 0 0 0,-1 0 0 0 0,14 17 0 0 0,6 15 1049 0 0,-22-29-933 0 0,-5-9-265 0 0,0 1 1 0 0,1-1-1 0 0,-1 0 0 0 0,1 0 1 0 0,-1 1-1 0 0,1-1 0 0 0,-1 0 1 0 0,1 0-1 0 0,0 1 0 0 0,0-1 1 0 0,0 0-1 0 0,-1 0 0 0 0,1 0 1 0 0,0 0-1 0 0,0 0 0 0 0,0-1 1 0 0,1 1-1 0 0,-1 0 0 0 0,0 0 0 0 0,0-1 1 0 0,0 1-1 0 0,0 0 0 0 0,1-1 1 0 0,-1 1-1 0 0,0-1 0 0 0,1 0 1 0 0,-1 1-1 0 0,2-1 0 0 0,2 1 412 0 0,-10-2-347 0 0,1 0-89 0 0,3 1-10 0 0,0 0-1 0 0,0 0 1 0 0,0 0-1 0 0,0 0 1 0 0,0 0-1 0 0,0 0 1 0 0,0-1-1 0 0,0 1 1 0 0,0 0-1 0 0,0-1 1 0 0,0 1 0 0 0,1 0-1 0 0,-1-1 1 0 0,0 0-1 0 0,0 1 1 0 0,0-1-1 0 0,1 1 1 0 0,-1-1-1 0 0,0 0 1 0 0,1 1-1 0 0,-1-1 1 0 0,0 0 0 0 0,1 0-1 0 0,-1 0 1 0 0,1 1-1 0 0,-1-1 1 0 0,1 0-1 0 0,0 0 1 0 0,-1 0-1 0 0,1 0 1 0 0,0 0 0 0 0,0 0-1 0 0,0 0 1 0 0,-1 0-1 0 0,1 0 1 0 0,0 0-1 0 0,0 0 1 0 0,0 0-1 0 0,1-1 1 0 0,-2-1 6 0 0,0 0 0 0 0,0 0 0 0 0,-1 0 0 0 0,1 1 0 0 0,-1-1 0 0 0,1 1 0 0 0,-1-1 0 0 0,0 1 0 0 0,0-1 0 0 0,0 1 0 0 0,0 0 0 0 0,0 0 0 0 0,-1 0 0 0 0,1 0 0 0 0,-1 0 0 0 0,1 1 0 0 0,-1-1 0 0 0,1 1 0 0 0,-5-2 0 0 0,-16-12 93 0 0,-1-7 15 0 0,17 15-75 0 0,-1 0 0 0 0,0 0 0 0 0,0 1 0 0 0,0 0 0 0 0,-1 0 0 0 0,0 1 0 0 0,0 0 1 0 0,0 1-1 0 0,-1 0 0 0 0,-17-5 0 0 0,21 7 5 0 0,-1 0 0 0 0,0 1 0 0 0,0 0 0 0 0,0 0-1 0 0,0 1 1 0 0,-1 0 0 0 0,1 0 0 0 0,0 1 0 0 0,0-1 0 0 0,0 2 0 0 0,0-1 0 0 0,0 1-1 0 0,1 0 1 0 0,-1 0 0 0 0,0 1 0 0 0,1 0 0 0 0,-7 4 0 0 0,4-2 110 0 0,1 0 1 0 0,-1 1 0 0 0,1 0-1 0 0,1 1 1 0 0,-1 0 0 0 0,-12 14-1 0 0,19-19-130 0 0,-1 0 0 0 0,1 1 1 0 0,0-1-1 0 0,0 0 0 0 0,0 0 0 0 0,0 1 0 0 0,0-1 0 0 0,0 0 0 0 0,1 1 0 0 0,-1-1 0 0 0,1 1 1 0 0,0-1-1 0 0,0 1 0 0 0,0-1 0 0 0,0 1 0 0 0,0-1 0 0 0,0 0 0 0 0,1 1 0 0 0,-1-1 0 0 0,1 1 1 0 0,-1-1-1 0 0,1 0 0 0 0,0 1 0 0 0,0-1 0 0 0,0 0 0 0 0,0 0 0 0 0,1 1 0 0 0,-1-1 0 0 0,1 0 1 0 0,-1 0-1 0 0,1-1 0 0 0,0 1 0 0 0,-1 0 0 0 0,1-1 0 0 0,3 3 0 0 0,13 11 62 0 0,1 0 0 0 0,0-1-1 0 0,0-2 1 0 0,2 0 0 0 0,-1-1-1 0 0,43 16 1 0 0,-45-21-247 0 0,1 0 0 0 0,0-1 0 0 0,0-1 0 0 0,0-1 1 0 0,0-1-1 0 0,1 0 0 0 0,-1-1 0 0 0,31-4 0 0 0,-39 2-1040 0 0,0-1 0 0 0,0 0 0 0 0,0-1-1 0 0,0-1 1 0 0,11-4 0 0 0,-15 4-788 0 0,0 1-1 0 0,0-2 1 0 0,0 1-1 0 0,-1-1 1 0 0,0 0-1 0 0,0 0 1 0 0,6-7-1 0 0,15-8-2887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22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129 202 800 0 0,'-16'-6'1283'0'0,"10"4"-804"0"0,0 0 0 0 0,1 0 0 0 0,-1 0 0 0 0,0-1 0 0 0,1 0 1 0 0,0 0-1 0 0,-1 0 0 0 0,1-1 0 0 0,0 1 0 0 0,1-1 0 0 0,-1 0 0 0 0,1-1 1 0 0,-5-5-1 0 0,-1-21 2936 0 0,-1 19-2048 0 0,10 12-1272 0 0,0-1 0 0 0,0 1-1 0 0,0-1 1 0 0,1 0 0 0 0,-1 1-1 0 0,0-1 1 0 0,0 0 0 0 0,0 0 0 0 0,0 0-1 0 0,1 0 1 0 0,-1 0 0 0 0,0 0-1 0 0,1 0 1 0 0,-1 0 0 0 0,1 0-1 0 0,-1 0 1 0 0,1 0 0 0 0,0 0 0 0 0,-1 0-1 0 0,1 0 1 0 0,0 0 0 0 0,0-1-1 0 0,0 1 1 0 0,0 0 0 0 0,0 0-1 0 0,0 0 1 0 0,0 0 0 0 0,0 0 0 0 0,0-1-1 0 0,0 1 1 0 0,1 0 0 0 0,-1 0-1 0 0,0 0 1 0 0,2-2 0 0 0,20-15 1345 0 0,-12 6-669 0 0,-9 10-717 0 0,0 0 1 0 0,0 1-1 0 0,1 0 1 0 0,-1-1-1 0 0,0 1 0 0 0,1 0 1 0 0,-1-1-1 0 0,1 1 0 0 0,0 0 1 0 0,-1 0-1 0 0,1 0 1 0 0,0 1-1 0 0,-1-1 0 0 0,1 0 1 0 0,4 0-1 0 0,11-4 64 0 0,1 1-1 0 0,0 1 1 0 0,1 0 0 0 0,-1 2-1 0 0,0 0 1 0 0,36 3 0 0 0,-23 1-21 0 0,0 2 1 0 0,-1 2-1 0 0,41 13 1 0 0,-35-9 204 0 0,-18-5-83 0 0,1 0 0 0 0,30 15 0 0 0,-42-16-43 0 0,0 0 1 0 0,0 0-1 0 0,0 0 1 0 0,0 1 0 0 0,-1 0-1 0 0,0 1 1 0 0,0-1-1 0 0,10 15 1 0 0,-13-16 7 0 0,1 0 0 0 0,-1 0 0 0 0,0 1 0 0 0,0-1 0 0 0,0 1 0 0 0,-1 0 0 0 0,0 0 0 0 0,0 0 0 0 0,1 7 0 0 0,-3-10-105 0 0,0 0 0 0 0,0-1 0 0 0,0 1 0 0 0,-1 0 0 0 0,1 0-1 0 0,-1-1 1 0 0,0 1 0 0 0,0 0 0 0 0,0 0 0 0 0,0-1 0 0 0,0 1-1 0 0,0-1 1 0 0,-1 1 0 0 0,1-1 0 0 0,-1 0 0 0 0,1 1 0 0 0,-1-1-1 0 0,0 0 1 0 0,0 0 0 0 0,0 0 0 0 0,-4 2 0 0 0,-4 4 64 0 0,1-2 0 0 0,0 1 0 0 0,-1-1 1 0 0,0-1-1 0 0,-1 0 0 0 0,1 0 0 0 0,-1-1 0 0 0,0 0 0 0 0,-21 3 0 0 0,6-3-97 0 0,0-2 0 0 0,0 0-1 0 0,-28-3 1 0 0,49 1-38 0 0,-18 0 265 0 0,0-1 0 0 0,-1-2 0 0 0,2 0 1 0 0,-39-10-1 0 0,143 21 154 0 0,74 8-1388 0 0,69 14-2575 0 0,2 4-4466 0 0,-80-5-2857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24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100 181 1441 0 0,'-13'-1'2270'0'0,"0"-1"0"0"0,0 0-1 0 0,0-1 1 0 0,0 0 0 0 0,-14-5 0 0 0,26 7-1950 0 0,0-1-1 0 0,0 1 0 0 0,1 0 1 0 0,-1 0-1 0 0,0 0 1 0 0,1-1-1 0 0,-1 1 0 0 0,1 0 1 0 0,-1 0-1 0 0,1-1 1 0 0,0 1-1 0 0,0 0 0 0 0,-1-1 1 0 0,1 1-1 0 0,0-1 0 0 0,0 1 1 0 0,0 0-1 0 0,0-1 1 0 0,1-1-1 0 0,-1 1-31 0 0,0 0-1 0 0,0-1 1 0 0,0 1-1 0 0,1 0 1 0 0,-1 0-1 0 0,1-1 1 0 0,-1 1 0 0 0,1 0-1 0 0,0 0 1 0 0,2-4-1 0 0,6 0-28 0 0,0 2 1 0 0,0-1-1 0 0,0 1 0 0 0,1 0 0 0 0,-1 1 0 0 0,1 0 0 0 0,13-2 0 0 0,9-4 69 0 0,10-5-140 0 0,0 1 1 0 0,1 2-1 0 0,1 2 0 0 0,0 3 0 0 0,54-3 0 0 0,-71 8-146 0 0,-1 2 0 0 0,0 0-1 0 0,0 2 1 0 0,0 1 0 0 0,0 1-1 0 0,-1 1 1 0 0,1 1 0 0 0,-2 1-1 0 0,1 2 1 0 0,25 13 0 0 0,-47-22-32 0 0,79 48 313 0 0,-74-44-269 0 0,0 1-1 0 0,0 0 0 0 0,-1 0 1 0 0,1 1-1 0 0,-2 0 0 0 0,1 1 1 0 0,7 10-1 0 0,-12-14-15 0 0,0 0 0 0 0,0 1 0 0 0,0-1 0 0 0,-1 1 0 0 0,2 8 0 0 0,2 5 94 0 0,6 10 123 0 0,-8-23-197 0 0,-1 0-1 0 0,0 0 1 0 0,0 0 0 0 0,0 0-1 0 0,-1 0 1 0 0,0 0 0 0 0,0 1-1 0 0,1 10 1 0 0,-2-13-32 0 0,0 0 1 0 0,0 0-1 0 0,0 0 1 0 0,1-1-1 0 0,0 1 1 0 0,-1 0-1 0 0,1 0 1 0 0,0 0-1 0 0,0 0 1 0 0,0 0-1 0 0,1-1 1 0 0,-1 1-1 0 0,1-1 1 0 0,0 1-1 0 0,-1-1 1 0 0,1 1-1 0 0,3 1 1 0 0,1 4 16 0 0,-5-6-30 0 0,0-1 0 0 0,0 1 0 0 0,0 0 1 0 0,-1-1-1 0 0,1 1 0 0 0,0 0 0 0 0,-1 0 0 0 0,0-1 0 0 0,1 1 0 0 0,-1 0 0 0 0,0 0 0 0 0,0 2 0 0 0,-1-3 65 0 0,0-18-46 0 0,1 16-32 0 0,0-1 1 0 0,0 1-1 0 0,-1-1 0 0 0,1 1 0 0 0,-1 0 0 0 0,1-1 0 0 0,-1 1 0 0 0,1 0 0 0 0,-1-1 0 0 0,0 1 1 0 0,0 0-1 0 0,0 0 0 0 0,0-1 0 0 0,0 1 0 0 0,0 0 0 0 0,0 0 0 0 0,0 0 0 0 0,0 1 1 0 0,0-1-1 0 0,-1 0 0 0 0,-1-1 0 0 0,-10-8-29 0 0,-15-18-76 0 0,12 12 62 0 0,0 0-1 0 0,-1 0 0 0 0,-1 2 1 0 0,0 0-1 0 0,-1 1 0 0 0,0 1 1 0 0,-26-11-1 0 0,38 21 38 0 0,1 0-1 0 0,-1 0 1 0 0,0 1 0 0 0,0 0-1 0 0,0 1 1 0 0,0 0-1 0 0,0 0 1 0 0,1 0 0 0 0,-1 1-1 0 0,0 0 1 0 0,0 0 0 0 0,0 0-1 0 0,1 1 1 0 0,-1 0-1 0 0,1 1 1 0 0,-1-1 0 0 0,-10 8-1 0 0,-9 4 0 0 0,2 2-1 0 0,-40 32 0 0 0,55-41 13 0 0,0 0 10 0 0,2-2 8 0 0,0 1 0 0 0,0-1 0 0 0,1 1 0 0 0,0 0 0 0 0,-8 11 0 0 0,13-15-3 0 0,-1 1-1 0 0,1-1 0 0 0,0 1 1 0 0,0-1-1 0 0,0 1 1 0 0,0 0-1 0 0,0-1 1 0 0,0 1-1 0 0,1 0 0 0 0,-1-1 1 0 0,1 1-1 0 0,0 0 1 0 0,0 0-1 0 0,0-1 1 0 0,0 1-1 0 0,1 0 0 0 0,-1 0 1 0 0,1-1-1 0 0,-1 1 1 0 0,1 0-1 0 0,0-1 1 0 0,2 6-1 0 0,19 24 208 0 0,-20-28-215 0 0,0-1-1 0 0,0 1 1 0 0,0-1 0 0 0,1 0 0 0 0,-1 1-1 0 0,1-1 1 0 0,0-1 0 0 0,0 1 0 0 0,4 3-1 0 0,-4-4-4 0 0,1-1 0 0 0,0 0 0 0 0,0 0 0 0 0,1 0 0 0 0,-1 0 0 0 0,0-1 0 0 0,0 1 0 0 0,0-1 0 0 0,7-1 0 0 0,13 2 4 0 0,-7 0-71 0 0,1-1 0 0 0,-1-1 1 0 0,1 0-1 0 0,-1-1 0 0 0,0-1 0 0 0,1-1 0 0 0,20-7 1 0 0,35-16-1513 0 0,18-8-2779 0 0,-15 0-2039 0 0,43-6-4121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24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57 3762 0 0,'-3'-1'426'0'0,"1"0"1"0"0,0 0-1 0 0,-1-1 1 0 0,1 1-1 0 0,0 0 1 0 0,0-1-1 0 0,-1 1 1 0 0,1-1-1 0 0,-3-3 1 0 0,4 3 313 0 0,0-1 0 0 0,0 1 0 0 0,0 0 0 0 0,0 0 0 0 0,1-1 0 0 0,-1 1 1 0 0,1 0-1 0 0,-1-1 0 0 0,1 1 0 0 0,0 0 0 0 0,0-1 0 0 0,0-2 0 0 0,0 5-676 0 0,1-1-1 0 0,-1 1 1 0 0,0-1-1 0 0,0 1 1 0 0,0 0-1 0 0,1-1 1 0 0,-1 1-1 0 0,0 0 1 0 0,0-1-1 0 0,1 1 1 0 0,-1 0-1 0 0,0 0 1 0 0,0-1-1 0 0,1 1 1 0 0,-1 0-1 0 0,0 0 1 0 0,1-1-1 0 0,-1 1 1 0 0,1 0-1 0 0,-1 0 1 0 0,0 0-1 0 0,1 0 1 0 0,-1-1-1 0 0,0 1 1 0 0,1 0-1 0 0,-1 0 1 0 0,1 0 0 0 0,-1 0-1 0 0,0 0 1 0 0,1 0-1 0 0,0 0 1 0 0,16 0 305 0 0,-12 0-50 0 0,5 0 137 0 0,1 0 0 0 0,-1 1 0 0 0,0 0 0 0 0,0 1 0 0 0,13 3-1 0 0,-19-4-370 0 0,1 1 1 0 0,-1 0-1 0 0,1 1 0 0 0,-1-1 0 0 0,0 1 0 0 0,0-1 0 0 0,0 1 0 0 0,0 1 1 0 0,-1-1-1 0 0,1 0 0 0 0,-1 1 0 0 0,6 7 0 0 0,2 6 286 0 0,0 1 0 0 0,0 0 0 0 0,-2 0-1 0 0,8 22 1 0 0,-16-38-314 0 0,0 1 0 0 0,0 0 0 0 0,-1-1 0 0 0,1 1 0 0 0,-1 0 0 0 0,0-1 0 0 0,0 1 0 0 0,0 0 0 0 0,0 0 0 0 0,0-1 0 0 0,-1 1 0 0 0,1 0 0 0 0,-1-1 0 0 0,0 1-1 0 0,0-1 1 0 0,0 1 0 0 0,0-1 0 0 0,0 1 0 0 0,-3 4 0 0 0,-1-1 84 0 0,0 0 0 0 0,-1 0 0 0 0,0 0 0 0 0,-13 9 0 0 0,8-5 30 0 0,-1-2-60 0 0,0-1 1 0 0,0 0 0 0 0,0 0 0 0 0,0-2-1 0 0,-1 1 1 0 0,0-1 0 0 0,-1-1 0 0 0,1-1-1 0 0,-1 0 1 0 0,1 0 0 0 0,-1-1 0 0 0,-21 0-1 0 0,-4-2 134 0 0,0-1 0 0 0,-74-12 0 0 0,79 8-106 0 0,12 2 51 0 0,-41-11 0 0 0,58 12-172 0 0,-1 0-1 0 0,1-1 0 0 0,-1 1 1 0 0,1-1-1 0 0,0 0 0 0 0,-8-6 0 0 0,13 9-13 0 0,0 0 0 0 0,-1-1 0 0 0,1 1 0 0 0,-1 0 0 0 0,1-1-1 0 0,-1 1 1 0 0,1 0 0 0 0,0-1 0 0 0,-1 1 0 0 0,1-1 0 0 0,0 1-1 0 0,-1 0 1 0 0,1-1 0 0 0,0 1 0 0 0,0-1 0 0 0,-1 1-1 0 0,1-1 1 0 0,0 1 0 0 0,0-1 0 0 0,0 1 0 0 0,0-1 0 0 0,0 1-1 0 0,-1-1 1 0 0,1 1 0 0 0,0-1 0 0 0,0 1 0 0 0,0-1 0 0 0,0 1-1 0 0,1-1 1 0 0,-1 1 0 0 0,0-1 0 0 0,0 1 0 0 0,0-1 0 0 0,0 1-1 0 0,0-1 1 0 0,1 1 0 0 0,-1-1 0 0 0,0 1 0 0 0,0-1-1 0 0,1 1 1 0 0,-1-1 0 0 0,0 1 0 0 0,1 0 0 0 0,-1-1 0 0 0,1 1-1 0 0,-1 0 1 0 0,0-1 0 0 0,1 1 0 0 0,-1 0 0 0 0,1 0 0 0 0,-1-1-1 0 0,1 1 1 0 0,-1 0 0 0 0,2-1 0 0 0,17-5 26 0 0,-6 1-12 0 0,0 0 1 0 0,1 2-1 0 0,15-3 1 0 0,-8 4 2 0 0,0 1 1 0 0,1 1-1 0 0,24 3 1 0 0,102 16 178 0 0,50 12 27 0 0,249 72-1 0 0,-414-92-507 0 0,84 21-3912 0 0,-100-29 767 0 0,1-1-1 0 0,26 1 1 0 0,21-3-10340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25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15 2881 0 0,'-33'-8'6323'0'0,"7"1"11365"0"0,52 7-15527 0 0,72 0-800 0 0,0 7-801 0 0,98 7-1120 0 0,65 7-3282 0 0,-104-9-3521 0 0,-92 3-3202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25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0 8164 0 0,'-65'15'10084'0'0,"65"-9"-2480"0"0,33-12-6884 0 0,32 6-240 0 0,0-6-159 0 0,66 6-1042 0 0,65 6-4801 0 0,58 15-7684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26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1 373 6003 0 0,'0'-28'8369'0'0,"3"4"-3933"0"0,-1 16-3940 0 0,0 0-1 0 0,1 1 0 0 0,0-1 0 0 0,1 0 1 0 0,-1 1-1 0 0,1 0 0 0 0,9-11 0 0 0,101-147 3507 0 0,-106 153-3813 0 0,-4 6-133 0 0,-1 0 1 0 0,1 1-1 0 0,0 0 0 0 0,1-1 0 0 0,-1 2 1 0 0,1-1-1 0 0,0 0 0 0 0,0 1 1 0 0,0 0-1 0 0,1 0 0 0 0,-1 1 0 0 0,8-4 1 0 0,9 0 36 0 0,-17 6 1028 0 0,-3 2-755 0 0,-9 9-266 0 0,-10 9 127 0 0,1 1 0 0 0,1 0 0 0 0,1 1 0 0 0,1 0-1 0 0,1 1 1 0 0,1 1 0 0 0,-16 46 0 0 0,24-62-153 0 0,-1 2 40 0 0,1 1 0 0 0,0-1 1 0 0,0 1-1 0 0,1 0 1 0 0,-2 19-1 0 0,5-19-37 0 0,0-1 0 0 0,0 1-1 0 0,5 15 1 0 0,1 6 29 0 0,4 63 55 0 0,-2-55-84 0 0,2 0 1 0 0,16 39 0 0 0,-14-42-71 0 0,-8-23-101 0 0,0 1-1 0 0,1-1 1 0 0,0 0 0 0 0,1 0 0 0 0,0-1 0 0 0,1 1 0 0 0,1-2 0 0 0,0 1 0 0 0,1-1 0 0 0,11 10 0 0 0,-18-18-444 0 0,1 0 1 0 0,1 0 0 0 0,-1 0-1 0 0,0 0 1 0 0,1-1 0 0 0,7 4-1 0 0,-12-6 215 0 0,1 0 1 0 0,0 1-1 0 0,0-1 0 0 0,0 0 0 0 0,0 0 0 0 0,0 1 0 0 0,0-1 0 0 0,0 0 0 0 0,0 0 0 0 0,0 0 0 0 0,0 0 0 0 0,0 0 0 0 0,0 0 1 0 0,0-1-1 0 0,0 1 0 0 0,0 0 0 0 0,0 0 0 0 0,0-1 0 0 0,0 1 0 0 0,0-1 0 0 0,-1 1 0 0 0,1-1 0 0 0,0 1 0 0 0,0-1 0 0 0,0 1 0 0 0,-1-1 1 0 0,1 0-1 0 0,0 1 0 0 0,0-1 0 0 0,0-1 0 0 0,0-1-1144 0 0,0 1-1 0 0,0-1 1 0 0,0 0 0 0 0,-1 0-1 0 0,1 0 1 0 0,-1 0 0 0 0,1 0-1 0 0,-1 0 1 0 0,-1-7 0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27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1 1040 0 0,'-4'3'425'0'0,"1"1"0"0"0,0 0 0 0 0,0 0 0 0 0,0 0 0 0 0,1 0 0 0 0,-1 0 0 0 0,1 1 0 0 0,0-1 0 0 0,0 1 0 0 0,0-1 0 0 0,1 1 0 0 0,0 0-1 0 0,-1 0 1 0 0,1 7 0 0 0,-1 9 1182 0 0,2 0-1 0 0,1 27 0 0 0,1-3 421 0 0,-2 314 6977 0 0,0-349-8829 0 0,-1 0 1 0 0,-1 0-1 0 0,0 0 1 0 0,0-1-1 0 0,-1 1 1 0 0,-4 12-1 0 0,-3 6 158 0 0,-1 27 360 0 0,2-28-385 0 0,5-16-155 0 0,1 0 0 0 0,0 1 1 0 0,0-1-1 0 0,1 1 0 0 0,-1 22 1 0 0,2-21 52 0 0,0 0 0 0 0,-1 0 0 0 0,0 0 0 0 0,-8 23 0 0 0,4-14 44 0 0,1-4-83 0 0,4-12-126 0 0,0 0 1 0 0,0-1 0 0 0,-1 1-1 0 0,0-1 1 0 0,0 0 0 0 0,0 0 0 0 0,-1 0-1 0 0,0 0 1 0 0,0 0 0 0 0,0 0-1 0 0,-6 6 1 0 0,-51 59 1039 0 0,60-69-1060 0 0,-1 0 1 0 0,0 0-1 0 0,1 0 1 0 0,-1 0 0 0 0,1 0-1 0 0,-1 0 1 0 0,1 0 0 0 0,-1 0-1 0 0,1 0 1 0 0,0 0-1 0 0,-1 0 1 0 0,1 0 0 0 0,0 1-1 0 0,0-1 1 0 0,0 2-1 0 0,0-3-15 0 0,0 0-1 0 0,0 1 0 0 0,0-1 0 0 0,0 0 1 0 0,0 1-1 0 0,0-1 0 0 0,0 0 0 0 0,0 0 1 0 0,0 1-1 0 0,0-1 0 0 0,0 0 0 0 0,0 1 0 0 0,0-1 1 0 0,0 0-1 0 0,0 1 0 0 0,0-1 0 0 0,0 0 1 0 0,0 0-1 0 0,1 1 0 0 0,-1-1 0 0 0,0 0 1 0 0,0 1-1 0 0,0-1 0 0 0,1 0 0 0 0,-1 0 0 0 0,0 0 1 0 0,0 1-1 0 0,0-1 0 0 0,1 0 0 0 0,-1 0 1 0 0,0 0-1 0 0,0 1 0 0 0,1-1 0 0 0,-1 0 1 0 0,0 0-1 0 0,1 0 0 0 0,-1 0 0 0 0,0 0 0 0 0,1 0 1 0 0,-1 0-1 0 0,97-13 635 0 0,-90 12-611 0 0,0-1-1 0 0,-1 1 1 0 0,1 0 0 0 0,0 1-1 0 0,0 0 1 0 0,0 0 0 0 0,10 2-1 0 0,57 12 164 0 0,-55-10-133 0 0,8 2-10 0 0,338 63 449 0 0,-88-28-244 0 0,-245-37-191 0 0,217 22 10 0 0,-206-24-27 0 0,0-3 0 0 0,0-1 0 0 0,79-15 0 0 0,66-11 109 0 0,-87 16-118 0 0,-55 7-37 0 0,0 3 0 0 0,55 3 0 0 0,97 16 0 0 0,-171-14 0 0 0,115 16 0 0 0,69 19 0 0 0,-118-20 0 0 0,69 9 0 0 0,-124-20 0 0 0,-24-4 0 0 0,1-1 0 0 0,22 1 0 0 0,1 0 0 0 0,-26-2 0 0 0,0 0 0 0 0,24-1 0 0 0,235-20 0 0 0,-183 16 0 0 0,0 3 0 0 0,100 12 0 0 0,-119-2 0 0 0,-1 2 0 0 0,-1 3 0 0 0,99 34 0 0 0,25 10 0 0 0,-134-40 0 0 0,0-3 0 0 0,94 14 0 0 0,-96-24 0 0 0,-11-1 0 0 0,80-1 0 0 0,105-9 0 0 0,-190 5 0 0 0,60-11 0 0 0,-42 4 0 0 0,-50 8 0 0 0,244-28 0 0 0,-179 24 0 0 0,120 9 0 0 0,85 17 0 0 0,-245-19 0 0 0,-31-3 9 0 0,-1 0 0 0 0,0 1 1 0 0,0-1-1 0 0,0 0 0 0 0,1 0 0 0 0,-1 0 0 0 0,0 0 1 0 0,0 0-1 0 0,0 0 0 0 0,1 0 0 0 0,-1-1 0 0 0,0 1 1 0 0,0 0-1 0 0,0 0 0 0 0,1 0 0 0 0,-1 0 0 0 0,0 0 1 0 0,0 0-1 0 0,0 0 0 0 0,1 0 0 0 0,-1 0 0 0 0,0-1 0 0 0,0 1 1 0 0,0 0-1 0 0,0 0 0 0 0,1 0 0 0 0,-1 0 0 0 0,0-1 1 0 0,0 1-1 0 0,0 0 0 0 0,0 0 0 0 0,0 0 0 0 0,0 0 1 0 0,0-1-1 0 0,0 1 0 0 0,0 0 0 0 0,0 0 0 0 0,1-1 1 0 0,-1 1-1 0 0,0 0 0 0 0,0 0 0 0 0,0 0 0 0 0,0-1 1 0 0,0 1-1 0 0,0 0 0 0 0,0 0 0 0 0,-1 0 0 0 0,1-1 1 0 0,0 1-1 0 0,0 0 0 0 0,0 0 0 0 0,0 0 0 0 0,0-1 1 0 0,0 1-1 0 0,0 0 0 0 0,-2-3-267 0 0,0 1 1 0 0,0 0 0 0 0,0 0-1 0 0,0 0 1 0 0,0 0-1 0 0,-1 0 1 0 0,1 1-1 0 0,-1-1 1 0 0,-3-1-1 0 0,-125-62-10040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22:30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0 2801 0 0,'-22'5'2415'0'0,"18"-4"-361"0"0,-2 0-440 0 0,-15 3-80 0 0,15-3 94 0 0,1-1 172 0 0,-13 0 1448 0 0,36 0-920 0 0,-13 0 3035 0 0,1 0-4470 0 0,112 9 2002 0 0,7-3-2255 0 0,39 0-346 0 0,-56-1-187 0 0,202 5 146 0 0,-76-17-13 0 0,-156 5-157 0 0,116 12-1 0 0,-37 0 87 0 0,-123-9-95 0 0,-12-1 26 0 0,0 1-1 0 0,30 6 1 0 0,119 6 258 0 0,-26-5-156 0 0,-63-2-10 0 0,118-8 1 0 0,-63-2-231 0 0,-7 11 238 0 0,-88-5-103 0 0,-1 2 0 0 0,0 2 0 0 0,45 13 0 0 0,-68-15-71 0 0,127 19 195 0 0,4 1-15 0 0,17 5-201 0 0,-131-24-5 0 0,9 2 0 0 0,129 21 0 0 0,-124-19 0 0 0,88 6 0 0 0,36 2 0 0 0,-104-13 0 0 0,-48-3 0 0 0,0 0 0 0 0,31 7 0 0 0,-26-4 0 0 0,50 2 0 0 0,-47-4 0 0 0,35 5 0 0 0,-52-5 0 0 0,1 0 0 0 0,-1-1 0 0 0,13-1 0 0 0,38 3 0 0 0,-21 0 0 0 0,72-3 0 0 0,-42-1 0 0 0,5 0 0 0 0,243 9 0 0 0,-173 5 0 0 0,-11-5 0 0 0,70-11 0 0 0,132-15 0 0 0,-324 17 0 0 0,26-1 0 0 0,8 4 0 0 0,-21-1 0 0 0,-16 3 0 0 0,16-3 0 0 0,-16-3 0 0 0,-1 2 0 0 0,35 9 0 0 0,-35-5 0 0 0,0-1 0 0 0,35-2 0 0 0,-12-1 0 0 0,65 0 0 0 0,-71 1 0 0 0,-27-1 0 0 0,0 0 0 0 0,0 0 0 0 0,1 0 0 0 0,-1 0 0 0 0,0 0 0 0 0,0 0 0 0 0,0 0 0 0 0,1 0 0 0 0,-1 0 0 0 0,0 0 0 0 0,0 0 0 0 0,0 0 0 0 0,1 0 0 0 0,-1 0 0 0 0,0 0 0 0 0,0 0 0 0 0,0 1 0 0 0,1-1 0 0 0,-1 0 0 0 0,0 0 0 0 0,0 0 0 0 0,0 0 0 0 0,0 0 0 0 0,0 1 0 0 0,1-1 0 0 0,-1 0 0 0 0,0 0 0 0 0,0 0 0 0 0,0 0 0 0 0,0 1 0 0 0,0-1 0 0 0,0 0 0 0 0,0 0 0 0 0,0 0 0 0 0,0 1 0 0 0,0-1 0 0 0,0 0 0 0 0,0 0 0 0 0,0 1 0 0 0,0-1 0 0 0,1 1 0 0 0,-1-1 0 0 0,0 1 0 0 0,0-1 0 0 0,1 0 0 0 0,-1 1 0 0 0,0-1 0 0 0,1 1 0 0 0,-1-1 0 0 0,0 0 0 0 0,1 1 0 0 0,-1-1 0 0 0,1 0 0 0 0,-1 0 0 0 0,1 1 0 0 0,-1-1 0 0 0,0 0 0 0 0,1 0 0 0 0,-1 1 0 0 0,1-1 0 0 0,-1 0 0 0 0,1 0 0 0 0,-1 0 0 0 0,1 0 0 0 0,-1 0 0 0 0,1 0 0 0 0,-1 0 0 0 0,1 0 0 0 0,-1 0 0 0 0,1 0 0 0 0,-1 0 0 0 0,1 0 0 0 0,-1 0 0 0 0,2-1 0 0 0,-2 1 0 0 0,1 0 0 0 0,-1 0 0 0 0,1-1 0 0 0,-1 1 0 0 0,1 0 0 0 0,-1 0 0 0 0,1 0 0 0 0,0 0 0 0 0,-1 0 0 0 0,1 0 0 0 0,-1 0 0 0 0,1 0 0 0 0,-1 0 0 0 0,1 0 0 0 0,-1 1 0 0 0,1-1 0 0 0,-1 0 0 0 0,1 0 0 0 0,-1 0 0 0 0,1 1 0 0 0,-1-1 0 0 0,1 0 0 0 0,-1 1 0 0 0,1-1 0 0 0,-1 0 0 0 0,1 1 0 0 0,-1-1 0 0 0,0 0 0 0 0,1 1 0 0 0,-1-1 0 0 0,0 1 0 0 0,1-1 0 0 0,-1 1 0 0 0,0-1 0 0 0,0 1 0 0 0,1 0 0 0 0,-1 0 0 0 0,0 0 0 0 0,0 0 0 0 0,0 0 0 0 0,0 0 0 0 0,0 0 0 0 0,0 0 0 0 0,0 0 0 0 0,0 0 0 0 0,1 0 0 0 0,-1 0 0 0 0,0 0 0 0 0,1 0 0 0 0,-1 0 0 0 0,1 0 0 0 0,-1 0 0 0 0,1 0 0 0 0,-1-1 0 0 0,1 1 0 0 0,0 0 0 0 0,-1 0 0 0 0,1-1 0 0 0,0 1 0 0 0,0 0 0 0 0,0-1 0 0 0,-1 1 0 0 0,1-1 0 0 0,0 1 0 0 0,0-1 0 0 0,0 1 0 0 0,1 0 0 0 0,-1-1 0 0 0,0 0 0 0 0,0 1 0 0 0,0-1 0 0 0,0 1 0 0 0,0-1 0 0 0,0 1 0 0 0,0-1 0 0 0,-1 1 0 0 0,1 0 0 0 0,0-1 0 0 0,0 1 0 0 0,-1 0 0 0 0,1 0 0 0 0,-1-1 0 0 0,1 1 0 0 0,0 0 0 0 0,-1 0 0 0 0,1 0 0 0 0,-1 0 0 0 0,0 0 0 0 0,1 0 0 0 0,-1 0 0 0 0,0 0 0 0 0,0 0 0 0 0,1 0 0 0 0,-1 0 0 0 0,0 0 0 0 0,0 0 0 0 0,0 0 0 0 0,0 1 0 0 0,0 5 0 0 0,1-1 0 0 0,0 0 0 0 0,0 0 0 0 0,0 0 0 0 0,1 0 0 0 0,4 8 0 0 0,-5-9 0 0 0,1 0 0 0 0,0-1 0 0 0,-1 1 0 0 0,0 0 0 0 0,0 0 0 0 0,0 5 0 0 0,-1-5 0 0 0,-1-1 0 0 0,1 1 0 0 0,-1-1 0 0 0,0 1 0 0 0,-1-1 0 0 0,-3 8 0 0 0,3-7 0 0 0,0 0 0 0 0,0 0 0 0 0,1 0 0 0 0,0-1 0 0 0,0 1 0 0 0,0 0 0 0 0,0 7 0 0 0,2 9 0 0 0,-1-16 0 0 0,1 0 0 0 0,-1 0 0 0 0,0-1 0 0 0,0 1 0 0 0,0 0 0 0 0,-1 0 0 0 0,1 0 0 0 0,-1 0 0 0 0,0 0 0 0 0,-4 8 0 0 0,0-8 0 0 0,-16 18 0 0 0,21-22 0 0 0,0 0 0 0 0,-1 0 0 0 0,1-1 0 0 0,-1 1 0 0 0,1 0 0 0 0,0 0 0 0 0,-1-1 0 0 0,1 1 0 0 0,0 0 0 0 0,0 0 0 0 0,0 0 0 0 0,0 0 0 0 0,0-1 0 0 0,0 1 0 0 0,0 0 0 0 0,0 0 0 0 0,0 0 0 0 0,0 0 0 0 0,0 0 0 0 0,0-1 0 0 0,1 1 0 0 0,-1 0 0 0 0,0 0 0 0 0,1 0 0 0 0,-1-1 0 0 0,0 1 0 0 0,1 0 0 0 0,-1-1 0 0 0,1 1 0 0 0,-1 0 0 0 0,1-1 0 0 0,0 1 0 0 0,0 1 0 0 0,5 1 0 0 0,10 9 0 0 0,-15-12 0 0 0,-1 1 0 0 0,1-1 0 0 0,-1 1 0 0 0,0-1 0 0 0,1 1 0 0 0,-1-1 0 0 0,0 1 0 0 0,0 0 0 0 0,1-1 0 0 0,-1 1 0 0 0,0-1 0 0 0,0 1 0 0 0,0 0 0 0 0,0-1 0 0 0,0 1 0 0 0,0-1 0 0 0,0 1 0 0 0,0 0 0 0 0,0-1 0 0 0,0 1 0 0 0,0-1 0 0 0,0 1 0 0 0,0 0 0 0 0,-1-1 0 0 0,1 1 0 0 0,0-1 0 0 0,0 1 0 0 0,-1-1 0 0 0,1 1 0 0 0,0-1 0 0 0,-1 1 0 0 0,1-1 0 0 0,-1 2 0 0 0,-9 8 0 0 0,9-9 0 0 0,-1 0 0 0 0,1 0 0 0 0,0 1 0 0 0,-1-1 0 0 0,1 0 0 0 0,0 1 0 0 0,0-1 0 0 0,0 1 0 0 0,0 0 0 0 0,0-1 0 0 0,0 1 0 0 0,1 0 0 0 0,-1-1 0 0 0,0 1 0 0 0,1 0 0 0 0,-1 0 0 0 0,1 0 0 0 0,0 0 0 0 0,0 0 0 0 0,0-1 0 0 0,0 5 0 0 0,1 3 0 0 0,-1-5 0 0 0,1-1 0 0 0,-1 0 0 0 0,0 1 0 0 0,0-1 0 0 0,0 1 0 0 0,0-1 0 0 0,0 0 0 0 0,-1 1 0 0 0,0-1 0 0 0,1 1 0 0 0,-1-1 0 0 0,0 0 0 0 0,-3 4 0 0 0,-5 0 0 0 0,8-6 0 0 0,0-1 0 0 0,-1 1 0 0 0,1 0 0 0 0,0 0 0 0 0,0 0 0 0 0,0 0 0 0 0,0 0 0 0 0,0 0 0 0 0,0 0 0 0 0,0 0 0 0 0,0 0 0 0 0,0 1 0 0 0,1-1 0 0 0,-1 0 0 0 0,0 1 0 0 0,1-1 0 0 0,-1 0 0 0 0,1 1 0 0 0,0-1 0 0 0,-1 0 0 0 0,1 1 0 0 0,0-1 0 0 0,0 1 0 0 0,0-1 0 0 0,0 1 0 0 0,0-1 0 0 0,0 3 0 0 0,0-2 0 0 0,0 1 0 0 0,0-1 0 0 0,0 0 0 0 0,0 1 0 0 0,-1-1 0 0 0,1 0 0 0 0,-1 0 0 0 0,0 1 0 0 0,0-1 0 0 0,1 0 0 0 0,-1 0 0 0 0,-1 0 0 0 0,1 0 0 0 0,0 0 0 0 0,0 0 0 0 0,-1 0 0 0 0,1-1 0 0 0,-3 3 0 0 0,-6 8 0 0 0,8-7 0 0 0,1-1 0 0 0,-1 1 0 0 0,1-1 0 0 0,0 1 0 0 0,1 0 0 0 0,-1-1 0 0 0,1 1 0 0 0,0 0 0 0 0,0-1 0 0 0,0 1 0 0 0,2 6 0 0 0,-1 11 0 0 0,-1 78 0 0 0,-1-99 0 0 0,1 0 0 0 0,-1-1 0 0 0,1 1 0 0 0,-1 0 0 0 0,1 0 0 0 0,-1 0 0 0 0,0 0 0 0 0,1-1 0 0 0,-1 1 0 0 0,0 0 0 0 0,0-1 0 0 0,0 1 0 0 0,1 0 0 0 0,-1-1 0 0 0,0 1 0 0 0,0-1 0 0 0,0 1 0 0 0,0-1 0 0 0,0 0 0 0 0,0 1 0 0 0,0-1 0 0 0,0 0 0 0 0,0 0 0 0 0,0 0 0 0 0,0 0 0 0 0,0 0 0 0 0,-1 0 0 0 0,-2 1 0 0 0,4-1 0 0 0,0 0 0 0 0,0 0 0 0 0,-1 0 0 0 0,1 0 0 0 0,0 0 0 0 0,0 0 0 0 0,-1 0 0 0 0,1 1 0 0 0,0-1 0 0 0,0 0 0 0 0,0 0 0 0 0,-1 0 0 0 0,1 0 0 0 0,0 1 0 0 0,0-1 0 0 0,0 0 0 0 0,-1 0 0 0 0,1 0 0 0 0,0 1 0 0 0,0-1 0 0 0,0 0 0 0 0,0 0 0 0 0,0 0 0 0 0,-1 1 0 0 0,1-1 0 0 0,0 0 0 0 0,0 0 0 0 0,0 1 0 0 0,0-1 0 0 0,0 0 0 0 0,0 0 0 0 0,0 1 0 0 0,0-1 0 0 0,0 1 0 0 0,0 6 0 0 0,0-2 0 0 0,-1 0 0 0 0,1 0 0 0 0,1-1 0 0 0,-1 1 0 0 0,1 0 0 0 0,0 0 0 0 0,0-1 0 0 0,0 1 0 0 0,1 0 0 0 0,-1-1 0 0 0,1 1 0 0 0,0-1 0 0 0,5 8 0 0 0,2 4 0 0 0,-7-11 0 0 0,0 0 0 0 0,-1 0 0 0 0,1 1 0 0 0,-1-1 0 0 0,-1 1 0 0 0,1 0 0 0 0,-1-1 0 0 0,0 1 0 0 0,0-1 0 0 0,-2 11 0 0 0,1 12 0 0 0,1-27 0 0 0,0 1 0 0 0,0-1 0 0 0,0 1 0 0 0,0-1 0 0 0,-1 1 0 0 0,1-1 0 0 0,0 1 0 0 0,-1-1 0 0 0,1 1 0 0 0,-1-1 0 0 0,1 0 0 0 0,-1 1 0 0 0,1-1 0 0 0,-1 1 0 0 0,0-1 0 0 0,0 0 0 0 0,0 0 0 0 0,0 0 0 0 0,0 1 0 0 0,0-1 0 0 0,-2 1 0 0 0,1 0 0 0 0,0 0 0 0 0,1 0 0 0 0,-1 0 0 0 0,0 0 0 0 0,1 0 0 0 0,-1 1 0 0 0,1-1 0 0 0,0 1 0 0 0,0-1 0 0 0,0 1 0 0 0,0-1 0 0 0,0 1 0 0 0,0-1 0 0 0,1 1 0 0 0,0 0 0 0 0,-1-1 0 0 0,1 1 0 0 0,0 0 0 0 0,0 0 0 0 0,0-1 0 0 0,1 4 0 0 0,-1-5 0 0 0,0 0 0 0 0,0 0 0 0 0,0 0 0 0 0,0 0 0 0 0,0-1 0 0 0,0 1 0 0 0,0 0 0 0 0,0 0 0 0 0,1 0 0 0 0,-1 0 0 0 0,0 0 0 0 0,0 0 0 0 0,1 0 0 0 0,-1-1 0 0 0,1 1 0 0 0,-1 0 0 0 0,1 0 0 0 0,-1 0 0 0 0,1-1 0 0 0,0 1 0 0 0,-1 0 0 0 0,1-1 0 0 0,0 1 0 0 0,-1-1 0 0 0,1 1 0 0 0,0-1 0 0 0,0 1 0 0 0,-1-1 0 0 0,1 1 0 0 0,0-1 0 0 0,0 0 0 0 0,0 1 0 0 0,0-1 0 0 0,0 0 0 0 0,1 1 0 0 0,6 1 0 0 0,-8-2 0 0 0,0 0 0 0 0,0 0 0 0 0,0 0 0 0 0,-1 0 0 0 0,1 0 0 0 0,0 1 0 0 0,0-1 0 0 0,0 0 0 0 0,0 0 0 0 0,-1 0 0 0 0,1 0 0 0 0,0 0 0 0 0,0 0 0 0 0,0 0 0 0 0,0 0 0 0 0,0 0 0 0 0,0 1 0 0 0,-1-1 0 0 0,1 0 0 0 0,0 0 0 0 0,0 0 0 0 0,0 0 0 0 0,0 0 0 0 0,0 1 0 0 0,0-1 0 0 0,0 0 0 0 0,0 0 0 0 0,0 0 0 0 0,0 0 0 0 0,0 1 0 0 0,0-1 0 0 0,0 0 0 0 0,0 0 0 0 0,0 0 0 0 0,0 0 0 0 0,0 1 0 0 0,0-1 0 0 0,0 0 0 0 0,0 0 0 0 0,0 0 0 0 0,0 0 0 0 0,0 0 0 0 0,0 1 0 0 0,0-1 0 0 0,0 0 0 0 0,0 0 0 0 0,0 0 0 0 0,0 0 0 0 0,0 1 0 0 0,1-1 0 0 0,-1 0 0 0 0,0 0 0 0 0,0 0 0 0 0,0 0 0 0 0,0 0 0 0 0,0 0 0 0 0,0 0 0 0 0,1 0 0 0 0,-1 1 0 0 0,0-1 0 0 0,0 0 0 0 0,0 0 0 0 0,0 0 0 0 0,1 0 0 0 0,-1 0 0 0 0,0 0 0 0 0,-11 3 0 0 0,0 0 0 0 0,0-1 0 0 0,0 0 0 0 0,-1-1 0 0 0,1-1 0 0 0,0 1 0 0 0,-20-3 0 0 0,-125-13-2540 0 0,-57-21-10159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41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1157 2961 0 0,'-29'8'1587'0'0,"-11"2"452"0"0,11-7 6648 0 0,30-5-8299 0 0,-2 2-398 0 0,1-1 0 0 0,0 1-1 0 0,0 0 1 0 0,0 0-1 0 0,-1 0 1 0 0,1-1 0 0 0,0 1-1 0 0,0 0 1 0 0,0 0 0 0 0,0-1-1 0 0,0 1 1 0 0,0 0-1 0 0,0 0 1 0 0,-1-1 0 0 0,1 1-1 0 0,0 0 1 0 0,0 0 0 0 0,0-1-1 0 0,0 1 1 0 0,0 0-1 0 0,0-1 1 0 0,0 1 0 0 0,0 0-1 0 0,0 0 1 0 0,1-1-1 0 0,-1 1 1 0 0,0 0 0 0 0,0 0-1 0 0,0-1 1 0 0,0 1 0 0 0,0 0-1 0 0,0 0 1 0 0,0-1-1 0 0,1 1 1 0 0,-1 0 0 0 0,0 0-1 0 0,0 0 1 0 0,0-1-1 0 0,1 1 1 0 0,-1 0 0 0 0,0 0-1 0 0,0 0 1 0 0,0 0 0 0 0,1 0-1 0 0,-1-1 1 0 0,0 1-1 0 0,0 0 1 0 0,1 0 0 0 0,-1 0-1 0 0,0 0 1 0 0,1 0 0 0 0,-1 0-1 0 0,0 0 1 0 0,0 0-1 0 0,1 0 1 0 0,-1 0 0 0 0,0 0-1 0 0,2-1 7 0 0,0 1 4 0 0,-1 0 0 0 0,0 0 0 0 0,0 0 1 0 0,0 0-1 0 0,1 0 0 0 0,-1-1 0 0 0,0 1 0 0 0,0-1 0 0 0,0 1 1 0 0,0-1-1 0 0,1 1 0 0 0,-1-1 0 0 0,0 0 0 0 0,0 1 1 0 0,0-1-1 0 0,0 0 0 0 0,-1 0 0 0 0,1 0 0 0 0,0 1 0 0 0,0-1 1 0 0,0 0-1 0 0,-1 0 0 0 0,2-2 0 0 0,-2 2 2 0 0,0 1 1 0 0,0-1-1 0 0,0 0 0 0 0,0 0 0 0 0,1 0 1 0 0,-1 1-1 0 0,0-1 0 0 0,1 0 0 0 0,-1 0 1 0 0,1 1-1 0 0,-1-1 0 0 0,1 0 0 0 0,-1 1 1 0 0,1-1-1 0 0,-1 1 0 0 0,1-1 1 0 0,-1 0-1 0 0,1 1 0 0 0,0-1 0 0 0,-1 1 1 0 0,1 0-1 0 0,0-1 0 0 0,0 1 0 0 0,-1-1 1 0 0,1 1-1 0 0,0 0 0 0 0,0 0 0 0 0,-1 0 1 0 0,3-1-1 0 0,7-4 10 0 0,1-13 42 0 0,11-2-31 0 0,-17 15-11 0 0,0 1-1 0 0,1-1 1 0 0,-1 0 0 0 0,-1 0-1 0 0,9-11 1 0 0,7-17 48 0 0,-1 0 0 0 0,-2-1 0 0 0,14-37 0 0 0,-18 11 45 0 0,-12 49-58 0 0,1 1 0 0 0,1-1 0 0 0,-1 1 0 0 0,2 0 0 0 0,-1 0 0 0 0,1 0-1 0 0,7-12 1 0 0,-5 12 0 0 0,-1-1-1 0 0,-1 1 1 0 0,0-1 0 0 0,0 0-1 0 0,3-21 1 0 0,1-1-60 0 0,3 0 38 0 0,-8 23 56 0 0,1 0-1 0 0,-2-1 0 0 0,1 0 0 0 0,-1 1 1 0 0,1-20-1 0 0,-4 11 149 0 0,1 5-2 0 0,0 0 1 0 0,4-24-1 0 0,-3 32-214 0 0,1 0 0 0 0,0 1 0 0 0,0-1 0 0 0,0 1 0 0 0,1-1 0 0 0,-1 1 0 0 0,1 0 0 0 0,0 0 0 0 0,6-6-1 0 0,-3 2-10 0 0,0 1-1 0 0,-1-1 1 0 0,7-16-1 0 0,-9 18 42 0 0,0 0-1 0 0,0 1 1 0 0,1-1 0 0 0,-1 1-1 0 0,2 0 1 0 0,-1 0 0 0 0,6-6-1 0 0,-4 7-9 0 0,-4 4-33 0 0,-1 0-1 0 0,1-1 1 0 0,-1 1 0 0 0,1 0 0 0 0,-1-1-1 0 0,1 1 1 0 0,-1-1 0 0 0,0 1 0 0 0,0-1-1 0 0,0 0 1 0 0,0 1 0 0 0,0-1-1 0 0,0 0 1 0 0,0 0 0 0 0,-1 0 0 0 0,1 0-1 0 0,-1 1 1 0 0,1-1 0 0 0,-1 0 0 0 0,0 0-1 0 0,1-3 1 0 0,-1 4 1 0 0,0 0 1 0 0,0 0-1 0 0,0 0 1 0 0,0-1-1 0 0,0 1 1 0 0,1 0-1 0 0,-1 0 1 0 0,0 0-1 0 0,1 0 1 0 0,-1 0-1 0 0,1 0 1 0 0,-1 0-1 0 0,1 0 1 0 0,0 0-1 0 0,-1 0 1 0 0,1 0-1 0 0,0 0 1 0 0,0 0-1 0 0,0 0 1 0 0,-1 0-1 0 0,1 1 1 0 0,0-1-1 0 0,0 0 1 0 0,0 1-1 0 0,0-1 1 0 0,2 0-1 0 0,-2 1 5 0 0,0-1 0 0 0,0 1 1 0 0,0-1-1 0 0,0 1 0 0 0,-1-1 0 0 0,1 1 0 0 0,0-1 0 0 0,0 1 0 0 0,-1-1 1 0 0,1 0-1 0 0,0 0 0 0 0,-1 1 0 0 0,1-1 0 0 0,0 0 0 0 0,-1 0 1 0 0,1 0-1 0 0,-1 1 0 0 0,0-1 0 0 0,1 0 0 0 0,-1 0 0 0 0,0 0 0 0 0,1 0 1 0 0,-1 0-1 0 0,0 0 0 0 0,0-2 0 0 0,-2 0-2 0 0,11-1-39 0 0,11-4 26 0 0,-19 7 11 0 0,0 1 0 0 0,-1-1-1 0 0,1 1 1 0 0,0-1 0 0 0,-1 0 0 0 0,1 1-1 0 0,-1-1 1 0 0,1 0 0 0 0,-1 0 0 0 0,0 0-1 0 0,1 1 1 0 0,-1-1 0 0 0,0 0 0 0 0,1 0 0 0 0,-1 0-1 0 0,0 0 1 0 0,0 1 0 0 0,0-1 0 0 0,0 0-1 0 0,0 0 1 0 0,0 0 0 0 0,0 0 0 0 0,0 0-1 0 0,0 0 1 0 0,0 1 0 0 0,-1-1 0 0 0,1-1-1 0 0,-1 1 4 0 0,1-1-1 0 0,0 1 0 0 0,0 0 0 0 0,0 0 0 0 0,0-1 1 0 0,0 1-1 0 0,0 0 0 0 0,0 0 0 0 0,0-1 0 0 0,0 1 1 0 0,1 0-1 0 0,-1 0 0 0 0,0 0 0 0 0,1-1 0 0 0,-1 1 1 0 0,1 0-1 0 0,-1 0 0 0 0,1 0 0 0 0,0-1 0 0 0,21-11 77 0 0,-21 13-74 0 0,-1-1 1 0 0,1 1 0 0 0,-1-1 0 0 0,1 0 0 0 0,-1 1-1 0 0,1-1 1 0 0,-1 1 0 0 0,1-1 0 0 0,-1 0 0 0 0,0 1-1 0 0,1-1 1 0 0,-1 0 0 0 0,0 1 0 0 0,0-1 0 0 0,1 0-1 0 0,-1 0 1 0 0,0 1 0 0 0,0-1 0 0 0,0 0 0 0 0,0 0-1 0 0,0 1 1 0 0,0-1 0 0 0,0 0 0 0 0,0 0 0 0 0,0 1 0 0 0,-1-1-1 0 0,1 0 1 0 0,0 1 0 0 0,0-1 0 0 0,-1 0 0 0 0,1 1-1 0 0,0-1 1 0 0,-1 0 0 0 0,1 1 0 0 0,-1-1 0 0 0,1 0-1 0 0,0 1 1 0 0,-1-1 0 0 0,0 1 0 0 0,0-1 0 0 0,-21 0 152 0 0,16-4 381 0 0,7 11 372 0 0,0-6-892 0 0,0 1 0 0 0,1 0-1 0 0,-1 0 1 0 0,0-1 0 0 0,0 1 0 0 0,1-1 0 0 0,-1 1 0 0 0,1-1 0 0 0,-1 0 0 0 0,0 1 0 0 0,1-1-1 0 0,-1 0 1 0 0,1 0 0 0 0,-1 0 0 0 0,1 0 0 0 0,-1 0 0 0 0,0 0 0 0 0,3-1 0 0 0,1 1 49 0 0,385-3 1431 0 0,-138-8-5537 0 0,-238 10 2265 0 0,1 0-1 0 0,-1-1 1 0 0,1 0-1 0 0,19-7 1 0 0,-33 9 1639 0 0,-1 0-1 0 0,1 0 1 0 0,-1 0 0 0 0,1 0 0 0 0,-1 0-1 0 0,0 0 1 0 0,1-1 0 0 0,-1 1 0 0 0,1 0 0 0 0,-1 0-1 0 0,1-1 1 0 0,-1 1 0 0 0,0 0 0 0 0,1-1-1 0 0,-1 1 1 0 0,0 0 0 0 0,1-1 0 0 0,-1 1 0 0 0,0 0-1 0 0,0-1 1 0 0,1 1 0 0 0,-1-1 0 0 0,0 1 0 0 0,0-1-1 0 0,0 1 1 0 0,1-1 0 0 0,-1 1 0 0 0,0 0-1 0 0,0-1 1 0 0,0 1 0 0 0,0-1 0 0 0,0 1 0 0 0,0-1-1 0 0,0 1 133 0 0,0-8-3961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41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1361 0 0,'0'0'4081'0'0,"33"0"-2640"0"0,0 0 80 0 0,-1 0 0 0 0,60 0 79 0 0,71 14 241 0 0,0 7-640 0 0,0-2-641 0 0,-97-5-560 0 0,-1 1-400 0 0,-32-3-1761 0 0,-33 3-2241 0 0,32-9-2081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43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57 80 0 0,'0'-2'137'0'0,"0"1"0"0"0,1-1 0 0 0,-1 1 0 0 0,0-1-1 0 0,0 0 1 0 0,0 1 0 0 0,0-1 0 0 0,0 1 0 0 0,0-1 0 0 0,-1 0 0 0 0,1 1 0 0 0,-1-1 0 0 0,1 1-1 0 0,-1-1 1 0 0,1 1 0 0 0,-1-1 0 0 0,0 1 0 0 0,0-1 0 0 0,1 1 0 0 0,-1 0 0 0 0,0-1 0 0 0,0 1-1 0 0,-1 0 1 0 0,1 0 0 0 0,0 0 0 0 0,0 0 0 0 0,0 0 0 0 0,-1 0 0 0 0,1 0 0 0 0,-1 0 0 0 0,1 1-1 0 0,-1-1 1 0 0,1 0 0 0 0,-1 1 0 0 0,1-1 0 0 0,-1 1 0 0 0,1 0 0 0 0,-1-1 0 0 0,1 1 0 0 0,-1 0-1 0 0,-2 0 1 0 0,-11-1 243 0 0,1 0-1 0 0,-1 1 0 0 0,1 0 0 0 0,0 1 0 0 0,-1 1 1 0 0,1 0-1 0 0,0 1 0 0 0,0 0 0 0 0,0 2 1 0 0,0-1-1 0 0,1 2 0 0 0,0 0 0 0 0,-21 12 0 0 0,27-14-341 0 0,1 1 0 0 0,0 0-1 0 0,0 0 1 0 0,0 0 0 0 0,-5 7 0 0 0,-7 5 29 0 0,-14 13 26 0 0,30-26-93 0 0,0 1 1 0 0,1-1-1 0 0,0 1 0 0 0,0 0 0 0 0,0-1 1 0 0,1 1-1 0 0,-1 0 0 0 0,1-1 0 0 0,0 1 0 0 0,0 0 1 0 0,2 7-1 0 0,-1 5 11 0 0,-2-4 21 0 0,1-10-25 0 0,-1-1 1 0 0,1 1-1 0 0,0-1 1 0 0,0 1 0 0 0,0 0-1 0 0,0-1 1 0 0,0 1 0 0 0,1-1-1 0 0,-1 1 1 0 0,1-1 0 0 0,0 1-1 0 0,-1-1 1 0 0,1 1 0 0 0,3 3-1 0 0,17 11 7 0 0,-19-15-14 0 0,1 1 0 0 0,-1 0 0 0 0,1-1 0 0 0,-1 0 0 0 0,1 1 0 0 0,0-1 0 0 0,0 0 0 0 0,0 0 0 0 0,0-1 0 0 0,0 1 0 0 0,0 0 0 0 0,0-1 0 0 0,1 0 0 0 0,-1 0 0 0 0,0 0 0 0 0,1 0 0 0 0,-1-1 0 0 0,1 1 0 0 0,-1-1 0 0 0,1 0 0 0 0,3 0 0 0 0,2 0 46 0 0,1 0 0 0 0,-1 0 1 0 0,0-1-1 0 0,0 0 0 0 0,0-1 0 0 0,1 0 1 0 0,-1-1-1 0 0,-1 0 0 0 0,1 0 1 0 0,0 0-1 0 0,-1-1 0 0 0,0-1 1 0 0,0 0-1 0 0,0 0 0 0 0,0 0 0 0 0,9-9 1 0 0,-5 3 77 0 0,-1-1 1 0 0,1 0 0 0 0,-2 0 0 0 0,10-15 0 0 0,-15 21-155 0 0,-1 0 0 0 0,-1-1 0 0 0,1 1 1 0 0,-1-1-1 0 0,0 0 0 0 0,-1 0 0 0 0,0 0 1 0 0,0 0-1 0 0,0 0 0 0 0,-1 0 0 0 0,1-8 1 0 0,-2 11-16 0 0,0-3-523 0 0,0-1 0 0 0,0 0 1 0 0,-1 0-1 0 0,-2-11 1 0 0,2 17 290 0 0,0-1 1 0 0,0 1-1 0 0,0 0 0 0 0,-1-1 0 0 0,1 1 1 0 0,-1 0-1 0 0,1 0 0 0 0,-1 0 1 0 0,0 0-1 0 0,1 0 0 0 0,-1 0 0 0 0,0 0 1 0 0,0 0-1 0 0,-1 1 0 0 0,-2-3 0 0 0,-28-12-3484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43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1361 0 0,'32'-27'1600'0'0,"34"-15"-799"0"0,58-20-2722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44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1 337 1441 0 0,'0'-18'7052'0'0,"0"-54"-4740"0"0,0 70-2279 0 0,0 1 0 0 0,0 0 0 0 0,0-1 0 0 0,0 1 0 0 0,1-1 0 0 0,-1 1 0 0 0,1 0 0 0 0,-1-1 0 0 0,1 1 0 0 0,-1 0 0 0 0,1 0 0 0 0,0-1 0 0 0,0 1 0 0 0,-1 0 0 0 0,1 0 0 0 0,0 0 0 0 0,0 0 0 0 0,0 0 0 0 0,2-1 0 0 0,-2 1 1 0 0,0 0 0 0 0,0 0 1 0 0,0 0-1 0 0,0 0 1 0 0,0 0-1 0 0,0 0 0 0 0,0-1 1 0 0,-1 1-1 0 0,1 0 0 0 0,0 0 1 0 0,-1 0-1 0 0,1-1 1 0 0,-1 1-1 0 0,1 0 0 0 0,-1-1 1 0 0,0 1-1 0 0,1-1 0 0 0,-1 1 1 0 0,0-2-1 0 0,0-69 2207 0 0,1 71-2224 0 0,-1 0 0 0 0,1 0 1 0 0,0 0-1 0 0,0 1 0 0 0,0-1 0 0 0,0 0 0 0 0,0 0 0 0 0,0 0 0 0 0,0 1 0 0 0,1-1 0 0 0,-1 1 0 0 0,0-1 0 0 0,0 1 1 0 0,0-1-1 0 0,1 1 0 0 0,-1-1 0 0 0,0 1 0 0 0,1 0 0 0 0,-1 0 0 0 0,2 0 0 0 0,-1-1 24 0 0,14-4-19 0 0,0 0-1 0 0,0 1 0 0 0,0 1 0 0 0,1 0 0 0 0,21 0 0 0 0,-11 1-1458 0 0,40-10 1 0 0,-58 10 511 0 0,0 0 0 0 0,0-1 0 0 0,-1-1 0 0 0,1 0 0 0 0,-1 0 0 0 0,0 0 0 0 0,0-1 0 0 0,10-8 0 0 0,15-19-2397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45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2 206 480 0 0,'-1'-11'550'0'0,"1"9"-468"0"0,0 0-1 0 0,-1 0 1 0 0,1 0-1 0 0,0-1 1 0 0,0 1-1 0 0,1 0 1 0 0,-1 0-1 0 0,0 0 1 0 0,1 0-1 0 0,-1-1 1 0 0,1 1-1 0 0,-1 0 1 0 0,1 0-1 0 0,0 0 1 0 0,1-2-1 0 0,9-4 249 0 0,-10 8-278 0 0,0-1-1 0 0,0 1 1 0 0,0-1-1 0 0,0 1 1 0 0,0-1-1 0 0,0 0 0 0 0,0 0 1 0 0,0 0-1 0 0,-1 1 1 0 0,1-1-1 0 0,0 0 1 0 0,0 0-1 0 0,-1 0 1 0 0,1 0-1 0 0,-1 0 0 0 0,1 0 1 0 0,-1-1-1 0 0,1 1 1 0 0,-1 0-1 0 0,1 0 1 0 0,-1 0-1 0 0,0 0 1 0 0,0 0-1 0 0,0-1 0 0 0,1-1 1 0 0,-1 2 18 0 0,0-1 1 0 0,0 1 0 0 0,0-1-1 0 0,0 1 1 0 0,1 0 0 0 0,-1-1-1 0 0,1 1 1 0 0,-1-1 0 0 0,1 1-1 0 0,-1 0 1 0 0,1-1-1 0 0,0 1 1 0 0,0 0 0 0 0,0 0-1 0 0,0-1 1 0 0,0 1 0 0 0,0 0-1 0 0,0 0 1 0 0,0 0 0 0 0,1-1-1 0 0,5-5 288 0 0,-1 1-17 0 0,-1-1 1 0 0,1 1 0 0 0,0 1-1 0 0,1-1 1 0 0,9-5 0 0 0,2-3 75 0 0,-12 10-363 0 0,-1 0-1 0 0,0 0 0 0 0,1 1 1 0 0,0 0-1 0 0,0 0 0 0 0,0 0 0 0 0,0 1 1 0 0,0 0-1 0 0,0 0 0 0 0,1 1 1 0 0,-1-1-1 0 0,1 1 0 0 0,9 0 1 0 0,2 2-34 0 0,1 0 0 0 0,-1 1 0 0 0,35 8 1 0 0,-50-9 0 0 0,1 0 0 0 0,0 0 0 0 0,-1 0 0 0 0,0 1 1 0 0,1-1-1 0 0,-1 1 0 0 0,0 0 0 0 0,0 0 0 0 0,0 0 1 0 0,0 0-1 0 0,0 1 0 0 0,0-1 0 0 0,-1 1 0 0 0,1 0 1 0 0,-1 0-1 0 0,0 0 0 0 0,0 0 0 0 0,0 0 0 0 0,0 0 1 0 0,0 0-1 0 0,-1 1 0 0 0,0-1 0 0 0,1 1 0 0 0,-1-1 1 0 0,0 1-1 0 0,-1-1 0 0 0,1 1 0 0 0,-1 0 0 0 0,1-1 1 0 0,-1 1-1 0 0,0 0 0 0 0,0 0 0 0 0,-1-1 1 0 0,1 1-1 0 0,-1 0 0 0 0,0-1 0 0 0,0 1 0 0 0,-2 5 1 0 0,-2-2 88 0 0,1 1 0 0 0,-1-1 0 0 0,-1 0 0 0 0,1 0 0 0 0,-1 0 0 0 0,-1-1 0 0 0,-10 9 0 0 0,17-14-90 0 0,-1-1 0 0 0,0 1 0 0 0,1 0-1 0 0,-1-1 1 0 0,0 1 0 0 0,1 0 0 0 0,-1-1 0 0 0,0 1 0 0 0,0-1 0 0 0,0 1 0 0 0,1-1 0 0 0,-1 0-1 0 0,0 1 1 0 0,0-1 0 0 0,0 0 0 0 0,0 1 0 0 0,0-1 0 0 0,0 0 0 0 0,0 0 0 0 0,0 0-1 0 0,0 0 1 0 0,0 0 0 0 0,0 0 0 0 0,0 0 0 0 0,0 0 0 0 0,0 0 0 0 0,1-1 0 0 0,-1 1-1 0 0,-2-1 1 0 0,-2-1 51 0 0,5 2-66 0 0,0 0 1 0 0,0 0-1 0 0,0 0 1 0 0,0 0-1 0 0,0 0 0 0 0,0 0 1 0 0,1 0-1 0 0,-1-1 0 0 0,0 1 1 0 0,0 0-1 0 0,0 0 1 0 0,0 0-1 0 0,0 0 0 0 0,0 0 1 0 0,0-1-1 0 0,0 1 1 0 0,0 0-1 0 0,0 0 0 0 0,0 0 1 0 0,0 0-1 0 0,0 0 1 0 0,0-1-1 0 0,0 1 0 0 0,0 0 1 0 0,0 0-1 0 0,0 0 1 0 0,0 0-1 0 0,0-1 0 0 0,0 1 1 0 0,0 0-1 0 0,0 0 0 0 0,0 0 1 0 0,0 0-1 0 0,0 0 1 0 0,0-1-1 0 0,0 1 0 0 0,0 0 1 0 0,0 0-1 0 0,0 0 1 0 0,0 0-1 0 0,-1 0 0 0 0,1 0 1 0 0,0-1-1 0 0,0 1 1 0 0,0 0-1 0 0,0 0 0 0 0,7-1 49 0 0,-6 1-43 0 0,0 1 0 0 0,0-1 0 0 0,-1 0-1 0 0,1 0 1 0 0,0 0 0 0 0,0-1-1 0 0,-1 1 1 0 0,1 0 0 0 0,0 0 0 0 0,0 0-1 0 0,-1-1 1 0 0,1 1 0 0 0,0 0-1 0 0,0-1 1 0 0,-1 1 0 0 0,1 0 0 0 0,0-1-1 0 0,-1 1 1 0 0,1-1 0 0 0,-1 1-1 0 0,1-1 1 0 0,-1 1 0 0 0,1-1 0 0 0,-1 0-1 0 0,1 1 1 0 0,-1-1 0 0 0,1 0-1 0 0,-1 1 1 0 0,0-1 0 0 0,1 0 0 0 0,-1 1-1 0 0,0-1 1 0 0,0 0 0 0 0,1 0-1 0 0,-1 1 1 0 0,0-1 0 0 0,0 0 0 0 0,0 0-1 0 0,0 1 1 0 0,0-1 0 0 0,0 0-1 0 0,0 0 1 0 0,0 0 0 0 0,-1 1 0 0 0,1-2-1 0 0,0-4 29 0 0,-1 4-26 0 0,1 0 1 0 0,0 0-1 0 0,0 0 1 0 0,0 0-1 0 0,0 0 1 0 0,0 0-1 0 0,0 0 0 0 0,1 0 1 0 0,-1 0-1 0 0,1 0 1 0 0,-1 0-1 0 0,1 0 1 0 0,0 1-1 0 0,1-4 0 0 0,20-13 81 0 0,-11-6-14 0 0,11 2 0 0 0,-19 18-75 0 0,1 0 1 0 0,0 0-1 0 0,0 0 1 0 0,0 0-1 0 0,0 1 0 0 0,0 0 1 0 0,1 0-1 0 0,0 0 1 0 0,-1 0-1 0 0,1 1 0 0 0,0-1 1 0 0,1 1-1 0 0,-1 1 1 0 0,0-1-1 0 0,0 1 1 0 0,1 0-1 0 0,-1 0 0 0 0,1 0 1 0 0,-1 1-1 0 0,1 0 1 0 0,-1 0-1 0 0,1 0 1 0 0,-1 1-1 0 0,1 0 0 0 0,-1 0 1 0 0,0 0-1 0 0,1 1 1 0 0,-1-1-1 0 0,0 1 0 0 0,0 1 1 0 0,5 2-1 0 0,-10-5-3 0 0,1 0 1 0 0,-1 1-1 0 0,1-1 0 0 0,-1 0 0 0 0,1 1 0 0 0,-1-1 1 0 0,0 1-1 0 0,1-1 0 0 0,-1 1 0 0 0,0-1 0 0 0,0 1 1 0 0,1-1-1 0 0,-1 1 0 0 0,0-1 0 0 0,0 1 0 0 0,1-1 1 0 0,-1 1-1 0 0,0-1 0 0 0,0 1 0 0 0,0-1 0 0 0,0 1 0 0 0,0 0 1 0 0,0-1-1 0 0,0 2 0 0 0,0-2-1 0 0,0 1-1 0 0,0 0 1 0 0,0-1-1 0 0,0 1 1 0 0,0 0-1 0 0,0-1 1 0 0,0 1 0 0 0,0-1-1 0 0,0 1 1 0 0,1 0-1 0 0,-1-1 1 0 0,0 1-1 0 0,0-1 1 0 0,1 1 0 0 0,-1 0-1 0 0,0-1 1 0 0,1 1-1 0 0,-1-1 1 0 0,1 1-1 0 0,0 0 1 0 0,8 5 6 0 0,-8-5-4 0 0,0 0 0 0 0,1 0 0 0 0,-1 0-1 0 0,0 0 1 0 0,1 1 0 0 0,-1-1-1 0 0,0 0 1 0 0,0 0 0 0 0,0 1-1 0 0,0-1 1 0 0,0 1 0 0 0,0-1-1 0 0,-1 1 1 0 0,1-1 0 0 0,0 1-1 0 0,-1-1 1 0 0,1 1 0 0 0,-1 0 0 0 0,0-1-1 0 0,1 1 1 0 0,-1 0 0 0 0,0-1-1 0 0,0 1 1 0 0,0 0 0 0 0,0-1-1 0 0,-1 4 1 0 0,1-4-2 0 0,0-1-1 0 0,0 1 1 0 0,0 0 0 0 0,0-1-1 0 0,0 1 1 0 0,0 0 0 0 0,0 0-1 0 0,-1-1 1 0 0,1 1 0 0 0,0 0-1 0 0,0-1 1 0 0,-1 1 0 0 0,1 0-1 0 0,-1-1 1 0 0,1 1-1 0 0,0-1 1 0 0,-1 1 0 0 0,1-1-1 0 0,-1 1 1 0 0,1-1 0 0 0,-1 1-1 0 0,1-1 1 0 0,-1 1 0 0 0,0-1-1 0 0,1 1 1 0 0,-1-1 0 0 0,0 0-1 0 0,1 1 1 0 0,-1-1 0 0 0,0 0-1 0 0,1 0 1 0 0,-1 0 0 0 0,0 1-1 0 0,1-1 1 0 0,-1 0 0 0 0,-1 0-1 0 0,2 0 1 0 0,-1 0 0 0 0,0 0 1 0 0,1 0-1 0 0,-1 0 0 0 0,0 0 0 0 0,1 0 0 0 0,-1 1 0 0 0,0-1 1 0 0,1 0-1 0 0,-1 0 0 0 0,1 1 0 0 0,-1-1 0 0 0,0 0 0 0 0,1 1 0 0 0,-1-1 1 0 0,1 0-1 0 0,-1 1 0 0 0,1-1 0 0 0,-1 1 0 0 0,1-1 0 0 0,-1 1 0 0 0,1-1 1 0 0,0 1-1 0 0,-1-1 0 0 0,1 1 0 0 0,0 0 0 0 0,0-1 0 0 0,-1 1 1 0 0,1 0-1 0 0,0-1 0 0 0,0 1 0 0 0,0-1 0 0 0,-1 1 0 0 0,1 0 0 0 0,0-1 1 0 0,0 2-1 0 0,0-2-1 0 0,0 0 0 0 0,0 0 0 0 0,1 1 0 0 0,-1-1 0 0 0,0 0 0 0 0,0 0 0 0 0,0 0 0 0 0,0 1 0 0 0,0-1 0 0 0,-1 0 0 0 0,1 0 0 0 0,0 1 0 0 0,0-1 0 0 0,0 0 0 0 0,0 0 0 0 0,0 0 0 0 0,0 1 0 0 0,0-1 0 0 0,0 0 0 0 0,0 0 0 0 0,-1 0 0 0 0,1 1 0 0 0,0-1 0 0 0,0 0 0 0 0,0 0 0 0 0,0 0 0 0 0,-1 0 0 0 0,1 0 0 0 0,0 1 0 0 0,0-1 0 0 0,0 0 0 0 0,0 0 0 0 0,-1 0 0 0 0,1 0 0 0 0,0 0 0 0 0,0 0 0 0 0,-1 0 0 0 0,1 0 0 0 0,0 0 0 0 0,0 0 0 0 0,0 0 0 0 0,-1 0 0 0 0,-21 1-67 0 0,23 0 64 0 0,1-1 0 0 0,-1 0 0 0 0,0-1 0 0 0,0 1 0 0 0,0 0 0 0 0,0 0 0 0 0,1 0 0 0 0,-1-1 0 0 0,0 1 0 0 0,0-1 0 0 0,0 1 0 0 0,0-1 0 0 0,0 1 1 0 0,0-1-1 0 0,0 1 0 0 0,0-1 0 0 0,0 0 0 0 0,0 0 0 0 0,0 1 0 0 0,-1-1 0 0 0,1 0 0 0 0,0 0 0 0 0,0 0 0 0 0,-1 0 0 0 0,1 0 0 0 0,0-2 0 0 0,0 1 5 0 0,-1 1 1 0 0,0-1-1 0 0,1 1 0 0 0,-1-1 1 0 0,1 1-1 0 0,0-1 0 0 0,-1 1 1 0 0,1 0-1 0 0,0-1 0 0 0,0 1 1 0 0,0 0-1 0 0,0 0 0 0 0,0-1 1 0 0,0 1-1 0 0,0 0 0 0 0,1 0 1 0 0,-1 0-1 0 0,2-1 0 0 0,35-20 40 0 0,-1-2 19 0 0,-31 18-61 0 0,0 0 0 0 0,1 1 0 0 0,0-1 0 0 0,0 2 0 0 0,0-1 0 0 0,1 1 0 0 0,-1 0 0 0 0,14-5 0 0 0,6 2-67 0 0,-26 7 66 0 0,0 0-1 0 0,1-1 1 0 0,-1 1-1 0 0,0 0 1 0 0,0 0 0 0 0,0 0-1 0 0,0 0 1 0 0,0 0 0 0 0,0 0-1 0 0,0 0 1 0 0,0 0-1 0 0,1 0 1 0 0,-1 1 0 0 0,0-1-1 0 0,0 0 1 0 0,0 1 0 0 0,0-1-1 0 0,0 1 1 0 0,0-1-1 0 0,0 1 1 0 0,0-1 0 0 0,0 1-1 0 0,-1 0 1 0 0,1-1 0 0 0,0 1-1 0 0,0 0 1 0 0,0 0-1 0 0,0 1 1 0 0,0 1 12 0 0,0 1 1 0 0,0-1-1 0 0,-1 1 1 0 0,1-1-1 0 0,-1 1 0 0 0,0-1 1 0 0,0 1-1 0 0,-1 3 1 0 0,1 10-22 0 0,0-13-76 0 0,-1-1-1 0 0,0 1 0 0 0,0-1 0 0 0,0 1 1 0 0,0-1-1 0 0,0 0 0 0 0,-1 0 0 0 0,1 1 1 0 0,-1-1-1 0 0,0 0 0 0 0,0-1 1 0 0,0 1-1 0 0,0 0 0 0 0,-1 0 0 0 0,1-1 1 0 0,-5 4-1 0 0,-48 33-3869 0 0,48-34 3130 0 0,2-3-2322 0 0,5-7-67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46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34 138 1441 0 0,'-33'27'1280'0'0,"33"2"-239"0"0,0-8-81 0 0,33-15 1 0 0,-1 0-241 0 0,1-6-160 0 0,0-6 0 0 0,-1 0-79 0 0,1-9-1 0 0,0 1-80 0 0,-1-13 0 0 0,1 0-240 0 0,0-8-560 0 0,-33 1-1121 0 0,0-1-1440 0 0,0 8-320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46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361 1 1601 0 0,'-1'10'2243'0'0,"0"0"0"0"0,0 0 0 0 0,-5 19 0 0 0,-29 69-1235 0 0,14-42 123 0 0,10-26-827 0 0,-1 7 35 0 0,-2-1 0 0 0,-20 37 0 0 0,10-31-72 0 0,-45 91 587 0 0,55-97-790 0 0,9-21-319 0 0,0-1 0 0 0,-1 1 1 0 0,0-1-1 0 0,-1-1 0 0 0,-1 1 1 0 0,0-1-1 0 0,-1 0 1 0 0,-21 22-1 0 0,29-34 11 0 0,0 0 0 0 0,0 0 0 0 0,0 0 1 0 0,0 0-1 0 0,-1 0 0 0 0,1 0 0 0 0,0 0 0 0 0,-1-1 1 0 0,1 1-1 0 0,-1 0 0 0 0,1-1 0 0 0,0 0 0 0 0,-1 1 0 0 0,1-1 1 0 0,-1 1-1 0 0,0-1 0 0 0,-2 0 0 0 0,3-1-38 0 0,1 1-1 0 0,-1-1 1 0 0,1 0-1 0 0,-1 0 0 0 0,1 1 1 0 0,-1-1-1 0 0,1 0 1 0 0,0 0-1 0 0,-1 0 1 0 0,1 0-1 0 0,0 0 1 0 0,-1 1-1 0 0,1-1 0 0 0,0 0 1 0 0,0 0-1 0 0,0 0 1 0 0,0 0-1 0 0,0 0 1 0 0,0 0-1 0 0,0 0 1 0 0,1-1-1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47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17 720 0 0,'0'-1'70'0'0,"0"0"-1"0"0,0 1 0 0 0,0-1 1 0 0,0 0-1 0 0,0 1 0 0 0,1-1 1 0 0,-1 0-1 0 0,0 1 0 0 0,0-1 1 0 0,1 0-1 0 0,-1 1 0 0 0,1-1 1 0 0,-1 0-1 0 0,0 1 0 0 0,1-1 1 0 0,-1 1-1 0 0,1-1 0 0 0,-1 1 1 0 0,1-1-1 0 0,0 1 0 0 0,-1 0 1 0 0,1-1-1 0 0,0 1 0 0 0,-1 0 1 0 0,1-1-1 0 0,0 1 0 0 0,-1 0 1 0 0,1 0-1 0 0,0-1 0 0 0,-1 1 1 0 0,1 0-1 0 0,0 0 0 0 0,-1 0 1 0 0,1 0-1 0 0,0 0 0 0 0,0 0 1 0 0,-1 0-1 0 0,1 0 0 0 0,1 1 1 0 0,4-2 384 0 0,-3 1-179 0 0,0 0-1 0 0,1 0 0 0 0,-1 0 0 0 0,0 0 1 0 0,1 0-1 0 0,-1 1 0 0 0,0-1 0 0 0,1 1 0 0 0,-1 0 1 0 0,0 0-1 0 0,0 0 0 0 0,4 2 0 0 0,42 26 113 0 0,-8-3-363 0 0,-39-25-20 0 0,0 0-1 0 0,0 0 1 0 0,1 0 0 0 0,-1 1 0 0 0,0-1 0 0 0,0 1 0 0 0,0-1 0 0 0,-1 1-1 0 0,1 0 1 0 0,0-1 0 0 0,-1 1 0 0 0,1 0 0 0 0,1 4 0 0 0,-1-2 44 0 0,-1 1 0 0 0,-1-1 0 0 0,1 0 0 0 0,0 1 0 0 0,-1-1 0 0 0,-1 9 0 0 0,1-6 15 0 0,0 80 1324 0 0,0-86-1226 0 0,0-2-144 0 0,-1 1 0 0 0,1-1 0 0 0,-1 0 0 0 0,0 1 0 0 0,1-1 0 0 0,-1 1 1 0 0,0 0-1 0 0,1-1 0 0 0,-1 1 0 0 0,0 0 0 0 0,0-1 0 0 0,1 1 1 0 0,-1 0-1 0 0,0 0 0 0 0,0 0 0 0 0,0-1 0 0 0,1 1 0 0 0,-1 0 1 0 0,0 0-1 0 0,0 0 0 0 0,-1 1 0 0 0,2-1-12 0 0,-1 0 0 0 0,1 0 0 0 0,-1 0 0 0 0,1 0 0 0 0,-1 0 0 0 0,1 0 0 0 0,-1 0 0 0 0,1 0-1 0 0,-1 0 1 0 0,1 0 0 0 0,-1 0 0 0 0,1 0 0 0 0,-1 0 0 0 0,1 0 0 0 0,-1 0 0 0 0,1-1 0 0 0,-1 1 0 0 0,1 0 0 0 0,-1 0 0 0 0,1-1 0 0 0,-1 1 0 0 0,1 0 0 0 0,0 0 0 0 0,-1-1 0 0 0,1 1-1 0 0,-1 0 1 0 0,1-1 0 0 0,0 1 0 0 0,0-1 0 0 0,-1 1 0 0 0,1-1 0 0 0,0 1 0 0 0,0 0 0 0 0,-1-1 0 0 0,1 1 0 0 0,0-2 0 0 0,-1 1 7 0 0,0 0 1 0 0,0-1 0 0 0,0 1-1 0 0,0 0 1 0 0,0 0-1 0 0,0 0 1 0 0,0-1-1 0 0,0 1 1 0 0,0 0 0 0 0,-1 1-1 0 0,1-1 1 0 0,0 0-1 0 0,-1 0 1 0 0,1 0-1 0 0,-1 1 1 0 0,1-1 0 0 0,-1 1-1 0 0,1-1 1 0 0,-1 1-1 0 0,1 0 1 0 0,-4-1 0 0 0,-2-1 30 0 0,-86-31 277 0 0,83 28-272 0 0,-1 1 0 0 0,0 0 0 0 0,0 1 0 0 0,0 0 0 0 0,0 1 0 0 0,0 0 0 0 0,-1 1 0 0 0,1 0 0 0 0,-20 1 0 0 0,25 0 2 0 0,0 1 0 0 0,0 0 0 0 0,0 0 0 0 0,0 0 0 0 0,0 1 0 0 0,1 0 0 0 0,-1 0 0 0 0,1 0 1 0 0,-1 1-1 0 0,1-1 0 0 0,0 1 0 0 0,0 1 0 0 0,0-1 0 0 0,1 1 0 0 0,-6 4 0 0 0,9-7-33 0 0,0 0 1 0 0,-1 0-1 0 0,1-1 1 0 0,0 1-1 0 0,0 0 1 0 0,0 0-1 0 0,0 0 1 0 0,0 0-1 0 0,0 0 1 0 0,0 1-1 0 0,0-1 0 0 0,1 0 1 0 0,-1 0-1 0 0,0 1 1 0 0,1-1-1 0 0,-1 0 1 0 0,1 1-1 0 0,-1-1 1 0 0,1 0-1 0 0,0 1 1 0 0,0-1-1 0 0,-1 1 1 0 0,1-1-1 0 0,0 1 1 0 0,0-1-1 0 0,1 2 1 0 0,0 0 25 0 0,1 0 1 0 0,0 0 0 0 0,0 0-1 0 0,0-1 1 0 0,1 1-1 0 0,-1-1 1 0 0,1 1 0 0 0,-1-1-1 0 0,5 3 1 0 0,16 14 142 0 0,-18-14-176 0 0,0-1 1 0 0,0 0 0 0 0,0 0 0 0 0,1-1 0 0 0,0 1 0 0 0,-1-1 0 0 0,1-1 0 0 0,1 1 0 0 0,-1-1 0 0 0,0 0 0 0 0,1 0 0 0 0,11 1 0 0 0,-3-2-269 0 0,-1 0 1 0 0,0-1 0 0 0,0-1 0 0 0,0-1 0 0 0,18-3 0 0 0,-29 4 63 0 0,0 1 0 0 0,-1-1 0 0 0,1 0 1 0 0,0 0-1 0 0,-1-1 0 0 0,1 1 0 0 0,0 0 1 0 0,-1-1-1 0 0,0 0 0 0 0,1 1 0 0 0,-1-1 0 0 0,0 0 1 0 0,0 0-1 0 0,3-4 0 0 0,20-17-2475 0 0,-21 21 2254 0 0,-1 0-1 0 0,1 0 1 0 0,-1 0-1 0 0,0-1 1 0 0,0 0-1 0 0,5-5 1 0 0,-7 6 175 0 0,-1 0-1 0 0,1 0 1 0 0,0 0 0 0 0,0 0-1 0 0,-1 0 1 0 0,1 0 0 0 0,-1 0 0 0 0,0 0-1 0 0,0 0 1 0 0,0 0 0 0 0,0-4-1 0 0,0 6 230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48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679 72 720 0 0,'-4'-1'330'0'0,"-1"-1"-1"0"0,1 0 0 0 0,-1 0 0 0 0,1 0 0 0 0,0-1 1 0 0,-7-4-1 0 0,-17-9 1408 0 0,1 2-350 0 0,22 10-1134 0 0,0 2 0 0 0,1-1 0 0 0,-1 1 0 0 0,-1-1 0 0 0,1 1 0 0 0,0 1 0 0 0,0-1 0 0 0,-1 1 0 0 0,1 0 0 0 0,-1 0-1 0 0,1 1 1 0 0,-1-1 0 0 0,-6 1 0 0 0,-9 1 568 0 0,0 1 0 0 0,-31 6-1 0 0,47-8-655 0 0,4 0-125 0 0,0 0 0 0 0,1 0-1 0 0,-1 0 1 0 0,0 0 0 0 0,0 0 0 0 0,0 0 0 0 0,0 0 0 0 0,0 1 0 0 0,1-1 0 0 0,-1 0 0 0 0,0 0 0 0 0,0 1-1 0 0,0-1 1 0 0,1 0 0 0 0,-1 1 0 0 0,0-1 0 0 0,1 1 0 0 0,-1-1 0 0 0,0 1 0 0 0,1-1 0 0 0,-1 1 0 0 0,0 0-1 0 0,1-1 1 0 0,-1 1 0 0 0,1 0 0 0 0,-1-1 0 0 0,1 1 0 0 0,0 0 0 0 0,-1 0 0 0 0,1-1 0 0 0,0 1 0 0 0,-1 0-1 0 0,1 0 1 0 0,0 0 0 0 0,0-1 0 0 0,0 1 0 0 0,0 1 0 0 0,0-1-24 0 0,1 0 0 0 0,0 0 0 0 0,-1 0 0 0 0,1 0 0 0 0,0 0 0 0 0,0-1 0 0 0,0 1 0 0 0,0 0 0 0 0,0 0 0 0 0,0-1 0 0 0,0 1 0 0 0,0-1 0 0 0,0 1 0 0 0,0-1 0 0 0,0 1 0 0 0,0-1 0 0 0,1 0 0 0 0,-1 0 0 0 0,0 1 0 0 0,0-1 0 0 0,2 0 0 0 0,6 2 46 0 0,187 80 164 0 0,-167-71-301 0 0,-1 2-1 0 0,40 23 1 0 0,-66-35 69 0 0,0 0 1 0 0,0 1 0 0 0,0-1 0 0 0,0 0 0 0 0,-1 1 0 0 0,1-1 0 0 0,-1 1 0 0 0,1 0 0 0 0,-1 0 0 0 0,1-1-1 0 0,-1 1 1 0 0,2 3 0 0 0,-3-4 1 0 0,0 0-1 0 0,0 0 0 0 0,1 0 1 0 0,-1 0-1 0 0,0 0 0 0 0,0 0 1 0 0,0 0-1 0 0,0 1 1 0 0,0-1-1 0 0,0 0 0 0 0,0 0 1 0 0,-1 0-1 0 0,1 0 0 0 0,0 0 1 0 0,-1 0-1 0 0,1 0 1 0 0,0-1-1 0 0,-1 1 0 0 0,0 2 1 0 0,-3 1 8 0 0,0 0 0 0 0,0 0 1 0 0,0 0-1 0 0,0-1 0 0 0,-1 1 1 0 0,1-1-1 0 0,-1 0 0 0 0,-8 4 0 0 0,-3 0 195 0 0,-1-1 0 0 0,1 0 0 0 0,-1-1 0 0 0,-1-1 0 0 0,-24 3 0 0 0,37-6-165 0 0,-48 5-16 0 0,-107 1 0 0 0,99-10-2330 0 0,-88-14-1 0 0,61-3-1022 0 0,18-6-813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51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101 143 2241 0 0,'0'0'2308'0'0,"-2"-5"3294"0"0,2 5-5554 0 0,0-1 1 0 0,0 1 0 0 0,0 0-1 0 0,0-1 1 0 0,0 1 0 0 0,1 0-1 0 0,-1 0 1 0 0,0-1 0 0 0,0 1-1 0 0,0 0 1 0 0,0-1 0 0 0,0 1-1 0 0,1 0 1 0 0,-1 0 0 0 0,0 0-1 0 0,0-1 1 0 0,0 1 0 0 0,1 0-1 0 0,-1 0 1 0 0,0 0 0 0 0,0-1-1 0 0,1 1 1 0 0,-1 0 0 0 0,0 0-1 0 0,0 0 1 0 0,1 0 0 0 0,-1 0-1 0 0,0 0 1 0 0,0 0 0 0 0,1-1-1 0 0,-1 1 1 0 0,0 0 0 0 0,1 0-1 0 0,6 0 362 0 0,-7 0-356 0 0,1 0-1 0 0,0 1 1 0 0,-1-1 0 0 0,1 0-1 0 0,0 0 1 0 0,-1 0 0 0 0,1 0 0 0 0,0 0-1 0 0,-1 0 1 0 0,1 0 0 0 0,0 0 0 0 0,0-1-1 0 0,-1 1 1 0 0,1 0 0 0 0,-1 0 0 0 0,1 0-1 0 0,0-1 1 0 0,-1 1 0 0 0,1 0 0 0 0,-1-1-1 0 0,1 1 1 0 0,0-1 0 0 0,-1 1 0 0 0,1 0-1 0 0,-1-1 1 0 0,1 1 0 0 0,-1-1 0 0 0,0 1-1 0 0,1-1 1 0 0,-1 0 0 0 0,0 1 0 0 0,1-1-1 0 0,-1 1 1 0 0,0-1 0 0 0,1 0 0 0 0,-1 1-1 0 0,0-1 1 0 0,0 0 0 0 0,0 1 0 0 0,0-1-1 0 0,0 0 1 0 0,0 1 0 0 0,0-1 0 0 0,0-1-1 0 0,0 1-19 0 0,1 0 1 0 0,-1 0-1 0 0,0 0 0 0 0,0 0 0 0 0,1 0 0 0 0,-1 0 0 0 0,1 0 0 0 0,-1 0 0 0 0,1 0 0 0 0,-1 0 0 0 0,1 0 0 0 0,0 0 0 0 0,-1 1 0 0 0,1-1 0 0 0,0 0 1 0 0,0 0-1 0 0,0 1 0 0 0,0-1 0 0 0,-1 0 0 0 0,1 1 0 0 0,0-1 0 0 0,0 1 0 0 0,0-1 0 0 0,0 1 0 0 0,2-1 0 0 0,5-4 134 0 0,2-1-9 0 0,0 0-1 0 0,0 0 1 0 0,0 0 0 0 0,1 2-1 0 0,0-1 1 0 0,0 1-1 0 0,0 1 1 0 0,14-3 0 0 0,-14 5-70 0 0,0 1 0 0 0,0 1 1 0 0,0 0-1 0 0,0 0 0 0 0,0 1 1 0 0,0 0-1 0 0,-1 1 0 0 0,1 0 1 0 0,11 5-1 0 0,-21-6-70 0 0,0-1-1 0 0,0 1 1 0 0,0 0-1 0 0,-1-1 1 0 0,1 1-1 0 0,-1 0 1 0 0,1 0-1 0 0,-1-1 0 0 0,1 1 1 0 0,-1 0-1 0 0,0 0 1 0 0,0 0-1 0 0,0-1 1 0 0,0 1-1 0 0,0 0 1 0 0,0 0-1 0 0,-1 0 1 0 0,1-1-1 0 0,0 1 1 0 0,-1 0-1 0 0,0 0 1 0 0,1-1-1 0 0,-1 1 1 0 0,0 0-1 0 0,-1 1 0 0 0,-8 2 60 0 0,1 0-1 0 0,-1-1 1 0 0,-1 0-1 0 0,1 0 0 0 0,-1-1 1 0 0,1-1-1 0 0,-1 0 0 0 0,0 0 1 0 0,-16 0-1 0 0,0 0 6 0 0,1-2 0 0 0,-1 0-1 0 0,0-1 1 0 0,-29-7 0 0 0,54 8-89 0 0,0 0 1 0 0,1 0 0 0 0,-1-1 0 0 0,0 1-1 0 0,0-1 1 0 0,1 1 0 0 0,-1-1 0 0 0,0 0-1 0 0,1 1 1 0 0,-1-1 0 0 0,0 0 0 0 0,1 0 0 0 0,-1 0-1 0 0,1 0 1 0 0,0-1 0 0 0,-1 1 0 0 0,1 0-1 0 0,0-1 1 0 0,0 1 0 0 0,0-1 0 0 0,-1-1-1 0 0,1 0-7 0 0,0-1 0 0 0,0 0 0 0 0,0 0 0 0 0,1 0 0 0 0,-1 0-1 0 0,1 0 1 0 0,1-7 0 0 0,-1-3-6 0 0,0 13 14 0 0,1-1 1 0 0,-1 0-1 0 0,1 0 1 0 0,-1 1 0 0 0,1-1-1 0 0,-1 0 1 0 0,1 1-1 0 0,0-1 1 0 0,0 0 0 0 0,0 1-1 0 0,0-1 1 0 0,0 1-1 0 0,1 0 1 0 0,-1-1 0 0 0,0 1-1 0 0,1 0 1 0 0,1-2-1 0 0,30-18-57 0 0,-24 16 43 0 0,2-2-34 0 0,16 7 53 0 0,-24 1 13 0 0,0 0-1 0 0,1 0 1 0 0,-1 0-1 0 0,0 0 1 0 0,0 0-1 0 0,0 1 1 0 0,0-1-1 0 0,0 1 1 0 0,0 0-1 0 0,-1 0 1 0 0,1 0 0 0 0,0 0-1 0 0,-1 0 1 0 0,0 1-1 0 0,0-1 1 0 0,1 1-1 0 0,-1-1 1 0 0,-1 1-1 0 0,1 0 1 0 0,0 0-1 0 0,1 3 1 0 0,-1-2 15 0 0,-1 0-1 0 0,1 0 1 0 0,-1 0-1 0 0,0 0 1 0 0,0 0 0 0 0,0 0-1 0 0,0 1 1 0 0,-1-1-1 0 0,0 0 1 0 0,0 0 0 0 0,0 1-1 0 0,0-1 1 0 0,-1 0-1 0 0,1 0 1 0 0,-1 0 0 0 0,0 0-1 0 0,-1 0 1 0 0,-1 6 0 0 0,1-6-12 0 0,-1 0 1 0 0,1 0-1 0 0,-1-1 1 0 0,1 1-1 0 0,-1-1 1 0 0,0 1-1 0 0,-1-1 1 0 0,1 0-1 0 0,0 0 1 0 0,-1-1-1 0 0,0 1 1 0 0,0-1-1 0 0,1 1 1 0 0,-1-1-1 0 0,-1 0 1 0 0,1-1-1 0 0,0 1 1 0 0,0-1-1 0 0,-1 0 1 0 0,1 0-1 0 0,-6 1 1 0 0,0-1 9 0 0,1-1 1 0 0,0 0-1 0 0,0 0 0 0 0,0-1 1 0 0,-1 0-1 0 0,1 0 0 0 0,0-1 1 0 0,0-1-1 0 0,-16-5 0 0 0,23 7-25 0 0,0 0-1 0 0,1 0 0 0 0,-1 1 0 0 0,0-1 0 0 0,0 0 1 0 0,0-1-1 0 0,1 1 0 0 0,-1 0 0 0 0,1 0 0 0 0,-1-1 0 0 0,1 1 1 0 0,-1-1-1 0 0,1 1 0 0 0,0-1 0 0 0,0 0 0 0 0,-1 1 1 0 0,0-4-1 0 0,1 1-2 0 0,0-1 1 0 0,0 1 0 0 0,1-1-1 0 0,-1 1 1 0 0,1-1 0 0 0,0-7-1 0 0,1 0-5 0 0,-2 3-2 0 0,1 7 10 0 0,-1 0 1 0 0,1 0-1 0 0,0-1 0 0 0,0 1 1 0 0,0 0-1 0 0,0 0 0 0 0,0-1 1 0 0,0 1-1 0 0,1 0 0 0 0,-1 0 1 0 0,1 0-1 0 0,-1-1 0 0 0,1 1 1 0 0,0 0-1 0 0,0 0 0 0 0,1-2 0 0 0,20-9-14 0 0,-20 12 9 0 0,1 0 0 0 0,0 0 0 0 0,-1 0 0 0 0,1 1 0 0 0,0-1 0 0 0,0 1 0 0 0,-1-1 0 0 0,1 1 0 0 0,0 0 0 0 0,0 0 0 0 0,0 0 0 0 0,-1 1 0 0 0,1-1 0 0 0,0 1 0 0 0,0-1 0 0 0,-1 1 0 0 0,5 2 0 0 0,-2-1-103 0 0,-1-1-1 0 0,1 1 0 0 0,-1 1 1 0 0,0-1-1 0 0,0 0 1 0 0,0 1-1 0 0,0 0 0 0 0,7 6 1 0 0,21 31-6536 0 0,-31-39 6293 0 0,0 0 1 0 0,-1 0-1 0 0,1 0 1 0 0,0 1-1 0 0,-1-1 1 0 0,0 0-1 0 0,1 0 1 0 0,-1 0-1 0 0,0 1 1 0 0,1-1-1 0 0,-1 0 1 0 0,0 0-1 0 0,0 1 1 0 0,0 1-1 0 0,0 13-4639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52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580 110 1201 0 0,'-2'-2'4252'0'0,"9"-2"-3742"0"0,42-14 2064 0 0,60-12 1 0 0,-49 8-1375 0 0,-28 10-533 0 0,-26 11-267 0 0,-6 0-329 0 0,-1 0 0 0 0,1 0-1 0 0,-1 0 1 0 0,1 1-1 0 0,0-1 1 0 0,-1 0 0 0 0,1 0-1 0 0,-1 1 1 0 0,0-1-1 0 0,1 0 1 0 0,-1 1 0 0 0,0-1-1 0 0,1 1 1 0 0,-1-1-1 0 0,0 1 1 0 0,1-1-1 0 0,-1 1 1 0 0,0 0 0 0 0,0-1-1 0 0,0 1 1 0 0,1 0-1 0 0,-1-1 1 0 0,0 1 0 0 0,0 0-1 0 0,0 0 1 0 0,0 0-1 0 0,-1 0 1 0 0,-38-5 219 0 0,29 4-62 0 0,-17 1 93 0 0,-1 1 0 0 0,1 1 0 0 0,-44 9 1 0 0,60-10-233 0 0,-189 42 1247 0 0,164-32-1140 0 0,1 1 0 0 0,-1 2 1 0 0,-53 29-1 0 0,-8 13 31 0 0,92-52-117 0 0,0 0 1 0 0,0 1 0 0 0,1 0 0 0 0,0 1 0 0 0,0-1 0 0 0,0 1-1 0 0,1 0 1 0 0,-1 0 0 0 0,1 0 0 0 0,1 1 0 0 0,-1-1-1 0 0,-3 13 1 0 0,-4 24 490 0 0,1-28-450 0 0,8-13-144 0 0,1-1-1 0 0,0 0 0 0 0,-1 1 0 0 0,1-1 1 0 0,0 1-1 0 0,0-1 0 0 0,0 1 0 0 0,0 0 0 0 0,0-1 1 0 0,1 1-1 0 0,-1 0 0 0 0,0 0 0 0 0,1-1 1 0 0,0 1-1 0 0,-1 0 0 0 0,1 0 0 0 0,0 0 1 0 0,0 0-1 0 0,0 0 0 0 0,0-1 0 0 0,0 1 1 0 0,0 0-1 0 0,0 0 0 0 0,1 0 0 0 0,-1 0 0 0 0,2 2 1 0 0,2 2 19 0 0,1 0 1 0 0,0-1 0 0 0,0 0-1 0 0,0 0 1 0 0,0 0 0 0 0,1-1 0 0 0,0 0-1 0 0,0 0 1 0 0,12 6 0 0 0,4 4 39 0 0,-10-6-57 0 0,2 3-17 0 0,1 0 1 0 0,-1-2-1 0 0,2 0 0 0 0,-1 0 0 0 0,1-1 0 0 0,1-1 1 0 0,33 9-1 0 0,-24-10-999 0 0,1-1 0 0 0,0-2 1 0 0,1 0-1 0 0,38-2 0 0 0,103-17-11964 0 0,-165 16 12661 0 0,34-7-2972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53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453 98 1281 0 0,'-3'-22'8053'0'0,"-11"18"-7034"0"0,-7 2-234 0 0,-13-2 7 0 0,-1 2-1 0 0,-48 3 1 0 0,57 1-376 0 0,-11 0 138 0 0,-55 10 0 0 0,85-11-525 0 0,0 0 1 0 0,0 1-1 0 0,0 0 0 0 0,0 1 1 0 0,0-1-1 0 0,0 1 0 0 0,0 1 0 0 0,1-1 1 0 0,0 1-1 0 0,0 0 0 0 0,0 1 1 0 0,0 0-1 0 0,-8 8 0 0 0,13-12-24 0 0,0 0 1 0 0,1-1-1 0 0,-1 1 1 0 0,0 0-1 0 0,1 0 1 0 0,-1 0-1 0 0,1 0 0 0 0,-1 0 1 0 0,1 0-1 0 0,-1 0 1 0 0,1 0-1 0 0,0 1 1 0 0,0-1-1 0 0,-1 0 0 0 0,1 0 1 0 0,0 0-1 0 0,0 0 1 0 0,0 0-1 0 0,0 0 0 0 0,0 0 1 0 0,1 1-1 0 0,-1-1 1 0 0,0 0-1 0 0,0 0 1 0 0,1 0-1 0 0,-1 0 0 0 0,0 0 1 0 0,2 1-1 0 0,18 17-1 0 0,-14-15 8 0 0,7 9 57 0 0,-11-12-64 0 0,-1 1 0 0 0,1-1 0 0 0,-1 1 0 0 0,1-1 0 0 0,0 0 0 0 0,-1 0 0 0 0,1 0 0 0 0,0 0 0 0 0,0 0 0 0 0,0 0 0 0 0,0-1 0 0 0,2 2 0 0 0,11 2-26 0 0,1 0 1 0 0,0-1-1 0 0,-1-1 0 0 0,1 0 1 0 0,0-1-1 0 0,0-1 1 0 0,0 0-1 0 0,0-1 0 0 0,0-1 1 0 0,21-5-1 0 0,9-5 28 0 0,60-22-1 0 0,-100 31 23 0 0,0 0 0 0 0,0 0-1 0 0,0 0 1 0 0,-1-1-1 0 0,1 0 1 0 0,-1 0 0 0 0,0 0-1 0 0,0-1 1 0 0,6-7-1 0 0,-9 11-13 0 0,-1-1 0 0 0,1 0 1 0 0,-1 0-1 0 0,0 0 0 0 0,0-1 0 0 0,0 1 0 0 0,0 0 0 0 0,0 0 0 0 0,-1-1 0 0 0,1 1 0 0 0,0 0 0 0 0,-1-1 0 0 0,0 1 0 0 0,0-1 0 0 0,0 1 0 0 0,0 0 0 0 0,0-1 0 0 0,0 1 0 0 0,0-1 0 0 0,-1 1 0 0 0,1 0 0 0 0,-1-1 0 0 0,0 1 0 0 0,0 0 0 0 0,0 0 0 0 0,0 0 0 0 0,-2-4 0 0 0,0 1-39 0 0,-1 1 0 0 0,0-1-1 0 0,0 1 1 0 0,-1 0-1 0 0,1 0 1 0 0,-1 0 0 0 0,0 0-1 0 0,0 1 1 0 0,0 0-1 0 0,-1 0 1 0 0,1 0 0 0 0,-1 1-1 0 0,1 0 1 0 0,-1 0-1 0 0,0 0 1 0 0,0 0 0 0 0,-11 0-1 0 0,-5-1-986 0 0,-1 2 1 0 0,1 0-1 0 0,-27 3 0 0 0,11 4-2950 0 0,5 2-401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54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3 199 1521 0 0,'0'-28'5189'0'0,"-1"18"-4478"0"0,0 7-544 0 0,1 0 0 0 0,0 0 0 0 0,-1 0 0 0 0,1-1 0 0 0,0 1 0 0 0,1 0-1 0 0,-1 0 1 0 0,1 0 0 0 0,-1 0 0 0 0,1 0 0 0 0,0 0 0 0 0,2-5 0 0 0,6-1 4 0 0,0 0 0 0 0,1 1 0 0 0,0 0 0 0 0,1 1 0 0 0,0 0-1 0 0,0 1 1 0 0,0 0 0 0 0,14-5 0 0 0,-18 8-175 0 0,1 0-1 0 0,-1 1 1 0 0,1 0-1 0 0,0 0 1 0 0,-1 1 0 0 0,1-1-1 0 0,0 2 1 0 0,0-1-1 0 0,0 1 1 0 0,0 1 0 0 0,-1-1-1 0 0,1 1 1 0 0,0 1-1 0 0,0-1 1 0 0,14 6-1 0 0,-22-7 5 0 0,1 1-1 0 0,0-1 1 0 0,-1 1-1 0 0,1-1 1 0 0,-1 1-1 0 0,1-1 1 0 0,-1 1-1 0 0,1-1 1 0 0,-1 1-1 0 0,0 0 1 0 0,1-1-1 0 0,-1 1 1 0 0,0 0-1 0 0,1-1 1 0 0,-1 1-1 0 0,0 0 1 0 0,0 0-1 0 0,0-1 1 0 0,1 1-1 0 0,-1 0 1 0 0,0-1-1 0 0,0 1 1 0 0,0 1-1 0 0,3 9 13 0 0,6-1 13 0 0,-7-9-19 0 0,-1 0 1 0 0,0 0-1 0 0,1 0 1 0 0,-1 0-1 0 0,0 0 1 0 0,0 0-1 0 0,0 1 1 0 0,0-1-1 0 0,0 1 0 0 0,0-1 1 0 0,0 0-1 0 0,-1 1 1 0 0,1-1-1 0 0,0 1 1 0 0,-1 0-1 0 0,1-1 1 0 0,-1 1-1 0 0,0 0 1 0 0,1-1-1 0 0,-1 4 0 0 0,0 42 1115 0 0,-6-47-894 0 0,-15-4 0 0 0,20 3-212 0 0,0 1 0 0 0,1-1 0 0 0,-1 0 1 0 0,1 1-1 0 0,-1-1 0 0 0,1 1 0 0 0,-1-1 1 0 0,1 0-1 0 0,0 1 0 0 0,-1-1 0 0 0,1 0 1 0 0,0 1-1 0 0,0-1 0 0 0,-1 0 0 0 0,1 0 1 0 0,0 1-1 0 0,0-1 0 0 0,0 0 1 0 0,0 0-1 0 0,0 1 0 0 0,0-1 0 0 0,0 0 1 0 0,0 0-1 0 0,0 1 0 0 0,0-1 0 0 0,0 0 1 0 0,0 0-1 0 0,1 0 0 0 0,-1-1 36 0 0,0 0-29 0 0,0-1 1 0 0,1 1-1 0 0,-1-1 1 0 0,0 0-1 0 0,1 1 0 0 0,0-1 1 0 0,-1 1-1 0 0,1 0 0 0 0,0-1 1 0 0,0 1-1 0 0,1-1 1 0 0,-1 1-1 0 0,0 0 0 0 0,1 0 1 0 0,-1 0-1 0 0,1 0 0 0 0,0 0 1 0 0,0 0-1 0 0,0 0 1 0 0,2-1-1 0 0,9-11 82 0 0,-12 13-102 0 0,3-4 52 0 0,1 0 1 0 0,0 0-1 0 0,0 1 1 0 0,0-1-1 0 0,0 1 1 0 0,1 0-1 0 0,0 1 1 0 0,-1-1-1 0 0,8-2 1 0 0,2 1 38 0 0,0 1 0 0 0,0 1 0 0 0,0 0 0 0 0,1 0 0 0 0,-1 2 0 0 0,1 0 0 0 0,26 2 0 0 0,-37 0-73 0 0,1-1 1 0 0,-1 1 0 0 0,0 0 0 0 0,0 1 0 0 0,0 0 0 0 0,0-1 0 0 0,-1 1-1 0 0,1 1 1 0 0,0-1 0 0 0,-1 1 0 0 0,1 0 0 0 0,-1 0 0 0 0,0 0 0 0 0,0 0-1 0 0,0 1 1 0 0,-1 0 0 0 0,1 0 0 0 0,-1 0 0 0 0,0 0 0 0 0,0 0 0 0 0,0 1 0 0 0,0-1-1 0 0,-1 1 1 0 0,0 0 0 0 0,0 0 0 0 0,2 7 0 0 0,1 51 1157 0 0,-4-32-2060 0 0,-2-39-5309 0 0,0 4 5690 0 0,1 1 0 0 0,-1-1 0 0 0,1 1 0 0 0,0-1 1 0 0,1 1-1 0 0,-1-1 0 0 0,0 1 0 0 0,1 0 0 0 0,0-1 1 0 0,0 1-1 0 0,0-1 0 0 0,2-3 0 0 0,24-20-2167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54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47 1601 0 0,'3'-1'34'0'0,"-2"1"115"0"0,0 0 0 0 0,0 0 0 0 0,0 0 0 0 0,1 0 0 0 0,-1 0 0 0 0,0 0 0 0 0,0 0 0 0 0,0 0 0 0 0,0-1 0 0 0,0 1 0 0 0,0 0 0 0 0,0-1 0 0 0,0 1 0 0 0,0-1 0 0 0,0 1 0 0 0,0-1 1 0 0,0 0-1 0 0,0 1 0 0 0,0-1 0 0 0,0 0 0 0 0,0 0 0 0 0,0 0 0 0 0,-1 1 0 0 0,1-1 0 0 0,0 0 0 0 0,-1 0 0 0 0,1 0 0 0 0,-1 0 0 0 0,1 0 0 0 0,-1 0 0 0 0,1 0 0 0 0,-1-1 0 0 0,0 1 0 0 0,1 0 0 0 0,-1 0 0 0 0,0 0 0 0 0,0 0 0 0 0,0 0 0 0 0,0 0 1 0 0,0-1-1 0 0,0 1 0 0 0,0-2 0 0 0,-6 1 504 0 0,-15-2-365 0 0,0 1 0 0 0,0 0 0 0 0,0 2 0 0 0,-1 0 0 0 0,1 2 0 0 0,0 0 0 0 0,0 2 0 0 0,0 0-1 0 0,0 1 1 0 0,0 1 0 0 0,-30 12 0 0 0,50-17-278 0 0,1 1 0 0 0,-1-1 0 0 0,1 1 1 0 0,-1-1-1 0 0,1 1 0 0 0,-1-1 0 0 0,1 1 0 0 0,0 0 0 0 0,-1-1 0 0 0,1 1 0 0 0,0 0 0 0 0,-1-1 0 0 0,1 1 0 0 0,0 0 1 0 0,0 0-1 0 0,0-1 0 0 0,-1 1 0 0 0,1 0 0 0 0,0 0 0 0 0,0-1 0 0 0,0 1 0 0 0,0 0 0 0 0,0 0 0 0 0,1-1 0 0 0,-1 1 0 0 0,0 0 1 0 0,0-1-1 0 0,0 1 0 0 0,1 0 0 0 0,-1 0 0 0 0,0-1 0 0 0,1 1 0 0 0,-1 0 0 0 0,0-1 0 0 0,1 1 0 0 0,-1-1 0 0 0,1 1 0 0 0,-1-1 1 0 0,1 1-1 0 0,0 0 0 0 0,18 9 38 0 0,-14-7-44 0 0,0 0 1 0 0,0-1-1 0 0,0 0 1 0 0,0 0 0 0 0,0 0-1 0 0,6 1 1 0 0,-2-1-16 0 0,0 0 0 0 0,-1 0 0 0 0,1 1 0 0 0,-1 0 0 0 0,1 1 0 0 0,-1 0 0 0 0,0 0 0 0 0,0 0 1 0 0,-1 1-1 0 0,1 1 0 0 0,-1-1 0 0 0,0 1 0 0 0,-1 0 0 0 0,1 1 0 0 0,-1-1 0 0 0,-1 1 0 0 0,1 0 0 0 0,-1 1 0 0 0,0 0 1 0 0,-1-1-1 0 0,5 12 0 0 0,-9-17 15 0 0,1 0 1 0 0,-1 0-1 0 0,1 0 1 0 0,-1 0-1 0 0,0 1 1 0 0,0-1-1 0 0,0 0 1 0 0,0 0-1 0 0,0 0 1 0 0,-1 1-1 0 0,1-1 1 0 0,0 0-1 0 0,-1 0 1 0 0,0 0-1 0 0,0 0 1 0 0,1 0-1 0 0,-1 0 1 0 0,0 0 0 0 0,-1 0-1 0 0,1 0 1 0 0,0 0-1 0 0,0 0 1 0 0,-1-1-1 0 0,1 1 1 0 0,-1-1-1 0 0,0 1 1 0 0,1-1-1 0 0,-1 1 1 0 0,0-1-1 0 0,-2 1 1 0 0,-3 3 7 0 0,0 0 1 0 0,0-1-1 0 0,0 0 1 0 0,0-1-1 0 0,-1 1 1 0 0,0-1-1 0 0,-9 2 1 0 0,9-4-226 0 0,-1-1-1 0 0,1 0 1 0 0,-1 0 0 0 0,1 0 0 0 0,-1-1-1 0 0,1-1 1 0 0,0 0 0 0 0,0 0 0 0 0,-1 0 0 0 0,1-1-1 0 0,1 0 1 0 0,-1-1 0 0 0,-13-8 0 0 0,-14-4-1111 0 0,8 1-1904 0 0,26 14 3022 0 0,0 0-1 0 0,1 0 1 0 0,-1 0 0 0 0,1 0-1 0 0,-1 0 1 0 0,1 0-1 0 0,-1 0 1 0 0,1 0 0 0 0,0 0-1 0 0,0 0 1 0 0,-1 0 0 0 0,1-1-1 0 0,0 1 1 0 0,0 0-1 0 0,0 0 1 0 0,0-2 0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55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63 320 0 0,'0'1'231'0'0,"1"0"1"0"0,-1 0-1 0 0,0-1 0 0 0,0 1 0 0 0,0 0 1 0 0,1 0-1 0 0,-1 0 0 0 0,0-1 0 0 0,1 1 0 0 0,-1 0 1 0 0,1 0-1 0 0,-1-1 0 0 0,1 1 0 0 0,-1 0 1 0 0,1-1-1 0 0,-1 1 0 0 0,1-1 0 0 0,-1 1 1 0 0,1 0-1 0 0,0-1 0 0 0,0 0 0 0 0,-1 1 1 0 0,1-1-1 0 0,0 1 0 0 0,0-1 0 0 0,0 1 0 0 0,27 6 786 0 0,-10-3-126 0 0,-12-2-658 0 0,-1-1 0 0 0,1 0 1 0 0,0 0-1 0 0,-1 0 1 0 0,1 0-1 0 0,0-1 1 0 0,10-1-1 0 0,-6 1-33 0 0,-5 0 80 0 0,-1-1 14 0 0,-3 1-269 0 0,0 0 0 0 0,0 0 0 0 0,0-1 1 0 0,0 1-1 0 0,0-1 0 0 0,0 1 0 0 0,0-1 0 0 0,0 1 1 0 0,0-1-1 0 0,0 1 0 0 0,0-1 0 0 0,0 0 0 0 0,-1 1 1 0 0,1-1-1 0 0,0 0 0 0 0,0 0 0 0 0,-1 0 0 0 0,1 1 1 0 0,-1-1-1 0 0,1 0 0 0 0,-1 0 0 0 0,1 0 0 0 0,-1 0 1 0 0,1-1-1 0 0,1-31 1160 0 0,-2 22-893 0 0,0 10-262 0 0,0 1-1 0 0,0-1 0 0 0,0 0 1 0 0,0 0-1 0 0,-1 0 0 0 0,1 1 1 0 0,0-1-1 0 0,0 0 0 0 0,-1 0 1 0 0,1 1-1 0 0,0-1 0 0 0,-1 0 0 0 0,1 1 1 0 0,-1-1-1 0 0,1 0 0 0 0,-1 1 1 0 0,1-1-1 0 0,-1 1 0 0 0,0-1 1 0 0,1 1-1 0 0,-1-1 0 0 0,0 1 1 0 0,1-1-1 0 0,-1 1 0 0 0,0-1 1 0 0,1 1-1 0 0,-1 0 0 0 0,0 0 1 0 0,-1-1-1 0 0,-5-3 199 0 0,3 2-94 0 0,-1 0 0 0 0,0 0 1 0 0,-1 0-1 0 0,1 1 0 0 0,0 0 1 0 0,0 0-1 0 0,-1 0 0 0 0,1 0 1 0 0,0 1-1 0 0,-1 0 0 0 0,1 0 1 0 0,0 0-1 0 0,-7 2 0 0 0,-70 11 1172 0 0,81-12-1291 0 0,-4 0 147 0 0,0 0 0 0 0,0 0 0 0 0,0 1 1 0 0,0 0-1 0 0,0 0 0 0 0,1 0 0 0 0,-1 1 0 0 0,0-1 0 0 0,1 1 0 0 0,0 0 0 0 0,0 0 1 0 0,-5 6-1 0 0,8-8-138 0 0,1 0 1 0 0,0 0-1 0 0,-1 0 1 0 0,1 0-1 0 0,0 0 1 0 0,0 0-1 0 0,0 0 1 0 0,-1 0-1 0 0,1 1 1 0 0,1-1-1 0 0,-1 0 1 0 0,0 0-1 0 0,0 0 1 0 0,0 0-1 0 0,0 0 1 0 0,1 0 0 0 0,-1 1-1 0 0,0-1 1 0 0,1 0-1 0 0,-1 0 1 0 0,1 0-1 0 0,0 0 1 0 0,-1 0-1 0 0,1 0 1 0 0,0-1-1 0 0,-1 1 1 0 0,1 0-1 0 0,0 0 1 0 0,0 0-1 0 0,0-1 1 0 0,0 1-1 0 0,0 0 1 0 0,0-1-1 0 0,0 1 1 0 0,0-1-1 0 0,1 1 1 0 0,5 5 28 0 0,4 10-65 0 0,-10-14 2 0 0,1 0 1 0 0,-1 0 0 0 0,1 0-1 0 0,-1 0 1 0 0,1 0 0 0 0,0 0 0 0 0,0-1-1 0 0,0 1 1 0 0,0-1 0 0 0,0 1-1 0 0,0-1 1 0 0,4 2 0 0 0,1 1-512 0 0,0 0 1 0 0,0 0 0 0 0,1-1 0 0 0,-1 0 0 0 0,1 0-1 0 0,0-1 1 0 0,0 0 0 0 0,0-1 0 0 0,0 0-1 0 0,14 1 1 0 0,42-3-7750 0 0,-37-5 4281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56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34 303 640 0 0,'0'1'44'0'0,"-1"-1"0"0"0,1 1 0 0 0,0-1 0 0 0,0 1 0 0 0,-1-1 0 0 0,1 0 0 0 0,0 1 0 0 0,-1-1 0 0 0,1 1 0 0 0,-1-1 0 0 0,1 0 0 0 0,0 0 0 0 0,-1 1 0 0 0,1-1 0 0 0,-1 0 0 0 0,1 1 0 0 0,-1-1 0 0 0,1 0 0 0 0,-1 0 0 0 0,1 0 0 0 0,-1 0 0 0 0,1 0 0 0 0,-1 0 0 0 0,1 1 0 0 0,-1-1 0 0 0,1 0 0 0 0,-1 0 0 0 0,0-1 0 0 0,1 1 0 0 0,-1 0 0 0 0,1 0 0 0 0,-1 0 0 0 0,1 0 0 0 0,-1-1 0 0 0,0 1 9 0 0,1 0 1 0 0,-1 0 0 0 0,1 0-1 0 0,-1 0 1 0 0,1 0-1 0 0,-1-1 1 0 0,1 1-1 0 0,-1 0 1 0 0,1 0 0 0 0,-1 0-1 0 0,0 0 1 0 0,1 1-1 0 0,-1-1 1 0 0,1 0 0 0 0,-1 0-1 0 0,1 0 1 0 0,-1 0-1 0 0,1 0 1 0 0,-1 1-1 0 0,1-1 1 0 0,-1 0 0 0 0,1 0-1 0 0,-1 1 1 0 0,1-1-1 0 0,0 0 1 0 0,-1 1 0 0 0,1-1-1 0 0,-1 1 1 0 0,1-1-1 0 0,0 0 1 0 0,-1 1-1 0 0,1-1 1 0 0,0 1 0 0 0,-1 0-1 0 0,1 9 6248 0 0,0-23-3775 0 0,0-41-2211 0 0,0 41 241 0 0,0-174 1205 0 0,0 186-1740 0 0,0-1 1 0 0,0 1-1 0 0,0 0 1 0 0,0-1-1 0 0,1 1 1 0 0,-1 0-1 0 0,0 0 1 0 0,0-1-1 0 0,1 1 1 0 0,-1 0-1 0 0,1 0 1 0 0,-1-1 0 0 0,1 1-1 0 0,0 0 1 0 0,-1 0-1 0 0,1 0 1 0 0,0 0-1 0 0,0 0 1 0 0,0 0-1 0 0,0 0 1 0 0,0 0-1 0 0,0 0 1 0 0,0 0-1 0 0,0 1 1 0 0,0-1-1 0 0,0 0 1 0 0,2 0-1 0 0,-2 1 1 0 0,0-1 0 0 0,-1 1-1 0 0,1 0 1 0 0,0-1 0 0 0,0 1-1 0 0,-1-1 1 0 0,1 1 0 0 0,0-1-1 0 0,0 0 1 0 0,-1 1 0 0 0,1-1-1 0 0,-1 0 1 0 0,1 1-1 0 0,-1-1 1 0 0,1 0 0 0 0,-1 0-1 0 0,1 1 1 0 0,-1-1 0 0 0,1 0-1 0 0,-1 0 1 0 0,0 0 0 0 0,0 0-1 0 0,1 1 1 0 0,-1-1 0 0 0,0 0-1 0 0,0-2 1 0 0,-5 0 245 0 0,-17-1-27 0 0,21 4-223 0 0,1 0 1 0 0,0 0-1 0 0,-1 0 0 0 0,1 1 1 0 0,0-1-1 0 0,-1 0 0 0 0,1 0 1 0 0,0 0-1 0 0,-1 1 0 0 0,1-1 1 0 0,0 0-1 0 0,-1 1 0 0 0,1-1 0 0 0,0 0 1 0 0,0 0-1 0 0,-1 1 0 0 0,1-1 1 0 0,0 1-1 0 0,0-1 0 0 0,0 0 1 0 0,0 1-1 0 0,-1-1 0 0 0,1 0 1 0 0,0 1-1 0 0,0-1 0 0 0,0 1 1 0 0,0-1-1 0 0,0 0 0 0 0,0 1 1 0 0,0-1-1 0 0,0 1 0 0 0,0-1 1 0 0,0 0-1 0 0,0 1 0 0 0,0-1 1 0 0,0 1-1 0 0,1-1 0 0 0,-1 0 1 0 0,0 1-1 0 0,0 0-3 0 0,0 0-12 0 0,0-1-1 0 0,0 1 1 0 0,0-1 0 0 0,1 1 0 0 0,-1 0-1 0 0,0-1 1 0 0,0 1 0 0 0,0-1-1 0 0,0 1 1 0 0,1 0 0 0 0,-1-1 0 0 0,0 1-1 0 0,1-1 1 0 0,-1 1 0 0 0,0-1 0 0 0,1 1-1 0 0,-1-1 1 0 0,0 1 0 0 0,1-1 0 0 0,-1 0-1 0 0,1 1 1 0 0,-1-1 0 0 0,1 0-1 0 0,-1 1 1 0 0,2 0 0 0 0,18 4-145 0 0,-11-3 54 0 0,59 15-1446 0 0,17 4-7361 0 0,-80-20 4480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57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21 880 0 0,'-1'29'1616'0'0,"0"-21"-1347"0"0,1 0-1 0 0,-1 0 0 0 0,1 1 0 0 0,1-1 0 0 0,0 0 0 0 0,0 0 0 0 0,0 0 0 0 0,4 10 0 0 0,17 21 225 0 0,-14-20-327 0 0,-6-13-102 0 0,1 1 0 0 0,0-1 0 0 0,0 0 0 0 0,1 0 0 0 0,-1 0 0 0 0,9 9 0 0 0,-6-7 48 0 0,-1 0 1 0 0,1 0-1 0 0,-1 1 0 0 0,4 10 1 0 0,-8-14-33 0 0,2 0 0 0 0,-1 0 0 0 0,0 0 0 0 0,1 0 0 0 0,0 0-1 0 0,0-1 1 0 0,1 1 0 0 0,-1-1 0 0 0,1 0 0 0 0,0 0 0 0 0,0 0 0 0 0,0 0 0 0 0,1-1 0 0 0,-1 0 0 0 0,1 0 0 0 0,8 4 0 0 0,-2-3 260 0 0,0-1 0 0 0,1 0 0 0 0,0-1 1 0 0,-1-1-1 0 0,24 1 0 0 0,-29-2 153 0 0,-1-1-92 0 0,0 0-326 0 0,-1-1 1 0 0,1 0-1 0 0,-1 0 1 0 0,0 0 0 0 0,1-1-1 0 0,-1 1 1 0 0,0-1-1 0 0,0 0 1 0 0,-1 0 0 0 0,1-1-1 0 0,4-5 1 0 0,9-34 244 0 0,101-156 307 0 0,-67 135-827 0 0,-51 64 132 0 0,1-1 0 0 0,0 0 0 0 0,0 1 0 0 0,-1-1 0 0 0,1 0 0 0 0,0 0 0 0 0,-1 0 0 0 0,1 0 0 0 0,-1 1 0 0 0,1-1 0 0 0,-1 0 0 0 0,1 0 0 0 0,-1 0 0 0 0,0 0 0 0 0,1 0 0 0 0,-1 0 0 0 0,0 0 0 0 0,0 0 1 0 0,0 0-1 0 0,0 0 0 0 0,0-1 0 0 0,0 1 0 0 0,0 0 0 0 0,0 0 0 0 0,0 0 0 0 0,-1 0 0 0 0,1 0 0 0 0,0 0 0 0 0,0 0 0 0 0,-1 0 0 0 0,1 0 0 0 0,-2-1 0 0 0,1 1-159 0 0,-1 0 0 0 0,1 0 0 0 0,-1 0 0 0 0,1 0 0 0 0,-1 1 0 0 0,1-1 0 0 0,-1 1 0 0 0,1-1 0 0 0,-1 1 0 0 0,0-1 0 0 0,-2 1 0 0 0,2 0 71 0 0,-3-1-2471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57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1521 0 0,'4'11'4444'0'0,"11"-2"-3301"0"0,4-1 1127 0 0,-11-3-2015 0 0,0-1 0 0 0,-1 0-1 0 0,2 0 1 0 0,-1-1 0 0 0,0 0 0 0 0,10 2 0 0 0,47 16 615 0 0,113 66 64 0 0,-171-84-890 0 0,-1 1 1 0 0,0 0-1 0 0,0 0 0 0 0,0 1 0 0 0,0-1 1 0 0,-1 1-1 0 0,7 7 0 0 0,-10-9-36 0 0,0 0 0 0 0,0 0 1 0 0,0 1-1 0 0,-1-1 0 0 0,1 1 0 0 0,-1-1 0 0 0,0 1 0 0 0,0-1 0 0 0,0 1 0 0 0,0-1 0 0 0,-1 1 0 0 0,1 0 0 0 0,-1 6 0 0 0,-1-9-10 0 0,1 0 0 0 0,-1 0-1 0 0,0 0 1 0 0,1 0 0 0 0,-1 0 0 0 0,0 0 0 0 0,0-1 0 0 0,0 1 0 0 0,0 0-1 0 0,0-1 1 0 0,0 1 0 0 0,0-1 0 0 0,0 1 0 0 0,0-1 0 0 0,0 1-1 0 0,0-1 1 0 0,0 0 0 0 0,0 1 0 0 0,-1-1 0 0 0,1 0 0 0 0,0 0 0 0 0,0 0-1 0 0,0 0 1 0 0,-3 0 0 0 0,4 0 2 0 0,-6 1 121 0 0,-1-5-181 0 0,-1-1 0 0 0,0 2 0 0 0,0-1 0 0 0,0 1 0 0 0,-1 0 0 0 0,1 1 0 0 0,-1 0 0 0 0,0 0 0 0 0,-12 0 0 0 0,-3-3-87 0 0,-3-1 76 0 0,14 2 59 0 0,0 1 1 0 0,0 0-1 0 0,0 1 1 0 0,0 1 0 0 0,0 0-1 0 0,0 0 1 0 0,-1 2-1 0 0,-22 2 1 0 0,33-2 35 0 0,-1-1 1 0 0,1 1-1 0 0,0 0 0 0 0,0 0 0 0 0,0 0 0 0 0,-1 1 1 0 0,1-1-1 0 0,0 1 0 0 0,1 0 0 0 0,-1-1 0 0 0,0 1 1 0 0,0 1-1 0 0,1-1 0 0 0,-1 0 0 0 0,1 0 0 0 0,0 1 1 0 0,0 0-1 0 0,0-1 0 0 0,0 1 0 0 0,0 0 0 0 0,0 0 1 0 0,1 0-1 0 0,0 0 0 0 0,-1 0 0 0 0,1 0 1 0 0,0 1-1 0 0,0-1 0 0 0,1 0 0 0 0,-1 1 0 0 0,1-1 1 0 0,0 0-1 0 0,0 1 0 0 0,0-1 0 0 0,0 0 0 0 0,0 1 1 0 0,1-1-1 0 0,-1 0 0 0 0,1 1 0 0 0,0-1 0 0 0,0 0 1 0 0,0 0-1 0 0,1 0 0 0 0,-1 0 0 0 0,1 0 0 0 0,0 0 1 0 0,-1 0-1 0 0,1 0 0 0 0,1 0 0 0 0,-1-1 1 0 0,0 0-1 0 0,1 1 0 0 0,-1-1 0 0 0,5 4 0 0 0,0-3-104 0 0,0 1 0 0 0,0-1-1 0 0,1 0 1 0 0,-1 0 0 0 0,0-1 0 0 0,1 0-1 0 0,0 0 1 0 0,-1-1 0 0 0,1 0-1 0 0,0 0 1 0 0,0-1 0 0 0,14-1-1 0 0,-6-1-873 0 0,1 0 0 0 0,-1-2-1 0 0,0 0 1 0 0,25-10-1 0 0,-36 12 422 0 0,0 0-1 0 0,0 0 1 0 0,0-1-1 0 0,0 0 0 0 0,7-6 1 0 0,21-23-2815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58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515 63 1601 0 0,'-5'0'87'0'0,"3"0"69"0"0,1 0-1 0 0,-1 0 1 0 0,0 0 0 0 0,1 0-1 0 0,-1 0 1 0 0,1 0-1 0 0,-1 0 1 0 0,1-1-1 0 0,-1 1 1 0 0,1-1 0 0 0,-1 1-1 0 0,-1-2 1 0 0,3 1 90 0 0,-1 0 1 0 0,0 0 0 0 0,0 0-1 0 0,1 0 1 0 0,-1 0 0 0 0,1 0-1 0 0,-1-1 1 0 0,1 1 0 0 0,0 0-1 0 0,-1 0 1 0 0,1-1 0 0 0,0 1-1 0 0,0 0 1 0 0,0 0-1 0 0,0-1 1 0 0,0 1 0 0 0,0-3-1 0 0,0 4-203 0 0,0-1-1 0 0,-1 1 0 0 0,1-1 1 0 0,0 1-1 0 0,-1-1 1 0 0,1 1-1 0 0,0-1 0 0 0,-1 1 1 0 0,1-1-1 0 0,-1 1 0 0 0,1-1 1 0 0,-1 1-1 0 0,1 0 0 0 0,-1-1 1 0 0,1 1-1 0 0,-1 0 0 0 0,1-1 1 0 0,-1 1-1 0 0,1 0 1 0 0,-1 0-1 0 0,0 0 0 0 0,1 0 1 0 0,-1-1-1 0 0,1 1 0 0 0,-1 0 1 0 0,0 0-1 0 0,1 0 0 0 0,-1 0 1 0 0,0 0-1 0 0,0 1 1 0 0,-21-8 1058 0 0,15 4-886 0 0,0 0 1 0 0,0 0 0 0 0,0 1-1 0 0,0 0 1 0 0,0 1 0 0 0,-1-1-1 0 0,-11 1 1 0 0,-55-2 1136 0 0,71 3-1321 0 0,-23 1 511 0 0,0 2 1 0 0,0 0-1 0 0,1 2 1 0 0,-1 0-1 0 0,-41 16 1 0 0,57-18-319 0 0,0 1 0 0 0,0 1 0 0 0,0-1 0 0 0,1 2 0 0 0,-16 11-1 0 0,23-16-184 0 0,0 0-1 0 0,0 1 1 0 0,0-1-1 0 0,0 1 1 0 0,0-1-1 0 0,1 1 0 0 0,-1 0 1 0 0,1 0-1 0 0,-1 0 1 0 0,1 0-1 0 0,0 0 0 0 0,-1 0 1 0 0,1 0-1 0 0,0 0 1 0 0,0 1-1 0 0,1-1 0 0 0,-1 0 1 0 0,0 1-1 0 0,1-1 1 0 0,0 0-1 0 0,-1 1 1 0 0,1-1-1 0 0,0 1 0 0 0,0-1 1 0 0,0 1-1 0 0,1-1 1 0 0,-1 0-1 0 0,1 1 0 0 0,-1-1 1 0 0,2 5-1 0 0,1-3 14 0 0,0 0-1 0 0,0 0 0 0 0,0 0 1 0 0,0 0-1 0 0,0 0 0 0 0,1-1 1 0 0,0 0-1 0 0,-1 1 0 0 0,2-1 1 0 0,-1-1-1 0 0,5 4 0 0 0,55 24 8 0 0,-50-24-187 0 0,8 3-598 0 0,-1-1 0 0 0,1-1 0 0 0,1-1 0 0 0,22 3 0 0 0,50 0-6809 0 0,-35-7 212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59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 3682 0 0,'-98'54'4162'0'0,"33"23"-2482"0"0,32-9-959 0 0,33-14-401 0 0,0-12-560 0 0,0-21-1441 0 0,33-21-1921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2:59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131 254 2241 0 0,'-10'3'799'0'0,"-12"2"2751"0"0,22-7-1208 0 0,0 2-2307 0 0,0 0-1 0 0,0 0 0 0 0,-1-1 1 0 0,1 1-1 0 0,0 0 0 0 0,0 0 1 0 0,0 0-1 0 0,0 0 0 0 0,0-1 1 0 0,0 1-1 0 0,0 0 1 0 0,0 0-1 0 0,0 0 0 0 0,0-1 1 0 0,0 1-1 0 0,0 0 0 0 0,0 0 1 0 0,0 0-1 0 0,0 0 0 0 0,0-1 1 0 0,0 1-1 0 0,0 0 0 0 0,0 0 1 0 0,1 0-1 0 0,-1-1 1 0 0,0 1-1 0 0,0 0 0 0 0,0 0 1 0 0,0 0-1 0 0,0 0 0 0 0,0 0 1 0 0,0-1-1 0 0,1 1 0 0 0,-1 0 1 0 0,0 0-1 0 0,0 0 0 0 0,0 0 1 0 0,0 0-1 0 0,1 0 1 0 0,-1 0-1 0 0,0 0 0 0 0,0 0 1 0 0,0 0-1 0 0,0-1 0 0 0,1 1 1 0 0,-1 0-1 0 0,0 0 0 0 0,0 0 1 0 0,0 0-1 0 0,1 0 0 0 0,-1 0 1 0 0,0 0-1 0 0,0 0 1 0 0,0 0-1 0 0,1 1 0 0 0,-1-1 1 0 0,0 0-1 0 0,35-2 1021 0 0,-15 1-677 0 0,-1 1-1 0 0,38 3 1 0 0,-46-1-340 0 0,-1-1-12 0 0,-1 0-1 0 0,1 1 1 0 0,-1 0 0 0 0,0 0 0 0 0,1 1-1 0 0,-1 1 1 0 0,0-1 0 0 0,-1 2-1 0 0,1-1 1 0 0,-1 1 0 0 0,11 8-1 0 0,-11-7 6 0 0,-1-1-1 0 0,0 1 1 0 0,0 0-1 0 0,-1 1 1 0 0,1 0-1 0 0,-2 0 1 0 0,1 0-1 0 0,-1 1 1 0 0,0-1-1 0 0,0 1 1 0 0,-1 1-1 0 0,0-1 1 0 0,-1 0-1 0 0,0 1 1 0 0,0 0-1 0 0,-1 0 1 0 0,0 0-1 0 0,0 0 1 0 0,-1 0-1 0 0,0 18 1 0 0,-1-21 101 0 0,0-19 189 0 0,0 13-320 0 0,0 0-1 0 0,0 0 0 0 0,0-1 1 0 0,0 1-1 0 0,0 0 1 0 0,0 0-1 0 0,0-1 0 0 0,0 1 1 0 0,0 0-1 0 0,-1 0 1 0 0,1-1-1 0 0,0 1 0 0 0,0 0 1 0 0,0 0-1 0 0,0-1 0 0 0,0 1 1 0 0,0 0-1 0 0,-1 0 1 0 0,1 0-1 0 0,0 0 0 0 0,0-1 1 0 0,0 1-1 0 0,-1 0 0 0 0,1 0 1 0 0,0 0-1 0 0,0 0 1 0 0,0-1-1 0 0,-1 1 0 0 0,1 0 1 0 0,0 0-1 0 0,0 0 1 0 0,-1 0-1 0 0,1 0 0 0 0,-1 0 1 0 0,-26-11 135 0 0,-1 2 1 0 0,0 1-1 0 0,-45-8 0 0 0,65 15-12 0 0,0 0 0 0 0,-1 0 0 0 0,1 1 0 0 0,-1 0 0 0 0,1 1-1 0 0,-1-1 1 0 0,1 2 0 0 0,0-1 0 0 0,0 1 0 0 0,-1 0-1 0 0,1 1 1 0 0,1 0 0 0 0,-1 0 0 0 0,0 1 0 0 0,1 0 0 0 0,-1 0-1 0 0,-8 7 1 0 0,15-9-79 0 0,-1 0 0 0 0,1 0-1 0 0,0 0 1 0 0,0 0-1 0 0,0 0 1 0 0,0 1 0 0 0,0-1-1 0 0,0 0 1 0 0,1 0 0 0 0,-1 1-1 0 0,1-1 1 0 0,-1 0 0 0 0,1 1-1 0 0,0-1 1 0 0,0 0-1 0 0,0 1 1 0 0,0-1 0 0 0,0 1-1 0 0,1-1 1 0 0,-1 0 0 0 0,1 0-1 0 0,-1 1 1 0 0,1-1 0 0 0,0 0-1 0 0,2 4 1 0 0,0-2-70 0 0,1 0-1 0 0,0 0 1 0 0,0 0 0 0 0,0 0-1 0 0,0-1 1 0 0,0 0 0 0 0,1 0-1 0 0,0 0 1 0 0,-1 0 0 0 0,1 0 0 0 0,0-1-1 0 0,0 0 1 0 0,1 0 0 0 0,-1-1-1 0 0,0 1 1 0 0,8 0 0 0 0,-1 0-726 0 0,0 0 1 0 0,0 0 0 0 0,0-1-1 0 0,0-1 1 0 0,0 0 0 0 0,16-2-1 0 0,-15-3-2710 0 0,6-10 972 0 0,-19 14 2090 0 0,1 0 204 0 0,0 1 1 0 0,-1-1 0 0 0,1 0 0 0 0,-1 0 0 0 0,1 0 0 0 0,-1 0-1 0 0,1 0 1 0 0,-1 0 0 0 0,0 0 0 0 0,1 0 0 0 0,-1-1-1 0 0,0 1 1 0 0,0 0 0 0 0,0 0 0 0 0,0 0 0 0 0,0-1 0 0 0,0 1-14 0 0</inkml:trace>
  <inkml:trace contextRef="#ctx0" brushRef="#br0" timeOffset="1">1 6 3041 0 0,'0'0'2882'0'0,"0"-6"1680"0"0,32 6-2881 0 0,1 0-481 0 0,0 6-400 0 0,-1 3-559 0 0,34-3-962 0 0,32 0-2320 0 0,0 0-1521 0 0,-33 9 400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00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36 240 0 0,'-12'2'764'0'0,"5"0"-190"0"0,-1-1 1 0 0,1 1 0 0 0,0 0-1 0 0,0 1 1 0 0,0 0-1 0 0,0 0 1 0 0,0 0 0 0 0,0 1-1 0 0,-9 7 1 0 0,-1 10 263 0 0,-4 5-329 0 0,13-19-225 0 0,0 1 0 0 0,1 0 0 0 0,0 0 0 0 0,0 1 0 0 0,1 0 0 0 0,-6 11 0 0 0,11-17-206 0 0,0 0 0 0 0,0-1 1 0 0,0 1-1 0 0,0 0 0 0 0,0 0 1 0 0,1 0-1 0 0,-1 0 1 0 0,1 0-1 0 0,0 0 0 0 0,0 0 1 0 0,0-1-1 0 0,0 1 0 0 0,1 0 1 0 0,-1 0-1 0 0,1 0 1 0 0,0 0-1 0 0,-1 0 0 0 0,1-1 1 0 0,0 1-1 0 0,1 0 0 0 0,-1-1 1 0 0,0 1-1 0 0,1 0 0 0 0,0-1 1 0 0,-1 0-1 0 0,1 1 1 0 0,0-1-1 0 0,0 0 0 0 0,0 0 1 0 0,1 0-1 0 0,2 2 0 0 0,1-2-38 0 0,1 0 0 0 0,0 0 0 0 0,-1 0 0 0 0,1-1-1 0 0,0 0 1 0 0,0 0 0 0 0,0-1 0 0 0,0 0-1 0 0,9-1 1 0 0,-2 1 3 0 0,13 0-65 0 0,-1-1 0 0 0,0-1 0 0 0,1-1 0 0 0,-1-1 0 0 0,-1-2 1 0 0,1-1-1 0 0,-1 0 0 0 0,0-2 0 0 0,-1-1 0 0 0,46-26 1 0 0,-67 34 2 0 0,1 0 1 0 0,-1-1 0 0 0,0 0 0 0 0,0 1 0 0 0,0-1 0 0 0,-1-1 0 0 0,1 1 0 0 0,-1 0 0 0 0,1-1-1 0 0,-1 1 1 0 0,0-1 0 0 0,2-5 0 0 0,-3 7 18 0 0,0-1 0 0 0,-1 1-1 0 0,1 0 1 0 0,-1-1 0 0 0,1 1 0 0 0,-1-1 0 0 0,0 1 0 0 0,0-1-1 0 0,0 1 1 0 0,0 0 0 0 0,-1-1 0 0 0,1 1 0 0 0,0-1-1 0 0,-1 1 1 0 0,0 0 0 0 0,0-1 0 0 0,1 1 0 0 0,-1 0-1 0 0,-1 0 1 0 0,1-1 0 0 0,0 1 0 0 0,0 0 0 0 0,-3-2-1 0 0,-2-2 1 0 0,1 1 0 0 0,-2 0 0 0 0,1 0 0 0 0,0 1 0 0 0,-1 0 0 0 0,0 0 0 0 0,0 0-1 0 0,-10-3 1 0 0,-7-2-113 0 0,-42-10 1 0 0,27 11-444 0 0,-1 1 1 0 0,0 2-1 0 0,-43 0 1 0 0,48 5-1030 0 0,1 2 0 0 0,-37 7 0 0 0,1 9-3604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01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488 704 80 0 0,'0'1'134'0'0,"0"0"0"0"0,0-1 0 0 0,0 1-1 0 0,0 0 1 0 0,0-1 0 0 0,0 1 0 0 0,0 0 0 0 0,0-1 0 0 0,0 1 0 0 0,0 0 0 0 0,0 0-1 0 0,0-1 1 0 0,1 1 0 0 0,-1 0 0 0 0,0-1 0 0 0,0 1 0 0 0,1-1 0 0 0,-1 1-1 0 0,0 0 1 0 0,1-1 0 0 0,-1 1 0 0 0,1-1 0 0 0,-1 1 0 0 0,1-1 0 0 0,-1 1 0 0 0,1-1-1 0 0,-1 1 1 0 0,1-1 0 0 0,0 0 0 0 0,-1 1 0 0 0,1-1 0 0 0,-1 0 0 0 0,1 0-1 0 0,0 1 1 0 0,-1-1 0 0 0,1 0 0 0 0,0 0 0 0 0,-1 0 0 0 0,1 0 0 0 0,0 0-1 0 0,0 0 1 0 0,-1 0 0 0 0,1 0 0 0 0,0 0 0 0 0,-1 0 0 0 0,1 0 0 0 0,0 0 0 0 0,1-1-1 0 0,3 1-236 0 0,1 0 770 0 0,-5-2 263 0 0,-8-1-753 0 0,6 3-93 0 0,0 0-44 0 0,-1 0-1 0 0,1 0 1 0 0,-1 0 0 0 0,0 0 0 0 0,1 0 0 0 0,-1 0 0 0 0,1-1-1 0 0,-1 1 1 0 0,1 0 0 0 0,-1-1 0 0 0,1 1 0 0 0,0-1-1 0 0,-1 1 1 0 0,1-1 0 0 0,-3-1 0 0 0,-1 1 213 0 0,-23 2 65 0 0,0 2 0 0 0,0 1 0 0 0,0 2 0 0 0,-40 12 0 0 0,24-3 361 0 0,-70 33 0 0 0,108-44-551 0 0,0-1 0 0 0,-1 1 0 0 0,1 1 0 0 0,1-1-1 0 0,-1 1 1 0 0,1 0 0 0 0,0 1 0 0 0,0-1 0 0 0,0 1 0 0 0,1 0-1 0 0,-7 11 1 0 0,1-2 192 0 0,9-13-288 0 0,-11 15 452 0 0,0 1 1 0 0,-13 29-1 0 0,23-41-386 0 0,-1 0 0 0 0,1 0 1 0 0,1 0-1 0 0,-1 0 0 0 0,1 1 0 0 0,0-1 0 0 0,0 0 1 0 0,1 1-1 0 0,0-1 0 0 0,0 0 0 0 0,0 1 1 0 0,3 11-1 0 0,-1-9 6 0 0,0 1 0 0 0,1-1 0 0 0,0 0 0 0 0,1 0 1 0 0,0 0-1 0 0,1-1 0 0 0,-1 1 0 0 0,1-1 0 0 0,1 0 0 0 0,0-1 1 0 0,0 1-1 0 0,0-1 0 0 0,1 0 0 0 0,0-1 0 0 0,1 0 1 0 0,-1 0-1 0 0,1 0 0 0 0,0-1 0 0 0,0 0 0 0 0,13 5 0 0 0,-7-4-82 0 0,0-1 0 0 0,1-1 0 0 0,-1-1 0 0 0,0 1 0 0 0,1-2 0 0 0,0 0 0 0 0,0-1 0 0 0,0-1 0 0 0,-1 0 0 0 0,1-1-1 0 0,0 0 1 0 0,0-2 0 0 0,24-6 0 0 0,-23 3-121 0 0,0-1 1 0 0,-1-1-1 0 0,0-1 0 0 0,-1 0 1 0 0,0-1-1 0 0,0-1 0 0 0,21-21 1 0 0,-5 2-533 0 0,-2-2 0 0 0,25-37 1 0 0,-36 44 123 0 0,-1-1 0 0 0,-2-1 0 0 0,0 0 0 0 0,-2-1 0 0 0,-1 0 0 0 0,-1-1 0 0 0,-2 0 0 0 0,10-58 0 0 0,-8-7-1014 0 0,-4-146 1 0 0,-6 213 1334 0 0,-1-1-216 0 0,-2 0 0 0 0,-1 0 0 0 0,-11-38 0 0 0,11 49 276 0 0,0-8 151 0 0,2 0 1 0 0,0 0-1 0 0,4-48 1 0 0,-1 37 1672 0 0,-1 37-404 0 0,0 16-293 0 0,0 383 2547 0 0,-1-374-3269 0 0,-1-1 0 0 0,-1 0-1 0 0,-1-1 1 0 0,-1 1 0 0 0,-1-1 0 0 0,-2 0 0 0 0,0 0-1 0 0,-1-1 1 0 0,-16 28 0 0 0,-2-9-133 0 0,-10 17-56 0 0,34-54-106 0 0,1 0 1 0 0,-1 1-1 0 0,1-1 0 0 0,0 1 0 0 0,1-1 0 0 0,-1 1 0 0 0,1 0 0 0 0,-1 10 0 0 0,3-10-76 0 0,0 1 0 0 0,0 0 0 0 0,0-1 0 0 0,1 1 0 0 0,3 9 0 0 0,-2-10-161 0 0,-1 0 1 0 0,0 1-1 0 0,-1-1 1 0 0,0 0-1 0 0,1 11 1 0 0,-2-16 129 0 0,0 0-1 0 0,0 1 1 0 0,0-1 0 0 0,0 0 0 0 0,0 0-1 0 0,0 0 1 0 0,0 0 0 0 0,1 0-1 0 0,-1 0 1 0 0,0 0 0 0 0,1 0 0 0 0,-1 1-1 0 0,1-1 1 0 0,-1 0 0 0 0,1-1 0 0 0,-1 1-1 0 0,1 0 1 0 0,0 0 0 0 0,0 0 0 0 0,-1 0-1 0 0,1 0 1 0 0,0-1 0 0 0,0 1 0 0 0,0 0-1 0 0,0-1 1 0 0,0 1 0 0 0,0 0 0 0 0,0-1-1 0 0,0 1 1 0 0,0-1 0 0 0,0 0 0 0 0,0 1-1 0 0,0-1 1 0 0,2 1 0 0 0,1-1-473 0 0,-1 0 0 0 0,1 0 1 0 0,0-1-1 0 0,0 1 0 0 0,-1-1 0 0 0,1 1 1 0 0,0-1-1 0 0,-1 0 0 0 0,6-3 0 0 0,24-14-3365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01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1201 0 0,'0'14'1787'0'0,"-1"-11"-1547"0"0,1 0 0 0 0,-1 0 1 0 0,1 0-1 0 0,0 0 0 0 0,1 0 0 0 0,-1 0 0 0 0,0 0 0 0 0,1 0 0 0 0,-1 0 0 0 0,1 0 0 0 0,0-1 0 0 0,0 1 0 0 0,2 3 1 0 0,46 57 2413 0 0,-47-61-2604 0 0,0 0-1 0 0,-1 0 1 0 0,2 0-1 0 0,-1-1 1 0 0,0 1 0 0 0,0-1-1 0 0,0 1 1 0 0,1-1-1 0 0,-1 0 1 0 0,1 0-1 0 0,-1 0 1 0 0,1 0 0 0 0,-1 0-1 0 0,1 0 1 0 0,0-1-1 0 0,-1 1 1 0 0,5-1 0 0 0,3 1-23 0 0,-1 0 0 0 0,1-1 0 0 0,17-1 0 0 0,-24 1-18 0 0,5-1 15 0 0,-1 1 0 0 0,0-1 0 0 0,0 0 0 0 0,0 0 0 0 0,0-1-1 0 0,0 0 1 0 0,0-1 0 0 0,0 1 0 0 0,-1-1 0 0 0,1 0 0 0 0,-1-1 0 0 0,12-8 0 0 0,-12 5-18 0 0,-4 6 14 0 0,0-1 0 0 0,0 0-1 0 0,-1 1 1 0 0,1-1 0 0 0,-1 0-1 0 0,0 0 1 0 0,1 0 0 0 0,-1 0-1 0 0,0 0 1 0 0,0 0 0 0 0,0 0-1 0 0,0 0 1 0 0,0-1 0 0 0,-1 1-1 0 0,1 0 1 0 0,-1-1 0 0 0,0 1 0 0 0,1 0-1 0 0,-1-5 1 0 0,0 6-11 0 0,0 0-1 0 0,-1 0 1 0 0,1 0 0 0 0,0 0 0 0 0,0 0-1 0 0,-1 0 1 0 0,1 0 0 0 0,-1 0 0 0 0,1 1-1 0 0,-1-1 1 0 0,1 0 0 0 0,-1 0 0 0 0,1 0 0 0 0,-1 1-1 0 0,0-1 1 0 0,1 0 0 0 0,-1 0 0 0 0,0 1-1 0 0,0-1 1 0 0,0 1 0 0 0,1-1 0 0 0,-1 1-1 0 0,0-1 1 0 0,0 1 0 0 0,0-1 0 0 0,0 1-1 0 0,0 0 1 0 0,0 0 0 0 0,0-1 0 0 0,0 1-1 0 0,0 0 1 0 0,0 0 0 0 0,-1 0 0 0 0,-45 1 280 0 0,30 2-120 0 0,0 1 1 0 0,0 1 0 0 0,0 0-1 0 0,1 1 1 0 0,-18 9-1 0 0,26-11-2 0 0,0 0 0 0 0,1 0 0 0 0,-1 0 0 0 0,1 1 0 0 0,0 0 0 0 0,1 1 0 0 0,-1 0 0 0 0,1 0 0 0 0,0 0 0 0 0,0 0 0 0 0,1 1 0 0 0,-7 11 0 0 0,11-17-131 0 0,1 0 1 0 0,-1 0-1 0 0,1 0 1 0 0,-1 1-1 0 0,1-1 0 0 0,0 0 1 0 0,-1 0-1 0 0,1 1 1 0 0,0-1-1 0 0,0 0 1 0 0,0 0-1 0 0,0 1 0 0 0,0-1 1 0 0,0 0-1 0 0,1 1 1 0 0,-1-1-1 0 0,0 0 0 0 0,0 0 1 0 0,1 0-1 0 0,-1 1 1 0 0,1-1-1 0 0,-1 0 1 0 0,2 2-1 0 0,0-1-7 0 0,0 0 1 0 0,0 0 0 0 0,0 0-1 0 0,0 0 1 0 0,1-1-1 0 0,-1 1 1 0 0,1 0-1 0 0,-1-1 1 0 0,1 0-1 0 0,3 2 1 0 0,9 2-106 0 0,-1-1 0 0 0,1-1 0 0 0,19 2 1 0 0,-24-3-47 0 0,26 3-1130 0 0,-1-2 0 0 0,58-2-1 0 0,-48-5-2838 0 0,73-13 0 0 0,-53 3 836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02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0 560 0 0,'-15'15'2228'0'0,"10"-11"-1561"0"0,0 0 0 0 0,1 1 0 0 0,-1 0 0 0 0,1 0 0 0 0,0 0 0 0 0,0 0 1 0 0,-5 11-1 0 0,9-15-573 0 0,0 0 1 0 0,-1 0-1 0 0,1 0 1 0 0,0 1-1 0 0,0-1 1 0 0,0 0 0 0 0,0 0-1 0 0,0 0 1 0 0,0 0-1 0 0,0 1 1 0 0,0-1 0 0 0,0 0-1 0 0,0 0 1 0 0,1 0-1 0 0,-1 0 1 0 0,1 0-1 0 0,-1 1 1 0 0,1-1 0 0 0,0 1-1 0 0,1 0-24 0 0,0 0 1 0 0,-1 1-1 0 0,2-1 0 0 0,-1 0 0 0 0,0-1 0 0 0,0 1 0 0 0,1 0 1 0 0,-1-1-1 0 0,1 1 0 0 0,-1-1 0 0 0,4 1 0 0 0,13 7 15 0 0,0-1 0 0 0,0-1 0 0 0,1-1 0 0 0,0-1 1 0 0,0 0-1 0 0,0-2 0 0 0,28 2 0 0 0,-40-4-23 0 0,-1-1 1 0 0,1-1-1 0 0,0 0 1 0 0,-1 0 0 0 0,1 0-1 0 0,-1-1 1 0 0,1 0-1 0 0,-1 0 1 0 0,0-1 0 0 0,0 0-1 0 0,0 0 1 0 0,7-5-1 0 0,-10 7 45 0 0,-3 1-71 0 0,1-1-1 0 0,-1 1 0 0 0,0 0 0 0 0,1-1 0 0 0,-1 1 0 0 0,0 0 0 0 0,1-1 0 0 0,-1 0 0 0 0,0 1 0 0 0,0-1 0 0 0,0 0 0 0 0,0 0 1 0 0,1 1-1 0 0,-1-1 0 0 0,0 0 0 0 0,0 0 0 0 0,-1 0 0 0 0,3-2 0 0 0,-4 1-1 0 0,0 1-1 0 0,0 0 1 0 0,0-1-1 0 0,0 1 1 0 0,0 0 0 0 0,0 0-1 0 0,0 0 1 0 0,0 0-1 0 0,0 0 1 0 0,-1 0 0 0 0,1 0-1 0 0,0 0 1 0 0,-1 1 0 0 0,1-1-1 0 0,0 0 1 0 0,-1 1-1 0 0,1-1 1 0 0,-3 0 0 0 0,1 0 61 0 0,-5-3 2 0 0,0 0 1 0 0,-1 0 0 0 0,1 1-1 0 0,-1 0 1 0 0,0 0 0 0 0,0 1 0 0 0,-11-1-1 0 0,-64-4 365 0 0,80 7-425 0 0,-24 0 319 0 0,0 1 0 0 0,0 2-1 0 0,0 1 1 0 0,1 1 0 0 0,-51 16 0 0 0,69-18-189 0 0,0 1 1 0 0,0 0 0 0 0,1 0 0 0 0,-1 1 0 0 0,1 0 0 0 0,0 0-1 0 0,0 1 1 0 0,-8 7 0 0 0,14-11-116 0 0,0 0 0 0 0,0 1 0 0 0,0-1 0 0 0,0 0 0 0 0,1 1 0 0 0,-1-1 0 0 0,1 1-1 0 0,-1 0 1 0 0,1-1 0 0 0,0 1 0 0 0,0 0 0 0 0,0 0 0 0 0,0 0 0 0 0,1-1 0 0 0,-1 1 0 0 0,1 0 0 0 0,-1 0 0 0 0,1 0 0 0 0,0 0-1 0 0,0 0 1 0 0,1 0 0 0 0,-1 0 0 0 0,1 0 0 0 0,-1 0 0 0 0,1 0 0 0 0,0 0 0 0 0,0 0 0 0 0,0-1 0 0 0,2 4 0 0 0,-1-3-24 0 0,0 0 0 0 0,0 0 0 0 0,0-1 0 0 0,0 0 1 0 0,0 1-1 0 0,1-1 0 0 0,-1 0 0 0 0,1 0 0 0 0,0 0 0 0 0,-1 0 1 0 0,1-1-1 0 0,5 3 0 0 0,39 13 72 0 0,-37-14-113 0 0,13 4-73 0 0,-5-1-243 0 0,0-1-1 0 0,0-1 0 0 0,1 0 1 0 0,21 1-1 0 0,35-3-3372 0 0,93-9 1 0 0,-64-6-2115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03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66 193 2081 0 0,'-5'-1'2334'0'0,"-9"-1"-1217"0"0,-17-5 818 0 0,29 6-1830 0 0,1 0 1 0 0,0 1 0 0 0,0-1 0 0 0,0 0-1 0 0,0 0 1 0 0,1 0 0 0 0,-1 0 0 0 0,0 0 0 0 0,0 0-1 0 0,0 0 1 0 0,1 0 0 0 0,-1 0 0 0 0,1 0 0 0 0,-1 0-1 0 0,1 0 1 0 0,-1-1 0 0 0,1 1 0 0 0,0 0 0 0 0,-1 0-1 0 0,1-1 1 0 0,0 1 0 0 0,0 0 0 0 0,0 0 0 0 0,0-2-1 0 0,0-61 1923 0 0,0 63-2022 0 0,0 0 0 0 0,0 1 0 0 0,1-1 0 0 0,-1 0 1 0 0,0 0-1 0 0,0 0 0 0 0,1 0 0 0 0,-1 1 0 0 0,0-1 0 0 0,1 0 1 0 0,-1 0-1 0 0,1 1 0 0 0,-1-1 0 0 0,1 0 0 0 0,-1 1 0 0 0,1-1 0 0 0,0 1 1 0 0,-1-1-1 0 0,1 0 0 0 0,0 1 0 0 0,-1 0 0 0 0,1-1 0 0 0,0 1 0 0 0,0-1 1 0 0,-1 1-1 0 0,1 0 0 0 0,0-1 0 0 0,0 1 0 0 0,0 0 0 0 0,-1 0 0 0 0,3 0 1 0 0,5-4 36 0 0,4-4-5 0 0,-10 7-33 0 0,0-1 0 0 0,0 1 0 0 0,0 0 0 0 0,-1 0 0 0 0,1 0 0 0 0,0 0 0 0 0,0 0 0 0 0,0 1 0 0 0,1-1 0 0 0,2 0 0 0 0,16-4 23 0 0,-11 2-14 0 0,0 1 1 0 0,0 0 0 0 0,19 0 0 0 0,-26 2-14 0 0,0 0 0 0 0,0 0 0 0 0,0 1 0 0 0,0-1 1 0 0,0 1-1 0 0,0 0 0 0 0,0 0 0 0 0,-1 0 0 0 0,1 0 1 0 0,0 1-1 0 0,0-1 0 0 0,-1 1 0 0 0,1-1 0 0 0,-1 1 1 0 0,1 0-1 0 0,3 4 0 0 0,15 8 43 0 0,-19-13-39 0 0,1 0 0 0 0,-1 0 0 0 0,0 0 0 0 0,0 1 0 0 0,1-1 0 0 0,-1 0 1 0 0,0 1-1 0 0,0 0 0 0 0,0-1 0 0 0,-1 1 0 0 0,1 0 0 0 0,0 0 0 0 0,-1 0 0 0 0,1 0 0 0 0,-1 1 0 0 0,0-1 0 0 0,1 0 0 0 0,-1 0 0 0 0,0 1 0 0 0,-1-1 0 0 0,1 1 0 0 0,1 4 0 0 0,-2 46 1089 0 0,-6-51-761 0 0,3-1-254 0 0,0-1-1 0 0,1 1 0 0 0,-1-1 0 0 0,0 0 0 0 0,0 0 0 0 0,0 0 0 0 0,0 0 0 0 0,0 0 0 0 0,0-1 0 0 0,-5-1 0 0 0,6 2-52 0 0,1-1-1 0 0,0 1 1 0 0,-1-1 0 0 0,1 0-1 0 0,0 0 1 0 0,0 1-1 0 0,-1-1 1 0 0,1 0-1 0 0,0 0 1 0 0,0 0 0 0 0,0 0-1 0 0,0 0 1 0 0,0-1-1 0 0,1 1 1 0 0,-1 0 0 0 0,0 0-1 0 0,0-1 1 0 0,1 1-1 0 0,-1 0 1 0 0,1-1 0 0 0,-1 1-1 0 0,1-1 1 0 0,0 1-1 0 0,0 0 1 0 0,-1-1-1 0 0,1 1 1 0 0,0-1 0 0 0,0-2-1 0 0,0-5 51 0 0,0 7-61 0 0,0-1 0 0 0,-1 0-1 0 0,1 1 1 0 0,1-1 0 0 0,-1 0 0 0 0,0 0 0 0 0,1 1-1 0 0,-1-1 1 0 0,1 0 0 0 0,0 1 0 0 0,2-5 0 0 0,2-1 21 0 0,0 0 1 0 0,1 1 0 0 0,0 0-1 0 0,0 1 1 0 0,1-1 0 0 0,-1 1-1 0 0,13-8 1 0 0,-12 10-21 0 0,0 0-1 0 0,1 0 1 0 0,-1 1-1 0 0,1 0 1 0 0,0 0 0 0 0,0 1-1 0 0,0 0 1 0 0,0 0-1 0 0,1 1 1 0 0,-1 0-1 0 0,0 1 1 0 0,1 0-1 0 0,-1 0 1 0 0,0 0 0 0 0,1 1-1 0 0,-1 1 1 0 0,0-1-1 0 0,0 1 1 0 0,0 1-1 0 0,0-1 1 0 0,0 2 0 0 0,-1-1-1 0 0,11 6 1 0 0,-5 1 93 0 0,0 0-1 0 0,-1 0 1 0 0,21 24 0 0 0,-28-29-73 0 0,-1 0 1 0 0,0 0-1 0 0,0 0 0 0 0,0 0 0 0 0,-1 1 1 0 0,0-1-1 0 0,0 1 0 0 0,0 0 1 0 0,-1 0-1 0 0,1 0 0 0 0,-1 0 0 0 0,1 12 1 0 0,-3-16-30 0 0,0-1 1 0 0,0 1 0 0 0,-1 0-1 0 0,1-1 1 0 0,-1 1-1 0 0,1 0 1 0 0,-1-1-1 0 0,0 1 1 0 0,0-1 0 0 0,0 1-1 0 0,0-1 1 0 0,0 0-1 0 0,0 1 1 0 0,0-1 0 0 0,-1 2-1 0 0,-2 1 5 0 0,-14 16-337 0 0,11-10-126 0 0,21-4-2668 0 0,-36-12 1038 0 0,22 6 1969 0 0,0 0 0 0 0,-1 0 0 0 0,1 0 0 0 0,0 0 0 0 0,-1 0-1 0 0,1 0 1 0 0,0-1 0 0 0,0 1 0 0 0,-1 0 0 0 0,1 0 0 0 0,0 0 0 0 0,0-1 0 0 0,-1 1 0 0 0,1 0 0 0 0,0 0 0 0 0,0-1-1 0 0,-1 1 1 0 0,1 0 0 0 0,0-1 0 0 0,0 1 0 0 0,0 0 0 0 0,0 0 0 0 0,0-1 0 0 0,-1 1 0 0 0,1 0 0 0 0,0-1 0 0 0,0 1-1 0 0,0 0 1 0 0,0-1 0 0 0,0 1 0 0 0,0 0 0 0 0,0-1 0 0 0,0 1 0 0 0,0 0 0 0 0,0-1 0 0 0,0 1 0 0 0,0 0-1 0 0,1-1 1 0 0,-1 1 0 0 0,0 0 0 0 0,0-1 0 0 0,0 1 0 0 0,0 0 0 0 0,0-1 0 0 0,1 1 0 0 0,-1 0 0 0 0,0 0 0 0 0,0-1-1 0 0,0 1 1 0 0,1 0 0 0 0,-1 0 0 0 0,0-1 0 0 0,1 1 0 0 0,-1 0 0 0 0,0 0 0 0 0,0 0 0 0 0,1 0 0 0 0,-1-1-1 0 0,0 1 1 0 0,1 0 0 0 0,-1 0 0 0 0,28-13-2609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03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54 164 1521 0 0,'-2'2'451'0'0,"0"-2"-190"0"0,1 0 1 0 0,-1 1-1 0 0,1-1 1 0 0,-1 1 0 0 0,1-1-1 0 0,-1 1 1 0 0,1 0 0 0 0,0-1-1 0 0,-1 1 1 0 0,1 0-1 0 0,0 0 1 0 0,0 0 0 0 0,0 0-1 0 0,-1 0 1 0 0,1 0-1 0 0,0 1 1 0 0,0-1 0 0 0,1 0-1 0 0,-1 0 1 0 0,0 1-1 0 0,0-1 1 0 0,1 1 0 0 0,-1-1-1 0 0,1 0 1 0 0,-1 1 0 0 0,1-1-1 0 0,-1 1 1 0 0,1-1-1 0 0,0 1 1 0 0,0 0 0 0 0,0-1-1 0 0,0 4 1 0 0,0-6-230 0 0,1 0 0 0 0,-1 0-1 0 0,1 1 1 0 0,-1-1 0 0 0,1 0 0 0 0,0 1 0 0 0,-1-1 0 0 0,1 0 0 0 0,0 1-1 0 0,-1-1 1 0 0,1 1 0 0 0,0-1 0 0 0,0 1 0 0 0,-1 0 0 0 0,1-1-1 0 0,0 1 1 0 0,0 0 0 0 0,0-1 0 0 0,0 1 0 0 0,0 0 0 0 0,1 0 0 0 0,29-6 105 0 0,-19 3 25 0 0,4-4-4 0 0,1-2 0 0 0,-1 0 0 0 0,25-20 0 0 0,-29 21-83 0 0,-10 6-64 0 0,0 1-1 0 0,0-1 0 0 0,0 1 1 0 0,0-1-1 0 0,0 0 0 0 0,-1 0 1 0 0,1 0-1 0 0,-1 0 0 0 0,1 0 1 0 0,-1-1-1 0 0,0 1 0 0 0,1-3 1 0 0,9-14 121 0 0,-4 12-50 0 0,9-9 91 0 0,-16 16-162 0 0,0-1 1 0 0,1 1 0 0 0,-1-1-1 0 0,0 1 1 0 0,0-1 0 0 0,1 0-1 0 0,-1 1 1 0 0,0-1 0 0 0,0 1-1 0 0,0-1 1 0 0,0 0-1 0 0,0 1 1 0 0,1-1 0 0 0,-1 1-1 0 0,0-1 1 0 0,-1 0 0 0 0,1 1-1 0 0,0-1 1 0 0,0 1-1 0 0,0-1 1 0 0,0 0 0 0 0,0 1-1 0 0,0-1 1 0 0,-1 1 0 0 0,1-1-1 0 0,0 1 1 0 0,-1-1 0 0 0,1 1-1 0 0,0-1 1 0 0,-1 1-1 0 0,0-1 1 0 0,-1-3 81 0 0,-1 2 0 0 0,0-1 1 0 0,0 0-1 0 0,0 1 0 0 0,0-1 0 0 0,0 1 0 0 0,-1 0 1 0 0,1 0-1 0 0,-1 0 0 0 0,0 0 0 0 0,1 1 1 0 0,-1-1-1 0 0,0 1 0 0 0,0 0 0 0 0,0 0 0 0 0,0 1 1 0 0,-6-1-1 0 0,2 1 115 0 0,0 1 1 0 0,0 1-1 0 0,0-1 0 0 0,1 1 1 0 0,-1 1-1 0 0,0 0 1 0 0,1 0-1 0 0,-1 0 0 0 0,-10 7 1 0 0,9-5-52 0 0,-37 24 588 0 0,43-27-721 0 0,1 0 0 0 0,0-1 0 0 0,0 1 0 0 0,0 0 1 0 0,1 0-1 0 0,-1 0 0 0 0,0 0 0 0 0,1 1 0 0 0,-1-1 0 0 0,1 0 0 0 0,0 1 0 0 0,0-1 1 0 0,0 1-1 0 0,0-1 0 0 0,0 1 0 0 0,0-1 0 0 0,1 1 0 0 0,-1 3 0 0 0,2-1-148 0 0,0 0 0 0 0,1 0 0 0 0,-1 0 0 0 0,1 0 0 0 0,0 0 0 0 0,0 0-1 0 0,1-1 1 0 0,0 1 0 0 0,-1-1 0 0 0,1 0 0 0 0,1 1 0 0 0,-1-1 0 0 0,1-1 0 0 0,-1 1-1 0 0,1 0 1 0 0,0-1 0 0 0,9 6 0 0 0,2 1-1472 0 0,1 1 1 0 0,0-2-1 0 0,31 14 0 0 0,13-1-3553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04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34 331 320 0 0,'-6'0'2295'0'0,"3"0"-2200"0"0,-15-4 2166 0 0,18 3-2002 0 0,-1 0 0 0 0,0 0 0 0 0,0 0 0 0 0,1-1 0 0 0,-1 1-1 0 0,1 0 1 0 0,-1 0 0 0 0,1-1 0 0 0,-1 1 0 0 0,1-1 0 0 0,0 1 0 0 0,0 0 0 0 0,0-1 0 0 0,-1 1-1 0 0,1-1 1 0 0,1 1 0 0 0,-1-2 0 0 0,0-153 7665 0 0,0 151-7800 0 0,0 0 1 0 0,1 0-1 0 0,0 0 1 0 0,0 1-1 0 0,0-1 1 0 0,0 0-1 0 0,1 1 1 0 0,0-1 0 0 0,0 1-1 0 0,0-1 1 0 0,0 1-1 0 0,4-5 1 0 0,0-1 17 0 0,-2-7 123 0 0,-4 16-257 0 0,0 0 1 0 0,0 0-1 0 0,0 0 1 0 0,0 1-1 0 0,0-1 1 0 0,0 0 0 0 0,0 0-1 0 0,1 0 1 0 0,-1 0-1 0 0,0 1 1 0 0,0-1-1 0 0,1 0 1 0 0,-1 0 0 0 0,1 0-1 0 0,-1 1 1 0 0,0-1-1 0 0,1 0 1 0 0,-1 1-1 0 0,1-1 1 0 0,0 0-1 0 0,0 0 1 0 0,7-3-47 0 0,0 0 0 0 0,1 0 1 0 0,0 0-1 0 0,0 1 0 0 0,-1 1 0 0 0,2 0 0 0 0,-1 0 1 0 0,0 0-1 0 0,0 1 0 0 0,0 1 0 0 0,19 0 1 0 0,22-4-3464 0 0,-2 0-4657 0 0,-15 4 4223 0 0,-1 0 533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05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643 26 80 0 0,'-20'4'536'0'0,"0"-2"-1"0"0,-1 0 0 0 0,1-2 1 0 0,-1 0-1 0 0,0-1 1 0 0,-24-5-1 0 0,23 5-94 0 0,22 1-387 0 0,0 0 1 0 0,-1 0 0 0 0,1 0-1 0 0,0 0 1 0 0,0 0 0 0 0,0 0-1 0 0,-1 0 1 0 0,1 0 0 0 0,0 0-1 0 0,0 0 1 0 0,-1 0 0 0 0,1 0-1 0 0,0 0 1 0 0,0 0 0 0 0,0 0-1 0 0,-1 0 1 0 0,1 0 0 0 0,0 0-1 0 0,0-1 1 0 0,0 1 0 0 0,0 0-1 0 0,-1 0 1 0 0,1 0 0 0 0,0 0-1 0 0,0 0 1 0 0,0-1 0 0 0,0 1-1 0 0,0 0 1 0 0,0 0 0 0 0,-1 0-1 0 0,1 0 1 0 0,0-1 0 0 0,0 1-1 0 0,0 0 1 0 0,0 0 0 0 0,0-1-1 0 0,0 1 1 0 0,0 0 0 0 0,0 0-1 0 0,0 0 1 0 0,0-1 0 0 0,0 1-1 0 0,0 0 1 0 0,0 0 0 0 0,0 0-1 0 0,0-1 1 0 0,0 1 0 0 0,0 0-1 0 0,0 0 1 0 0,0 0 0 0 0,1-1-1 0 0,-1 1-22 0 0,0 0-1 0 0,0-1 1 0 0,0 1-1 0 0,0 0 1 0 0,0 0 0 0 0,0 0-1 0 0,0-1 1 0 0,0 1-1 0 0,0 0 1 0 0,0 0-1 0 0,0 0 1 0 0,0-1-1 0 0,0 1 1 0 0,0 0-1 0 0,0 0 1 0 0,0-1-1 0 0,0 1 1 0 0,0 0-1 0 0,0 0 1 0 0,0 0-1 0 0,0-1 1 0 0,0 1-1 0 0,0 0 1 0 0,-1 0-1 0 0,1 0 1 0 0,0 0 0 0 0,0-1-1 0 0,0 1 1 0 0,0 0-1 0 0,0 0 1 0 0,0 0-1 0 0,-1 0 1 0 0,1-1-1 0 0,0 1 1 0 0,0 0-1 0 0,0 0 1 0 0,-1 0-1 0 0,1 0 1 0 0,0 0-1 0 0,0 0 1 0 0,0 0-1 0 0,-1 0 1 0 0,1 0-1 0 0,0 0 1 0 0,0 0 0 0 0,0 0-1 0 0,-1 0 1 0 0,1 0-1 0 0,0 0 1 0 0,0 0-1 0 0,-1 0 1 0 0,-21 0 421 0 0,22 0-441 0 0,0 0 1 0 0,0 0-1 0 0,0 0 0 0 0,0 0 0 0 0,0 0 0 0 0,0 0 0 0 0,0 0 0 0 0,-1 1 1 0 0,1-1-1 0 0,0 0 0 0 0,0 0 0 0 0,0 0 0 0 0,0 0 0 0 0,0 0 0 0 0,-1 0 1 0 0,1 0-1 0 0,0 0 0 0 0,0 0 0 0 0,0 0 0 0 0,0 0 0 0 0,0 0 0 0 0,0 0 1 0 0,-1 0-1 0 0,1 0 0 0 0,0 0 0 0 0,0 0 0 0 0,0 0 0 0 0,0 0 1 0 0,0 0-1 0 0,-1 0 0 0 0,1-1 0 0 0,0 1 0 0 0,0 0 0 0 0,0 0 0 0 0,0 0 1 0 0,0 0-1 0 0,0 0 0 0 0,0 0 0 0 0,-1 0 0 0 0,1 0 0 0 0,0 0 0 0 0,0-1 1 0 0,0 1-1 0 0,0 0 0 0 0,0 0 0 0 0,0 0 0 0 0,0 0 0 0 0,0 0 0 0 0,0 0 1 0 0,0-1-1 0 0,0 1 0 0 0,0 0 0 0 0,0 0 0 0 0,0 0 0 0 0,0 0 1 0 0,0 0-1 0 0,0-1 0 0 0,0 1 0 0 0,0 0 0 0 0,0 0 0 0 0,0 0 0 0 0,0-1 3 0 0,0 1 0 0 0,0 0 0 0 0,0 0-1 0 0,0 0 1 0 0,0 0 0 0 0,0 0 0 0 0,0 0-1 0 0,0-1 1 0 0,0 1 0 0 0,0 0 0 0 0,0 0-1 0 0,0 0 1 0 0,0 0 0 0 0,0 0 0 0 0,0-1-1 0 0,0 1 1 0 0,0 0 0 0 0,0 0 0 0 0,0 0-1 0 0,0 0 1 0 0,0 0 0 0 0,-1 0 0 0 0,1-1-1 0 0,0 1 1 0 0,0 0 0 0 0,0 0 0 0 0,0 0-1 0 0,0 0 1 0 0,0 0 0 0 0,0 0 0 0 0,-1 0-1 0 0,1 0 1 0 0,0 0 0 0 0,0 0 0 0 0,0 0-1 0 0,0 0 1 0 0,0-1 0 0 0,0 1-1 0 0,-1 0 1 0 0,1 0 0 0 0,0 0 0 0 0,0 0-1 0 0,0 0 1 0 0,0 0 0 0 0,0 0 0 0 0,-1 0-1 0 0,1 0 1 0 0,0 0 0 0 0,0 0 0 0 0,0 1-1 0 0,0-1 1 0 0,0 0 0 0 0,0 0 0 0 0,-1 0-1 0 0,1 0 1 0 0,0 0 0 0 0,0 0 0 0 0,0 0-1 0 0,0 0 1 0 0,0 0 0 0 0,-1 1 0 0 0,-48 1 2118 0 0,20-1-971 0 0,28-2-1055 0 0,15-3-441 0 0,-8 0 334 0 0,-9 7 43 0 0,5 0-196 0 0,26 4 156 0 0,-25-4 7 0 0,0 0-8 0 0,23-2 13 0 0,-45 1 168 0 0,0 1 0 0 0,0 1-1 0 0,1 1 1 0 0,-28 11 0 0 0,15-6 303 0 0,24-8-358 0 0,-18 6 577 0 0,-34 16 0 0 0,53-21-557 0 0,0 0-1 0 0,0 0 1 0 0,0 0-1 0 0,1 1 1 0 0,0 0 0 0 0,0 1-1 0 0,0-1 1 0 0,0 1 0 0 0,0 0-1 0 0,-7 10 1 0 0,12-14-121 0 0,-1 0 0 0 0,1 0 0 0 0,-1 0 0 0 0,1 0 0 0 0,0 0 0 0 0,-1 0 0 0 0,1-1 0 0 0,0 1 0 0 0,0 0 0 0 0,0 0 0 0 0,-1 0 0 0 0,1 0 1 0 0,0 0-1 0 0,0 0 0 0 0,1 0 0 0 0,-1 0 0 0 0,0 0 0 0 0,0 0 0 0 0,0 0 0 0 0,1 0 0 0 0,-1 0 0 0 0,0 0 0 0 0,1 0 0 0 0,-1 0 0 0 0,1 0 0 0 0,-1 0 0 0 0,1-1 0 0 0,-1 1 0 0 0,2 1 0 0 0,23 18 368 0 0,-20-17-307 0 0,18 10 15 0 0,0 0 1 0 0,0-1 0 0 0,2-1-1 0 0,-1-2 1 0 0,1 0 0 0 0,29 5-1 0 0,-38-10-92 0 0,0-2 0 0 0,-1 0-1 0 0,1 0 1 0 0,0-2 0 0 0,0 0-1 0 0,0-1 1 0 0,0 0 0 0 0,0-1-1 0 0,0-1 1 0 0,-1-1 0 0 0,27-9-1 0 0,-26 7-50 0 0,17-8-39 0 0,-32 13 76 0 0,0 0 1 0 0,1 0-1 0 0,-1 0 1 0 0,0 1-1 0 0,0-1 1 0 0,0 0 0 0 0,-1 0-1 0 0,1 0 1 0 0,0-1-1 0 0,0 1 1 0 0,0 0-1 0 0,-1 0 1 0 0,1 0-1 0 0,-1-1 1 0 0,1 1 0 0 0,-1 0-1 0 0,1 0 1 0 0,-1-1-1 0 0,0 1 1 0 0,1 0-1 0 0,-1-3 1 0 0,0 1-3 0 0,0 1 1 0 0,0-1-1 0 0,1 1 1 0 0,-1 0-1 0 0,1-1 0 0 0,0 1 1 0 0,-1 0-1 0 0,1 0 1 0 0,0-1-1 0 0,0 1 0 0 0,1 0 1 0 0,-1 0-1 0 0,2-2 1 0 0,-2 2 2 0 0,0 1 1 0 0,0-1 0 0 0,0 1 0 0 0,0-1 0 0 0,0 1-1 0 0,0-1 1 0 0,-1 1 0 0 0,1-1 0 0 0,-1 0 0 0 0,1 1-1 0 0,-1-1 1 0 0,1-3 0 0 0,-2 2-4 0 0,1 0 0 0 0,-1 0 0 0 0,0 0 0 0 0,0 0 0 0 0,0 0 0 0 0,0 0 1 0 0,-3-4-1 0 0,2 3 0 0 0,0-1 1 0 0,1 1-1 0 0,-1 0 1 0 0,1 0-1 0 0,0-1 0 0 0,0 1 1 0 0,0-1-1 0 0,0-5 1 0 0,1 8 1 0 0,0 0 0 0 0,0 0 0 0 0,0 0 0 0 0,-1 0-1 0 0,1 0 1 0 0,0 0 0 0 0,-1 1 0 0 0,1-1 0 0 0,-1 0 0 0 0,0 0 0 0 0,0 0 0 0 0,0 0 0 0 0,0 1 0 0 0,0-1 0 0 0,0 0 0 0 0,0 1-1 0 0,0-1 1 0 0,-1 1 0 0 0,1-1 0 0 0,-1 1 0 0 0,-2-2 0 0 0,-3-4 4 0 0,1-10 21 0 0,6 30 143 0 0,2 4-76 0 0,0 0-1 0 0,2 0 1 0 0,-1-1 0 0 0,2 0-1 0 0,0 0 1 0 0,1 0 0 0 0,15 27 0 0 0,-13-27-61 0 0,0 0 0 0 0,-1 0 0 0 0,-1 1 0 0 0,-1 0 0 0 0,0 0 0 0 0,-1 0 0 0 0,3 34 0 0 0,-7-30-20 0 0,0 0 0 0 0,-2 0 1 0 0,-7 36-1 0 0,7-48-9 0 0,-2 1 1 0 0,1 0-1 0 0,-1-1 0 0 0,-1 1 1 0 0,0-1-1 0 0,0 0 0 0 0,-1-1 1 0 0,0 1-1 0 0,-14 14 0 0 0,1-5 58 0 0,-2-2 0 0 0,0 0 0 0 0,-1-1-1 0 0,0-1 1 0 0,-1-1 0 0 0,-1-1-1 0 0,-41 15 1 0 0,32-15 7 0 0,0-1 0 0 0,-1-1 0 0 0,0-3 0 0 0,-60 7 0 0 0,81-13-206 0 0,0 0 1 0 0,0-1-1 0 0,0-1 0 0 0,0 0 0 0 0,0 0 1 0 0,0-2-1 0 0,-21-6 0 0 0,32 9 48 0 0,1-1-1 0 0,-1 1 0 0 0,0-1 1 0 0,0 1-1 0 0,1-1 1 0 0,-1 0-1 0 0,0 0 0 0 0,1 1 1 0 0,-1-1-1 0 0,1-1 0 0 0,-1 1 1 0 0,1 0-1 0 0,0 0 1 0 0,-1 0-1 0 0,1-1 0 0 0,0 1 1 0 0,0-1-1 0 0,0 1 1 0 0,0-1-1 0 0,0 1 0 0 0,0-1 1 0 0,1 1-1 0 0,-1-1 0 0 0,0 0 1 0 0,1 0-1 0 0,-1 1 1 0 0,1-1-1 0 0,0 0 0 0 0,-1 0 1 0 0,1 0-1 0 0,0-2 1 0 0,2-2-453 0 0,-1-1 0 0 0,1 1 0 0 0,0 0 1 0 0,1 0-1 0 0,-1 0 0 0 0,1 0 0 0 0,4-6 1 0 0,1-1-590 0 0,24-54-5760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05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1921 0 0,'-33'7'4562'0'0,"33"-1"-2401"0"0,33 15-560 0 0,-33 0-81 0 0,26 26-239 0 0,-26 9-721 0 0,0-8-160 0 0,32 0-159 0 0,-64 8-241 0 0,32-14-321 0 0,0-9-639 0 0,-26-33-1361 0 0,26-12-2641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06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80 0 0,'0'6'4082'0'0,"32"2"-2241"0"0,-32-1-241 0 0,0-1-399 0 0,0 0-321 0 0,0 9-319 0 0,0-9-241 0 0,0 2-80 0 0,0-2-80 0 0,0 1 0 0 0,0 1-80 0 0,0-2-320 0 0,0 0-480 0 0,-32-6-2802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06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1281 0 0,'0'-1'183'0'0,"0"1"0"0"0,1-1 0 0 0,-1 0 0 0 0,0 0 0 0 0,1 0 1 0 0,-1 1-1 0 0,1-1 0 0 0,-1 0 0 0 0,1 1 0 0 0,-1-1 1 0 0,1 0-1 0 0,0 1 0 0 0,-1-1 0 0 0,1 1 0 0 0,0-1 0 0 0,-1 1 1 0 0,1-1-1 0 0,0 1 0 0 0,0-1 0 0 0,-1 1 0 0 0,1 0 1 0 0,0-1-1 0 0,0 1 0 0 0,0 0 0 0 0,0 0 0 0 0,-1 0 0 0 0,1 0 1 0 0,0 0-1 0 0,0 0 0 0 0,0 0 0 0 0,0 0 0 0 0,0 0 1 0 0,1 0-1 0 0,44 4 1662 0 0,-45-4-1795 0 0,59 14 687 0 0,-17-2-313 0 0,10 2-91 0 0,114 35 558 0 0,-149-42-597 0 0,1 1 0 0 0,-1 1 0 0 0,0 0 0 0 0,0 1 0 0 0,-2 1-1 0 0,26 21 1 0 0,-39-28-176 0 0,1-1 0 0 0,-1 0 0 0 0,0 1 0 0 0,0 0 0 0 0,0-1 0 0 0,-1 1 0 0 0,1 0 0 0 0,-1 0 0 0 0,0 1 0 0 0,0-1 0 0 0,1 5 0 0 0,7 17 467 0 0,-1-14-298 0 0,-7-11-239 0 0,-1 1-1 0 0,0-1 1 0 0,1 1 0 0 0,-1-1-1 0 0,0 1 1 0 0,0-1 0 0 0,0 1-1 0 0,0-1 1 0 0,0 1 0 0 0,0 0-1 0 0,-1 0 1 0 0,1-1 0 0 0,0 1 0 0 0,-1 0-1 0 0,0 0 1 0 0,1 0 0 0 0,-1 0-1 0 0,0 0 1 0 0,0 0 0 0 0,0 0-1 0 0,0-1 1 0 0,0 1 0 0 0,0 0-1 0 0,-1 0 1 0 0,1 0 0 0 0,-2 3-1 0 0,0-2 7 0 0,0-1 1 0 0,-1 1-1 0 0,1-1 0 0 0,-1 1 0 0 0,0-1 0 0 0,0 0 0 0 0,0 0 0 0 0,0 0 1 0 0,0 0-1 0 0,0 0 0 0 0,0-1 0 0 0,-1 1 0 0 0,1-1 0 0 0,-1 0 0 0 0,1 0 1 0 0,-4 0-1 0 0,6-1-60 0 0,1 0 0 0 0,0 0 0 0 0,-1 0 0 0 0,1 0 0 0 0,0-1 0 0 0,-1 1 0 0 0,1 0 0 0 0,0 0 0 0 0,-1-1 0 0 0,1 1 0 0 0,0 0 0 0 0,-1 0 0 0 0,1-1 0 0 0,0 1 0 0 0,0 0 0 0 0,-1-1 0 0 0,1 1 0 0 0,0 0 0 0 0,0-1 0 0 0,0 1 0 0 0,0 0 0 0 0,-1-1 0 0 0,1 1 0 0 0,0-1 0 0 0,0 1 0 0 0,0 0 0 0 0,0-1 0 0 0,0 1 0 0 0,0-1 0 0 0,0 1 0 0 0,0 0 0 0 0,0-1 1 0 0,0 1-1 0 0,0-1 0 0 0,0 1 0 0 0,0 0 0 0 0,1-1 0 0 0,-1 1 0 0 0,0 0 0 0 0,0-1 0 0 0,1 0 6 0 0,-1 0 0 0 0,0 0 0 0 0,0 0 0 0 0,0 1 1 0 0,0-1-1 0 0,0 0 0 0 0,0 0 0 0 0,0 0 0 0 0,0 0 1 0 0,0 1-1 0 0,0-1 0 0 0,0 0 0 0 0,-1 0 0 0 0,1 0 1 0 0,0 1-1 0 0,0-1 0 0 0,-1 0 0 0 0,1 0 0 0 0,-1 1 1 0 0,1-1-1 0 0,-1 0 0 0 0,1 1 0 0 0,-1-1 0 0 0,0 0 1 0 0,-38-26 150 0 0,2-1 0 0 0,-39-38 0 0 0,45 34-138 0 0,28 28-7 0 0,0 0 0 0 0,0 0-1 0 0,-1 1 1 0 0,1-1 0 0 0,-1 1 0 0 0,1 0-1 0 0,-1 0 1 0 0,0 0 0 0 0,0 0 0 0 0,-1 1-1 0 0,1 0 1 0 0,-1 0 0 0 0,-7-3 0 0 0,5 8 78 0 0,3 0-75 0 0,3-3 0 0 0,-1 1 0 0 0,1 0 1 0 0,-1-1-1 0 0,1 1 0 0 0,-1 0 0 0 0,1 0 1 0 0,0 0-1 0 0,-1 0 0 0 0,1 0 0 0 0,0 0 1 0 0,0 1-1 0 0,0-1 0 0 0,0 0 0 0 0,0 1 0 0 0,0-1 1 0 0,0 0-1 0 0,-1 4 0 0 0,1-1 25 0 0,1 0-1 0 0,-1 0 0 0 0,1 0 1 0 0,0 0-1 0 0,0-1 1 0 0,0 1-1 0 0,0 0 0 0 0,1 0 1 0 0,0 0-1 0 0,1 4 0 0 0,3 16 196 0 0,2 0 0 0 0,1 0 0 0 0,0-1 0 0 0,2 0 0 0 0,16 27 0 0 0,-9-25-171 0 0,2-2 0 0 0,1 0 0 0 0,0-2 0 0 0,2 0-1 0 0,27 20 1 0 0,-42-34-200 0 0,1-1-1 0 0,0 0 0 0 0,0 0 0 0 0,0-1 1 0 0,1 0-1 0 0,0-1 0 0 0,0 0 0 0 0,0 0 1 0 0,14 3-1 0 0,-20-6-184 0 0,0-1 1 0 0,0 1-1 0 0,0-1 1 0 0,1 0-1 0 0,-1 0 1 0 0,0 0-1 0 0,0 0 1 0 0,0 0-1 0 0,1-1 1 0 0,-1 0-1 0 0,0 1 1 0 0,0-1-1 0 0,0 0 1 0 0,0-1-1 0 0,0 1 1 0 0,0 0-1 0 0,0-1 1 0 0,3-2-1 0 0,-5 3 57 0 0,0 0 0 0 0,0 0-1 0 0,0-1 1 0 0,0 1 0 0 0,0 0 0 0 0,0 0 0 0 0,0-1-1 0 0,-1 1 1 0 0,1-1 0 0 0,0 1 0 0 0,-1-1 0 0 0,1 1 0 0 0,-1-1-1 0 0,1 1 1 0 0,-1-1 0 0 0,0 1 0 0 0,0-1 0 0 0,0 1-1 0 0,0-1 1 0 0,0 0 0 0 0,0 1 0 0 0,0-1 0 0 0,0 1-1 0 0,-1-1 1 0 0,1 1 0 0 0,0-1 0 0 0,-1 1 0 0 0,0-1 0 0 0,1 1-1 0 0,-1-1 1 0 0,0 1 0 0 0,1 0 0 0 0,-1-1 0 0 0,-2-1-1 0 0,0 0-195 0 0,0 0-1 0 0,0 0 0 0 0,0 0 0 0 0,0 1 0 0 0,-1-1 0 0 0,-4-2 0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11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21 160 0 0,'-1'-2'2226'0'0,"7"-2"-1651"0"0,16 3 759 0 0,-21 1-1188 0 0,-1 0-1 0 0,0 0 1 0 0,1 0-1 0 0,-1 0 1 0 0,0-1-1 0 0,1 1 1 0 0,-1 0-1 0 0,0 0 1 0 0,1-1-1 0 0,-1 1 1 0 0,0 0-1 0 0,0 0 1 0 0,1-1-1 0 0,-1 1 1 0 0,0 0-1 0 0,0-1 1 0 0,0 1-1 0 0,1 0 1 0 0,-1-1-1 0 0,0 1 1 0 0,0 0-1 0 0,0-1 1 0 0,0 1 0 0 0,0-1-1 0 0,0 1 1 0 0,0 0-1 0 0,0-1 1 0 0,0 1-1 0 0,0-1 1 0 0,0 0-1 0 0,0-3 2478 0 0,0 9-1886 0 0,0-4-177 0 0,0 21 2294 0 0,-1-15-2698 0 0,1-6-126 0 0,-1 1-1 0 0,1 0 0 0 0,0 0 1 0 0,0 0-1 0 0,0 0 0 0 0,0 0 0 0 0,0 0 1 0 0,1-1-1 0 0,-1 1 0 0 0,0 0 0 0 0,1 0 1 0 0,-1 0-1 0 0,1 0 0 0 0,0-1 1 0 0,-1 1-1 0 0,3 2 0 0 0,4 2 36 0 0,-6-6-56 0 0,0 0 0 0 0,0 1 0 0 0,0-1 0 0 0,0 1 0 0 0,0-1 0 0 0,0 1 1 0 0,0 0-1 0 0,0-1 0 0 0,0 1 0 0 0,0 0 0 0 0,0 0 0 0 0,-1-1 0 0 0,1 1 0 0 0,0 0 0 0 0,-1 0 0 0 0,1 0 0 0 0,-1 0 0 0 0,1 0 0 0 0,-1 0 0 0 0,1 0 0 0 0,-1 0 0 0 0,0 0 0 0 0,1 0 0 0 0,-1 0 0 0 0,0 1 0 0 0,0-1 0 0 0,0 0 0 0 0,0 0 0 0 0,0 0 1 0 0,0 0-1 0 0,0 0 0 0 0,0 0 0 0 0,0 0 0 0 0,0 1 0 0 0,-1-1 0 0 0,1 0 0 0 0,0 0 0 0 0,-1 0 0 0 0,0 1 0 0 0,-7 12 99 0 0,6-11-75 0 0,-1 1-1 0 0,1 0 0 0 0,0 0 0 0 0,0 0 0 0 0,0 1 0 0 0,1-1 0 0 0,-1 0 0 0 0,1 1 0 0 0,0-1 0 0 0,1 1 0 0 0,-1 8 1 0 0,1-4-46 0 0,0-2 40 0 0,0 0 0 0 0,0-1 0 0 0,-1 1 0 0 0,0-1-1 0 0,-1 8 1 0 0,1-11 1 0 0,-1 0-1 0 0,1 0 1 0 0,-1-1-1 0 0,0 1 1 0 0,1 0 0 0 0,-1-1-1 0 0,0 1 1 0 0,0-1-1 0 0,-1 1 1 0 0,1-1-1 0 0,0 0 1 0 0,-5 3-1 0 0,-15 12 276 0 0,0 0-1 0 0,-27 30 1 0 0,17-10 30 0 0,31-36-330 0 0,0 0 1 0 0,1 0-1 0 0,-1 1 1 0 0,1-1-1 0 0,-1 0 1 0 0,1 0-1 0 0,0 1 1 0 0,-1-1-1 0 0,1 0 0 0 0,0 1 1 0 0,0-1-1 0 0,0 0 1 0 0,0 1-1 0 0,0-1 1 0 0,0 2-1 0 0,1-2 5 0 0,-1 0 0 0 0,0 0 0 0 0,0 0-1 0 0,0 0 1 0 0,0 0 0 0 0,0 0 0 0 0,0 1 0 0 0,0-1-1 0 0,0 0 1 0 0,-1 0 0 0 0,1 0 0 0 0,0 0 0 0 0,0 0-1 0 0,-1 0 1 0 0,1 0 0 0 0,-1 0 0 0 0,1-1 0 0 0,-1 1-1 0 0,0 0 1 0 0,1 0 0 0 0,-2 1 0 0 0,-8 4 40 0 0,-3 4 145 0 0,12-8-152 0 0,0 0 0 0 0,1 1 0 0 0,-1-1 1 0 0,1 0-1 0 0,-1 1 0 0 0,1-1 1 0 0,0 0-1 0 0,0 1 0 0 0,0 3 0 0 0,0-5-31 0 0,0 0 0 0 0,0 0 0 0 0,0 0 0 0 0,-1 0 0 0 0,1 0 0 0 0,0 0 0 0 0,0-1 0 0 0,-1 1-1 0 0,1 0 1 0 0,0 0 0 0 0,-1 0 0 0 0,1 0 0 0 0,-1 0 0 0 0,1-1 0 0 0,-1 1 0 0 0,0 0 0 0 0,1 0-1 0 0,-1-1 1 0 0,0 1 0 0 0,1 0 0 0 0,-1-1 0 0 0,0 1 0 0 0,0-1 0 0 0,0 1 0 0 0,1-1 0 0 0,-1 1 0 0 0,-2 0-1 0 0,2-1-1 0 0,0 0-1 0 0,0 1 0 0 0,0-1 0 0 0,0 1 1 0 0,0 0-1 0 0,0-1 0 0 0,1 1 0 0 0,-1 0 1 0 0,0-1-1 0 0,0 1 0 0 0,0 0 1 0 0,1 0-1 0 0,-1 0 0 0 0,0 0 0 0 0,1 0 1 0 0,-1 0-1 0 0,1 0 0 0 0,-1 0 0 0 0,1 0 1 0 0,-1 0-1 0 0,1 0 0 0 0,0 0 0 0 0,-1 0 1 0 0,1 0-1 0 0,0 1 0 0 0,0-1 0 0 0,0 2 1 0 0,0 101 1165 0 0,0-104-1169 0 0,0 1 0 0 0,-1-1 0 0 0,1 1 0 0 0,0-1 0 0 0,-1 0-1 0 0,1 1 1 0 0,0-1 0 0 0,-1 1 0 0 0,1-1 0 0 0,0 0 0 0 0,-1 1-1 0 0,1-1 1 0 0,-1 0 0 0 0,1 1 0 0 0,-1-1 0 0 0,1 0-1 0 0,-1 0 1 0 0,1 1 0 0 0,-1-1 0 0 0,1 0 0 0 0,-1 0 0 0 0,1 0-1 0 0,-1 0 1 0 0,1 0 0 0 0,-1 0 0 0 0,1 0 0 0 0,-1 0-1 0 0,0 0 1 0 0,1 0 0 0 0,-1 0 0 0 0,1 0 0 0 0,-1 0 0 0 0,1 0-1 0 0,-2-1 1 0 0,2 1 0 0 0,0 0 0 0 0,-1 0 0 0 0,0 0-1 0 0,1-1 1 0 0,-1 1 0 0 0,1 0 0 0 0,-1 0 0 0 0,1 0-1 0 0,-1 0 1 0 0,1 0 0 0 0,-1 0 0 0 0,1 0 0 0 0,-1 0-1 0 0,1 1 1 0 0,-1-1 0 0 0,1 0 0 0 0,-1 0 0 0 0,1 0-1 0 0,-1 0 1 0 0,1 1 0 0 0,-1-1 0 0 0,1 0 0 0 0,-1 1-1 0 0,1-1 1 0 0,0 0 0 0 0,-1 1 0 0 0,1-1 0 0 0,-1 0-1 0 0,1 1 1 0 0,0-1 0 0 0,-1 1 0 0 0,1-1 0 0 0,0 0-1 0 0,-1 1 1 0 0,1 0 8 0 0,0 0 0 0 0,1 0 0 0 0,-1-1 0 0 0,0 1 0 0 0,0 0 0 0 0,0-1 0 0 0,0 1 0 0 0,1 0 0 0 0,-1-1 0 0 0,0 1 0 0 0,1 0 0 0 0,-1-1 0 0 0,0 1 0 0 0,1-1 0 0 0,-1 1 0 0 0,1-1 0 0 0,-1 1 0 0 0,1-1 0 0 0,-1 1 0 0 0,1-1 0 0 0,-1 1 0 0 0,1-1 0 0 0,0 0 0 0 0,-1 1 0 0 0,1-1 0 0 0,-1 0 0 0 0,1 1 0 0 0,0-1-1 0 0,-1 0 1 0 0,1 0 0 0 0,0 0 0 0 0,0 1 0 0 0,-1-1 0 0 0,1 0 0 0 0,0 0 0 0 0,-1 0 0 0 0,1 0 0 0 0,0 0 0 0 0,-1-1 0 0 0,1 1 0 0 0,0 0 0 0 0,0 0 0 0 0,0-1 0 0 0,4 1 155 0 0,-27 0-74 0 0,16 0 1 0 0,12-1 79 0 0,16-5 107 0 0,-17 5 534 0 0,1 1-494 0 0,315-7 467 0 0,-217 6-5116 0 0,47-10-9257 0 0,-113 3 8544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13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37 160 0 0,'1'-2'906'0'0,"-1"-1"-1"0"0,0 1 0 0 0,0-1 1 0 0,-1 1-1 0 0,1-1 1 0 0,0 1-1 0 0,-1 0 1 0 0,1-1-1 0 0,-1 1 0 0 0,-2-5 1 0 0,-7 3 3534 0 0,-2 5-4887 0 0,12-1 573 0 0,-1 0-1 0 0,1 0 1 0 0,-1 1 0 0 0,1-1-1 0 0,0 0 1 0 0,-1 1 0 0 0,1-1-1 0 0,-1 0 1 0 0,1 1 0 0 0,0-1-1 0 0,0 1 1 0 0,-1-1 0 0 0,1 0-1 0 0,0 1 1 0 0,0-1 0 0 0,-1 1-1 0 0,1-1 1 0 0,0 1 0 0 0,0-1-1 0 0,0 1 1 0 0,0-1 0 0 0,0 1-1 0 0,0-1 1 0 0,0 1 0 0 0,0-1-1 0 0,0 1 1 0 0,0-1 0 0 0,0 1-1 0 0,0-1 1 0 0,0 1 0 0 0,0-1-1 0 0,0 1 1 0 0,0-1-1 0 0,1 1 1 0 0,-1-1 0 0 0,0 1-1 0 0,0-1 1 0 0,1 0 0 0 0,-1 1-1 0 0,0-1 1 0 0,0 1 0 0 0,1-1-1 0 0,-1 0 1 0 0,0 1 0 0 0,1-1-1 0 0,-1 0 1 0 0,1 1 0 0 0,-1-1-1 0 0,1 0 1 0 0,85 34 3556 0 0,7-14-1121 0 0,-47-15-1837 0 0,-27-3-568 0 0,72 7 452 0 0,-52-6-402 0 0,-28-2-126 0 0,11-1 0 0 0,-11 0-13 0 0,11 0-41 0 0,-17 0 121 0 0,-77-12-46 0 0,-72-22 0 0 0,81 17 78 0 0,-108-14 0 0 0,118 28-46 0 0,46 5-106 0 0,-26 2 54 0 0,28-7-68 0 0,5 2 27 0 0,-6 1-80 0 0,-16 1 27 0 0,17 2 13 0 0,5 49 253 0 0,0-51-250 0 0,0 0-1 0 0,0 0 1 0 0,0 1-1 0 0,0-1 1 0 0,0 0 0 0 0,-1 0-1 0 0,1 0 1 0 0,0 0 0 0 0,-1 1-1 0 0,1-1 1 0 0,-1 0 0 0 0,1 0-1 0 0,-1 0 1 0 0,0 0-1 0 0,1 0 1 0 0,-1 0 0 0 0,0 0-1 0 0,0 0 1 0 0,1 0 0 0 0,-1-1-1 0 0,0 1 1 0 0,0 0-1 0 0,0 0 1 0 0,0-1 0 0 0,0 1-1 0 0,-2 0 1 0 0,2 0-1 0 0,0-1 0 0 0,0 1-1 0 0,0-1 1 0 0,0 1 0 0 0,0 0 0 0 0,1-1 0 0 0,-1 1 0 0 0,0 0-1 0 0,0 0 1 0 0,0 0 0 0 0,1-1 0 0 0,-1 1 0 0 0,0 0-1 0 0,1 0 1 0 0,-1 0 0 0 0,1 0 0 0 0,-1 0 0 0 0,1 1 0 0 0,-1-1-1 0 0,1 0 1 0 0,0 0 0 0 0,0 0 0 0 0,0 0 0 0 0,-1 0-1 0 0,1 0 1 0 0,0 2 0 0 0,1 7-14 0 0,-1-9 5 0 0,1 1 0 0 0,-1 0 0 0 0,0 0 0 0 0,0 0-1 0 0,0 0 1 0 0,0 0 0 0 0,0-1 0 0 0,0 1 0 0 0,-1 0 0 0 0,1 0 0 0 0,-1 0-1 0 0,1 0 1 0 0,-1-1 0 0 0,0 1 0 0 0,1 0 0 0 0,-3 2 0 0 0,1-2-9 0 0,-16 12-25 0 0,18-13 40 0 0,-1-1 1 0 0,1 0-1 0 0,0 1 0 0 0,-1-1 1 0 0,1 0-1 0 0,0 1 1 0 0,-1-1-1 0 0,1 1 0 0 0,0-1 1 0 0,-1 0-1 0 0,1 1 1 0 0,0-1-1 0 0,0 1 0 0 0,0-1 1 0 0,-1 1-1 0 0,1-1 1 0 0,0 1-1 0 0,0-1 0 0 0,0 1 1 0 0,0-1-1 0 0,0 1 1 0 0,0-1-1 0 0,0 1 1 0 0,0-1-1 0 0,0 1 0 0 0,0-1 1 0 0,0 1-1 0 0,0-1 1 0 0,0 1-1 0 0,1-1 0 0 0,-1 1 1 0 0,0-1-1 0 0,0 1 1 0 0,0-1-1 0 0,1 0 0 0 0,-1 1 1 0 0,0-1-1 0 0,1 1 1 0 0,-1-1 0 0 0,5 4 13 0 0,-1 0 0 0 0,1 0 1 0 0,0-1-1 0 0,0 1 0 0 0,0-1 1 0 0,1 0-1 0 0,-1-1 0 0 0,1 0 1 0 0,8 3-1 0 0,116 22-66 0 0,-114-25 53 0 0,139 11 39 0 0,-135-13-30 0 0,1 0 0 0 0,-1-2 0 0 0,0-1 0 0 0,1 0 0 0 0,27-9 0 0 0,-46 12-4 0 0,0-1-1 0 0,0 1 1 0 0,0-1-1 0 0,-1 0 1 0 0,1 1-1 0 0,0-1 1 0 0,0 0 0 0 0,0 0-1 0 0,-1 0 1 0 0,1-1-1 0 0,0 1 1 0 0,-1 0 0 0 0,1-1-1 0 0,1-1 1 0 0,-2 0 3 0 0,0 0 1 0 0,0 0-1 0 0,0 0 1 0 0,-1 1-1 0 0,0-1 1 0 0,1 0-1 0 0,-1 0 1 0 0,0 0-1 0 0,-1-4 1 0 0,1 1-3 0 0,0 5-4 0 0,0 0 1 0 0,0 0-1 0 0,0 0 0 0 0,-1 0 0 0 0,1-1 0 0 0,0 1 1 0 0,-1 0-1 0 0,1 0 0 0 0,-1 0 0 0 0,1 0 0 0 0,-1 0 1 0 0,1 0-1 0 0,-1 0 0 0 0,0 0 0 0 0,0 0 0 0 0,1 0 1 0 0,-1 1-1 0 0,0-1 0 0 0,0 0 0 0 0,0 0 0 0 0,0 1 1 0 0,0-1-1 0 0,0 0 0 0 0,0 1 0 0 0,0-1 1 0 0,-2 0-1 0 0,-5-3 5 0 0,3 0-4 0 0,0 1-1 0 0,-1 0 1 0 0,0 0 0 0 0,1 0-1 0 0,-1 1 1 0 0,0 0 0 0 0,0 0 0 0 0,0 0-1 0 0,0 1 1 0 0,-1 0 0 0 0,1 0-1 0 0,0 1 1 0 0,0-1 0 0 0,-1 1 0 0 0,-9 2-1 0 0,-14 2 16 0 0,0 1-1 0 0,-32 10 1 0 0,18-4-21 0 0,33-9-5 0 0,1 0 4 0 0,-1 0 1 0 0,1 1-1 0 0,-1 0 0 0 0,-18 10 0 0 0,5-2-110 0 0,16-8 82 0 0,7-3 27 0 0,1 1 0 0 0,-1-1 0 0 0,1 0 1 0 0,-1 1-1 0 0,1-1 0 0 0,-1 1 0 0 0,1-1 1 0 0,0 1-1 0 0,-1-1 0 0 0,1 1 0 0 0,-1-1 1 0 0,1 1-1 0 0,0-1 0 0 0,0 1 0 0 0,-1 0 0 0 0,1-1 1 0 0,0 1-1 0 0,0 0 0 0 0,0-1 0 0 0,0 1 1 0 0,0-1-1 0 0,0 1 0 0 0,0 0 0 0 0,0-1 1 0 0,0 1-1 0 0,0 0 0 0 0,0-1 0 0 0,0 2 0 0 0,1-1 5 0 0,-1 0 0 0 0,0 0-1 0 0,0-1 1 0 0,0 1-1 0 0,0 0 1 0 0,0 0-1 0 0,0 0 1 0 0,0 0 0 0 0,-1 0-1 0 0,1 0 1 0 0,0 0-1 0 0,0-1 1 0 0,-1 1 0 0 0,1 0-1 0 0,0 0 1 0 0,-1 0-1 0 0,1-1 1 0 0,-1 1-1 0 0,0 1 1 0 0,-7 2 19 0 0,7-4-17 0 0,0 0 0 0 0,0 1 0 0 0,0-1 0 0 0,0 1 0 0 0,0-1 0 0 0,0 1 0 0 0,0-1 0 0 0,0 1 0 0 0,0 0 0 0 0,0 0 0 0 0,1-1 0 0 0,-1 1 0 0 0,0 0 0 0 0,0 0 0 0 0,1 0 0 0 0,-1 0 0 0 0,0 0 1 0 0,1 0-1 0 0,-1 0 0 0 0,1 0 0 0 0,-1 0 0 0 0,1 0 0 0 0,0 0 0 0 0,-1 0 0 0 0,1 0 0 0 0,0 0 0 0 0,0 0 0 0 0,0 0 0 0 0,0 3 0 0 0,0 6 21 0 0,1-5-25 0 0,-1-1-1 0 0,0 1 1 0 0,0-1 0 0 0,0 1 0 0 0,-1-1-1 0 0,1 1 1 0 0,-1 0 0 0 0,0-1-1 0 0,-3 7 1 0 0,-7 5-8 0 0,9-14 13 0 0,1 0 1 0 0,-1 0 0 0 0,1 0 0 0 0,-1 0-1 0 0,1 0 1 0 0,0 0 0 0 0,0 0 0 0 0,0 1-1 0 0,0-1 1 0 0,0 0 0 0 0,1 1 0 0 0,-1-1-1 0 0,1 1 1 0 0,-1-1 0 0 0,1 1 0 0 0,0 3-1 0 0,-1-1-7 0 0,0 0-1 0 0,0 0 1 0 0,0 0 0 0 0,0 0-1 0 0,-1 0 1 0 0,0 0-1 0 0,0-1 1 0 0,-1 1-1 0 0,1-1 1 0 0,-1 1-1 0 0,0-1 1 0 0,0 0-1 0 0,0 0 1 0 0,-1 0-1 0 0,1-1 1 0 0,-1 1-1 0 0,0-1 1 0 0,-7 5-1 0 0,-11 8-37 0 0,-1-2 0 0 0,-31 15 0 0 0,44-24 80 0 0,-17 9-11 0 0,26-13-27 0 0,1-1 0 0 0,-1 1 0 0 0,1-1 0 0 0,-1 1 0 0 0,1-1 0 0 0,-1 1-1 0 0,1-1 1 0 0,0 1 0 0 0,-1-1 0 0 0,1 1 0 0 0,0 0 0 0 0,0-1 0 0 0,0 1 0 0 0,-1 0 0 0 0,1-1 0 0 0,0 1 0 0 0,0 0 0 0 0,0-1 0 0 0,0 1 0 0 0,0 0 0 0 0,0 0 0 0 0,0 0 1 0 0,0-1-1 0 0,0 1 1 0 0,0 0 0 0 0,0-1-1 0 0,0 1 1 0 0,0 0 0 0 0,0 0-1 0 0,0-1 1 0 0,0 1-1 0 0,-1 0 1 0 0,1-1 0 0 0,0 1-1 0 0,0 0 1 0 0,-1-1 0 0 0,1 1-1 0 0,0-1 1 0 0,-1 1-1 0 0,1-1 1 0 0,-1 1 0 0 0,1-1-1 0 0,-1 2 1 0 0,-9 3-15 0 0,9-4 9 0 0,0-1 0 0 0,0 1 1 0 0,0-1-1 0 0,0 1 0 0 0,0 0 0 0 0,0-1 1 0 0,0 1-1 0 0,0 0 0 0 0,0 0 1 0 0,1-1-1 0 0,-1 1 0 0 0,0 0 0 0 0,0 0 1 0 0,1 0-1 0 0,-1 0 0 0 0,1 0 0 0 0,-1 0 1 0 0,1 0-1 0 0,-1 0 0 0 0,1 0 0 0 0,-1 0 1 0 0,1 1-1 0 0,0-1 0 0 0,0 0 0 0 0,0 0 1 0 0,-1 0-1 0 0,1 2 0 0 0,0-2 32 0 0,71 5 160 0 0,33-6-41 0 0,237-5-26 0 0,-284 4-3080 0 0,80 10-1 0 0,-69-4-2696 0 0,30 2-5442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15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1281 0 0,'0'-69'7643'0'0,"0"68"-7606"0"0,0 0 0 0 0,0 0 0 0 0,0 0 0 0 0,0 0-1 0 0,0 1 1 0 0,1-1 0 0 0,-1 0 0 0 0,0 0 0 0 0,1 0 0 0 0,-1 0-1 0 0,0 0 1 0 0,1 1 0 0 0,-1-1 0 0 0,1 0 0 0 0,-1 0 0 0 0,1 1 0 0 0,-1-1-1 0 0,1 0 1 0 0,0 1 0 0 0,-1-1 0 0 0,1 0 0 0 0,0 1 0 0 0,0-1 0 0 0,-1 1-1 0 0,1-1 1 0 0,0 1 0 0 0,0 0 0 0 0,0-1 0 0 0,1 1 0 0 0,-1-1-1 0 0,0 1 0 0 0,-1 0 0 0 0,1-1 0 0 0,0 1 0 0 0,0-1 0 0 0,0 0 0 0 0,0 1 0 0 0,0-1 0 0 0,0 1 0 0 0,-1-1 0 0 0,1 0 1 0 0,0 0-1 0 0,0 0 0 0 0,-1 1 0 0 0,1-1 0 0 0,-1 0 0 0 0,1 0 0 0 0,-1 0 0 0 0,1 0 0 0 0,-1 0 0 0 0,1 0 0 0 0,-1 0 0 0 0,0 0 0 0 0,0 0 0 0 0,1 0 0 0 0,-1 0 1 0 0,0 0-1 0 0,0 0 0 0 0,0-2 0 0 0,0 3-15 0 0,0-1 0 0 0,0 0-1 0 0,0 1 1 0 0,0-1 0 0 0,1 0 0 0 0,-1 1 0 0 0,0-1 0 0 0,0 1 0 0 0,1-1-1 0 0,-1 1 1 0 0,0-1 0 0 0,1 1 0 0 0,-1-1 0 0 0,0 1 0 0 0,1-1 0 0 0,-1 1 0 0 0,1-1-1 0 0,-1 1 1 0 0,1-1 0 0 0,-1 1 0 0 0,1 0 0 0 0,-1-1 0 0 0,1 1 0 0 0,0 0 0 0 0,-1 0-1 0 0,1-1 1 0 0,0 1 0 0 0,2-1-6 0 0,-1 1 0 0 0,0-1 0 0 0,0 1 0 0 0,1 0 0 0 0,-1 0 0 0 0,0 0 0 0 0,1 0 0 0 0,-1 0-1 0 0,4 1 1 0 0,4 0 18 0 0,-1 1-1 0 0,1 0 1 0 0,0 0-1 0 0,-1 1 1 0 0,19 8-1 0 0,-17-6 0 0 0,-11-4-25 0 0,1-1 0 0 0,0 1 0 0 0,-1 0 0 0 0,1-1 0 0 0,-1 1 0 0 0,1 0 0 0 0,-1 0 0 0 0,1-1 0 0 0,-1 1 0 0 0,0 0 0 0 0,1 0 0 0 0,-1-1 0 0 0,0 1 0 0 0,0 0 1 0 0,0 0-1 0 0,0 0 0 0 0,1 0 0 0 0,-1-1 0 0 0,0 1 0 0 0,0 0 0 0 0,0 0 0 0 0,-1 0 0 0 0,1 0 0 0 0,0-1 0 0 0,0 1 0 0 0,0 0 0 0 0,-1 0 0 0 0,1 0 0 0 0,0-1 0 0 0,-1 1 0 0 0,1 0 0 0 0,-1 0 0 0 0,1-1 0 0 0,-1 1 0 0 0,1 0 0 0 0,-1-1 0 0 0,0 2 0 0 0,-21 7 246 0 0,12-5 657 0 0,-9 1-301 0 0,15-5-460 0 0,-1 0 304 0 0,5-5 289 0 0,0 5-733 0 0,0 0 0 0 0,0 0 1 0 0,0-1-1 0 0,0 1 0 0 0,0 0 0 0 0,0 0 0 0 0,0-1 0 0 0,0 1 0 0 0,0 0 0 0 0,0 0 0 0 0,0-1 1 0 0,0 1-1 0 0,0 0 0 0 0,0 0 0 0 0,0-1 0 0 0,0 1 0 0 0,0 0 0 0 0,0 0 0 0 0,0 0 1 0 0,1-1-1 0 0,-1 1 0 0 0,0 0 0 0 0,0 0 0 0 0,0-1 0 0 0,0 1 0 0 0,0 0 0 0 0,1 0 0 0 0,-1 0 1 0 0,0 0-1 0 0,0-1 0 0 0,0 1 0 0 0,1 0 0 0 0,-1 0 0 0 0,0 0 0 0 0,0 0 0 0 0,1 0 1 0 0,-1 0-1 0 0,0 0 0 0 0,0-1 0 0 0,1 1 0 0 0,-1 0 0 0 0,0 0 0 0 0,8-2 71 0 0,-7 2-60 0 0,0 0-1 0 0,0 0 0 0 0,-1 0 0 0 0,1-1 0 0 0,0 1 0 0 0,0 0 0 0 0,0-1 0 0 0,0 1 0 0 0,0 0 1 0 0,-1-1-1 0 0,1 1 0 0 0,0-1 0 0 0,0 1 0 0 0,0-1 0 0 0,-1 0 0 0 0,1 1 0 0 0,0-1 0 0 0,-1 0 0 0 0,1 1 1 0 0,-1-1-1 0 0,1 0 0 0 0,-1 0 0 0 0,1 0 0 0 0,-1 0 0 0 0,0 1 0 0 0,1-1 0 0 0,-1 0 0 0 0,0 0 0 0 0,1 0 1 0 0,-1 0-1 0 0,0 0 0 0 0,0 0 0 0 0,0 0 0 0 0,0 0 0 0 0,0 0 0 0 0,0-1 0 0 0,0 1-12 0 0,0 0 0 0 0,0 1-1 0 0,0-1 1 0 0,0 0 0 0 0,0 1 0 0 0,0-1-1 0 0,1 0 1 0 0,-1 1 0 0 0,0-1-1 0 0,0 0 1 0 0,1 1 0 0 0,-1-1 0 0 0,1 0-1 0 0,-1 1 1 0 0,0-1 0 0 0,1 1-1 0 0,-1-1 1 0 0,1 1 0 0 0,-1-1 0 0 0,1 1-1 0 0,0-1 1 0 0,-1 1 0 0 0,1-1-1 0 0,-1 1 1 0 0,1 0 0 0 0,0-1 0 0 0,-1 1-1 0 0,1 0 1 0 0,0 0 0 0 0,-1-1-1 0 0,1 1 1 0 0,0 0 0 0 0,0 0 0 0 0,-1 0-1 0 0,1 0 1 0 0,1 0 0 0 0,-2 0-3 0 0,1 0 0 0 0,-1 0 1 0 0,1 0-1 0 0,0 0 0 0 0,-1 0 1 0 0,1 0-1 0 0,-1 0 0 0 0,1 0 1 0 0,-1 0-1 0 0,1-1 0 0 0,-1 1 1 0 0,1 0-1 0 0,-1 0 0 0 0,1-1 1 0 0,-1 1-1 0 0,1 0 0 0 0,-1 0 1 0 0,1-1-1 0 0,-1 1 0 0 0,1-1 1 0 0,-1 1-1 0 0,0 0 0 0 0,1-1 1 0 0,-1 1-1 0 0,0-1 0 0 0,1 1 1 0 0,-1-1-1 0 0,0 1 0 0 0,0-1 1 0 0,1 1-1 0 0,-1-1 0 0 0,0 1 1 0 0,0-1-1 0 0,0 0 0 0 0,0 0-2 0 0,1 1-1 0 0,-1-1 1 0 0,0 1-1 0 0,0 0 0 0 0,0-1 1 0 0,0 1-1 0 0,1 0 0 0 0,-1-1 1 0 0,0 1-1 0 0,1 0 1 0 0,-1-1-1 0 0,0 1 0 0 0,0 0 1 0 0,1 0-1 0 0,-1-1 0 0 0,0 1 1 0 0,1 0-1 0 0,-1 0 1 0 0,0 0-1 0 0,1-1 0 0 0,-1 1 1 0 0,1 0-1 0 0,-1 0 1 0 0,0 0-1 0 0,1 0 0 0 0,-1 0 1 0 0,1 0-1 0 0,-1 0 0 0 0,0 0 1 0 0,1 0-1 0 0,0 0 1 0 0,16 0 23 0 0,-12 0-15 0 0,5 1-22 0 0,0 1 0 0 0,0 0 0 0 0,0 1 0 0 0,-1 0-1 0 0,1 1 1 0 0,-1 0 0 0 0,0 0 0 0 0,0 1-1 0 0,0 0 1 0 0,0 0 0 0 0,12 12 0 0 0,-20-16 16 0 0,0 1 1 0 0,0 0-1 0 0,0 0 0 0 0,-1-1 1 0 0,1 1-1 0 0,0 0 0 0 0,-1 0 1 0 0,0 0-1 0 0,1 0 0 0 0,-1 0 1 0 0,0 0-1 0 0,0 2 1 0 0,0-3 6 0 0,0 0 0 0 0,0 0 1 0 0,0 0-1 0 0,0 0 0 0 0,0 0 1 0 0,0 0-1 0 0,0 0 0 0 0,0 0 1 0 0,0 0-1 0 0,0 0 1 0 0,-1 0-1 0 0,1 0 0 0 0,0 0 1 0 0,-1 0-1 0 0,1-1 0 0 0,-1 1 1 0 0,1 0-1 0 0,-1 0 0 0 0,1 0 1 0 0,-1 0-1 0 0,-1 1 1 0 0,-20-1 81 0 0,17-1-13 0 0,5 0-78 0 0,0 0 1 0 0,0-1-1 0 0,0 1 1 0 0,1 0-1 0 0,-1 0 0 0 0,0 0 1 0 0,0 0-1 0 0,0 0 0 0 0,0-1 1 0 0,0 1-1 0 0,0 0 1 0 0,0 0-1 0 0,0 0 0 0 0,0-1 1 0 0,0 1-1 0 0,0 0 1 0 0,0 0-1 0 0,0 0 0 0 0,0-1 1 0 0,0 1-1 0 0,0 0 1 0 0,0 0-1 0 0,0 0 0 0 0,0-1 1 0 0,0 1-1 0 0,0 0 0 0 0,0 0 1 0 0,0 0-1 0 0,0 0 1 0 0,0-1-1 0 0,0 1 0 0 0,0 0 1 0 0,-1 0-1 0 0,1 0 1 0 0,0 0-1 0 0,0 0 0 0 0,0-1 1 0 0,0 1-1 0 0,0 0 1 0 0,-1 0-1 0 0,1 0 0 0 0,0 0 1 0 0,0 0-1 0 0,0 0 0 0 0,0 0 1 0 0,-1-1-1 0 0,1 1 1 0 0,0 0-1 0 0,0 0 0 0 0,0 0 1 0 0,0 0-1 0 0,-1 0 1 0 0,1 0-1 0 0,0 0 0 0 0,0 0 1 0 0,0 0-1 0 0,-1 0 1 0 0,1 0-1 0 0,0 0 0 0 0,0 0 1 0 0,0 0-1 0 0,-1 0 0 0 0,1 1 1 0 0,0-1-1 0 0,0 0 1 0 0,-1 0-1 0 0,0 0 17 0 0,0 0-12 0 0,-1 0 0 0 0,1 0 0 0 0,0 0 0 0 0,-1 0 0 0 0,1 0 0 0 0,0 0 0 0 0,0 0 0 0 0,-1 0 0 0 0,1-1 0 0 0,0 1 0 0 0,0 0 1 0 0,-1-1-1 0 0,1 1 0 0 0,0-1 0 0 0,0 0 0 0 0,0 1 0 0 0,0-1 0 0 0,0 0 0 0 0,-2-1 0 0 0,3 2-3 0 0,0-1-1 0 0,1 0 1 0 0,-1 1-1 0 0,0-1 1 0 0,0 1 0 0 0,1-1-1 0 0,-1 0 1 0 0,0 1-1 0 0,0-1 1 0 0,1 1-1 0 0,-1-1 1 0 0,1 1 0 0 0,-1-1-1 0 0,0 1 1 0 0,1-1-1 0 0,-1 1 1 0 0,1-1 0 0 0,0 1-1 0 0,-1 0 1 0 0,1-1-1 0 0,-1 1 1 0 0,1 0-1 0 0,-1-1 1 0 0,1 1 0 0 0,0 0-1 0 0,-1 0 1 0 0,1-1-1 0 0,0 1 1 0 0,-1 0-1 0 0,1 0 1 0 0,-1 0 0 0 0,2 0-1 0 0,-1 0 1 0 0,-1 0 0 0 0,1 0 1 0 0,0 0-1 0 0,0 0 0 0 0,-1 0 0 0 0,1 0 0 0 0,0-1 0 0 0,-1 1 0 0 0,1 0 0 0 0,0-1 0 0 0,-1 1 0 0 0,1 0 1 0 0,-1-1-1 0 0,1 1 0 0 0,0 0 0 0 0,-1-1 0 0 0,1 1 0 0 0,-1-1 0 0 0,1 1 0 0 0,-1-1 0 0 0,1 0 0 0 0,-1 1 1 0 0,0-1-1 0 0,1 1 0 0 0,-1-1 0 0 0,1 0 0 0 0,-1 1 0 0 0,0-1 0 0 0,0 0 0 0 0,0 1 0 0 0,1-1 0 0 0,-1-1 1 0 0,0 1 0 0 0,0-1 1 0 0,0 1 0 0 0,0 0-1 0 0,0 0 1 0 0,0 0 0 0 0,0-1 0 0 0,0 1-1 0 0,0 0 1 0 0,1 0 0 0 0,-1 0-1 0 0,0-1 1 0 0,1 1 0 0 0,-1 0 0 0 0,1 0-1 0 0,-1 0 1 0 0,1 0 0 0 0,0 0-1 0 0,0 0 1 0 0,-1 0 0 0 0,1 0 0 0 0,0 0-1 0 0,0 0 1 0 0,0 0 0 0 0,0 1 0 0 0,0-1-1 0 0,0 0 1 0 0,0 1 0 0 0,0-1-1 0 0,0 1 1 0 0,0-1 0 0 0,0 1 0 0 0,1-1-1 0 0,-1 1 1 0 0,0 0 0 0 0,0-1-1 0 0,0 1 1 0 0,1 0 0 0 0,-1 0 0 0 0,0 0-1 0 0,0 0 1 0 0,3 0 0 0 0,24-1-6 0 0,-1 1 0 0 0,1 1 0 0 0,0 1 0 0 0,0 2 0 0 0,0 0 0 0 0,-1 2 0 0 0,34 12 0 0 0,-60-17 14 0 0,-1-1 0 0 0,1 0 0 0 0,-1 0 0 0 0,0 1 0 0 0,1-1 1 0 0,-1 0-1 0 0,1 1 0 0 0,-1-1 0 0 0,0 0 0 0 0,0 1 0 0 0,1-1 0 0 0,-1 1 1 0 0,0-1-1 0 0,1 0 0 0 0,-1 1 0 0 0,0-1 0 0 0,0 1 0 0 0,0-1 0 0 0,0 1 0 0 0,1-1 1 0 0,-1 1-1 0 0,0-1 0 0 0,0 1 0 0 0,0-1 0 0 0,0 1 0 0 0,0-1 0 0 0,0 1 1 0 0,0-1-1 0 0,0 1 0 0 0,-1-1 0 0 0,1 1 0 0 0,0-1 0 0 0,0 1 0 0 0,0-1 1 0 0,0 0-1 0 0,-1 1 0 0 0,1-1 0 0 0,0 1 0 0 0,0-1 0 0 0,-1 1 0 0 0,1-1 1 0 0,0 0-1 0 0,-1 1 0 0 0,1-1 0 0 0,0 0 0 0 0,-1 1 0 0 0,1-1 0 0 0,-1 0 1 0 0,0 1-1 0 0,-7 1 113 0 0,7-1-73 0 0,0-1 1 0 0,0 0-1 0 0,0 0 0 0 0,1 0 0 0 0,-1 1 1 0 0,0-1-1 0 0,0 0 0 0 0,0 1 0 0 0,0-1 0 0 0,1 1 1 0 0,-1-1-1 0 0,0 1 0 0 0,0-1 0 0 0,1 1 1 0 0,-1-1-1 0 0,0 1 0 0 0,1 0 0 0 0,-1-1 1 0 0,1 1-1 0 0,-1 0 0 0 0,1 0 0 0 0,-1 0 1 0 0,1-1-1 0 0,-1 1 0 0 0,1 0 0 0 0,0 0 1 0 0,0 0-1 0 0,-1 0 0 0 0,1 0 0 0 0,0-1 1 0 0,0 1-1 0 0,0 0 0 0 0,0 0 0 0 0,0 0 0 0 0,0 0 1 0 0,0 1-1 0 0,-5-2 26 0 0,-10 1-295 0 0,22 1-499 0 0,43 14-2546 0 0,5 13-3329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15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71 320 0 0,'0'0'7484'0'0,"6"0"-6297"0"0,48-7 854 0 0,-21 0-1548 0 0,-1-7-173 0 0,-31 14-304 0 0,-1 0 0 0 0,1-1-1 0 0,-1 1 1 0 0,1 0-1 0 0,-1-1 1 0 0,0 1 0 0 0,1 0-1 0 0,-1-1 1 0 0,0 1 0 0 0,1-1-1 0 0,-1 1 1 0 0,0-1-1 0 0,0 1 1 0 0,1-1 0 0 0,-1 1-1 0 0,0-1 1 0 0,0 1-1 0 0,0-1 1 0 0,0 1 0 0 0,1-1-1 0 0,-1 1 1 0 0,0-1-1 0 0,0 1 1 0 0,0-1 0 0 0,0 0-1 0 0,0 1 1 0 0,0-1-1 0 0,-1 1 1 0 0,1-1 0 0 0,0 1-1 0 0,0-1 1 0 0,0 1 0 0 0,0-1-1 0 0,-1 1 1 0 0,1-1-1 0 0,0 1 1 0 0,0-1 0 0 0,-1 1-1 0 0,1-1 1 0 0,-1 1-1 0 0,1 0 1 0 0,0-1 0 0 0,-1 1-1 0 0,1 0 1 0 0,-1-1-1 0 0,0 1 1 0 0,-53-13 611 0 0,48 11-553 0 0,0 0 1 0 0,0 0-1 0 0,-1 1 0 0 0,1 0 1 0 0,0 1-1 0 0,-1-1 0 0 0,1 1 0 0 0,0 0 1 0 0,-1 1-1 0 0,1 0 0 0 0,0 0 1 0 0,-11 3-1 0 0,-27 3 321 0 0,27-6-232 0 0,13-1-109 0 0,0 0 1 0 0,0 1-1 0 0,0-1 0 0 0,-1 1 0 0 0,1 0 0 0 0,0 0 0 0 0,0 0 1 0 0,1 0-1 0 0,-1 1 0 0 0,0 0 0 0 0,-6 3 0 0 0,9-4-36 0 0,-19 10 199 0 0,19-11-207 0 0,1 0-1 0 0,-1 1 1 0 0,1-1 0 0 0,-1 0 0 0 0,1 1-1 0 0,0-1 1 0 0,-1 0 0 0 0,1 1 0 0 0,0-1-1 0 0,-1 1 1 0 0,1-1 0 0 0,0 1 0 0 0,-1-1 0 0 0,1 1-1 0 0,0-1 1 0 0,0 1 0 0 0,0-1 0 0 0,0 1-1 0 0,-1-1 1 0 0,1 1 0 0 0,0-1 0 0 0,0 1 0 0 0,0-1-1 0 0,0 1 1 0 0,0-1 0 0 0,0 1 0 0 0,0-1-1 0 0,0 1 1 0 0,1-1 0 0 0,-1 1 0 0 0,0-1-1 0 0,0 1 1 0 0,0-1 0 0 0,0 1 0 0 0,1-1 0 0 0,-1 1-1 0 0,0-1 1 0 0,0 1 0 0 0,1-1 0 0 0,-1 0-1 0 0,1 1 1 0 0,-1-1 0 0 0,0 1 0 0 0,1-1-1 0 0,-1 0 1 0 0,1 1 0 0 0,10 4 19 0 0,-1 0 0 0 0,1-1 0 0 0,0 0 0 0 0,0 0 0 0 0,0-2 0 0 0,0 1-1 0 0,14 0 1 0 0,-6 1-153 0 0,-3-1-111 0 0,74 13-1829 0 0,-22-13-2467 0 0,-13-3 1196 0 0,-17 0-40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16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22 1040 0 0,'-4'1'461'0'0,"2"-1"-314"0"0,1 0 0 0 0,-1 0 0 0 0,1 1 1 0 0,0-1-1 0 0,-1 0 0 0 0,1 0 0 0 0,-1 0 0 0 0,1-1 0 0 0,-1 1 0 0 0,1 0 0 0 0,0 0 0 0 0,-1-1 0 0 0,1 1 0 0 0,0-1 0 0 0,-1 1 0 0 0,1-1 0 0 0,0 0 0 0 0,-3-2 1441 0 0,5 1-378 0 0,-2 2-1193 0 0,1 0-1 0 0,0-1 0 0 0,0 1 0 0 0,0 0 1 0 0,0 0-1 0 0,0 0 0 0 0,0 0 1 0 0,0-1-1 0 0,0 1 0 0 0,0 0 0 0 0,0 0 1 0 0,0 0-1 0 0,0 0 0 0 0,0-1 1 0 0,0 1-1 0 0,0 0 0 0 0,0 0 0 0 0,0 0 1 0 0,0 0-1 0 0,0-1 0 0 0,0 1 1 0 0,0 0-1 0 0,0 0 0 0 0,0 0 1 0 0,0 0-1 0 0,0-1 0 0 0,1 1 0 0 0,-1 0 1 0 0,0 0-1 0 0,0 0 0 0 0,0 0 1 0 0,0 0-1 0 0,0-1 0 0 0,0 1 0 0 0,1 0 1 0 0,-1 0-1 0 0,0 0 0 0 0,0 0 1 0 0,0 0-1 0 0,0 0 0 0 0,1 0 0 0 0,-1 0 1 0 0,0 0-1 0 0,0 0 0 0 0,0 0 1 0 0,0-1-1 0 0,1 1 0 0 0,-1 0 0 0 0,0 0 1 0 0,0 0-1 0 0,0 0 0 0 0,0 0 1 0 0,1 1-1 0 0,-1-1 0 0 0,0 0 0 0 0,0 0 1 0 0,0 0-1 0 0,1 0 0 0 0,-1 0 1 0 0,22 0 196 0 0,-22 0-210 0 0,0 0-1 0 0,0 0 1 0 0,0 0-1 0 0,0 0 1 0 0,0 0 0 0 0,0 0-1 0 0,1 1 1 0 0,-1-1-1 0 0,0 0 1 0 0,0 0 0 0 0,0 0-1 0 0,0 0 1 0 0,0 0-1 0 0,1 0 1 0 0,-1 0 0 0 0,0 0-1 0 0,0 0 1 0 0,0 0-1 0 0,0 0 1 0 0,1 0 0 0 0,-1 0-1 0 0,0 0 1 0 0,0 0-1 0 0,0 0 1 0 0,0-1-1 0 0,0 1 1 0 0,1 0 0 0 0,-1 0-1 0 0,0 0 1 0 0,0 0-1 0 0,0 0 1 0 0,0 0 0 0 0,0 0-1 0 0,0 0 1 0 0,0 0-1 0 0,1-1 1 0 0,-1 1 0 0 0,0 0-1 0 0,0 0 1 0 0,0 0-1 0 0,0 0 1 0 0,0 0 0 0 0,0 0-1 0 0,0-1 1 0 0,0 1-1 0 0,0 0 1 0 0,0 0 0 0 0,0 0-1 0 0,0 0 1 0 0,0 0-1 0 0,0-1 1 0 0,0 1 0 0 0,0 0-1 0 0,0 0 1 0 0,0 0-1 0 0,0 0 1 0 0,0-1-1 0 0,0 1 0 0 0,0 0 0 0 0,0 0-1 0 0,0 0 1 0 0,0 0-1 0 0,0 0 1 0 0,0-1-1 0 0,0 1 1 0 0,0 0-1 0 0,0 0 1 0 0,0 0-1 0 0,0 0 1 0 0,0 0-1 0 0,0 0 1 0 0,0 0 0 0 0,0-1-1 0 0,0 1 1 0 0,0 0-1 0 0,1 0 1 0 0,-1 0-1 0 0,0 0 1 0 0,0 0-1 0 0,0 0 1 0 0,0 0-1 0 0,0 0 1 0 0,0-1-1 0 0,0 1 1 0 0,0 0 0 0 0,0 0-1 0 0,1 0 1 0 0,-1 0-1 0 0,0 0 1 0 0,0 0-1 0 0,0 0 1 0 0,0 0-1 0 0,0 0 1 0 0,0 0-1 0 0,1 0 1 0 0,-1 0-1 0 0,0 0 1 0 0,0 0 0 0 0,0 0-1 0 0,0 0 1 0 0,0 0-1 0 0,0 0 1 0 0,0 0-1 0 0,1 0 1 0 0,-1 0-1 0 0,0 0 1 0 0,0 0-1 0 0,0 0 1 0 0,0 0-1 0 0,0 0 1 0 0,0 0 0 0 0,0 0-1 0 0,1 0 1 0 0,-1 1-1 0 0,0-1 1 0 0,0 0-1 0 0,0 0 1 0 0,0 0-1 0 0,0 0 1 0 0,0 0-1 0 0,0 0 1 0 0,0 0-1 0 0,0 0 1 0 0,1 1 0 0 0,34 2-479 0 0,-22-1-337 0 0,-29-2 64 0 0,11 0-558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16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88 560 0 0,'1'-1'183'0'0,"0"0"-1"0"0,0 0 0 0 0,0 0 1 0 0,0 0-1 0 0,0 0 1 0 0,0 0-1 0 0,0 0 0 0 0,0 1 1 0 0,0-1-1 0 0,1 0 1 0 0,-1 1-1 0 0,0-1 0 0 0,0 1 1 0 0,1-1-1 0 0,-1 1 0 0 0,0 0 1 0 0,1-1-1 0 0,-1 1 1 0 0,0 0-1 0 0,3 0 0 0 0,-3 0 123 0 0,19-6 4201 0 0,-8 3-3903 0 0,-12 3-566 0 0,1 0 0 0 0,-1 0 0 0 0,0 0-1 0 0,0 0 1 0 0,1 0 0 0 0,-1 0 0 0 0,0 0-1 0 0,0 0 1 0 0,0 0 0 0 0,1-1 0 0 0,-1 1-1 0 0,0 0 1 0 0,0 0 0 0 0,0 0 0 0 0,1 0-1 0 0,-1 0 1 0 0,0-1 0 0 0,0 1-1 0 0,0 0 1 0 0,0 0 0 0 0,0 0 0 0 0,1-1-1 0 0,-1 1 1 0 0,0 0 0 0 0,0 0 0 0 0,0 0-1 0 0,0-1 1 0 0,0 1 0 0 0,0 0 0 0 0,0 0-1 0 0,0 0 1 0 0,0-1 0 0 0,0 1 0 0 0,0 0-1 0 0,0 0 1 0 0,0-1 0 0 0,0 1-1 0 0,0 0 14 0 0,0-1 0 0 0,0 1 0 0 0,0 0 0 0 0,0 0 0 0 0,0 0 0 0 0,0-1 0 0 0,0 1 0 0 0,0 0 0 0 0,0 0 0 0 0,0 0 0 0 0,0 0 0 0 0,0-1 0 0 0,1 1 0 0 0,-1 0 0 0 0,0 0 0 0 0,0 0 0 0 0,0-1 0 0 0,0 1 0 0 0,0 0 0 0 0,0 0 0 0 0,0 0 0 0 0,1 0 0 0 0,-1 0 0 0 0,0-1 0 0 0,0 1 0 0 0,0 0 0 0 0,0 0 0 0 0,0 0 0 0 0,1 0 0 0 0,-1 0 0 0 0,0 0 0 0 0,0 0 0 0 0,0 0 0 0 0,1 0 0 0 0,-1 0 0 0 0,0-1 0 0 0,0 1 0 0 0,0 0 0 0 0,1 0 0 0 0,-1 0 0 0 0,0 0 0 0 0,0 0 0 0 0,0 0 0 0 0,1 1 0 0 0,-1-1 0 0 0,5 0 73 0 0,-4 0-95 0 0,0 0 0 0 0,-1 0 0 0 0,1 1 1 0 0,0-1-1 0 0,-1 0 0 0 0,1 0 1 0 0,0 0-1 0 0,0 0 0 0 0,-1 0 0 0 0,1 0 1 0 0,0 0-1 0 0,0-1 0 0 0,-1 1 1 0 0,1 0-1 0 0,0 0 0 0 0,-1 0 0 0 0,1-1 1 0 0,0 1-1 0 0,-1 0 0 0 0,1-1 1 0 0,0 1-1 0 0,-1-1 0 0 0,1 1 0 0 0,-1-1 1 0 0,1 1-1 0 0,-1-1 0 0 0,1 1 1 0 0,-1-1-1 0 0,1 1 0 0 0,-1-1 0 0 0,1 0 1 0 0,-1 1-1 0 0,0-1 0 0 0,0 0 1 0 0,1 1-1 0 0,-1-1 0 0 0,0 0 0 0 0,0 1 1 0 0,1-1-1 0 0,-1 0 0 0 0,0 0 0 0 0,0 1 1 0 0,0-1-1 0 0,0 0 0 0 0,0 0 1 0 0,0 1-1 0 0,-1-2 0 0 0,-4-1 39 0 0,4 3-49 0 0,0 0-7 0 0,-1 0 0 0 0,1 0 0 0 0,0 0 1 0 0,-1 0-1 0 0,1 0 0 0 0,0-1 0 0 0,-1 1 1 0 0,1-1-1 0 0,0 1 0 0 0,0-1 0 0 0,-1 1 0 0 0,1-1 1 0 0,0 0-1 0 0,0 1 0 0 0,0-1 0 0 0,0 0 0 0 0,0 0 1 0 0,0 0-1 0 0,0 0 0 0 0,-1-2 0 0 0,1 2 11 0 0,0 0 0 0 0,0 0 0 0 0,0 0-1 0 0,0 0 1 0 0,0 0 0 0 0,0 0 0 0 0,0 1-1 0 0,-1-1 1 0 0,1 0 0 0 0,0 1 0 0 0,0-1-1 0 0,-1 0 1 0 0,1 1 0 0 0,0-1-1 0 0,-1 1 1 0 0,1 0 0 0 0,0 0 0 0 0,-1-1-1 0 0,1 1 1 0 0,-1 0 0 0 0,1 0 0 0 0,-2 0-1 0 0,0 0 40 0 0,-23-3 574 0 0,0 1 0 0 0,-1 2-1 0 0,1 0 1 0 0,-32 5 0 0 0,55-5-543 0 0,2 0-57 0 0,-1 0 0 0 0,1 0 0 0 0,-1 0 0 0 0,1 0 0 0 0,0 0 0 0 0,-1 1-1 0 0,1-1 1 0 0,-1 0 0 0 0,1 1 0 0 0,0-1 0 0 0,0 1 0 0 0,-1-1 0 0 0,1 1-1 0 0,0 0 1 0 0,0-1 0 0 0,-1 1 0 0 0,1 0 0 0 0,0 0 0 0 0,0 0 0 0 0,0 0-1 0 0,0 0 1 0 0,-1 1 0 0 0,1-1-3 0 0,0 1 1 0 0,1-1-1 0 0,-1 0 0 0 0,0 0 0 0 0,0 0 0 0 0,0-1 1 0 0,0 1-1 0 0,-1 0 0 0 0,1 0 0 0 0,0 0 0 0 0,0-1 1 0 0,0 1-1 0 0,-1-1 0 0 0,1 1 0 0 0,0-1 1 0 0,-1 1-1 0 0,1-1 0 0 0,-3 0 0 0 0,1 2 63 0 0,3-2-90 0 0,-1 0 0 0 0,1 0-1 0 0,0 0 1 0 0,0 0 0 0 0,-1 0 0 0 0,1 1 0 0 0,0-1-1 0 0,0 0 1 0 0,0 0 0 0 0,-1 0 0 0 0,1 1 0 0 0,0-1-1 0 0,0 0 1 0 0,0 0 0 0 0,0 1 0 0 0,-1-1-1 0 0,1 0 1 0 0,0 0 0 0 0,0 1 0 0 0,0-1 0 0 0,0 0-1 0 0,0 0 1 0 0,0 1 0 0 0,0-1 0 0 0,0 0-1 0 0,0 1 1 0 0,0-1 0 0 0,0 0 0 0 0,0 0 0 0 0,0 1-1 0 0,0-1 1 0 0,0 0 0 0 0,0 1 0 0 0,0-1 0 0 0,0 0-1 0 0,0 0 1 0 0,0 1 0 0 0,1-1 0 0 0,-1 0-1 0 0,0 0 1 0 0,0 1 0 0 0,0-1 0 0 0,0 0 0 0 0,1 0-1 0 0,-1 0 1 0 0,0 1 0 0 0,0-1 0 0 0,0 0-1 0 0,1 0 1 0 0,-1 0 0 0 0,0 0 0 0 0,1 1 0 0 0,21 12 221 0 0,-22-13-218 0 0,1 0 0 0 0,-1 0 0 0 0,0 0 0 0 0,1 1 0 0 0,-1-1 0 0 0,1 0 0 0 0,-1 1 0 0 0,0-1 0 0 0,1 0 0 0 0,-1 1 0 0 0,0-1 0 0 0,0 0 0 0 0,1 1 0 0 0,-1-1 0 0 0,0 1 0 0 0,0-1 0 0 0,1 1-1 0 0,-1-1 1 0 0,0 0 0 0 0,0 1 0 0 0,0-1 0 0 0,0 1 0 0 0,0-1 0 0 0,0 1 0 0 0,0-1 0 0 0,0 1 0 0 0,0-1 0 0 0,0 2 0 0 0,0-2-5 0 0,0 0-1 0 0,0 1 1 0 0,0-1-1 0 0,0 0 1 0 0,0 1 0 0 0,0-1-1 0 0,0 0 1 0 0,0 1 0 0 0,0-1-1 0 0,0 0 1 0 0,1 1 0 0 0,-1-1-1 0 0,0 0 1 0 0,0 1-1 0 0,0-1 1 0 0,0 0 0 0 0,0 0-1 0 0,1 1 1 0 0,-1-1 0 0 0,0 0-1 0 0,0 1 1 0 0,0-1-1 0 0,1 0 1 0 0,-1 0 0 0 0,0 1-1 0 0,1-1 1 0 0,-1 0 0 0 0,1 0-1 0 0,7 4-51 0 0,1-1 0 0 0,1 0 0 0 0,-1-1-1 0 0,19 3 1 0 0,0 0-519 0 0,-2-1-1973 0 0,-1-2 0 0 0,1 0-1 0 0,27-3 1 0 0,-25 1 87 0 0,10 0-2415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17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0 235 400 0 0,'0'13'1479'0'0,"0"-8"449"0"0,0-9 1388 0 0,0 4-3140 0 0,0-1-1 0 0,0 1 0 0 0,0 0 1 0 0,1-1-1 0 0,-1 1 1 0 0,0-1-1 0 0,0 1 0 0 0,0-1 1 0 0,0 1-1 0 0,1-1 1 0 0,-1 1-1 0 0,0 0 1 0 0,0-1-1 0 0,1 1 0 0 0,-1-1 1 0 0,0 1-1 0 0,1 0 1 0 0,-1-1-1 0 0,0 1 0 0 0,1 0 1 0 0,-1 0-1 0 0,0-1 1 0 0,1 1-1 0 0,-1 0 0 0 0,1-1 1 0 0,17-2 134 0 0,-15 3 248 0 0,-4 0-505 0 0,1 0-1 0 0,0 0 0 0 0,0 0 0 0 0,0-1 1 0 0,0 1-1 0 0,0 0 0 0 0,0 0 0 0 0,-1 0 0 0 0,1 0 1 0 0,0 0-1 0 0,0 0 0 0 0,0-1 0 0 0,0 1 1 0 0,0 0-1 0 0,0 0 0 0 0,0 0 0 0 0,0 0 0 0 0,0 0 1 0 0,0-1-1 0 0,0 1 0 0 0,0 0 0 0 0,0 0 1 0 0,0 0-1 0 0,0 0 0 0 0,0 0 0 0 0,0-1 0 0 0,0 1 1 0 0,0 0-1 0 0,0 0 0 0 0,0 0 0 0 0,0 0 1 0 0,0-1-1 0 0,0 1 0 0 0,0 0 0 0 0,0 0 0 0 0,0 0 1 0 0,0 0-1 0 0,0 0 0 0 0,1 0 0 0 0,-1-1 1 0 0,0 1-1 0 0,0 0 0 0 0,0 0 0 0 0,0 0 0 0 0,0 0 1 0 0,1 0-1 0 0,-16-3 529 0 0,7 0-192 0 0,9 0 495 0 0,4 0-729 0 0,1 0 0 0 0,-1 0 0 0 0,0 0 0 0 0,1 0 0 0 0,-1-1 0 0 0,-1 0 0 0 0,1 0 0 0 0,-1 0 0 0 0,1 0-1 0 0,-1-1 1 0 0,-1 0 0 0 0,5-6 0 0 0,-1 4-81 0 0,0 0 0 0 0,0 0 1 0 0,1 0-1 0 0,0 1 0 0 0,10-6 0 0 0,20-16 55 0 0,-35 25-122 0 0,7-6 28 0 0,1 0 0 0 0,1 1 0 0 0,17-11 0 0 0,25-16-22 0 0,-49 27-13 0 0,-5 12 6 0 0,1 0 0 0 0,1 0 0 0 0,-1 0 0 0 0,0 0-1 0 0,1 0 1 0 0,0-1 0 0 0,0 1 0 0 0,0-1 0 0 0,0 1 0 0 0,1-1 0 0 0,-1 0 0 0 0,1 0 0 0 0,0 0 0 0 0,5 5-1 0 0,23 29 67 0 0,-27-30-47 0 0,0 0-1 0 0,0 0 1 0 0,-1 1 0 0 0,1 0-1 0 0,-2 0 1 0 0,1 0-1 0 0,2 16 1 0 0,-3 2 267 0 0,0 37-1 0 0,-2-62-284 0 0,-1 1-7 0 0,1-1 0 0 0,0 1 0 0 0,0-1 0 0 0,1 1 0 0 0,-1 0-1 0 0,0-1 1 0 0,0 1 0 0 0,1-1 0 0 0,-1 1 0 0 0,1-1 0 0 0,-1 1 0 0 0,1-1 0 0 0,0 0 0 0 0,0 1 0 0 0,-1-1-1 0 0,1 0 1 0 0,0 0 0 0 0,0 1 0 0 0,0-1 0 0 0,1 0 0 0 0,-1 0 0 0 0,0 0 0 0 0,0 0 0 0 0,0 0 0 0 0,3 1-1 0 0,4 4-36 0 0,-8-6-46 0 0,1 1-1 0 0,0 0 1 0 0,-1-1 0 0 0,1 1-1 0 0,-1 0 1 0 0,1 0-1 0 0,-1-1 1 0 0,1 1 0 0 0,-1 0-1 0 0,1 0 1 0 0,-1 0 0 0 0,0-1-1 0 0,0 1 1 0 0,1 0-1 0 0,-1 0 1 0 0,0 2 0 0 0,-2-20-8785 0 0,2-15 1478 0 0,0 18 4789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18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69 160 0 0,'-33'0'2881'0'0,"0"0"2402"0"0,33-6-3282 0 0,33 6-401 0 0,-33-8-319 0 0,65 1-401 0 0,1 1-399 0 0,-8-2-561 0 0,8 1-961 0 0,-1 7-1360 0 0,33-6-960 0 0,-33-2-241 0 0,0-5 400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19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9 2401 0 0,'-13'-2'765'0'0,"-32"-3"1131"0"0,6 4 2606 0 0,-15 1 674 0 0,54 0-5121 0 0,0 0 0 0 0,0 0 0 0 0,0 0 0 0 0,1 0 0 0 0,-1 0 0 0 0,0 0 0 0 0,0 0 0 0 0,0 1 0 0 0,0-1 0 0 0,1 0 0 0 0,-1 0 0 0 0,0 0 0 0 0,0 0 0 0 0,0 0 0 0 0,0 1 0 0 0,0-1 1 0 0,0 0-1 0 0,0 0 0 0 0,1 0 0 0 0,-1 1 0 0 0,0-1 0 0 0,0 0 0 0 0,0 0 0 0 0,0 0 0 0 0,0 1 0 0 0,0-1 0 0 0,0 0 0 0 0,0 0 0 0 0,0 1 0 0 0,0-1 0 0 0,0 0 0 0 0,0 0 0 0 0,0 0 0 0 0,0 1 0 0 0,0-1 0 0 0,0 0 0 0 0,-1 0 0 0 0,1 0 0 0 0,0 1 0 0 0,0-1 0 0 0,0 0 0 0 0,0 0 0 0 0,0 0 0 0 0,0 0 0 0 0,0 1 0 0 0,-1-1 0 0 0,1 0 0 0 0,0 0 0 0 0,0 0 0 0 0,0 0 0 0 0,0 0 0 0 0,-1 1 0 0 0,1-1 0 0 0,0 0 0 0 0,0 0 0 0 0,243 25 639 0 0,-135-21-2949 0 0,-17-1-1156 0 0,-23 2-1901 0 0,-41-4 1683 0 0,-21-1 281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19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34 2081 0 0,'-65'8'2481'0'0,"65"-16"480"0"0,0 2-79 0 0,0-1-801 0 0,33-1-801 0 0,-1 8-479 0 0,-32-6 159 0 0,33 0-79 0 0,65 6-81 0 0,65 0 160 0 0,124 12-319 0 0,-58 9-2482 0 0,-98 0-2561 0 0,-66-7-2081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20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46 560 0 0,'6'0'1974'0'0,"65"0"2882"0"0,-53 0-4409 0 0,181 5 2748 0 0,-102 3-3262 0 0,-26-6-613 0 0,-55-3 493 0 0,-10 1 27 0 0,-1 0 67 0 0,9 0 22 0 0,-16 0 59 0 0,-10 0 28 0 0,7 0 144 0 0,-1 0 0 0 0,-46 0 743 0 0,-1-2-1 0 0,-58-10 1 0 0,-25-9 231 0 0,-120 0 1093 0 0,196 20-1672 0 0,31-1-268 0 0,1 1-1 0 0,-1 2 1 0 0,1 1-1 0 0,-32 6 1 0 0,38-6-194 0 0,22-3-90 0 0,0 1-1 0 0,0 0 0 0 0,0 0 0 0 0,-1 0 0 0 0,1 0 1 0 0,0 0-1 0 0,0 0 0 0 0,0 0 0 0 0,0 0 0 0 0,-1 0 1 0 0,1 0-1 0 0,0 0 0 0 0,0 0 0 0 0,0 0 1 0 0,-1 0-1 0 0,1 0 0 0 0,0 0 0 0 0,0 0 0 0 0,0 0 1 0 0,0 0-1 0 0,-1 0 0 0 0,1 0 0 0 0,0 0 0 0 0,0 0 1 0 0,0 0-1 0 0,0 0 0 0 0,-1 0 0 0 0,1 0 0 0 0,0 1 1 0 0,0-1-1 0 0,0 0 0 0 0,0 0 0 0 0,0 0 1 0 0,0 0-1 0 0,-1 0 0 0 0,1 0 0 0 0,0 1 0 0 0,0-1 1 0 0,0 0-1 0 0,0 0 0 0 0,0 0 0 0 0,0 0 0 0 0,0 1 1 0 0,0-1-1 0 0,0 0 0 0 0,0 0 0 0 0,0 0 0 0 0,0 0 1 0 0,0 1-1 0 0,0-1 0 0 0,0 0 0 0 0,0 0 1 0 0,0 0-1 0 0,0 0 0 0 0,0 1 0 0 0,0-1 0 0 0,0 0 1 0 0,0 0-1 0 0,0 0 0 0 0,0 1 0 0 0,1 7 277 0 0,0-6-267 0 0,0-1 0 0 0,0 0 0 0 0,0 1 0 0 0,1-1 0 0 0,-1 0-1 0 0,0 0 1 0 0,1 0 0 0 0,-1 0 0 0 0,1 0 0 0 0,-1-1 0 0 0,1 1 0 0 0,0 0 0 0 0,-1-1 0 0 0,1 1 0 0 0,0-1 0 0 0,2 1 0 0 0,7 3 25 0 0,49 17 123 0 0,-57-21-147 0 0,1 1 0 0 0,-1 0 1 0 0,0 1-1 0 0,1-1 0 0 0,-1 0 0 0 0,0 1 1 0 0,0 0-1 0 0,0 0 0 0 0,0 0 0 0 0,0 0 0 0 0,0 0 1 0 0,4 6-1 0 0,18 13 122 0 0,-4-8-142 0 0,1 0 0 0 0,0-1-1 0 0,1-2 1 0 0,0 0 0 0 0,1-1 0 0 0,0-1 0 0 0,0-2-1 0 0,0 0 1 0 0,1-2 0 0 0,0 0 0 0 0,0-2 0 0 0,42-1-1 0 0,-67-1 8 0 0,1 0 0 0 0,-1-1 0 0 0,0 1 0 0 0,1 0 0 0 0,-1-1 0 0 0,1 1 0 0 0,-1 0-1 0 0,0-1 1 0 0,1 1 0 0 0,-1-1 0 0 0,0 1 0 0 0,1-1 0 0 0,-1 1 0 0 0,0-1-1 0 0,0 1 1 0 0,0 0 0 0 0,1-1 0 0 0,-1 1 0 0 0,0-1 0 0 0,0 0 0 0 0,0 1-1 0 0,0-1 1 0 0,0 1 0 0 0,0-1 0 0 0,0 1 0 0 0,0-1 0 0 0,0 1 0 0 0,0-2 0 0 0,-1-13 17 0 0,1 15-17 0 0,0-1 0 0 0,0 0 0 0 0,-1 0 0 0 0,1 0 0 0 0,0 0 0 0 0,-1 0 0 0 0,1-1 0 0 0,-1 1 0 0 0,1 0 0 0 0,-1 0 0 0 0,1 0 0 0 0,-1 0 0 0 0,0 0 0 0 0,1 1 0 0 0,-1-1 0 0 0,0 0 1 0 0,0 0-1 0 0,0 0 0 0 0,0 1 0 0 0,0-1 0 0 0,0 0 0 0 0,0 1 0 0 0,0-1 0 0 0,0 1 0 0 0,0-1 0 0 0,0 1 0 0 0,0-1 0 0 0,-2 1 0 0 0,-2-3 12 0 0,5 3-10 0 0,-1 0 0 0 0,1 0 0 0 0,-1 0 0 0 0,1-1 0 0 0,0 1 0 0 0,0 0 0 0 0,-1 0 0 0 0,1 0 0 0 0,0-1 0 0 0,-1 1 0 0 0,1 0 0 0 0,0-1 0 0 0,0 1 0 0 0,-1 0 0 0 0,1-1 0 0 0,0 1 0 0 0,0 0 0 0 0,0-1 0 0 0,0 1 0 0 0,0 0 0 0 0,-1-1 0 0 0,1 1 0 0 0,0-1 0 0 0,0 1 0 0 0,0 0 0 0 0,0-1 0 0 0,0 0 0 0 0,0 1-1 0 0,0 0-1 0 0,0 0 0 0 0,0-1 1 0 0,0 1-1 0 0,0 0 0 0 0,0 0 1 0 0,0-1-1 0 0,0 1 0 0 0,0 0 1 0 0,0 0-1 0 0,0-1 0 0 0,0 1 1 0 0,-1 0-1 0 0,1 0 0 0 0,0-1 0 0 0,0 1 1 0 0,0 0-1 0 0,0 0 0 0 0,-1 0 1 0 0,1-1-1 0 0,0 1 0 0 0,0 0 1 0 0,0 0-1 0 0,-1 0 0 0 0,1 0 1 0 0,0-1-1 0 0,0 1 0 0 0,0 0 1 0 0,-1 0-1 0 0,1 0 0 0 0,0 0 1 0 0,-1 0-1 0 0,-26-5 0 0 0,19 6-5 0 0,0 0 0 0 0,0 0 0 0 0,0 1 0 0 0,0 0 0 0 0,1 0 0 0 0,-1 1 0 0 0,1 0 0 0 0,0 1 0 0 0,-14 7 0 0 0,12-5 2 0 0,-1-1 1 0 0,0 0-1 0 0,0-1 0 0 0,0 0 0 0 0,-14 3 0 0 0,22-7 11 0 0,0 0 0 0 0,0 0 0 0 0,0 0 0 0 0,1 1-1 0 0,-1-1 1 0 0,0 1 0 0 0,0-1 0 0 0,1 1 0 0 0,-1 0 0 0 0,0 0 0 0 0,1 0-1 0 0,-1 0 1 0 0,1 0 0 0 0,-1 0 0 0 0,-1 2 0 0 0,2-1 0 0 0,0 1 1 0 0,0-1 0 0 0,1 1-1 0 0,-1-1 1 0 0,1 1-1 0 0,0-1 1 0 0,-1 1 0 0 0,1-1-1 0 0,0 1 1 0 0,1 2-1 0 0,-1-1-14 0 0,0-3 8 0 0,0-1 1 0 0,0 1 0 0 0,-1 0-1 0 0,1-1 1 0 0,0 1 0 0 0,0-1-1 0 0,-1 1 1 0 0,1-1 0 0 0,0 1-1 0 0,0-1 1 0 0,-1 1 0 0 0,1-1-1 0 0,-1 1 1 0 0,1-1 0 0 0,0 1-1 0 0,-1-1 1 0 0,1 0 0 0 0,-1 1-1 0 0,1-1 1 0 0,-1 0 0 0 0,1 1-1 0 0,-1-1 1 0 0,1 0-1 0 0,-1 0 1 0 0,0 0 0 0 0,1 1-1 0 0,-1-1 1 0 0,1 0 0 0 0,-1 0-1 0 0,1 0 1 0 0,-1 0 0 0 0,0 0-1 0 0,1 0 1 0 0,-1 0 0 0 0,0 0-1 0 0,0 0 1 0 0,1 0-1 0 0,-1-1 0 0 0,0 1 0 0 0,1 0 0 0 0,-1 0 0 0 0,1 1 1 0 0,-1-1-1 0 0,0 0 0 0 0,1 0 0 0 0,-1 0 0 0 0,1 0 0 0 0,-1 0 0 0 0,0 1 1 0 0,1-1-1 0 0,-1 0 0 0 0,1 0 0 0 0,-1 1 0 0 0,1-1 0 0 0,-1 0 1 0 0,1 1-1 0 0,-1-1 0 0 0,1 1 0 0 0,0-1 0 0 0,-1 1 0 0 0,1-1 0 0 0,0 1 1 0 0,-1-1-1 0 0,1 1 0 0 0,0-1 0 0 0,-1 1 0 0 0,1-1 0 0 0,0 1 1 0 0,0-1-1 0 0,0 1 0 0 0,-1 1 0 0 0,1-2-2 0 0,0 1 0 0 0,0 0 0 0 0,0 0 0 0 0,0 0 0 0 0,0 0 0 0 0,-1-1 0 0 0,1 1 0 0 0,0 0 0 0 0,0 0 0 0 0,-1 0 0 0 0,1-1 0 0 0,-1 1 0 0 0,1 0 0 0 0,-1-1 0 0 0,1 1 0 0 0,-1 0 0 0 0,1-1 0 0 0,-1 1 0 0 0,1-1 0 0 0,-1 1 0 0 0,0 0 0 0 0,1-1 0 0 0,-1 0 0 0 0,0 1 0 0 0,0-1 0 0 0,1 1 0 0 0,-1-1 0 0 0,0 0 0 0 0,0 0 0 0 0,-1 1 0 0 0,1-1 0 0 0,0 0 0 0 0,0 1 0 0 0,1-1 0 0 0,-1 0 0 0 0,0 0 0 0 0,0 1 0 0 0,1-1 0 0 0,-1 1 0 0 0,0-1 0 0 0,0 1 0 0 0,1-1 0 0 0,-1 1 0 0 0,0-1 0 0 0,1 1 0 0 0,-1-1 0 0 0,1 1 0 0 0,-1 0 0 0 0,1-1 0 0 0,-1 1 0 0 0,1 0 0 0 0,0 0 0 0 0,-1-1 0 0 0,1 1 0 0 0,0 0 0 0 0,-1 0 0 0 0,1 0 0 0 0,0-1 0 0 0,0 1 0 0 0,0 0 0 0 0,0 1 0 0 0,0-1 2 0 0,-1 0 0 0 0,1-1 0 0 0,0 1 0 0 0,0 0 0 0 0,0 0 0 0 0,-1-1-1 0 0,1 1 1 0 0,0-1 0 0 0,0 1 0 0 0,-1 0 0 0 0,1-1 0 0 0,-1 1 0 0 0,1-1 0 0 0,-1 1 0 0 0,1 0 0 0 0,-1-1 0 0 0,1 1 0 0 0,-1-1 0 0 0,1 0-1 0 0,-1 1 1 0 0,1-1 0 0 0,-1 1 0 0 0,0-1 0 0 0,1 0 0 0 0,-1 0 0 0 0,0 1 0 0 0,1-1 0 0 0,-1 0 0 0 0,0 0 0 0 0,1 0 0 0 0,-1 0 0 0 0,0 0-1 0 0,0 0 1 0 0,0 0 1 0 0,0 0-1 0 0,1 1 1 0 0,-1-1-1 0 0,0 0 1 0 0,1 0-1 0 0,-1 0 1 0 0,1 0-1 0 0,-1 0 1 0 0,0 1-1 0 0,1-1 0 0 0,-1 0 1 0 0,0 0-1 0 0,1 1 1 0 0,-1-1-1 0 0,1 1 1 0 0,-1-1-1 0 0,1 0 1 0 0,-1 1-1 0 0,1-1 1 0 0,-1 1-1 0 0,1-1 1 0 0,0 1-1 0 0,-1 0 1 0 0,1-1-1 0 0,0 1 0 0 0,-1-1 1 0 0,1 1-1 0 0,0 0 1 0 0,0-1-1 0 0,-1 1 1 0 0,1-1-1 0 0,0 2 1 0 0,0-1-3 0 0,0-1 1 0 0,0 1-1 0 0,-1-1 0 0 0,1 1 1 0 0,0-1-1 0 0,0 1 0 0 0,0-1 1 0 0,-1 1-1 0 0,1-1 1 0 0,0 1-1 0 0,-1-1 0 0 0,1 1 1 0 0,0-1-1 0 0,-1 1 1 0 0,1-1-1 0 0,-1 0 0 0 0,1 1 1 0 0,0-1-1 0 0,-1 1 1 0 0,1-1-1 0 0,-1 0 0 0 0,1 0 1 0 0,-1 1-1 0 0,1-1 0 0 0,-1 0 1 0 0,1 0-1 0 0,-1 0 1 0 0,0 0-1 0 0,1 1 0 0 0,-1-1 1 0 0,1 0-1 0 0,-1 0 1 0 0,1 0-1 0 0,-1 0 0 0 0,0-1 1 0 0,0 1 1 0 0,0 0-1 0 0,1 0 1 0 0,-1 0 0 0 0,0 0 0 0 0,1 0-1 0 0,-1 1 1 0 0,0-1 0 0 0,1 0 0 0 0,-1 0 0 0 0,0 0-1 0 0,1 0 1 0 0,-1 1 0 0 0,1-1 0 0 0,-1 0 0 0 0,0 1-1 0 0,1-1 1 0 0,-1 0 0 0 0,1 1 0 0 0,-1-1-1 0 0,1 1 1 0 0,-1-1 0 0 0,1 1 0 0 0,0-1 0 0 0,-1 1-1 0 0,1-1 1 0 0,-1 1 0 0 0,1-1 0 0 0,0 1 0 0 0,-1 0-1 0 0,1-1 1 0 0,0 1 0 0 0,0 0 0 0 0,0-1-1 0 0,0 1 1 0 0,-1 0 0 0 0,1 0 0 0 0,0 0-2 0 0,-1 0 1 0 0,1 0-1 0 0,-1 1 1 0 0,1-1-1 0 0,-1 0 1 0 0,1 0-1 0 0,-1 0 1 0 0,0 0-1 0 0,0-1 1 0 0,0 1-1 0 0,1 0 1 0 0,-1 0-1 0 0,0 0 1 0 0,0-1-1 0 0,0 1 1 0 0,0 0-1 0 0,0-1 1 0 0,0 1-1 0 0,-1-1 1 0 0,1 1-1 0 0,0-1 1 0 0,0 1-1 0 0,0-1 1 0 0,-2 0-1 0 0,-1 2 1 0 0,-29 19 79 0 0,33-21-70 0 0,-1 1 0 0 0,1-1 0 0 0,-1 1 1 0 0,1-1-1 0 0,-1 1 0 0 0,1 0 0 0 0,-1-1 0 0 0,1 1 0 0 0,-1 0 0 0 0,1-1 0 0 0,0 1 0 0 0,-1 0 0 0 0,1 0 1 0 0,0-1-1 0 0,0 1 0 0 0,0 0 0 0 0,-1 0 0 0 0,1-1 0 0 0,0 1 0 0 0,0 0 0 0 0,0 0 0 0 0,0 0 0 0 0,0-1 0 0 0,1 2 1 0 0,-1 0 32 0 0,0 0 0 0 0,0-1 1 0 0,0 1-1 0 0,0 0 1 0 0,-1-1-1 0 0,1 1 1 0 0,0 0-1 0 0,-1-1 1 0 0,1 1-1 0 0,-1 0 0 0 0,0 1 1 0 0,-21 31 930 0 0,21-32-939 0 0,1 0 0 0 0,-1 0 0 0 0,0 0 0 0 0,0 0 0 0 0,0 0 1 0 0,0 0-1 0 0,0-1 0 0 0,0 1 0 0 0,-1 0 0 0 0,1-1 0 0 0,-1 1 1 0 0,1-1-1 0 0,-1 1 0 0 0,1-1 0 0 0,-1 1 0 0 0,0-1 0 0 0,0 0 1 0 0,0 0-1 0 0,1 0 0 0 0,-1 0 0 0 0,-3 0 0 0 0,0 2-141 0 0,5 73 1079 0 0,5-76-746 0 0,28 5 394 0 0,-20-2-432 0 0,1-1-1 0 0,24 1 1 0 0,55 4 198 0 0,-87-7-354 0 0,0 1 0 0 0,0-1-1 0 0,1-1 1 0 0,10-1 0 0 0,11-2-63 0 0,-6 3-38 0 0,9-1-1252 0 0,41-9 0 0 0,-47 6-2430 0 0,47-5 1 0 0,-5 12-5267 0 0,-35 3 4668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21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35 124 720 0 0,'-5'-13'3968'0'0,"-12"3"-2999"0"0,11 8-236 0 0,6 0-533 0 0,-1 1 1 0 0,0 0-1 0 0,0-1 1 0 0,1 1 0 0 0,-1-1-1 0 0,0 1 1 0 0,1-1-1 0 0,0 1 1 0 0,-1-1-1 0 0,1 1 1 0 0,0-1 0 0 0,0 1-1 0 0,-1-1 1 0 0,2 1-1 0 0,-1-1 1 0 0,0 0 0 0 0,0 1-1 0 0,0-1 1 0 0,1 1-1 0 0,-1-1 1 0 0,0 1-1 0 0,1-1 1 0 0,0 1 0 0 0,-1-1-1 0 0,1 1 1 0 0,1-3-1 0 0,4 1 74 0 0,-5 3-231 0 0,1 0-1 0 0,-1 0 1 0 0,0-1-1 0 0,0 1 1 0 0,0-1-1 0 0,0 1 1 0 0,0-1-1 0 0,0 1 1 0 0,0-1-1 0 0,0 0 1 0 0,0 1-1 0 0,0-1 1 0 0,0 0-1 0 0,0 0 1 0 0,-1 0-1 0 0,1 0 1 0 0,0 0-1 0 0,-1 0 1 0 0,1 0-1 0 0,0 0 1 0 0,-1 0-1 0 0,1 0 1 0 0,0-2-1 0 0,-1 2-20 0 0,0 1 0 0 0,0-1-1 0 0,1 0 1 0 0,-1 0 0 0 0,0 1 0 0 0,1-1-1 0 0,-1 0 1 0 0,0 1 0 0 0,1-1-1 0 0,-1 0 1 0 0,1 1 0 0 0,-1-1 0 0 0,1 1-1 0 0,0-1 1 0 0,-1 1 0 0 0,1-1-1 0 0,-1 1 1 0 0,1-1 0 0 0,0 1 0 0 0,0-1-1 0 0,-1 1 1 0 0,2-1 0 0 0,28-8 239 0 0,26 1-48 0 0,-50 7-204 0 0,0 0 0 0 0,0 1 0 0 0,0 0 0 0 0,0 0 0 0 0,1 1-1 0 0,-1-1 1 0 0,0 1 0 0 0,0 1 0 0 0,0-1 0 0 0,0 1 0 0 0,0 0 0 0 0,0 0 0 0 0,-1 1 0 0 0,1 0-1 0 0,-1 0 1 0 0,0 0 0 0 0,0 1 0 0 0,0-1 0 0 0,0 1 0 0 0,5 5 0 0 0,-10-8 0 0 0,1 0 0 0 0,0-1 0 0 0,0 1 0 0 0,-1 0 0 0 0,1-1 1 0 0,-1 1-1 0 0,1 0 0 0 0,-1 0 0 0 0,1 0 0 0 0,-1 0 0 0 0,0-1 0 0 0,1 1 0 0 0,-1 0 0 0 0,0 0 0 0 0,0 0 1 0 0,1 0-1 0 0,-1 0 0 0 0,0 0 0 0 0,0 0 0 0 0,0 0 0 0 0,0 0 0 0 0,0 0 0 0 0,0 0 0 0 0,-1 0 1 0 0,1 0-1 0 0,0-1 0 0 0,-1 2 0 0 0,-16 18 291 0 0,16-19-259 0 0,-1 0-1 0 0,1 0 0 0 0,0 0 1 0 0,0 0-1 0 0,-1 0 0 0 0,1 1 1 0 0,0-1-1 0 0,0 0 0 0 0,0 0 1 0 0,1 1-1 0 0,-1-1 0 0 0,0 1 0 0 0,0-1 1 0 0,1 1-1 0 0,-1 2 0 0 0,0-4-18 0 0,1 1-1 0 0,0 0 0 0 0,0 0 1 0 0,-1 0-1 0 0,1 0 0 0 0,0 0 1 0 0,-1 0-1 0 0,1 0 0 0 0,-1 0 1 0 0,1-1-1 0 0,-1 1 0 0 0,0 0 1 0 0,1 0-1 0 0,-1-1 0 0 0,0 1 1 0 0,0 0-1 0 0,1-1 0 0 0,-1 1 1 0 0,0-1-1 0 0,0 1 0 0 0,0-1 1 0 0,0 1-1 0 0,1-1 0 0 0,-1 0 1 0 0,0 1-1 0 0,0-1 0 0 0,0 0 1 0 0,0 0-1 0 0,0 1 0 0 0,0-1 1 0 0,0 0-1 0 0,-1 0 0 0 0,-2 0 62 0 0,4 0-31 0 0,-23 3 1031 0 0,22-3-1070 0 0,0 0-1 0 0,1 0 1 0 0,-1 0-1 0 0,0 0 1 0 0,1 0 0 0 0,-1-1-1 0 0,1 1 1 0 0,-1 0-1 0 0,0 0 1 0 0,1-1 0 0 0,-1 1-1 0 0,1-1 1 0 0,-1 1-1 0 0,1 0 1 0 0,-1-1 0 0 0,1 1-1 0 0,-1-1 1 0 0,1 1-1 0 0,-1-1 1 0 0,1 1 0 0 0,0-1-1 0 0,-1 1 1 0 0,1-1-1 0 0,0 0 1 0 0,-1 1 0 0 0,1-1-1 0 0,0 0 1 0 0,0 1-1 0 0,-1-1 1 0 0,1 0 0 0 0,0 1-1 0 0,0-1 1 0 0,0 0-1 0 0,0 1 1 0 0,0-1 0 0 0,0 0-1 0 0,0 0-6 0 0,0 0 1 0 0,0 0-1 0 0,0 0 0 0 0,1 1 1 0 0,-1-1-1 0 0,0 0 0 0 0,0 0 1 0 0,0 0-1 0 0,1 1 0 0 0,-1-1 0 0 0,0 0 1 0 0,1 1-1 0 0,-1-1 0 0 0,1 0 1 0 0,-1 0-1 0 0,1 1 0 0 0,-1-1 0 0 0,1 1 1 0 0,0-1-1 0 0,-1 1 0 0 0,1-1 1 0 0,-1 1-1 0 0,1-1 0 0 0,0 1 1 0 0,0-1-1 0 0,-1 1 0 0 0,1 0 0 0 0,0-1 1 0 0,0 1-1 0 0,-1 0 0 0 0,2 0 1 0 0,-1-1-2 0 0,0 1 0 0 0,0 0 1 0 0,0 0-1 0 0,-1-1 0 0 0,1 1 1 0 0,0 0-1 0 0,0-1 1 0 0,0 1-1 0 0,-1-1 0 0 0,1 1 1 0 0,0-1-1 0 0,-1 1 0 0 0,1-1 1 0 0,0 1-1 0 0,-1-1 1 0 0,1 0-1 0 0,-1 0 0 0 0,1 1 1 0 0,-1-1-1 0 0,1 0 1 0 0,-1 0-1 0 0,0 1 0 0 0,1-1 1 0 0,-1 0-1 0 0,0 0 0 0 0,0 0 1 0 0,1 1-1 0 0,-1-1 1 0 0,0 0-1 0 0,0 0 0 0 0,0-1 1 0 0,0 0-3 0 0,1 1 1 0 0,-1 0 0 0 0,1-1 0 0 0,-1 1-1 0 0,1 0 1 0 0,0-1 0 0 0,-1 1-1 0 0,1 0 1 0 0,0 0 0 0 0,0-1 0 0 0,0 1-1 0 0,0 0 1 0 0,0 0 0 0 0,0 0-1 0 0,0 0 1 0 0,1 1 0 0 0,-1-1 0 0 0,0 0-1 0 0,0 0 1 0 0,1 1 0 0 0,2-2-1 0 0,34-12 23 0 0,-34 12-27 0 0,6-1 8 0 0,1 0 0 0 0,-1 1 0 0 0,1 0 0 0 0,-1 1 0 0 0,1 0 0 0 0,0 1 0 0 0,0 0 0 0 0,-1 0 0 0 0,1 1 0 0 0,17 4 0 0 0,-22-3-1 0 0,1 0-1 0 0,-1 0 1 0 0,1 0 0 0 0,-1 1 0 0 0,0 0-1 0 0,0 1 1 0 0,0-1 0 0 0,0 1-1 0 0,-1 0 1 0 0,1 1 0 0 0,-1-1-1 0 0,0 1 1 0 0,-1 0 0 0 0,1 0-1 0 0,-1 1 1 0 0,6 9 0 0 0,0-2 17 0 0,-8-11 4 0 0,0 0 0 0 0,-1 0 0 0 0,1 0 0 0 0,-1 1 0 0 0,1-1 0 0 0,-1 0-1 0 0,0 1 1 0 0,0-1 0 0 0,0 1 0 0 0,0-1 0 0 0,-1 1 0 0 0,1-1 0 0 0,0 1 0 0 0,-1-1-1 0 0,0 4 1 0 0,0-5-18 0 0,0-1-1 0 0,0 1 1 0 0,0-1-1 0 0,0 0 1 0 0,-1 1-1 0 0,1-1 1 0 0,0 1-1 0 0,0-1 0 0 0,-1 0 1 0 0,1 1-1 0 0,0-1 1 0 0,-1 0-1 0 0,1 1 1 0 0,0-1-1 0 0,-1 0 1 0 0,1 1-1 0 0,0-1 1 0 0,-1 0-1 0 0,1 0 0 0 0,-1 1 1 0 0,1-1-1 0 0,-1 0 1 0 0,1 0-1 0 0,0 0 1 0 0,-1 0-1 0 0,1 0 1 0 0,-1 0-1 0 0,1 0 1 0 0,-1 0-1 0 0,1 0 0 0 0,-1 0 1 0 0,0 0-1 0 0,-13 0 99 0 0,13 0-79 0 0,-6-3 312 0 0,3 0-293 0 0,1 2-19 0 0,2 1-23 0 0,0 0-1 0 0,0 0 0 0 0,0 0 0 0 0,0 0 0 0 0,0 0 1 0 0,0 0-1 0 0,0 0 0 0 0,0-1 0 0 0,0 1 1 0 0,1 0-1 0 0,-1-1 0 0 0,0 1 0 0 0,0 0 1 0 0,0-1-1 0 0,0 1 0 0 0,0-1 0 0 0,1 0 1 0 0,-1 1-1 0 0,0-1 0 0 0,1 0 0 0 0,-1 1 1 0 0,0-1-1 0 0,1 0 0 0 0,-1 0 0 0 0,1 1 1 0 0,-1-1-1 0 0,1 0 0 0 0,-1 0 0 0 0,1 0 1 0 0,-1-1-1 0 0,1 1-2 0 0,0 0 0 0 0,0 0 0 0 0,0 0 0 0 0,0 0 0 0 0,-1-1 0 0 0,1 1 0 0 0,0 0 0 0 0,-1 0 0 0 0,1 0 0 0 0,0 0 0 0 0,-1 0 0 0 0,1 0 0 0 0,-1 0 0 0 0,0 0 0 0 0,1 0 0 0 0,-1 1 0 0 0,0-1 0 0 0,0 0 0 0 0,1 0 0 0 0,-1 0 1 0 0,0 1-1 0 0,0-1 0 0 0,0 1 0 0 0,0-1 0 0 0,-2 0 0 0 0,2 0-1 0 0,0 1 1 0 0,0-1-1 0 0,0 0 1 0 0,0 1-1 0 0,0-1 1 0 0,0 0 0 0 0,0 0-1 0 0,0 0 1 0 0,0 0-1 0 0,1 0 1 0 0,-1 1-1 0 0,0-2 1 0 0,1 1-1 0 0,-1 0 1 0 0,0 0 0 0 0,1 0-1 0 0,-1 0 1 0 0,1 0-1 0 0,0 0 1 0 0,-1-1-1 0 0,1 1 1 0 0,0 0-1 0 0,0 0 1 0 0,-1 0 0 0 0,1-3-1 0 0,0 1-4 0 0,0 1 0 0 0,0-1 0 0 0,0 0 0 0 0,0 0 0 0 0,0 1-1 0 0,0-1 1 0 0,1 0 0 0 0,0 0 0 0 0,-1 1 0 0 0,1-1 0 0 0,0 0 0 0 0,0 1-1 0 0,0-1 1 0 0,1 1 0 0 0,-1 0 0 0 0,0-1 0 0 0,3-2 0 0 0,1 2-1 0 0,-1 1 0 0 0,0 0 1 0 0,1-1-1 0 0,-1 1 0 0 0,1 1 1 0 0,0-1-1 0 0,0 1 0 0 0,-1 0 0 0 0,7-1 1 0 0,1 0-11 0 0,0 0-1 0 0,0 0 1 0 0,1 1 0 0 0,-1 1 0 0 0,0 0 0 0 0,17 3 0 0 0,-24-3 21 0 0,0 1 0 0 0,0 0 1 0 0,0 1-1 0 0,0-1 1 0 0,0 1-1 0 0,0 0 0 0 0,-1 0 1 0 0,1 0-1 0 0,-1 0 1 0 0,1 1-1 0 0,-1 0 0 0 0,0 0 1 0 0,0 0-1 0 0,0 1 1 0 0,0-1-1 0 0,5 7 0 0 0,2 15 167 0 0,-5-14-96 0 0,-4-9-75 0 0,0 1-1 0 0,0-1 1 0 0,0 1-1 0 0,-1 0 1 0 0,1-1-1 0 0,-1 1 1 0 0,0 0-1 0 0,0 0 1 0 0,0 0-1 0 0,0 0 1 0 0,0 0-1 0 0,-1 0 1 0 0,1 1-1 0 0,-1-1 1 0 0,0 0-1 0 0,0 0 1 0 0,0 0-1 0 0,0 0 1 0 0,-1 1-1 0 0,1-1 1 0 0,-2 3-1 0 0,-8 15-351 0 0,8-17-21 0 0,-1 0 1 0 0,1 1-1 0 0,0-1 0 0 0,1 0 1 0 0,-1 1-1 0 0,1-1 0 0 0,0 1 1 0 0,0-1-1 0 0,0 1 1 0 0,0 4-1 0 0,1-6-1924 0 0,33-3-8845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22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97 147 960 0 0,'0'0'7791'0'0,"0"0"-7759"0"0,0 0 0 0 0,0 0 1 0 0,0 0-1 0 0,0 0 1 0 0,0 0-1 0 0,0 0 0 0 0,-1 1 1 0 0,1-1-1 0 0,0 0 1 0 0,0 0-1 0 0,0 0 0 0 0,0 0 1 0 0,0 1-1 0 0,0-1 1 0 0,0 0-1 0 0,0 0 0 0 0,0 0 1 0 0,0 1-1 0 0,0-1 1 0 0,0 0-1 0 0,0 0 0 0 0,0 0 1 0 0,0 0-1 0 0,0 1 1 0 0,0-1-1 0 0,0 0 0 0 0,0 0 1 0 0,0 0-1 0 0,0 0 1 0 0,1 1-1 0 0,-1-1 0 0 0,0 0 1 0 0,0 0-1 0 0,0 0 1 0 0,0 0-1 0 0,0 0 0 0 0,0 1 1 0 0,0-1-1 0 0,1 0 0 0 0,-1 0 1 0 0,0 0-1 0 0,0 0 1 0 0,0 0-1 0 0,0 0 0 0 0,1 0 1 0 0,-1 0-1 0 0,0 1 1 0 0,0-1-1 0 0,0 0 0 0 0,0 0 1 0 0,1 0-1 0 0,-1 0 1 0 0,0 0-1 0 0,0 0 0 0 0,0 0 1 0 0,0 0-1 0 0,1 0 1 0 0,-1 0-1 0 0,0 0 0 0 0,0 0 1 0 0,0 0-1 0 0,1-1 1 0 0,-1 1-1 0 0,0 0 0 0 0,0 0 1 0 0,0 0-1 0 0,0 0 1 0 0,0 0-1 0 0,1 0 0 0 0,11 0 171 0 0,0-1-1 0 0,0 0 0 0 0,0-1 1 0 0,-1-1-1 0 0,17-4 0 0 0,5-14 132 0 0,-32 19-308 0 0,0-1 1 0 0,0 1 0 0 0,0-1 0 0 0,0 1-1 0 0,-1-1 1 0 0,1 1 0 0 0,0-1-1 0 0,-1 1 1 0 0,0-1 0 0 0,0 0 0 0 0,0 1-1 0 0,0-1 1 0 0,0 0 0 0 0,0 1-1 0 0,-1-5 1 0 0,0-1 106 0 0,1-40 667 0 0,-1 47-776 0 0,1 0-1 0 0,-1 0 1 0 0,0 0-1 0 0,1 0 0 0 0,-1 0 1 0 0,0 1-1 0 0,0-1 0 0 0,0 0 1 0 0,0 0-1 0 0,0 1 1 0 0,0-1-1 0 0,0 0 0 0 0,0 1 1 0 0,0-1-1 0 0,0 1 1 0 0,0 0-1 0 0,0-1 0 0 0,0 1 1 0 0,0 0-1 0 0,0 0 0 0 0,0-1 1 0 0,-1 1-1 0 0,1 0 1 0 0,0 0-1 0 0,-2 1 0 0 0,-3-2 90 0 0,4 0-56 0 0,0 0 0 0 0,0 1 0 0 0,-1 0 1 0 0,1-1-1 0 0,0 1 0 0 0,0 0 0 0 0,-1 0 0 0 0,1 0 1 0 0,0 0-1 0 0,-1 1 0 0 0,1-1 0 0 0,0 1 0 0 0,0-1 1 0 0,0 1-1 0 0,-1 0 0 0 0,1 0 0 0 0,0 0 0 0 0,0 0 1 0 0,0 0-1 0 0,0 0 0 0 0,-2 3 0 0 0,-16 8 339 0 0,6-5-116 0 0,0 0 0 0 0,1 1 0 0 0,0 1 0 0 0,1 0 0 0 0,0 1 1 0 0,1 0-1 0 0,-15 17 0 0 0,25-26-251 0 0,0 1-1 0 0,0 0 1 0 0,0 0 0 0 0,0-1-1 0 0,0 1 1 0 0,0 0 0 0 0,1 0 0 0 0,-1 0-1 0 0,1 0 1 0 0,-1 0 0 0 0,1 0-1 0 0,0 0 1 0 0,0 0 0 0 0,0 0 0 0 0,0 0-1 0 0,0 0 1 0 0,0 0 0 0 0,0 0-1 0 0,1 0 1 0 0,-1 0 0 0 0,1 0 0 0 0,-1 0-1 0 0,1 0 1 0 0,1 2 0 0 0,2 1 13 0 0,-1 0 1 0 0,1-1 0 0 0,0 0 0 0 0,0 1 0 0 0,0-2-1 0 0,8 7 1 0 0,6 6 74 0 0,-12-10-339 0 0,1-1-1 0 0,-1 0 1 0 0,1-1 0 0 0,0 1 0 0 0,0-1 0 0 0,0 0 0 0 0,0-1 0 0 0,1 0-1 0 0,0 0 1 0 0,-1-1 0 0 0,11 2 0 0 0,-7-1-1022 0 0,1 1 1 0 0,-1 0-1 0 0,0 0 0 0 0,18 11 1 0 0,4 6-4827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22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76 160 0 0,'0'-1'61'0'0,"0"0"0"0"0,1 0 0 0 0,-1 0 0 0 0,0 0 0 0 0,1 0 0 0 0,0 0 0 0 0,-1 0 0 0 0,1 0 0 0 0,-1 0 0 0 0,1 0 0 0 0,0 0 0 0 0,0 0 0 0 0,0 0 0 0 0,0 0 0 0 0,-1 1 0 0 0,1-1 0 0 0,0 0-1 0 0,0 1 1 0 0,0-1 0 0 0,0 1 0 0 0,1-1 0 0 0,0 0 0 0 0,30-11 1107 0 0,-23 9-576 0 0,24-10 1769 0 0,-33 13-2245 0 0,1 0 1 0 0,-1 0 0 0 0,0 0 0 0 0,1-1 0 0 0,-1 1 0 0 0,0 0 0 0 0,1 0 0 0 0,-1 0 0 0 0,0 0-1 0 0,0 0 1 0 0,1-1 0 0 0,-1 1 0 0 0,0 0 0 0 0,1 0 0 0 0,-1-1 0 0 0,0 1 0 0 0,0 0-1 0 0,0 0 1 0 0,1-1 0 0 0,-1 1 0 0 0,0 0 0 0 0,0-1 0 0 0,0 1 0 0 0,0 0 0 0 0,0-1-1 0 0,0 1 1 0 0,0 0 0 0 0,1-1 0 0 0,-1 1 0 0 0,0 0 0 0 0,0-1 0 0 0,0 1 0 0 0,0 0-1 0 0,0-1 1 0 0,0 1 0 0 0,-1 0 0 0 0,1-1 0 0 0,0 1 0 0 0,0 0 0 0 0,0-1 0 0 0,0 1 0 0 0,0 0-1 0 0,0 0 1 0 0,0-1 0 0 0,-1 1 0 0 0,1 0 0 0 0,0-1 0 0 0,0 1 0 0 0,-1 0 0 0 0,1 0-1 0 0,0-1 1 0 0,0 1 0 0 0,-1 0 0 0 0,1 0 0 0 0,0 0 0 0 0,0 0 0 0 0,-1-1 0 0 0,1 1-1 0 0,0 0 1 0 0,-1 0 0 0 0,1 0 0 0 0,-1 0 0 0 0,-19-5 498 0 0,-1 2 0 0 0,0 1 0 0 0,0 0 0 0 0,1 2 0 0 0,-1 0 1 0 0,0 1-1 0 0,0 2 0 0 0,-29 6 0 0 0,46-8-492 0 0,1 0 0 0 0,0 0 0 0 0,0 0 0 0 0,0 1 0 0 0,0 0 0 0 0,0-1 0 0 0,0 1 1 0 0,0 0-1 0 0,1 0 0 0 0,-1 1 0 0 0,1-1 0 0 0,-1 0 0 0 0,1 1 0 0 0,0 0 0 0 0,0-1 0 0 0,0 1 0 0 0,1 0 0 0 0,-1 0 0 0 0,0 0 1 0 0,1 0-1 0 0,-2 6 0 0 0,4-6-82 0 0,0 0 0 0 0,1 0 0 0 0,-1 0 0 0 0,0 0-1 0 0,1-1 1 0 0,0 1 0 0 0,0-1 0 0 0,0 1 0 0 0,0-1 0 0 0,4 4 0 0 0,32 31-51 0 0,15 8-870 0 0,-45-36-16 0 0,1 0 1 0 0,-1-1 0 0 0,1-1 0 0 0,1 1-1 0 0,0-1 1 0 0,0-1 0 0 0,0 0 0 0 0,14 6 0 0 0,42 15-6696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24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327 267 560 0 0,'6'0'827'0'0,"9"0"-231"0"0,-3 0 3477 0 0,-12-1-2538 0 0,0 1-1510 0 0,0-1 1 0 0,0 1-1 0 0,0 0 0 0 0,0 0 0 0 0,0 0 0 0 0,0 0 1 0 0,0 0-1 0 0,-1-1 0 0 0,1 1 0 0 0,0 0 0 0 0,0 0 1 0 0,0 0-1 0 0,0 0 0 0 0,0 0 0 0 0,0-1 0 0 0,0 1 1 0 0,1 0-1 0 0,-1 0 0 0 0,0 0 0 0 0,0 0 0 0 0,0-1 1 0 0,0 1-1 0 0,0 0 0 0 0,0 0 0 0 0,0 0 0 0 0,0 0 1 0 0,0 0-1 0 0,0-1 0 0 0,0 1 0 0 0,0 0 1 0 0,1 0-1 0 0,-1 0 0 0 0,0 0 0 0 0,0 0 0 0 0,0 0 1 0 0,0 0-1 0 0,0 0 0 0 0,0 0 0 0 0,1-1 0 0 0,-1 1 1 0 0,0 0-1 0 0,0 0 0 0 0,0 0 0 0 0,0 0 0 0 0,1 0 1 0 0,-1 0-1 0 0,0 0 0 0 0,0 0 0 0 0,0 0 0 0 0,0 0 1 0 0,0 0-1 0 0,1 0 0 0 0,-1 0 0 0 0,0 0 0 0 0,0 0 1 0 0,0 0-1 0 0,0 0 0 0 0,1 0 0 0 0,-1 1 0 0 0,0-1 1 0 0,0 0-1 0 0,0 0 0 0 0,0 0 0 0 0,22 0 936 0 0,-21-1-818 0 0,0 0 1 0 0,-1 0 0 0 0,1 1 0 0 0,-1-1-1 0 0,1 0 1 0 0,0 0 0 0 0,-1 0 0 0 0,0 0-1 0 0,1 0 1 0 0,-1-1 0 0 0,0 1 0 0 0,1 0-1 0 0,-1 0 1 0 0,0 0 0 0 0,0 0 0 0 0,0 0-1 0 0,0 0 1 0 0,0 0 0 0 0,0 0 0 0 0,0-1-1 0 0,0 1 1 0 0,-1-2 0 0 0,1 2 138 0 0,0 0-242 0 0,0 0 0 0 0,0 0 0 0 0,0 0 0 0 0,0 0 0 0 0,0 0 0 0 0,0 0 0 0 0,1 0 0 0 0,-1 0 0 0 0,0 0 0 0 0,1 0 1 0 0,-1 0-1 0 0,1 1 0 0 0,-1-1 0 0 0,1 0 0 0 0,-1 0 0 0 0,1 0 0 0 0,0 1 0 0 0,-1-1 0 0 0,1 0 0 0 0,0 1 0 0 0,0-1 0 0 0,-1 1 0 0 0,1-1 0 0 0,0 1 0 0 0,0-1 0 0 0,0 1 0 0 0,1-1 0 0 0,-1 0-9 0 0,0 1 0 0 0,0 0 0 0 0,0-1 0 0 0,0 1 0 0 0,0-1 0 0 0,0 0 0 0 0,0 1 0 0 0,0-1 0 0 0,-1 0 0 0 0,1 0 0 0 0,0 1 0 0 0,0-1 0 0 0,-1 0 0 0 0,1 0-1 0 0,0 0 1 0 0,-1 0 0 0 0,1 0 0 0 0,-1 0 0 0 0,1 0 0 0 0,-1 0 0 0 0,0 0 0 0 0,1 0 0 0 0,-1 0 0 0 0,0 0 0 0 0,0 0 0 0 0,0-1 0 0 0,0-1 0 0 0,0-5 197 0 0,0 6-183 0 0,-1-1 1 0 0,1 1-1 0 0,0 0 0 0 0,0 0 0 0 0,0 0 0 0 0,0 0 1 0 0,1 0-1 0 0,-1 0 0 0 0,0 0 0 0 0,1 0 1 0 0,0 0-1 0 0,-1 0 0 0 0,1 0 0 0 0,2-2 1 0 0,6-6 128 0 0,-7 9-146 0 0,-1 0 1 0 0,0 0-1 0 0,1 0 1 0 0,-1 0-1 0 0,0 0 1 0 0,0 0-1 0 0,0-1 1 0 0,0 1 0 0 0,0-1-1 0 0,0 1 1 0 0,0-1-1 0 0,-1 1 1 0 0,1-1-1 0 0,0 1 1 0 0,-1-1 0 0 0,1 1-1 0 0,-1-1 1 0 0,0 0-1 0 0,1 1 1 0 0,-1-4-1 0 0,0 4-14 0 0,0-1 0 0 0,0 1 1 0 0,0 0-1 0 0,0-1 0 0 0,1 1 0 0 0,-1 0 0 0 0,0 0 0 0 0,1-1 0 0 0,-1 1 0 0 0,1 0 0 0 0,-1 0 0 0 0,1 0 0 0 0,0-1 0 0 0,-1 1 1 0 0,1 0-1 0 0,0 0 0 0 0,0 0 0 0 0,0 0 0 0 0,0 0 0 0 0,0 1 0 0 0,0-1 0 0 0,0 0 0 0 0,0 0 0 0 0,2 0 0 0 0,7-7 61 0 0,2-7 58 0 0,-11 13-120 0 0,1 0 1 0 0,0 0-1 0 0,-1 0 0 0 0,1 0 1 0 0,0 0-1 0 0,0 0 1 0 0,0 1-1 0 0,1-1 0 0 0,-1 1 1 0 0,0-1-1 0 0,0 1 1 0 0,1 0-1 0 0,3-1 0 0 0,12-5 38 0 0,1 1 0 0 0,1 1-1 0 0,-1 1 1 0 0,23-2 0 0 0,-9 6 2 0 0,-25 1-29 0 0,0 0 0 0 0,0 1 0 0 0,0-1-1 0 0,0 1 1 0 0,0 1 0 0 0,0 0 0 0 0,-1 0 0 0 0,1 0 0 0 0,-1 1-1 0 0,0 0 1 0 0,0 0 0 0 0,8 8 0 0 0,-12-9 4 0 0,0 0 0 0 0,-1 0 0 0 0,1 1 0 0 0,-1 0 0 0 0,0-1 0 0 0,0 1 1 0 0,0 0-1 0 0,-1 0 0 0 0,1 0 0 0 0,-1 0 0 0 0,0 0 0 0 0,0 0 0 0 0,0 0 0 0 0,-1 1 0 0 0,1-1 1 0 0,-1 0-1 0 0,0 0 0 0 0,0 1 0 0 0,-1-1 0 0 0,1 0 0 0 0,-1 0 0 0 0,0 0 0 0 0,0 0 0 0 0,-1 0 0 0 0,-1 5 1 0 0,1-4-7 0 0,0 0-1 0 0,0 0 1 0 0,0-1 0 0 0,-1 1 0 0 0,0 0 0 0 0,0-1 0 0 0,0 0 0 0 0,-1 0 0 0 0,1 0 0 0 0,-1 0 0 0 0,0 0 0 0 0,0-1 0 0 0,0 1-1 0 0,0-1 1 0 0,-1 0 0 0 0,0-1 0 0 0,1 1 0 0 0,-1-1 0 0 0,0 0 0 0 0,0 0 0 0 0,0 0 0 0 0,0-1 0 0 0,0 0 0 0 0,-1 0-1 0 0,1 0 1 0 0,0 0 0 0 0,-8-1 0 0 0,13-1-35 0 0,-1 1 0 0 0,1-1-1 0 0,-1 1 1 0 0,1-1 0 0 0,-1 1-1 0 0,1-1 1 0 0,-1 0-1 0 0,1 1 1 0 0,0-1 0 0 0,-1 0-1 0 0,1 0 1 0 0,0 1 0 0 0,0-1-1 0 0,-1 0 1 0 0,1 0 0 0 0,0 1-1 0 0,0-1 1 0 0,0 0 0 0 0,0 0-1 0 0,0 1 1 0 0,0-1 0 0 0,0 0-1 0 0,0 0 1 0 0,0 0 0 0 0,1 1-1 0 0,-1-1 1 0 0,0 0 0 0 0,0 0-1 0 0,1 1 1 0 0,-1-1 0 0 0,0 0-1 0 0,1 1 1 0 0,-1-1 0 0 0,1 0-1 0 0,-1 1 1 0 0,1-1 0 0 0,-1 1-1 0 0,1-1 1 0 0,54-27-54 0 0,-51 26 59 0 0,0 0-1 0 0,0 1 1 0 0,1-1-1 0 0,-1 1 1 0 0,1 0-1 0 0,-1 0 0 0 0,1 0 1 0 0,-1 1-1 0 0,1-1 1 0 0,5 1-1 0 0,7-1-3 0 0,15 2-15 0 0,-29 0 49 0 0,0-1 0 0 0,0 1 0 0 0,0-1 1 0 0,-1 1-1 0 0,1 0 0 0 0,0 0 0 0 0,0 0 0 0 0,-1 0 0 0 0,1 1 1 0 0,-1-1-1 0 0,1 1 0 0 0,-1-1 0 0 0,0 1 0 0 0,1 0 0 0 0,-1 0 1 0 0,0 0-1 0 0,0 0 0 0 0,0 0 0 0 0,-1 1 0 0 0,1-1 1 0 0,0 1-1 0 0,-1-1 0 0 0,0 1 0 0 0,1-1 0 0 0,-1 1 0 0 0,0 0 1 0 0,-1 0-1 0 0,1-1 0 0 0,0 1 0 0 0,-1 0 0 0 0,1 0 0 0 0,-1 4 1 0 0,0 0 85 0 0,-1 1 0 0 0,0 0 0 0 0,0-1 0 0 0,-1 1 0 0 0,0-1 0 0 0,0 0 0 0 0,-1 0 0 0 0,0 1 1 0 0,0-2-1 0 0,-8 13 0 0 0,7-13-62 0 0,0-1 0 0 0,-1 0 0 0 0,1 0 0 0 0,-1 0 0 0 0,0-1 0 0 0,0 0 0 0 0,-1 1-1 0 0,1-2 1 0 0,-1 1 0 0 0,0-1 0 0 0,0 0 0 0 0,0 0 0 0 0,0 0 0 0 0,0-1 0 0 0,-1 0 0 0 0,1-1 0 0 0,-8 2 0 0 0,-5 2 20 0 0,-73 20-189 0 0,-150 19-1 0 0,27-24-2857 0 0,112-19-1421 0 0,5-7-2187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33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168 280 2161 0 0,'-1'-1'138'0'0,"1"0"0"0"0,-1-1 0 0 0,0 1 0 0 0,1 0 0 0 0,-1 0 0 0 0,0 0 1 0 0,1 0-1 0 0,-1 0 0 0 0,0 0 0 0 0,0 1 0 0 0,0-1 0 0 0,0 0 0 0 0,0 0 0 0 0,0 1 0 0 0,0-1 0 0 0,0 0 0 0 0,0 1 0 0 0,0-1 0 0 0,0 1 1 0 0,-1-1-1 0 0,1 1 0 0 0,0 0 0 0 0,-2-1 0 0 0,-6-2 523 0 0,2-2-181 0 0,1 0 1 0 0,0 0-1 0 0,0-1 0 0 0,0 1 0 0 0,1-1 0 0 0,0-1 1 0 0,0 1-1 0 0,0-1 0 0 0,-4-9 0 0 0,-2-11 788 0 0,-43-35 1480 0 0,53 60-2696 0 0,0 1 0 0 0,0 0 0 0 0,0-1 1 0 0,0 1-1 0 0,0 0 0 0 0,1-1 0 0 0,-1 1 1 0 0,1-1-1 0 0,-1 1 0 0 0,1-1 1 0 0,-1 0-1 0 0,1 1 0 0 0,0-1 0 0 0,0 1 1 0 0,0-1-1 0 0,0 0 0 0 0,0 1 0 0 0,0-1 1 0 0,0 0-1 0 0,0 1 0 0 0,1-1 1 0 0,-1 1-1 0 0,1-1 0 0 0,-1 1 0 0 0,1-1 1 0 0,0 1-1 0 0,-1-1 0 0 0,1 1 1 0 0,0-1-1 0 0,0 1 0 0 0,0 0 0 0 0,0 0 1 0 0,0-1-1 0 0,2 0 0 0 0,3-4 69 0 0,1 0 0 0 0,-1 1 0 0 0,1 0 0 0 0,12-7 0 0 0,-14 9-74 0 0,-2 1-33 0 0,0 1 1 0 0,0 0-1 0 0,0-1 0 0 0,0 1 1 0 0,0 0-1 0 0,0 1 1 0 0,0-1-1 0 0,0 0 1 0 0,1 1-1 0 0,-1 0 1 0 0,0 0-1 0 0,0 0 1 0 0,1 0-1 0 0,-1 0 0 0 0,6 2 1 0 0,-2 0-25 0 0,0 0 0 0 0,0 0-1 0 0,-1 1 1 0 0,1 0 0 0 0,-1 0 0 0 0,7 5 0 0 0,1 4-114 0 0,-19-2 4 0 0,3-8 92 0 0,1 0 0 0 0,0-1 0 0 0,-1 1 0 0 0,1 0 0 0 0,0 0 0 0 0,0 0 0 0 0,0 0 0 0 0,0 0 0 0 0,0 0 0 0 0,1 0 0 0 0,-1 1 0 0 0,1-1 0 0 0,-1 0 0 0 0,1 0-1 0 0,0 0 1 0 0,0 5 0 0 0,-1-6 11 0 0,0 0 0 0 0,0 0 0 0 0,0 0 0 0 0,0 0 0 0 0,0 0 0 0 0,0-1 0 0 0,0 1 0 0 0,0 0 0 0 0,-1 0 0 0 0,1-1 0 0 0,0 1 0 0 0,0-1 0 0 0,-1 1 0 0 0,1-1 0 0 0,0 1 0 0 0,0-1-1 0 0,-1 0 1 0 0,1 0 0 0 0,-1 1 0 0 0,-1-1 0 0 0,2 0-11 0 0,-1 0 14 0 0,-1 1 0 0 0,0-1 1 0 0,0 1-1 0 0,0-1 1 0 0,0 0-1 0 0,0 0 0 0 0,0 0 1 0 0,1 0-1 0 0,-1-1 0 0 0,0 1 1 0 0,0-1-1 0 0,0 0 1 0 0,1 0-1 0 0,-1 0 0 0 0,-4-2 1 0 0,-14-4 70 0 0,19 6-45 0 0,0 1-1 0 0,0 0 0 0 0,0 0 0 0 0,0-1 0 0 0,0 1 1 0 0,0-1-1 0 0,0 0 0 0 0,1 1 0 0 0,-1-1 0 0 0,0 0 1 0 0,0 0-1 0 0,1 0 0 0 0,-3-2 0 0 0,3 1 26 0 0,0 0 1 0 0,1 0-1 0 0,-1 0 0 0 0,0 0 0 0 0,1 0 0 0 0,-1-1 1 0 0,1 1-1 0 0,0 0 0 0 0,-1 0 0 0 0,1 0 0 0 0,0-1 1 0 0,1-2-1 0 0,0 4-28 0 0,0 0 1 0 0,-1 0 0 0 0,1 0 0 0 0,0 0-1 0 0,0 0 1 0 0,0 0 0 0 0,1 0-1 0 0,-1 1 1 0 0,0-1 0 0 0,0 0 0 0 0,0 1-1 0 0,0-1 1 0 0,1 0 0 0 0,-1 1-1 0 0,0 0 1 0 0,1-1 0 0 0,-1 1 0 0 0,0 0-1 0 0,1 0 1 0 0,-1 0 0 0 0,3 0-1 0 0,1-1 18 0 0,18-4 63 0 0,0 1-1 0 0,43-1 1 0 0,-56 5-66 0 0,-1 0 0 0 0,1 1-1 0 0,-1 0 1 0 0,1 0 0 0 0,-1 1 0 0 0,0 0-1 0 0,1 1 1 0 0,-1 0 0 0 0,11 5 0 0 0,-19-6 37 0 0,0-1 0 0 0,0 1-1 0 0,-1 0 1 0 0,1-1 0 0 0,-1 1 0 0 0,1 0 0 0 0,-1 0 0 0 0,1-1 0 0 0,-1 1 0 0 0,0 0 0 0 0,0 0 0 0 0,0-1-1 0 0,0 1 1 0 0,0 0 0 0 0,-1 0 0 0 0,1-1 0 0 0,0 1 0 0 0,-1 0 0 0 0,1-1 0 0 0,-1 1 0 0 0,0 0 0 0 0,-1 2-1 0 0,-3-2 25 0 0,0 0 0 0 0,-1 0 0 0 0,1 0 0 0 0,-1-1 0 0 0,1 0 0 0 0,-1 0 0 0 0,0 0 0 0 0,1-1 0 0 0,-1 1 0 0 0,0-2 0 0 0,1 1 0 0 0,-1 0 0 0 0,0-1 0 0 0,1 0 0 0 0,-1-1 0 0 0,1 1 0 0 0,-1-1 0 0 0,-8-4-1 0 0,14 6-78 0 0,-1-1 0 0 0,1 1 0 0 0,-1-1 0 0 0,1 1 0 0 0,-1 0-1 0 0,1-1 1 0 0,0 1 0 0 0,-1-1 0 0 0,1 1 0 0 0,0-1 0 0 0,0 1-1 0 0,-1-1 1 0 0,1 1 0 0 0,0-1 0 0 0,0 1 0 0 0,0-1-1 0 0,0 0 1 0 0,-1 1 0 0 0,1-1 0 0 0,0 1 0 0 0,0-1 0 0 0,0 1-1 0 0,0-1 1 0 0,1 0 0 0 0,-1 0-2 0 0,0 1 0 0 0,0-1-1 0 0,0 0 1 0 0,0 1 0 0 0,0-1 0 0 0,0 1 0 0 0,0-1-1 0 0,-1 1 1 0 0,1-1 0 0 0,0 0 0 0 0,0 1-1 0 0,0-1 1 0 0,0 1 0 0 0,-1-1 0 0 0,1 1 0 0 0,0-1-1 0 0,-1 1 1 0 0,1-1 0 0 0,0 1 0 0 0,-1 0-1 0 0,1-1 1 0 0,-1 1 0 0 0,1-1 0 0 0,-1 1 0 0 0,-2-1 12 0 0,-14-7 28 0 0,16 8-44 0 0,1 0 0 0 0,0 0 1 0 0,0 0-1 0 0,-1 0 0 0 0,1-1 1 0 0,0 1-1 0 0,-1 0 1 0 0,1 0-1 0 0,0 0 0 0 0,0-1 1 0 0,-1 1-1 0 0,1 0 1 0 0,0 0-1 0 0,0-1 0 0 0,0 1 1 0 0,0 0-1 0 0,-1 0 0 0 0,1-1 1 0 0,0 1-1 0 0,0 0 1 0 0,0-1-1 0 0,0 1 0 0 0,0 0 1 0 0,0 0-1 0 0,0-1 1 0 0,0 1-1 0 0,0 0 0 0 0,0-1 1 0 0,0 1-1 0 0,0 0 1 0 0,0-1-1 0 0,0 1 0 0 0,0 0 1 0 0,0-1-1 0 0,0 1 0 0 0,0 0 1 0 0,0-1-1 0 0,0 1 1 0 0,0 0-1 0 0,0 0 0 0 0,1-1 1 0 0,-1 1-1 0 0,0 0 1 0 0,0 0-1 0 0,0-1 0 0 0,1 1 1 0 0,-1 0-1 0 0,0 0 0 0 0,0-1 1 0 0,1 1-1 0 0,-1 0 1 0 0,7-3-2 0 0,-6 2 0 0 0,0 1 1 0 0,0 0-1 0 0,1-1 0 0 0,-1 1 1 0 0,0-1-1 0 0,0 1 1 0 0,0-1-1 0 0,0 0 0 0 0,0 0 1 0 0,0 1-1 0 0,0-1 0 0 0,0 0 1 0 0,0 0-1 0 0,0 0 0 0 0,0 0 1 0 0,0 0-1 0 0,-1 0 1 0 0,1 0-1 0 0,1-2 0 0 0,3 2-119 0 0,1 1-266 0 0,52 3-4745 0 0,-54-2 4437 0 0,0 0 0 0 0,0 0 0 0 0,0 0 0 0 0,-1 0 0 0 0,1 1 0 0 0,0-1 0 0 0,-1 1 0 0 0,1 0 0 0 0,-1 0-1 0 0,0 1 1 0 0,0-1 0 0 0,4 4 0 0 0,-2 7-3921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34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0 765 1040 0 0,'4'-21'10229'0'0,"-4"20"-10116"0"0,1 0 0 0 0,-1 0-1 0 0,1 0 1 0 0,0 0-1 0 0,0 0 1 0 0,0 0-1 0 0,0 0 1 0 0,0 0 0 0 0,0 0-1 0 0,0 0 1 0 0,0 0-1 0 0,0 1 1 0 0,2-2-1 0 0,6-4 329 0 0,-8 4-398 0 0,0 1-1 0 0,0 0 0 0 0,0 0 1 0 0,0-1-1 0 0,-1 1 1 0 0,1-1-1 0 0,0 1 1 0 0,-1 0-1 0 0,1-1 1 0 0,-1 1-1 0 0,0-1 1 0 0,1 1-1 0 0,-1-1 0 0 0,0 1 1 0 0,0-1-1 0 0,0 0 1 0 0,0-2-1 0 0,2-15 221 0 0,58-86 698 0 0,-51 86-827 0 0,7-16 299 0 0,19-57 0 0 0,-30 72-311 0 0,-4 15-141 0 0,0 0 1 0 0,0 0-1 0 0,1 0 1 0 0,-1 0-1 0 0,1 0 0 0 0,0 0 1 0 0,0 1-1 0 0,1-1 1 0 0,0 1-1 0 0,0 0 0 0 0,0-1 1 0 0,6-5-1 0 0,-6 6-60 0 0,0 1-1 0 0,0-1 1 0 0,0 0 0 0 0,0 0 0 0 0,-1 0-1 0 0,0 0 1 0 0,1 0 0 0 0,-2-1-1 0 0,1 1 1 0 0,0 0 0 0 0,0-6-1 0 0,0-2-365 0 0,-1 0 0 0 0,0 0 0 0 0,-1-13 0 0 0,0 11 136 0 0,0 7 174 0 0,0 0 0 0 0,0 0 0 0 0,-1 0 0 0 0,-3-13 0 0 0,3 17 122 0 0,0 1 1 0 0,0-1-1 0 0,0 1 0 0 0,0 0 0 0 0,-1-1 0 0 0,1 1 0 0 0,-1 0 1 0 0,0 0-1 0 0,0 0 0 0 0,0 0 0 0 0,1 0 0 0 0,-2 1 0 0 0,1-1 0 0 0,-4-2 1 0 0,-54-39-55 0 0,56 33 103 0 0,4 9-28 0 0,0 1 0 0 0,0-1 0 0 0,0 1 1 0 0,0-1-1 0 0,0 1 0 0 0,0-1 0 0 0,0 1 1 0 0,0 0-1 0 0,0-1 0 0 0,0 1 0 0 0,-1-1 1 0 0,1 1-1 0 0,0-1 0 0 0,0 1 0 0 0,-1 0 1 0 0,1-1-1 0 0,0 1 0 0 0,0 0 0 0 0,-1-1 1 0 0,1 1-1 0 0,0 0 0 0 0,-1-1 0 0 0,1 1 1 0 0,-1 0-1 0 0,1 0 0 0 0,0-1 0 0 0,-2 1 1 0 0,-7-4 589 0 0,0 0 0 0 0,-1 1 1 0 0,0 1-1 0 0,1 0 1 0 0,-1 0-1 0 0,-20-1 0 0 0,24 6 1913 0 0,7-6-1433 0 0,4 1-665 0 0,61-11 387 0 0,124-13-479 0 0,-130 24-5364 0 0,-43 5-144 0 0,-4 5 3555 0 0,-10-5 474 0 0,-3-3 1012 0 0,0 0 0 0 0,1 0 0 0 0,-1 0-1 0 0,0 1 1 0 0,1-1 0 0 0,-1 0-1 0 0,0 0 1 0 0,1 1 0 0 0,-1-1 0 0 0,0 0-1 0 0,0 1 1 0 0,1-1 0 0 0,-1 0 0 0 0,0 1-1 0 0,0-1 1 0 0,0 0 0 0 0,0 1-1 0 0,1-1 1 0 0,-1 0 0 0 0,0 1 0 0 0,0-1-1 0 0,0 1 1 0 0,0-1 0 0 0,0 0-1 0 0,0 1 1 0 0,0-1 0 0 0,0 1 0 0 0,0 0-1 0 0,0 17-3708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35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36 800 0 0,'-5'-1'690'0'0,"3"1"-509"0"0,1 0 1 0 0,-1 0-1 0 0,1 0 0 0 0,-1 0 1 0 0,1-1-1 0 0,0 1 0 0 0,-1-1 1 0 0,1 1-1 0 0,-1-1 0 0 0,1 1 1 0 0,0-1-1 0 0,-1 0 1 0 0,1 0-1 0 0,0 0 0 0 0,0 1 1 0 0,-1-1-1 0 0,1 0 0 0 0,-1-2 1 0 0,-4 1 1752 0 0,2 1-1438 0 0,3 1-369 0 0,0 0-1 0 0,0 0 0 0 0,1 0 0 0 0,-1 0 1 0 0,0 0-1 0 0,0 0 0 0 0,0 0 1 0 0,0 0-1 0 0,0 0 0 0 0,0-1 0 0 0,1 1 1 0 0,-1 0-1 0 0,0-1 0 0 0,0 1 0 0 0,1-1 1 0 0,-1 1-1 0 0,0-1 0 0 0,0 1 1 0 0,1-1-1 0 0,-1 1 0 0 0,0-1 0 0 0,1 0 1 0 0,-1 1-1 0 0,1-1 0 0 0,-1 0 0 0 0,1 1 1 0 0,-1-1-1 0 0,1 0 0 0 0,0 0 0 0 0,-1 0 1 0 0,1 1-1 0 0,0-1 0 0 0,-1 0 1 0 0,1-3 4047 0 0,-1 6-2598 0 0,7 1-1258 0 0,19 2 76 0 0,89 15-451 0 0,-36-15-5282 0 0,-70-5 4005 0 0,0 0 0 0 0,0 0 0 0 0,0-1 0 0 0,-1-1 0 0 0,14-3 0 0 0,-16-1-2348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36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54 240 0 0,'0'-1'100'0'0,"0"1"-1"0"0,0-1 1 0 0,0 0-1 0 0,0 0 1 0 0,0 1 0 0 0,-1-1-1 0 0,1 0 1 0 0,0 1-1 0 0,0-1 1 0 0,0 0-1 0 0,-1 1 1 0 0,1-1 0 0 0,0 1-1 0 0,-1-1 1 0 0,1 0-1 0 0,-1 1 1 0 0,1-1 0 0 0,0 1-1 0 0,-1-1 1 0 0,1 1-1 0 0,-1-1 1 0 0,0 1-1 0 0,1 0 1 0 0,-1-1 0 0 0,1 1-1 0 0,-1 0 1 0 0,0-1-1 0 0,1 1 1 0 0,-1 0 0 0 0,0 0-1 0 0,1-1 1 0 0,-1 1-1 0 0,0 0 1 0 0,0 0-1 0 0,0 0-26 0 0,1 0 0 0 0,-1 0-1 0 0,1 0 1 0 0,-1 0 0 0 0,1 0-1 0 0,0-1 1 0 0,-1 1 0 0 0,1 0-1 0 0,-1 0 1 0 0,1 0 0 0 0,-1 0-1 0 0,1-1 1 0 0,0 1-1 0 0,-1 0 1 0 0,1-1 0 0 0,-1 1-1 0 0,1 0 1 0 0,0 0 0 0 0,-1-1-1 0 0,1 1 1 0 0,0-1 0 0 0,0 1-1 0 0,-1 0 1 0 0,1-1 0 0 0,0 1-1 0 0,0-1 1 0 0,-1 1 0 0 0,1-1-1 0 0,0 1 1 0 0,0 0 0 0 0,0-1-1 0 0,0 0 1 0 0,-1 0 34 0 0,0 0 1 0 0,0 0 0 0 0,0 1-1 0 0,0-1 1 0 0,-1 0 0 0 0,1 1-1 0 0,0-1 1 0 0,0 1 0 0 0,0-1-1 0 0,-1 1 1 0 0,1 0 0 0 0,0-1-1 0 0,0 1 1 0 0,-1 0 0 0 0,1 0-1 0 0,0 0 1 0 0,-1 0-1 0 0,1 0 1 0 0,-2 0 0 0 0,2 0 153 0 0,-23-3 1257 0 0,0 0 0 0 0,-46 2 0 0 0,51 1-1310 0 0,-46 10 1220 0 0,56-8-1262 0 0,0 1 1 0 0,0 0 0 0 0,1 0 0 0 0,-1 1-1 0 0,1 1 1 0 0,0-1 0 0 0,0 1 0 0 0,0 0-1 0 0,-8 9 1 0 0,5 4 73 0 0,4-14-174 0 0,-9 8 32 0 0,16-11-96 0 0,-1-1 0 0 0,1 1 0 0 0,0-1 1 0 0,-1 0-1 0 0,1 1 0 0 0,0-1 0 0 0,0 1 0 0 0,0-1 0 0 0,-1 1 0 0 0,1-1 0 0 0,0 1 0 0 0,0-1 1 0 0,0 1-1 0 0,0-1 0 0 0,0 1 0 0 0,0-1 0 0 0,0 1 0 0 0,0-1 0 0 0,0 1 0 0 0,0-1 1 0 0,0 1-1 0 0,0-1 0 0 0,0 1 0 0 0,0-1 0 0 0,1 1 0 0 0,-1-1 0 0 0,0 1 0 0 0,0-1 1 0 0,0 1-1 0 0,1-1 0 0 0,-1 0 0 0 0,0 1 0 0 0,1-1 0 0 0,-1 1 0 0 0,1 0 0 0 0,7 4-10 0 0,-1 0-1 0 0,1 0 0 0 0,0 0 0 0 0,1-1 0 0 0,11 4 1 0 0,13 7 7 0 0,-17-8 16 0 0,1 0-1 0 0,0-2 1 0 0,1 0 0 0 0,0 0-1 0 0,-1-2 1 0 0,1-1 0 0 0,0 0-1 0 0,1-1 1 0 0,18-1 0 0 0,-12-1-111 0 0,50-6 0 0 0,-69 7 53 0 0,-1-1 0 0 0,1 0 0 0 0,-1-1 0 0 0,1 1 0 0 0,-1-1 0 0 0,0 0 0 0 0,0 0 0 0 0,1-1 0 0 0,-2 1 0 0 0,1-1 0 0 0,0-1 0 0 0,0 1 0 0 0,-1 0-1 0 0,0-1 1 0 0,4-4 0 0 0,-7 7 28 0 0,0-1-1 0 0,-1 1 0 0 0,1 0 0 0 0,-1 0 0 0 0,1-1 0 0 0,-1 1 0 0 0,0 0 1 0 0,0-1-1 0 0,1 1 0 0 0,-1 0 0 0 0,0-1 0 0 0,0 1 0 0 0,0 0 0 0 0,-1-1 1 0 0,1 1-1 0 0,0 0 0 0 0,0-1 0 0 0,-1 1 0 0 0,1 0 0 0 0,-1-1 0 0 0,1 1 1 0 0,-1 0-1 0 0,1 0 0 0 0,-2-2 0 0 0,-21-25-258 0 0,20 24 224 0 0,-6-5-171 0 0,0 1-1 0 0,-1-1 1 0 0,0 1-1 0 0,-1 1 1 0 0,0 0-1 0 0,0 1 1 0 0,0 0 0 0 0,-1 0-1 0 0,1 1 1 0 0,-1 1-1 0 0,-1 0 1 0 0,1 1-1 0 0,-1 0 1 0 0,-21-2 0 0 0,27 4-254 0 0,0 1 1 0 0,-1 0-1 0 0,1 1 1 0 0,0-1-1 0 0,0 1 0 0 0,-10 3 1 0 0,17-4 393 0 0,-1 0 0 0 0,1 0-1 0 0,0 0 1 0 0,0 0 0 0 0,-1 0 0 0 0,1 1 0 0 0,0-1 0 0 0,0 0-1 0 0,-1 0 1 0 0,1 0 0 0 0,0 0 0 0 0,0 0 0 0 0,0 1-1 0 0,-1-1 1 0 0,1 0 0 0 0,0 0 0 0 0,0 0 0 0 0,0 0 0 0 0,0 1-1 0 0,-1-1 1 0 0,1 0 0 0 0,0 0 0 0 0,0 1 0 0 0,0-1 0 0 0,0 0-1 0 0,0 0 1 0 0,0 1 0 0 0,0-1 0 0 0,0 0 0 0 0,0 0-1 0 0,-1 1 1 0 0,1-1 0 0 0,0 0 0 0 0,0 1 0 0 0,0-1 81 0 0,0 8-3162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36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35 150 1201 0 0,'5'1'5515'0'0,"6"-4"-3413"0"0,0 0-1622 0 0,-11 3-395 0 0,1 0 0 0 0,-1-1 1 0 0,0 1-1 0 0,1 0 0 0 0,-1 0 1 0 0,0 0-1 0 0,0 0 0 0 0,1 0 1 0 0,-1 0-1 0 0,0 0 1 0 0,0 0-1 0 0,1-1 0 0 0,-1 1 1 0 0,0 0-1 0 0,0 0 0 0 0,1 0 1 0 0,-1-1-1 0 0,0 1 0 0 0,0 0 1 0 0,0 0-1 0 0,1 0 1 0 0,-1-1-1 0 0,0 1 0 0 0,0 0 1 0 0,0-1-1 0 0,0 1 0 0 0,0 0 1 0 0,0 0-1 0 0,0-1 0 0 0,1 1 1 0 0,-1 0-1 0 0,0 0 1 0 0,0-1-1 0 0,0 1 0 0 0,0 0 1 0 0,0-1-1 0 0,4-7 558 0 0,4 5-534 0 0,-7 3-48 0 0,0 0 0 0 0,0 0 0 0 0,0-1-1 0 0,0 1 1 0 0,0-1 0 0 0,0 1 0 0 0,0-1 0 0 0,0 1 0 0 0,0-1 0 0 0,0 1 0 0 0,0-1-1 0 0,-1 0 1 0 0,1 0 0 0 0,0 1 0 0 0,0-1 0 0 0,-1 0 0 0 0,1 0 0 0 0,-1 0 0 0 0,1 0-1 0 0,-1 0 1 0 0,1 0 0 0 0,-1 0 0 0 0,1 0 0 0 0,-1 0 0 0 0,0 0 0 0 0,1 0 0 0 0,-1 0 0 0 0,0 0-1 0 0,0 0 1 0 0,0 0 0 0 0,0 0 0 0 0,0 0 0 0 0,0 0 0 0 0,0 0 0 0 0,0 0 0 0 0,-1-1-1 0 0,0 1-17 0 0,1-1-1 0 0,-1 1 0 0 0,0 0 0 0 0,0 0 0 0 0,0 0 1 0 0,0 1-1 0 0,0-1 0 0 0,0 0 0 0 0,-1 0 0 0 0,1 0 0 0 0,0 1 1 0 0,0-1-1 0 0,-1 1 0 0 0,1-1 0 0 0,0 1 0 0 0,0-1 1 0 0,-1 1-1 0 0,-1 0 0 0 0,-1-2 104 0 0,-61-43 1774 0 0,64 44-1882 0 0,0 1 0 0 0,1-1-1 0 0,-1 1 1 0 0,1-1-1 0 0,-1 0 1 0 0,1 1-1 0 0,-1-1 1 0 0,1 0-1 0 0,-1 1 1 0 0,1-1 0 0 0,0 0-1 0 0,-1 0 1 0 0,1 1-1 0 0,0-1 1 0 0,0 0-1 0 0,0 0 1 0 0,-1 0-1 0 0,1 1 1 0 0,0-1 0 0 0,0 0-1 0 0,0 0 1 0 0,0 0-1 0 0,0 0 1 0 0,1 1-1 0 0,-1-1 1 0 0,0 0-1 0 0,1-1 1 0 0,-1-4 725 0 0,0 5-283 0 0,98-5-614 0 0,-63 7-2136 0 0,37 5 0 0 0,5 6-5747 0 0,-65-10 6234 0 0,47 4-2365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37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15 160 0 0,'0'0'1494'0'0,"5"1"-1014"0"0,12 4-146 0 0,-13-4 333 0 0,-4-2-563 0 0,0 0 0 0 0,-1 0 1 0 0,1 0-1 0 0,-1 0 0 0 0,1 0 1 0 0,-1 0-1 0 0,1 0 0 0 0,-1 0 1 0 0,0 1-1 0 0,0-1 1 0 0,1 0-1 0 0,-1 0 0 0 0,0 1 1 0 0,0-1-1 0 0,0 1 0 0 0,1-1 1 0 0,-1 1-1 0 0,0-1 0 0 0,0 1 1 0 0,0-1-1 0 0,0 1 0 0 0,0 0 1 0 0,0-1-1 0 0,0 1 0 0 0,0 0 1 0 0,-2 0-1 0 0,-33-4 1254 0 0,24 3-1010 0 0,1 1 0 0 0,0 1-1 0 0,-1 0 1 0 0,1 1 0 0 0,0 0 0 0 0,0 0-1 0 0,0 1 1 0 0,0 1 0 0 0,1 0 0 0 0,-1 0 0 0 0,1 1-1 0 0,0 1 1 0 0,-17 11 0 0 0,18-11-89 0 0,5-4-151 0 0,1 0 1 0 0,0-1-1 0 0,0 1 0 0 0,0 1 0 0 0,0-1 0 0 0,0 0 1 0 0,0 1-1 0 0,0 0 0 0 0,1-1 0 0 0,-1 1 0 0 0,1 0 1 0 0,0 0-1 0 0,0 1 0 0 0,0-1 0 0 0,0 0 0 0 0,1 1 1 0 0,-1-1-1 0 0,1 1 0 0 0,0-1 0 0 0,0 1 0 0 0,0 0 1 0 0,0 4-1 0 0,1-6-83 0 0,0-1 1 0 0,0 0 0 0 0,0 1-1 0 0,0-1 1 0 0,0 0 0 0 0,0 1-1 0 0,1-1 1 0 0,-1 1-1 0 0,0-1 1 0 0,1 0 0 0 0,-1 0-1 0 0,1 1 1 0 0,-1-1-1 0 0,1 0 1 0 0,0 0 0 0 0,-1 0-1 0 0,1 1 1 0 0,0-1 0 0 0,0 0-1 0 0,0 0 1 0 0,0 0-1 0 0,0 0 1 0 0,0-1 0 0 0,0 1-1 0 0,0 0 1 0 0,1 0-1 0 0,1 0 1 0 0,5 5 4 0 0,-4-3-27 0 0,0-1 0 0 0,0 1-1 0 0,1-1 1 0 0,-1 0 0 0 0,0 0 0 0 0,1 0 0 0 0,-1-1 0 0 0,1 1 0 0 0,0-1-1 0 0,-1 0 1 0 0,8 0 0 0 0,59-1-1823 0 0,-33-1-2183 0 0,-32 1 3341 0 0,11-2-969 0 0,-2-4-2386 0 0,12-1 922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38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1841 0 0,'-32'41'4082'0'0,"-1"-14"-2642"0"0,66 2-1119 0 0,-33-2-482 0 0,58-6-399 0 0,-25-14-1521 0 0,-33-1-2321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38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0 320 0 0,'36'3'722'0'0,"1"1"0"0"0,41 10 0 0 0,-6-1-167 0 0,-67-13-466 0 0,1 1-1 0 0,-1-1 1 0 0,1 2-1 0 0,-1-1 1 0 0,1 0 0 0 0,-1 1-1 0 0,0 0 1 0 0,0 0-1 0 0,0 1 1 0 0,7 4-1 0 0,-10-5 38 0 0,0 0 1 0 0,1 0-1 0 0,-1 0 0 0 0,1 0 1 0 0,-1 0-1 0 0,1-1 0 0 0,0 1 0 0 0,-1-1 1 0 0,6 2-1 0 0,-5-2-42 0 0,-3 0-24 0 0,1-1-1 0 0,-1 0 1 0 0,0 1-1 0 0,1-1 1 0 0,-1 0-1 0 0,1 1 1 0 0,-1-1-1 0 0,0 0 1 0 0,1 1-1 0 0,-1-1 1 0 0,0 1-1 0 0,1-1 1 0 0,-1 1-1 0 0,0-1 1 0 0,0 1-1 0 0,0-1 0 0 0,1 1 1 0 0,-1-1-1 0 0,0 1 1 0 0,0-1-1 0 0,0 1 1 0 0,0-1-1 0 0,0 1 1 0 0,0-1-1 0 0,0 1 1 0 0,0 0-1 0 0,0-1 1 0 0,0 1-1 0 0,0-1 1 0 0,0 1-1 0 0,-1-1 1 0 0,1 1-1 0 0,0-1 0 0 0,0 1 1 0 0,0-1-1 0 0,-1 1 1 0 0,1-1-1 0 0,0 1 1 0 0,-1-1-1 0 0,1 0 1 0 0,0 1-1 0 0,-1-1 1 0 0,1 1-1 0 0,-1-1 1 0 0,1 0-1 0 0,0 1 1 0 0,-1-1-1 0 0,-15 2 240 0 0,0-1-1 0 0,-1 0 1 0 0,-24-3-1 0 0,28 0 106 0 0,0 1 0 0 0,0 1 0 0 0,0 0 0 0 0,0 1 0 0 0,0 0-1 0 0,0 1 1 0 0,0 0 0 0 0,-17 6 0 0 0,-1 4 957 0 0,24-10-1106 0 0,-1 0-1 0 0,1 1 1 0 0,0 0 0 0 0,-11 7-1 0 0,16-8-128 0 0,1-1 0 0 0,-1 0 0 0 0,1 1 0 0 0,-1-1-1 0 0,1 1 1 0 0,0-1 0 0 0,0 1 0 0 0,0 0 0 0 0,-1-1 0 0 0,2 1-1 0 0,-1 0 1 0 0,0 0 0 0 0,0 0 0 0 0,0 0 0 0 0,1 0-1 0 0,-1 0 1 0 0,1 0 0 0 0,0 0 0 0 0,0 0 0 0 0,-1 0 0 0 0,2 2-1 0 0,-1-1-66 0 0,0-1-1 0 0,1 0 1 0 0,-1 1-1 0 0,1-1 1 0 0,0 0-1 0 0,0 1 0 0 0,0-1 1 0 0,0 0-1 0 0,0 0 1 0 0,0 0-1 0 0,1 0 0 0 0,-1 0 1 0 0,1 0-1 0 0,-1 0 1 0 0,1 0-1 0 0,0-1 0 0 0,0 1 1 0 0,0-1-1 0 0,0 1 1 0 0,0-1-1 0 0,0 0 1 0 0,0 1-1 0 0,0-1 0 0 0,1 0 1 0 0,-1-1-1 0 0,4 2 1 0 0,10 6-9 0 0,-7-5-268 0 0,0 0 0 0 0,0 0 1 0 0,1-1-1 0 0,-1-1 0 0 0,0 1 0 0 0,1-2 1 0 0,-1 1-1 0 0,14-2 0 0 0,-16 1-263 0 0,91 1-10658 0 0,-66-2 6964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39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32 1281 0 0,'4'-5'5263'0'0,"4"3"-3765"0"0,7 3-1346 0 0,-15-1 338 0 0,1-1-297 0 0,-1 1 0 0 0,1-1 0 0 0,-1 1 0 0 0,1-1 0 0 0,-1 1 0 0 0,1-1 0 0 0,-1 0 0 0 0,1 1 0 0 0,-1-1 0 0 0,0 1 0 0 0,1-1 0 0 0,-1 0 0 0 0,0 0 0 0 0,0 1 0 0 0,0-1 0 0 0,1 0 0 0 0,-1 1 0 0 0,0-1-1 0 0,0 0 1 0 0,0 0 0 0 0,0 1 0 0 0,0-1 0 0 0,-1-1 0 0 0,1-6 1097 0 0,0 11-288 0 0,-6-2-535 0 0,-15-1-53 0 0,15 2 181 0 0,6-1-581 0 0,0-1-1 0 0,0 0 0 0 0,0 0 0 0 0,0 0 0 0 0,0 0 0 0 0,0 1 1 0 0,0-1-1 0 0,0 0 0 0 0,0 0 0 0 0,0 0 0 0 0,0 0 0 0 0,0 1 1 0 0,0-1-1 0 0,0 0 0 0 0,0 0 0 0 0,0 0 0 0 0,0 0 0 0 0,0 1 1 0 0,0-1-1 0 0,0 0 0 0 0,-1 0 0 0 0,1 0 0 0 0,0 0 0 0 0,0 1 1 0 0,0-1-1 0 0,0 0 0 0 0,0 0 0 0 0,0 0 0 0 0,-1 0 0 0 0,1 0 1 0 0,0 0-1 0 0,0 0 0 0 0,0 0 0 0 0,0 1 0 0 0,-1-1 0 0 0,1 0 0 0 0,0 0 1 0 0,0 0-1 0 0,0 0 0 0 0,0 0 0 0 0,-1 0 0 0 0,1 0 0 0 0,0 0 1 0 0,0 0-1 0 0,0 0 0 0 0,-1 0 0 0 0,1 0 0 0 0,0 0 0 0 0,0 0 1 0 0,0 0-1 0 0,-23 4 675 0 0,1 2-1 0 0,1 1 1 0 0,-1 1 0 0 0,1 0-1 0 0,0 2 1 0 0,1 0 0 0 0,0 2 0 0 0,-33 25-1 0 0,50-35-646 0 0,1-1 0 0 0,-1 1-1 0 0,1 0 1 0 0,0-1 0 0 0,0 1-1 0 0,0 0 1 0 0,0 1 0 0 0,0-1-1 0 0,1 0 1 0 0,-1 0-1 0 0,1 1 1 0 0,-1-1 0 0 0,1 1-1 0 0,0-1 1 0 0,0 1 0 0 0,0 0-1 0 0,0-1 1 0 0,0 1 0 0 0,1 0-1 0 0,-1 4 1 0 0,1-6-33 0 0,0-1 0 0 0,0 1 1 0 0,0 0-1 0 0,0 0 0 0 0,0-1 0 0 0,0 1 0 0 0,0 0 0 0 0,0-1 1 0 0,0 1-1 0 0,1 0 0 0 0,-1-1 0 0 0,0 1 0 0 0,0 0 0 0 0,1-1 1 0 0,-1 1-1 0 0,0-1 0 0 0,1 1 0 0 0,-1 0 0 0 0,1-1 1 0 0,-1 1-1 0 0,1-1 0 0 0,-1 1 0 0 0,1-1 0 0 0,-1 0 0 0 0,1 1 1 0 0,0-1-1 0 0,-1 1 0 0 0,1-1 0 0 0,-1 0 0 0 0,2 1 0 0 0,24 9-78 0 0,0-2-1 0 0,1 0 1 0 0,46 7-1 0 0,-13-3-1247 0 0,22 7-3551 0 0,37-3-4029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40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94 560 0 0,'0'1'19'0'0,"0"-1"1"0"0,0 0-1 0 0,0 1 0 0 0,0-1 0 0 0,1 1 0 0 0,-1-1 0 0 0,0 0 0 0 0,0 1 1 0 0,0-1-1 0 0,1 1 0 0 0,-1-1 0 0 0,0 0 0 0 0,1 1 0 0 0,-1-1 0 0 0,0 0 1 0 0,0 0-1 0 0,1 1 0 0 0,-1-1 0 0 0,1 0 0 0 0,-1 0 0 0 0,0 1 0 0 0,1-1 1 0 0,-1 0-1 0 0,1 0 0 0 0,-1 0 0 0 0,0 0 0 0 0,1 0 0 0 0,-1 0 1 0 0,1 1-1 0 0,-1-1 0 0 0,0 0 0 0 0,2 0 0 0 0,13 0 161 0 0,-14-1-85 0 0,10 7 1293 0 0,174 14 5561 0 0,-49-14-5161 0 0,-122-6-1658 0 0,-1 0 0 0 0,1-1 0 0 0,-1 0 0 0 0,1-1 0 0 0,-1-1 0 0 0,0 0 0 0 0,18-7 0 0 0,-30 9-118 0 0,0 0 0 0 0,0 0 0 0 0,-1-1 0 0 0,1 1 0 0 0,0 0 0 0 0,-1-1 0 0 0,1 1 0 0 0,-1-1 0 0 0,0 1 0 0 0,1 0-1 0 0,-1-1 1 0 0,0 1 0 0 0,0-1 0 0 0,0 1 0 0 0,0-1 0 0 0,0 1 0 0 0,0-1 0 0 0,-1 1 0 0 0,1-1 0 0 0,0 1 0 0 0,-1 0-1 0 0,1-1 1 0 0,-1 1 0 0 0,1 0 0 0 0,-1-1 0 0 0,0 1 0 0 0,-1-2 0 0 0,-14-8 52 0 0,-1 1 1 0 0,0 1-1 0 0,0 0 1 0 0,-1 2-1 0 0,-22-7 1 0 0,30 11-32 0 0,0 1-1 0 0,0 0 1 0 0,-1 1 0 0 0,1 0 0 0 0,-11 0 0 0 0,1 1 37 0 0,-1-2 48 0 0,12 1-55 0 0,0 0 1 0 0,0 1-1 0 0,0 0 1 0 0,0 0-1 0 0,0 1 1 0 0,0 1-1 0 0,0-1 1 0 0,0 1-1 0 0,0 1 1 0 0,0-1-1 0 0,-13 7 1 0 0,0 0 161 0 0,-1 0 1 0 0,2 1-1 0 0,-1 1 1 0 0,2 1-1 0 0,-1 1 1 0 0,2 1-1 0 0,0 1 0 0 0,0 0 1 0 0,-18 21-1 0 0,34-33-186 0 0,1-1 12 0 0,0 0 1 0 0,0 0-1 0 0,-1 0 0 0 0,1 1 1 0 0,1-1-1 0 0,-1 0 0 0 0,0 1 1 0 0,1-1-1 0 0,-1 1 1 0 0,1 0-1 0 0,-1 0 0 0 0,1-1 1 0 0,0 1-1 0 0,1 0 0 0 0,-1 0 1 0 0,0 0-1 0 0,1 0 0 0 0,-1 0 1 0 0,1 0-1 0 0,0 0 1 0 0,0 0-1 0 0,0 0 0 0 0,1 0 1 0 0,-1 0-1 0 0,2 4 0 0 0,20 33 590 0 0,-14-18-406 0 0,-7-16-230 0 0,1 0-1 0 0,0 0 0 0 0,0 0 0 0 0,1 0 0 0 0,0-1 0 0 0,0 1 1 0 0,0-1-1 0 0,1 0 0 0 0,0 0 0 0 0,0 0 0 0 0,0 0 1 0 0,0 0-1 0 0,1-1 0 0 0,0 0 0 0 0,0 0 0 0 0,9 5 0 0 0,-6-4-200 0 0,1-2 0 0 0,0 1-1 0 0,-1-1 1 0 0,2 0 0 0 0,-1-1-1 0 0,0 0 1 0 0,0 0-1 0 0,1-1 1 0 0,-1 0 0 0 0,12-1-1 0 0,15-2-2122 0 0,51-10 1 0 0,-60 8 792 0 0,98-16-6345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41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4 210 1121 0 0,'-1'-16'1318'0'0,"0"11"-904"0"0,0 1-1 0 0,1 0 1 0 0,0-1 0 0 0,0 1-1 0 0,0-1 1 0 0,0 1 0 0 0,1-1 0 0 0,0 1-1 0 0,0-1 1 0 0,0 1 0 0 0,3-8-1 0 0,10-5 575 0 0,0 1-1 0 0,1 0 0 0 0,29-23 0 0 0,-40 38-972 0 0,-1-1-1 0 0,1 1 1 0 0,0-1 0 0 0,0 1-1 0 0,0 0 1 0 0,0 1 0 0 0,0-1 0 0 0,0 1-1 0 0,0 0 1 0 0,0-1 0 0 0,0 2-1 0 0,0-1 1 0 0,0 0 0 0 0,0 1 0 0 0,0 0-1 0 0,5 2 1 0 0,-4-2-5 0 0,0 0 0 0 0,0 1 0 0 0,0 0 0 0 0,0 0 0 0 0,0 1 0 0 0,0-1 0 0 0,-1 1 0 0 0,1 0 0 0 0,-1 0 0 0 0,7 7 0 0 0,21 36 57 0 0,-30-42-45 0 0,1 0 0 0 0,-1-1 0 0 0,1 0 0 0 0,-1 0 0 0 0,1 1 0 0 0,0-2 0 0 0,5 5 1 0 0,-1-2 13 0 0,-1 11 183 0 0,-6-15 97 0 0,-1-11-50 0 0,2 9-260 0 0,-1-1 1 0 0,0 1 0 0 0,0-1-1 0 0,1 1 1 0 0,-1 0 0 0 0,1-1-1 0 0,-1 1 1 0 0,1 0 0 0 0,0 0 0 0 0,0-1-1 0 0,-1 1 1 0 0,1 0 0 0 0,0 0-1 0 0,0 0 1 0 0,0 0 0 0 0,0 0-1 0 0,0 0 1 0 0,0 0 0 0 0,1 0 0 0 0,1-1-1 0 0,7-6 40 0 0,13-27 147 0 0,-21 30-188 0 0,0 1 1 0 0,1-1-1 0 0,0 1 0 0 0,0 0 1 0 0,0 0-1 0 0,0 0 0 0 0,1 0 1 0 0,-1 0-1 0 0,1 1 0 0 0,0 0 0 0 0,0 0 1 0 0,0 0-1 0 0,0 0 0 0 0,1 0 1 0 0,-1 1-1 0 0,1 0 0 0 0,0 0 0 0 0,9-2 1 0 0,78-17 7 0 0,-80 19-12 0 0,-1 1 0 0 0,0 0 0 0 0,1 0-1 0 0,-1 2 1 0 0,16 1 0 0 0,-18-1 7 0 0,-2-1 5 0 0,0 1-1 0 0,0 1 0 0 0,-1-1 0 0 0,1 1 0 0 0,0 0 0 0 0,-1 1 0 0 0,1-1 0 0 0,-1 1 1 0 0,0 1-1 0 0,0-1 0 0 0,0 1 0 0 0,-1 0 0 0 0,1 0 0 0 0,-1 1 0 0 0,0-1 0 0 0,0 1 1 0 0,0 0-1 0 0,-1 1 0 0 0,0-1 0 0 0,0 1 0 0 0,6 10 0 0 0,0 19-212 0 0,2-19-121 0 0,0 4-761 0 0,-8 1-3464 0 0,-4-17 677 0 0,0-8 401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41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1 160 0 0,'0'12'2481'0'0,"-32"3"-80"0"0,-34 47 801 0 0,1 28-561 0 0,33-15-1601 0 0,32-13-799 0 0,0 13-161 0 0,0 8 960 0 0,0 0-480 0 0,0-21-1200 0 0,0-22-1041 0 0,32-11-1040 0 0,1-23-3122 0 0</inkml:trace>
  <inkml:trace contextRef="#ctx0" brushRef="#br0" timeOffset="1">0 406 3282 0 0,'0'0'3121'0'0,"0"-6"-720"0"0,33 6-640 0 0,-33 6-561 0 0,26-6-639 0 0,39 7-481 0 0,1 1-1041 0 0,-34-2-1360 0 0,66 0-1601 0 0,-33 9 161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42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35 277 2321 0 0,'-8'3'962'0'0,"-11"6"1032"0"0,14 4 3214 0 0,5-13-5172 0 0,0-1 0 0 0,0 1 0 0 0,0-1 0 0 0,0 1 0 0 0,1-1-1 0 0,-1 1 1 0 0,0-1 0 0 0,0 1 0 0 0,1 0 0 0 0,-1-1 0 0 0,0 1 0 0 0,1-1 0 0 0,-1 1 0 0 0,1 0 0 0 0,-1-1 0 0 0,0 1 0 0 0,1 0 0 0 0,-1-1 0 0 0,1 1 0 0 0,-1 0 0 0 0,1 0 0 0 0,-1-1 0 0 0,1 1 0 0 0,-1 0-1 0 0,1 0 1 0 0,-1 0 0 0 0,1 0 0 0 0,-1 0 0 0 0,1 0 0 0 0,-1 0 0 0 0,1 0 0 0 0,0 0 0 0 0,-1 0 0 0 0,1 0 0 0 0,0 0 0 0 0,-1 0 7 0 0,1 0 0 0 0,0 0 0 0 0,-1 0-1 0 0,1 0 1 0 0,-1 0 0 0 0,1 0 0 0 0,0 0 0 0 0,-1 0 0 0 0,1 0 0 0 0,0 0 0 0 0,-1 0 0 0 0,1 0 0 0 0,-1-1-1 0 0,1 1 1 0 0,-1 0 0 0 0,1 0 0 0 0,0-1 0 0 0,-1 1 0 0 0,1-1 0 0 0,-1 1 0 0 0,1 0 0 0 0,-1-1 0 0 0,0 1-1 0 0,1-1 1 0 0,-1 1 0 0 0,1-1 0 0 0,-1 1 0 0 0,0-1 0 0 0,1 1 0 0 0,-1-1 0 0 0,0 1 0 0 0,0-1 0 0 0,1 0-1 0 0,-1 1 1 0 0,0-1 0 0 0,0 0 0 0 0,0-1 28 0 0,0 1-1 0 0,0-1 0 0 0,0 1 1 0 0,0-1-1 0 0,0 1 0 0 0,-1-1 1 0 0,1 1-1 0 0,-1 0 1 0 0,1-1-1 0 0,-1 1 0 0 0,1 0 1 0 0,-1-1-1 0 0,0 1 1 0 0,0 0-1 0 0,1-1 0 0 0,-1 1 1 0 0,0 0-1 0 0,0 0 1 0 0,0 0-1 0 0,0 0 0 0 0,-1 0 1 0 0,1 0-1 0 0,-2-1 0 0 0,-7-7 242 0 0,9 6-194 0 0,-1-1-1 0 0,1 1 1 0 0,0-1 0 0 0,0 1-1 0 0,0-1 1 0 0,1 0-1 0 0,-1 1 1 0 0,1-1 0 0 0,0 0-1 0 0,0 0 1 0 0,0 1 0 0 0,2-7-1 0 0,-1-3 182 0 0,-1-112 1955 0 0,0 124-2027 0 0,78-9 466 0 0,-65 7-679 0 0,188-21-2986 0 0,-10 14-6048 0 0,-93 9 3830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42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0 6163 0 0,'-32'90'6643'0'0,"32"-22"-4722"0"0,-33-5-2161 0 0,33-3-321 0 0,0 11-799 0 0,0-23-2162 0 0,33-7-2801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43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84 320 0 0,'0'-15'3202'0'0,"0"1"-321"0"0,33-5-720 0 0,-33 4-1201 0 0,33 1-2000 0 0,-1 14-1361 0 0,-32-6-400 0 0,33 6 79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44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0 194 1441 0 0,'0'-12'2241'0'0,"0"-9"-160"0"0,26 0-321 0 0,-26 0-239 0 0,0 1-480 0 0,33 5-241 0 0,-33 9 641 0 0,32 54 79 0 0,-64 68 241 0 0,32-12-1521 0 0,0-15-640 0 0,-33-14 240 0 0,33-19 80 0 0,0-22-800 0 0,33-5-1041 0 0,-33-23-640 0 0,32-21-1922 0 0</inkml:trace>
  <inkml:trace contextRef="#ctx0" brushRef="#br0" timeOffset="1">385 1 3682 0 0,'0'0'3775'0'0,"6"1"-2561"0"0,16 5-307 0 0,-12 1 480 0 0,-5-5-1194 0 0,0 1 0 0 0,-1-1 1 0 0,1 0-1 0 0,-1 1 0 0 0,0 0 0 0 0,0 0 0 0 0,0 0 0 0 0,3 5 1 0 0,-5-7-111 0 0,0 1 1 0 0,-1 0-1 0 0,0 0 1 0 0,1 0 0 0 0,-1 0-1 0 0,0 0 1 0 0,0 0-1 0 0,0 0 1 0 0,0 0-1 0 0,0 0 1 0 0,-1 0 0 0 0,1 0-1 0 0,-1 1 1 0 0,1-1-1 0 0,-1 0 1 0 0,0 1 0 0 0,0-1-1 0 0,0 0 1 0 0,0 0-1 0 0,0 1 1 0 0,-1-1 0 0 0,1 0-1 0 0,0 0 1 0 0,-2 4-1 0 0,-4 6 109 0 0,0 0 0 0 0,-1 0 0 0 0,0 0 0 0 0,-1-1 0 0 0,-1 0 0 0 0,1-1 0 0 0,-2 0 0 0 0,1 0-1 0 0,-1-1 1 0 0,-1 0 0 0 0,0-1 0 0 0,-12 8 0 0 0,-5 3-899 0 0,23-14-416 0 0,4-4 1018 0 0,0 0 1 0 0,0 0 0 0 0,0 0 0 0 0,0 0-1 0 0,0-1 1 0 0,0 1 0 0 0,0 0-1 0 0,0-1 1 0 0,0 1 0 0 0,0 0-1 0 0,0-1 1 0 0,0 0 0 0 0,0 1 0 0 0,0-1-1 0 0,-1 1 1 0 0,1-1 0 0 0,-2 0-1 0 0,-13 0-3527 0 0,15 0 3422 0 0,-26 0-4246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44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2 124 560 0 0,'0'0'8738'0'0,"-1"-2"-6971"0"0,8-2-1373 0 0,7 3 551 0 0,1 0 1 0 0,0 0 0 0 0,24 3 0 0 0,36-1 580 0 0,-64-2-1403 0 0,1 0 0 0 0,0-1 1 0 0,0-1-1 0 0,-1 0 1 0 0,1 0-1 0 0,-1-1 0 0 0,0-1 1 0 0,0 0-1 0 0,0 0 1 0 0,-1-1-1 0 0,17-12 0 0 0,-27 17-119 0 0,0 1-1 0 0,1 0 1 0 0,-1 0 0 0 0,0 0-1 0 0,0 0 1 0 0,1-1-1 0 0,-1 1 1 0 0,0 0-1 0 0,0 0 1 0 0,0-1-1 0 0,1 1 1 0 0,-1 0-1 0 0,0 0 1 0 0,0-1-1 0 0,0 1 1 0 0,0 0 0 0 0,1-1-1 0 0,-1 1 1 0 0,0 0-1 0 0,0-1 1 0 0,0 1-1 0 0,0 0 1 0 0,0-1-1 0 0,0 1 1 0 0,0 0-1 0 0,0 0 1 0 0,0-1-1 0 0,0 1 1 0 0,0 0 0 0 0,0-1-1 0 0,0 1 1 0 0,-1 0-1 0 0,1-1 1 0 0,0 1-1 0 0,0 0 1 0 0,0-1-1 0 0,0 1 1 0 0,0 0-1 0 0,-1 0 1 0 0,1-1-1 0 0,0 1 1 0 0,0 0 0 0 0,0 0-1 0 0,-1-1 1 0 0,1 1-1 0 0,0 0 1 0 0,0 0-1 0 0,-1-1 1 0 0,-21-13 223 0 0,17 10-139 0 0,0 1 1 0 0,0-1 0 0 0,0 1 0 0 0,-1 0 0 0 0,1 0-1 0 0,-1 0 1 0 0,0 1 0 0 0,0 0 0 0 0,1 0-1 0 0,-1 1 1 0 0,-12-2 0 0 0,15 2-55 0 0,-1 1-1 0 0,0 0 1 0 0,0 0 0 0 0,1 1-1 0 0,-1-1 1 0 0,0 1 0 0 0,1-1-1 0 0,-1 1 1 0 0,0 0 0 0 0,1 1 0 0 0,-1-1-1 0 0,1 1 1 0 0,-1-1 0 0 0,1 1-1 0 0,0 0 1 0 0,0 0 0 0 0,0 0-1 0 0,0 1 1 0 0,0-1 0 0 0,0 1-1 0 0,1 0 1 0 0,-1 0 0 0 0,1 0-1 0 0,-3 4 1 0 0,2 0 3 0 0,0-1 0 0 0,0 1-1 0 0,1 0 1 0 0,0 0 0 0 0,0 0-1 0 0,1 0 1 0 0,0 0 0 0 0,0 0 0 0 0,0 0-1 0 0,1 0 1 0 0,0 1 0 0 0,1-1 0 0 0,0 0-1 0 0,0 0 1 0 0,0 0 0 0 0,1 0 0 0 0,0 0-1 0 0,0 0 1 0 0,6 11 0 0 0,0-1-281 0 0,0 0 1 0 0,1-1-1 0 0,1 0 1 0 0,0 0-1 0 0,2-1 0 0 0,-1-1 1 0 0,19 17-1 0 0,-28-28 10 0 0,0-1 0 0 0,1 0 0 0 0,-1-1 0 0 0,1 1 0 0 0,-1 0 0 0 0,1-1 1 0 0,0 1-1 0 0,-1-1 0 0 0,1 0 0 0 0,0 0 0 0 0,0 0 0 0 0,5 1 0 0 0,15 2-2341 0 0,40 0 1 0 0,35-3-4736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45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0 720 0 0,'-33'7'2321'0'0,"33"14"161"0"0,0 20 559 0 0,0 34-1040 0 0,33 2-320 0 0,-1 4-481 0 0,1 2-800 0 0,-33 13-240 0 0,33-7 0 0 0,-1-18-720 0 0,1-17-720 0 0,-33-19-1201 0 0,0-22-2242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45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1281 0 0,'65'8'2161'0'0,"-32"-2"-401"0"0,32 1-479 0 0,-32 1-481 0 0,32 4-1680 0 0,1-3-1281 0 0,-34-9-240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46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15 1361 0 0,'6'-1'1974'0'0,"31"-5"934"0"0,46-1 0 0 0,-78 7-2803 0 0,0 0 1 0 0,0 1-1 0 0,0 0 0 0 0,0 0 1 0 0,1 0-1 0 0,-1 0 1 0 0,0 1-1 0 0,-1 0 0 0 0,1 0 1 0 0,0 0-1 0 0,-1 1 0 0 0,1-1 1 0 0,-1 1-1 0 0,1 0 1 0 0,-1 1-1 0 0,0-1 0 0 0,-1 1 1 0 0,1-1-1 0 0,5 9 0 0 0,2 28 629 0 0,-7-32-438 0 0,1 0 0 0 0,-1 0 0 0 0,1-1 0 0 0,10 12 0 0 0,7 11 625 0 0,-22-29-902 0 0,1 0-1 0 0,-1-1 0 0 0,1 1 0 0 0,-1 0 1 0 0,1 0-1 0 0,-1 0 0 0 0,0 0 1 0 0,0 0-1 0 0,1 0 0 0 0,-1-1 0 0 0,0 1 1 0 0,0 0-1 0 0,0 0 0 0 0,0 0 1 0 0,0 0-1 0 0,0 0 0 0 0,0 0 1 0 0,0 0-1 0 0,0 0 0 0 0,-1 0 0 0 0,1 0 1 0 0,0 0-1 0 0,-1-1 0 0 0,1 1 1 0 0,0 0-1 0 0,-1 0 0 0 0,1 0 0 0 0,-1 0 1 0 0,1-1-1 0 0,-1 1 0 0 0,0 0 1 0 0,1-1-1 0 0,-1 1 0 0 0,0 0 0 0 0,1-1 1 0 0,-1 1-1 0 0,0-1 0 0 0,0 1 1 0 0,0-1-1 0 0,1 1 0 0 0,-3 0 1 0 0,2-1-6 0 0,0 1 1 0 0,0-1-1 0 0,0 1 1 0 0,0 0-1 0 0,0 0 1 0 0,0-1 0 0 0,0 1-1 0 0,0 0 1 0 0,0 0-1 0 0,0 0 1 0 0,1 0 0 0 0,-1 0-1 0 0,0 0 1 0 0,1 1-1 0 0,-1-1 1 0 0,1 0-1 0 0,-1 0 1 0 0,1 0 0 0 0,-1 0-1 0 0,1 1 1 0 0,0 1-1 0 0,-6-3 107 0 0,-82-9-297 0 0,58 5 339 0 0,0 1-1 0 0,-50 1 0 0 0,65 3 279 0 0,1 1 1 0 0,-1 1-1 0 0,1 0 0 0 0,-15 6 0 0 0,28-9-426 0 0,1 0-1 0 0,0 0 1 0 0,0 0-1 0 0,-1 0 1 0 0,1 0 0 0 0,0 0-1 0 0,0 0 1 0 0,0 1-1 0 0,-1-1 1 0 0,1 0-1 0 0,0 0 1 0 0,0 0-1 0 0,0 0 1 0 0,0 0 0 0 0,-1 1-1 0 0,1-1 1 0 0,0 0-1 0 0,0 0 1 0 0,0 0-1 0 0,0 1 1 0 0,0-1-1 0 0,0 0 1 0 0,0 0 0 0 0,0 0-1 0 0,0 1 1 0 0,-1-1-1 0 0,1 0 1 0 0,0 0-1 0 0,0 0 1 0 0,0 1-1 0 0,0-1 1 0 0,0 0 0 0 0,0 0-1 0 0,0 1 1 0 0,0-1-1 0 0,0 0 1 0 0,1 0-1 0 0,-1 0 1 0 0,0 1-1 0 0,0-1 1 0 0,0 0 0 0 0,0 0-1 0 0,0 0 1 0 0,0 1-1 0 0,0-1 1 0 0,0 0-1 0 0,1 0 1 0 0,-1 0-1 0 0,0 1 1 0 0,0-1 0 0 0,0 0-1 0 0,0 0 1 0 0,1 0-1 0 0,-1 0 1 0 0,0 0-1 0 0,0 0 1 0 0,0 1-1 0 0,1-1 1 0 0,-1 0 0 0 0,0 0-1 0 0,1 0 1 0 0,35 30 468 0 0,2-2 1 0 0,77 44-1 0 0,11 6-1276 0 0,-118-72 52 0 0,0-1-1 0 0,1 0 1 0 0,-1 0-1 0 0,1-1 0 0 0,0 0 1 0 0,1 0-1 0 0,-1-1 1 0 0,19 4-1 0 0,10 2-5673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49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200 916 480 0 0,'0'0'1774'0'0,"5"-1"14"0"0,1-1-1205 0 0,16-2 3076 0 0,-22-36 409 0 0,0 38-3984 0 0,-1 0 0 0 0,1 0-1 0 0,0 0 1 0 0,0 0 0 0 0,-1 0 0 0 0,0 0-1 0 0,1 0 1 0 0,-1 0 0 0 0,0 0 0 0 0,0 0-1 0 0,0 0 1 0 0,0 1 0 0 0,0-1-1 0 0,0 0 1 0 0,0 1 0 0 0,-1-1 0 0 0,1 1-1 0 0,-4-3 1 0 0,-9-13 486 0 0,-79-141 3339 0 0,87 145-3583 0 0,0 0 1 0 0,1-1-1 0 0,1 0 1 0 0,-5-23 0 0 0,-4-12 201 0 0,3 20-383 0 0,6 21-78 0 0,1-1 0 0 0,1 1 0 0 0,-1 0 0 0 0,2-1 0 0 0,-1 0-1 0 0,0-13 1 0 0,2 17-35 0 0,-1 0-1 0 0,1-1 0 0 0,-1 1 1 0 0,0 0-1 0 0,0-1 0 0 0,-1 1 1 0 0,0 0-1 0 0,0 0 0 0 0,0 0 0 0 0,-3-5 1 0 0,2 6-16 0 0,1-1 0 0 0,0 1 0 0 0,0-1 0 0 0,1 0 0 0 0,-1 1 0 0 0,1-1 0 0 0,0 0 0 0 0,0 0 0 0 0,1 0 0 0 0,-1-5 0 0 0,0-22 209 0 0,0 23-197 0 0,0-1 1 0 0,1 1 0 0 0,0-1-1 0 0,0 1 1 0 0,1-1-1 0 0,1 1 1 0 0,4-16-1 0 0,15-9-68 0 0,-10 8 160 0 0,1 15-36 0 0,-11 10-78 0 0,0 0 1 0 0,0 0 0 0 0,0 0 0 0 0,0 0 0 0 0,0 0-1 0 0,0 0 1 0 0,0 0 0 0 0,0 0 0 0 0,0-1 0 0 0,0 1 0 0 0,0 0-1 0 0,-1-1 1 0 0,1 1 0 0 0,-1-1 0 0 0,1 1 0 0 0,-1-1-1 0 0,1 1 1 0 0,-1-1 0 0 0,0 1 0 0 0,0-1 0 0 0,0 1-1 0 0,0-2 1 0 0,0 1 5 0 0,0 0-4 0 0,0 0 0 0 0,-1 1 0 0 0,1-1 1 0 0,0 0-1 0 0,0 0 0 0 0,0 0 1 0 0,0 1-1 0 0,0-1 0 0 0,1 0 0 0 0,-1 0 1 0 0,0 0-1 0 0,1 1 0 0 0,0-1 0 0 0,-1 0 1 0 0,1 1-1 0 0,0-1 0 0 0,1-1 0 0 0,20 1 46 0 0,-18 2-69 0 0,-8 0-10 0 0,-9 0-30 0 0,12 0 126 0 0,20 0 393 0 0,-19 2-12 0 0,0-2-418 0 0,0 1-1 0 0,0-1 0 0 0,0 0 0 0 0,0 0 0 0 0,0 0 0 0 0,0 0 0 0 0,0 1 0 0 0,-1-1 1 0 0,1 0-1 0 0,0 0 0 0 0,0 0 0 0 0,0 1 0 0 0,0-1 0 0 0,0 0 0 0 0,0 0 1 0 0,0 0-1 0 0,0 0 0 0 0,1 1 0 0 0,-1-1 0 0 0,0 0 0 0 0,0 0 0 0 0,0 0 1 0 0,0 0-1 0 0,0 1 0 0 0,0-1 0 0 0,0 0 0 0 0,0 0 0 0 0,0 0 0 0 0,0 0 1 0 0,1 1-1 0 0,-1-1 0 0 0,0 0 0 0 0,0 0 0 0 0,0 0 0 0 0,0 0 0 0 0,0 0 0 0 0,1 0 1 0 0,-1 0-1 0 0,0 1 0 0 0,0-1 0 0 0,0 0 0 0 0,0 0 0 0 0,1 0 0 0 0,-1 0 1 0 0,0 0-1 0 0,0 0 0 0 0,0 0 0 0 0,1 0 0 0 0,-1 0 0 0 0,0 0 0 0 0,0 0 1 0 0,0 0-1 0 0,0 0 0 0 0,1 0 0 0 0,-1 0 0 0 0,0 0 0 0 0,0 0 0 0 0,153 0 701 0 0,35-11-314 0 0,-23 1-947 0 0,-164 10 198 0 0,0 0-1 0 0,1 1 1 0 0,-1-1-1 0 0,1 0 0 0 0,-1 0 1 0 0,1 0-1 0 0,-1 0 1 0 0,1 0-1 0 0,-1 0 1 0 0,1-1-1 0 0,-1 1 1 0 0,1 0-1 0 0,-1-1 0 0 0,0 1 1 0 0,1-1-1 0 0,-1 1 1 0 0,0-1-1 0 0,1 0 1 0 0,1-1-1 0 0,-5 1-377 0 0,0 0 0 0 0,0 0 0 0 0,0 0 1 0 0,0 0-1 0 0,0 0 0 0 0,0 1 0 0 0,0-1 0 0 0,0 0 0 0 0,0 1 0 0 0,0 0 0 0 0,0-1 1 0 0,-4 1-1 0 0,-54-6-4936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50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42 1040 0 0,'0'0'4976'0'0,"-5"-1"-3055"0"0,0 1-1467 0 0,4 0-355 0 0,0-1 0 0 0,0 1-1 0 0,0 0 1 0 0,-1 0 0 0 0,1 0 0 0 0,0-1-1 0 0,0 1 1 0 0,0-1 0 0 0,0 1 0 0 0,0-1-1 0 0,0 1 1 0 0,0-1 0 0 0,0 0 0 0 0,-2-1-1 0 0,-1-15 4503 0 0,4 16-3480 0 0,0 1-1074 0 0,0 0-1 0 0,0 0 1 0 0,0 0 0 0 0,0-1 0 0 0,0 1 0 0 0,0 0 0 0 0,0 0 0 0 0,0 0-1 0 0,0-1 1 0 0,0 1 0 0 0,0 0 0 0 0,0 0 0 0 0,0 0 0 0 0,0-1-1 0 0,0 1 1 0 0,0 0 0 0 0,0 0 0 0 0,1 0 0 0 0,-1 0 0 0 0,0 0 0 0 0,0-1-1 0 0,0 1 1 0 0,0 0 0 0 0,0 0 0 0 0,1 0 0 0 0,-1 0 0 0 0,0 0-1 0 0,0 0 1 0 0,0-1 0 0 0,0 1 0 0 0,1 0 0 0 0,-1 0 0 0 0,0 0-1 0 0,0 0 1 0 0,0 0 0 0 0,1 0 0 0 0,-1 0 0 0 0,0 0 0 0 0,0 0 0 0 0,0 0-1 0 0,1 0 1 0 0,-1 0 0 0 0,65-2 1701 0 0,81-5-94 0 0,-108 7-1590 0 0,-17-1-427 0 0,-1 2 0 0 0,1 1 0 0 0,21 4 0 0 0,45 6-6200 0 0,-82-10 1668 0 0,-5 3-148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50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584 15 80 0 0,'0'0'178'0'0,"0"1"0"0"0,0-1 0 0 0,0 1 0 0 0,1-1 0 0 0,-1 0 0 0 0,0 1 0 0 0,0-1 0 0 0,1 1 0 0 0,-1-1 0 0 0,0 0 0 0 0,1 1 0 0 0,-1-1 0 0 0,0 0 0 0 0,1 0-1 0 0,-1 1 1 0 0,1-1 0 0 0,-1 0 0 0 0,0 0 0 0 0,1 0 0 0 0,-1 1 0 0 0,1-1 0 0 0,-1 0 0 0 0,0 0 0 0 0,1 0 0 0 0,-1 0 0 0 0,1 0 0 0 0,-1 0 0 0 0,1 0 0 0 0,-1 0 0 0 0,1 0 0 0 0,0 0 0 0 0,14-1-139 0 0,-15 1 350 0 0,5-2 1140 0 0,-5 2-1483 0 0,0-1 0 0 0,0 1 0 0 0,0 0 0 0 0,0 0-1 0 0,0 0 1 0 0,0 0 0 0 0,0-1 0 0 0,0 1 0 0 0,0 0 0 0 0,0 0 0 0 0,0 0 0 0 0,0 0-1 0 0,0-1 1 0 0,0 1 0 0 0,1 0 0 0 0,-1 0 0 0 0,0 0 0 0 0,0 0 0 0 0,0-1-1 0 0,0 1 1 0 0,0 0 0 0 0,0 0 0 0 0,0 0 0 0 0,0 0 0 0 0,1 0 0 0 0,-1-1 0 0 0,0 1-1 0 0,0 0 1 0 0,0 0 0 0 0,0 0 0 0 0,0 0 0 0 0,1 0 0 0 0,-1 0 0 0 0,0 0-1 0 0,0 0 1 0 0,0 0 0 0 0,0 0 0 0 0,1-1 0 0 0,-1 1 0 0 0,0 0 0 0 0,0 0-1 0 0,0 0 1 0 0,0 0 0 0 0,1 0 0 0 0,-1 0 0 0 0,0 0 0 0 0,0 0 0 0 0,0 1 0 0 0,1-1-1 0 0,-1 0 1 0 0,27-7 861 0 0,-27 5-274 0 0,0 2-621 0 0,0 0-1 0 0,0 0 0 0 0,0 0 1 0 0,0 0-1 0 0,0 0 0 0 0,0-1 1 0 0,1 1-1 0 0,-1 0 0 0 0,0 0 1 0 0,0 0-1 0 0,0 0 0 0 0,0 0 1 0 0,0-1-1 0 0,0 1 0 0 0,0 0 1 0 0,0 0-1 0 0,0 0 0 0 0,0 0 0 0 0,-1 0 1 0 0,1-1-1 0 0,0 1 0 0 0,0 0 1 0 0,0 0-1 0 0,0 0 0 0 0,0 0 1 0 0,0 0-1 0 0,0 0 0 0 0,0-1 1 0 0,0 1-1 0 0,0 0 0 0 0,0 0 1 0 0,-1 0-1 0 0,1 0 0 0 0,0 0 1 0 0,0 0-1 0 0,0 0 0 0 0,0 0 1 0 0,0 0-1 0 0,0-1 0 0 0,-1 1 0 0 0,1 0 1 0 0,0 0-1 0 0,0 0 0 0 0,0 0 1 0 0,0 0-1 0 0,0 0 0 0 0,0 0 1 0 0,-1 0-1 0 0,1 0 0 0 0,0 0 1 0 0,0 0-1 0 0,0 0 0 0 0,0 0 1 0 0,0 0-1 0 0,-1 0 0 0 0,1 0 1 0 0,0 0-1 0 0,0 0 0 0 0,0 1 1 0 0,0-1-1 0 0,0 0 0 0 0,-1 0 0 0 0,1 0 1 0 0,0 0-1 0 0,0 0 0 0 0,0 0 1 0 0,0 0-1 0 0,0 1 0 0 0,-131 29 1457 0 0,-113 41 466 0 0,227-67-1644 0 0,1 1-1 0 0,0 0 1 0 0,-1 1 0 0 0,2 1-1 0 0,-1 1 1 0 0,-28 18-1 0 0,22-13 110 0 0,8-5-117 0 0,1 1-1 0 0,0 0 1 0 0,-16 15 0 0 0,25-21-189 0 0,1 0 0 0 0,0 0 0 0 0,0 1 1 0 0,1-1-1 0 0,-1 1 0 0 0,1 0 0 0 0,0 0 0 0 0,0 0 0 0 0,0 0 0 0 0,0 0 0 0 0,1 0 0 0 0,-1 1 0 0 0,1-1 0 0 0,0 0 0 0 0,1 1 1 0 0,-1 8-1 0 0,0-3 232 0 0,0-8-284 0 0,1 0-1 0 0,0-1 1 0 0,-1 1 0 0 0,1-1 0 0 0,0 1 0 0 0,0 0 0 0 0,0-1 0 0 0,0 1 0 0 0,1-1 0 0 0,-1 1-1 0 0,0 0 1 0 0,0-1 0 0 0,1 1 0 0 0,-1-1 0 0 0,1 1 0 0 0,0-1 0 0 0,-1 1 0 0 0,1-1 0 0 0,0 0-1 0 0,0 1 1 0 0,0-1 0 0 0,0 0 0 0 0,0 1 0 0 0,2 1 0 0 0,15 4 13 0 0,0 0 0 0 0,0-1-1 0 0,0-1 1 0 0,36 6 0 0 0,-33-7-83 0 0,16 3-555 0 0,0-1 1 0 0,0-2-1 0 0,0-1 1 0 0,52-4-1 0 0,-55-2-2187 0 0,1-2 0 0 0,46-13-1 0 0,-12-3-4591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51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34 116 80 0 0,'-2'0'201'0'0,"1"0"0"0"0,-1-1 0 0 0,1 1 0 0 0,-1-1 1 0 0,0 1-1 0 0,1-1 0 0 0,-1 0 0 0 0,1 1 0 0 0,-1-1 0 0 0,1 0 0 0 0,0 0 0 0 0,-1 0 0 0 0,1 0 1 0 0,0-1-1 0 0,0 1 0 0 0,-1 0 0 0 0,1 0 0 0 0,0-1 0 0 0,-1-2 0 0 0,1 1 411 0 0,0-1 1 0 0,0 1-1 0 0,1-1 0 0 0,-1 1 0 0 0,1-1 0 0 0,0 0 1 0 0,0-5-1 0 0,1-4-221 0 0,-2 8-79 0 0,1 1 0 0 0,0-1 0 0 0,1 1 0 0 0,-1-1 0 0 0,1 1 0 0 0,1-6 0 0 0,-1 9-280 0 0,-1 0 1 0 0,1 0-1 0 0,-1 1 1 0 0,1-1-1 0 0,-1 0 1 0 0,1 1-1 0 0,0-1 1 0 0,0 0 0 0 0,-1 1-1 0 0,1-1 1 0 0,0 1-1 0 0,0-1 1 0 0,-1 1-1 0 0,1-1 1 0 0,0 1-1 0 0,0-1 1 0 0,0 1-1 0 0,0 0 1 0 0,0 0-1 0 0,0-1 1 0 0,0 1-1 0 0,0 0 1 0 0,0 0 0 0 0,0 0-1 0 0,0 0 1 0 0,0 0-1 0 0,1 1 1 0 0,-2-2-21 0 0,0 1 1 0 0,1 0-1 0 0,-1 0 1 0 0,0 0-1 0 0,0 0 0 0 0,1 1 1 0 0,-1-1-1 0 0,0 0 1 0 0,0 0-1 0 0,1 0 1 0 0,-1 0-1 0 0,0 0 1 0 0,1 0-1 0 0,-1 0 1 0 0,0 0-1 0 0,0 1 1 0 0,0-1-1 0 0,1 0 1 0 0,-1 0-1 0 0,0 0 0 0 0,0 1 1 0 0,0-1-1 0 0,1 0 1 0 0,-1 0-1 0 0,0 0 1 0 0,0 1-1 0 0,0-1 1 0 0,0 0-1 0 0,1 0 1 0 0,-1 1-1 0 0,0-1 1 0 0,0 0-1 0 0,0 0 0 0 0,0 1 1 0 0,0-1-1 0 0,0 0 1 0 0,0 1-1 0 0,0-1 1 0 0,0 0-1 0 0,0 0 1 0 0,0 1-1 0 0,0-1 1 0 0,0 0-1 0 0,0 0 1 0 0,0 1-1 0 0,0-1 0 0 0,0 0 1 0 0,-1 1-1 0 0,1-1 1 0 0,0 0-1 0 0,0 0 1 0 0,0 1-1 0 0,-1-1 1 0 0,1 12 301 0 0,0 144 1887 0 0,0-145-2147 0 0,1 1 1 0 0,0-1-1 0 0,1 0 1 0 0,0 0-1 0 0,0 0 1 0 0,1 0-1 0 0,1 0 0 0 0,5 12 1 0 0,-6-15-78 0 0,5 13-103 0 0,-8-18 76 0 0,1 0 1 0 0,0 0-1 0 0,0-1 0 0 0,0 1 0 0 0,0 0 1 0 0,0-1-1 0 0,1 1 0 0 0,-1-1 0 0 0,1 1 1 0 0,-1-1-1 0 0,1 0 0 0 0,0 0 0 0 0,0 0 1 0 0,0 0-1 0 0,0 0 0 0 0,0 0 0 0 0,1-1 1 0 0,-1 1-1 0 0,5 2 0 0 0,47 17-1399 0 0,-51-20 1170 0 0,0 0 0 0 0,1 0 1 0 0,-1 0-1 0 0,1 0 0 0 0,-1-1 0 0 0,1 1 1 0 0,-1-1-1 0 0,1 0 0 0 0,-1 0 0 0 0,1-1 1 0 0,-1 1-1 0 0,1-1 0 0 0,-1 1 0 0 0,1-1 1 0 0,3-2-1 0 0,-6 3 100 0 0,-1 0 0 0 0,0-1 1 0 0,1 1-1 0 0,-1-1 0 0 0,1 1 0 0 0,-1 0 1 0 0,0-1-1 0 0,1 1 0 0 0,-1-1 0 0 0,0 1 1 0 0,1-1-1 0 0,-1 1 0 0 0,0-1 0 0 0,0 0 1 0 0,0 1-1 0 0,0-1 0 0 0,1 1 0 0 0,-1-1 1 0 0,0 1-1 0 0,0-1 0 0 0,0 0 0 0 0,0 1 1 0 0,0-1-1 0 0,0 0 0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51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49 1601 0 0,'-27'-14'2494'0'0,"27"14"-2462"0"0,0 0 0 0 0,-1 0 0 0 0,1 0-1 0 0,0 0 1 0 0,0 0 0 0 0,0 0 0 0 0,0 0-1 0 0,-1 0 1 0 0,1 0 0 0 0,0 0 0 0 0,0 0 0 0 0,0 0-1 0 0,0-1 1 0 0,-1 1 0 0 0,1 0 0 0 0,0 0-1 0 0,0 0 1 0 0,0 0 0 0 0,0 0 0 0 0,0-1 0 0 0,0 1-1 0 0,-1 0 1 0 0,1 0 0 0 0,0 0 0 0 0,0 0-1 0 0,0-1 1 0 0,0 1 0 0 0,0 0 0 0 0,0 0 0 0 0,0 0-1 0 0,0 0 1 0 0,0-1 0 0 0,0 1 0 0 0,0 0-1 0 0,0 0 1 0 0,0 0 0 0 0,0-1 0 0 0,0 1 0 0 0,0 0-1 0 0,0 0 1 0 0,0 0 0 0 0,0-1 0 0 0,0 1-1 0 0,0 0 1 0 0,0 0 0 0 0,1 0 0 0 0,-1 0 0 0 0,0-1-1 0 0,0 1 1 0 0,0 0 0 0 0,0 0 0 0 0,0 0 0 0 0,0 0-1 0 0,1 0 1 0 0,-1 0 0 0 0,0-1 0 0 0,0 1-1 0 0,0 0 1 0 0,0 0 0 0 0,0 0 0 0 0,1 0 0 0 0,-1 0-1 0 0,0 0 1 0 0,0 0 0 0 0,0 0 0 0 0,1 0-1 0 0,-1 0 1 0 0,22-10 1716 0 0,-11 1 519 0 0,14 6-1900 0 0,0 0 0 0 0,0 1 0 0 0,30 3 0 0 0,-28-1-327 0 0,-25 0-28 0 0,0 0 0 0 0,0 0 1 0 0,-1 0-1 0 0,1 0 0 0 0,0 0 1 0 0,0 1-1 0 0,-1-1 0 0 0,1 1 1 0 0,0 0-1 0 0,-1-1 0 0 0,1 1 1 0 0,-1 0-1 0 0,1 0 0 0 0,-1 0 0 0 0,1 0 1 0 0,-1 0-1 0 0,0 0 0 0 0,1 0 1 0 0,0 2-1 0 0,-1-2 39 0 0,-1 1 1 0 0,1-1-1 0 0,-1 1 1 0 0,1-1-1 0 0,-1 1 0 0 0,0-1 1 0 0,0 1-1 0 0,1-1 0 0 0,-1 1 1 0 0,0 0-1 0 0,-1-1 1 0 0,1 1-1 0 0,0-1 0 0 0,0 1 1 0 0,-1-1-1 0 0,1 1 0 0 0,-1-1 1 0 0,1 1-1 0 0,-1-1 0 0 0,0 1 1 0 0,1-1-1 0 0,-1 0 1 0 0,0 1-1 0 0,0-1 0 0 0,0 0 1 0 0,0 0-1 0 0,0 0 0 0 0,0 0 1 0 0,-2 2-1 0 0,-46 43 1723 0 0,38-33-1263 0 0,-5 4 158 0 0,-1 0 0 0 0,0 0 0 0 0,-1-2 0 0 0,-39 26-1 0 0,14-18-1644 0 0,33-17-975 0 0,25-12-858 0 0,1-1-2003 0 0,-3-3 3023 0 0,-9 7 734 0 0,-4 2 889 0 0,1 1 1 0 0,-1-1-1 0 0,1 1 1 0 0,-1 0-1 0 0,0-1 0 0 0,1 1 1 0 0,-1-1-1 0 0,0 1 1 0 0,1-1-1 0 0,-1 0 1 0 0,0 1-1 0 0,0-1 1 0 0,1 1-1 0 0,-1-1 1 0 0,0 1-1 0 0,0-1 1 0 0,0 0-1 0 0,0 1 1 0 0,0-1-1 0 0,0 1 1 0 0,0-2-1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52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7 2321 0 0,'-158'-7'14433'0'0,"153"7"-11551"0"0,10 0-1989 0 0,204 0 757 0 0,-64 0-8622 0 0,-132 1 4954 0 0,-1-1 1 0 0,1 2-1 0 0,14 2 1 0 0,6 4-2239 0 0</inkml:trace>
  <inkml:trace contextRef="#ctx0" brushRef="#br0" timeOffset="1">164 104 2161 0 0,'-33'7'5442'0'0,"-32"-1"-1600"0"0,32 2-1040 0 0,0-8 719 0 0,66 6-2480 0 0,0-6-161 0 0,32 7-160 0 0,0-1-159 0 0,66 15-1 0 0,-1-7-400 0 0,-32 7-880 0 0,0-6-2562 0 0,0 12-4081 0 0,-39 6-1841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54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4 453 2801 0 0,'-1'-32'7161'0'0,"-1"22"-6622"0"0,2 0 0 0 0,-1 1-1 0 0,1-1 1 0 0,1 0 0 0 0,0 0 0 0 0,0 1 0 0 0,6-19 0 0 0,7-7 198 0 0,1 2-1 0 0,2 0 0 0 0,1 1 1 0 0,38-50-1 0 0,-51 75-690 0 0,1 0 0 0 0,0 1-1 0 0,1-1 1 0 0,0 1 0 0 0,0 1 0 0 0,0-1 0 0 0,1 1 0 0 0,0 0-1 0 0,11-5 1 0 0,-9 5-30 0 0,-1 0-1 0 0,0-1 1 0 0,13-9-1 0 0,-11 6 12 0 0,16 4 26 0 0,-20 5-70 0 0,-1 0 0 0 0,0 0 1 0 0,1 1-1 0 0,-1 0 0 0 0,0 0 0 0 0,0 1 0 0 0,1 0 0 0 0,-1 0 1 0 0,0 0-1 0 0,-1 1 0 0 0,1 0 0 0 0,0 0 0 0 0,-1 0 0 0 0,0 1 0 0 0,1 0 1 0 0,-1 0-1 0 0,-1 0 0 0 0,1 0 0 0 0,-1 1 0 0 0,8 10 0 0 0,-2-2 35 0 0,-1 0 1 0 0,0 1-1 0 0,-1 0 0 0 0,-1 0 0 0 0,0 1 0 0 0,8 26 0 0 0,-4 2-18 0 0,-3-31 12 0 0,11 21 44 0 0,-18-32-54 0 0,-1 0 0 0 0,1 0 0 0 0,-1 0-1 0 0,0 0 1 0 0,1 0 0 0 0,-1 0 0 0 0,0 0 0 0 0,0 0-1 0 0,0 0 1 0 0,0 0 0 0 0,0 1 0 0 0,0-1 0 0 0,0 0-1 0 0,0 0 1 0 0,0 0 0 0 0,-1 0 0 0 0,1 0 0 0 0,0 0-1 0 0,-1 0 1 0 0,1 0 0 0 0,-1 0 0 0 0,1 0 0 0 0,-1 0-1 0 0,1 0 1 0 0,-1 0 0 0 0,0 0 0 0 0,1 0 0 0 0,-3 1-1 0 0,-12 4 56 0 0,3-3-47 0 0,12-4-18 0 0,0 1-1 0 0,0 0 0 0 0,1-1 1 0 0,-1 1-1 0 0,0-1 1 0 0,0 1-1 0 0,0-1 0 0 0,0 1 1 0 0,0-1-1 0 0,-1 1 0 0 0,1-1 1 0 0,0 1-1 0 0,0-1 1 0 0,0 1-1 0 0,0 0 0 0 0,0-1 1 0 0,-1 1-1 0 0,1-1 1 0 0,0 1-1 0 0,0-1 0 0 0,-1 1 1 0 0,1 0-1 0 0,0-1 1 0 0,-1 1-1 0 0,1 0 0 0 0,0-1 1 0 0,-1 1-1 0 0,1 0 1 0 0,0 0-1 0 0,-1-1 0 0 0,-6-2 2 0 0,6 3-2 0 0,0 0 0 0 0,0-1 0 0 0,0 1 0 0 0,-1-1 0 0 0,1 1 0 0 0,0-1 0 0 0,0 1 0 0 0,0-1 1 0 0,0 0-1 0 0,0 1 0 0 0,1-1 0 0 0,-1 0 0 0 0,0 0 0 0 0,0 0 0 0 0,0 0 0 0 0,1 0 0 0 0,-1 0 0 0 0,0 0 0 0 0,1 0 0 0 0,-1 0 0 0 0,1 0 0 0 0,-1 0 0 0 0,1 0 1 0 0,0 0-1 0 0,-1 0 0 0 0,1-1 0 0 0,0 1 0 0 0,0 0 0 0 0,0 0 0 0 0,0 0 0 0 0,0-1 0 0 0,0 1 0 0 0,0 0 0 0 0,0-2 0 0 0,0-91-71 0 0,0 93 86 0 0,1-1-1 0 0,-1 0 1 0 0,0 1 0 0 0,0-1-1 0 0,1 0 1 0 0,-1 1 0 0 0,1-1-1 0 0,-1 0 1 0 0,1 1 0 0 0,0-1-1 0 0,-1 1 1 0 0,1-1 0 0 0,0 1-1 0 0,0-1 1 0 0,0 1-1 0 0,0 0 1 0 0,0 0 0 0 0,1-1-1 0 0,-1 1 1 0 0,0 0 0 0 0,1 0-1 0 0,0-1 1 0 0,7-5 24 0 0,23-22 50 0 0,-22 18-80 0 0,13 9-13 0 0,-17 3 12 0 0,0 0-1 0 0,0 1 1 0 0,0 0-1 0 0,0-1 1 0 0,0 2-1 0 0,0-1 1 0 0,-1 1 0 0 0,1 0-1 0 0,-1 0 1 0 0,0 0-1 0 0,1 1 1 0 0,-2 0 0 0 0,1 0-1 0 0,4 5 1 0 0,5 7 89 0 0,-1 0 0 0 0,20 32 0 0 0,-18-24 29 0 0,-9-15-7 0 0,-3-6 9 0 0,0 1 0 0 0,0 0 0 0 0,0 0 0 0 0,-1 1 0 0 0,0-1 0 0 0,0 1 0 0 0,0-1 0 0 0,-1 1 0 0 0,1-1 0 0 0,-1 1-1 0 0,0 0 1 0 0,0 0 0 0 0,-1-1 0 0 0,1 9 0 0 0,-2-12-90 0 0,1 0-1 0 0,0-1 1 0 0,-1 1 0 0 0,1 0-1 0 0,-1-1 1 0 0,1 1-1 0 0,-1-1 1 0 0,0 1 0 0 0,1-1-1 0 0,-1 1 1 0 0,0-1-1 0 0,1 0 1 0 0,-1 1-1 0 0,0-1 1 0 0,1 0 0 0 0,-1 1-1 0 0,0-1 1 0 0,1 0-1 0 0,-1 0 1 0 0,0 0 0 0 0,0 0-1 0 0,0 0 1 0 0,1 0-1 0 0,-1 0 1 0 0,0 0 0 0 0,0 0-1 0 0,1 0 1 0 0,-1 0-1 0 0,0 0 1 0 0,0 0-1 0 0,1-1 1 0 0,-1 1 0 0 0,0 0-1 0 0,1-1 1 0 0,-1 1-1 0 0,0 0 1 0 0,1-1 0 0 0,-1 1-1 0 0,0-1 1 0 0,1 1-1 0 0,-1-1 1 0 0,1 1-1 0 0,-1-1 1 0 0,1 1 0 0 0,-1-1-1 0 0,1 0 1 0 0,-1 1-1 0 0,1-1 1 0 0,0 0 0 0 0,-1 1-1 0 0,1-1 1 0 0,0 0-1 0 0,0 1 1 0 0,0-1-1 0 0,-1-1 1 0 0,0-19 237 0 0,0 15-222 0 0,1 1 0 0 0,0-1 0 0 0,0 0 0 0 0,0 1 0 0 0,1-1 1 0 0,-1 1-1 0 0,1-1 0 0 0,0 1 0 0 0,4-9 0 0 0,16-23 116 0 0,-10 0-53 0 0,11-2 26 0 0,-15 23-87 0 0,-7 13-39 0 0,1 1 1 0 0,0-1-1 0 0,0 0 1 0 0,1 1-1 0 0,-1-1 1 0 0,0 1-1 0 0,1 0 1 0 0,0 0-1 0 0,-1-1 1 0 0,1 1-1 0 0,0 0 1 0 0,0 0-1 0 0,0 1 1 0 0,0-1 0 0 0,1 0-1 0 0,3-2 1 0 0,6-4 23 0 0,1 1 1 0 0,0 0-1 0 0,17-6 1 0 0,-27 12-20 0 0,-1 0-1 0 0,1 0 0 0 0,0 0 1 0 0,-1 0-1 0 0,1 1 1 0 0,0-1-1 0 0,-1 1 1 0 0,1-1-1 0 0,0 1 1 0 0,-1 0-1 0 0,1 0 1 0 0,0 1-1 0 0,0-1 1 0 0,-1 0-1 0 0,1 1 1 0 0,0 0-1 0 0,-1-1 1 0 0,1 1-1 0 0,-1 0 1 0 0,1 1-1 0 0,-1-1 1 0 0,1 0-1 0 0,-1 1 1 0 0,3 2-1 0 0,34 27 316 0 0,-31-26-249 0 0,0 1 1 0 0,-1 0 0 0 0,0 0 0 0 0,11 13-1 0 0,-2 4 212 0 0,-2 0-1 0 0,22 50 0 0 0,-30-40-2034 0 0,-7-47-12358 0 0,1 1 9555 0 0,0 0 452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55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5 960 0 0,'-27'-5'2281'0'0,"27"5"-2089"0"0,6 1 4109 0 0,1 4-2422 0 0,18 27-834 0 0,-6-10-406 0 0,0-2 0 0 0,22 19-1 0 0,22 23 541 0 0,-47-41-675 0 0,-1 1 0 0 0,-1 1 0 0 0,16 37 0 0 0,-23-44-104 0 0,1 0 0 0 0,0-1 0 0 0,1 0 0 0 0,1 0 0 0 0,0-1 0 0 0,1 0 0 0 0,25 24 0 0 0,-32-34-313 0 0,1-1 0 0 0,-1 0 0 0 0,1 0 1 0 0,0 0-1 0 0,0-1 0 0 0,0 1 1 0 0,10 2-1 0 0,-13-5-81 0 0,-1 1 1 0 0,1-1-1 0 0,0 1 1 0 0,0-1-1 0 0,-1 0 1 0 0,1 0-1 0 0,0 0 1 0 0,0 0-1 0 0,-1 0 1 0 0,1 0-1 0 0,0 0 1 0 0,0-1-1 0 0,-1 1 1 0 0,1 0-1 0 0,0-1 1 0 0,-1 0-1 0 0,1 1 1 0 0,0-1-1 0 0,-1 0 1 0 0,1 0-1 0 0,-1 0 1 0 0,1 0-1 0 0,-1 0 1 0 0,0 0-1 0 0,2-2 1 0 0,25-44-61 0 0,-45 19-39 0 0,6-20-574 0 0,-10-36-1454 0 0,17 56 267 0 0,2-43 0 0 0,3 61 859 0 0,-1 0-1 0 0,-1 1 1 0 0,0-1 0 0 0,-3-17 0 0 0,2 23 77 0 0,0-1 0 0 0,-1 1 0 0 0,1 0 0 0 0,-1 0 1 0 0,1 0-1 0 0,-1 0 0 0 0,-7-7 0 0 0,9 11 844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55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1 282 1921 0 0,'0'-1'266'0'0,"0"-1"-1"0"0,0 0 1 0 0,0 1 0 0 0,1-1-1 0 0,-1 0 1 0 0,1 0 0 0 0,-1 1-1 0 0,1-1 1 0 0,0 1 0 0 0,-1-1-1 0 0,1 1 1 0 0,0-1 0 0 0,0 1-1 0 0,0-1 1 0 0,0 1 0 0 0,1 0 0 0 0,-1-1-1 0 0,0 1 1 0 0,1 0 0 0 0,2-2-1 0 0,4-4 185 0 0,95-91 3565 0 0,-92 87-3939 0 0,1 1 0 0 0,0 0 0 0 0,0 1 0 0 0,18-9 0 0 0,-14 8-42 0 0,-1 0-39 0 0,1 0 0 0 0,0 1 0 0 0,1 1 0 0 0,0 1 0 0 0,0 0 0 0 0,0 1 0 0 0,36-7 0 0 0,-45 11 27 0 0,-5 1-23 0 0,1 1-1 0 0,0-1 1 0 0,-1 0 0 0 0,1 1 0 0 0,0 0 0 0 0,0 0 0 0 0,3 0 0 0 0,-6 0 21 0 0,0 1 0 0 0,0-1 0 0 0,0 0 0 0 0,0 1 0 0 0,0-1 0 0 0,0 1 0 0 0,0-1 0 0 0,-1 1 0 0 0,1-1 0 0 0,0 1 0 0 0,0 0 0 0 0,0-1 0 0 0,-1 1 0 0 0,1 0 0 0 0,0 0 0 0 0,-1-1 0 0 0,1 1 0 0 0,-1 0 0 0 0,1 0 0 0 0,-1 0 0 0 0,1 0 0 0 0,-1 0 0 0 0,0 0 0 0 0,1 0 0 0 0,-1 0 0 0 0,0 0 0 0 0,0 0 0 0 0,0 0 0 0 0,1 0 1 0 0,-1 0-1 0 0,0 0 0 0 0,0 0 0 0 0,-1 1 0 0 0,1 29 790 0 0,2-12-453 0 0,-2 1-1 0 0,-1-1 0 0 0,0 0 0 0 0,-1 0 0 0 0,-1 0 0 0 0,-1 0 0 0 0,-1-1 0 0 0,-8 22 0 0 0,9-30-279 0 0,-35 71 464 0 0,34-73-436 0 0,0 0-1 0 0,0-1 1 0 0,-1 1-1 0 0,0-1 1 0 0,0 0-1 0 0,-1-1 0 0 0,-12 11 1 0 0,5-10 11 0 0,0 0 0 0 0,0-1 1 0 0,-1 0-1 0 0,0-1 0 0 0,0-1 0 0 0,-18 3 1 0 0,22-5-116 0 0,-1 0 0 0 0,1-1 1 0 0,-1 0-1 0 0,1-1 0 0 0,-1 0 1 0 0,1-1-1 0 0,-1-1 0 0 0,1 0 1 0 0,-17-4-1 0 0,28 6 17 0 0,-1-1 1 0 0,1 1-1 0 0,0 0 0 0 0,-1-1 1 0 0,1 1-1 0 0,-1 0 1 0 0,1-1-1 0 0,0 1 1 0 0,-1 0-1 0 0,1-1 0 0 0,0 1 1 0 0,0-1-1 0 0,-1 1 1 0 0,1-1-1 0 0,0 1 0 0 0,0 0 1 0 0,-1-1-1 0 0,1 1 1 0 0,0-1-1 0 0,0 1 0 0 0,0-1 1 0 0,0 1-1 0 0,0-1 1 0 0,0 1-1 0 0,0-1 0 0 0,0 1 1 0 0,0-1-1 0 0,0 1 1 0 0,0-1-1 0 0,0 1 0 0 0,0-1 1 0 0,0 1-1 0 0,1-1 1 0 0,-1 1-1 0 0,0-1 1 0 0,0 1-1 0 0,1-1 0 0 0,-1 1 1 0 0,0 0-1 0 0,0-1 1 0 0,1 1-1 0 0,-1-1 0 0 0,0 1 1 0 0,1 0-1 0 0,-1-1 1 0 0,1 1-1 0 0,-1 0 0 0 0,0-1 1 0 0,1 1-1 0 0,54-14 289 0 0,-50 12-286 0 0,0 0 0 0 0,0 0 1 0 0,0 1-1 0 0,0-1 0 0 0,0 1 0 0 0,1 1 0 0 0,-1-1 1 0 0,0 1-1 0 0,1 0 0 0 0,-1 0 0 0 0,0 0 0 0 0,7 2 1 0 0,28 1 102 0 0,43 6-1120 0 0,162 40 0 0 0,-204-39 14 0 0,79 23-4488 0 0,-112-31 4024 0 0,0 1 0 0 0,0 1 0 0 0,-1 0 0 0 0,11 6 0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56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1921 0 0,'-1'9'7621'0'0,"1"-9"-7425"0"0,0-1 0 0 0,0 1 0 0 0,0-1 0 0 0,0 1 0 0 0,1 0 0 0 0,-1-1 0 0 0,0 1 0 0 0,0-1 0 0 0,0 1 0 0 0,1-1 0 0 0,-1 1 0 0 0,0 0 0 0 0,0-1 0 0 0,1 1 0 0 0,-1-1 0 0 0,0 1 0 0 0,1 0 0 0 0,-1-1 0 0 0,1 1 0 0 0,-1 0 0 0 0,0 0 0 0 0,1-1 0 0 0,0 1 1 0 0,14-6 500 0 0,-1 1 0 0 0,1 1 0 0 0,1 0 1 0 0,-1 1-1 0 0,1 0 0 0 0,15 0 1 0 0,120 3 1479 0 0,-114 0-1779 0 0,475 20 3311 0 0,36 28-2929 0 0,-516-44-760 0 0,697 67 100 0 0,-707-69-521 0 0,-1 1 206 0 0,40-2 0 0 0,-56-1-324 0 0,0 0 0 0 0,0-1 0 0 0,0 0 0 0 0,0 0 0 0 0,0 0 0 0 0,-1-1 0 0 0,1 1 0 0 0,0-1 0 0 0,-1 0 0 0 0,1 0 0 0 0,-1-1 0 0 0,0 0 0 0 0,5-3 0 0 0,13-7-4670 0 0,-22 13 5099 0 0,0 0 0 0 0,-1 0-1 0 0,1-1 1 0 0,0 1 0 0 0,0 0 0 0 0,0 0 0 0 0,0 0-1 0 0,0 0 1 0 0,0 0 0 0 0,-1 0 0 0 0,1 0-1 0 0,0 0 1 0 0,0 0 0 0 0,0-1 0 0 0,0 1 0 0 0,0 0-1 0 0,0 0 1 0 0,0 0 0 0 0,0 0 0 0 0,0 0 0 0 0,0 0-1 0 0,-1-1 1 0 0,1 1 0 0 0,0 0 0 0 0,0 0 0 0 0,0 0-1 0 0,0 0 1 0 0,0 0 0 0 0,0-1 0 0 0,0 1-1 0 0,0 0 1 0 0,0 0 0 0 0,0 0 0 0 0,0 0 0 0 0,0 0-1 0 0,0-1 1 0 0,0 1 0 0 0,1 0 0 0 0,-1 0 0 0 0,0 0-1 0 0,0 0 1 0 0,0 0 0 0 0,0-1 0 0 0,0 1-1 0 0,0 0 1 0 0,0 0 0 0 0,0 0 0 0 0,0 0 0 0 0,0 0-1 0 0,1 0 1 0 0,-1 0 0 0 0,0 0 0 0 0,0-1 0 0 0,0 1-1 0 0,0 0 1 0 0,0 0 0 0 0,0 0 0 0 0,1 0 0 0 0,-28-1-4633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3:59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66 755 6803 0 0,'-37'13'4990'0'0,"17"-11"-2968"0"0,20-2-1958 0 0,-1 0-1 0 0,1 0 1 0 0,0 0-1 0 0,-1 0 1 0 0,1 0-1 0 0,0 0 1 0 0,-1 0-1 0 0,1 0 0 0 0,0 0 1 0 0,-1-1-1 0 0,1 1 1 0 0,0 0-1 0 0,-1 0 1 0 0,1 0-1 0 0,0 0 1 0 0,0 0-1 0 0,-1-1 1 0 0,1 1-1 0 0,0 0 1 0 0,0 0-1 0 0,-1-1 1 0 0,1 1-1 0 0,0 0 1 0 0,0 0-1 0 0,-1-1 1 0 0,1 1-1 0 0,0 0 1 0 0,0-1-1 0 0,0 1 1 0 0,0 0-1 0 0,0 0 1 0 0,0-1-1 0 0,-1 1 1 0 0,1 0-1 0 0,0-1 1 0 0,0-1 1016 0 0,6-4 654 0 0,18-5-1046 0 0,0-2-1 0 0,0-1 1 0 0,-1 0 0 0 0,-1-2-1 0 0,27-24 1 0 0,-13 8-90 0 0,61-71 1 0 0,-88 92-485 0 0,-2 0 1 0 0,1-1 0 0 0,10-23-1 0 0,-12 22-52 0 0,21-40 138 0 0,-16 6-120 0 0,0 22-53 0 0,-9 21-23 0 0,1-1 0 0 0,-1 0 0 0 0,0 0 0 0 0,0-1 0 0 0,-1 1 0 0 0,1 0 0 0 0,-1-1 0 0 0,-1 1 0 0 0,1-7 0 0 0,-2-10-30 0 0,0 16 20 0 0,1 1-1 0 0,-1 0 0 0 0,1 0 0 0 0,0 0 1 0 0,0-1-1 0 0,1 1 0 0 0,0 0 0 0 0,-1 0 0 0 0,2 0 1 0 0,-1 0-1 0 0,3-6 0 0 0,7-2 65 0 0,-10 12-50 0 0,1-1 0 0 0,-1 1 0 0 0,1-1-1 0 0,-1 0 1 0 0,0 0 0 0 0,0 1 0 0 0,0-1-1 0 0,0 0 1 0 0,0 0 0 0 0,0 0 0 0 0,0-1-1 0 0,-1 1 1 0 0,1 0 0 0 0,-1 0 0 0 0,1 0-1 0 0,-1 0 1 0 0,0-1 0 0 0,0 1 0 0 0,0-3 0 0 0,0 4-4 0 0,0 0 0 0 0,0 0 1 0 0,1 0-1 0 0,-1 0 1 0 0,0 0-1 0 0,1 0 0 0 0,-1 0 1 0 0,1 0-1 0 0,-1 0 1 0 0,1 1-1 0 0,-1-1 0 0 0,1 0 1 0 0,-1 0-1 0 0,1 0 0 0 0,0 1 1 0 0,-1-1-1 0 0,1 0 1 0 0,0 1-1 0 0,0-1 0 0 0,0 1 1 0 0,0-1-1 0 0,-1 1 1 0 0,1-1-1 0 0,0 1 0 0 0,0-1 1 0 0,0 1-1 0 0,0 0 1 0 0,0-1-1 0 0,1 1 0 0 0,16-8 25 0 0,47-26-29 0 0,-49 27-1 0 0,-1 2 1 0 0,1 0 0 0 0,0 1-1 0 0,0 0 1 0 0,0 2 0 0 0,17-2-1 0 0,-8 1-10 0 0,-9 1-17 0 0,1 0 0 0 0,0 2-1 0 0,0 0 1 0 0,0 0 0 0 0,0 2-1 0 0,-1 0 1 0 0,30 8 0 0 0,-41-8 28 0 0,0 0 0 0 0,0 0 0 0 0,0 1 0 0 0,-1 0 0 0 0,1 0 0 0 0,-1 0 0 0 0,0 0 0 0 0,0 1 0 0 0,0 0 0 0 0,0-1 0 0 0,0 2 0 0 0,-1-1 0 0 0,0 0 0 0 0,5 9 0 0 0,-1-1 43 0 0,-2-1-1 0 0,1 1 1 0 0,-2 0-1 0 0,5 16 1 0 0,-6-9-15 0 0,0 1 0 0 0,-1 0 1 0 0,-1 0-1 0 0,-3 34 0 0 0,0-7 111 0 0,2-45-134 0 0,0-1 0 0 0,0 1 0 0 0,0 0 0 0 0,0 0 0 0 0,-1-1 0 0 0,1 1 0 0 0,-1 0 0 0 0,1-1 0 0 0,-1 1 0 0 0,0-1 0 0 0,0 1 0 0 0,0-1 0 0 0,0 1 0 0 0,0-1 0 0 0,0 1 0 0 0,0-1 0 0 0,0 0 0 0 0,0 0 0 0 0,0 1 0 0 0,-1-1 0 0 0,1 0 0 0 0,-1 0 0 0 0,-1 1 0 0 0,-3 2 8 0 0,3-1-6 0 0,-10 3 26 0 0,-22-1 126 0 0,0-2 0 0 0,-1-2 0 0 0,-61-4-1 0 0,-103-24 555 0 0,184 19-540 0 0,-39-11-280 0 0,55 19 106 0 0,0 0-1 0 0,-1 0 0 0 0,1 0 1 0 0,0 0-1 0 0,0-1 0 0 0,-1 1 1 0 0,1 0-1 0 0,0 0 0 0 0,-1 0 1 0 0,1 0-1 0 0,0-1 0 0 0,0 1 0 0 0,0 0 1 0 0,-1 0-1 0 0,1 0 0 0 0,0-1 1 0 0,0 1-1 0 0,0 0 0 0 0,-1-1 1 0 0,1 1-1 0 0,0 0 0 0 0,0 0 1 0 0,0-1-1 0 0,0 1 0 0 0,0 0 0 0 0,0-1 1 0 0,0 1-1 0 0,-1 0 0 0 0,1-1 1 0 0,0 1-1 0 0,0 0 0 0 0,0 0 1 0 0,0-1-1 0 0,0 1 0 0 0,1 0 0 0 0,-1-1 1 0 0,0 1-1 0 0,0 0 0 0 0,0-1 1 0 0,0 1-1 0 0,0 0 0 0 0,0 0 1 0 0,0-1-1 0 0,1 1 0 0 0,-1 0 1 0 0,0-1-1 0 0,0 1 0 0 0,0 0 0 0 0,1 0 1 0 0,-1 0-1 0 0,0-1 0 0 0,0 1 1 0 0,0 0-1 0 0,1 0 0 0 0,-1 0 1 0 0,0-1-1 0 0,1 1 0 0 0,-1 0 1 0 0,0 0-1 0 0,0 0 0 0 0,1 0 0 0 0,-1 0 1 0 0,6-2-18 0 0,0 1 1 0 0,0-1 0 0 0,0 1-1 0 0,0 1 1 0 0,0-1-1 0 0,0 1 1 0 0,0 0 0 0 0,0 1-1 0 0,0-1 1 0 0,0 1 0 0 0,0 0-1 0 0,0 1 1 0 0,0-1-1 0 0,0 1 1 0 0,0 0 0 0 0,-1 1-1 0 0,1 0 1 0 0,5 3 0 0 0,10 6 81 0 0,0 1 0 0 0,37 32 0 0 0,-38-28 41 0 0,0 2 1 0 0,-1 0-1 0 0,-1 1 1 0 0,-1 1-1 0 0,14 22 1 0 0,-19-7 176 0 0,-7-19-109 0 0,0-4-25 0 0,0 0 0 0 0,1-1-1 0 0,1 0 1 0 0,0 0 0 0 0,11 13-1 0 0,-13-17-147 0 0,1-1 0 0 0,0 0-1 0 0,0-1 1 0 0,0 1 0 0 0,1-1-1 0 0,0-1 1 0 0,0 1 0 0 0,1-1 0 0 0,11 5-1 0 0,7 0-1446 0 0,-23-9 646 0 0,-1-1-1 0 0,1 0 0 0 0,-1 1 1 0 0,1-1-1 0 0,-1 0 0 0 0,1 0 0 0 0,-1 0 1 0 0,1-1-1 0 0,-1 1 0 0 0,1-1 1 0 0,-1 1-1 0 0,1-1 0 0 0,3-1 0 0 0,27-17-10922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25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192 353 800 0 0,'0'-103'11379'0'0,"0"102"-11240"0"0,0-1 0 0 0,0 0 0 0 0,0 1 1 0 0,0-1-1 0 0,-1 0 0 0 0,1 1 0 0 0,0-1 0 0 0,-1 1 0 0 0,1-1 1 0 0,-1 0-1 0 0,1 1 0 0 0,-1-1 0 0 0,0 1 0 0 0,0 0 0 0 0,1-1 1 0 0,-1 1-1 0 0,0 0 0 0 0,0-1 0 0 0,0 1 0 0 0,-1 0 0 0 0,1 0 1 0 0,0 0-1 0 0,0 0 0 0 0,-1 0 0 0 0,1 0 0 0 0,-1 0 0 0 0,-1-1 1 0 0,-2 0 151 0 0,5 1-248 0 0,-1 1-1 0 0,1 0 0 0 0,0-1 0 0 0,-1 1 0 0 0,1 0 0 0 0,-1-1 0 0 0,1 1 0 0 0,0-1 0 0 0,-1 1 0 0 0,1-1 0 0 0,0 1 0 0 0,-1-1 0 0 0,1 1 0 0 0,0-1 0 0 0,0 1 0 0 0,0-1 0 0 0,-1 1 0 0 0,1-1 0 0 0,0 1 0 0 0,0-1 0 0 0,0 1 0 0 0,0-1 0 0 0,0 1 0 0 0,0-1 0 0 0,0 0 0 0 0,0 1 0 0 0,0-1 0 0 0,0 1 0 0 0,0-1 0 0 0,1 1 0 0 0,-1-1 0 0 0,0 1 0 0 0,0-1 0 0 0,0 1 0 0 0,1-1 0 0 0,-1 1 0 0 0,0-1 0 0 0,1 1 0 0 0,-1-1 0 0 0,0 1 0 0 0,1-1 0 0 0,-1 1 0 0 0,1 0 0 0 0,-1-1 0 0 0,0 1 0 0 0,1-1 0 0 0,4 1-18 0 0,-5 0-21 0 0,1 0-1 0 0,0-1 1 0 0,-1 1-1 0 0,1 0 1 0 0,0 0-1 0 0,0 0 1 0 0,-1 0-1 0 0,1 0 1 0 0,0 0-1 0 0,-1 0 0 0 0,1 0 1 0 0,0 0-1 0 0,0 0 1 0 0,-1 0-1 0 0,1 0 1 0 0,0 1-1 0 0,-1-1 1 0 0,1 0-1 0 0,0 0 1 0 0,-1 1-1 0 0,1-1 1 0 0,-1 0-1 0 0,1 1 1 0 0,0-1-1 0 0,-1 1 1 0 0,1-1-1 0 0,-1 1 1 0 0,1-1-1 0 0,-1 1 0 0 0,0-1 1 0 0,1 1-1 0 0,-1 0 1 0 0,1-1-1 0 0,-1 1 1 0 0,0-1-1 0 0,0 1 1 0 0,1 0-1 0 0,-1-1 1 0 0,0 1-1 0 0,0 0 1 0 0,0-1-1 0 0,0 1 1 0 0,1 1-1 0 0,-1-1-5 0 0,1 1 0 0 0,0-1 0 0 0,0 0 0 0 0,0 0 0 0 0,0 0 0 0 0,0 1 0 0 0,0-1 0 0 0,0 0 0 0 0,0 0 0 0 0,0 0 1 0 0,0-1-1 0 0,0 1 0 0 0,1 0 0 0 0,-1 0 0 0 0,0-1 0 0 0,1 1 0 0 0,2 0 0 0 0,1 2 16 0 0,-4-2 3 0 0,0 1 1 0 0,0-1-1 0 0,-1 1 0 0 0,1-1 0 0 0,0 1 0 0 0,-1 0 0 0 0,1-1 1 0 0,-1 1-1 0 0,1 0 0 0 0,-1 0 0 0 0,0-1 0 0 0,0 1 1 0 0,0 0-1 0 0,0 0 0 0 0,0-1 0 0 0,0 1 0 0 0,0 0 1 0 0,-1 2-1 0 0,0 3 90 0 0,1-3-47 0 0,0-1 1 0 0,-1 1 0 0 0,1 0 0 0 0,-1-1 0 0 0,0 0 0 0 0,0 1 0 0 0,-1-1-1 0 0,1 0 1 0 0,-1 1 0 0 0,1-1 0 0 0,-1 0 0 0 0,0 0 0 0 0,-4 5-1 0 0,-36 31 848 0 0,39-36-811 0 0,-2 1 91 0 0,-1-1-1 0 0,1 1 0 0 0,-1-1 1 0 0,0 0-1 0 0,0-1 0 0 0,0 0 1 0 0,0 1-1 0 0,-1-2 0 0 0,1 1 0 0 0,0-1 1 0 0,-1 0-1 0 0,1 0 0 0 0,-1-1 1 0 0,1 0-1 0 0,-12-1 0 0 0,8 1 275 0 0,9 0-387 0 0,-1 0 0 0 0,1 0 0 0 0,-1 0 0 0 0,1 0 0 0 0,0 0 0 0 0,-1 0 0 0 0,1-1-1 0 0,-1 1 1 0 0,1 0 0 0 0,-1-1 0 0 0,1 1 0 0 0,0-1 0 0 0,-1 0 0 0 0,1 1 0 0 0,0-1 0 0 0,0 0 0 0 0,0 0 0 0 0,-1 0 0 0 0,1 0 0 0 0,0 0 0 0 0,0 0 0 0 0,0 0-1 0 0,0 0 1 0 0,1 0 0 0 0,-1 0 0 0 0,0-1 0 0 0,0 1 0 0 0,1 0 0 0 0,-1-1 0 0 0,0-1 0 0 0,0-3 30 0 0,0 0 1 0 0,0-1-1 0 0,0 1 1 0 0,1 0-1 0 0,1-13 1 0 0,0-2 71 0 0,-1-6-19 0 0,-1 5-33 0 0,2 1 0 0 0,0-1 0 0 0,5-26 0 0 0,-4 40-98 0 0,0 1 0 0 0,0 0-1 0 0,1-1 1 0 0,0 1 0 0 0,0 0 0 0 0,0 1-1 0 0,1-1 1 0 0,0 0 0 0 0,1 1 0 0 0,0 0-1 0 0,0 0 1 0 0,0 1 0 0 0,8-7 0 0 0,10-4 35 0 0,-20 15-73 0 0,-1 1-1 0 0,0-1 1 0 0,0-1 0 0 0,1 1-1 0 0,-1 0 1 0 0,0 0 0 0 0,0-1 0 0 0,0 1-1 0 0,-1-1 1 0 0,1 0 0 0 0,0 0-1 0 0,-1 1 1 0 0,1-1 0 0 0,-1 0-1 0 0,1 0 1 0 0,-1-1 0 0 0,2-3 0 0 0,-3 6 8 0 0,0 0 0 0 0,0-1 0 0 0,0 1 0 0 0,0 0 0 0 0,0 0 0 0 0,0 0 0 0 0,0 0 0 0 0,0 0 0 0 0,0 0 0 0 0,1-1 0 0 0,-1 1 0 0 0,0 0 0 0 0,0 0 0 0 0,0 0 0 0 0,0 0 1 0 0,0 0-1 0 0,0 0 0 0 0,0 0 0 0 0,0 0 0 0 0,0-1 0 0 0,0 1 0 0 0,0 0 0 0 0,1 0 0 0 0,-1 0 0 0 0,0 0 0 0 0,0 0 0 0 0,0 0 0 0 0,0 0 0 0 0,0 0 0 0 0,0 0 1 0 0,1 0-1 0 0,-1 0 0 0 0,0 0 0 0 0,0 0 0 0 0,0 0 0 0 0,0 0 0 0 0,0 0 0 0 0,0 0 0 0 0,1 0 0 0 0,-1 0 0 0 0,0 0 0 0 0,0 0 0 0 0,0 0 0 0 0,0 0 0 0 0,0 0 0 0 0,0 0 1 0 0,0 0-1 0 0,1 0 0 0 0,-1 0 0 0 0,0 0 0 0 0,0 0 0 0 0,0 0 0 0 0,0 1 0 0 0,0-1 0 0 0,0 0 0 0 0,0 0 0 0 0,0 0 0 0 0,0 0 0 0 0,1 0 0 0 0,-1 0 0 0 0,1 1 6 0 0,0-1-27 0 0,0 0-1 0 0,0 0 1 0 0,0 0 0 0 0,0 0-1 0 0,1 0 1 0 0,-1 1 0 0 0,0-1-1 0 0,0 0 1 0 0,-1 1 0 0 0,1-1-1 0 0,0 1 1 0 0,0-1 0 0 0,0 1-1 0 0,0-1 1 0 0,0 1 0 0 0,0 0-1 0 0,-1-1 1 0 0,1 1 0 0 0,0 0-1 0 0,0 0 1 0 0,-1 0 0 0 0,1-1-1 0 0,-1 1 1 0 0,1 0 0 0 0,-1 0 0 0 0,1 0-1 0 0,-1 0 1 0 0,1 0 0 0 0,-1 0-1 0 0,0 0 1 0 0,0 0 0 0 0,1 0-1 0 0,-1 0 1 0 0,0 2 0 0 0,6 13-264 0 0,11 23-187 0 0,-10-24 372 0 0,0 1 0 0 0,-1 0-1 0 0,0 0 1 0 0,-2 0 0 0 0,0 0-1 0 0,0 1 1 0 0,-2-1 0 0 0,1 18 0 0 0,-3-30 106 0 0,0-1-1 0 0,0 0 1 0 0,0 1 0 0 0,-1-1 0 0 0,0 0 0 0 0,0 1 0 0 0,0-1 0 0 0,0 0 0 0 0,0 0 0 0 0,0 0 0 0 0,-1 0 0 0 0,1 0 0 0 0,-1 0 0 0 0,0 0 0 0 0,-4 4 0 0 0,1-2 11 0 0,-1 0 0 0 0,0 0-1 0 0,-1 0 1 0 0,-12 6 0 0 0,-10 9 252 0 0,29-20-253 0 0,0 0 1 0 0,0 1-1 0 0,0-1 0 0 0,-1 0 1 0 0,1 0-1 0 0,0 0 1 0 0,0 0-1 0 0,0 0 1 0 0,0 0-1 0 0,0 0 1 0 0,0 0-1 0 0,0 1 0 0 0,0-1 1 0 0,0 0-1 0 0,0 0 1 0 0,0 0-1 0 0,-1 0 1 0 0,1 0-1 0 0,0 0 1 0 0,0 0-1 0 0,0 0 0 0 0,0 0 1 0 0,0 0-1 0 0,0 0 1 0 0,0 0-1 0 0,-1 0 1 0 0,1 0-1 0 0,0 0 1 0 0,0 0-1 0 0,0 0 0 0 0,0 0 1 0 0,0 0-1 0 0,0 0 1 0 0,-1 0-1 0 0,1 0 1 0 0,0 0-1 0 0,0 0 1 0 0,0 0-1 0 0,0 0 0 0 0,0 0 1 0 0,0 0-1 0 0,0 0 1 0 0,0 0-1 0 0,-1 0 1 0 0,1-1-1 0 0,0 1 1 0 0,0 0-1 0 0,0 0 0 0 0,0 0 1 0 0,0 0-1 0 0,0 0 1 0 0,0 0-1 0 0,0 0 1 0 0,0 0-1 0 0,0-1 1 0 0,0 1-1 0 0,0 0 0 0 0,-1-11 316 0 0,2 8-299 0 0,-1 1 1 0 0,0 0-1 0 0,0-1 1 0 0,-1 1-1 0 0,1-1 1 0 0,0 1-1 0 0,-1-1 1 0 0,1 1 0 0 0,-1 0-1 0 0,-1-4 1 0 0,-4-2 40 0 0,4 5-44 0 0,1 1 1 0 0,-1-1-1 0 0,0 1 1 0 0,1-1-1 0 0,0 1 1 0 0,-1-1-1 0 0,1 0 0 0 0,0 0 1 0 0,0 0-1 0 0,1 0 1 0 0,-1 0-1 0 0,1 1 1 0 0,-1-1-1 0 0,1-4 1 0 0,0-6 70 0 0,-1 8-68 0 0,1 1 0 0 0,0 0 0 0 0,0-1 0 0 0,0 1 0 0 0,0-1 0 0 0,1 1 0 0 0,0-1-1 0 0,0 1 1 0 0,2-5 0 0 0,4-4 10 0 0,-5 10-65 0 0,0 0 1 0 0,-1 0 0 0 0,1 0-1 0 0,-1 0 1 0 0,0 0-1 0 0,1 0 1 0 0,-1 0-1 0 0,-1 0 1 0 0,1 0-1 0 0,0 0 1 0 0,-1-4 0 0 0,0 7 5 0 0,0 0 1 0 0,0 0-1 0 0,0 0 1 0 0,0 0-1 0 0,0-1 0 0 0,0 1 1 0 0,0 0-1 0 0,0 0 1 0 0,0 0-1 0 0,0 0 1 0 0,0 0-1 0 0,0 0 1 0 0,0 0-1 0 0,0 0 1 0 0,0-1-1 0 0,0 1 1 0 0,0 0-1 0 0,0 0 1 0 0,0 0-1 0 0,0 0 1 0 0,0 0-1 0 0,0 0 1 0 0,0 0-1 0 0,-1 0 0 0 0,1 0 1 0 0,0 0-1 0 0,0 0 1 0 0,0 0-1 0 0,0 0 1 0 0,0 0-1 0 0,0-1 1 0 0,0 1-1 0 0,0 0 1 0 0,0 0-1 0 0,0 0 1 0 0,-1 0-1 0 0,1 0 1 0 0,0 0-1 0 0,0 0 1 0 0,0 0-1 0 0,0 0 1 0 0,0 0-1 0 0,0 0 1 0 0,0 0-1 0 0,0 0 0 0 0,-1 0 1 0 0,1 0-1 0 0,0 0 1 0 0,0 1-1 0 0,0-1 1 0 0,0 0-1 0 0,0 0 1 0 0,0 0-1 0 0,0 0 1 0 0,0 0-1 0 0,0 0 1 0 0,0 0-1 0 0,-1 0 1 0 0,1 0-1 0 0,0 0 1 0 0,0 0-1 0 0,0 0 1 0 0,0 0-1 0 0,0 0 1 0 0,0 1-1 0 0,0-1 0 0 0,0 0 1 0 0,0 0-1 0 0,-1 0-233 0 0,0 1-1 0 0,0-1 1 0 0,0 0 0 0 0,0 1-1 0 0,0-1 1 0 0,0 1-1 0 0,0-1 1 0 0,0 1-1 0 0,0 0 1 0 0,0-1-1 0 0,1 1 1 0 0,-1 0-1 0 0,0 0 1 0 0,1-1 0 0 0,-1 1-1 0 0,0 0 1 0 0,1 0-1 0 0,-1 0 1 0 0,1 0-1 0 0,-1 2 1 0 0,-1 4-2375 0 0,1 1 0 0 0,0-1 0 0 0,0 1 0 0 0,1 13 1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27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47 1841 0 0,'-27'17'5162'0'0,"22"-14"-1894"0"0,-1-3-1027 0 0,6 0-2019 0 0,-1 1-46 0 0,-1-1 0 0 0,1 0 0 0 0,-1 0 0 0 0,1 0 0 0 0,-1 0-1 0 0,1 0 1 0 0,-1 0 0 0 0,1 0 0 0 0,-1 0 0 0 0,1-1 0 0 0,0 1 0 0 0,-1-1 0 0 0,1 1 0 0 0,0-1 0 0 0,-1 1 0 0 0,1-1 0 0 0,-2-2 1360 0 0,3 2-1297 0 0,0 1 0 0 0,0-1 0 0 0,0 0 0 0 0,1 0 0 0 0,-1 0 0 0 0,0 1 0 0 0,0-1 0 0 0,1 0 0 0 0,-1 0-1 0 0,0 1 1 0 0,1-1 0 0 0,-1 0 0 0 0,1 1 0 0 0,-1-1 0 0 0,1 0 0 0 0,-1 1 0 0 0,1-1 0 0 0,0 0 0 0 0,17-8 863 0 0,22 2-794 0 0,210-3 1599 0 0,-173 20-1661 0 0,-54-6-137 0 0,1-1 0 0 0,26-1 1 0 0,10-2 690 0 0,-66-8-173 0 0,-12 2-308 0 0,0 0 1 0 0,0 1-1 0 0,-1 0 0 0 0,0 2 0 0 0,0 0 0 0 0,-36 0 1 0 0,21 3-39 0 0,0 2 1 0 0,1 1 0 0 0,-47 10 0 0 0,31 0-154 0 0,44-12-99 0 0,-12-2 147 0 0,15 1-174 0 0,0 0 0 0 0,1 0-1 0 0,-1 0 1 0 0,0 0 0 0 0,0 0 0 0 0,0 0 0 0 0,0 0-1 0 0,0 1 1 0 0,0-1 0 0 0,0 1 0 0 0,1-1 0 0 0,-1 1-1 0 0,-3 1 1 0 0,6 7-92 0 0,0-8 62 0 0,-2 0 14 0 0,1 0 1 0 0,-1 1-1 0 0,0-1 1 0 0,0 0-1 0 0,0 0 1 0 0,0 0-1 0 0,0 0 0 0 0,0 0 1 0 0,0 0-1 0 0,-1 0 1 0 0,1 0-1 0 0,0 0 1 0 0,0 0-1 0 0,-1-1 1 0 0,1 1-1 0 0,-1 0 1 0 0,1-1-1 0 0,-2 1 1 0 0,-1 1-37 0 0,4-2 49 0 0,-29 28-132 0 0,28-26 129 0 0,-1 0 0 0 0,1 0 0 0 0,0 0 0 0 0,0 0 0 0 0,1 1 0 0 0,-1-1 0 0 0,0 0 0 0 0,1 0 0 0 0,-1 1-1 0 0,1-1 1 0 0,0 0 0 0 0,0 5 0 0 0,0-5 2 0 0,0 0 0 0 0,0 0 0 0 0,0 0 0 0 0,-1 0 0 0 0,1 0-1 0 0,-1 0 1 0 0,1 0 0 0 0,-1 0 0 0 0,1 0 0 0 0,-1 0 0 0 0,0 0 0 0 0,0 0-1 0 0,0-1 1 0 0,0 1 0 0 0,0 0 0 0 0,-1-1 0 0 0,1 1 0 0 0,0-1 0 0 0,-1 1 0 0 0,-1 1-1 0 0,-6 7 8 0 0,8-9-3 0 0,1 0 0 0 0,-1 0 0 0 0,1 0 0 0 0,0 0 0 0 0,0 0 0 0 0,-1 0-1 0 0,1 0 1 0 0,0 1 0 0 0,0-1 0 0 0,0 0 0 0 0,0 0 0 0 0,0 0 0 0 0,1 0 0 0 0,-1 0 0 0 0,0 0 0 0 0,0 1 0 0 0,1-1-1 0 0,-1 0 1 0 0,1 0 0 0 0,-1 0 0 0 0,1 0 0 0 0,-1 0 0 0 0,1 0 0 0 0,0 0 0 0 0,-1 0 0 0 0,1-1 0 0 0,0 1 0 0 0,0 0-1 0 0,0 0 1 0 0,-1-1 0 0 0,1 1 0 0 0,0 0 0 0 0,0-1 0 0 0,0 1 0 0 0,0-1 0 0 0,2 1 0 0 0,3 5 7 0 0,-5-4-12 0 0,0-1 0 0 0,0 1 0 0 0,-1-1 0 0 0,1 1 0 0 0,0-1 0 0 0,-1 1 0 0 0,0 0 0 0 0,1-1 0 0 0,-1 1 0 0 0,0 0 0 0 0,0-1 0 0 0,0 1 0 0 0,0 0 0 0 0,0-1 0 0 0,0 1 0 0 0,0 0 0 0 0,-1-1 0 0 0,1 1 0 0 0,-1 0 0 0 0,1-1 0 0 0,-1 1 0 0 0,0-1 0 0 0,1 1 0 0 0,-1-1 0 0 0,0 1 0 0 0,0-1 1 0 0,0 1-1 0 0,0-1 0 0 0,0 0 0 0 0,0 0 0 0 0,-1 1 0 0 0,-1 0 0 0 0,-3 7 21 0 0,9-4-31 0 0,1-1-1 0 0,0 0 1 0 0,0 0 0 0 0,0-1-1 0 0,1 1 1 0 0,-1-1 0 0 0,1 0-1 0 0,-1 0 1 0 0,1 0 0 0 0,7 2-1 0 0,23 9-152 0 0,61 14-1 0 0,-75-24 125 0 0,0-1-1 0 0,0-1 1 0 0,0-1 0 0 0,0-1 0 0 0,31-3-1 0 0,-20-4-37 0 0,-26 6 80 0 0,-5 1-2 0 0,0 0 0 0 0,0 0 0 0 0,0 0 1 0 0,1 0-1 0 0,-1-1 0 0 0,0 1 0 0 0,0 0 0 0 0,0 0 0 0 0,0-1 0 0 0,0 1 1 0 0,0-1-1 0 0,0 1 0 0 0,0-1 0 0 0,0 1 0 0 0,0-1 0 0 0,0 1 1 0 0,0-1-1 0 0,0 0 0 0 0,-1 0 0 0 0,1 1 0 0 0,0-1 0 0 0,0 0 0 0 0,-1 0 1 0 0,1 0-1 0 0,0 0 0 0 0,-1 0 0 0 0,1 0 0 0 0,-1 0 0 0 0,0 0 0 0 0,1 0 1 0 0,-1 0-1 0 0,0 0 0 0 0,1 0 0 0 0,-1-1 0 0 0,0 1 0 0 0,0 0 1 0 0,0 0-1 0 0,0 0 0 0 0,0 0 0 0 0,0 0 0 0 0,0 0 0 0 0,-1-2 0 0 0,0 2 8 0 0,1 0 0 0 0,-1-1-1 0 0,1 1 1 0 0,-1 0-1 0 0,0 0 1 0 0,0 0-1 0 0,0 0 1 0 0,0 0-1 0 0,0 0 1 0 0,0 1-1 0 0,0-1 1 0 0,0 0 0 0 0,0 0-1 0 0,0 1 1 0 0,0-1-1 0 0,0 0 1 0 0,-1 1-1 0 0,1-1 1 0 0,0 1-1 0 0,-1 0 1 0 0,1-1 0 0 0,0 1-1 0 0,0 0 1 0 0,-2 0-1 0 0,-3-2 16 0 0,-25-5 22 0 0,-1 2-1 0 0,-1 1 0 0 0,1 1 0 0 0,0 2 1 0 0,-57 5-1 0 0,70-2-18 0 0,0 1 1 0 0,1 0-1 0 0,-21 7 0 0 0,-2 0 12 0 0,31-8-30 0 0,3-1-19 0 0,0 0 1 0 0,0 1-1 0 0,1-1 0 0 0,-1 1 1 0 0,0 1-1 0 0,0-1 0 0 0,1 1 1 0 0,0 0-1 0 0,-1 1 1 0 0,-8 6-1 0 0,12-6 1 0 0,0-1 1 0 0,0 0-1 0 0,0-1 0 0 0,0 1 1 0 0,0 0-1 0 0,0-1 0 0 0,-6 4 1 0 0,6-5 11 0 0,2 1-4 0 0,0-1 1 0 0,0 0-1 0 0,1 0 1 0 0,-1 1 0 0 0,0-1-1 0 0,1 0 1 0 0,-1 1 0 0 0,1-1-1 0 0,0 0 1 0 0,-1 1-1 0 0,1-1 1 0 0,0 1 0 0 0,0-1-1 0 0,0 1 1 0 0,0-1 0 0 0,0 1-1 0 0,0-1 1 0 0,0 1-1 0 0,0-1 1 0 0,1 3 0 0 0,0-1 7 0 0,-1-2-3 0 0,0-1 0 0 0,0 0 1 0 0,0 0-1 0 0,0 1 0 0 0,0-1 0 0 0,0 0 1 0 0,0 0-1 0 0,0 0 0 0 0,0 1 1 0 0,0-1-1 0 0,-1 0 0 0 0,1 0 0 0 0,0 1 1 0 0,0-1-1 0 0,0 0 0 0 0,0 0 0 0 0,0 0 1 0 0,0 1-1 0 0,0-1 0 0 0,0 0 1 0 0,-1 0-1 0 0,1 0 0 0 0,0 0 0 0 0,0 1 1 0 0,0-1-1 0 0,0 0 0 0 0,-1 0 0 0 0,1 0 1 0 0,0 0-1 0 0,0 0 0 0 0,0 1 0 0 0,-1-1 1 0 0,1 0-1 0 0,0 0 0 0 0,0 0 1 0 0,0 0-1 0 0,-1 0 0 0 0,1 0 0 0 0,0 0 1 0 0,0 0-1 0 0,-1 0 0 0 0,-13 2 16 0 0,6 1-19 0 0,8 1 1 0 0,3-3 0 0 0,-2 0 2 0 0,1 0-1 0 0,0 0 1 0 0,-1 0-1 0 0,1 0 1 0 0,-1 0-1 0 0,1 0 1 0 0,-1 1-1 0 0,0-1 1 0 0,1 0-1 0 0,-1 1 1 0 0,0-1-1 0 0,0 1 1 0 0,0-1-1 0 0,0 1 0 0 0,0 0 1 0 0,0-1-1 0 0,-1 1 1 0 0,1 0-1 0 0,-1 0 1 0 0,1 0-1 0 0,-1-1 1 0 0,1 1-1 0 0,-1 0 1 0 0,0 0-1 0 0,0 0 1 0 0,0 0-1 0 0,0 0 0 0 0,0 2 1 0 0,0 1-2 0 0,0-1 0 0 0,-1 1 1 0 0,1 0-1 0 0,-1-1 0 0 0,0 1 0 0 0,0-1 0 0 0,0 1 1 0 0,-1-1-1 0 0,1 1 0 0 0,-1-1 0 0 0,0 0 0 0 0,0 0 1 0 0,-6 7-1 0 0,2-1-1 0 0,5-8 2 0 0,0 0 0 0 0,1 0 0 0 0,-1-1 0 0 0,0 1 0 0 0,1 0 0 0 0,-1 0 0 0 0,1 0 0 0 0,-1 0 0 0 0,1 0 0 0 0,0 0 0 0 0,0 0 0 0 0,0 2 0 0 0,0-2 0 0 0,0 0 0 0 0,0 0 0 0 0,0 0 0 0 0,0-1 0 0 0,0 1 0 0 0,-1 0 0 0 0,1 0 0 0 0,-1-1 0 0 0,1 1 0 0 0,-1 0 0 0 0,-1 1 0 0 0,-7 11 0 0 0,7-12 0 0 0,0 0 0 0 0,0 0 0 0 0,1 0 0 0 0,-1 0 0 0 0,1 1 0 0 0,0-1 0 0 0,0 0 0 0 0,0 1 0 0 0,0-1 0 0 0,0 1 0 0 0,0 0 0 0 0,1-1 0 0 0,-1 1 0 0 0,1-1 0 0 0,-1 6 0 0 0,2 5-11 0 0,-1-9-1 0 0,1-1 1 0 0,-1 1 0 0 0,0 0 0 0 0,0 0 0 0 0,-1 0 0 0 0,1 0 0 0 0,-1 0 0 0 0,0 0-1 0 0,0-1 1 0 0,-2 7 0 0 0,-8 4-12 0 0,10-12 22 0 0,-1 0 0 0 0,0 0 0 0 0,1 0 0 0 0,0 0 0 0 0,-1 0 0 0 0,1 0 0 0 0,0 0-1 0 0,0 1 1 0 0,0-1 0 0 0,0 0 0 0 0,1 1 0 0 0,-1-1 0 0 0,0 1 0 0 0,1-1 0 0 0,0 5 0 0 0,0 69 121 0 0,0-74-146 0 0,5-2-361 0 0,108-12 948 0 0,-30 2-269 0 0,172-10-345 0 0,-225 17-2455 0 0,36 1 0 0 0,23 9-8123 0 0,-86-7 9899 0 0,-1 1-1 0 0,1-1 1 0 0,0 1 0 0 0,0-1-1 0 0,0 1 1 0 0,0 0 0 0 0,-1 0-1 0 0,1 1 1 0 0,4 2 0 0 0,-6-4 465 0 0,-1 1 1 0 0,1-1 0 0 0,-1 1 0 0 0,1-1 0 0 0,-1 1-1 0 0,0-1 1 0 0,1 1 0 0 0,-1 0 0 0 0,0-1 0 0 0,1 1 0 0 0,-1-1-1 0 0,0 1 1 0 0,0 0 0 0 0,0-1 0 0 0,1 1 0 0 0,-1 0-1 0 0,0-1 1 0 0,0 1 0 0 0,0 0 0 0 0,0-1 0 0 0,0 2 0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29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1 138 240 0 0,'8'-6'241'0'0,"-1"1"-34"0"0,-1-1 0 0 0,1 1-1 0 0,-1-2 1 0 0,0 1-1 0 0,8-12 1 0 0,-12 15-164 0 0,1 0 1 0 0,-1-1-1 0 0,1 1 1 0 0,-1 0-1 0 0,1 0 1 0 0,0 1 0 0 0,0-1-1 0 0,0 0 1 0 0,0 1-1 0 0,1 0 1 0 0,-1 0-1 0 0,1 0 1 0 0,-1 0-1 0 0,1 1 1 0 0,0-1-1 0 0,0 1 1 0 0,0 0-1 0 0,6-1 1 0 0,26-10 183 0 0,-29 9-196 0 0,54-19 116 0 0,-58 21-150 0 0,0 0-1 0 0,1 1 0 0 0,-1-1 1 0 0,0 1-1 0 0,0 0 0 0 0,1 0 1 0 0,-1 0-1 0 0,0 0 0 0 0,0 0 1 0 0,0 1-1 0 0,1-1 0 0 0,-1 1 1 0 0,0 0-1 0 0,0 0 0 0 0,6 3 1 0 0,-8-3 2 0 0,0 1 1 0 0,0 0-1 0 0,0 0 1 0 0,-1-1-1 0 0,1 1 1 0 0,0 0-1 0 0,-1 0 1 0 0,1 0 0 0 0,-1 0-1 0 0,0 0 1 0 0,1 0-1 0 0,-1 0 1 0 0,0 0-1 0 0,0 0 1 0 0,-1 0-1 0 0,1 0 1 0 0,0 0 0 0 0,-1 2-1 0 0,0 8 10 0 0,2 13 34 0 0,0-11 37 0 0,-1-1 0 0 0,-3 27 1 0 0,2-37-38 0 0,1 0-1 0 0,-1 0 1 0 0,0 0 0 0 0,0 0 0 0 0,0 0-1 0 0,0 0 1 0 0,0 0 0 0 0,-1 0 0 0 0,0 0-1 0 0,1 0 1 0 0,-1-1 0 0 0,0 1 0 0 0,0-1-1 0 0,0 1 1 0 0,-1-1 0 0 0,1 0 0 0 0,-5 3-1 0 0,-5 0 267 0 0,11-5-231 0 0,-1 1 1 0 0,1-1-1 0 0,0 0 0 0 0,0 1 1 0 0,-1-1-1 0 0,1 1 1 0 0,0-1-1 0 0,0 1 0 0 0,0 0 1 0 0,0-1-1 0 0,0 1 0 0 0,0 0 1 0 0,0 0-1 0 0,0 0 0 0 0,0 0 1 0 0,-1 2-1 0 0,-4-3 709 0 0,-15-5-120 0 0,20 5-636 0 0,1 0 0 0 0,0 0 0 0 0,0 0-1 0 0,-1 0 1 0 0,1 0 0 0 0,0 0 0 0 0,0 0-1 0 0,-1 0 1 0 0,1 0 0 0 0,0 0 0 0 0,0 0 0 0 0,-1 0-1 0 0,1-1 1 0 0,0 1 0 0 0,0 0 0 0 0,0 0 0 0 0,-1 0-1 0 0,1 0 1 0 0,0 0 0 0 0,0-1 0 0 0,0 1-1 0 0,-1 0 1 0 0,1 0 0 0 0,0-1 0 0 0,0 1 0 0 0,0 0-1 0 0,0 0 1 0 0,0 0 0 0 0,0-1 0 0 0,0 1-1 0 0,0 0 1 0 0,-1 0 0 0 0,1-1 0 0 0,0 1 0 0 0,0 0-1 0 0,0 0 1 0 0,0-1 0 0 0,0 1 0 0 0,0 0-1 0 0,1-1 1 0 0,-1 1-12 0 0,0-1 0 0 0,0 1-1 0 0,0-1 1 0 0,0 1 0 0 0,0 0-1 0 0,0-1 1 0 0,-1 1 0 0 0,1-1-1 0 0,0 1 1 0 0,0 0 0 0 0,0-1-1 0 0,0 1 1 0 0,0-1 0 0 0,-1 1-1 0 0,1 0 1 0 0,0-1 0 0 0,0 1-1 0 0,0 0 1 0 0,-1-1 0 0 0,1 1-1 0 0,0 0 1 0 0,-1 0 0 0 0,1-1-1 0 0,0 1 1 0 0,-1-1 0 0 0,-1 0 15 0 0,-21-17 527 0 0,22 17-535 0 0,0 0 0 0 0,1 0 1 0 0,-1 0-1 0 0,1 0 0 0 0,-1 0 0 0 0,1 1 0 0 0,-1-1 0 0 0,1 0 0 0 0,0 0 0 0 0,-1 0 0 0 0,1 0 0 0 0,0 0 0 0 0,0 0 0 0 0,0 0 0 0 0,0-1 0 0 0,0 1 0 0 0,0 0 1 0 0,0 0-1 0 0,0 0 0 0 0,0 0 0 0 0,0 0 0 0 0,1 0 0 0 0,-1 0 0 0 0,0 0 0 0 0,1 0 0 0 0,-1 0 0 0 0,1 1 0 0 0,-1-1 0 0 0,1 0 0 0 0,-1 0 0 0 0,1 0 0 0 0,0 0 1 0 0,-1 1-1 0 0,1-1 0 0 0,1-1 0 0 0,5-3 92 0 0,-5 4-98 0 0,-1 0-1 0 0,0 1 0 0 0,1-1 0 0 0,-1 0 0 0 0,0 0 1 0 0,0 0-1 0 0,0 0 0 0 0,0 0 0 0 0,0 0 0 0 0,0 0 1 0 0,0 0-1 0 0,0 0 0 0 0,0-1 0 0 0,-1 1 0 0 0,1 0 1 0 0,0-1-1 0 0,-1 1 0 0 0,1 0 0 0 0,-1-1 0 0 0,0 1 1 0 0,1-1-1 0 0,-1-2 0 0 0,0 4-9 0 0,0-1 0 0 0,0 0 0 0 0,0 1-1 0 0,0-1 1 0 0,0 0 0 0 0,1 0 0 0 0,-1 1 0 0 0,0-1 0 0 0,0 0 0 0 0,0 1 0 0 0,1-1-1 0 0,-1 0 1 0 0,0 1 0 0 0,1-1 0 0 0,-1 0 0 0 0,1 1 0 0 0,-1-1 0 0 0,0 1-1 0 0,1-1 1 0 0,0 1 0 0 0,-1-1 0 0 0,1 1 0 0 0,-1-1 0 0 0,1 1 0 0 0,-1 0 0 0 0,1-1-1 0 0,0 1 1 0 0,-1 0 0 0 0,1-1 0 0 0,0 1 0 0 0,-1 0 0 0 0,1 0 0 0 0,0 0-1 0 0,0 0 1 0 0,-1 0 0 0 0,2-1 0 0 0,-1 1-1 0 0,-1 0 1 0 0,1 0-1 0 0,0 0 0 0 0,-1 0 0 0 0,1 0 0 0 0,0 0 1 0 0,-1 0-1 0 0,1 0 0 0 0,-1-1 0 0 0,1 1 1 0 0,0 0-1 0 0,-1-1 0 0 0,1 1 0 0 0,-1 0 1 0 0,1-1-1 0 0,-1 1 0 0 0,1-1 0 0 0,-1 1 1 0 0,1-1-1 0 0,-1 1 0 0 0,1-1 0 0 0,-1 1 1 0 0,0-1-1 0 0,1 1 0 0 0,-1-1 0 0 0,0 1 1 0 0,1-1-1 0 0,-1 0 0 0 0,0 1 0 0 0,0-1 1 0 0,0 0-1 0 0,1 1 0 0 0,-1-1 0 0 0,0 0 0 0 0,0 1 1 0 0,0-2-1 0 0,0 2-2 0 0,0 0 0 0 0,0-1 0 0 0,0 1 1 0 0,0-1-1 0 0,1 1 0 0 0,-1 0 0 0 0,0-1 0 0 0,0 1 0 0 0,0 0 1 0 0,1-1-1 0 0,-1 1 0 0 0,0 0 0 0 0,0-1 0 0 0,1 1 0 0 0,-1 0 1 0 0,0 0-1 0 0,1-1 0 0 0,-1 1 0 0 0,0 0 0 0 0,1 0 0 0 0,-1-1 1 0 0,1 1-1 0 0,-1 0 0 0 0,0 0 0 0 0,1 0 0 0 0,-1 0 0 0 0,0 0 0 0 0,1 0 1 0 0,-1 0-1 0 0,1 0 0 0 0,-1 0 0 0 0,1 0 0 0 0,17 0 47 0 0,-14 0-11 0 0,-3 0-38 0 0,10-1 124 0 0,0 1 1 0 0,0 1-1 0 0,1 0 1 0 0,-1 0-1 0 0,0 1 1 0 0,-1 0-1 0 0,16 6 1 0 0,16 4 188 0 0,-36-12-267 0 0,1 2 1 0 0,0-1-1 0 0,-1 1 0 0 0,1 0 0 0 0,-1 0 0 0 0,0 1 0 0 0,0 0 0 0 0,0 0 0 0 0,0 0 0 0 0,9 7 0 0 0,17 23 443 0 0,-31-32-444 0 0,0 0 0 0 0,0 0 0 0 0,-1 1-1 0 0,1-1 1 0 0,0 1 0 0 0,-1-1 0 0 0,1 0 0 0 0,-1 1 0 0 0,0-1 0 0 0,1 1 0 0 0,-1-1 0 0 0,0 1 0 0 0,0-1-1 0 0,0 1 1 0 0,0 0 0 0 0,0-1 0 0 0,0 1 0 0 0,-1-1 0 0 0,1 1 0 0 0,0-1 0 0 0,-1 1 0 0 0,1-1 0 0 0,-1 0-1 0 0,0 1 1 0 0,1-1 0 0 0,-3 3 0 0 0,0-3 39 0 0,2-2-68 0 0,-1 2 0 0 0,1-1-1 0 0,0 0 1 0 0,0 0 0 0 0,0 0 0 0 0,0 0 0 0 0,-1 1 0 0 0,1-1-1 0 0,0 1 1 0 0,0-1 0 0 0,0 1 0 0 0,0-1 0 0 0,0 1-1 0 0,0 0 1 0 0,0-1 0 0 0,0 1 0 0 0,0 0 0 0 0,0 0 0 0 0,1-1-1 0 0,-1 1 1 0 0,-1 2 0 0 0,-3-1 126 0 0,-17 3-227 0 0,16-4-654 0 0,12-1-4041 0 0,-6 0 4352 0 0,22-1-2175 0 0,-17-4-1505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30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164 133 240 0 0,'0'0'6216'0'0,"6"0"-5389"0"0,8 0-10 0 0,1-1 0 0 0,0 0 0 0 0,28-5 0 0 0,-11-3-15 0 0,-29 8-755 0 0,1 1 0 0 0,0-1 1 0 0,-1 0-1 0 0,1 0 0 0 0,0 0 1 0 0,-1-1-1 0 0,0 1 0 0 0,6-4 1 0 0,-2 1-14 0 0,-6 3-17 0 0,1 0 1 0 0,-1 1-1 0 0,0-1 1 0 0,1 0-1 0 0,-1 0 1 0 0,0 0-1 0 0,0 0 1 0 0,1-1-1 0 0,-1 1 1 0 0,0 0 0 0 0,0 0-1 0 0,0-1 1 0 0,-1 1-1 0 0,1-1 1 0 0,0 1-1 0 0,0 0 1 0 0,-1-1-1 0 0,1 0 1 0 0,-1 1-1 0 0,1-1 1 0 0,-1 1 0 0 0,0-1-1 0 0,1 1 1 0 0,-1-1-1 0 0,0 0 1 0 0,0 1-1 0 0,0-1 1 0 0,-1 0-1 0 0,1-2 1 0 0,0 2 12 0 0,0 0-1 0 0,0 0 1 0 0,0 0 0 0 0,0 0-1 0 0,0 0 1 0 0,-1 0 0 0 0,1 0 0 0 0,0 0-1 0 0,-1 0 1 0 0,0 0 0 0 0,1 0-1 0 0,-1 0 1 0 0,0 1 0 0 0,-2-4-1 0 0,1 3 17 0 0,-1 0-1 0 0,0 0 1 0 0,0 0-1 0 0,0 0 0 0 0,0 1 1 0 0,0-1-1 0 0,0 1 0 0 0,-4-1 1 0 0,-9-1-1 0 0,1 1 0 0 0,0 1 0 0 0,-1 0 0 0 0,1 1 0 0 0,-1 1 0 0 0,1 0 0 0 0,-23 5 0 0 0,32-5 4 0 0,1 1 0 0 0,0 0 1 0 0,0 0-1 0 0,0 0 0 0 0,0 0 1 0 0,0 1-1 0 0,0-1 0 0 0,1 1 0 0 0,-6 5 1 0 0,-12 7 231 0 0,4-4-121 0 0,9-6 16 0 0,0 0 0 0 0,1 1 1 0 0,-15 12-1 0 0,20-16-118 0 0,1 1 0 0 0,0-1 0 0 0,0 1 1 0 0,0-1-1 0 0,0 1 0 0 0,0 0 0 0 0,0 0 0 0 0,1 0 0 0 0,0 0 1 0 0,0 0-1 0 0,-1 0 0 0 0,2 0 0 0 0,-1 1 0 0 0,0-1 0 0 0,1 0 1 0 0,-1 7-1 0 0,1-8-50 0 0,0 0 0 0 0,0 0 1 0 0,0 0-1 0 0,0 0 0 0 0,1 0 1 0 0,-1 0-1 0 0,1 0 0 0 0,-1 0 1 0 0,1 0-1 0 0,0 0 0 0 0,0-1 0 0 0,0 1 1 0 0,0 0-1 0 0,0 0 0 0 0,0-1 1 0 0,0 1-1 0 0,1-1 0 0 0,-1 1 1 0 0,0-1-1 0 0,3 2 0 0 0,5 7-49 0 0,1 5-64 0 0,-9-13 96 0 0,0 0 0 0 0,0-1 0 0 0,0 1 0 0 0,1-1 0 0 0,-1 1 0 0 0,0-1 0 0 0,0 1 0 0 0,1-1 0 0 0,-1 0 0 0 0,1 0 0 0 0,-1 0 0 0 0,1 0 0 0 0,0 0 0 0 0,-1 0 0 0 0,1 0 0 0 0,0 0 0 0 0,0-1 1 0 0,0 1-1 0 0,-1-1 0 0 0,4 1 0 0 0,8 2-393 0 0,1-1 1 0 0,0-1 0 0 0,0 0 0 0 0,-1-1-1 0 0,1-1 1 0 0,25-3 0 0 0,0-3-4124 0 0,46-14 0 0 0,-48 8 923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30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131 287 720 0 0,'0'-32'7404'0'0,"0"29"-7002"0"0,-1 0 0 0 0,1 0 0 0 0,-1 0 0 0 0,1 0 1 0 0,-1 0-1 0 0,0 0 0 0 0,0 0 0 0 0,0 0 0 0 0,-1 1 1 0 0,1-1-1 0 0,-1 0 0 0 0,1 1 0 0 0,-1-1 0 0 0,-4-4 1 0 0,-1-3 207 0 0,-6-9 1347 0 0,11 15-1730 0 0,0 1 0 0 0,0 0 0 0 0,0 0 1 0 0,0 0-1 0 0,-1 0 0 0 0,1 0 0 0 0,-1 1 0 0 0,-5-4 1 0 0,-1-1 265 0 0,8 6-397 0 0,-1 0 0 0 0,1 1 0 0 0,-1-1 0 0 0,1 0 0 0 0,-1 0 0 0 0,1 0 1 0 0,0 0-1 0 0,0-1 0 0 0,0 1 0 0 0,-1 0 0 0 0,1-1 0 0 0,0 1 0 0 0,0 0 0 0 0,1-1 0 0 0,-1 1 0 0 0,0-1 0 0 0,0 1 0 0 0,1-1 0 0 0,-1 0 0 0 0,1 1 0 0 0,0-1 0 0 0,-1 0 0 0 0,1 1 0 0 0,0-3 0 0 0,0 3-26 0 0,0-1 0 0 0,0 1 0 0 0,0-1-1 0 0,-1 1 1 0 0,1-1 0 0 0,0 1 0 0 0,-1-1 0 0 0,1 1 0 0 0,-1 0-1 0 0,1-1 1 0 0,-1 1 0 0 0,0 0 0 0 0,0-1 0 0 0,1 1-1 0 0,-1 0 1 0 0,0 0 0 0 0,0-1 0 0 0,0 1 0 0 0,0 0-1 0 0,0 0 1 0 0,-1 0 0 0 0,-1-1 0 0 0,2 2-29 0 0,0-1 1 0 0,0 0-1 0 0,0 0 1 0 0,0 0 0 0 0,-1 0-1 0 0,1 0 1 0 0,1 0-1 0 0,-1 0 1 0 0,0-1-1 0 0,0 1 1 0 0,0 0-1 0 0,1 0 1 0 0,-1-1-1 0 0,0 1 1 0 0,1-1 0 0 0,-1 1-1 0 0,1 0 1 0 0,0-1-1 0 0,0 1 1 0 0,-1-1-1 0 0,1 1 1 0 0,0-3-1 0 0,0 3-25 0 0,0 0 0 0 0,0 0 0 0 0,1 0 0 0 0,-1 0-1 0 0,0-1 1 0 0,1 1 0 0 0,-1 0 0 0 0,0 0-1 0 0,1 0 1 0 0,-1 0 0 0 0,1 0 0 0 0,0 0 0 0 0,-1 0-1 0 0,1 0 1 0 0,0 0 0 0 0,0 0 0 0 0,-1 0 0 0 0,1 1-1 0 0,0-1 1 0 0,0 0 0 0 0,0 1 0 0 0,0-1-1 0 0,0 0 1 0 0,0 1 0 0 0,0-1 0 0 0,0 1 0 0 0,2-1-1 0 0,4-3-43 0 0,-2 1-193 0 0,0 1 0 0 0,-1 0 0 0 0,1 0 0 0 0,0 0 0 0 0,0 1 0 0 0,0 0 1 0 0,0 0-1 0 0,1 0 0 0 0,-1 0 0 0 0,0 1 0 0 0,0 0 0 0 0,0 0 0 0 0,1 0 0 0 0,5 2 0 0 0,11-1-894 0 0,12 0-2207 0 0,-1 2 0 0 0,51 10 0 0 0,-67-9 2230 0 0,109 16-6858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31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21 1601 0 0,'-27'-7'1400'0'0,"12"1"1200"0"0,-7 4-1158 0 0,3 5-90 0 0,2 0 0 0 0,-35 12-1 0 0,52-15-1311 0 0,-1 1 0 0 0,1-1 0 0 0,-1 1 0 0 0,0-1-1 0 0,1 1 1 0 0,-1-1 0 0 0,1 1 0 0 0,0 0-1 0 0,-1-1 1 0 0,1 1 0 0 0,-1 0 0 0 0,1-1 0 0 0,0 1-1 0 0,-1 0 1 0 0,1-1 0 0 0,0 1 0 0 0,0 0-1 0 0,0 0 1 0 0,0-1 0 0 0,-1 1 0 0 0,1 0-1 0 0,0 0 1 0 0,1 0 0 0 0,-4 11 286 0 0,-1-7-226 0 0,3-4-67 0 0,0 1 0 0 0,0-1 1 0 0,0 0-1 0 0,0 1 0 0 0,0-1 0 0 0,0 1 1 0 0,1-1-1 0 0,-1 1 0 0 0,0-1 1 0 0,1 1-1 0 0,-1-1 0 0 0,1 1 0 0 0,-1 2 1 0 0,2-2-18 0 0,0 0 1 0 0,0 1 0 0 0,0-1 0 0 0,0 0-1 0 0,0 0 1 0 0,0-1 0 0 0,0 1 0 0 0,1 0 0 0 0,-1 0-1 0 0,1-1 1 0 0,-1 1 0 0 0,1 0 0 0 0,2 1-1 0 0,28 29 112 0 0,-22-21-93 0 0,0-1 0 0 0,1 0 0 0 0,0 0 0 0 0,1-1 0 0 0,0 0 1 0 0,15 8-1 0 0,1-4-100 0 0,0-1 0 0 0,1-1 0 0 0,0-1 0 0 0,1-2 0 0 0,0-1 0 0 0,0-1 0 0 0,59 3 0 0 0,-78-10-45 0 0,1 0 1 0 0,-1 0 0 0 0,13-5 0 0 0,-22 6 85 0 0,0 0 0 0 0,0 0 0 0 0,0-1 0 0 0,0 1 0 0 0,0-1 0 0 0,0 1-1 0 0,0-1 1 0 0,0 0 0 0 0,-1 0 0 0 0,1 1 0 0 0,0-2 0 0 0,-1 1 0 0 0,1 0 0 0 0,0 0 0 0 0,-1 0 0 0 0,1-1 0 0 0,-1 1 0 0 0,0-1 0 0 0,1 1 0 0 0,-1-1 0 0 0,0 1 0 0 0,0-1 0 0 0,1-2 0 0 0,-2 3 14 0 0,0 0 1 0 0,0 0-1 0 0,0 0 1 0 0,0 0-1 0 0,0 0 0 0 0,1 0 1 0 0,-1 0-1 0 0,0 0 1 0 0,0 0-1 0 0,1 0 0 0 0,-1 0 1 0 0,1 0-1 0 0,-1 0 1 0 0,1 0-1 0 0,-1 1 1 0 0,1-1-1 0 0,0 0 0 0 0,-1 0 1 0 0,1 1-1 0 0,0-1 1 0 0,0 0-1 0 0,-1 1 1 0 0,1-1-1 0 0,0 0 0 0 0,1 0 1 0 0,-1 1 6 0 0,-1 0 0 0 0,1 0 0 0 0,-1-1 0 0 0,1 1 0 0 0,-1 0 0 0 0,1-1 0 0 0,-1 1 0 0 0,1 0 0 0 0,-1-1 0 0 0,0 1 0 0 0,1-1 0 0 0,-1 1 0 0 0,0-1 0 0 0,1 1 0 0 0,-1-1 0 0 0,0 1 0 0 0,1-1 0 0 0,-1 1 1 0 0,0-1-1 0 0,0 1 0 0 0,0-1 0 0 0,0 1 0 0 0,1-2 0 0 0,-18-21-77 0 0,13 12 70 0 0,-8-11 6 0 0,-6 5 32 0 0,-1 1-1 0 0,-30-19 1 0 0,15 10 76 0 0,13 9 126 0 0,0 2 0 0 0,-1 0 0 0 0,-39-17 0 0 0,50 30-69 0 0,-17 8-62 0 0,28-7-99 0 0,0 0 0 0 0,0 0 0 0 0,0 0 0 0 0,0 0 0 0 0,0 0-1 0 0,0 0 1 0 0,-1 0 0 0 0,1 0 0 0 0,0 1 0 0 0,0-1 0 0 0,0 0 0 0 0,0 0 0 0 0,0 0 0 0 0,0 0 0 0 0,0 0 0 0 0,0 0 0 0 0,0 0 0 0 0,0 0-1 0 0,0 0 1 0 0,0 0 0 0 0,0 0 0 0 0,0 0 0 0 0,0 0 0 0 0,0 0 0 0 0,0 1 0 0 0,0-1 0 0 0,0 0 0 0 0,0 0 0 0 0,0 0 0 0 0,-1 0-1 0 0,1 0 1 0 0,0 0 0 0 0,0 0 0 0 0,0 0 0 0 0,1 0 0 0 0,-1 0 0 0 0,0 0 0 0 0,0 1 0 0 0,0-1 0 0 0,0 0 0 0 0,0 0 0 0 0,0 0 0 0 0,0 0-1 0 0,0 0 1 0 0,0 0 0 0 0,0 0 0 0 0,0 0 0 0 0,0 0 0 0 0,0 0 0 0 0,0 0 0 0 0,0 0 0 0 0,0 0 0 0 0,0 0 0 0 0,0 1 0 0 0,0-1-1 0 0,0 0 1 0 0,0 0 0 0 0,1 0 0 0 0,-1 0 0 0 0,0 0 0 0 0,0 0 0 0 0,0 0 0 0 0,0 0 0 0 0,0 0 0 0 0,0 0 0 0 0,1 1 12 0 0,-1 0-3 0 0,0 0-1 0 0,0 0 0 0 0,1 0 1 0 0,-1 0-1 0 0,0 0 1 0 0,1 0-1 0 0,-1-1 0 0 0,0 1 1 0 0,1 0-1 0 0,-1 0 1 0 0,1 0-1 0 0,-1 0 0 0 0,1 0 1 0 0,0 0-1 0 0,-1-1 1 0 0,1 1-1 0 0,0 0 0 0 0,0-1 1 0 0,0 1-1 0 0,-1 0 1 0 0,3 0-1 0 0,23 11 73 0 0,-5-2 13 0 0,-17-7-90 0 0,1 1 0 0 0,0-1 0 0 0,0 0-1 0 0,0 0 1 0 0,0 0 0 0 0,0-1-1 0 0,1 0 1 0 0,-1 0 0 0 0,7 1-1 0 0,34 16 54 0 0,-28-11-27 0 0,1 0 1 0 0,38 10 0 0 0,-26-8-56 0 0,-27-9 22 0 0,-1 0 0 0 0,0 0 0 0 0,0 0 0 0 0,0 1 0 0 0,0-1 0 0 0,0 1 0 0 0,0 0 0 0 0,-1 0 0 0 0,1 0 0 0 0,-1 0 1 0 0,1 1-1 0 0,-1-1 0 0 0,0 1 0 0 0,0-1 0 0 0,0 1 0 0 0,0 0 0 0 0,0 0 0 0 0,0 0 0 0 0,-1 0 0 0 0,0 0 0 0 0,1 0 1 0 0,-1 0-1 0 0,1 5 0 0 0,-2-4 33 0 0,0 0 1 0 0,1 0-1 0 0,-1 0 1 0 0,-1 0 0 0 0,1 1-1 0 0,-1-1 1 0 0,1 0-1 0 0,-1 0 1 0 0,0 0-1 0 0,-1 0 1 0 0,1-1-1 0 0,-1 1 1 0 0,1 0 0 0 0,-1-1-1 0 0,0 1 1 0 0,-1-1-1 0 0,-4 7 1 0 0,-8 5 228 0 0,0 1 1 0 0,-1-2-1 0 0,-1 0 1 0 0,0-1 0 0 0,-1-1-1 0 0,0-1 1 0 0,-25 12-1 0 0,-146 54 1035 0 0,124-53-1343 0 0,59-22-1125 0 0,6-15-8870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32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6563 0 0,'32'77'4242'0'0,"1"-17"-2721"0"0,-33-12-1121 0 0,0-7-80 0 0,0-26-160 0 0,33-9-560 0 0,-33-12-1361 0 0,0-9-2721 0 0,26-5-320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32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 1361 0 0,'24'7'1339'0'0,"1"0"0"0"0,-2 2 0 0 0,1 1 1 0 0,43 25-1 0 0,-60-32-1170 0 0,-6-3-123 0 0,0 1 0 0 0,1-1 0 0 0,-1 1 0 0 0,1 0 0 0 0,-1-1 0 0 0,0 1-1 0 0,0 0 1 0 0,1 0 0 0 0,-1 0 0 0 0,0 0 0 0 0,0 0 0 0 0,0 0 0 0 0,0 0 0 0 0,0 0 0 0 0,0 0-1 0 0,0 0 1 0 0,0 1 0 0 0,-1-1 0 0 0,1 0 0 0 0,0 0 0 0 0,-1 1 0 0 0,1-1 0 0 0,-1 1-1 0 0,1-1 1 0 0,-1 1 0 0 0,0-1 0 0 0,1 3 0 0 0,-2-4-20 0 0,1 1-1 0 0,0 0 1 0 0,0 0-1 0 0,1-1 1 0 0,-1 1-1 0 0,0 0 1 0 0,0-1 0 0 0,0 1-1 0 0,0 0 1 0 0,1 0-1 0 0,-1-1 1 0 0,0 1-1 0 0,1 0 1 0 0,-1-1 0 0 0,0 1-1 0 0,1-1 1 0 0,-1 1-1 0 0,1 0 1 0 0,-1-1-1 0 0,1 1 1 0 0,-1-1 0 0 0,1 1-1 0 0,-1-1 1 0 0,1 1-1 0 0,0-1 1 0 0,-1 0-1 0 0,1 1 1 0 0,0-1-1 0 0,-1 0 1 0 0,1 1 0 0 0,0-1-1 0 0,-1 0 1 0 0,1 0-1 0 0,1 0 1 0 0,-1 1 1 0 0,0-1 0 0 0,0 0 0 0 0,-1 0 0 0 0,1 0 0 0 0,0 1 0 0 0,0-1 0 0 0,0 0 0 0 0,-1 1 0 0 0,1-1 0 0 0,0 1 0 0 0,-1-1 0 0 0,1 1 0 0 0,0-1 0 0 0,-1 1 0 0 0,1-1 0 0 0,0 1 0 0 0,-1 0 0 0 0,1-1 0 0 0,-1 1 0 0 0,1 0 0 0 0,-1-1 0 0 0,0 1 1 0 0,1 0-1 0 0,-1 0 0 0 0,0 0 0 0 0,1-1 0 0 0,-1 1 0 0 0,0 0 0 0 0,0 0 0 0 0,0 0 0 0 0,0 0 0 0 0,0-1 0 0 0,0 1 0 0 0,0 2 0 0 0,-4-6 86 0 0,0 0 0 0 0,0 1 0 0 0,0-1 0 0 0,0 1 0 0 0,0 0 0 0 0,-1 1 0 0 0,1-1 0 0 0,-1 1 0 0 0,-7-2 0 0 0,-8-2 377 0 0,1 0 1 0 0,-28-2-1 0 0,12 5 506 0 0,-41 5 0 0 0,67-3-769 0 0,-1 1 1 0 0,1 0 0 0 0,-1 0-1 0 0,1 1 1 0 0,0 1 0 0 0,0-1 0 0 0,0 2-1 0 0,0-1 1 0 0,-9 6 0 0 0,17-9-205 0 0,1 1 0 0 0,-1-1 0 0 0,0 1 0 0 0,1-1 0 0 0,-1 1 0 0 0,1-1 1 0 0,-1 1-1 0 0,1 0 0 0 0,0-1 0 0 0,-1 1 0 0 0,1-1 0 0 0,-1 1 0 0 0,1 0 0 0 0,0 0 1 0 0,0-1-1 0 0,-1 1 0 0 0,1 0 0 0 0,0-1 0 0 0,0 1 0 0 0,0 0 0 0 0,0 0 0 0 0,0-1 0 0 0,0 1 1 0 0,0 0-1 0 0,0 0 0 0 0,0-1 0 0 0,0 1 0 0 0,0 0 0 0 0,0 0 0 0 0,1-1 0 0 0,-1 1 1 0 0,0 0-1 0 0,0-1 0 0 0,1 1 0 0 0,-1 0 0 0 0,1-1 0 0 0,-1 1 0 0 0,1 0 0 0 0,-1-1 1 0 0,1 1-1 0 0,-1-1 0 0 0,1 1 0 0 0,-1-1 0 0 0,2 1 0 0 0,14 16 97 0 0,1-2 0 0 0,1 0 0 0 0,0-2 0 0 0,1 0 0 0 0,1 0 0 0 0,0-2 1 0 0,0-1-1 0 0,22 9 0 0 0,88 17-617 0 0,-104-31-1849 0 0,42 3 0 0 0,-3-7-5845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34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1 213 480 0 0,'0'-2'53'0'0,"1"1"-1"0"0,0 0 1 0 0,0 0-1 0 0,0 1 0 0 0,0-1 1 0 0,0 0-1 0 0,0 0 1 0 0,1 0-1 0 0,-1 1 1 0 0,0-1-1 0 0,0 1 1 0 0,1-1-1 0 0,-1 1 0 0 0,0-1 1 0 0,0 1-1 0 0,1 0 1 0 0,-1-1-1 0 0,0 1 1 0 0,3 0-1 0 0,-2 0 113 0 0,13-8 764 0 0,13 0 850 0 0,-7 1-627 0 0,18-4 804 0 0,-8 9-682 0 0,-17 2-672 0 0,0 0 0 0 0,-1-2 0 0 0,19-3 0 0 0,55-14-189 0 0,-82 19-559 0 0,-5 19 279 0 0,0-18-77 0 0,0 0 0 0 0,0 1 0 0 0,0-1 0 0 0,0 0 0 0 0,0 0 0 0 0,0 0 0 0 0,0 1 0 0 0,-1-1 0 0 0,1 0 0 0 0,0 0 0 0 0,-1 0 1 0 0,1 0-1 0 0,-1 0 0 0 0,1 0 0 0 0,-1 0 0 0 0,0 0 0 0 0,1 0 0 0 0,-1 0 0 0 0,0 0 0 0 0,0 0 0 0 0,0 0 0 0 0,0 0 0 0 0,1-1 0 0 0,-1 1 0 0 0,0 0 0 0 0,0-1 0 0 0,-1 1 0 0 0,1 0 0 0 0,0-1 0 0 0,-2 1 0 0 0,-4 3 221 0 0,6-3-201 0 0,0 0 0 0 0,0 0 0 0 0,-1 0 0 0 0,1 0 0 0 0,0-1 0 0 0,0 1-1 0 0,-1 0 1 0 0,1-1 0 0 0,0 1 0 0 0,-1-1 0 0 0,1 0 0 0 0,-1 1 0 0 0,1-1 0 0 0,-1 0 0 0 0,1 0 0 0 0,0 1-1 0 0,-3-2 1 0 0,-3 1 66 0 0,7 0-129 0 0,-1 0 1 0 0,1-1 0 0 0,0 1-1 0 0,-1 0 1 0 0,1 0 0 0 0,0-1 0 0 0,-1 1-1 0 0,1 0 1 0 0,0-1 0 0 0,-1 1-1 0 0,1 0 1 0 0,0-1 0 0 0,-1 1-1 0 0,1 0 1 0 0,0-1 0 0 0,0 1 0 0 0,0-1-1 0 0,0 1 1 0 0,-1 0 0 0 0,1-1-1 0 0,0 1 1 0 0,0-1 0 0 0,0 1-1 0 0,0-1 1 0 0,0 1 0 0 0,0 0 0 0 0,0-1-1 0 0,0 1 1 0 0,0-2 0 0 0,1-14 86 0 0,-1 14-64 0 0,0 0-37 0 0,0 1 0 0 0,0-1 1 0 0,0 1-1 0 0,1-1 1 0 0,-1 1-1 0 0,0-1 0 0 0,1 1 1 0 0,0 0-1 0 0,-1-1 0 0 0,1 1 1 0 0,0 0-1 0 0,-1-1 1 0 0,1 1-1 0 0,0 0 0 0 0,0 0 1 0 0,0 0-1 0 0,0 0 1 0 0,0-1-1 0 0,1 1 0 0 0,1-1 1 0 0,8-9-28 0 0,0-15 15 0 0,-7 19-3 0 0,1 0 0 0 0,0 0-1 0 0,0 1 1 0 0,1 0 0 0 0,0 0-1 0 0,0 0 1 0 0,0 1 0 0 0,10-7-1 0 0,-6 9-21 0 0,0 0 0 0 0,0 0-1 0 0,1 0 1 0 0,0 2-1 0 0,-1-1 1 0 0,1 1-1 0 0,0 1 1 0 0,0 0-1 0 0,-1 1 1 0 0,1 0-1 0 0,0 0 1 0 0,-1 1 0 0 0,1 0-1 0 0,-1 1 1 0 0,0 0-1 0 0,12 6 1 0 0,-15-6-7 0 0,-1 1 1 0 0,0 0 0 0 0,0 1 0 0 0,0-1-1 0 0,0 1 1 0 0,0 0 0 0 0,8 11-1 0 0,-11-13 26 0 0,-3-2 20 0 0,1-1 1 0 0,-1 1-1 0 0,1-1 0 0 0,-1 1 0 0 0,1-1 0 0 0,-1 1 0 0 0,1-1 0 0 0,-1 1 0 0 0,0 0 1 0 0,1-1-1 0 0,-1 1 0 0 0,0 0 0 0 0,0-1 0 0 0,0 1 0 0 0,1 0 0 0 0,-1-1 1 0 0,0 1-1 0 0,0 0 0 0 0,0-1 0 0 0,0 1 0 0 0,0 0 0 0 0,0-1 0 0 0,0 1 0 0 0,-1 0 1 0 0,1-1-1 0 0,0 1 0 0 0,0 0 0 0 0,0-1 0 0 0,-1 1 0 0 0,1 0 0 0 0,0-1 0 0 0,-1 1 1 0 0,1 0-1 0 0,0-1 0 0 0,-1 1 0 0 0,0 0 0 0 0,-19 13 151 0 0,17-13-132 0 0,-2 6 100 0 0,5-6-160 0 0,0-2-142 0 0,-1 0 175 0 0,1-1-1 0 0,0 1 0 0 0,0 0 0 0 0,1 0 0 0 0,-1 0 0 0 0,0 0 1 0 0,0 0-1 0 0,0-1 0 0 0,1 1 0 0 0,-1 0 0 0 0,1 0 0 0 0,-1 0 0 0 0,1 0 1 0 0,-1 0-1 0 0,2-2 0 0 0,22-16 86 0 0,0 1-1 0 0,1 0 1 0 0,29-14 0 0 0,-43 26-99 0 0,1 1-1 0 0,0 0 1 0 0,0 1-1 0 0,0 0 1 0 0,1 1-1 0 0,-1 0 1 0 0,1 1-1 0 0,-1 0 1 0 0,1 1-1 0 0,0 1 1 0 0,14 0-1 0 0,-23 1 6 0 0,1 1-1 0 0,-1-1 1 0 0,1 1 0 0 0,-1-1-1 0 0,0 1 1 0 0,1 0-1 0 0,-1 1 1 0 0,0-1 0 0 0,0 1-1 0 0,-1 0 1 0 0,1 0-1 0 0,5 6 1 0 0,-8-9 18 0 0,-1 1-1 0 0,1-1 1 0 0,-1 1 0 0 0,0-1 0 0 0,1 0 0 0 0,-1 1-1 0 0,0-1 1 0 0,0 1 0 0 0,1-1 0 0 0,-1 1 0 0 0,0-1-1 0 0,0 1 1 0 0,0-1 0 0 0,0 1 0 0 0,1-1-1 0 0,-1 1 1 0 0,0-1 0 0 0,0 1 0 0 0,0-1 0 0 0,0 1-1 0 0,0-1 1 0 0,0 1 0 0 0,0-1 0 0 0,-1 1 0 0 0,1-1-1 0 0,0 1 1 0 0,0-1 0 0 0,0 1 0 0 0,0-1-1 0 0,-1 1 1 0 0,1-1 0 0 0,0 1 0 0 0,0-1 0 0 0,-1 0-1 0 0,1 1 1 0 0,0-1 0 0 0,-1 1 0 0 0,-17 12 66 0 0,14-10-31 0 0,-29 23 350 0 0,32-26-370 0 0,1 0 0 0 0,-1 1 0 0 0,1-1 0 0 0,-1 1 0 0 0,1-1 0 0 0,0 1 0 0 0,-1-1-1 0 0,1 1 1 0 0,-1-1 0 0 0,1 1 0 0 0,0-1 0 0 0,-1 1 0 0 0,1-1 0 0 0,0 1 0 0 0,0 0 0 0 0,-1-1 0 0 0,1 1 0 0 0,0 0 0 0 0,0-1-1 0 0,0 2 1 0 0,2-13 15 0 0,-3 5-5 0 0,1 5-7 0 0,-1-1 0 0 0,1 0-1 0 0,0 0 1 0 0,0 0 0 0 0,-1 1-1 0 0,1-1 1 0 0,1 0-1 0 0,-1 0 1 0 0,0 0 0 0 0,0 0-1 0 0,1 1 1 0 0,-1-1-1 0 0,1 0 1 0 0,-1 0 0 0 0,1 1-1 0 0,0-1 1 0 0,0 1 0 0 0,1-3-1 0 0,1 3 8 0 0,-1 1-18 0 0,-1 0 0 0 0,0 0 1 0 0,0 0-1 0 0,0-1 0 0 0,1 1 0 0 0,-1 0 0 0 0,0-1 0 0 0,0 1 0 0 0,0 0 0 0 0,0-1 0 0 0,0 1 0 0 0,0-1 0 0 0,0 0 0 0 0,0 1 0 0 0,0-1 0 0 0,0 0 1 0 0,0 1-1 0 0,0-1 0 0 0,0 0 0 0 0,-1 0 0 0 0,2-2 0 0 0,4 2 98 0 0,5 3 85 0 0,1 0 0 0 0,0 1 1 0 0,-1 0-1 0 0,1 1 0 0 0,15 7 1 0 0,64 31 820 0 0,-82-37-953 0 0,-1-1 89 0 0,1 2-1 0 0,-1-1 1 0 0,0 1 0 0 0,0 0-1 0 0,0 1 1 0 0,7 8-1 0 0,-11-11-118 0 0,-1-1-1 0 0,0 1 1 0 0,0-1 0 0 0,-1 1-1 0 0,1 0 1 0 0,-1 0-1 0 0,0 0 1 0 0,0 0-1 0 0,0 0 1 0 0,0 1 0 0 0,-1-1-1 0 0,0 0 1 0 0,2 9-1 0 0,-3-13-97 0 0,0 1 0 0 0,1 0-1 0 0,-1 0 1 0 0,0 0 0 0 0,1-1 0 0 0,-1 1-1 0 0,1 0 1 0 0,0-1 0 0 0,-1 1-1 0 0,1 0 1 0 0,-1-1 0 0 0,1 1 0 0 0,0-1-1 0 0,0 1 1 0 0,-1-1 0 0 0,1 1-1 0 0,0-1 1 0 0,0 1 0 0 0,-1-1 0 0 0,1 0-1 0 0,0 0 1 0 0,0 1 0 0 0,0-1-1 0 0,0 0 1 0 0,0 0 0 0 0,-1 0 0 0 0,1 0-1 0 0,0 0 1 0 0,0 0 0 0 0,0 0-1 0 0,0 0 1 0 0,0 0 0 0 0,1-1 0 0 0,5-15-13471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35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56 960 0 0,'0'0'1268'0'0,"-1"-2"-153"0"0,7-1-1016 0 0,27-5 1455 0 0,54-19 0 0 0,-87 27-1532 0 0,1 0 0 0 0,-1 0 1 0 0,0 0-1 0 0,1-1 1 0 0,-1 1-1 0 0,0 0 0 0 0,0 0 1 0 0,1 0-1 0 0,-1 0 0 0 0,0-1 1 0 0,1 1-1 0 0,-1 0 1 0 0,0 0-1 0 0,0 0 0 0 0,0-1 1 0 0,1 1-1 0 0,-1 0 0 0 0,0 0 1 0 0,0-1-1 0 0,0 1 1 0 0,0 0-1 0 0,1 0 0 0 0,-1-1 1 0 0,0 1-1 0 0,0 0 0 0 0,0-1 1 0 0,0 1-1 0 0,0 0 1 0 0,0-1-1 0 0,0 1 0 0 0,0 0 1 0 0,0-1-1 0 0,0 1 0 0 0,0 0 1 0 0,0-1-1 0 0,0 1 1 0 0,0 0-1 0 0,0 0 0 0 0,0-1 1 0 0,0 1-1 0 0,-1 0 0 0 0,1-1 1 0 0,0 1-1 0 0,0 0 1 0 0,0 0-1 0 0,0-1 0 0 0,-1 1 1 0 0,1 0-1 0 0,0 0 0 0 0,0-1 1 0 0,-1 1-1 0 0,1 0 1 0 0,0 0-1 0 0,0 0 0 0 0,-1 0 1 0 0,1-1-1 0 0,0 1 0 0 0,0 0 1 0 0,-1 0-1 0 0,1 0 1 0 0,-1 0-1 0 0,-34-1 508 0 0,22 0-289 0 0,-1 1-1 0 0,1 1 1 0 0,0 0 0 0 0,-1 1-1 0 0,-14 3 1 0 0,-13 4 532 0 0,11-4 97 0 0,-1 2 1 0 0,2 1 0 0 0,-58 23-1 0 0,84-30-798 0 0,1 0 0 0 0,-1 0 0 0 0,1 1 0 0 0,0-1 0 0 0,0 0 0 0 0,-1 1 0 0 0,1-1 0 0 0,0 1 0 0 0,0 0 0 0 0,0 0 0 0 0,0 0 0 0 0,1 0 0 0 0,-1 0 0 0 0,-2 4 0 0 0,4-5-52 0 0,0 0 0 0 0,0 0 0 0 0,0 0 0 0 0,0-1 0 0 0,0 1 0 0 0,0 0 0 0 0,0 0 1 0 0,0 0-1 0 0,0 0 0 0 0,0 0 0 0 0,1 0 0 0 0,-1 0 0 0 0,0-1 0 0 0,1 1 0 0 0,-1 0 0 0 0,0 0 0 0 0,1 0 1 0 0,-1-1-1 0 0,1 1 0 0 0,-1 0 0 0 0,1-1 0 0 0,0 1 0 0 0,-1 0 0 0 0,1-1 0 0 0,0 1 0 0 0,-1-1 1 0 0,2 2-1 0 0,8 3 39 0 0,0 1 0 0 0,0-2 0 0 0,0 1 0 0 0,1-2 1 0 0,11 4-1 0 0,-11-4-16 0 0,21 6-101 0 0,0-1 0 0 0,0-2 0 0 0,49 3-1 0 0,-68-8-81 0 0,96 7-2448 0 0,16-7-2414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36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55 800 0 0,'-9'-2'510'0'0,"-10"-3"459"0"0,14-9 2408 0 0,6 13-3306 0 0,0 0 0 0 0,-1 0 0 0 0,1 0 0 0 0,0 1-1 0 0,0-1 1 0 0,0 0 0 0 0,0 0 0 0 0,0 1 0 0 0,1-1 0 0 0,-1 0 0 0 0,0 1 0 0 0,0-1 0 0 0,0 1 0 0 0,0 0 0 0 0,1-1-1 0 0,-1 1 1 0 0,0 0 0 0 0,0 0 0 0 0,1-1 0 0 0,-1 1 0 0 0,3 1 0 0 0,-4-1 50 0 0,1-1-60 0 0,-1 1-1 0 0,1 0 1 0 0,-1-1 0 0 0,0 1 0 0 0,1 0 0 0 0,-1-1 0 0 0,1 1 0 0 0,-1-1-1 0 0,0 1 1 0 0,1 0 0 0 0,-1-1 0 0 0,0 1 0 0 0,0-1 0 0 0,1 1 0 0 0,-1-1-1 0 0,0 1 1 0 0,0-1 0 0 0,0 1 0 0 0,0-1 0 0 0,1 1 0 0 0,-1-1 0 0 0,0 0 0 0 0,0 1-1 0 0,0-1 1 0 0,0 1 0 0 0,0-1 0 0 0,0 1 0 0 0,-1-1 0 0 0,1 1 0 0 0,0-1-1 0 0,0 1 1 0 0,0-1 0 0 0,0 1 0 0 0,-1-1 0 0 0,1 1 0 0 0,0-1 0 0 0,0 1-1 0 0,-1-1 1 0 0,1 1 0 0 0,0-1 0 0 0,-1 1 0 0 0,1 0 0 0 0,-1-1 0 0 0,1 1-1 0 0,0 0 1 0 0,-1-1 0 0 0,0 1 0 0 0,-29 3 578 0 0,1 1-1 0 0,-1 1 1 0 0,1 2 0 0 0,0 1-1 0 0,1 1 1 0 0,0 2-1 0 0,-46 23 1 0 0,70-32-573 0 0,1 0 1 0 0,0 0-1 0 0,0 0 1 0 0,1 0-1 0 0,-1 0 0 0 0,0 1 1 0 0,1-1-1 0 0,-1 1 0 0 0,1-1 1 0 0,-3 6-1 0 0,4-7-35 0 0,0 0 1 0 0,1 0-1 0 0,-1 1 1 0 0,1-1-1 0 0,0 0 0 0 0,-1 0 1 0 0,1 1-1 0 0,0-1 0 0 0,0 0 1 0 0,0 1-1 0 0,0-1 0 0 0,0 0 1 0 0,0 0-1 0 0,0 1 1 0 0,0-1-1 0 0,1 0 0 0 0,-1 1 1 0 0,0-1-1 0 0,2 2 0 0 0,1 2 87 0 0,1 1 1 0 0,0-1-1 0 0,0 0 0 0 0,1-1 0 0 0,-1 1 0 0 0,1-1 0 0 0,0 0 0 0 0,8 6 0 0 0,-5-4 23 0 0,-1-2-128 0 0,0 1-1 0 0,-1-1 0 0 0,1-1 1 0 0,1 1-1 0 0,-1-1 0 0 0,0 0 1 0 0,1-1-1 0 0,-1 0 1 0 0,1 0-1 0 0,0-1 0 0 0,14 2 1 0 0,2 0-108 0 0,2 1-585 0 0,0 0 0 0 0,0-2 1 0 0,31-1-1 0 0,42-11-5165 0 0,-8-2-452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37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1 80 0 0,'0'1'16'0'0,"0"-1"-1"0"0,0 1 1 0 0,0 0-1 0 0,0 0 1 0 0,0 0-1 0 0,1 0 1 0 0,-1-1-1 0 0,0 1 1 0 0,0 0-1 0 0,1 0 1 0 0,-1 0-1 0 0,0-1 1 0 0,1 1-1 0 0,-1 0 1 0 0,1 0-1 0 0,-1-1 1 0 0,1 1-1 0 0,-1 0 1 0 0,1-1 0 0 0,0 1-1 0 0,-1-1 1 0 0,1 1-1 0 0,0-1 1 0 0,-1 1-1 0 0,1-1 1 0 0,0 1-1 0 0,-1-1 1 0 0,1 0-1 0 0,0 1 1 0 0,0-1-1 0 0,0 0 1 0 0,0 1-1 0 0,0-1 5 0 0,0 0-1 0 0,0 0 0 0 0,0 0 0 0 0,0 1 1 0 0,-1-1-1 0 0,1 0 0 0 0,0 1 0 0 0,0-1 0 0 0,-1 1 1 0 0,1-1-1 0 0,0 1 0 0 0,-1-1 0 0 0,1 1 1 0 0,0-1-1 0 0,-1 1 0 0 0,1 0 0 0 0,-1-1 1 0 0,1 1-1 0 0,-1 0 0 0 0,1-1 0 0 0,-1 1 1 0 0,0 0-1 0 0,1 0 0 0 0,-1 0 0 0 0,0-1 1 0 0,0 1-1 0 0,1 0 0 0 0,-1 0 0 0 0,0 0 1 0 0,0 0-1 0 0,0-1 0 0 0,0 2 0 0 0,0 0 82 0 0,0-1 0 0 0,0 0 0 0 0,0 0 0 0 0,0 1 0 0 0,0-1 0 0 0,0 0 0 0 0,0 0 0 0 0,0 0-1 0 0,-1 1 1 0 0,1-1 0 0 0,0 0 0 0 0,-1 0 0 0 0,1 0 0 0 0,-1 1 0 0 0,0 0 0 0 0,-16-3 1100 0 0,0-3-1082 0 0,-20-7 667 0 0,26 7-391 0 0,-1 0 1 0 0,0 1 0 0 0,1 0 0 0 0,-1 1 0 0 0,-18-1 0 0 0,16 3 209 0 0,0 0 0 0 0,1 1 0 0 0,-18 4 0 0 0,28-5-454 0 0,-1 1 0 0 0,1 0 0 0 0,0 0-1 0 0,-1 0 1 0 0,1 1 0 0 0,0-1 0 0 0,0 1 0 0 0,0 0 0 0 0,0 0 0 0 0,0 0 0 0 0,1 0 0 0 0,-1 0 0 0 0,0 1-1 0 0,1-1 1 0 0,0 1 0 0 0,0 0 0 0 0,-3 3 0 0 0,-6 24 1423 0 0,4-16-935 0 0,-10 20 534 0 0,17-32-1135 0 0,0-1 0 0 0,-1 1 0 0 0,1-1 0 0 0,0 1-1 0 0,0-1 1 0 0,0 1 0 0 0,0-1 0 0 0,0 1-1 0 0,0-1 1 0 0,0 1 0 0 0,0-1 0 0 0,1 0 0 0 0,-1 1-1 0 0,1-1 1 0 0,-1 1 0 0 0,1-1 0 0 0,-1 0-1 0 0,1 1 1 0 0,0-1 0 0 0,0 0 0 0 0,-1 0 0 0 0,3 3-1 0 0,3 0 39 0 0,1 1 0 0 0,0-1 0 0 0,0 0-1 0 0,0 0 1 0 0,0-1 0 0 0,0 0-1 0 0,1 0 1 0 0,-1-1 0 0 0,1 0 0 0 0,0 0-1 0 0,11 1 1 0 0,3 0-170 0 0,0-1 1 0 0,-1-1-1 0 0,34-3 0 0 0,-13-8-1868 0 0,-13 1-51 0 0,-7 4 557 0 0,-10 2 170 0 0,1 0 1 0 0,-1-1-1 0 0,0 0 1 0 0,15-8-1 0 0,32-18-2822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38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1 107 1121 0 0,'3'-11'3634'0'0,"11"9"-2530"0"0,-13 2-1073 0 0,-1 0 1 0 0,0 0-1 0 0,1 1 1 0 0,-1-1-1 0 0,1 0 0 0 0,-1 0 1 0 0,1 0-1 0 0,-1 0 0 0 0,1 0 1 0 0,-1 0-1 0 0,1 0 0 0 0,-1 0 1 0 0,0 0-1 0 0,1 0 0 0 0,-1 0 1 0 0,1 0-1 0 0,-1-1 0 0 0,1 1 1 0 0,-1 0-1 0 0,0 0 1 0 0,1 0-1 0 0,-1-1 0 0 0,1 1 1 0 0,-1 0-1 0 0,0 0 0 0 0,1-1 1 0 0,-1 1-1 0 0,0 0 0 0 0,1-1 1 0 0,-1 1-1 0 0,0 0 0 0 0,1-1 1 0 0,-1 1-1 0 0,0 0 0 0 0,0-1 1 0 0,0 1-1 0 0,1-1 1 0 0,-1 1-1 0 0,0-1 0 0 0,0 1 1 0 0,0 0-1 0 0,0-1 0 0 0,0 1 1 0 0,0-1-1 0 0,1 0 8 0 0,1-1 1 0 0,-1 1-1 0 0,0 1 0 0 0,0-1 1 0 0,1 0-1 0 0,-1 0 0 0 0,0 0 0 0 0,1 1 1 0 0,-1-1-1 0 0,1 0 0 0 0,-1 1 1 0 0,1-1-1 0 0,-1 1 0 0 0,1 0 1 0 0,2-1-1 0 0,-1 1 39 0 0,4-4-123 0 0,0 0-1 0 0,0 1 1 0 0,1 0 0 0 0,-1 0-1 0 0,1 1 1 0 0,0 0 0 0 0,0 0-1 0 0,0 1 1 0 0,0 0-1 0 0,0 1 1 0 0,0-1 0 0 0,0 2-1 0 0,0-1 1 0 0,14 3 0 0 0,-22-3 51 0 0,1 0 1 0 0,-1 0-1 0 0,0 0 1 0 0,1 0-1 0 0,-1 1 1 0 0,0-1 0 0 0,1 0-1 0 0,-1 0 1 0 0,0 0-1 0 0,0 0 1 0 0,1 1-1 0 0,-1-1 1 0 0,0 0 0 0 0,1 0-1 0 0,-1 1 1 0 0,0-1-1 0 0,0 0 1 0 0,0 0-1 0 0,1 1 1 0 0,-1-1 0 0 0,0 0-1 0 0,0 1 1 0 0,0-1-1 0 0,0 0 1 0 0,0 1-1 0 0,0-1 1 0 0,0 0-1 0 0,1 1 1 0 0,-1-1 0 0 0,0 0-1 0 0,0 1 1 0 0,0-1-1 0 0,0 0 1 0 0,0 1-1 0 0,0-1 1 0 0,-1 0 0 0 0,1 1-1 0 0,0-1 1 0 0,0 0-1 0 0,0 0 1 0 0,0 1-1 0 0,0-1 1 0 0,0 0-1 0 0,0 1 1 0 0,-1-1 0 0 0,1 0-1 0 0,0 1 1 0 0,0-1-1 0 0,-1 0 1 0 0,1 0-1 0 0,0 0 1 0 0,0 1 0 0 0,-1-1-1 0 0,1 0 1 0 0,0 0-1 0 0,0 0 1 0 0,-1 1-1 0 0,1-1 1 0 0,0 0-1 0 0,-1 0 1 0 0,1 0 0 0 0,-1 0-1 0 0,-6 2 372 0 0,0 0 0 0 0,0-1 0 0 0,-1-1 0 0 0,1 1 0 0 0,-11-1 0 0 0,18 0-372 0 0,0 0 0 0 0,0 0 1 0 0,0 0-1 0 0,0 0 0 0 0,0-1 1 0 0,0 1-1 0 0,1 0 0 0 0,-1 0 1 0 0,0 0-1 0 0,0 0 0 0 0,0 0 0 0 0,0 0 1 0 0,0 0-1 0 0,0 0 0 0 0,0-1 1 0 0,0 1-1 0 0,0 0 0 0 0,0 0 0 0 0,0 0 1 0 0,0 0-1 0 0,0 0 0 0 0,1 0 1 0 0,-1 0-1 0 0,0-1 0 0 0,0 1 0 0 0,0 0 1 0 0,0 0-1 0 0,0 0 0 0 0,0 0 1 0 0,0 0-1 0 0,0-1 0 0 0,-1 1 1 0 0,1 0-1 0 0,0 0 0 0 0,0 0 0 0 0,0 0 1 0 0,0 0-1 0 0,0 0 0 0 0,0 0 1 0 0,0-1-1 0 0,0 1 0 0 0,0 0 0 0 0,0 0 1 0 0,0 0-1 0 0,0 0 0 0 0,0 0 1 0 0,-1 0-1 0 0,1 0 0 0 0,0 0 0 0 0,0 0 1 0 0,0-1-1 0 0,0 1 0 0 0,21-1 221 0 0,-20 1-224 0 0,-1 0 0 0 0,0 0 0 0 0,0 0 0 0 0,0 0 0 0 0,0 1 0 0 0,0-1 0 0 0,0 0 0 0 0,0 0 0 0 0,0 0 0 0 0,1 0 0 0 0,-1 0 0 0 0,0 0 0 0 0,0 0 0 0 0,0 0 0 0 0,0 0 1 0 0,0 0-1 0 0,0 0 0 0 0,1 0 0 0 0,-1 0 0 0 0,0 0 0 0 0,0 0 0 0 0,0 0 0 0 0,0 0 0 0 0,0 0 0 0 0,1 0 0 0 0,-1 0 0 0 0,0 0 0 0 0,0 0 0 0 0,0 0 0 0 0,0 0 0 0 0,0 0 0 0 0,0 0 0 0 0,1 0 0 0 0,-1 0 0 0 0,0 0 0 0 0,0 0 0 0 0,0-1 0 0 0,0 1 0 0 0,0 0 0 0 0,0 0 0 0 0,0 0 0 0 0,0 0 0 0 0,0 0 0 0 0,1 0 0 0 0,-1 0 0 0 0,0 0 0 0 0,0-1 0 0 0,0 1 0 0 0,0 0 0 0 0,0 0 0 0 0,0 0 0 0 0,0 0 0 0 0,0 0 0 0 0,0 0 0 0 0,0-1 0 0 0,0 1 0 0 0,0 0 0 0 0,0 0 0 0 0,0 0 0 0 0,0 0 0 0 0,0-1 0 0 0,0 1 1 0 0,0 0-1 0 0,0 0 0 0 0,0 0 0 0 0,0 0 0 0 0,0-1 1 0 0,0 1-1 0 0,0 0 0 0 0,0 0 0 0 0,0 0 0 0 0,0 0 1 0 0,0-1-1 0 0,0 1 0 0 0,0 0 0 0 0,0 0 0 0 0,0 0 1 0 0,0 0-1 0 0,0-1 0 0 0,0 1 0 0 0,0 0 1 0 0,0 0-1 0 0,0 0 0 0 0,0 0 0 0 0,1 0 0 0 0,-1-1 1 0 0,0 1-1 0 0,0 0 0 0 0,0 0 0 0 0,0 0 0 0 0,0 0 1 0 0,0 0-1 0 0,1 0 0 0 0,-1 0 0 0 0,0 0 0 0 0,0-1 1 0 0,0 1-1 0 0,0 0 0 0 0,1 0 0 0 0,-1 0 0 0 0,0 0 1 0 0,0 0-1 0 0,0 0 0 0 0,0 0 0 0 0,1 0 0 0 0,-1 0 1 0 0,0 0-1 0 0,0 0 0 0 0,0 0 0 0 0,0 0 0 0 0,1 0 1 0 0,-1 0-1 0 0,0 0 0 0 0,0 0 0 0 0,0 1 0 0 0,126-42-3 0 0,-96 35-35 0 0,1 2 0 0 0,36-2 0 0 0,-54 5 188 0 0,-1 1 0 0 0,1 1 1 0 0,0 0-1 0 0,-1 0 0 0 0,1 1 0 0 0,-1 1 1 0 0,21 6-1 0 0,-32-7-54 0 0,0 0 1 0 0,0 0 0 0 0,-1-1-1 0 0,1 1 1 0 0,0 0-1 0 0,-1 0 1 0 0,1 0-1 0 0,-1 0 1 0 0,1 0-1 0 0,-1 0 1 0 0,0 0 0 0 0,0 0-1 0 0,0 0 1 0 0,0 0-1 0 0,0 0 1 0 0,0 0-1 0 0,-1 3 1 0 0,0-1-11 0 0,1 51-2330 0 0,0-50 644 0 0,6-8-2115 0 0,21 2 323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38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1601 0 0,'0'41'2401'0'0,"0"22"-240"0"0,0-28-1121 0 0,0-22-1200 0 0,32-20-1120 0 0,-32 1-3282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39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0 720 0 0,'-66'7'3042'0'0,"8"7"1040"0"0,-8-1-321 0 0,-32 22-799 0 0,33 0-1682 0 0,65-22-1040 0 0,0 1-400 0 0,33 13 560 0 0,32-6 81 0 0,-32-6-561 0 0,65-9-1441 0 0,-7-12-2401 0 0,7 6-2641 0 0</inkml:trace>
  <inkml:trace contextRef="#ctx0" brushRef="#br0" timeOffset="1">875 21 80 0 0,'5'2'140'0'0,"-1"-1"1"0"0,0 1-1 0 0,1 0 1 0 0,-1 0-1 0 0,0 1 1 0 0,0-1-1 0 0,0 1 0 0 0,0 0 1 0 0,0 0-1 0 0,-1 0 1 0 0,0 1-1 0 0,1-1 0 0 0,-1 1 1 0 0,0 0-1 0 0,-1 0 1 0 0,1 0-1 0 0,-1 0 1 0 0,4 8-1 0 0,-3-6 109 0 0,0-2 98 0 0,0 1 0 0 0,0-1 0 0 0,0 1 0 0 0,-1 0 1 0 0,0 0-1 0 0,0 0 0 0 0,-1 0 0 0 0,1 1 0 0 0,-1-1 0 0 0,0 0 0 0 0,0 0 1 0 0,-1 1-1 0 0,0 9 0 0 0,0-14-67 0 0,-5-2-200 0 0,-4-3-298 0 0,1 0 1 0 0,0 0-1 0 0,0 0 0 0 0,-14-12 0 0 0,-16-8-547 0 0,11 5 431 0 0,26 18 337 0 0,0 0-1 0 0,0-1 0 0 0,0 1 1 0 0,0 0-1 0 0,0 0 0 0 0,0 0 1 0 0,0-1-1 0 0,0 1 0 0 0,-1 0 1 0 0,1 0-1 0 0,0 1 0 0 0,-1-1 1 0 0,1 0-1 0 0,-1 0 0 0 0,1 1 1 0 0,-1-1-1 0 0,1 1 0 0 0,-1-1 1 0 0,1 1-1 0 0,-1 0 0 0 0,1-1 0 0 0,-4 1 1 0 0,5 0 8 0 0,0 0 1 0 0,1 0 0 0 0,-1 0-1 0 0,0 0 1 0 0,0 0 0 0 0,0 1-1 0 0,0-1 1 0 0,0 0 0 0 0,0 0 0 0 0,1 0-1 0 0,-1 0 1 0 0,0 0 0 0 0,0 0-1 0 0,0 0 1 0 0,0 0 0 0 0,0 1-1 0 0,0-1 1 0 0,0 0 0 0 0,0 0-1 0 0,0 0 1 0 0,0 0 0 0 0,0 0-1 0 0,0 1 1 0 0,0-1 0 0 0,0 0-1 0 0,0 0 1 0 0,0 0 0 0 0,0 0-1 0 0,0 0 1 0 0,0 1 0 0 0,0-1-1 0 0,0 0 1 0 0,0 0 0 0 0,0 0-1 0 0,0 0 1 0 0,0 0 0 0 0,0 1-1 0 0,0-1 1 0 0,0 0 0 0 0,0 0-1 0 0,0 0 1 0 0,0 0 0 0 0,0 0-1 0 0,0 0 1 0 0,0 0 0 0 0,-1 1-1 0 0,1-1 1 0 0,0 0 0 0 0,0 0-1 0 0,0 0 1 0 0,0 0 0 0 0,0 0-1 0 0,0 0 1 0 0,-1 0 0 0 0,1 0-1 0 0,8 6 369 0 0,-1 0 0 0 0,0 0-1 0 0,-1 0 1 0 0,1 1 0 0 0,-1 0 0 0 0,0 0-1 0 0,5 9 1 0 0,-3-6-29 0 0,5 7 35 0 0,1-2 0 0 0,1 1 0 0 0,0-2 0 0 0,2 0 1 0 0,-1-1-1 0 0,29 17 0 0 0,-18-15-998 0 0,0-1 0 0 0,34 13 0 0 0,3-5-2937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40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53 720 0 0,'0'-2'61'0'0,"1"0"-1"0"0,0 0 1 0 0,-1 0-1 0 0,1 0 1 0 0,0 1-1 0 0,0-1 1 0 0,0 0-1 0 0,0 0 0 0 0,1 1 1 0 0,-1-1-1 0 0,0 0 1 0 0,1 1-1 0 0,-1 0 1 0 0,1-1-1 0 0,-1 1 1 0 0,1 0-1 0 0,0 0 1 0 0,0 0-1 0 0,-1 0 0 0 0,1 0 1 0 0,0 0-1 0 0,0 0 1 0 0,0 0-1 0 0,0 1 1 0 0,3-1-1 0 0,5-2 271 0 0,1 0 0 0 0,0 0-1 0 0,21-1 1 0 0,125 0 1657 0 0,93 25-135 0 0,-217-16-1584 0 0,1 1 0 0 0,-2 2 0 0 0,1 2 1 0 0,-1 1-1 0 0,33 15 0 0 0,-38-8 361 0 0,-26-17-587 0 0,0 0 0 0 0,-1-1 0 0 0,1 1 0 0 0,-1 0 0 0 0,1 0 0 0 0,-1-1 0 0 0,1 1 0 0 0,-1 0-1 0 0,0 0 1 0 0,1 0 0 0 0,-1-1 0 0 0,0 1 0 0 0,1 0 0 0 0,-1 0 0 0 0,0 0 0 0 0,0 0 0 0 0,0 0-1 0 0,0 1 1 0 0,-1 2 77 0 0,-1-1 0 0 0,1 0-1 0 0,-1 0 1 0 0,0 0 0 0 0,0 0-1 0 0,0 0 1 0 0,0 0 0 0 0,0-1-1 0 0,-1 1 1 0 0,1-1-1 0 0,-6 5 1 0 0,-18 18 536 0 0,6-5-317 0 0,-32 25 0 0 0,45-40-302 0 0,-10 7 121 0 0,0 1-1 0 0,1 0 1 0 0,-25 28-1 0 0,28-27 175 0 0,-1 0-1 0 0,-1-1 1 0 0,-29 21 0 0 0,26-21-54 0 0,0 1 0 0 0,-23 22 0 0 0,25-20-179 0 0,9-9-36 0 0,-1 0 0 0 0,1 0 1 0 0,-8 13-1 0 0,14-19-55 0 0,-1 1 1 0 0,1 0-1 0 0,0-1 1 0 0,0 1-1 0 0,1 0 1 0 0,-1 0-1 0 0,0 0 1 0 0,0 0-1 0 0,1 0 1 0 0,0 0-1 0 0,-1 0 1 0 0,1 0-1 0 0,0 0 1 0 0,0 0-1 0 0,0 0 1 0 0,0 0-1 0 0,0 0 1 0 0,0 0-1 0 0,1 1 1 0 0,-1-1-1 0 0,1 0 0 0 0,0 2 1 0 0,21 31 151 0 0,-11-2 27 0 0,1-17-139 0 0,0 1 0 0 0,1-2 0 0 0,1 1 0 0 0,21 17-1 0 0,-29-27-6 0 0,1 0-16 0 0,0-1-1 0 0,0 0 1 0 0,0 0 0 0 0,1-1-1 0 0,-1 1 1 0 0,1-2 0 0 0,11 4-1 0 0,4 3-21 0 0,75 37-296 0 0,-90-43 344 0 0,0 0 1 0 0,-1 1-1 0 0,1-1 1 0 0,-1 1-1 0 0,0 1 1 0 0,11 11 0 0 0,-11-10-19 0 0,1 0 0 0 0,0-1 0 0 0,15 10 0 0 0,-3-6-28 0 0,-16-8 9 0 0,-1 0 0 0 0,1 0 0 0 0,-1 0 0 0 0,1 0 0 0 0,-1 0 0 0 0,0 0-1 0 0,0 1 1 0 0,0 0 0 0 0,0-1 0 0 0,-1 1 0 0 0,1 0 0 0 0,-1 1 0 0 0,3 3 0 0 0,-1-3-14 0 0,0 0 1 0 0,0-1-1 0 0,0 0 0 0 0,1 0 0 0 0,-1 0 0 0 0,1 0 1 0 0,0-1-1 0 0,0 0 0 0 0,0 0 0 0 0,10 3 0 0 0,7 4-2 0 0,-2 9 116 0 0,-18-17-107 0 0,-1 0 0 0 0,0 1 0 0 0,0-1 0 0 0,1 0 0 0 0,-1 0 0 0 0,1 0 1 0 0,-1 0-1 0 0,1 0 0 0 0,-1 0 0 0 0,1 0 0 0 0,0 0 0 0 0,-1-1 0 0 0,3 1 1 0 0,13 3 147 0 0,-1-1 1 0 0,1 0 0 0 0,0-1-1 0 0,0-1 1 0 0,0-1 0 0 0,20-2-1 0 0,16 0 823 0 0,-36 1-677 0 0,1-1 1 0 0,-1-1-1 0 0,0-1 0 0 0,1 0 0 0 0,23-10 1 0 0,-20 7-883 0 0,1 0 1 0 0,34-5 0 0 0,-54 11 377 0 0,19 1-1793 0 0,-21 0 1807 0 0,1 0-1 0 0,-1 0 0 0 0,1 0 1 0 0,-1 1-1 0 0,1-1 0 0 0,-1 0 1 0 0,1 0-1 0 0,-1 1 0 0 0,1-1 1 0 0,-1 0-1 0 0,1 1 0 0 0,-1-1 1 0 0,0 0-1 0 0,1 1 0 0 0,-1-1 1 0 0,0 1-1 0 0,1-1 0 0 0,-1 1 1 0 0,0-1-1 0 0,1 0 1 0 0,-1 1-1 0 0,0-1 0 0 0,0 1 1 0 0,0-1-1 0 0,1 1 0 0 0,-1 0 1 0 0,0-1-1 0 0,0 1 0 0 0,0-1 1 0 0,0 1-1 0 0,0-1 0 0 0,0 2 1 0 0,0-2-79 0 0,0 1 0 0 0,0 0 0 0 0,0 0 0 0 0,0-1 0 0 0,0 1 0 0 0,0 0 0 0 0,0-1 0 0 0,-1 1 0 0 0,1 0 0 0 0,0-1 0 0 0,0 1 0 0 0,0 0 0 0 0,-1-1 0 0 0,1 1 0 0 0,0-1 0 0 0,-1 1 0 0 0,1-1 0 0 0,-1 1 0 0 0,1-1 0 0 0,-1 1 0 0 0,0 0 0 0 0,-26 12-4975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43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67 105 240 0 0,'0'-1'134'0'0,"0"1"-1"0"0,0-1 1 0 0,0 0-1 0 0,0 0 1 0 0,-1 1-1 0 0,1-1 1 0 0,0 0-1 0 0,0 1 0 0 0,0-1 1 0 0,-1 0-1 0 0,1 1 1 0 0,0-1-1 0 0,-1 0 1 0 0,1 1-1 0 0,-1-1 1 0 0,1 1-1 0 0,-1-1 1 0 0,1 0-1 0 0,-1 1 1 0 0,1-1-1 0 0,-1 1 1 0 0,1 0-1 0 0,-1-1 1 0 0,1 1-1 0 0,-1-1 1 0 0,0 1-1 0 0,1 0 1 0 0,-1 0-1 0 0,0-1 1 0 0,1 1-1 0 0,-1 0 1 0 0,-1 0-1 0 0,1-1 2 0 0,0 1 0 0 0,0 0 0 0 0,0 0 0 0 0,0-1 0 0 0,1 1-1 0 0,-1-1 1 0 0,0 1 0 0 0,0-1 0 0 0,0 1 0 0 0,0-1 0 0 0,1 1 0 0 0,-1-1 0 0 0,0 0-1 0 0,1 1 1 0 0,-1-1 0 0 0,0 0 0 0 0,1 0 0 0 0,-1 1 0 0 0,1-1 0 0 0,-1 0 0 0 0,1 0-1 0 0,0 0 1 0 0,-1 0 0 0 0,1 0 0 0 0,0 0 0 0 0,-1 1 0 0 0,1-1 0 0 0,0 0 0 0 0,0 0-1 0 0,0 0 1 0 0,0 0 0 0 0,0 0 0 0 0,0-1 0 0 0,0 0-14 0 0,1 1 0 0 0,-1-1 0 0 0,0 1 0 0 0,1-1 0 0 0,-1 1 0 0 0,1-1 0 0 0,0 1 0 0 0,-1-1 0 0 0,1 1 0 0 0,0-1 0 0 0,0 1 1 0 0,0 0-1 0 0,0 0 0 0 0,0 0 0 0 0,0-1 0 0 0,0 1 0 0 0,1 0 0 0 0,-1 0 0 0 0,0 0 0 0 0,1 1 0 0 0,-1-1 0 0 0,0 0 0 0 0,1 0 0 0 0,2 0 0 0 0,46-15 635 0 0,-28 10-176 0 0,-7 3-397 0 0,0 0 0 0 0,0 1 0 0 0,0 1 0 0 0,1 0 0 0 0,-1 1 0 0 0,19 2-1 0 0,-28-1-147 0 0,-1 0 0 0 0,0 0-1 0 0,0 0 1 0 0,0 0-1 0 0,1 1 1 0 0,-1 0-1 0 0,-1 0 1 0 0,1 0-1 0 0,6 4 1 0 0,8 4 60 0 0,-1-1 32 0 0,-1 1 0 0 0,0 0 0 0 0,21 16 1 0 0,-32-20-81 0 0,1 0 0 0 0,-1 0 0 0 0,0 0 0 0 0,0 0 0 0 0,-1 1 0 0 0,0 0 0 0 0,0 1 0 0 0,0-1 1 0 0,-1 1-1 0 0,4 10 0 0 0,-7-16-25 0 0,-1 0-1 0 0,1 0 1 0 0,-1 0 0 0 0,1 1 0 0 0,-1-1 0 0 0,0 0-1 0 0,0 1 1 0 0,0-1 0 0 0,0 0 0 0 0,0 0 0 0 0,0 1-1 0 0,-1-1 1 0 0,1 0 0 0 0,-1 0 0 0 0,0 1 0 0 0,1-1-1 0 0,-3 3 1 0 0,-23 30 338 0 0,22-31-301 0 0,0 0 0 0 0,1 1 1 0 0,-1-1-1 0 0,1 0 0 0 0,-5 10 0 0 0,-1 15 211 0 0,8-25-237 0 0,0 0 0 0 0,0 0 0 0 0,-1 1 1 0 0,1-1-1 0 0,-1 0 0 0 0,0 0 0 0 0,0-1 0 0 0,-1 1 0 0 0,1 0 0 0 0,-1-1 0 0 0,0 1 0 0 0,0-1 1 0 0,-5 5-1 0 0,-3 2 117 0 0,-1-1 1 0 0,1-1 0 0 0,-2 0 0 0 0,1-1 0 0 0,-1 0 0 0 0,0 0 0 0 0,0-2-1 0 0,-1 0 1 0 0,0 0 0 0 0,0-1 0 0 0,0-1 0 0 0,-28 3 0 0 0,25-5-70 0 0,-1-1 1 0 0,-31-4 0 0 0,41 3-63 0 0,1 0 1 0 0,0-1-1 0 0,0 0 1 0 0,0 0-1 0 0,0-1 1 0 0,1 1-1 0 0,-1-2 1 0 0,1 1-1 0 0,-11-8 1 0 0,7 5 73 0 0,9 5-75 0 0,-1 1 0 0 0,1-1 1 0 0,0 0-1 0 0,0 0 1 0 0,0 1-1 0 0,0-1 0 0 0,0 0 1 0 0,0 0-1 0 0,0 0 1 0 0,0 0-1 0 0,1 0 1 0 0,-1 0-1 0 0,0 0 0 0 0,0-1 1 0 0,1 1-1 0 0,-1 0 1 0 0,1 0-1 0 0,-1-1 1 0 0,1 1-1 0 0,0 0 0 0 0,-1 0 1 0 0,1-1-1 0 0,0 1 1 0 0,0 0-1 0 0,0-1 0 0 0,0 1 1 0 0,0 0-1 0 0,0-3 1 0 0,0 4-16 0 0,1 0 1 0 0,-1-1-1 0 0,0 1 1 0 0,0 0 0 0 0,0-1-1 0 0,0 1 1 0 0,0 0-1 0 0,0-1 1 0 0,1 1-1 0 0,-1 0 1 0 0,0-1 0 0 0,0 1-1 0 0,0 0 1 0 0,1 0-1 0 0,-1-1 1 0 0,0 1 0 0 0,0 0-1 0 0,1 0 1 0 0,-1-1-1 0 0,0 1 1 0 0,1 0-1 0 0,-1 0 1 0 0,0 0 0 0 0,0 0-1 0 0,1 0 1 0 0,-1-1-1 0 0,0 1 1 0 0,1 0-1 0 0,-1 0 1 0 0,0 0 0 0 0,1 0-1 0 0,-1 0 1 0 0,1 0-1 0 0,-1 0 1 0 0,0 0 0 0 0,1 0-1 0 0,-1 0 1 0 0,0 0-1 0 0,1 0 1 0 0,-1 1-1 0 0,13-2 36 0 0,-1 0-1 0 0,1 2 0 0 0,-1-1 0 0 0,1 1 0 0 0,-1 1 0 0 0,17 5 0 0 0,361 72 669 0 0,-198-21-293 0 0,-167-50-395 0 0,-13-5-58 0 0,-1 0-1 0 0,0 1 1 0 0,0 1 0 0 0,0 0 0 0 0,0 0-1 0 0,-1 1 1 0 0,0 0 0 0 0,0 1 0 0 0,14 13-1 0 0,36 26-6536 0 0,-55-35-2095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42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97 280 1281 0 0,'-54'-13'3455'0'0,"53"13"-3329"0"0,0-1 0 0 0,0 0 0 0 0,0 1 1 0 0,0-1-1 0 0,0 0 0 0 0,0 1 1 0 0,0-1-1 0 0,1 0 0 0 0,-1 0 1 0 0,0 0-1 0 0,1 0 0 0 0,-1 0 0 0 0,1 0 1 0 0,-1 0-1 0 0,1 0 0 0 0,-1 0 1 0 0,1 0-1 0 0,0 0 0 0 0,-1 0 1 0 0,1 0-1 0 0,0 0 0 0 0,0 0 0 0 0,0 0 1 0 0,0 0-1 0 0,0 0 0 0 0,0-1 1 0 0,0 1-1 0 0,0 0 0 0 0,0 0 1 0 0,1 0-1 0 0,-1 0 0 0 0,1-2 0 0 0,-1 2-40 0 0,1-1 0 0 0,-1 1 0 0 0,0-1-1 0 0,0 1 1 0 0,1-1 0 0 0,-1 1 0 0 0,0-1-1 0 0,-1 1 1 0 0,1-1 0 0 0,0 1 0 0 0,0-1-1 0 0,-1 1 1 0 0,1 0 0 0 0,0-1 0 0 0,-1 1-1 0 0,0-1 1 0 0,1 1 0 0 0,-1 0-1 0 0,-1-2 1 0 0,-2-1 62 0 0,-14-11 179 0 0,18 14-311 0 0,0 1-1 0 0,-1-1 1 0 0,1 1-1 0 0,0-1 1 0 0,-1 1-1 0 0,1-1 1 0 0,0 1-1 0 0,-1-1 0 0 0,1 1 1 0 0,0-1-1 0 0,0 0 1 0 0,0 1-1 0 0,0-1 1 0 0,-1 0-1 0 0,1 1 1 0 0,0-1-1 0 0,0 1 0 0 0,0-1 1 0 0,0 0-1 0 0,0 1 1 0 0,1-1-1 0 0,-1 0 1 0 0,0 1-1 0 0,0-1 1 0 0,0 1-1 0 0,0-1 1 0 0,1 0-1 0 0,-1 1 0 0 0,0-1 1 0 0,1 1-1 0 0,-1-1 1 0 0,0 1-1 0 0,1-1 1 0 0,9-5 214 0 0,-9 5-198 0 0,0 1-1 0 0,0-1 1 0 0,0 1 0 0 0,0-1 0 0 0,0 1 0 0 0,0-1 0 0 0,0 1 0 0 0,-1-1 0 0 0,1 0 0 0 0,0 0-1 0 0,0 1 1 0 0,0-1 0 0 0,-1 0 0 0 0,1 0 0 0 0,0 0 0 0 0,-1 0 0 0 0,1 0 0 0 0,-1 0-1 0 0,1 0 1 0 0,-1 0 0 0 0,1 0 0 0 0,-1 0 0 0 0,0 0 0 0 0,1-2 0 0 0,-1 2-5 0 0,0 0 0 0 0,1 0 0 0 0,0 1 0 0 0,-1-1 1 0 0,1 0-1 0 0,-1 0 0 0 0,1 0 0 0 0,0 0 0 0 0,-1 1 1 0 0,1-1-1 0 0,0 0 0 0 0,0 1 0 0 0,0-1 0 0 0,0 1 0 0 0,-1-1 1 0 0,1 1-1 0 0,0-1 0 0 0,0 1 0 0 0,0 0 0 0 0,0-1 0 0 0,0 1 1 0 0,0 0-1 0 0,0 0 0 0 0,0 0 0 0 0,0-1 0 0 0,0 1 0 0 0,2 1 1 0 0,0-2 91 0 0,14-4-24 0 0,1 1-1 0 0,-1 0 1 0 0,1 1 0 0 0,0 1-1 0 0,0 1 1 0 0,0 1-1 0 0,1 0 1 0 0,-1 1-1 0 0,0 1 1 0 0,30 7 0 0 0,-46-8-78 0 0,0-1 1 0 0,0 1-1 0 0,0-1 1 0 0,-1 1 0 0 0,1-1-1 0 0,0 1 1 0 0,0 0-1 0 0,-1 0 1 0 0,1 0 0 0 0,-1 0-1 0 0,1 0 1 0 0,-1 1-1 0 0,1-1 1 0 0,-1 0 0 0 0,0 1-1 0 0,1-1 1 0 0,-1 0-1 0 0,0 1 1 0 0,0 0 0 0 0,0-1-1 0 0,0 1 1 0 0,-1 0-1 0 0,1-1 1 0 0,0 1 0 0 0,-1 0-1 0 0,1 0 1 0 0,-1 0-1 0 0,1-1 1 0 0,-1 1 0 0 0,0 0-1 0 0,0 0 1 0 0,0 0-1 0 0,0 0 1 0 0,0 0 0 0 0,0 0-1 0 0,-1 0 1 0 0,1-1-1 0 0,-1 1 1 0 0,1 0 0 0 0,-1 0-1 0 0,0 0 1 0 0,1-1-1 0 0,-1 1 1 0 0,0 0 0 0 0,0-1-1 0 0,-1 2 1 0 0,-20 29 515 0 0,19-27-440 0 0,2-2-42 0 0,0 0 1 0 0,0-1 0 0 0,-1 1-1 0 0,1-1 1 0 0,-1 1 0 0 0,0-1-1 0 0,1 1 1 0 0,-1-1-1 0 0,0 0 1 0 0,0 0 0 0 0,-1 0-1 0 0,1 0 1 0 0,0 0 0 0 0,-4 1-1 0 0,6-3-44 0 0,0 1 0 0 0,0-1-1 0 0,0 0 1 0 0,0 0-1 0 0,0 0 1 0 0,0 0-1 0 0,0 0 1 0 0,0 0 0 0 0,1 0-1 0 0,-1 0 1 0 0,0 0-1 0 0,0 0 1 0 0,0 0-1 0 0,0 0 1 0 0,0 0 0 0 0,0 0-1 0 0,0 0 1 0 0,0 0-1 0 0,0 0 1 0 0,0 0-1 0 0,0 0 1 0 0,0 0 0 0 0,0 1-1 0 0,0-1 1 0 0,0 0-1 0 0,0 0 1 0 0,0 0-1 0 0,0 0 1 0 0,0 0 0 0 0,0 0-1 0 0,0 0 1 0 0,0 0-1 0 0,0 0 1 0 0,0 0-1 0 0,0 0 1 0 0,0 0 0 0 0,0 0-1 0 0,-1 0 1 0 0,1 0-1 0 0,0 0 1 0 0,0 0-1 0 0,0 0 1 0 0,0 0 0 0 0,0 1-1 0 0,0-1 1 0 0,10-3 15 0 0,-9 2-25 0 0,0 1 0 0 0,0 0 1 0 0,0-1-1 0 0,0 1 0 0 0,0-1 0 0 0,0 1 0 0 0,0-1 0 0 0,-1 0 0 0 0,1 1 0 0 0,0-1 0 0 0,0 0 0 0 0,0 0 0 0 0,-1 1 0 0 0,1-1 0 0 0,0 0 0 0 0,-1 0 0 0 0,1 0 0 0 0,-1 0 0 0 0,1 0 0 0 0,-1 0 0 0 0,0 0 0 0 0,1 0 0 0 0,-1-1 0 0 0,0 0 5 0 0,1 1 0 0 0,-1-1 1 0 0,0 1-1 0 0,1 0 0 0 0,-1-1 0 0 0,1 1 1 0 0,-1 0-1 0 0,1-1 0 0 0,0 1 1 0 0,-1 0-1 0 0,1 0 0 0 0,0 0 0 0 0,0-1 1 0 0,0 1-1 0 0,0 0 0 0 0,0 0 0 0 0,0 0 1 0 0,0 0-1 0 0,0 1 0 0 0,0-1 1 0 0,0 0-1 0 0,1 0 0 0 0,1 0 0 0 0,9-7 37 0 0,56-61 298 0 0,-48 47-120 0 0,30-26 0 0 0,-41 40-193 0 0,0 1-1 0 0,1 1 0 0 0,0 0 0 0 0,0 0 0 0 0,1 1 1 0 0,21-8-1 0 0,-22 10-43 0 0,1 0 0 0 0,0 1 1 0 0,0 0-1 0 0,13 0 0 0 0,-21 2 27 0 0,0 0 1 0 0,-1 0-1 0 0,1 0 0 0 0,0 0 0 0 0,0 0 1 0 0,0 0-1 0 0,0 1 0 0 0,0 0 0 0 0,-1-1 1 0 0,1 1-1 0 0,0 0 0 0 0,-1 0 0 0 0,1 1 1 0 0,0-1-1 0 0,-1 1 0 0 0,0-1 0 0 0,1 1 1 0 0,-1 0-1 0 0,0-1 0 0 0,3 4 0 0 0,6 35 460 0 0,-10-33-387 0 0,7 20 280 0 0,-2-1 1 0 0,-1 0-1 0 0,2 37 0 0 0,-7-29-22 0 0,0-24 1 0 0,0-19 224 0 0,0 9-558 0 0,0-1-1 0 0,0 1 0 0 0,0-1 0 0 0,-1 1 0 0 0,1-1 0 0 0,0 1 0 0 0,0-1 0 0 0,0 1 0 0 0,0 0 1 0 0,-1-1-1 0 0,1 1 0 0 0,0-1 0 0 0,0 1 0 0 0,-1-1 0 0 0,1 1 0 0 0,0 0 0 0 0,-1-1 1 0 0,1 1-1 0 0,0 0 0 0 0,-1-1 0 0 0,1 1 0 0 0,-1 0 0 0 0,1 0 0 0 0,-1-1 0 0 0,1 1 0 0 0,0 0 1 0 0,-1 0-1 0 0,1 0 0 0 0,-1-1 0 0 0,1 1 0 0 0,-1 0 0 0 0,1 0 0 0 0,-1 0 0 0 0,1 0 0 0 0,-1 0 1 0 0,1 0-1 0 0,-1 0 0 0 0,0 0 0 0 0,0 0 12 0 0,0 1-1 0 0,1-1 1 0 0,-1 0-1 0 0,0 0 1 0 0,0-1 0 0 0,1 1-1 0 0,-1 0 1 0 0,0 0-1 0 0,1 0 1 0 0,-1 0 0 0 0,0-1-1 0 0,1 1 1 0 0,-1 0-1 0 0,0-1 1 0 0,1 1 0 0 0,-1 0-1 0 0,1-1 1 0 0,-1 1-1 0 0,0-1 1 0 0,1 1 0 0 0,-1-1-1 0 0,1 1 1 0 0,0-1-1 0 0,-1 1 1 0 0,1-1 0 0 0,-1 1-1 0 0,1-1 1 0 0,0 0-1 0 0,-1 1 1 0 0,1-1 0 0 0,0 0-1 0 0,0 1 1 0 0,-1-1 0 0 0,1 0-1 0 0,0 1 1 0 0,0-1-1 0 0,0 0 1 0 0,0 0 0 0 0,0 1-1 0 0,0-2 1 0 0,0-1 17 0 0,0 1 1 0 0,0-1-1 0 0,0 1 1 0 0,0-1-1 0 0,1 0 1 0 0,-1 1-1 0 0,1-1 1 0 0,-1 1-1 0 0,1 0 1 0 0,0-1-1 0 0,0 1 1 0 0,0-1-1 0 0,1 1 1 0 0,-1 0-1 0 0,0 0 0 0 0,1 0 1 0 0,2-4-1 0 0,7-8 85 0 0,-10 12-104 0 0,0 0 0 0 0,0 0 0 0 0,-1 1 0 0 0,1-1-1 0 0,0 0 1 0 0,-1 0 0 0 0,0 0 0 0 0,1 0 0 0 0,-1 0 0 0 0,0 0 0 0 0,-1-3-1 0 0,1 3 0 0 0,0 0 0 0 0,0 0 0 0 0,0 0 0 0 0,1 0 0 0 0,-1 0 0 0 0,0 0-1 0 0,1 0 1 0 0,-1 0 0 0 0,1 0 0 0 0,-1 0 0 0 0,1 0 0 0 0,1-2 0 0 0,4-2 9 0 0,1 0 0 0 0,-1 1 0 0 0,1-1 1 0 0,0 1-1 0 0,0 1 0 0 0,1-1 0 0 0,-1 1 0 0 0,1 1 1 0 0,0-1-1 0 0,0 1 0 0 0,0 1 0 0 0,1 0 1 0 0,-1 0-1 0 0,13-1 0 0 0,-9 4 29 0 0,0 0 0 0 0,-1 1 0 0 0,0 0 0 0 0,1 1 0 0 0,-1 1 0 0 0,0 0 0 0 0,0 0 0 0 0,-1 1 0 0 0,1 0 0 0 0,16 12 0 0 0,-2 1 273 0 0,0 1 1 0 0,30 29-1 0 0,-36-28 75 0 0,26 33 0 0 0,-38-44-316 0 0,-7-9-84 0 0,1 1 0 0 0,-1-1 0 0 0,0 1 1 0 0,0-1-1 0 0,1 0 0 0 0,-1 1 1 0 0,0-1-1 0 0,0 1 0 0 0,1-1 1 0 0,-1 0-1 0 0,0 1 0 0 0,0-1 1 0 0,0 1-1 0 0,0-1 0 0 0,0 1 0 0 0,0-1 1 0 0,0 1-1 0 0,0-1 0 0 0,0 1 1 0 0,0-1-1 0 0,0 1 0 0 0,0-1 1 0 0,0 1-1 0 0,0-1 0 0 0,0 1 0 0 0,0-1 1 0 0,-1 1-1 0 0,1-1 0 0 0,0 0 1 0 0,0 1-1 0 0,0-1 0 0 0,-1 1 1 0 0,1-1-1 0 0,0 0 0 0 0,-1 1 1 0 0,1-1-1 0 0,0 0 0 0 0,-1 1 0 0 0,1-1 1 0 0,0 0-1 0 0,-1 1 0 0 0,1-1 1 0 0,-1 0-1 0 0,0 0 0 0 0,0 1-244 0 0,-1 0-1 0 0,0 0 1 0 0,0-1-1 0 0,0 1 1 0 0,0-1-1 0 0,0 0 1 0 0,0 1-1 0 0,0-1 1 0 0,0 0-1 0 0,0 0 1 0 0,0 0-1 0 0,0 0 1 0 0,-2-1-1 0 0,-4-2-2155 0 0,-1 0 0 0 0,1 0 0 0 0,0-1 0 0 0,0 0 0 0 0,-11-7 0 0 0,-13-14-2882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43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1 960 0 0,'0'0'10939'0'0,"0"6"-6411"0"0,0 8-2186 0 0,0-12-2274 0 0,0-1 0 0 0,0 0 0 0 0,0 0 1 0 0,1 0-1 0 0,-1 1 0 0 0,0-1 0 0 0,1 0 0 0 0,-1 0 1 0 0,1 0-1 0 0,-1 0 0 0 0,1 0 0 0 0,-1 0 1 0 0,1 0-1 0 0,0 0 0 0 0,0 0 0 0 0,-1 0 1 0 0,1 0-1 0 0,0 0 0 0 0,0 0 0 0 0,0 0 0 0 0,0-1 1 0 0,0 1-1 0 0,0 0 0 0 0,2 0 0 0 0,7 8 201 0 0,1 19 331 0 0,2-8-247 0 0,1-1 0 0 0,31 34 0 0 0,-24-30-91 0 0,-5-4 62 0 0,2 0 0 0 0,0-1 0 0 0,1-1 0 0 0,1-1-1 0 0,1 0 1 0 0,30 16 0 0 0,-48-30-305 0 0,0 0 1 0 0,0 0-1 0 0,1 0 0 0 0,-1-1 0 0 0,1 0 0 0 0,-1 0 0 0 0,1 0 0 0 0,-1 0 0 0 0,1 0 0 0 0,0 0 0 0 0,0-1 0 0 0,-1 0 0 0 0,1 0 0 0 0,0 0 0 0 0,-1 0 0 0 0,1-1 0 0 0,0 1 0 0 0,-1-1 0 0 0,1 0 1 0 0,0 0-1 0 0,-1 0 0 0 0,1-1 0 0 0,-1 1 0 0 0,0-1 0 0 0,0 0 0 0 0,1 0 0 0 0,4-4 0 0 0,13-4 216 0 0,-18 9-194 0 0,0-1-1 0 0,0 1 1 0 0,1 0-1 0 0,-1-1 1 0 0,0 0-1 0 0,0 0 1 0 0,-1 0-1 0 0,1 0 1 0 0,4-4-1 0 0,4-27 334 0 0,43-71 279 0 0,5-1-239 0 0,-58 104-440 0 0,-1-1 1 0 0,1 1-1 0 0,0 0 1 0 0,-1-1-1 0 0,1 1 1 0 0,-1-1-1 0 0,1 1 1 0 0,-1-1-1 0 0,0 1 0 0 0,0-1 1 0 0,0 0-1 0 0,1 1 1 0 0,-2-3-1 0 0,1-3-603 0 0,-18 10-12324 0 0,9 0 11152 0 0,9-3 1721 0 0,0 0-1 0 0,-1 0 0 0 0,1 0 0 0 0,0 0 0 0 0,0 0 0 0 0,0 0 1 0 0,-1 0-1 0 0,1 1 0 0 0,0-1 0 0 0,0 0 0 0 0,0 0 1 0 0,0 0-1 0 0,0 0 0 0 0,-1 0 0 0 0,1 0 0 0 0,0 0 0 0 0,0 1 1 0 0,0-1-1 0 0,0 0 0 0 0,0 0 0 0 0,0 0 0 0 0,-1 0 1 0 0,1 1-1 0 0,0-1 0 0 0,0 0 0 0 0,0 0 0 0 0,0 0 0 0 0,0 0 1 0 0,0 1-1 0 0,0-1 0 0 0,0 0 0 0 0,0 0 0 0 0,0 0 0 0 0,0 1 1 0 0,0-1-1 0 0,0 0 0 0 0,0 0 0 0 0,0 0 0 0 0,0 0 1 0 0,0 1-1 0 0,0-1 0 0 0,0 0 0 0 0,0 0 0 0 0,0 0 0 0 0,0 1 1 0 0,0-1-1 0 0,1 0 0 0 0,-1 0 0 0 0,0 0 0 0 0,0 0 1 0 0,0 0-1 0 0,0 1 0 0 0,0-1 0 0 0,0 0 0 0 0,1 0 0 0 0,-1 0 1 0 0,0 0-1 0 0,0 0 0 0 0,0 0 0 0 0,0 0 0 0 0,1 1 0 0 0,-1-1 1 0 0,0 0-1 0 0,0 0 0 0 0,0 0 0 0 0,0 0 0 0 0,1 0 1 0 0,26 12-4789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44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2 109 720 0 0,'0'0'2935'0'0,"0"0"-2822"0"0,0 0 0 0 0,0 0 1 0 0,0 1-1 0 0,-1-1 0 0 0,1 0 0 0 0,0 0 0 0 0,0 0 0 0 0,0 1 1 0 0,0-1-1 0 0,0 0 0 0 0,0 0 0 0 0,0 0 0 0 0,0 0 0 0 0,0 1 1 0 0,0-1-1 0 0,0 0 0 0 0,0 0 0 0 0,0 0 0 0 0,0 1 1 0 0,0-1-1 0 0,0 0 0 0 0,0 0 0 0 0,0 0 0 0 0,0 1 0 0 0,0-1 1 0 0,0 0-1 0 0,0 0 0 0 0,0 0 0 0 0,0 1 0 0 0,0-1 0 0 0,0 0 1 0 0,1 0-1 0 0,-1 0 0 0 0,0 0 0 0 0,0 1 0 0 0,0-1 1 0 0,0 0-1 0 0,0 0 0 0 0,1 0 0 0 0,-1 0 0 0 0,0 0 0 0 0,0 0 1 0 0,0 0-1 0 0,0 1 0 0 0,1-1 0 0 0,-1 0 0 0 0,0 0 0 0 0,0 0 1 0 0,0 0-1 0 0,1 0 0 0 0,-1 0 0 0 0,0 0 0 0 0,0 0 1 0 0,0 0-1 0 0,1 0 0 0 0,-1 0 0 0 0,0 0 0 0 0,0 0 0 0 0,0 0 1 0 0,1 0-1 0 0,-1 0 0 0 0,0 0 0 0 0,0-1 0 0 0,22 5 1514 0 0,0-2-1 0 0,27 0 1 0 0,104-11-410 0 0,-67 2-551 0 0,115-11 268 0 0,-34-1-172 0 0,650-51 2425 0 0,-364 71-2411 0 0,-311 6-837 0 0,165 31-1 0 0,-276-33-572 0 0,26 7-364 0 0,-15 2-5573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45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57 720 0 0,'-1'-2'6103'0'0,"8"-1"-5509"0"0,14-1 518 0 0,83-19 2244 0 0,-82 16-2856 0 0,1 1-1 0 0,30-3 1 0 0,-45 8-332 0 0,1 0 1 0 0,0 0-1 0 0,0 1 1 0 0,0 1-1 0 0,0-1 1 0 0,0 2-1 0 0,0-1 1 0 0,12 4-1 0 0,-17-4-69 0 0,-1 1 0 0 0,0-1 0 0 0,0 1 0 0 0,0 0 0 0 0,0-1 0 0 0,0 1 0 0 0,-1 1 0 0 0,1-1 0 0 0,2 3 0 0 0,-4-4-63 0 0,0 0 1 0 0,-1 0 0 0 0,1 0 0 0 0,0 0 0 0 0,-1 0 0 0 0,1 0 0 0 0,-1 0 0 0 0,1 0 0 0 0,-1 0 0 0 0,0 0 0 0 0,1 0 0 0 0,-1 1 0 0 0,0-1 0 0 0,0 0 0 0 0,0 0-1 0 0,0 0 1 0 0,0 0 0 0 0,0 1 0 0 0,0-1 0 0 0,0 0 0 0 0,-1 0 0 0 0,1 0 0 0 0,0 0 0 0 0,-1 0 0 0 0,1 0 0 0 0,0 1 0 0 0,-1-1 0 0 0,0 0 0 0 0,1 0 0 0 0,-2 1-1 0 0,-20 26 912 0 0,11-2 8 0 0,10-22-858 0 0,0 0 1 0 0,-1-1 0 0 0,0 1 0 0 0,1-1 0 0 0,-1 1 0 0 0,0-1 0 0 0,-1 0-1 0 0,1 0 1 0 0,0 0 0 0 0,-1 0 0 0 0,0 0 0 0 0,-5 4 0 0 0,-32 23 1195 0 0,-78 44-1 0 0,106-69-1184 0 0,0 0-1 0 0,0-1 0 0 0,0 0 0 0 0,-1-1 0 0 0,1 0 0 0 0,-1-1 1 0 0,0 0-1 0 0,-17-1 0 0 0,5-1-55 0 0,0-2 1 0 0,1-1-1 0 0,-34-7 1 0 0,22-4-30 0 0,6 0 32 0 0,25 13-46 0 0,4 0-7 0 0,-1 1-1 0 0,1 0 1 0 0,0 0 0 0 0,0 0 0 0 0,-1-1 0 0 0,1 1-1 0 0,0-1 1 0 0,0 1 0 0 0,-1-1 0 0 0,1 1 0 0 0,0-1-1 0 0,0 0 1 0 0,0 1 0 0 0,0-1 0 0 0,0 0 0 0 0,0 0-1 0 0,0 0 1 0 0,0 0 0 0 0,0 0 0 0 0,0 0 0 0 0,0 0-1 0 0,1 0 1 0 0,-1 0 0 0 0,0-2 0 0 0,-5-5 23 0 0,-5 0 11 0 0,11 3 8 0 0,32 1 142 0 0,-9 3-55 0 0,69 2 321 0 0,152 17 614 0 0,73 24 40 0 0,-118-3-783 0 0,-168-31-772 0 0,0 1 1 0 0,0 2-1 0 0,46 23 0 0 0,-12 8-4680 0 0,-59-38 4093 0 0,32 22-11984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48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221 126 1521 0 0,'-5'12'3570'0'0,"-11"-5"-2429"0"0,10-6-410 0 0,6-1-659 0 0,0 1 0 0 0,0-1 0 0 0,0 0 0 0 0,1 0 0 0 0,-1 0 0 0 0,0 0 0 0 0,0 0 0 0 0,0 0 0 0 0,0 0 1 0 0,0 0-1 0 0,0 1 0 0 0,0-1 0 0 0,1 0 0 0 0,-1 0 0 0 0,0 0 0 0 0,0 0 0 0 0,0 0 0 0 0,0 1 0 0 0,0-1 0 0 0,0 0 0 0 0,0 0 0 0 0,0 0 0 0 0,0 0 0 0 0,0 1 0 0 0,0-1 0 0 0,0 0 0 0 0,0 0 0 0 0,0 0 0 0 0,0 0 0 0 0,0 0 0 0 0,0 1 0 0 0,0-1 0 0 0,0 0 0 0 0,0 0 0 0 0,0 0 0 0 0,0 0 0 0 0,0 0 0 0 0,-1 1 0 0 0,1-1 1 0 0,0 0-1 0 0,0 0 0 0 0,0 0 0 0 0,0 0 0 0 0,0 0 0 0 0,0 0 0 0 0,0 1 0 0 0,-1-1 0 0 0,1 0 0 0 0,0 0 0 0 0,22 0 1195 0 0,-17 0 707 0 0,-10 0-1200 0 0,0 0-481 0 0,4 1-227 0 0,0-1-1 0 0,1 0 1 0 0,-1 0 0 0 0,0 0-1 0 0,1 1 1 0 0,-1-1-1 0 0,0 0 1 0 0,1 0-1 0 0,-1 0 1 0 0,0 0 0 0 0,1 0-1 0 0,-1 0 1 0 0,0-1-1 0 0,1 1 1 0 0,-1 0 0 0 0,0 0-1 0 0,1 0 1 0 0,-1-1-1 0 0,0 1 1 0 0,1 0 0 0 0,-1 0-1 0 0,0-1 1 0 0,1 1-1 0 0,-1-1 1 0 0,1 1 0 0 0,-1-1-1 0 0,1 1 1 0 0,-1-1-1 0 0,1 1 1 0 0,-1-1 0 0 0,1 1-1 0 0,0-1 1 0 0,-1 1-1 0 0,1-1 1 0 0,0 0-1 0 0,-1 1 1 0 0,1-1 0 0 0,0 0-1 0 0,0 1 1 0 0,0-1-1 0 0,-1 0 1 0 0,1 1 0 0 0,0-1-1 0 0,0 0 1 0 0,0 1-1 0 0,0-1 1 0 0,0-1 0 0 0,0 1 1 0 0,0 0 0 0 0,-1 0 0 0 0,1 0 1 0 0,-1-1-1 0 0,0 1 0 0 0,1 0 0 0 0,-1 0 0 0 0,0 0 1 0 0,0 0-1 0 0,0 0 0 0 0,0 0 0 0 0,1 1 1 0 0,-1-1-1 0 0,0 0 0 0 0,-1 0 0 0 0,-1-1 1 0 0,-14-15 733 0 0,17 16-771 0 0,-1 0 0 0 0,1 1 0 0 0,0-1 0 0 0,-1 0 1 0 0,1 0-1 0 0,0 0 0 0 0,0 0 0 0 0,0 0 0 0 0,0 0 0 0 0,0 0 0 0 0,0 0 0 0 0,0 0 1 0 0,0 0-1 0 0,1 0 0 0 0,-1 1 0 0 0,0-1 0 0 0,0 0 0 0 0,1 0 0 0 0,-1 0 0 0 0,1 0 1 0 0,-1 0-1 0 0,1 1 0 0 0,-1-1 0 0 0,1 0 0 0 0,-1 0 0 0 0,1 1 0 0 0,0-2 1 0 0,54-51 1156 0 0,-53 51-1179 0 0,1-1 1 0 0,0 1 0 0 0,1 0-1 0 0,-1 0 1 0 0,0 0-1 0 0,0 1 1 0 0,1-1 0 0 0,-1 1-1 0 0,1 0 1 0 0,-1 0-1 0 0,1 0 1 0 0,0 0 0 0 0,-1 1-1 0 0,1-1 1 0 0,0 1-1 0 0,-1 0 1 0 0,1 0 0 0 0,0 0-1 0 0,-1 1 1 0 0,1-1 0 0 0,0 1-1 0 0,-1 0 1 0 0,1 0-1 0 0,5 3 1 0 0,-6-4 1 0 0,-1 1 1 0 0,0 0-1 0 0,1 0 1 0 0,-1 0-1 0 0,0 0 0 0 0,0 1 1 0 0,0-1-1 0 0,0 1 1 0 0,0-1-1 0 0,0 1 0 0 0,0 0 1 0 0,-1-1-1 0 0,1 1 1 0 0,0 0-1 0 0,-1 0 0 0 0,0 0 1 0 0,1 0-1 0 0,-1 1 1 0 0,0-1-1 0 0,0 0 1 0 0,0 0-1 0 0,0 1 0 0 0,-1-1 1 0 0,1 1-1 0 0,-1-1 1 0 0,1 0-1 0 0,-1 1 0 0 0,0-1 1 0 0,0 1-1 0 0,0-1 1 0 0,0 1-1 0 0,0-1 0 0 0,-1 1 1 0 0,1-1-1 0 0,-1 1 1 0 0,-1 2-1 0 0,0 2 72 0 0,-1-1-1 0 0,-1 1 1 0 0,1-1 0 0 0,-1 0-1 0 0,0-1 1 0 0,0 1 0 0 0,-1-1 0 0 0,0 1-1 0 0,0-1 1 0 0,0-1 0 0 0,0 1-1 0 0,-1-1 1 0 0,0 0 0 0 0,0 0-1 0 0,-8 4 1 0 0,-7 1 277 0 0,-1-1 0 0 0,1-1 0 0 0,-32 6 0 0 0,29-7 33 0 0,18-4-276 0 0,0-1-1 0 0,0 0 1 0 0,0 0 0 0 0,0-1 0 0 0,0 0 0 0 0,0 0 0 0 0,0 0 0 0 0,0-1-1 0 0,0 0 1 0 0,0 0 0 0 0,0 0 0 0 0,0-1 0 0 0,0 0 0 0 0,0 0-1 0 0,1 0 1 0 0,-1-1 0 0 0,1 0 0 0 0,-8-5 0 0 0,12 8-109 0 0,1 0 1 0 0,0-1-1 0 0,-1 1 0 0 0,1 0 1 0 0,0 0-1 0 0,0-1 0 0 0,-1 1 1 0 0,1 0-1 0 0,0-1 1 0 0,0 1-1 0 0,0 0 0 0 0,0-1 1 0 0,-1 1-1 0 0,1-1 1 0 0,0 1-1 0 0,0 0 0 0 0,0-1 1 0 0,0 1-1 0 0,0 0 1 0 0,0-1-1 0 0,0 1 0 0 0,0-1 1 0 0,0 1-1 0 0,0 0 0 0 0,0-1 1 0 0,0 1-1 0 0,0 0 1 0 0,0-1-1 0 0,1 1 0 0 0,-1-1 1 0 0,0 1-1 0 0,0 0 1 0 0,0-1-1 0 0,0 1 0 0 0,1 0 1 0 0,-1-1-1 0 0,0 1 0 0 0,0 0 1 0 0,1 0-1 0 0,-1-1 1 0 0,0 1-1 0 0,1 0 0 0 0,-1 0 1 0 0,0-1-1 0 0,1 1 1 0 0,16-10 88 0 0,-14 8-52 0 0,11-10 107 0 0,-12 10-142 0 0,0 0 0 0 0,0 0 0 0 0,0 1 0 0 0,0-1 0 0 0,0 1-1 0 0,1-1 1 0 0,-1 1 0 0 0,0 0 0 0 0,3-1 0 0 0,45-20 113 0 0,-29 12-114 0 0,0 0 1 0 0,39-10-1 0 0,-44 16-48 0 0,1 1 0 0 0,1 0 0 0 0,-1 1 0 0 0,0 1 0 0 0,20 1 0 0 0,-18 0-27 0 0,-4-1 22 0 0,-5 1 7 0 0,-1 0 1 0 0,1 0 0 0 0,0 1-1 0 0,0 0 1 0 0,-1 1 0 0 0,11 2-1 0 0,-19-4 34 0 0,0 0 0 0 0,0 1 1 0 0,0-1-1 0 0,0 0 0 0 0,1 1 0 0 0,-1-1 0 0 0,0 1 0 0 0,0-1 0 0 0,0 1 0 0 0,0-1 0 0 0,0 1 1 0 0,0 0-1 0 0,0-1 0 0 0,0 1 0 0 0,0 0 0 0 0,-1 0 0 0 0,1 0 0 0 0,1 1 0 0 0,-2-1 4 0 0,0 0-1 0 0,-1 0 0 0 0,1 0 1 0 0,0 0-1 0 0,0-1 1 0 0,-1 1-1 0 0,1 0 0 0 0,0 0 1 0 0,-1 0-1 0 0,1-1 1 0 0,-1 1-1 0 0,1 0 0 0 0,-1-1 1 0 0,0 1-1 0 0,1 0 0 0 0,-2 0 1 0 0,-5 7 18 0 0,3-3 25 0 0,0-1 1 0 0,0 0 0 0 0,-1 0-1 0 0,0 0 1 0 0,1 0 0 0 0,-1-1-1 0 0,-1 0 1 0 0,1 0 0 0 0,0 0-1 0 0,-1-1 1 0 0,-11 4 0 0 0,-1-1 119 0 0,-1-1 1 0 0,-23 1 0 0 0,28-3-59 0 0,-1 0 77 0 0,0 0 0 0 0,-1-1 1 0 0,1-1-1 0 0,0 0 0 0 0,0-2 0 0 0,0 1 0 0 0,-22-6 1 0 0,25 3-215 0 0,0-1 1 0 0,1 0-1 0 0,-1-1 0 0 0,1 0 1 0 0,0 0-1 0 0,1-1 1 0 0,0-1-1 0 0,-18-16 1 0 0,26 22-209 0 0,0 1 0 0 0,0-1 0 0 0,1 1-1 0 0,-1-1 1 0 0,1 0 0 0 0,-1 0 0 0 0,1 1 0 0 0,-1-1 0 0 0,1 0 0 0 0,0 0 0 0 0,0 0 0 0 0,0 0-1 0 0,0-1 1 0 0,1 1 0 0 0,-2-4 0 0 0,3 3-494 0 0,0-1 1 0 0,0 1-1 0 0,0 0 0 0 0,0 0 1 0 0,1-1-1 0 0,-1 1 0 0 0,1 0 1 0 0,0 1-1 0 0,0-1 0 0 0,0 0 1 0 0,4-3-1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49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62 3522 0 0,'-60'0'8682'0'0,"28"0"4219"0"0,217-7-10313 0 0,-49 4-1781 0 0,-6-1 66 0 0,1-2 328 0 0,-100 5-988 0 0,53 4 0 0 0,-15 0 401 0 0,-133-10-213 0 0,-148-20 351 0 0,171 24-752 0 0,-60-1 0 0 0,-24-1 0 0 0,98 5 0 0 0,26 0 0 0 0,1 0 0 0 0,0 0 0 0 0,0 0 0 0 0,0 0 0 0 0,-1 0 0 0 0,1 0 0 0 0,0 0 0 0 0,0 0 0 0 0,-1 0 0 0 0,1 0 0 0 0,0 0 0 0 0,0 0 0 0 0,0 0 0 0 0,-1 1 0 0 0,1-1 0 0 0,0 0 0 0 0,0 0 0 0 0,0 0 0 0 0,0 0 0 0 0,-1 0 0 0 0,1 1 0 0 0,0-1 0 0 0,0 0 0 0 0,0 0 0 0 0,0 0 0 0 0,0 1 0 0 0,0-1 0 0 0,-1 0 0 0 0,1 0 0 0 0,0 0 0 0 0,0 1 0 0 0,0-1 0 0 0,0 0 0 0 0,0 0 0 0 0,0 1 0 0 0,0-1 0 0 0,0 0 0 0 0,0 0 0 0 0,0 0 0 0 0,0 1 0 0 0,0-1 0 0 0,0 16 0 0 0,-1-11 0 0 0,0-1 0 0 0,1 1 0 0 0,0 0 0 0 0,0 0 0 0 0,1 0 0 0 0,-1 0 0 0 0,1 0 0 0 0,0-1 0 0 0,0 1 0 0 0,3 5 0 0 0,5 4 0 0 0,-7-12 0 0 0,0 1 0 0 0,0 0 0 0 0,0-1 0 0 0,-1 1 0 0 0,1 0 0 0 0,-1 0 0 0 0,0 0 0 0 0,0 0 0 0 0,0 0 0 0 0,0 0 0 0 0,0 0 0 0 0,-1 0 0 0 0,1 0 0 0 0,-1 5 0 0 0,0-4 0 0 0,1 0 0 0 0,-1-1 0 0 0,1 1 0 0 0,0-1 0 0 0,0 1 0 0 0,0-1 0 0 0,0 0 0 0 0,1 1 0 0 0,-1-1 0 0 0,1 0 0 0 0,0 0 0 0 0,0 0 0 0 0,0 0 0 0 0,0 0 0 0 0,1 0 0 0 0,-1-1 0 0 0,6 5 0 0 0,6 4 0 0 0,0-1 0 0 0,25 13 0 0 0,-7-4 0 0 0,-15-11 0 0 0,1 0 0 0 0,1-1 0 0 0,-1-1 0 0 0,1-1 0 0 0,0-1 0 0 0,28 3 0 0 0,-28-4 0 0 0,0-2 0 0 0,0 0 0 0 0,23-3 0 0 0,-34 2 0 0 0,-1-1 0 0 0,1 0 0 0 0,0 0 0 0 0,-1-1 0 0 0,1 0 0 0 0,-1-1 0 0 0,0 0 0 0 0,8-4 0 0 0,5-1 0 0 0,-19 8 0 0 0,-1 0 0 0 0,0 0 0 0 0,1-1 0 0 0,-1 1 0 0 0,1 0 0 0 0,-1 0 0 0 0,0 0 0 0 0,1 0 0 0 0,-1-1 0 0 0,0 1 0 0 0,1 0 0 0 0,-1 0 0 0 0,0-1 0 0 0,1 1 0 0 0,-1 0 0 0 0,0 0 0 0 0,1-1 0 0 0,-1 1 0 0 0,0 0 0 0 0,0-1 0 0 0,1 1 0 0 0,-1-1 0 0 0,0 1 0 0 0,0 0 0 0 0,0-1 0 0 0,0 1 0 0 0,1-1 0 0 0,-1 1 0 0 0,0 0 0 0 0,0-1 0 0 0,0 1 0 0 0,0-1 0 0 0,0 1 0 0 0,0 0 0 0 0,0-1 0 0 0,0 1 0 0 0,0-1 0 0 0,0 1 0 0 0,-1-1 0 0 0,1 1 0 0 0,0 0 0 0 0,0-1 0 0 0,0 1 0 0 0,0-1 0 0 0,-1 1 0 0 0,1 0 0 0 0,0-1 0 0 0,0 1 0 0 0,-1 0 0 0 0,1-1 0 0 0,0 1 0 0 0,0 0 0 0 0,-1 0 0 0 0,1-1 0 0 0,0 1 0 0 0,-1 0 0 0 0,1 0 0 0 0,-1-1 0 0 0,1 1 0 0 0,-1 0 0 0 0,-11-5 0 0 0,0 1 0 0 0,-1 0 0 0 0,1 1 0 0 0,-1 0 0 0 0,0 1 0 0 0,0 1 0 0 0,0 0 0 0 0,0 1 0 0 0,-15 1 0 0 0,18-1 0 0 0,-1 0 0 0 0,1 1 0 0 0,-1 0 0 0 0,1 0 0 0 0,-1 1 0 0 0,1 0 0 0 0,0 1 0 0 0,0 1 0 0 0,0-1 0 0 0,0 1 0 0 0,1 1 0 0 0,-1 0 0 0 0,1 0 0 0 0,0 1 0 0 0,1 0 0 0 0,-1 1 0 0 0,-8 9 0 0 0,-2-2-10 0 0,-29 23-36 0 0,46-34 44 0 0,-1-1 0 0 0,1 0 1 0 0,0 1-1 0 0,0 0 0 0 0,0-1 0 0 0,0 1 0 0 0,0 0 0 0 0,1 0 1 0 0,0 0-1 0 0,-1 0 0 0 0,1 0 0 0 0,0 0 0 0 0,0 0 0 0 0,0 1 0 0 0,0 5 1 0 0,1-7 3 0 0,0 0 0 0 0,0 0 1 0 0,0 0-1 0 0,-1 0 0 0 0,1 0 1 0 0,-1 0-1 0 0,0 0 0 0 0,1 0 1 0 0,-1 0-1 0 0,0 0 1 0 0,0 0-1 0 0,0 0 0 0 0,0 0 1 0 0,-1-1-1 0 0,1 1 0 0 0,0 0 1 0 0,-3 1-1 0 0,2-1 0 0 0,1-1 1 0 0,-1 1-1 0 0,1-1 1 0 0,0 1-1 0 0,0 0 0 0 0,-1 0 1 0 0,1 0-1 0 0,0 0 1 0 0,1 0-1 0 0,-1 0 0 0 0,0 0 1 0 0,0 0-1 0 0,1 0 0 0 0,-1 0 1 0 0,1 0-1 0 0,0 0 1 0 0,0 3-1 0 0,0-3-2 0 0,-1-1 0 0 0,1 1 0 0 0,0-1 0 0 0,0 0 0 0 0,0 1 0 0 0,-1-1 0 0 0,1 0 0 0 0,-1 1 0 0 0,1-1 0 0 0,-1 0 0 0 0,1 0 0 0 0,-1 1 0 0 0,0-1 0 0 0,0 0 0 0 0,0 0 0 0 0,1 0 0 0 0,-1 0 0 0 0,0 0 0 0 0,0 0 0 0 0,0 0 0 0 0,-1 0 0 0 0,1 0 0 0 0,0-1 0 0 0,0 1 0 0 0,0 0 0 0 0,-3 0 0 0 0,-2 2 0 0 0,6-2 0 0 0,-1 0 0 0 0,0-1 0 0 0,1 1 0 0 0,-1 0 0 0 0,1 0 0 0 0,-1 0 0 0 0,1-1 0 0 0,-1 1 0 0 0,1 0 0 0 0,-1 0 0 0 0,1 0 0 0 0,0 0 0 0 0,0 0 0 0 0,-1 0 0 0 0,1 0 0 0 0,0 0 0 0 0,0 0 0 0 0,0 0 0 0 0,0 0 0 0 0,0 0 0 0 0,0-1 0 0 0,0 1 0 0 0,0 0 0 0 0,1 0 0 0 0,-1 2 0 0 0,1 1 0 0 0,-1-3 0 0 0,0 1 0 0 0,0 0 0 0 0,0 0 0 0 0,0-1 0 0 0,-1 1 0 0 0,1 0 0 0 0,-1-1 0 0 0,1 1 0 0 0,-1-1 0 0 0,1 1 0 0 0,-1 0 0 0 0,0-1 0 0 0,0 1 0 0 0,0-1 0 0 0,0 0 0 0 0,0 1 0 0 0,0-1 0 0 0,0 0 0 0 0,0 1 0 0 0,0-1 0 0 0,-2 1 0 0 0,1-1 0 0 0,1 0 0 0 0,0 0 0 0 0,-1 0 0 0 0,1 1 0 0 0,0-1 0 0 0,0 0 0 0 0,0 1 0 0 0,0-1 0 0 0,0 1 0 0 0,0-1 0 0 0,1 1 0 0 0,-1-1 0 0 0,0 1 0 0 0,1-1 0 0 0,-1 1 0 0 0,1 0 0 0 0,0-1 0 0 0,-1 1 0 0 0,1 0 0 0 0,0-1 0 0 0,0 3 0 0 0,0 107 0 0 0,33-111 0 0 0,76 2-90 0 0,102-2-6303 0 0,50-17-9246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50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1 720 0 0,'66'140'4109'0'0,"-63"-134"-3942"0"0,0 0 0 0 0,0 0 0 0 0,0 0 0 0 0,-1 1 0 0 0,2 9-1 0 0,-4-13-90 0 0,0 0-1 0 0,0 0 0 0 0,0-1 0 0 0,-1 1 0 0 0,0 0 1 0 0,1-1-1 0 0,-1 1 0 0 0,0-1 0 0 0,0 1 0 0 0,0-1 1 0 0,-1 1-1 0 0,1-1 0 0 0,-3 4 0 0 0,-7 20 1206 0 0,8-22-873 0 0,0 1 1 0 0,0 0-1 0 0,0-1 0 0 0,-1 0 1 0 0,0 0-1 0 0,0 0 0 0 0,0 0 1 0 0,0 0-1 0 0,-1-1 1 0 0,1 0-1 0 0,-1 0 0 0 0,-9 4 1 0 0,8-6 18 0 0,-1 0 0 0 0,0 0-1 0 0,0-1 1 0 0,0 0 0 0 0,0-1 0 0 0,1 0 0 0 0,-1 0 0 0 0,0 0 0 0 0,0-1-1 0 0,1 0 1 0 0,-12-4 0 0 0,17 5-400 0 0,1 0 0 0 0,-1 1 0 0 0,0-1-1 0 0,1 1 1 0 0,-1-1 0 0 0,1 0 0 0 0,-1 1 0 0 0,1-1 0 0 0,0 0-1 0 0,-1 0 1 0 0,1 1 0 0 0,0-1 0 0 0,-1 0 0 0 0,1 0-1 0 0,0 0 1 0 0,0 1 0 0 0,0-1 0 0 0,-1 0 0 0 0,1 0-1 0 0,0 0 1 0 0,0 0 0 0 0,1 0 0 0 0,-1 1 0 0 0,0-1 0 0 0,0-1-1 0 0,7-20 144 0 0,1 11-88 0 0,-6 8-63 0 0,0 1 0 0 0,0 0 0 0 0,0-1 0 0 0,-1 1 0 0 0,1-1 0 0 0,-1 1 0 0 0,0-1 0 0 0,1 0 0 0 0,-1 0 1 0 0,-1 0-1 0 0,1 1 0 0 0,0-1 0 0 0,-1 0 0 0 0,1 0 0 0 0,-1-6 0 0 0,0 5-4 0 0,1 1 0 0 0,-1-1 0 0 0,1 0 0 0 0,0 1 0 0 0,0-1 0 0 0,0 1 0 0 0,0-1 0 0 0,0 1 1 0 0,1-1-1 0 0,0 1 0 0 0,-1 0 0 0 0,1 0 0 0 0,5-6 0 0 0,-2 3 5 0 0,1 1 0 0 0,0-1 0 0 0,0 1-1 0 0,0 0 1 0 0,1 0 0 0 0,8-4 0 0 0,-2 2-24 0 0,1 0 0 0 0,0 1-1 0 0,1 0 1 0 0,0 1 0 0 0,0 1 0 0 0,23-4-1 0 0,-29 8-21 0 0,1 0-1 0 0,-1 1 0 0 0,0-1 1 0 0,0 2-1 0 0,0-1 1 0 0,0 1-1 0 0,14 5 1 0 0,-16-5 13 0 0,-1 1 1 0 0,1-1 0 0 0,-1 1 0 0 0,1 0 0 0 0,-1 1 0 0 0,0 0 0 0 0,-1 0 0 0 0,1 0 0 0 0,9 9 0 0 0,18 29 25 0 0,-32-37 25 0 0,1-1 0 0 0,0 1 0 0 0,-1 0 0 0 0,0 0 0 0 0,0 0 0 0 0,-1 0 0 0 0,0 0 0 0 0,1 1 0 0 0,-1-1 0 0 0,-1 0 0 0 0,-1 9 0 0 0,1 6 213 0 0,1-17-371 0 0,0 1 0 0 0,0-1 1 0 0,1 0-1 0 0,-1 1 0 0 0,1-1 0 0 0,0 0 0 0 0,0 0 0 0 0,0 0 1 0 0,0 1-1 0 0,1-1 0 0 0,-1 0 0 0 0,1-1 0 0 0,0 1 0 0 0,0 0 1 0 0,2 2-1 0 0,1 0-828 0 0,0 0 1 0 0,1 0-1 0 0,-1-1 1 0 0,1 0-1 0 0,0 0 1 0 0,0-1-1 0 0,7 4 0 0 0,47 14-6668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51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80 0 0,'5'2'960'0'0,"18"3"460"0"0,1-1 0 0 0,0 0 0 0 0,28 0 0 0 0,69-2 1438 0 0,-88-1-2028 0 0,-1-2 0 0 0,0-2 1 0 0,40-7-1 0 0,-47 1-201 0 0,-24 8-558 0 0,0 0 0 0 0,0 0 0 0 0,-1 0 0 0 0,1 0-1 0 0,0 0 1 0 0,-1-1 0 0 0,1 1 0 0 0,-1 0 0 0 0,1 0-1 0 0,-1-1 1 0 0,0 1 0 0 0,1 0 0 0 0,-1 0 0 0 0,0-1-1 0 0,0 1 1 0 0,0 0 0 0 0,0 0 0 0 0,0-2-1 0 0,-1 1-27 0 0,1 1-1 0 0,-1 0 0 0 0,0 0 1 0 0,0-1-1 0 0,1 1 0 0 0,-1 0 1 0 0,0 0-1 0 0,0 0 0 0 0,0 0 0 0 0,0 0 1 0 0,0 0-1 0 0,-1 1 0 0 0,1-1 1 0 0,0 0-1 0 0,0 0 0 0 0,-1 1 0 0 0,1-1 1 0 0,0 1-1 0 0,0-1 0 0 0,-1 1 1 0 0,1 0-1 0 0,-1-1 0 0 0,1 1 0 0 0,-2 0 1 0 0,-1-1 87 0 0,-15-5 231 0 0,-1 0 0 0 0,0 2 1 0 0,-34-4-1 0 0,42 8-170 0 0,1-1-1 0 0,0 2 1 0 0,0 0 0 0 0,0 0-1 0 0,0 1 1 0 0,0 0 0 0 0,1 1-1 0 0,-17 7 1 0 0,25-10-161 0 0,0 0-1 0 0,1 1 0 0 0,-1-1 1 0 0,1 1-1 0 0,0-1 1 0 0,-1 1-1 0 0,1 0 0 0 0,-1-1 1 0 0,1 1-1 0 0,0 0 1 0 0,-1 0-1 0 0,1 0 0 0 0,0 0 1 0 0,0 0-1 0 0,0 0 1 0 0,0 1-1 0 0,0-1 0 0 0,0 0 1 0 0,0 0-1 0 0,0 1 1 0 0,1-1-1 0 0,-1 1 0 0 0,0-1 1 0 0,1 0-1 0 0,-1 1 1 0 0,1-1-1 0 0,-1 1 0 0 0,1 0 1 0 0,0 2-1 0 0,1-1 0 0 0,0 0 1 0 0,0-1-1 0 0,0 1 1 0 0,1 0-1 0 0,-1-1 0 0 0,1 1 1 0 0,0-1-1 0 0,0 0 1 0 0,0 0-1 0 0,0 1 0 0 0,0-1 1 0 0,0 0-1 0 0,0-1 1 0 0,4 3-1 0 0,9 6 47 0 0,0 0 0 0 0,1-2 0 0 0,32 14 1 0 0,-24-15-400 0 0,0-1 1 0 0,1-1-1 0 0,39 3 1 0 0,-24-6-2915 0 0,50-3 0 0 0,-25-8-1499 0 0,0-8-92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52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2 166 2481 0 0,'0'6'9618'0'0,"0"-6"-9562"0"0,0-1 1 0 0,0 1-1 0 0,-1 0 1 0 0,1 0-1 0 0,0-1 0 0 0,0 1 1 0 0,0 0-1 0 0,0-1 1 0 0,0 1-1 0 0,0 0 0 0 0,0 0 1 0 0,0-1-1 0 0,0 1 1 0 0,0 0-1 0 0,0-1 1 0 0,0 1-1 0 0,0 0 0 0 0,0-1 1 0 0,0 1-1 0 0,0 0 1 0 0,0-1-1 0 0,0 1 0 0 0,0 0 1 0 0,0 0-1 0 0,1-1 1 0 0,-1 1-1 0 0,0 0 0 0 0,0-1 1 0 0,0 1-1 0 0,0 0 1 0 0,1 0-1 0 0,-1 0 1 0 0,0-1-1 0 0,0 1 0 0 0,1 0 1 0 0,-1 0-1 0 0,0 0 1 0 0,0-1-1 0 0,1 1 0 0 0,-1 0 1 0 0,0 0-1 0 0,1 0 1 0 0,-1 0-1 0 0,0 0 1 0 0,0 0-1 0 0,1 0 0 0 0,0 0 1 0 0,1-1 185 0 0,-1 2-188 0 0,0-1 0 0 0,0 0 0 0 0,0 0-1 0 0,0 0 1 0 0,0 0 0 0 0,0 0 0 0 0,0 0-1 0 0,0 0 1 0 0,0 0 0 0 0,0 0 0 0 0,0 0-1 0 0,0-1 1 0 0,0 1 0 0 0,0 0 0 0 0,0-1 0 0 0,-1 1-1 0 0,1-1 1 0 0,0 1 0 0 0,0-1 0 0 0,0 1-1 0 0,-1-1 1 0 0,1 1 0 0 0,0-1 0 0 0,0 0-1 0 0,-1 1 1 0 0,2-2 0 0 0,-2 0 19 0 0,1 1 0 0 0,0 0-1 0 0,0 1 1 0 0,0-1 0 0 0,0 0 0 0 0,0 0 0 0 0,0 0 0 0 0,0 0 0 0 0,0 1-1 0 0,0-1 1 0 0,1 1 0 0 0,-1-1 0 0 0,0 1 0 0 0,0-1 0 0 0,1 1 0 0 0,-1 0-1 0 0,0-1 1 0 0,0 1 0 0 0,1 0 0 0 0,1 0 0 0 0,-1-1 158 0 0,31-18 1690 0 0,-32 17-1763 0 0,0 0 0 0 0,0 0 0 0 0,0 0 0 0 0,-1 0 0 0 0,1 0 1 0 0,0 0-1 0 0,-1-1 0 0 0,1 1 0 0 0,-1 0 0 0 0,0 0 0 0 0,0 0 1 0 0,0 0-1 0 0,0-1 0 0 0,0 1 0 0 0,0 0 0 0 0,0 0 0 0 0,-1-3 1 0 0,0-2 408 0 0,1 5-479 0 0,-1 0 0 0 0,1 0 0 0 0,0-1 0 0 0,0 1 0 0 0,0 0 0 0 0,1 0 0 0 0,-1 0 0 0 0,0 0 0 0 0,1 0 0 0 0,-1 0 0 0 0,1 0 0 0 0,0 0 0 0 0,0 0 0 0 0,-1 0 0 0 0,1 0 0 0 0,1 0 0 0 0,-1 1 0 0 0,0-1 0 0 0,0 0 0 0 0,3-2 0 0 0,1 2-63 0 0,0 0-1 0 0,0 0 1 0 0,0 0 0 0 0,0 1-1 0 0,1 0 1 0 0,-1 0-1 0 0,11 0 1 0 0,-11 0-15 0 0,20-3-62 0 0,53-5-803 0 0,-14 9-451 0 0,54 8-5367 0 0,-50-3 1766 0 0,25 2-1229 0 0,-22 1 1213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52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1 2321 0 0,'-5'0'2508'0'0,"-15"3"327"0"0,-41 11-1 0 0,50-11-2247 0 0,-1 1 0 0 0,1 1 0 0 0,1 0 0 0 0,-1 0 0 0 0,-13 11 0 0 0,-1-1 320 0 0,18-11-659 0 0,-1-1-32 0 0,0 2 1 0 0,1-1-1 0 0,-1 1 0 0 0,1 0 1 0 0,0 1-1 0 0,0-1 0 0 0,1 1 1 0 0,-1 1-1 0 0,1-1 0 0 0,-8 13 1 0 0,13-18-198 0 0,1 1 0 0 0,-1 0 0 0 0,1 0 0 0 0,0-1 0 0 0,-1 1 0 0 0,1 0 0 0 0,0 0 0 0 0,0-1 0 0 0,0 1 1 0 0,0 0-1 0 0,0 0 0 0 0,1-1 0 0 0,-1 1 0 0 0,0 0 0 0 0,1 0 0 0 0,0-1 0 0 0,-1 1 0 0 0,1-1 0 0 0,0 1 0 0 0,0 0 1 0 0,-1-1-1 0 0,1 1 0 0 0,1-1 0 0 0,-1 0 0 0 0,0 1 0 0 0,0-1 0 0 0,0 0 0 0 0,3 2 0 0 0,3 3 12 0 0,0 0 0 0 0,1-1-1 0 0,0 1 1 0 0,13 5 0 0 0,0-1-3 0 0,1-1 0 0 0,-1-1 1 0 0,2-1-1 0 0,-1-1 0 0 0,1-1 1 0 0,-1-1-1 0 0,42 2 0 0 0,-52-6-56 0 0,1 0-1 0 0,-1-1 0 0 0,1-1 0 0 0,-1 0 0 0 0,17-5 0 0 0,-28 6 33 0 0,0-1 0 0 0,0 1 1 0 0,0 0-1 0 0,-1 0 0 0 0,1 0 0 0 0,-1-1 0 0 0,1 1 0 0 0,-1 0 0 0 0,1 0 1 0 0,-1-1-1 0 0,0 1 0 0 0,1-1 0 0 0,-1 1 0 0 0,0 0 0 0 0,0-1 0 0 0,0 1 1 0 0,0 0-1 0 0,0-1 0 0 0,-1-1 0 0 0,1 1 71 0 0,0-1 0 0 0,0 1 0 0 0,0 0 0 0 0,-1-1 0 0 0,1 1 0 0 0,-1 0-1 0 0,1 0 1 0 0,-1-1 0 0 0,0 1 0 0 0,-2-3 0 0 0,-5-1 104 0 0,6 5-148 0 0,1 0-1 0 0,0 1 0 0 0,0-1 0 0 0,0 0 0 0 0,0 0 1 0 0,0 1-1 0 0,0-1 0 0 0,0 0 0 0 0,0 0 0 0 0,0 0 0 0 0,0 0 1 0 0,0 0-1 0 0,1-1 0 0 0,-1 1 0 0 0,0 0 0 0 0,1 0 0 0 0,-1 0 1 0 0,1-1-1 0 0,-1 1 0 0 0,1 0 0 0 0,0-1 0 0 0,0 1 1 0 0,-1 0-1 0 0,1-2 0 0 0,0 2-7 0 0,0 0 1 0 0,0-1-1 0 0,-1 1 0 0 0,1 0 0 0 0,0 0 1 0 0,-1 0-1 0 0,1 0 0 0 0,0 0 1 0 0,-1 0-1 0 0,0 0 0 0 0,1 0 1 0 0,-1 0-1 0 0,0 0 0 0 0,1 0 0 0 0,-1 0 1 0 0,0 0-1 0 0,0 1 0 0 0,0-1 1 0 0,0 0-1 0 0,1 0 0 0 0,-1 1 1 0 0,0-1-1 0 0,0 1 0 0 0,-1-1 0 0 0,1 1 1 0 0,0-1-1 0 0,0 1 0 0 0,-2-1 1 0 0,-2-1 100 0 0,4 1-101 0 0,1 1 0 0 0,-1 0-1 0 0,1-1 1 0 0,0 1-1 0 0,-1 0 1 0 0,1-1 0 0 0,-1 1-1 0 0,1-1 1 0 0,0 1-1 0 0,-1-1 1 0 0,1 1 0 0 0,0-1-1 0 0,0 1 1 0 0,-1-1 0 0 0,1 1-1 0 0,0-1 1 0 0,0 0-1 0 0,0 1 1 0 0,0-1 0 0 0,-1 1-1 0 0,1-1 1 0 0,0 0-1 0 0,0 1 1 0 0,0-1 0 0 0,0 1-1 0 0,1-1 1 0 0,-1 1 0 0 0,0-1-1 0 0,0 0 1 0 0,0 1-1 0 0,0-1 1 0 0,1 1 0 0 0,-1-1-1 0 0,0 1 1 0 0,0-1 0 0 0,1 1-1 0 0,-1-1 1 0 0,0 1-1 0 0,1-1 1 0 0,-1 1 0 0 0,1-1-1 0 0,-1 1 1 0 0,0 0-1 0 0,1-1 1 0 0,0 1 0 0 0,38-6-41 0 0,-28 8-7 0 0,-1 2 1 0 0,16-1 35 0 0,-1 2 0 0 0,0 1 0 0 0,0 1 1 0 0,0 1-1 0 0,-1 2 0 0 0,0 0 0 0 0,0 1 0 0 0,-1 1 0 0 0,-1 2 0 0 0,0 0 0 0 0,34 30 0 0 0,-42-33 48 0 0,-7-5-18 0 0,1 0-1 0 0,-1 1 0 0 0,0-1 0 0 0,7 10 0 0 0,-13-14-24 0 0,0 0-1 0 0,1 0 1 0 0,-1 0-1 0 0,0 0 1 0 0,0 0-1 0 0,0 1 1 0 0,0-1-1 0 0,-1 0 1 0 0,1 1-1 0 0,0-1 1 0 0,-1 0-1 0 0,0 1 1 0 0,0-1-1 0 0,1 0 0 0 0,-1 1 1 0 0,-1-1-1 0 0,1 1 1 0 0,0-1-1 0 0,0 0 1 0 0,-1 1-1 0 0,-1 3 1 0 0,-9 16 228 0 0,-2-1 1 0 0,0 0-1 0 0,-1-1 1 0 0,-20 22-1 0 0,27-33-119 0 0,-1-1-9 0 0,1 0-1 0 0,-1-1 1 0 0,-1 0 0 0 0,1 0 0 0 0,-1-1-1 0 0,0 0 1 0 0,-14 7 0 0 0,11-7-15 0 0,-3 3 12 0 0,0 0-1 0 0,-1-2 1 0 0,0 0-1 0 0,-29 8 1 0 0,16-6-182 0 0,24-7-104 0 0,1-1 1 0 0,-1 0 0 0 0,0-1 0 0 0,0 1 0 0 0,0-1-1 0 0,0 0 1 0 0,0 0 0 0 0,0 0 0 0 0,0-1 0 0 0,-6-1-1 0 0,6-2-6321 0 0,10-8 1420 0 0,-5 12 4344 0 0,27-27-7488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53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7 880 0 0,'-33'-6'5443'0'0,"33"12"-2642"0"0,-32 9 161 0 0,32 18 79 0 0,0 29-560 0 0,0 1-1440 0 0,32-1-961 0 0,-32-8 0 0 0,33-19 80 0 0,-33-16-80 0 0,0-11 0 0 0,33-16-3042 0 0,-1-11-1360 0 0,1 5 641 0 0,-1-1-81 0 0,-32-12 481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53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0 1761 0 0,'-8'3'1013'0'0,"-7"3"80"0"0,6-4 6255 0 0,8-2-7225 0 0,1 1 0 0 0,0-1-1 0 0,0 0 1 0 0,0 0-1 0 0,0 1 1 0 0,0-1 0 0 0,0 0-1 0 0,0 0 1 0 0,0 1 0 0 0,0-1-1 0 0,0 0 1 0 0,0 1-1 0 0,0-1 1 0 0,0 0 0 0 0,0 0-1 0 0,0 1 1 0 0,0-1 0 0 0,0 0-1 0 0,0 0 1 0 0,0 1-1 0 0,0-1 1 0 0,0 0 0 0 0,0 0-1 0 0,0 1 1 0 0,1-1 0 0 0,-1 0-1 0 0,0 0 1 0 0,0 1-1 0 0,0-1 1 0 0,0 0 0 0 0,1 0-1 0 0,-1 0 1 0 0,0 1-1 0 0,0-1 1 0 0,0 0 0 0 0,1 0-1 0 0,-1 0 1 0 0,0 0 0 0 0,0 1-1 0 0,1-1 1 0 0,-1 0-1 0 0,0 0 1 0 0,0 0 0 0 0,1 0-1 0 0,-1 0 1 0 0,0 0 0 0 0,1 0-1 0 0,3 0-56 0 0,-1 1 0 0 0,1-1 0 0 0,-1 1 0 0 0,1 0 0 0 0,-1 0 0 0 0,0 0-1 0 0,1 1 1 0 0,2 1 0 0 0,25 9 75 0 0,-20-8-118 0 0,-5-3-1 0 0,1 1-1 0 0,0 1 0 0 0,0 0 1 0 0,-1 0-1 0 0,0 0 1 0 0,1 0-1 0 0,-1 1 0 0 0,0 0 1 0 0,-1 1-1 0 0,1-1 1 0 0,7 9-1 0 0,74 76 499 0 0,-86-88-504 0 0,0 0-1 0 0,0 1 1 0 0,0-1-1 0 0,0 0 1 0 0,0 1 0 0 0,0-1-1 0 0,-1 0 1 0 0,1 1-1 0 0,0-1 1 0 0,-1 1-1 0 0,1-1 1 0 0,-1 1 0 0 0,0 0-1 0 0,0-1 1 0 0,1 1-1 0 0,-1-1 1 0 0,0 3-1 0 0,0-3 105 0 0,-1-2-119 0 0,0 0 0 0 0,-1 0 0 0 0,1 0-1 0 0,0 0 1 0 0,0 0 0 0 0,-1 1 0 0 0,1-1-1 0 0,-1 0 1 0 0,1 1 0 0 0,-1-1 0 0 0,1 1 0 0 0,-1-1-1 0 0,1 1 1 0 0,-1 0 0 0 0,-2-1 0 0 0,2 1 0 0 0,-13-6 72 0 0,0 0 0 0 0,0 2 0 0 0,0 0 1 0 0,-1 0-1 0 0,-25-1 0 0 0,32 4-5 0 0,1 0 0 0 0,-1 1 0 0 0,0 1 0 0 0,1-1-1 0 0,-1 1 1 0 0,0 1 0 0 0,1 0 0 0 0,-1 0 0 0 0,1 0 0 0 0,0 1 0 0 0,-10 5 0 0 0,14-6-5 0 0,-1 1 0 0 0,1 0 0 0 0,0 0 0 0 0,1 0 0 0 0,-1 0 0 0 0,0 1 0 0 0,1 0 0 0 0,0-1 0 0 0,0 1 1 0 0,0 0-1 0 0,0 1 0 0 0,1-1 0 0 0,0 0 0 0 0,0 1 0 0 0,-3 7 0 0 0,4-9-37 0 0,0 0 0 0 0,1 0-1 0 0,-1 0 1 0 0,1 0 0 0 0,0 0-1 0 0,0 0 1 0 0,0 0 0 0 0,0 1-1 0 0,0-1 1 0 0,1 0 0 0 0,-1 0 0 0 0,1 0-1 0 0,0 0 1 0 0,0 0 0 0 0,0 0-1 0 0,0 0 1 0 0,0 0 0 0 0,1-1 0 0 0,-1 1-1 0 0,1 0 1 0 0,0-1 0 0 0,3 4-1 0 0,2 1 16 0 0,1 0 1 0 0,0-1-1 0 0,0 0 0 0 0,1 0 0 0 0,-1-1 0 0 0,1 0 0 0 0,0-1 0 0 0,1 0 0 0 0,17 6 0 0 0,5-2 51 0 0,54 7 0 0 0,-79-14-100 0 0,17 2-197 0 0,-1-1-1 0 0,1 0 1 0 0,42-5-1 0 0,-39 0-2131 0 0,38-11 0 0 0,0-8-5039 0 0,1-11-961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54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7 1921 0 0,'0'-6'2801'0'0,"-33"12"641"0"0,1 42 2160 0 0,-1 47-960 0 0,33 9-3201 0 0,33 0-1121 0 0,-1-8-80 0 0,1-13 0 0 0,-33-21-79 0 0,32-20-242 0 0,-32-15-479 0 0,0-21-1841 0 0,0-20-4482 0 0,0-20-3522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55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10 4242 0 0,'1'0'105'0'0,"-1"-1"0"0"0,0 1-1 0 0,0 0 1 0 0,0-1 0 0 0,0 1 0 0 0,0 0 0 0 0,1-1-1 0 0,-1 1 1 0 0,0 0 0 0 0,0-1 0 0 0,1 1 0 0 0,-1 0-1 0 0,0 0 1 0 0,0-1 0 0 0,1 1 0 0 0,-1 0 0 0 0,0 0 0 0 0,1-1-1 0 0,-1 1 1 0 0,0 0 0 0 0,1 0 0 0 0,-1 0 0 0 0,0 0-1 0 0,1 0 1 0 0,-1-1 0 0 0,1 1 0 0 0,-1 0 0 0 0,0 0-1 0 0,1 0 1 0 0,-1 0 0 0 0,1 0 0 0 0,-1 0 0 0 0,18 1-203 0 0,-13-1 512 0 0,46-2 1578 0 0,-44 1-1777 0 0,1 1-1 0 0,0 0 0 0 0,0 0 1 0 0,-1 1-1 0 0,1 0 1 0 0,0 0-1 0 0,-1 1 0 0 0,12 3 1 0 0,-1 2 208 0 0,0 1-1 0 0,0 1 1 0 0,-1 0 0 0 0,0 1 0 0 0,0 1-1 0 0,-1 1 1 0 0,-1 0 0 0 0,0 1 0 0 0,0 0-1 0 0,-2 2 1 0 0,0-1 0 0 0,12 18 0 0 0,-24-31-398 0 0,0 0 0 0 0,0 1 1 0 0,0-1-1 0 0,-1 0 0 0 0,1 0 0 0 0,-1 0 1 0 0,1 0-1 0 0,-1 1 0 0 0,1-1 1 0 0,-1 0-1 0 0,0 0 0 0 0,1 1 0 0 0,-1-1 1 0 0,0 0-1 0 0,0 0 0 0 0,0 1 1 0 0,0-1-1 0 0,0 0 0 0 0,0 1 0 0 0,0-1 1 0 0,-1 0-1 0 0,1 0 0 0 0,0 1 1 0 0,-1-1-1 0 0,1 0 0 0 0,-1 0 0 0 0,1 1 1 0 0,-1-1-1 0 0,0 0 0 0 0,1 0 1 0 0,-1 0-1 0 0,0 0 0 0 0,-1 1 0 0 0,-2 1 17 0 0,-1 0 0 0 0,1 0 0 0 0,0 0 0 0 0,-1-1 0 0 0,0 0 0 0 0,-7 3-1 0 0,-2 0 87 0 0,-209 87 1184 0 0,180-78-1213 0 0,0-3 0 0 0,-1-1 0 0 0,-54 5 0 0 0,87-14-265 0 0,0 0 1 0 0,0-1-1 0 0,0 0 1 0 0,0 0 0 0 0,-1-2-1 0 0,1 1 1 0 0,0-1-1 0 0,1-1 1 0 0,-16-5 0 0 0,25 8 76 0 0,-1-1 0 0 0,1 1 0 0 0,-1-1 1 0 0,1 0-1 0 0,-1 1 0 0 0,1-1 0 0 0,0 0 1 0 0,-1 0-1 0 0,1 0 0 0 0,0 0 0 0 0,0 0 1 0 0,0 0-1 0 0,0 0 0 0 0,0 0 0 0 0,0 0 0 0 0,0-1 1 0 0,0 1-1 0 0,0 0 0 0 0,0-1 0 0 0,1 1 1 0 0,-2-3-1 0 0,2 2-128 0 0,0 0-1 0 0,0 0 1 0 0,1 0-1 0 0,-1-1 1 0 0,1 1 0 0 0,-1 0-1 0 0,1 0 1 0 0,0 0-1 0 0,0 0 1 0 0,0 0 0 0 0,1-2-1 0 0,5-14-1383 0 0,-2 0-88 0 0,7-17-1718 0 0,-5 24 2209 0 0,2 0 0 0 0,-1 1 0 0 0,2 0 1 0 0,10-9-1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55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223 662 880 0 0,'-5'0'1961'0'0,"-12"0"-560"0"0,17 0-1377 0 0,0 0-1 0 0,0 0 1 0 0,-1 0 0 0 0,1 0-1 0 0,0 0 1 0 0,0 0 0 0 0,0 0-1 0 0,0 0 1 0 0,0 0 0 0 0,0 0-1 0 0,-1 0 1 0 0,1 0 0 0 0,0 0-1 0 0,0 0 1 0 0,0 0 0 0 0,0 0-1 0 0,0 0 1 0 0,0 0 0 0 0,-1 0-1 0 0,1 0 1 0 0,0 0-1 0 0,0 0 1 0 0,0 0 0 0 0,0 0-1 0 0,0 0 1 0 0,0 0 0 0 0,0 0-1 0 0,-1 0 1 0 0,1 0 0 0 0,0 0-1 0 0,0-1 1 0 0,0 1 0 0 0,0 0-1 0 0,0 0 1 0 0,0 0 0 0 0,0 0-1 0 0,0 0 1 0 0,0 0 0 0 0,0 0-1 0 0,0 0 1 0 0,-1-1 0 0 0,1 1-1 0 0,0 0 1 0 0,0 0 0 0 0,0 0-1 0 0,0 0 1 0 0,0 0 0 0 0,0 0-1 0 0,0-1 1 0 0,0 1 0 0 0,0 0-1 0 0,0 0 1 0 0,0 0 0 0 0,0 0-1 0 0,0 0 1 0 0,0-1 0 0 0,1 1 0 0 0,-1 0 0 0 0,0 0 0 0 0,0 0 0 0 0,0 0 0 0 0,0 0 0 0 0,0 0 0 0 0,0-1 0 0 0,0 1 0 0 0,0 0 0 0 0,-1 0 0 0 0,1 0 0 0 0,0 0 0 0 0,0 0 0 0 0,0 0 0 0 0,0-1 0 0 0,0 1 0 0 0,0 0 0 0 0,0 0 0 0 0,0 0 0 0 0,0 0 0 0 0,0 0 0 0 0,0 0 0 0 0,0 0 0 0 0,0 0 0 0 0,-1-1 0 0 0,1 1 0 0 0,0 0 0 0 0,0 0 0 0 0,0 0 1 0 0,0 0-1 0 0,0 0 0 0 0,0 0 0 0 0,0 0 0 0 0,-1 0 0 0 0,1 0 0 0 0,0 0 0 0 0,0 0 0 0 0,0 0 0 0 0,0 0 0 0 0,0 0 0 0 0,0 0 0 0 0,-1 0 0 0 0,1 0 0 0 0,0 0 0 0 0,0 0 0 0 0,0 0 0 0 0,0 0 0 0 0,0 0 0 0 0,0 0 0 0 0,-1 0 0 0 0,1 0 0 0 0,0 0 0 0 0,0 0 0 0 0,0 0 0 0 0,0 0 0 0 0,0 1 0 0 0,0-1 0 0 0,0 0 0 0 0,0 0 0 0 0,-1 0 0 0 0,1 0 1 0 0,0 0-1 0 0,0 0 0 0 0,0 0 0 0 0,0 1 0 0 0,-8 0 502 0 0,0 0-50 0 0,0 0 1 0 0,1 1-1 0 0,-1 0 0 0 0,-7 3 1 0 0,-2 12 1497 0 0,-18 0-262 0 0,23-12-1111 0 0,-1 1 0 0 0,-18 12 0 0 0,29-17-514 0 0,0 1-1 0 0,0-1 1 0 0,0 1 0 0 0,0-1-1 0 0,0 1 1 0 0,1 0 0 0 0,-1 0 0 0 0,0 0-1 0 0,1 0 1 0 0,-1 0 0 0 0,1 0-1 0 0,0 0 1 0 0,0 0 0 0 0,0 0-1 0 0,0 1 1 0 0,0-1 0 0 0,0 1 0 0 0,1-1-1 0 0,-1 0 1 0 0,1 4 0 0 0,0-1 22 0 0,1 0 0 0 0,0 0 1 0 0,1 0-1 0 0,-1-1 1 0 0,1 1-1 0 0,0 0 0 0 0,0-1 1 0 0,0 0-1 0 0,1 1 1 0 0,0-1-1 0 0,0 0 0 0 0,0 0 1 0 0,0 0-1 0 0,0-1 1 0 0,1 1-1 0 0,-1-1 0 0 0,6 4 1 0 0,1 1 75 0 0,1-1 1 0 0,-1 0-1 0 0,1 0 0 0 0,0-1 1 0 0,24 9-1 0 0,42 8 429 0 0,-63-18-470 0 0,1 0-1 0 0,-1-1 1 0 0,1-1 0 0 0,0 0 0 0 0,0-1 0 0 0,0-1 0 0 0,1 0 0 0 0,-1-1 0 0 0,0-1-1 0 0,0 0 1 0 0,0-1 0 0 0,0-1 0 0 0,29-9 0 0 0,-41 12-121 0 0,-1-1-7 0 0,-1 1-1 0 0,1-1 1 0 0,0 1 0 0 0,-1-1 0 0 0,1 1-1 0 0,0-1 1 0 0,-1 0 0 0 0,1 0 0 0 0,-1 0-1 0 0,1 0 1 0 0,-1 0 0 0 0,0 0-1 0 0,2-2 1 0 0,-2 0 4 0 0,0 1 0 0 0,1-1-1 0 0,-2 0 1 0 0,1 0 0 0 0,0 0 0 0 0,-1 0-1 0 0,1 0 1 0 0,-1 0 0 0 0,0 0 0 0 0,0 0-1 0 0,0-3 1 0 0,-1-13 29 0 0,-1 0 1 0 0,-1 1-1 0 0,0-1 0 0 0,-1 1 0 0 0,-1 0 0 0 0,-1 0 0 0 0,-1 0 1 0 0,0 1-1 0 0,-1 0 0 0 0,-1 1 0 0 0,0-1 0 0 0,-2 2 1 0 0,1-1-1 0 0,-2 2 0 0 0,-22-23 0 0 0,29 32-94 0 0,-1 0 0 0 0,0 1 0 0 0,-1-1 0 0 0,1 1 0 0 0,-1 1 0 0 0,0-1 0 0 0,1 1 0 0 0,-2 0 0 0 0,1 1 0 0 0,0 0 0 0 0,0 0 0 0 0,-1 0 0 0 0,1 1 0 0 0,-1 0 1 0 0,1 1-1 0 0,-11 0 0 0 0,8 1-246 0 0,-1 0 0 0 0,0 0 1 0 0,1 1-1 0 0,-1 1 0 0 0,1 0 1 0 0,0 0-1 0 0,0 1 0 0 0,0 0 1 0 0,0 1-1 0 0,-9 6 0 0 0,16-9 121 0 0,0-1-1 0 0,1 1 0 0 0,-1 0 1 0 0,0 0-1 0 0,1 0 1 0 0,0 0-1 0 0,-1 1 0 0 0,1-1 1 0 0,0 1-1 0 0,0-1 0 0 0,1 1 1 0 0,-1 0-1 0 0,0-1 0 0 0,-1 5 1 0 0,0 16-3967 0 0,3-23 3992 0 0,0 1 0 0 0,0-1 0 0 0,1 0-1 0 0,-1 0 1 0 0,0 1 0 0 0,0-1 0 0 0,1 0 0 0 0,-1 1 0 0 0,0-1 0 0 0,0 0-1 0 0,1 0 1 0 0,-1 0 0 0 0,0 1 0 0 0,1-1 0 0 0,-1 0 0 0 0,0 0 0 0 0,1 0-1 0 0,-1 0 1 0 0,0 0 0 0 0,1 0 0 0 0,-1 1 0 0 0,0-1 0 0 0,1 0 0 0 0,-1 0-1 0 0,0 0 1 0 0,1 0 0 0 0,-1 0 0 0 0,0 0 0 0 0,1 0 0 0 0,-1-1 0 0 0,0 1 0 0 0,1 0-1 0 0,0 0 1 0 0,17-3-1480 0 0,-14 2 702 0 0,28-5-3066 0 0</inkml:trace>
  <inkml:trace contextRef="#ctx0" brushRef="#br0" timeOffset="1">680 1 320 0 0,'0'0'2881'0'0,"0"6"161"0"0,-33 8 159 0 0,0 55 1361 0 0,33 41-720 0 0,33-6-2641 0 0,0-2-881 0 0,-1 2 160 0 0,1-8 400 0 0,0 8-79 0 0,-1-21-401 0 0,1 6-240 0 0,0-6-160 0 0,-1-22-640 0 0,34-12-2402 0 0,-66-36-3921 0 0,32-40-3522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56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4962 0 0,'-33'0'8484'0'0,"1"0"-3922"0"0,32 7-1921 0 0,0-1-2160 0 0,32-6-1 0 0,34 8-80 0 0,-1-2-160 0 0,66 1-800 0 0,123 13-4002 0 0,8 1-6803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56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129 205 1841 0 0,'-20'4'1133'0'0,"10"-2"-251"0"0,0 0 1 0 0,1 0 0 0 0,0 1 0 0 0,-1 0 0 0 0,-14 7-1 0 0,9-2 4982 0 0,4-6-5181 0 0,4-3 147 0 0,7 1-789 0 0,0 0 0 0 0,0 0 0 0 0,1 0 0 0 0,-1 0 0 0 0,0 0 0 0 0,0 0 0 0 0,0 0 0 0 0,0 0 0 0 0,0 0 0 0 0,0-1 0 0 0,1 1 0 0 0,-1 0 0 0 0,0 0 1 0 0,0 0-1 0 0,0 0 0 0 0,0 0 0 0 0,0-1 0 0 0,0 1 0 0 0,0 0 0 0 0,0 0 0 0 0,0 0 0 0 0,0 0 0 0 0,0 0 0 0 0,0-1 0 0 0,0 1 0 0 0,0 0 0 0 0,0 0 0 0 0,0 0 0 0 0,0 0 0 0 0,0-1 0 0 0,0 1 0 0 0,0 0 0 0 0,0 0 0 0 0,0 0 0 0 0,0 0 0 0 0,0-1 0 0 0,0 1 0 0 0,0 0 0 0 0,0 0 0 0 0,0 0 0 0 0,0 0 0 0 0,-1 0 0 0 0,1 0 0 0 0,0-1 0 0 0,0 1 0 0 0,0 0 0 0 0,0 0 0 0 0,0 0 0 0 0,0 0 0 0 0,-1 0 0 0 0,1 0 0 0 0,0 0 0 0 0,49-10 1423 0 0,54-4 0 0 0,33-5-296 0 0,-84 9-851 0 0,81-20 233 0 0,-131 30-544 0 0,0-1 0 0 0,-1 1 1 0 0,1 0-1 0 0,0-1 0 0 0,-1 1 1 0 0,1-1-1 0 0,0 0 0 0 0,-1 1 1 0 0,1-1-1 0 0,-1 0 1 0 0,1 0-1 0 0,-1 0 0 0 0,0 0 1 0 0,1 0-1 0 0,-1 0 0 0 0,0-1 1 0 0,0 1-1 0 0,0 0 0 0 0,0-1 1 0 0,0 1-1 0 0,0 0 0 0 0,0-1 1 0 0,0 1-1 0 0,0-1 0 0 0,-1 0 1 0 0,1 1-1 0 0,-1-1 0 0 0,1 1 1 0 0,-1-1-1 0 0,1-2 0 0 0,-2 1 5 0 0,0 1-1 0 0,0-1 0 0 0,0 1 1 0 0,0 0-1 0 0,0-1 0 0 0,0 1 1 0 0,0 0-1 0 0,-1 0 0 0 0,1 0 1 0 0,-1 0-1 0 0,0 0 0 0 0,0 0 1 0 0,0 0-1 0 0,1 1 0 0 0,-1-1 1 0 0,-1 0-1 0 0,1 1 0 0 0,0 0 1 0 0,0 0-1 0 0,-4-2 0 0 0,-20-9 92 0 0,-1 0 0 0 0,0 2-1 0 0,-1 1 1 0 0,0 1 0 0 0,0 1 0 0 0,-1 2-1 0 0,-55-4 1 0 0,62 8 19 0 0,0 1-1 0 0,-22 2 1 0 0,36-1-66 0 0,1 1-1 0 0,-1-1 1 0 0,1 1 0 0 0,-1 0-1 0 0,1 1 1 0 0,-1 0-1 0 0,1 0 1 0 0,-8 6 0 0 0,12-8-38 0 0,0 1 0 0 0,1 0 0 0 0,-1 0 0 0 0,1 0 0 0 0,0 0 0 0 0,0 1 0 0 0,0-1 0 0 0,0 0 0 0 0,0 1 0 0 0,0 0 0 0 0,0-1 0 0 0,1 1 0 0 0,0 0 0 0 0,-1 0 0 0 0,1 0 0 0 0,0 0 0 0 0,0 0 0 0 0,1 0 0 0 0,-1 0 0 0 0,1 0 0 0 0,-1 0 0 0 0,1 0 0 0 0,0 0 0 0 0,0 0 0 0 0,0 1 1 0 0,1-1-1 0 0,-1 0 0 0 0,1 0 0 0 0,0 0 0 0 0,-1 0 0 0 0,1 0 0 0 0,3 4 0 0 0,2 8 30 0 0,2 0 1 0 0,0-1 0 0 0,1 0-1 0 0,20 26 1 0 0,-18-28-37 0 0,0-1 0 0 0,0 1 0 0 0,1-2 0 0 0,0 0 0 0 0,1 0 0 0 0,26 14 0 0 0,93 38-243 0 0,-117-55 147 0 0,160 55-3480 0 0,-127-49-1269 0 0,76 11 0 0 0,-90-21-742 0 0,36-1 0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57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2 182 400 0 0,'-1'0'35'0'0,"1"0"0"0"0,0 0-1 0 0,0 0 1 0 0,0 0 0 0 0,0 1-1 0 0,0-1 1 0 0,0 0 0 0 0,0 0-1 0 0,0 0 1 0 0,-1 0 0 0 0,1 1-1 0 0,0-1 1 0 0,0 0 0 0 0,0 0-1 0 0,0 0 1 0 0,0 0 0 0 0,0 1-1 0 0,0-1 1 0 0,0 0 0 0 0,0 0 0 0 0,0 0-1 0 0,0 0 1 0 0,0 1 0 0 0,0-1-1 0 0,0 0 1 0 0,0 0 0 0 0,1 0-1 0 0,-1 1 1 0 0,0-1 0 0 0,0 0-1 0 0,0 0 1 0 0,0 0 0 0 0,0 0-1 0 0,0 0 1 0 0,0 1 0 0 0,0-1-1 0 0,1 0 1 0 0,-1 0 0 0 0,0 0-1 0 0,0 0 1 0 0,0 0 0 0 0,0 0 0 0 0,0 0-1 0 0,1 1 1 0 0,-1-1 0 0 0,0 0-1 0 0,0 0 1 0 0,0 0 0 0 0,0 0-1 0 0,1 0 1 0 0,-1 0 0 0 0,0 0-1 0 0,0 0 1 0 0,0 0 0 0 0,1 0-1 0 0,-1 0 1 0 0,0 0 0 0 0,0 0-1 0 0,0 0 1 0 0,0 0 0 0 0,1 0 0 0 0,-1 0-1 0 0,0 0 1 0 0,0 0 0 0 0,0-1-1 0 0,0 1 1 0 0,1 0 0 0 0,-1 0-1 0 0,0 0 1 0 0,16 0 691 0 0,-5 0 2043 0 0,-11-8 2309 0 0,0-10-2980 0 0,0 17-1644 0 0,-1-18 1641 0 0,1 13-1826 0 0,-1 1 0 0 0,1 0 0 0 0,0 0 0 0 0,0 0 1 0 0,0 0-1 0 0,1 0 0 0 0,0 0 0 0 0,0 0 0 0 0,0 0 1 0 0,3-7-1 0 0,7 0 47 0 0,-10 11-280 0 0,0 0 1 0 0,1 0-1 0 0,-1 0 0 0 0,0 0 0 0 0,0 0 0 0 0,0-1 1 0 0,0 1-1 0 0,0 0 0 0 0,0-1 0 0 0,0 1 0 0 0,-1-1 1 0 0,1 1-1 0 0,0-1 0 0 0,-1 1 0 0 0,1-1 0 0 0,-1 1 1 0 0,0-1-1 0 0,1 0 0 0 0,-1-1 0 0 0,0 2-25 0 0,0 0 0 0 0,0 0 0 0 0,0 0-1 0 0,1 0 1 0 0,-1 1 0 0 0,0-1 0 0 0,0 0 0 0 0,1 0-1 0 0,-1 0 1 0 0,0 1 0 0 0,1-1 0 0 0,-1 0-1 0 0,1 0 1 0 0,-1 1 0 0 0,1-1 0 0 0,0 1 0 0 0,-1-1-1 0 0,1 0 1 0 0,-1 1 0 0 0,1-1 0 0 0,0 1 0 0 0,0-1-1 0 0,-1 1 1 0 0,1 0 0 0 0,0-1 0 0 0,0 1 0 0 0,-1 0-1 0 0,1-1 1 0 0,0 1 0 0 0,0 0 0 0 0,0 0-1 0 0,0 0 1 0 0,0 0 0 0 0,7-3 36 0 0,-4 1-81 0 0,1 0 1 0 0,-1 0 0 0 0,0 0 0 0 0,1 0-1 0 0,-1 1 1 0 0,1 0 0 0 0,0 0 0 0 0,-1 0 0 0 0,1 0-1 0 0,0 1 1 0 0,0 0 0 0 0,0 0 0 0 0,-1 0-1 0 0,1 1 1 0 0,0-1 0 0 0,6 3 0 0 0,-3-1 1 0 0,0 1-1 0 0,0 0 1 0 0,0 0 0 0 0,0 0 0 0 0,0 1 0 0 0,-1 1 0 0 0,0-1 0 0 0,9 8 0 0 0,-15-11 36 0 0,-1-1-1 0 0,1 0 1 0 0,-1 1 0 0 0,1-1-1 0 0,-1 1 1 0 0,1-1-1 0 0,-1 1 1 0 0,1-1 0 0 0,-1 1-1 0 0,0-1 1 0 0,1 1 0 0 0,-1 0-1 0 0,0-1 1 0 0,1 1-1 0 0,-1-1 1 0 0,0 1 0 0 0,0 0-1 0 0,0-1 1 0 0,0 1 0 0 0,0 0-1 0 0,0-1 1 0 0,1 1 0 0 0,-1 0-1 0 0,-1-1 1 0 0,1 1-1 0 0,0 0 1 0 0,0-1 0 0 0,0 1-1 0 0,0 0 1 0 0,0-1 0 0 0,-1 1-1 0 0,1 0 1 0 0,0-1 0 0 0,-1 1-1 0 0,1-1 1 0 0,0 1-1 0 0,-1-1 1 0 0,1 1 0 0 0,0-1-1 0 0,-1 1 1 0 0,0 0 0 0 0,-20 14 76 0 0,19-13-60 0 0,1-2-12 0 0,0 1 0 0 0,1 0 0 0 0,-1-1-1 0 0,1 1 1 0 0,-1 0 0 0 0,1-1 0 0 0,-1 1 0 0 0,1 0-1 0 0,0 0 1 0 0,-1 0 0 0 0,1-1 0 0 0,0 1-1 0 0,0 0 1 0 0,0 0 0 0 0,0 0 0 0 0,-1 0-1 0 0,1-1 1 0 0,0 1 0 0 0,0 0 0 0 0,0 0-1 0 0,1 0 1 0 0,-1 0 0 0 0,0 1 0 0 0,1-1-2 0 0,-1 0 1 0 0,0-1 0 0 0,0 1-1 0 0,0 0 1 0 0,0-1 0 0 0,0 1 0 0 0,0 0-1 0 0,0-1 1 0 0,0 1 0 0 0,0 0-1 0 0,0-1 1 0 0,0 1 0 0 0,0 0-1 0 0,0 0 1 0 0,-1-1 0 0 0,1 1-1 0 0,0 0 1 0 0,0-1 0 0 0,-1 1-1 0 0,1-1 1 0 0,0 1 0 0 0,-1 0-1 0 0,1-1 1 0 0,-1 1 0 0 0,1-1 0 0 0,-1 1-1 0 0,0 0 1 0 0,-3 0 34 0 0,2-1-24 0 0,1 1 1 0 0,-1-1-1 0 0,1 0 1 0 0,-1 1-1 0 0,1 0 1 0 0,-1-1-1 0 0,1 1 0 0 0,0 0 1 0 0,-1-1-1 0 0,1 1 1 0 0,0 0-1 0 0,-1 0 1 0 0,1 0-1 0 0,0 0 1 0 0,-2 2-1 0 0,3-2 317 0 0,0-21 52 0 0,1 19-378 0 0,-1 0-1 0 0,0 0 0 0 0,0 0 0 0 0,0 0 1 0 0,0 0-1 0 0,1 0 0 0 0,-1 0 0 0 0,0 0 0 0 0,1 0 1 0 0,-1 0-1 0 0,1 0 0 0 0,-1 0 0 0 0,1 0 0 0 0,-1 0 1 0 0,1 0-1 0 0,0 1 0 0 0,0-1 0 0 0,-1 0 1 0 0,1 1-1 0 0,0-1 0 0 0,0 0 0 0 0,0 1 0 0 0,-1-1 1 0 0,1 1-1 0 0,0-1 0 0 0,1 0 0 0 0,-1 1 1 0 0,0 0-1 0 0,0-1 1 0 0,0 0 0 0 0,0 1-1 0 0,0-1 1 0 0,0 1 0 0 0,0-1-1 0 0,0 0 1 0 0,0 0-1 0 0,-1 0 1 0 0,1 1 0 0 0,0-1-1 0 0,0 0 1 0 0,-1 0-1 0 0,1 0 1 0 0,-1 0 0 0 0,1 0-1 0 0,-1 0 1 0 0,1 0-1 0 0,-1 0 1 0 0,0 0 0 0 0,1 0-1 0 0,-1-1 1 0 0,0 1-1 0 0,0 0 1 0 0,0-1 0 0 0,0 0-4 0 0,0 1 1 0 0,0 0 0 0 0,1 0 0 0 0,-1 0-1 0 0,0 0 1 0 0,0 0 0 0 0,1 0 0 0 0,-1 0-1 0 0,1 0 1 0 0,-1 0 0 0 0,1 0 0 0 0,-1 0 0 0 0,1 0-1 0 0,-1 0 1 0 0,1 1 0 0 0,0-1 0 0 0,0 0-1 0 0,-1 0 1 0 0,1 1 0 0 0,0-1 0 0 0,0 0-1 0 0,0 1 1 0 0,0-1 0 0 0,0 1 0 0 0,0-1-1 0 0,0 1 1 0 0,0-1 0 0 0,1 1 0 0 0,6-5 17 0 0,-6 3-12 0 0,1 0 1 0 0,-1 1 0 0 0,0-1-1 0 0,1 0 1 0 0,-1 1 0 0 0,1-1-1 0 0,-1 1 1 0 0,1 0 0 0 0,0 0-1 0 0,0 0 1 0 0,-1 0 0 0 0,1 1-1 0 0,0-1 1 0 0,0 1 0 0 0,0 0-1 0 0,0-1 1 0 0,0 1 0 0 0,0 0-1 0 0,-1 1 1 0 0,1-1 0 0 0,0 1-1 0 0,0-1 1 0 0,0 1 0 0 0,3 1-1 0 0,26 5 135 0 0,-1 2-1 0 0,0 1 1 0 0,-1 1-1 0 0,0 2 0 0 0,35 19 1 0 0,-33-13-1395 0 0,0 2 1 0 0,32 27 0 0 0,-59-45 477 0 0,-1-1 0 0 0,0 1 0 0 0,1-1 0 0 0,0 0 0 0 0,0-1 0 0 0,-1 1-1 0 0,1-1 1 0 0,0 0 0 0 0,0 0 0 0 0,0 0 0 0 0,0-1 0 0 0,0 0 0 0 0,0 0 0 0 0,1 0 0 0 0,5-1 0 0 0,9 0-2162 0 0,12 1-921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57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323 21 880 0 0,'0'-1'250'0'0,"0"1"-1"0"0,0-1 0 0 0,0 0 0 0 0,0 0 1 0 0,0 1-1 0 0,1-1 0 0 0,-1 0 0 0 0,-1 0 1 0 0,1 1-1 0 0,0-1 0 0 0,0 0 0 0 0,0 0 1 0 0,0 1-1 0 0,0-1 0 0 0,-1 0 0 0 0,1 0 0 0 0,0 1 1 0 0,-1-1-1 0 0,1 0 0 0 0,0 1 0 0 0,-1-1 1 0 0,1 0-1 0 0,-1 1 0 0 0,1-1 0 0 0,-1 1 1 0 0,-1-2-1 0 0,-27 9 4225 0 0,28-7-4339 0 0,-125 45 4588 0 0,106-37-4056 0 0,0 2-1 0 0,0 0 1 0 0,-34 25 0 0 0,50-32-615 0 0,0 0 0 0 0,1 1 0 0 0,-1-1 0 0 0,1 1 0 0 0,0 0 0 0 0,0 0 0 0 0,0 1 0 0 0,0-1 0 0 0,1 0 0 0 0,-1 1 1 0 0,1 0-1 0 0,1-1 0 0 0,-1 1 0 0 0,1 0 0 0 0,-1 0 0 0 0,1 0 0 0 0,0 9 0 0 0,1-10-40 0 0,0-1 0 0 0,0 1 0 0 0,0 0 0 0 0,1 0 0 0 0,-1 0 0 0 0,1-1 0 0 0,0 1 0 0 0,0 0 0 0 0,0-1 0 0 0,1 1 0 0 0,-1-1 0 0 0,1 1 0 0 0,0-1 0 0 0,0 0 1 0 0,0 1-1 0 0,1-1 0 0 0,-1 0 0 0 0,1-1 0 0 0,-1 1 0 0 0,1 0 0 0 0,0-1 0 0 0,5 4 0 0 0,9 3 23 0 0,0 0-1 0 0,1-1 1 0 0,1 0-1 0 0,-1-2 1 0 0,1 0 0 0 0,23 4-1 0 0,11-1-455 0 0,59 2 0 0 0,-47-8-4528 0 0,92-7 0 0 0,-53-10-5056 0 0</inkml:trace>
  <inkml:trace contextRef="#ctx0" brushRef="#br0" timeOffset="1">1074 0 320 0 0,'0'7'2721'0'0,"0"7"321"0"0,-33 40 2080 0 0,0 23-720 0 0,33-23-3281 0 0,0-12-1522 0 0,66-15 81 0 0,-34 0-800 0 0,27-6-3602 0 0,-26-7-3042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58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29 1040 0 0,'-10'-2'578'0'0,"-2"-1"129"0"0,6 2 769 0 0,2 0 1881 0 0,4 1-3320 0 0,0 0 0 0 0,0-1 0 0 0,0 1 1 0 0,-1 0-1 0 0,1 0 0 0 0,0 0 0 0 0,0 0 0 0 0,0-1 1 0 0,0 1-1 0 0,0 0 0 0 0,0 0 0 0 0,0 0 0 0 0,0-1 1 0 0,0 1-1 0 0,0 0 0 0 0,0 0 0 0 0,0 0 0 0 0,0-1 1 0 0,0 1-1 0 0,1 0 0 0 0,-1 0 0 0 0,0 0 1 0 0,0 0-1 0 0,0-1 0 0 0,0 1 0 0 0,0 0 0 0 0,0 0 1 0 0,0 0-1 0 0,0 0 0 0 0,1-1 0 0 0,-1 1 0 0 0,0 0 1 0 0,0 0-1 0 0,0 0 0 0 0,0 0 0 0 0,1 0 0 0 0,-1 0 1 0 0,0 0-1 0 0,0 0 0 0 0,0-1 0 0 0,0 1 0 0 0,1 0 1 0 0,-1 0-1 0 0,0 0 0 0 0,0 0 0 0 0,0 0 1 0 0,1 0-1 0 0,-1 0 0 0 0,0 0 0 0 0,0 0 0 0 0,0 0 1 0 0,1 0-1 0 0,-1 0 0 0 0,0 1 0 0 0,22-6 1649 0 0,0 0 0 0 0,1 2 0 0 0,-1 1 0 0 0,39 2 1 0 0,-20 2-1074 0 0,-32 0-444 0 0,0 1 0 0 0,0 0 0 0 0,0 0 0 0 0,0 0 0 0 0,0 1 0 0 0,-1 1 0 0 0,1-1 0 0 0,12 11 0 0 0,12 18 311 0 0,-33-33-470 0 0,1 0-1 0 0,-1 1 1 0 0,1-1 0 0 0,-1 1-1 0 0,1 0 1 0 0,-1-1-1 0 0,0 1 1 0 0,1-1-1 0 0,-1 1 1 0 0,0 0 0 0 0,0-1-1 0 0,1 1 1 0 0,-1 0-1 0 0,0-1 1 0 0,0 1-1 0 0,0 0 1 0 0,0-1-1 0 0,0 1 1 0 0,0 0 0 0 0,0-1-1 0 0,0 2 1 0 0,0-2-5 0 0,0 1 1 0 0,0 0 0 0 0,0-1-1 0 0,0 1 1 0 0,0 0-1 0 0,0 0 1 0 0,0-1-1 0 0,1 1 1 0 0,-1 0 0 0 0,0-1-1 0 0,0 1 1 0 0,0-1-1 0 0,1 1 1 0 0,-1 0 0 0 0,0-1-1 0 0,1 1 1 0 0,-1-1-1 0 0,1 1 1 0 0,-1-1 0 0 0,1 1-1 0 0,0 0 1 0 0,15 10 93 0 0,-16-11-92 0 0,0 1-1 0 0,1-1 0 0 0,-1 0 0 0 0,0 0 1 0 0,0 1-1 0 0,1-1 0 0 0,-1 0 1 0 0,0 0-1 0 0,0 0 0 0 0,1 1 1 0 0,-1-1-1 0 0,0 0 0 0 0,1 0 0 0 0,-1 0 1 0 0,0 0-1 0 0,0 0 0 0 0,1 0 1 0 0,-1 0-1 0 0,0 0 0 0 0,1 1 1 0 0,-1-1-1 0 0,0 0 0 0 0,1 0 1 0 0,-1 0-1 0 0,0-1 0 0 0,1 1 0 0 0,-1 0 1 0 0,0 0-1 0 0,1 0 0 0 0,-1 0 1 0 0,0 0-1 0 0,1 0 0 0 0,-1 0 1 0 0,1-1-1 0 0,-1 0 1 0 0,0 0-1 0 0,-1 0 1 0 0,1 0 0 0 0,0 0-1 0 0,0 0 1 0 0,-1 0 0 0 0,1 0-1 0 0,-1 0 1 0 0,1 0 0 0 0,-1 0-1 0 0,1 0 1 0 0,-1 0 0 0 0,1 0-1 0 0,-1 0 1 0 0,0 0-1 0 0,0 1 1 0 0,1-1 0 0 0,-1 0-1 0 0,0 0 1 0 0,0 1 0 0 0,0-1-1 0 0,0 1 1 0 0,0-1 0 0 0,0 1-1 0 0,0-1 1 0 0,0 1 0 0 0,0 0-1 0 0,0-1 1 0 0,-1 1 0 0 0,-4-3 33 0 0,5 3-32 0 0,1 0-1 0 0,-1-1 1 0 0,1 1-1 0 0,-1 0 1 0 0,1 0 0 0 0,0-1-1 0 0,-1 1 1 0 0,1-1-1 0 0,0 1 1 0 0,-1 0 0 0 0,1-1-1 0 0,0 1 1 0 0,-1-1-1 0 0,1 1 1 0 0,0-1 0 0 0,0 1-1 0 0,-1 0 1 0 0,1-1-1 0 0,0 1 1 0 0,0-1-1 0 0,0 1 1 0 0,0-1 0 0 0,0 0-1 0 0,0 1 1 0 0,0-1-1 0 0,0 0 1 0 0,-4-9 107 0 0,-3 6-41 0 0,1 1 1 0 0,-1-1-1 0 0,0 1 0 0 0,0 0 0 0 0,0 1 0 0 0,0 0 1 0 0,-1 0-1 0 0,1 0 0 0 0,-1 1 0 0 0,1 0 0 0 0,-1 1 1 0 0,1 0-1 0 0,-1 0 0 0 0,1 0 0 0 0,-10 2 0 0 0,15-1-59 0 0,1-1 0 0 0,-1 0-1 0 0,1 1 1 0 0,-1-1 0 0 0,1 1-1 0 0,0-1 1 0 0,-1 1-1 0 0,1 0 1 0 0,0-1 0 0 0,-1 1-1 0 0,1 0 1 0 0,0 0 0 0 0,0 0-1 0 0,0 0 1 0 0,0 0-1 0 0,0 0 1 0 0,0 0 0 0 0,0 0-1 0 0,0 1 1 0 0,0-1 0 0 0,0 0-1 0 0,1 1 1 0 0,-1-1-1 0 0,1 0 1 0 0,-1 1 0 0 0,1-1-1 0 0,-1 1 1 0 0,1-1 0 0 0,0 1-1 0 0,0-1 1 0 0,-1 1-1 0 0,1-1 1 0 0,0 1 0 0 0,0-1-1 0 0,1 1 1 0 0,-1-1 0 0 0,0 0-1 0 0,1 3 1 0 0,2 6 71 0 0,0-1-1 0 0,0 0 1 0 0,1 0 0 0 0,8 14-1 0 0,-8-16-56 0 0,0 1-2 0 0,1 0 0 0 0,1 0 0 0 0,-1-1 0 0 0,1 1 0 0 0,1-2 0 0 0,-1 1 1 0 0,1-1-1 0 0,0 0 0 0 0,0 0 0 0 0,1-1 0 0 0,0 0 0 0 0,14 7 1 0 0,-1-3-63 0 0,0-1 0 0 0,1 0 0 0 0,39 7 0 0 0,-49-13-335 0 0,0 0 0 0 0,0-1 0 0 0,0 0 1 0 0,0-1-1 0 0,16-2 0 0 0,-11-1-2016 0 0,1 0 0 0 0,27-9-1 0 0,-43 12 2186 0 0,-1-1-58 0 0,1 1 1 0 0,-1 0 0 0 0,1 0 0 0 0,-1 0 0 0 0,0-1 0 0 0,1 1 0 0 0,-1-1 0 0 0,0 1 0 0 0,1-1-1 0 0,-1 0 1 0 0,0 1 0 0 0,0-1 0 0 0,0 0 0 0 0,0 0 0 0 0,0 0 0 0 0,0 0 0 0 0,0 0 0 0 0,0 0-1 0 0,0 0 1 0 0,0 0 0 0 0,0 0 0 0 0,0 0 0 0 0,-1 0 0 0 0,1-1 0 0 0,0 1 0 0 0,-1 0 0 0 0,0-1 0 0 0,1 1-1 0 0,-1 0 1 0 0,1-1 0 0 0,-1 1 0 0 0,0 0 0 0 0,0-4 0 0 0,0-21-3837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59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3041 0 0,'0'0'2161'0'0,"32"0"641"0"0,1 15-1362 0 0,0 3 241 0 0,65 72 2321 0 0,-7 34-1361 0 0,7 7-1520 0 0,-33 15-481 0 0,33-30-160 0 0,-32 15-160 0 0,-1 21 0 0 0,33 12-240 0 0,-33-18-240 0 0,-32-38-560 0 0,0-46-2641 0 0,32-41-4643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00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80 2321 0 0,'-34'-5'5434'0'0,"13"10"14490"0"0,39-5-19684 0 0,-14 0 2175 0 0,-4-1-2403 0 0,0 1-1 0 0,0 0 1 0 0,0 0-1 0 0,0 0 1 0 0,1 0 0 0 0,-1 0-1 0 0,0-1 1 0 0,0 1-1 0 0,0 0 1 0 0,0 0 0 0 0,0 0-1 0 0,0 0 1 0 0,0-1 0 0 0,0 1-1 0 0,0 0 1 0 0,0 0-1 0 0,0 0 1 0 0,0 0 0 0 0,0-1-1 0 0,0 1 1 0 0,0 0 0 0 0,0 0-1 0 0,0 0 1 0 0,0 0-1 0 0,0 0 1 0 0,0-1 0 0 0,0 1-1 0 0,0 0 1 0 0,-1 0-1 0 0,1 0 1 0 0,0 0 0 0 0,0-1-1 0 0,0 1 1 0 0,0 0 0 0 0,0 0-1 0 0,0 0 1 0 0,0 0-1 0 0,-1 0 1 0 0,1 0 0 0 0,0 0-1 0 0,0-1 1 0 0,0 1-1 0 0,0 0 1 0 0,0 0 0 0 0,-1 0-1 0 0,1 0 1 0 0,0 0 0 0 0,0 0-1 0 0,0 0 1 0 0,0 0-1 0 0,-1 0 1 0 0,1 0 0 0 0,0 0-1 0 0,0 0 1 0 0,0 0 0 0 0,0 0-1 0 0,-1 0 1 0 0,1 0-1 0 0,0 0 1 0 0,0 0 0 0 0,0 0-1 0 0,-22 0 1569 0 0,22 0-1579 0 0,0 0 1 0 0,0 0 0 0 0,0 0 0 0 0,0 0-1 0 0,0 0 1 0 0,0 0 0 0 0,0 0 0 0 0,0 0 0 0 0,0 0-1 0 0,0 0 1 0 0,0 0 0 0 0,0 0 0 0 0,0 0-1 0 0,0-1 1 0 0,0 1 0 0 0,0 0 0 0 0,0 0 0 0 0,0 0-1 0 0,0 0 1 0 0,0 0 0 0 0,0 0 0 0 0,0 0-1 0 0,0 0 1 0 0,0 0 0 0 0,0 0 0 0 0,0 0 0 0 0,0 0-1 0 0,0 0 1 0 0,0 0 0 0 0,0 0 0 0 0,-1 0-1 0 0,1 0 1 0 0,0 0 0 0 0,0 0 0 0 0,0-1 0 0 0,0 1-1 0 0,0 0 1 0 0,0 0 0 0 0,0 0 0 0 0,0 0-1 0 0,0 0 1 0 0,0 0 0 0 0,0 0 0 0 0,0 0-1 0 0,0 0 0 0 0,0 0 0 0 0,1 0 0 0 0,-1 0 0 0 0,0 0 0 0 0,0 0 0 0 0,0 0 1 0 0,0-1-1 0 0,1 1 0 0 0,-1 0 0 0 0,0 0 0 0 0,0 0 0 0 0,0 0 0 0 0,0-1 0 0 0,0 1 0 0 0,1 0 1 0 0,-1 0-1 0 0,0 0 0 0 0,0-1 0 0 0,0 1 0 0 0,0 0 0 0 0,0 0 0 0 0,0 0 0 0 0,0-1 0 0 0,0 1 0 0 0,0 0 1 0 0,0 0-1 0 0,0 0 0 0 0,0-1 0 0 0,0 1 0 0 0,0 0 0 0 0,0 0 0 0 0,0 0 0 0 0,0-1 0 0 0,0 1 1 0 0,0 0-1 0 0,0 0 0 0 0,0 0 0 0 0,0-1 0 0 0,-1 1 0 0 0,-1-2 0 0 0,-1 1 0 0 0,0-1 0 0 0,0 1 0 0 0,0 0 0 0 0,0 0 0 0 0,0 0 0 0 0,0 0 0 0 0,0 1 0 0 0,-5-1 0 0 0,2 0-1 0 0,5 1 0 0 0,0 0 0 0 0,0 0 0 0 0,0 0 0 0 0,0 0 0 0 0,-1 0 0 0 0,1 0 0 0 0,0 0 0 0 0,0-1 0 0 0,0 1 0 0 0,0 0 0 0 0,0-1 0 0 0,0 1 0 0 0,0-1 0 0 0,0 1 0 0 0,0-1 0 0 0,0 1 0 0 0,0-1 0 0 0,0 0 0 0 0,0 1 0 0 0,0-1 0 0 0,1 0 0 0 0,-1 0 0 0 0,0 0 0 0 0,0 1 0 0 0,1-1 0 0 0,-2-2 0 0 0,2 2 0 0 0,-1 1 0 0 0,0-1 0 0 0,0 0 0 0 0,0 0 0 0 0,0 1 0 0 0,0-1 0 0 0,-1 1 0 0 0,1-1 0 0 0,0 1 0 0 0,0-1 0 0 0,0 1 0 0 0,0 0 0 0 0,-1-1 0 0 0,1 1 0 0 0,0 0 0 0 0,0 0 0 0 0,0 0 0 0 0,-1 0 0 0 0,1 0 0 0 0,-3 1 0 0 0,3-1 0 0 0,-10-4 0 0 0,-10 1 0 0 0,15-1 0 0 0,6 7 0 0 0,0-8 0 0 0,-2-4 0 0 0,5 7 0 0 0,23-1 0 0 0,-20 0 0 0 0,-6 7 0 0 0,0 15 0 0 0,0-15 0 0 0,1 0 0 0 0,-1-1 0 0 0,0 1 0 0 0,-1 0 0 0 0,1 0 0 0 0,-1 0 0 0 0,-1 5 0 0 0,1-8 0 0 0,1-1 0 0 0,-1 1 0 0 0,1-1 0 0 0,-1 0 0 0 0,0 1 0 0 0,0-1 0 0 0,1 0 0 0 0,-1 1 0 0 0,0-1 0 0 0,0 0 0 0 0,1 0 0 0 0,-1 0 0 0 0,0 0 0 0 0,0 0 0 0 0,1 0 0 0 0,-1 0 0 0 0,0 0 0 0 0,0 0 0 0 0,0 0 0 0 0,1 0 0 0 0,-1 0 0 0 0,0 0 0 0 0,0-1 0 0 0,1 1 0 0 0,-1 0 0 0 0,0 0 0 0 0,1-1 0 0 0,-1 1 0 0 0,0-1 0 0 0,1 1 0 0 0,-1-1 0 0 0,0 0 0 0 0,-5-5 0 0 0,6 1 0 0 0,0 10 0 0 0,0 0-379 0 0,0-2-1333 0 0,33 9-26163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01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19 2321 0 0,'-131'-18'10085'0'0,"33"18"-5683"0"0,33 12-3602 0 0,65 3 241 0 0,0-9 1760 0 0,33-6-560 0 0,-1 6-2081 0 0,-32 2-80 0 0,33 5-560 0 0,-33 1-1601 0 0,33 1-5123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03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101 179 1841 0 0,'0'-7'2894'0'0,"-1"6"-2506"0"0,1 0-1 0 0,0 1 1 0 0,0-1 0 0 0,0 0 0 0 0,0 0 0 0 0,0 0 0 0 0,0 0 0 0 0,0 1 0 0 0,0-1-1 0 0,0 0 1 0 0,1 0 0 0 0,-1 1 0 0 0,0-1 0 0 0,0 0 0 0 0,1 0 0 0 0,-1 1-1 0 0,0-1 1 0 0,1 0 0 0 0,-1 0 0 0 0,1 1 0 0 0,0-2 0 0 0,1 1-87 0 0,1 1 0 0 0,0-1 0 0 0,-1 1 1 0 0,1-1-1 0 0,0 1 0 0 0,-1 0 0 0 0,1 0 0 0 0,0 0 1 0 0,-1 1-1 0 0,5 0 0 0 0,16 2 89 0 0,1 1 0 0 0,-1 1 0 0 0,37 13 1 0 0,-35-9-303 0 0,0 1 0 0 0,-1 0 1 0 0,0 2-1 0 0,-1 1 1 0 0,-1 1-1 0 0,0 1 0 0 0,20 17 1 0 0,-39-30-86 0 0,-1 0 0 0 0,0 1 0 0 0,1-1 0 0 0,-1 0 0 0 0,0 1 1 0 0,0-1-1 0 0,0 1 0 0 0,-1 0 0 0 0,1-1 0 0 0,-1 1 1 0 0,1 0-1 0 0,-1 0 0 0 0,0 0 0 0 0,0 0 0 0 0,0 0 0 0 0,-1 0 1 0 0,1 1-1 0 0,-1-1 0 0 0,0 0 0 0 0,1 0 0 0 0,-2 0 0 0 0,1 1 1 0 0,0-1-1 0 0,0 0 0 0 0,-2 5 0 0 0,-2 0 19 0 0,0-1-1 0 0,0 0 1 0 0,-1 0 0 0 0,0 0-1 0 0,0 0 1 0 0,0-1 0 0 0,-11 9-1 0 0,-12 16 97 0 0,25-28-116 0 0,-1 0 0 0 0,1 0 0 0 0,-1 0 0 0 0,0-1 1 0 0,0 1-1 0 0,0-1 0 0 0,0 0 0 0 0,0 0 0 0 0,-1 0 0 0 0,1-1 0 0 0,0 1 0 0 0,-1-1 0 0 0,1 0 0 0 0,-1 0 0 0 0,0-1 0 0 0,1 0 1 0 0,-1 1-1 0 0,0-2 0 0 0,1 1 0 0 0,-1 0 0 0 0,0-1 0 0 0,1 0 0 0 0,-1 0 0 0 0,1 0 0 0 0,0-1 0 0 0,-1 1 0 0 0,1-1 0 0 0,0 0 1 0 0,0 0-1 0 0,0-1 0 0 0,-5-3 0 0 0,1-1-68 0 0,6 7 62 0 0,1-1 0 0 0,0 0 0 0 0,-1-1 0 0 0,1 1 0 0 0,0 0 0 0 0,0 0 0 0 0,-1 0 0 0 0,1-1 0 0 0,0 1 1 0 0,0-1-1 0 0,1 1 0 0 0,-1-1 0 0 0,0 1 0 0 0,0-1 0 0 0,1 1 0 0 0,-1-1 0 0 0,1 0 0 0 0,-1 1 0 0 0,1-1 0 0 0,0 0 1 0 0,-1 1-1 0 0,1-1 0 0 0,1-3 0 0 0,-2-2 10 0 0,0 1 1 0 0,0-1-1 0 0,0 0 0 0 0,-1 1 1 0 0,-4-10-1 0 0,4 10 17 0 0,0 0-1 0 0,0-1 1 0 0,1 1-1 0 0,0 0 1 0 0,-1-9-1 0 0,2 8-2 0 0,1-1 1 0 0,1 1-1 0 0,-1 0 0 0 0,1 0 1 0 0,1 0-1 0 0,-1 0 0 0 0,1 0 1 0 0,0 0-1 0 0,1 1 0 0 0,-1 0 1 0 0,1-1-1 0 0,7-7 0 0 0,-3 4-17 0 0,1 0 0 0 0,0 1-1 0 0,0 0 1 0 0,1 0 0 0 0,20-13-1 0 0,-23 17-10 0 0,1 1-1 0 0,-1 0 0 0 0,1 1 1 0 0,0 0-1 0 0,0 0 0 0 0,0 1 0 0 0,0 0 1 0 0,1 0-1 0 0,-1 1 0 0 0,0 0 1 0 0,1 1-1 0 0,-1 0 0 0 0,1 0 1 0 0,-1 0-1 0 0,1 1 0 0 0,-1 1 0 0 0,0-1 1 0 0,0 1-1 0 0,1 1 0 0 0,-1 0 1 0 0,-1 0-1 0 0,11 5 0 0 0,-12-4 21 0 0,-1 0 0 0 0,1 0 0 0 0,-1 1 0 0 0,0 0 0 0 0,8 10 0 0 0,-4-5 10 0 0,7 7 20 0 0,3 3 32 0 0,21 29 1 0 0,-35-43-60 0 0,-2-1 0 0 0,1 1 0 0 0,-1-1 0 0 0,0 1 1 0 0,0 0-1 0 0,0 1 0 0 0,-1-1 0 0 0,0 0 0 0 0,0 1 1 0 0,-1-1-1 0 0,2 12 0 0 0,-4-15-5 0 0,1 1 1 0 0,0-1-1 0 0,-1 1 0 0 0,0-1 1 0 0,0 1-1 0 0,0-1 0 0 0,-1 0 1 0 0,1 1-1 0 0,-1-1 0 0 0,1 0 1 0 0,-1 0-1 0 0,0 0 0 0 0,0 0 0 0 0,-1 0 1 0 0,1-1-1 0 0,-1 1 0 0 0,1-1 1 0 0,-1 1-1 0 0,0-1 0 0 0,0 0 1 0 0,0 0-1 0 0,0 0 0 0 0,0-1 1 0 0,0 1-1 0 0,-6 1 0 0 0,-2 2-12 0 0,-1-1-1 0 0,0 0 1 0 0,-1-1-1 0 0,1-1 1 0 0,-18 2 0 0 0,21-3 0 0 0,-1-1 1 0 0,1 0 0 0 0,0-1 0 0 0,-1 0 0 0 0,1 0 0 0 0,-17-5 0 0 0,10 2 9 0 0,13 3 7 0 0,-1 0 1 0 0,1 0-1 0 0,0 0 1 0 0,0 0-1 0 0,-1-1 1 0 0,1 1-1 0 0,1-1 1 0 0,-1 0-1 0 0,0 0 1 0 0,0 0-1 0 0,1 0 1 0 0,-1 0-1 0 0,1-1 1 0 0,-1 1-1 0 0,1-1 1 0 0,0 0-1 0 0,0 1 1 0 0,0-1-1 0 0,-2-5 1 0 0,-11-14 60 0 0,7 12-38 0 0,1 0 1 0 0,0-1-1 0 0,1 1 0 0 0,0-2 0 0 0,0 1 0 0 0,1-1 0 0 0,1 1 0 0 0,0-1 0 0 0,1 0 1 0 0,0-1-1 0 0,1 1 0 0 0,0-1 0 0 0,0-24 0 0 0,2 32-29 0 0,0 1 0 0 0,0-1-1 0 0,1 1 1 0 0,0-1 0 0 0,0 1 0 0 0,0 0-1 0 0,0-1 1 0 0,1 1 0 0 0,0 0 0 0 0,0 0 0 0 0,0 0-1 0 0,0 0 1 0 0,0 0 0 0 0,1 1 0 0 0,0-1-1 0 0,3-3 1 0 0,-1 3 8 0 0,0-1 0 0 0,1 1-1 0 0,0 0 1 0 0,-1 0 0 0 0,2 0 0 0 0,-1 1-1 0 0,0 0 1 0 0,1 0 0 0 0,-1 1 0 0 0,9-3-1 0 0,40-6-2 0 0,-50 11-11 0 0,0-1 0 0 0,1 1 0 0 0,-1 0 0 0 0,1 0 0 0 0,-1 1 0 0 0,0 0 0 0 0,1 0 0 0 0,-1 0 0 0 0,0 0 0 0 0,0 1 0 0 0,0 0 0 0 0,0 0 0 0 0,0 0 0 0 0,0 1 0 0 0,0-1 0 0 0,-1 1 0 0 0,7 5 0 0 0,0 3 23 0 0,0 0 0 0 0,-1 0 0 0 0,0 1 0 0 0,11 19 1 0 0,-14-21-12 0 0,0-1 20 0 0,0 1 0 0 0,-1 0 0 0 0,0 0 1 0 0,-1 0-1 0 0,0 1 0 0 0,-1 0 0 0 0,4 13 0 0 0,-7-20-22 0 0,-1 0 1 0 0,0 0-1 0 0,1-1 0 0 0,-1 1 1 0 0,0 0-1 0 0,-1 0 0 0 0,1 0 1 0 0,-1-1-1 0 0,0 1 0 0 0,0 0 0 0 0,0 0 1 0 0,0-1-1 0 0,-1 1 0 0 0,1-1 1 0 0,-1 1-1 0 0,0-1 0 0 0,0 0 1 0 0,0 0-1 0 0,0 0 0 0 0,-1 0 0 0 0,1 0 1 0 0,-1 0-1 0 0,0-1 0 0 0,0 1 1 0 0,0-1-1 0 0,0 0 0 0 0,0 0 1 0 0,0 0-1 0 0,-7 3 0 0 0,-14 7 130 0 0,-1-1 0 0 0,-1-1 0 0 0,1-2 0 0 0,-1 0 0 0 0,-1-2 0 0 0,-38 5 0 0 0,43-9-1 0 0,0-2-1 0 0,0 0 1 0 0,1-1 0 0 0,-1-2 0 0 0,0 0 0 0 0,0-1 0 0 0,1-1 0 0 0,0-1 0 0 0,0-1-1 0 0,-23-11 1 0 0,29 11-37 0 0,1-1 0 0 0,-1 0 1 0 0,1-1-1 0 0,1 0 0 0 0,0-1 0 0 0,0-1 0 0 0,-15-16 0 0 0,23 22-79 0 0,1-1-1 0 0,0 1 1 0 0,0-1 0 0 0,1 0 0 0 0,0-1 0 0 0,0 1 0 0 0,0 0 0 0 0,0-1-1 0 0,1 0 1 0 0,0 1 0 0 0,1-1 0 0 0,0 0 0 0 0,0 0 0 0 0,0 0-1 0 0,1 0 1 0 0,0 0 0 0 0,0 0 0 0 0,1 0 0 0 0,0 0 0 0 0,0 0-1 0 0,0 0 1 0 0,1 1 0 0 0,0-1 0 0 0,0 0 0 0 0,1 1 0 0 0,0 0 0 0 0,0-1-1 0 0,1 1 1 0 0,-1 0 0 0 0,1 1 0 0 0,6-7 0 0 0,-1 4-25 0 0,0 0 1 0 0,1 1-1 0 0,0 0 1 0 0,1 0-1 0 0,-1 1 1 0 0,1 1-1 0 0,0 0 1 0 0,15-5 0 0 0,98-22 5 0 0,-106 29-2 0 0,21-5-14 0 0,0 2 0 0 0,0 2 0 0 0,58 2 0 0 0,-77 2 2 0 0,0 2 1 0 0,0 0 0 0 0,0 1 0 0 0,0 1-1 0 0,-1 1 1 0 0,0 1 0 0 0,0 0-1 0 0,29 15 1 0 0,-44-19 11 0 0,0 0-1 0 0,0 1 1 0 0,0-1 0 0 0,0 1 0 0 0,0 0-1 0 0,-1 0 1 0 0,1 0 0 0 0,-1 1-1 0 0,0-1 1 0 0,0 1 0 0 0,-1 0 0 0 0,1 0-1 0 0,-1 0 1 0 0,1 0 0 0 0,-1 0-1 0 0,2 7 1 0 0,-3-8 2 0 0,-1 0-1 0 0,0 0 1 0 0,1 0 0 0 0,-1 0-1 0 0,0 0 1 0 0,0 0 0 0 0,-1 0-1 0 0,1 0 1 0 0,-1 0 0 0 0,1 0-1 0 0,-1 0 1 0 0,0 0 0 0 0,0 0 0 0 0,-1 0-1 0 0,1 0 1 0 0,0 0 0 0 0,-1-1-1 0 0,0 1 1 0 0,1-1 0 0 0,-1 1-1 0 0,0-1 1 0 0,0 0 0 0 0,-3 3-1 0 0,-10 7 41 0 0,0 0-1 0 0,-1-1 1 0 0,0-1-1 0 0,-1 0 1 0 0,0-1-1 0 0,0-1 0 0 0,-1-1 1 0 0,0 0-1 0 0,-1-2 1 0 0,1 0-1 0 0,-25 3 1 0 0,18-3-39 0 0,-1-2 1 0 0,0-1 0 0 0,1-1-1 0 0,-1-2 1 0 0,0 0 0 0 0,0-1-1 0 0,-44-11 1 0 0,64 11-94 0 0,-37-12-89 0 0,42 14 91 0 0,0-1 0 0 0,-1 1 0 0 0,1-1-1 0 0,0 1 1 0 0,0-1 0 0 0,0 0 0 0 0,0 0 0 0 0,-1 1 0 0 0,1-1 0 0 0,0 0 0 0 0,0 0-1 0 0,1 0 1 0 0,-1 0 0 0 0,0 0 0 0 0,0 0 0 0 0,0 0 0 0 0,1-1 0 0 0,-1 1-1 0 0,0 0 1 0 0,1 0 0 0 0,-1-1 0 0 0,1 1 0 0 0,-1-2 0 0 0,1 2-109 0 0,1-1 0 0 0,-1 1 0 0 0,0 0 0 0 0,0 0-1 0 0,1 0 1 0 0,-1 0 0 0 0,1 0 0 0 0,-1 0 0 0 0,1-1 0 0 0,0 1 0 0 0,-1 0 0 0 0,1 1 0 0 0,0-1 0 0 0,0 0 0 0 0,-1 0 0 0 0,1 0 0 0 0,0 0 0 0 0,0 1 0 0 0,0-1 0 0 0,0 0 0 0 0,0 1-1 0 0,2-2 1 0 0,30-11-3745 0 0,-17 7 1313 0 0,28-8-2709 0 0,13 9 2345 0 0,-22 4 1385 0 0,90-6-2359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01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9 80 0 0,'-65'-8'240'0'0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04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501 102 160 0 0,'-1'-1'140'0'0,"0"0"0"0"0,0 0 0 0 0,0 0 0 0 0,0 0 0 0 0,0 0 0 0 0,0 0 0 0 0,0 0 0 0 0,0 1 0 0 0,0-1 0 0 0,0 1 0 0 0,0-1 0 0 0,-1 0 0 0 0,1 1 0 0 0,0 0 1 0 0,0-1-1 0 0,0 1 0 0 0,-1 0 0 0 0,1 0 0 0 0,0 0 0 0 0,-1 0 0 0 0,-1 0 0 0 0,-3-1 367 0 0,-34-8 1611 0 0,0 2-1 0 0,-41-1 1 0 0,61 7-1478 0 0,0 1 0 0 0,1 1 0 0 0,-1 1-1 0 0,0 1 1 0 0,1 1 0 0 0,-22 6 0 0 0,16-1 460 0 0,-35 16-1 0 0,55-23-984 0 0,0 0-1 0 0,0 0 1 0 0,1 1-1 0 0,-1 0 1 0 0,1 0-1 0 0,0 0 1 0 0,0 0-1 0 0,0 1 0 0 0,0-1 1 0 0,1 1-1 0 0,-1 0 1 0 0,1 0-1 0 0,-5 8 1 0 0,8-10-77 0 0,0 1 0 0 0,-1-1 0 0 0,1 0 1 0 0,0 0-1 0 0,1 1 0 0 0,-1-1 0 0 0,0 0 1 0 0,1 0-1 0 0,-1 0 0 0 0,1 1 0 0 0,-1-1 1 0 0,1 0-1 0 0,0 0 0 0 0,0 0 0 0 0,2 3 1 0 0,25 37 374 0 0,-15-24-238 0 0,-7-11-123 0 0,0 1-1 0 0,0-1 1 0 0,1 0-1 0 0,0 0 1 0 0,1-1-1 0 0,-1 0 1 0 0,1 0-1 0 0,0-1 0 0 0,1 0 1 0 0,-1-1-1 0 0,1 1 1 0 0,11 3-1 0 0,-4-1 27 0 0,23 12 134 0 0,-22-11-48 0 0,0 0 0 0 0,0-1 0 0 0,34 9-1 0 0,-34-12-55 0 0,1 0-1 0 0,0-2 0 0 0,21 1 0 0 0,-32-3-83 0 0,0-1-1 0 0,-1 1 1 0 0,1-1-1 0 0,0 0 1 0 0,-1 0-1 0 0,1-1 0 0 0,0 0 1 0 0,-1 0-1 0 0,0-1 1 0 0,0 1-1 0 0,0-2 1 0 0,9-4-1 0 0,0-3 12 0 0,-9 8-29 0 0,0-1-1 0 0,-1 0 1 0 0,0 1-1 0 0,1-2 1 0 0,-1 1-1 0 0,-1-1 1 0 0,1 1-1 0 0,-1-1 0 0 0,0-1 1 0 0,0 1-1 0 0,0 0 1 0 0,-1-1-1 0 0,0 0 1 0 0,0 0-1 0 0,0 0 1 0 0,-1 0-1 0 0,3-10 0 0 0,-3 1 5 0 0,-1 0 0 0 0,-1 1 0 0 0,0-1 0 0 0,-1 0 0 0 0,-1 1-1 0 0,0-1 1 0 0,-1 1 0 0 0,0 0 0 0 0,-1-1 0 0 0,-1 2 0 0 0,0-1-1 0 0,-1 0 1 0 0,0 1 0 0 0,-1 0 0 0 0,-1 1 0 0 0,0-1 0 0 0,-1 2-1 0 0,-12-14 1 0 0,15 12 119 0 0,6 11-82 0 0,1 6-49 0 0,4-1 68 0 0,28 18 31 0 0,10 9-20 0 0,114 56 155 0 0,-85-49-41 0 0,107 72-1 0 0,-168-102-183 0 0,-1 2-1 0 0,0-1 1 0 0,0 1-1 0 0,-1 1 1 0 0,-1 0-1 0 0,9 11 1 0 0,-14-17 9 0 0,-1 1 1 0 0,1-1 0 0 0,-1 1-1 0 0,0-1 1 0 0,0 1-1 0 0,0 0 1 0 0,0 0-1 0 0,-1 0 1 0 0,0 0-1 0 0,0 0 1 0 0,0 0 0 0 0,-1 0-1 0 0,0 0 1 0 0,0 0-1 0 0,0 0 1 0 0,-1 0-1 0 0,1 0 1 0 0,-3 8-1 0 0,-1-3 38 0 0,0 1 0 0 0,-1-1 0 0 0,0 0 0 0 0,0-1 0 0 0,-1 0 0 0 0,-1 1 0 0 0,0-2-1 0 0,0 1 1 0 0,0-1 0 0 0,-1 0 0 0 0,0-1 0 0 0,-1 0 0 0 0,1 0 0 0 0,-2-1-1 0 0,1 0 1 0 0,-1 0 0 0 0,-18 7 0 0 0,-6 1 27 0 0,-1-2 0 0 0,0-1 0 0 0,-68 11 0 0 0,88-19-90 0 0,-41 9-230 0 0,0-3 1 0 0,-1-3 0 0 0,0-2 0 0 0,-65-4 0 0 0,76-2-1723 0 0,1-2 0 0 0,-71-17 0 0 0,114 21 1637 0 0,-1-1 0 0 0,1 0 0 0 0,0 0 0 0 0,0 1-1 0 0,0-1 1 0 0,0 0 0 0 0,0-1 0 0 0,0 1 0 0 0,0 0 0 0 0,0-1 0 0 0,0 1-1 0 0,1-1 1 0 0,-1 1 0 0 0,0-1 0 0 0,1 0 0 0 0,0 0 0 0 0,-1 0 0 0 0,1 1-1 0 0,-2-5 1 0 0,1-1-991 0 0,1 1 0 0 0,0 0 1 0 0,0 0-1 0 0,0 0 0 0 0,1-1 0 0 0,0-5 0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05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262 235 2561 0 0,'-14'9'2604'0'0,"-1"0"0"0"0,0-1 0 0 0,0-1 0 0 0,-19 7-1 0 0,29-13-588 0 0,4-1-1933 0 0,0 1 0 0 0,0-1-1 0 0,0 1 1 0 0,1-1 0 0 0,-1 0 0 0 0,0 0 0 0 0,0 1 0 0 0,0-1 0 0 0,0 0 0 0 0,0 0 0 0 0,0 0 0 0 0,0 0-1 0 0,0 0 1 0 0,0 0 0 0 0,0 0 0 0 0,0 0 0 0 0,1 0 0 0 0,-1-1 0 0 0,0 1 0 0 0,0 0 0 0 0,0-1 0 0 0,0 1 0 0 0,0 0-1 0 0,0-1 1 0 0,1 1 0 0 0,-1-1 0 0 0,0 1 0 0 0,0-1 0 0 0,1 0 0 0 0,-1 1 0 0 0,0-1 0 0 0,1 0 0 0 0,-1 1-1 0 0,1-1 1 0 0,-1 0 0 0 0,1 0 0 0 0,-1 0 0 0 0,1 1 0 0 0,-1-1 0 0 0,1 0 0 0 0,0 0 0 0 0,0 0 0 0 0,-1 0-1 0 0,1 0 1 0 0,0 0 0 0 0,0 0 0 0 0,0 0 0 0 0,0 0 0 0 0,0-1 0 0 0,0 1-33 0 0,0-1 0 0 0,0 1 0 0 0,-1-1 0 0 0,1 1 0 0 0,0 0 0 0 0,-1-1 1 0 0,1 1-1 0 0,-1 0 0 0 0,0 0 0 0 0,1-1 0 0 0,-1 1 0 0 0,0 0 0 0 0,0 0 0 0 0,0 0 0 0 0,0 0 0 0 0,0 0 0 0 0,0 0 1 0 0,0 0-1 0 0,0 0 0 0 0,0 0 0 0 0,0 0 0 0 0,-2 0 0 0 0,-6-7 249 0 0,-29-44 1090 0 0,34 48-1270 0 0,1-1 0 0 0,-1 0 1 0 0,1-1-1 0 0,0 1 0 0 0,1 0 1 0 0,0-1-1 0 0,-4-10 1 0 0,-5-16 481 0 0,0 12-267 0 0,9 16-229 0 0,0 1 1 0 0,0-1 0 0 0,0 0-1 0 0,0 0 1 0 0,1 1 0 0 0,0-1 0 0 0,-1 0-1 0 0,1 0 1 0 0,1 0 0 0 0,-1 0 0 0 0,1 0-1 0 0,-1-5 1 0 0,1 8 68 0 0,6-1-79 0 0,19-1-255 0 0,-1 1-1 0 0,1 1 1 0 0,0 1 0 0 0,36 4-1 0 0,-31-2-285 0 0,2 0-3 0 0,87 5-5057 0 0,-79-6 809 0 0,1-2 1 0 0,54-8 0 0 0,-30-4-12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05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0 2561 0 0,'0'1'98'0'0,"0"-1"1"0"0,0 0-1 0 0,0 1 0 0 0,0-1 0 0 0,-1 0 0 0 0,1 1 1 0 0,0-1-1 0 0,0 0 0 0 0,-1 1 0 0 0,1-1 0 0 0,0 0 0 0 0,0 1 1 0 0,-1-1-1 0 0,1 0 0 0 0,0 0 0 0 0,-1 0 0 0 0,1 1 1 0 0,0-1-1 0 0,-1 0 0 0 0,1 0 0 0 0,-1 0 0 0 0,1 0 1 0 0,0 1-1 0 0,-1-1 0 0 0,1 0 0 0 0,-1 0 0 0 0,1 0 1 0 0,0 0-1 0 0,-1 0 0 0 0,1 0 0 0 0,-1 0 0 0 0,1 0 0 0 0,-1 0 1 0 0,-15-2 8928 0 0,24 1-8846 0 0,1 1 0 0 0,-1-1 0 0 0,0 1 0 0 0,1 1 0 0 0,-1-1 0 0 0,0 1 0 0 0,13 4 0 0 0,-15-4-155 0 0,0 1 1 0 0,-1 0-1 0 0,1 0 0 0 0,-1 0 0 0 0,1 1 0 0 0,-1 0 0 0 0,0 0 1 0 0,0 0-1 0 0,-1 1 0 0 0,1 0 0 0 0,-1-1 0 0 0,1 2 0 0 0,-1-1 1 0 0,4 6-1 0 0,-4-3 18 0 0,0-1 0 0 0,0 1 0 0 0,-1 0 0 0 0,0 0 0 0 0,-1 0 0 0 0,1 1 0 0 0,-1-1 0 0 0,1 9 0 0 0,-1 6 278 0 0,1 41 0 0 0,-3-62-313 0 0,0 0 0 0 0,0 0 0 0 0,0 0 0 0 0,0 0 0 0 0,0 0-1 0 0,0 0 1 0 0,0 0 0 0 0,0-1 0 0 0,0 1 0 0 0,0 0 0 0 0,-1 0 0 0 0,1 0 0 0 0,0 0 0 0 0,0 0-1 0 0,-1 0 1 0 0,1 0 0 0 0,-1-1 0 0 0,1 1 0 0 0,-1 0 0 0 0,1 0 0 0 0,-1-1 0 0 0,0 1 0 0 0,1 0-1 0 0,-1-1 1 0 0,0 1 0 0 0,1 0 0 0 0,-1-1 0 0 0,0 1 0 0 0,0-1 0 0 0,0 1 0 0 0,0-1 0 0 0,1 0-1 0 0,-1 1 1 0 0,0-1 0 0 0,0 0 0 0 0,0 0 0 0 0,0 1 0 0 0,0-1 0 0 0,0 0 0 0 0,0 0 0 0 0,-1 0-1 0 0,-2-1 24 0 0,-1 0-1 0 0,1 0 0 0 0,0 0 1 0 0,-1 0-1 0 0,1-1 0 0 0,-5-2 0 0 0,7 3-36 0 0,-10-4-12 0 0,1 0 1 0 0,-1-1-1 0 0,2 0 0 0 0,-1-1 1 0 0,0 0-1 0 0,1-1 0 0 0,-11-11 1 0 0,12 5 51 0 0,8 12-29 0 0,0 0 0 0 0,0 0 1 0 0,0 1-1 0 0,0-1 0 0 0,0 0 0 0 0,-1 1 0 0 0,1-1 1 0 0,0 1-1 0 0,-1 0 0 0 0,0 0 0 0 0,1-1 0 0 0,-1 1 0 0 0,0 0 1 0 0,1 0-1 0 0,-1 0 0 0 0,0 1 0 0 0,-3-2 0 0 0,-1 0 23 0 0,5 2-18 0 0,-1-1-1 0 0,1 1 0 0 0,-1 0 0 0 0,1-1 0 0 0,0 1 1 0 0,-1-1-1 0 0,1 1 0 0 0,0-1 0 0 0,-1 0 0 0 0,1 0 1 0 0,0 0-1 0 0,0 1 0 0 0,-1-1 0 0 0,1 0 0 0 0,0 0 1 0 0,0-1-1 0 0,0 1 0 0 0,0 0 0 0 0,0 0 0 0 0,1 0 1 0 0,-2-2-1 0 0,2 3-4 0 0,0-1 0 0 0,0 1-1 0 0,0 0 1 0 0,0 0 0 0 0,-1-1 0 0 0,1 1 0 0 0,0 0-1 0 0,0 0 1 0 0,0-1 0 0 0,0 1 0 0 0,-1 0 0 0 0,1 0-1 0 0,0 0 1 0 0,0-1 0 0 0,-1 1 0 0 0,1 0 0 0 0,0 0 0 0 0,0 0-1 0 0,-1 0 1 0 0,1 0 0 0 0,0 0 0 0 0,0-1 0 0 0,-1 1-1 0 0,1 0 1 0 0,0 0 0 0 0,-1 0 0 0 0,1 0 0 0 0,0 0 0 0 0,0 0-1 0 0,-1 0 1 0 0,1 0 0 0 0,0 0 0 0 0,-1 0 0 0 0,1 0-1 0 0,0 1 1 0 0,0-1 0 0 0,-1 0 0 0 0,1 0 0 0 0,0 0 0 0 0,-1 0-1 0 0,1 0 1 0 0,0 0 0 0 0,0 1 0 0 0,0-1 0 0 0,-1 0-1 0 0,1 0 1 0 0,0 0 0 0 0,0 1 0 0 0,0-1 0 0 0,-1 0-1 0 0,1 1 1 0 0,-15 11 132 0 0,13-5-71 0 0,0-1 0 0 0,1 1-1 0 0,-1 0 1 0 0,1 0 0 0 0,1 0-1 0 0,0 0 1 0 0,0-1 0 0 0,0 1 0 0 0,1 8-1 0 0,0 8 94 0 0,-1-15-113 0 0,0 0 0 0 0,1 0 0 0 0,-1 0 0 0 0,1 0 0 0 0,1 0 0 0 0,-1 0 0 0 0,1 0 0 0 0,1-1 0 0 0,0 1 0 0 0,0-1 0 0 0,0 0 0 0 0,1 0 0 0 0,0 0 0 0 0,0 0 0 0 0,1 0 0 0 0,0-1 0 0 0,0 0 0 0 0,0 0 0 0 0,1 0 0 0 0,8 6 0 0 0,8 2 156 0 0,38 20 0 0 0,-22-14-129 0 0,-26-14-482 0 0,0 0 0 0 0,1 0 0 0 0,0-1 0 0 0,23 6 0 0 0,-32-10 234 0 0,-1 0 1 0 0,1 0-1 0 0,-1-1 1 0 0,1 1-1 0 0,0-1 1 0 0,-1 0 0 0 0,1 0-1 0 0,-1 0 1 0 0,1 0-1 0 0,0-1 1 0 0,-1 1 0 0 0,1-1-1 0 0,-1 0 1 0 0,1 0-1 0 0,-1 0 1 0 0,0-1 0 0 0,1 1-1 0 0,-1-1 1 0 0,0 0-1 0 0,4-2 1 0 0,-3 0-776 0 0,-1 0 0 0 0,1-1 1 0 0,-1 1-1 0 0,0-1 0 0 0,-1 1 0 0 0,1-1 0 0 0,2-8 1 0 0,-6 9 544 0 0,0 1 0 0 0,0 0 0 0 0,0-1 0 0 0,-1 1 1 0 0,0 0-1 0 0,1 0 0 0 0,-1 0 0 0 0,-1 0 0 0 0,1 0 1 0 0,-3-3-1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06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6643 0 0,'-6'13'1023'0'0,"1"1"-1"0"0,0-1 1 0 0,0 1-1 0 0,2 0 1 0 0,-4 20-1 0 0,6-24-743 0 0,1 0 1 0 0,-1 0-1 0 0,1 1 0 0 0,1-1 0 0 0,0 0 1 0 0,1 0-1 0 0,0 0 0 0 0,0 0 0 0 0,1 0 1 0 0,0 0-1 0 0,1-1 0 0 0,0 1 0 0 0,7 12 1 0 0,9 9 262 0 0,-10-16-242 0 0,-1-1-1 0 0,12 28 0 0 0,-17-28-171 0 0,-3-11-108 0 0,-1-1 1 0 0,1 1-1 0 0,0 0 1 0 0,0-1 0 0 0,0 0-1 0 0,0 1 1 0 0,0-1 0 0 0,1 0-1 0 0,1 4 1 0 0,41 27 166 0 0,-28-7-54 0 0,6-12-80 0 0,-22-13-41 0 0,0-1 0 0 0,1 0-1 0 0,-1 0 1 0 0,0 0 0 0 0,0 0-1 0 0,1 0 1 0 0,-1 0 0 0 0,0 0 0 0 0,0 0-1 0 0,0 0 1 0 0,1 0 0 0 0,-1-1-1 0 0,0 1 1 0 0,0 0 0 0 0,0 0-1 0 0,1 0 1 0 0,-1 0 0 0 0,0 0 0 0 0,0 0-1 0 0,0 0 1 0 0,0 0 0 0 0,1-1-1 0 0,-1 1 1 0 0,0 0 0 0 0,0 0-1 0 0,0 0 1 0 0,0 0 0 0 0,0 0-1 0 0,1-1 1 0 0,-1 1 0 0 0,0 0 0 0 0,0 0-1 0 0,0 0 1 0 0,0-1 0 0 0,0 1-1 0 0,0 0 1 0 0,0 0 0 0 0,0 0-1 0 0,0-1 1 0 0,0 1 0 0 0,0 0 0 0 0,5-7 203 0 0,1 4-124 0 0,1 0 58 0 0,-1 0-1 0 0,1 0 1 0 0,-1 0 0 0 0,0-1 0 0 0,0 0-1 0 0,-1 0 1 0 0,11-11 0 0 0,-13 12-75 0 0,33-37 695 0 0,-33 36-685 0 0,-1 1-1 0 0,0 0 0 0 0,0-1 0 0 0,0 1 0 0 0,0-1 0 0 0,0 0 0 0 0,-1 1 0 0 0,0-1 0 0 0,0 0 1 0 0,0 0-1 0 0,1-7 0 0 0,-2 9-39 0 0,0 0 1 0 0,0 0 0 0 0,0 1-1 0 0,1-1 1 0 0,-1 0 0 0 0,0 0-1 0 0,1 1 1 0 0,-1-1 0 0 0,1 0-1 0 0,-1 1 1 0 0,1-1 0 0 0,0 1-1 0 0,0-1 1 0 0,0 1 0 0 0,0-1-1 0 0,0 1 1 0 0,0-1 0 0 0,0 1-1 0 0,1 0 1 0 0,1-2 0 0 0,-1 2 16 0 0,-1 0-1 0 0,0-1 1 0 0,1 1 0 0 0,-1 0 0 0 0,0-1-1 0 0,0 1 1 0 0,0-1 0 0 0,0 1 0 0 0,0-1-1 0 0,0 0 1 0 0,0 1 0 0 0,-1-1 0 0 0,1 0 0 0 0,-1 1-1 0 0,1-1 1 0 0,-1 0 0 0 0,0 0 0 0 0,1 0-1 0 0,-1 1 1 0 0,0-4 0 0 0,0 4-112 0 0,0 0 0 0 0,0 0 0 0 0,0 0 0 0 0,0 0 0 0 0,1 0 0 0 0,-1 1 0 0 0,0-1 0 0 0,0 0 1 0 0,1 0-1 0 0,-1 0 0 0 0,1 1 0 0 0,-1-1 0 0 0,1 0 0 0 0,-1 0 0 0 0,1 1 0 0 0,-1-1 0 0 0,1 1 0 0 0,0-1 0 0 0,-1 0 0 0 0,1 1 0 0 0,0-1 0 0 0,-1 1 0 0 0,1-1 0 0 0,0 1 0 0 0,0 0 0 0 0,0-1 0 0 0,-1 1 0 0 0,1 0 1 0 0,0 0-1 0 0,0-1 0 0 0,0 1 0 0 0,0 0 0 0 0,-1 0 0 0 0,1 0 0 0 0,0 0 0 0 0,2 0 0 0 0,43 5-6541 0 0,-17-2 2036 0 0,-2-2-513 0 0,-27-1 4956 0 0,0 0 0 0 0,1 0-1 0 0,-1 0 1 0 0,0 0 0 0 0,0 0-1 0 0,0 0 1 0 0,1 0-1 0 0,-1 0 1 0 0,0 0 0 0 0,0 0-1 0 0,0 0 1 0 0,1 0-1 0 0,-1 1 1 0 0,0-1 0 0 0,0 0-1 0 0,0 0 1 0 0,0 0 0 0 0,1 0-1 0 0,-1 0 1 0 0,0 0-1 0 0,0 1 1 0 0,0-1 0 0 0,0 0-1 0 0,0 0 1 0 0,1 0-1 0 0,-1 0 1 0 0,0 1 0 0 0,0-1-1 0 0,0 0 1 0 0,0 0-1 0 0,0 0 1 0 0,0 0 0 0 0,0 1-1 0 0,0-1 1 0 0,0 0 0 0 0,0 0-1 0 0,0 1 1 0 0,0-1-1 0 0,0 0 1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07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1117 2561 0 0,'0'-9'3922'0'0,"-32"3"-160"0"0,-1 12-401 0 0,0 42 481 0 0,33 35-1281 0 0,0-14-2321 0 0,33-7-640 0 0,0-6 0 0 0,-1-8-1041 0 0,-32 0-4081 0 0,33-15-4163 0 0</inkml:trace>
  <inkml:trace contextRef="#ctx0" brushRef="#br0" timeOffset="1">164 0 160 0 0,'5'1'612'0'0,"-4"-1"-491"0"0,1 0 0 0 0,-1 0-1 0 0,0 1 1 0 0,1-1 0 0 0,-1 0 0 0 0,0 0-1 0 0,1 1 1 0 0,-1-1 0 0 0,0 1-1 0 0,0-1 1 0 0,1 1 0 0 0,-1-1 0 0 0,0 1-1 0 0,0 0 1 0 0,0-1 0 0 0,0 1 0 0 0,0 0-1 0 0,0 0 1 0 0,0 0 0 0 0,0 0 0 0 0,1 2-1 0 0,4 4 1374 0 0,1-2-987 0 0,-1 1 0 0 0,1-1 0 0 0,-1 1 0 0 0,0 0 0 0 0,-1 0 0 0 0,1 1 0 0 0,-1 0-1 0 0,0 0 1 0 0,-1 0 0 0 0,4 8 0 0 0,22 35 1113 0 0,-2 2-1 0 0,-2 0 0 0 0,-3 2 1 0 0,28 95-1 0 0,-5 14-359 0 0,-19-73-269 0 0,25 152 0 0 0,-45-176-673 0 0,-2-16 110 0 0,21 93 0 0 0,1-35-95 0 0,-22-72-258 0 0,-5-29-73 0 0,1 0 0 0 0,0 0 1 0 0,0 0-1 0 0,0-1 1 0 0,1 1-1 0 0,0 0 1 0 0,0-1-1 0 0,1 1 1 0 0,0-1-1 0 0,0 0 1 0 0,0 0-1 0 0,8 11 1 0 0,17 10-924 0 0,-28-26 816 0 0,0-1 0 0 0,1 1 0 0 0,-1-1 0 0 0,0 0 0 0 0,1 1 0 0 0,-1-1 0 0 0,1 1 0 0 0,-1-1 0 0 0,0 0-1 0 0,1 1 1 0 0,-1-1 0 0 0,1 0 0 0 0,-1 1 0 0 0,1-1 0 0 0,-1 0 0 0 0,1 0 0 0 0,0 0 0 0 0,-1 1 0 0 0,1-1 0 0 0,-1 0-1 0 0,1 0 1 0 0,-1 0 0 0 0,1 0 0 0 0,0 0 0 0 0,-1 0 0 0 0,1 0 0 0 0,-1 0 0 0 0,1 0 0 0 0,-1 0 0 0 0,1-1 0 0 0,-1 1 0 0 0,1 0-1 0 0,0 0 1 0 0,-1 0 0 0 0,1-1 0 0 0,-1 1 0 0 0,1 0 0 0 0,-1-1 0 0 0,0 1 0 0 0,1 0 0 0 0,-1-1 0 0 0,1 1 0 0 0,-1-1 0 0 0,1 1-1 0 0,-1 0 1 0 0,0-1 0 0 0,1 1 0 0 0,-1-1 0 0 0,0 0 0 0 0,2-2-519 0 0,-1 0 0 0 0,0 1 0 0 0,0-1-1 0 0,0 0 1 0 0,0 0 0 0 0,-1 0 0 0 0,1 1 0 0 0,-1-7 0 0 0,0-30-5593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07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4402 0 0,'-32'6'4242'0'0,"-1"2"2241"0"0,33-1-4322 0 0,33-7-640 0 0,-1 6-561 0 0,66 2-800 0 0,65-2-2081 0 0,92 9-7283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08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1 3842 0 0,'0'29'6345'0'0,"0"-20"-2797"0"0,0-20-2076 0 0,1 10-1437 0 0,0 0-1 0 0,0 0 1 0 0,0 0 0 0 0,0 0 0 0 0,0 0-1 0 0,0 0 1 0 0,0 0 0 0 0,0 0-1 0 0,1 1 1 0 0,-1-1 0 0 0,0 0 0 0 0,0 1-1 0 0,1-1 1 0 0,-1 1 0 0 0,0 0 0 0 0,1-1-1 0 0,-1 1 1 0 0,1 0 0 0 0,-1 0-1 0 0,0 0 1 0 0,1 0 0 0 0,1 0 0 0 0,0 0 46 0 0,6-2 33 0 0,1 0-7 0 0,0 0 0 0 0,0 1 0 0 0,0 0 1 0 0,0 1-1 0 0,1 0 0 0 0,-1 0 0 0 0,0 1 0 0 0,0 1 1 0 0,0 0-1 0 0,0 0 0 0 0,0 0 0 0 0,0 2 0 0 0,18 7 0 0 0,-16-2 2 0 0,0-1 0 0 0,0 2 0 0 0,-1 0-1 0 0,0 0 1 0 0,-1 1 0 0 0,15 20 0 0 0,1 0 77 0 0,-24-29-168 0 0,0 0 0 0 0,0 0 0 0 0,0 1 0 0 0,0-1 0 0 0,0 0 0 0 0,-1 1 0 0 0,1-1 0 0 0,-1 1 0 0 0,0 0 0 0 0,1 3 0 0 0,-2-4-6 0 0,0 0 1 0 0,0 0-1 0 0,0-1 0 0 0,-1 1 0 0 0,1 0 0 0 0,-1-1 0 0 0,0 1 1 0 0,1 0-1 0 0,-1-1 0 0 0,0 1 0 0 0,0-1 0 0 0,0 1 0 0 0,-1 1 0 0 0,-2 4 20 0 0,2-4-5 0 0,1 1 0 0 0,0-1 0 0 0,0 0 0 0 0,0 1 0 0 0,1-1 1 0 0,-1 1-1 0 0,1-1 0 0 0,0 1 0 0 0,0 0 0 0 0,0-1 0 0 0,1 5 0 0 0,-1 7 355 0 0,-5-15-316 0 0,-4-3-89 0 0,0-1 1 0 0,0 0-1 0 0,1-1 0 0 0,0 0 0 0 0,0 0 0 0 0,0-1 0 0 0,0 0 0 0 0,1 0 0 0 0,0 0 0 0 0,-7-10 0 0 0,4 6 40 0 0,0 1 0 0 0,0 0 0 0 0,-1 0 0 0 0,0 1 0 0 0,0 0 0 0 0,-15-7 0 0 0,-1 6 63 0 0,24 8-66 0 0,0 1 1 0 0,0-1-1 0 0,0 1 0 0 0,0-1 0 0 0,0 1 1 0 0,0 0-1 0 0,0 0 0 0 0,0 0 0 0 0,0 0 1 0 0,0 1-1 0 0,0-1 0 0 0,0 1 1 0 0,-3 1-1 0 0,-41 16 146 0 0,35-13-93 0 0,-4 2 40 0 0,-1 2-1 0 0,2 0 1 0 0,-1 1 0 0 0,1 0-1 0 0,1 1 1 0 0,-18 17 0 0 0,29-25-74 0 0,0-1 0 0 0,0 1 0 0 0,0 0 0 0 0,0 0 0 0 0,0 1 0 0 0,1-1 0 0 0,-1 0 0 0 0,1 1 0 0 0,0 0 0 0 0,0-1 0 0 0,1 1 0 0 0,-1 0 0 0 0,1 0 0 0 0,-1 0 0 0 0,1 0 0 0 0,1 0 0 0 0,-1 0 0 0 0,0 8 0 0 0,1-10-27 0 0,0 1 1 0 0,1-1-1 0 0,-1 0 1 0 0,1 0-1 0 0,-1 0 0 0 0,1 0 1 0 0,0 0-1 0 0,0 0 1 0 0,0 0-1 0 0,0 0 1 0 0,0-1-1 0 0,0 1 0 0 0,1 0 1 0 0,-1-1-1 0 0,0 1 1 0 0,1 0-1 0 0,0-1 1 0 0,-1 0-1 0 0,1 1 0 0 0,0-1 1 0 0,-1 0-1 0 0,1 0 1 0 0,0 0-1 0 0,3 1 1 0 0,4 2-33 0 0,1 0 0 0 0,1 0 0 0 0,14 2 0 0 0,-14-3 9 0 0,12 2-460 0 0,-1 0 0 0 0,1-1 0 0 0,0-2 0 0 0,43 0 0 0 0,43-14-4501 0 0,10-7-2866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08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384 179 1121 0 0,'8'-5'290'0'0,"0"0"1"0"0,-1-1 0 0 0,0 0 0 0 0,6-7 0 0 0,-10 10-227 0 0,-1 1 0 0 0,0-1 0 0 0,0 1 0 0 0,0-1 0 0 0,-1 0 0 0 0,1 1 0 0 0,0-1 0 0 0,-1 0 0 0 0,0 0 0 0 0,0 0 0 0 0,0 0 0 0 0,0 0 0 0 0,0-1 0 0 0,0-3 0 0 0,-1 4 103 0 0,0-1 0 0 0,0 0 0 0 0,0 0 0 0 0,0 1 0 0 0,0-1 0 0 0,-1 0 0 0 0,0 1 0 0 0,0-1-1 0 0,0 0 1 0 0,0 1 0 0 0,0-1 0 0 0,-1 1 0 0 0,-3-5 0 0 0,3 5 31 0 0,-1 1 1 0 0,1 0-1 0 0,-1 1 0 0 0,0-1 0 0 0,0 0 1 0 0,0 1-1 0 0,0 0 0 0 0,0 0 0 0 0,0 0 1 0 0,0 0-1 0 0,0 0 0 0 0,-1 0 0 0 0,1 1 1 0 0,0 0-1 0 0,-6 0 0 0 0,1-1 238 0 0,-1 0 0 0 0,0 1 0 0 0,1 0 0 0 0,-1 1 0 0 0,0 0 0 0 0,1 1 0 0 0,-1-1 0 0 0,1 2 0 0 0,-11 3 0 0 0,-15 4 767 0 0,5-2 152 0 0,-38 16 1 0 0,57-19-1075 0 0,-1 0 1 0 0,1 0-1 0 0,0 1 0 0 0,0 1 1 0 0,1 0-1 0 0,0 0 1 0 0,-10 11-1 0 0,8-7-94 0 0,0 1 0 0 0,1 1 1 0 0,-12 19-1 0 0,20-29-152 0 0,0 1-1 0 0,0-1 1 0 0,1 1 0 0 0,-1-1 0 0 0,1 1-1 0 0,0 0 1 0 0,0 0 0 0 0,0 0-1 0 0,0-1 1 0 0,1 1 0 0 0,-1 0 0 0 0,1 0-1 0 0,0 0 1 0 0,0 0 0 0 0,0 0-1 0 0,1 0 1 0 0,2 7 0 0 0,0-2-24 0 0,2-1 1 0 0,-1 0-1 0 0,1 0 0 0 0,0 0 1 0 0,1 0-1 0 0,0-1 0 0 0,0 0 0 0 0,1 0 1 0 0,0-1-1 0 0,0 0 0 0 0,0 0 1 0 0,1 0-1 0 0,-1-1 0 0 0,2 0 1 0 0,-1-1-1 0 0,12 5 0 0 0,-4-2-383 0 0,0-1-1 0 0,1-1 1 0 0,-1-1-1 0 0,1 0 1 0 0,0-1-1 0 0,0-1 1 0 0,34 0-1 0 0,-28-3-1712 0 0,1-2-1 0 0,28-6 1 0 0,72-23-8213 0 0</inkml:trace>
  <inkml:trace contextRef="#ctx0" brushRef="#br0" timeOffset="1">744 1 160 0 0,'-33'6'4082'0'0,"0"0"0"0"0,1 9-401 0 0,-34 26 1 0 0,66 13-1681 0 0,33 9-1761 0 0,0-7-400 0 0,-33-8 240 0 0,65 6 160 0 0,-32-13-80 0 0,-1-5-400 0 0,1-30-960 0 0,-1 0-2242 0 0,1-18-1520 0 0,0-17 720 0 0,-1 10 1921 0 0,-32-2 720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09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8 1121 0 0,'0'-1'177'0'0,"0"1"0"0"0,0 0 1 0 0,0-1-1 0 0,-1 1 1 0 0,1-1-1 0 0,0 1 1 0 0,0 0-1 0 0,-1-1 0 0 0,1 1 1 0 0,0 0-1 0 0,0-1 1 0 0,-1 1-1 0 0,1 0 1 0 0,-1 0-1 0 0,1-1 0 0 0,0 1 1 0 0,-1 0-1 0 0,1 0 1 0 0,0-1-1 0 0,-1 1 1 0 0,1 0-1 0 0,-1 0 0 0 0,1 0 1 0 0,-1 0-1 0 0,1 0 1 0 0,-1 0-1 0 0,1 0 1 0 0,0 0-1 0 0,-1 0 0 0 0,1 0 1 0 0,-1 0-1 0 0,1 0 1 0 0,-1 0-1 0 0,0 0 1 0 0,-13 2 1028 0 0,3 4 1249 0 0,-54 25 1707 0 0,52-23-3556 0 0,0 0 0 0 0,1 2 1 0 0,-20 17-1 0 0,28-23-520 0 0,0 0-1 0 0,0 0 1 0 0,0 0-1 0 0,1 0 1 0 0,0 0-1 0 0,0 1 1 0 0,0 0-1 0 0,0-1 1 0 0,0 1-1 0 0,1 0 1 0 0,0 0-1 0 0,0 0 1 0 0,1 1-1 0 0,-2 8 1 0 0,3-10-58 0 0,1 0 0 0 0,-1-1 0 0 0,1 1 0 0 0,0 0 0 0 0,0-1 0 0 0,1 1 0 0 0,2 4 0 0 0,-2-4 17 0 0,-1 0 0 0 0,1 0 1 0 0,0 1-1 0 0,-1-1 1 0 0,0 1-1 0 0,0-1 1 0 0,0 9-1 0 0,0-10-14 0 0,-1 1 0 0 0,1-1 1 0 0,0 0-1 0 0,0 1 0 0 0,0-1 0 0 0,0 0 1 0 0,0 1-1 0 0,1-1 0 0 0,0 0 0 0 0,-1 0 1 0 0,1 0-1 0 0,0 0 0 0 0,0-1 0 0 0,1 1 1 0 0,-1-1-1 0 0,1 1 0 0 0,-1-1 0 0 0,1 0 1 0 0,0 0-1 0 0,0 0 0 0 0,0 0 1 0 0,0 0-1 0 0,0 0 0 0 0,0-1 0 0 0,0 0 1 0 0,0 0-1 0 0,5 1 0 0 0,6 3-17 0 0,1-1 1 0 0,-1-1-1 0 0,1 0 1 0 0,22 0-1 0 0,-22-2-44 0 0,0-1 0 0 0,0 0 0 0 0,28-5 0 0 0,-38 4 30 0 0,-2 0 6 0 0,0 1 0 0 0,0-1 0 0 0,0 0 0 0 0,0 0 0 0 0,0 0 0 0 0,0-1-1 0 0,-1 1 1 0 0,1-1 0 0 0,0 1 0 0 0,-1-1 0 0 0,1 0 0 0 0,-1 0 0 0 0,1 0 0 0 0,-1 0 0 0 0,0-1 0 0 0,4-3 0 0 0,14-16 93 0 0,-17 20-86 0 0,0-1-1 0 0,0 0 1 0 0,-1 0 0 0 0,1 0 0 0 0,-1 0-1 0 0,0 0 1 0 0,0 0 0 0 0,0-1 0 0 0,0 1-1 0 0,-1-1 1 0 0,1 1 0 0 0,-1-1-1 0 0,0 0 1 0 0,1-5 0 0 0,0-4 126 0 0,-1 0 1 0 0,-1-26-1 0 0,-1 13 79 0 0,1 23-194 0 0,-1 1 0 0 0,1 0 0 0 0,-1-1-1 0 0,0 1 1 0 0,1 0 0 0 0,-1 0 0 0 0,0 0 0 0 0,0-1-1 0 0,-1 1 1 0 0,1 0 0 0 0,0 0 0 0 0,-1 0 0 0 0,1 1-1 0 0,-1-1 1 0 0,0 0 0 0 0,1 1 0 0 0,-1-1 0 0 0,0 1-1 0 0,0-1 1 0 0,0 1 0 0 0,0 0 0 0 0,0 0 0 0 0,0 0-1 0 0,-1 0 1 0 0,1 0 0 0 0,0 0 0 0 0,0 1 0 0 0,-1-1-1 0 0,-3 0 1 0 0,-2 0-110 0 0,0-1 0 0 0,0 1 0 0 0,0 1 0 0 0,0-1 1 0 0,0 1-1 0 0,0 1 0 0 0,-15 2 0 0 0,13 0-476 0 0,0-1-1 0 0,0 2 1 0 0,1-1 0 0 0,-1 1 0 0 0,1 1 0 0 0,-15 9 0 0 0,23-13 288 0 0,0 0 0 0 0,0 1 0 0 0,0-1 1 0 0,0 0-1 0 0,0 0 0 0 0,0 1 0 0 0,0-1 0 0 0,1 0 1 0 0,-1 1-1 0 0,1-1 0 0 0,-1 1 0 0 0,1-1 1 0 0,-1 1-1 0 0,1-1 0 0 0,0 1 0 0 0,0-1 0 0 0,0 1 1 0 0,0-1-1 0 0,0 1 0 0 0,0 2 0 0 0,0 31-7769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10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68 114 320 0 0,'0'1'96'0'0,"0"-1"-1"0"0,0 1 0 0 0,-1-1 1 0 0,1 0-1 0 0,0 1 0 0 0,0-1 1 0 0,-1 0-1 0 0,1 1 1 0 0,0-1-1 0 0,-1 0 0 0 0,1 1 1 0 0,-1-1-1 0 0,1 0 0 0 0,0 1 1 0 0,-1-1-1 0 0,1 0 1 0 0,-1 0-1 0 0,1 0 0 0 0,-1 1 1 0 0,1-1-1 0 0,0 0 0 0 0,-1 0 1 0 0,1 0-1 0 0,-1 0 0 0 0,1 0 1 0 0,-1 0-1 0 0,1 0 1 0 0,-1 0-1 0 0,0 0 0 0 0,-14 0 790 0 0,15 0-656 0 0,-33-1 3333 0 0,33 0-3450 0 0,-1 0 0 0 0,0 1 0 0 0,1-1 0 0 0,-1 0 0 0 0,1 0 0 0 0,-1 1 1 0 0,1-1-1 0 0,-1 0 0 0 0,1 0 0 0 0,-1 0 0 0 0,1 0 0 0 0,0 1 0 0 0,0-1 0 0 0,-1 0 0 0 0,1 0 0 0 0,0 0 0 0 0,0 0 1 0 0,0 0-1 0 0,0 0 0 0 0,0 0 0 0 0,0 0 0 0 0,0 0 0 0 0,0 1 0 0 0,1-2 0 0 0,-1 0-28 0 0,0 0-1 0 0,0 0 0 0 0,0 0 0 0 0,1 0 1 0 0,-1 0-1 0 0,0 0 0 0 0,1 1 1 0 0,0-1-1 0 0,-1 0 0 0 0,1 0 0 0 0,1-2 1 0 0,7-2 95 0 0,-8 6-161 0 0,1-1-1 0 0,-1 1 1 0 0,0-1-1 0 0,0 1 1 0 0,0-1-1 0 0,0 0 1 0 0,0 0 0 0 0,0 0-1 0 0,-1 1 1 0 0,1-1-1 0 0,0 0 1 0 0,0 0-1 0 0,0 0 1 0 0,-1 0 0 0 0,1 0-1 0 0,0 0 1 0 0,-1 0-1 0 0,1-1 1 0 0,-1 1-1 0 0,0 0 1 0 0,1 0-1 0 0,-1 0 1 0 0,0 0 0 0 0,0-1-1 0 0,0 1 1 0 0,1-1-1 0 0,-1 0-9 0 0,0 1 0 0 0,0 0 0 0 0,1-1 0 0 0,-1 1 0 0 0,1 0-1 0 0,-1 0 1 0 0,1 0 0 0 0,-1 0 0 0 0,1-1 0 0 0,0 1 0 0 0,0 0-1 0 0,-1 0 1 0 0,1 0 0 0 0,0 1 0 0 0,0-1 0 0 0,0 0 0 0 0,0 0 0 0 0,0 0-1 0 0,0 1 1 0 0,0-1 0 0 0,1 0 0 0 0,-1 1 0 0 0,0-1 0 0 0,0 1 0 0 0,0-1-1 0 0,1 1 1 0 0,-1 0 0 0 0,2-1 0 0 0,9-3 4 0 0,9-2-78 0 0,-17 6 70 0 0,0 0 0 0 0,-1 0 0 0 0,1 0 0 0 0,0 1 0 0 0,-1-1 0 0 0,1 1 0 0 0,-1 0 0 0 0,1 0 0 0 0,-1 0 0 0 0,0 0 0 0 0,1 1 0 0 0,-1-1 0 0 0,0 1 0 0 0,0 0 0 0 0,0 0 0 0 0,0 0 0 0 0,0 0 0 0 0,0 1 0 0 0,4 5 0 0 0,2 2 55 0 0,-1 0 1 0 0,0 0 0 0 0,-1 1-1 0 0,0 1 1 0 0,8 16-1 0 0,-4-6 37 0 0,-5-12-58 0 0,9 23 85 0 0,-15-33-121 0 0,1 1 0 0 0,-1-1 0 0 0,0 1 0 0 0,0 0 0 0 0,0-1-1 0 0,0 1 1 0 0,0-1 0 0 0,0 1 0 0 0,0-1 0 0 0,0 1 0 0 0,-1-1 0 0 0,1 1 0 0 0,0-1 0 0 0,0 1-1 0 0,0-1 1 0 0,0 1 0 0 0,-1-1 0 0 0,1 0 0 0 0,0 1 0 0 0,-1-1 0 0 0,1 1 0 0 0,0-1 0 0 0,-1 0-1 0 0,1 1 1 0 0,0-1 0 0 0,-1 1 0 0 0,1-1 0 0 0,-1 0 0 0 0,1 0 0 0 0,0 1 0 0 0,-1-1 0 0 0,1 0 0 0 0,-1 0-1 0 0,1 0 1 0 0,-1 1 0 0 0,1-1 0 0 0,-1 0 0 0 0,1 0 0 0 0,-1 0 0 0 0,1 0 0 0 0,-1 0 0 0 0,1 0-1 0 0,-1 0 1 0 0,1 0 0 0 0,-1 0 0 0 0,0 0 0 0 0,1 0 0 0 0,-1-1 0 0 0,-5-2 24 0 0,6 3-26 0 0,0-1 0 0 0,0 1 0 0 0,0 0 0 0 0,0-1-1 0 0,0 1 1 0 0,0-1 0 0 0,0 1 0 0 0,-1-1 0 0 0,1 1-1 0 0,0 0 1 0 0,0-1 0 0 0,-1 1 0 0 0,1 0-1 0 0,0-1 1 0 0,0 1 0 0 0,-1 0 0 0 0,1-1 0 0 0,0 1-1 0 0,-1 0 1 0 0,1-1 0 0 0,0 1 0 0 0,-1 0 0 0 0,1 0-1 0 0,-1 0 1 0 0,1-1 0 0 0,-1 1 0 0 0,1 0 0 0 0,0 0-1 0 0,-1 0 1 0 0,1 0 0 0 0,-1 0 0 0 0,1 0-1 0 0,-1 0 1 0 0,-14 0 1 0 0,13 0 5 0 0,-5-4 68 0 0,3 0-54 0 0,0 1 48 0 0,-1 0 1 0 0,1 0-1 0 0,0 0 0 0 0,0-1 1 0 0,0 0-1 0 0,0 0 0 0 0,1 0 1 0 0,0 0-1 0 0,-1-1 0 0 0,2 1 1 0 0,-1-1-1 0 0,0 0 1 0 0,1 0-1 0 0,0 1 0 0 0,0-2 1 0 0,0 1-1 0 0,1 0 0 0 0,0 0 1 0 0,0-1-1 0 0,0 1 0 0 0,1 0 1 0 0,-1-1-1 0 0,2-6 1 0 0,-2 5 69 0 0,0 5-104 0 0,1 1 0 0 0,0-1-1 0 0,0 0 1 0 0,-1 0 0 0 0,1 1 0 0 0,0-1-1 0 0,0 0 1 0 0,0 1 0 0 0,1-1 0 0 0,-1 0-1 0 0,0 1 1 0 0,1-1 0 0 0,-1 0 0 0 0,1 1-1 0 0,-1-1 1 0 0,1 1 0 0 0,0-1 0 0 0,0 1-1 0 0,1-3 1 0 0,20-8 366 0 0,-20 11-358 0 0,0 0 1 0 0,0 0-1 0 0,0 0 0 0 0,1 1 0 0 0,-1-1 0 0 0,0 1 0 0 0,1-1 0 0 0,-1 1 0 0 0,0 0 0 0 0,1 0 0 0 0,-1 0 0 0 0,0 1 0 0 0,0-1 0 0 0,1 0 0 0 0,-1 1 0 0 0,0-1 0 0 0,1 1 0 0 0,-1 0 0 0 0,0 0 1 0 0,0 0-1 0 0,0 0 0 0 0,3 2 0 0 0,6 4 96 0 0,0 1 0 0 0,-1-1 1 0 0,13 13-1 0 0,-1 0 62 0 0,0 1 0 0 0,-2 2 0 0 0,24 32 1 0 0,-28-17-215 0 0,5-12-506 0 0,-20-26 458 0 0,-1 1-1 0 0,1-1 1 0 0,-1 0-1 0 0,1 0 1 0 0,-1 1 0 0 0,0-1-1 0 0,1 0 1 0 0,-1 0 0 0 0,0 1-1 0 0,1-1 1 0 0,-1 0 0 0 0,0 1-1 0 0,1-1 1 0 0,-1 1-1 0 0,0-1 1 0 0,1 0 0 0 0,-1 1-1 0 0,0-1 1 0 0,0 1 0 0 0,0-1-1 0 0,0 1 1 0 0,1-1 0 0 0,-1 1-1 0 0,0-1 1 0 0,0 1-1 0 0,0-1 1 0 0,0 1 0 0 0,0-1-1 0 0,0 0 1 0 0,0 1 0 0 0,0-1-1 0 0,0 1 1 0 0,-1-1 0 0 0,1 1-1 0 0,0-1 1 0 0,0 1-1 0 0,0-1 1 0 0,0 1 0 0 0,-1-1-1 0 0,1 0 1 0 0,0 1 0 0 0,0-1-1 0 0,-1 1 1 0 0,1-1-1 0 0,0 0 1 0 0,-1 1 0 0 0,1-1-1 0 0,0 0 1 0 0,-1 1 0 0 0,1-1-1 0 0,-1 0 1 0 0,1 0 0 0 0,0 1-1 0 0,-1-1 1 0 0,1 0-1 0 0,-1 0 1 0 0,1 0 0 0 0,-1 0-1 0 0,1 0 1 0 0,-1 1 0 0 0,1-1-1 0 0,-1 0 1 0 0,0 0 0 0 0,0 0-188 0 0,1 0 1 0 0,-1 0-1 0 0,0 0 1 0 0,0 0-1 0 0,0 0 1 0 0,0 0-1 0 0,1 0 1 0 0,-1 0 0 0 0,0 0-1 0 0,0 0 1 0 0,0 0-1 0 0,1-1 1 0 0,-1 1-1 0 0,0 0 1 0 0,0-1 0 0 0,1 1-1 0 0,-1 0 1 0 0,0-1-1 0 0,0 1 1 0 0,1-1-1 0 0,-1 1 1 0 0,0-1-1 0 0,1 1 1 0 0,-1-1 0 0 0,1 0-1 0 0,-1 1 1 0 0,1-1-1 0 0,-1 0 1 0 0,1 1-1 0 0,-1-1 1 0 0,1 0-1 0 0,0 1 1 0 0,-1-2 0 0 0,1-11-3873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10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0 813 1040 0 0,'15'1'1577'0'0,"18"2"8464"0"0,-21-2-10093 0 0,-12 0 163 0 0,1-1 0 0 0,-1 0 0 0 0,0 0 1 0 0,1 0-1 0 0,-1 0 0 0 0,0 0 0 0 0,0 0 1 0 0,1 0-1 0 0,-1 1 0 0 0,0-1 0 0 0,1 0 0 0 0,-1 0 1 0 0,0 0-1 0 0,0 1 0 0 0,1-1 0 0 0,-1 0 1 0 0,0 0-1 0 0,0 1 0 0 0,0-1 0 0 0,1 0 1 0 0,-1 0-1 0 0,0 1 0 0 0,0-1 0 0 0,0 0 0 0 0,0 1 1 0 0,0-1-1 0 0,0 0 0 0 0,0 0 0 0 0,1 1 1 0 0,-1-1-1 0 0,0 0 0 0 0,0 1 0 0 0,0-1 0 0 0,4 9 510 0 0,88 29 286 0 0,-44-17-778 0 0,-36-17-74 0 0,0 1-1 0 0,0 1 0 0 0,-1 0 0 0 0,20 13 0 0 0,-30-18-40 0 0,0 1-1 0 0,0-1 1 0 0,1 0-1 0 0,-1 0 1 0 0,1 0-1 0 0,0 1 1 0 0,-1-2 0 0 0,1 1-1 0 0,-1 0 1 0 0,1 0-1 0 0,0 0 1 0 0,0-1-1 0 0,2 1 1 0 0,4 1 36 0 0,-30-2 284 0 0,17-2-328 0 0,-1-2 1 0 0,1 1 0 0 0,0-1-1 0 0,0 0 1 0 0,0 0 0 0 0,0 0-1 0 0,1 0 1 0 0,0-1 0 0 0,0 0-1 0 0,-6-9 1 0 0,3 5 0 0 0,-9-13 11 0 0,-11-11 137 0 0,21 29-112 0 0,4 3-35 0 0,1 1 1 0 0,0-1-1 0 0,-1 0 1 0 0,1 0-1 0 0,0 0 1 0 0,-1 1-1 0 0,1-1 1 0 0,0-1-1 0 0,0 1 1 0 0,0 0 0 0 0,0 0-1 0 0,0 0 1 0 0,0 0-1 0 0,0-1 1 0 0,1 1-1 0 0,-1 0 1 0 0,0-1-1 0 0,1 1 1 0 0,-2-3 0 0 0,2 4-9 0 0,0 0 0 0 0,0 0 0 0 0,0 0 1 0 0,0-1-1 0 0,0 1 0 0 0,0 0 0 0 0,0 0 1 0 0,0 0-1 0 0,0 0 0 0 0,0-1 1 0 0,0 1-1 0 0,0 0 0 0 0,0 0 0 0 0,0 0 1 0 0,0 0-1 0 0,0-1 0 0 0,0 1 1 0 0,0 0-1 0 0,0 0 0 0 0,-1 0 0 0 0,1 0 1 0 0,0 0-1 0 0,0-1 0 0 0,0 1 0 0 0,0 0 1 0 0,0 0-1 0 0,0 0 0 0 0,-1 0 1 0 0,1 0-1 0 0,0 0 0 0 0,0 0 0 0 0,0 0 1 0 0,0 0-1 0 0,-1 0 0 0 0,1 0 1 0 0,0 0-1 0 0,0 0 0 0 0,0-1 0 0 0,0 1 1 0 0,-1 0-1 0 0,1 0 0 0 0,0 1 0 0 0,0-1 1 0 0,0 0-1 0 0,0 0 0 0 0,-1 0 1 0 0,1 0-1 0 0,-1 0 0 0 0,0 0 1 0 0,0 0-1 0 0,0 0 1 0 0,0 0-1 0 0,0 0 1 0 0,0 0 0 0 0,0 0-1 0 0,0 0 1 0 0,0 1-1 0 0,0-1 1 0 0,0 0-1 0 0,0 1 1 0 0,0-1-1 0 0,0 1 1 0 0,0-1-1 0 0,0 1 1 0 0,1 0-1 0 0,-1-1 1 0 0,-1 2-1 0 0,1 0 8 0 0,0 0 0 0 0,0 0 0 0 0,0 0 0 0 0,0 0-1 0 0,0 1 1 0 0,1-1 0 0 0,-1 0 0 0 0,1 0 0 0 0,0 1 0 0 0,-1-1-1 0 0,1 0 1 0 0,0 1 0 0 0,1 2 0 0 0,0 15 109 0 0,2 1 1 0 0,1 0 0 0 0,7 27-1 0 0,-3-18 13 0 0,-7-22-85 0 0,1 0-1 0 0,1 0 1 0 0,-1 0-1 0 0,1 0 1 0 0,0-1-1 0 0,1 1 0 0 0,0-1 1 0 0,6 9-1 0 0,-4-9-11 0 0,1-1 0 0 0,0 0-1 0 0,0 0 1 0 0,0-1-1 0 0,1 1 1 0 0,0-2 0 0 0,0 1-1 0 0,11 4 1 0 0,60 19-64 0 0,-39-15-58 0 0,-31-9 86 0 0,-1-1 0 0 0,1-1 0 0 0,0 1 0 0 0,0-1 0 0 0,0-1 0 0 0,0 0 0 0 0,0 0 0 0 0,0-1 1 0 0,0 0-1 0 0,11-1 0 0 0,-3-1 8 0 0,-13 3-67 0 0,1-1 1 0 0,0 0-1 0 0,-1-1 0 0 0,1 1 0 0 0,0-1 1 0 0,-1 0-1 0 0,1 0 0 0 0,-1 0 1 0 0,1-1-1 0 0,-1 1 0 0 0,0-1 0 0 0,7-4 1 0 0,-9 3-289 0 0,-1 0 0 0 0,1 0 0 0 0,-1 0 0 0 0,0 0-1 0 0,0 0 1 0 0,0 0 0 0 0,0-1 0 0 0,0 1 0 0 0,-1 0 0 0 0,1-1 0 0 0,-1 1 0 0 0,0 0 0 0 0,0-1 0 0 0,0 1 0 0 0,-1-4 0 0 0,1-38-4359 0 0</inkml:trace>
  <inkml:trace contextRef="#ctx0" brushRef="#br0" timeOffset="1">588 0 2561 0 0,'91'125'5603'0'0,"7"25"-1121"0"0,33 10-1521 0 0,-33-23-1360 0 0,-33 21-801 0 0,33 6-400 0 0,-33-4-480 0 0,1-37-1520 0 0,-34-54-2882 0 0,1-49-2802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11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5202 0 0,'-33'21'1361'0'0,"1"0"-2321"0"0,32-15 79 0 0,0-12 1 0 0,32-1 480 0 0,-32 1-81 0 0,33 6-319 0 0,-33-8-801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13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64 284 640 0 0,'0'6'13220'0'0,"-1"-7"-13169"0"0,0 1 1 0 0,0-1 0 0 0,1 0-1 0 0,-1 0 1 0 0,0 0 0 0 0,0 0-1 0 0,0 1 1 0 0,0-1 0 0 0,0 0-1 0 0,0 1 1 0 0,0-1 0 0 0,0 1-1 0 0,0-1 1 0 0,0 1 0 0 0,-1-1 0 0 0,1 1-1 0 0,0 0 1 0 0,0 0 0 0 0,0 0-1 0 0,0-1 1 0 0,-1 1 0 0 0,-1 1-1 0 0,1-2 68 0 0,2 1-83 0 0,-1-1 1 0 0,1 1-1 0 0,-1-1 1 0 0,1 0-1 0 0,-1 1 1 0 0,1-1-1 0 0,-1 0 1 0 0,1 1-1 0 0,0-1 1 0 0,-1 0-1 0 0,1 1 1 0 0,0-1-1 0 0,-1 0 1 0 0,1 0-1 0 0,0 0 1 0 0,0 1-1 0 0,0-1 1 0 0,0 0-1 0 0,0 0 1 0 0,0 0-1 0 0,0 1 1 0 0,0-3-1 0 0,1-20 170 0 0,-1 21-171 0 0,0-2-10 0 0,-1 0 0 0 0,1 0 0 0 0,-1 1-1 0 0,0-1 1 0 0,0 1 0 0 0,0-1 0 0 0,0 0-1 0 0,-1 1 1 0 0,0 0 0 0 0,1-1 0 0 0,-4-3-1 0 0,3 4-12 0 0,0 1-1 0 0,1 0 0 0 0,-1-1 1 0 0,1 1-1 0 0,0-1 1 0 0,0 1-1 0 0,0-1 0 0 0,0 0 1 0 0,0 1-1 0 0,1-1 0 0 0,-1 0 1 0 0,1 0-1 0 0,-1 0 0 0 0,1 1 1 0 0,0-1-1 0 0,0 0 1 0 0,1 0-1 0 0,-1 0 0 0 0,0 1 1 0 0,1-1-1 0 0,1-3 0 0 0,20-40 83 0 0,-15 27-55 0 0,-7 17-37 0 0,1-1-1 0 0,0 1 0 0 0,0-1 1 0 0,0 1-1 0 0,0-1 1 0 0,0 1-1 0 0,0 0 1 0 0,1-1-1 0 0,-1 1 0 0 0,1 0 1 0 0,-1 0-1 0 0,1 0 1 0 0,0 0-1 0 0,0 0 1 0 0,0 1-1 0 0,0-1 1 0 0,0 0-1 0 0,4-1 0 0 0,0 0-47 0 0,0 0-1 0 0,0 1 0 0 0,0-1 1 0 0,1 1-1 0 0,-1 1 0 0 0,1-1 1 0 0,0 1-1 0 0,-1 0 0 0 0,1 1 0 0 0,0-1 1 0 0,0 1-1 0 0,12 2 0 0 0,-8 0-20 0 0,0 1 0 0 0,-1 0-1 0 0,1 0 1 0 0,-1 1-1 0 0,0 1 1 0 0,0-1-1 0 0,0 2 1 0 0,10 6 0 0 0,20 18-62 0 0,-1 2 0 0 0,56 59 0 0 0,-84-79 273 0 0,0 0 1 0 0,-1 1-1 0 0,0 0 1 0 0,-1 1-1 0 0,11 22 1 0 0,-19-34-128 0 0,-1-1-1 0 0,1 1 1 0 0,-1 0 0 0 0,0-1 0 0 0,1 1 0 0 0,-1 0 0 0 0,0 0-1 0 0,0-1 1 0 0,0 1 0 0 0,0 0 0 0 0,0 0 0 0 0,0-1 0 0 0,0 1-1 0 0,-1 0 1 0 0,1 0 0 0 0,-1-1 0 0 0,1 1 0 0 0,-1-1 0 0 0,0 1 0 0 0,0 0-1 0 0,0-1 1 0 0,1 1 0 0 0,-1-1 0 0 0,-1 0 0 0 0,1 1 0 0 0,0-1-1 0 0,0 0 1 0 0,0 1 0 0 0,-1-1 0 0 0,1 0 0 0 0,-1 0 0 0 0,-2 1-1 0 0,1 1 2 0 0,3-4 4 0 0,0 0-1 0 0,-1 1 0 0 0,1-1 1 0 0,-1 0-1 0 0,1 1 0 0 0,0-1 1 0 0,-1 0-1 0 0,1 1 1 0 0,-1-1-1 0 0,1 1 0 0 0,-1-1 1 0 0,0 0-1 0 0,1 1 0 0 0,-1 0 1 0 0,0-1-1 0 0,1 1 0 0 0,-1-1 1 0 0,0 1-1 0 0,-1-1 0 0 0,0 0-26 0 0,0 0 0 0 0,0 0-1 0 0,0-1 1 0 0,1 1 0 0 0,-1-1-1 0 0,0 1 1 0 0,0-1 0 0 0,1 0-1 0 0,-1 0 1 0 0,1 1 0 0 0,-1-1-1 0 0,1 0 1 0 0,0 0 0 0 0,-2-5-1 0 0,3-88-261 0 0,0 92 242 0 0,0 0 0 0 0,0-1 0 0 0,1 1 0 0 0,-1 0 0 0 0,1 0 0 0 0,0-1 0 0 0,0 1-1 0 0,0 0 1 0 0,0 0 0 0 0,1 0 0 0 0,-1 0 0 0 0,1 0 0 0 0,0 0 0 0 0,-1 1 0 0 0,1-1-1 0 0,1 0 1 0 0,-1 1 0 0 0,0 0 0 0 0,3-3 0 0 0,3 0-74 0 0,-1 0 0 0 0,1 0 0 0 0,0 1 1 0 0,0 0-1 0 0,9-3 0 0 0,-9 3-19 0 0,7-2-193 0 0,-1 0 1 0 0,1 1-1 0 0,0 0 1 0 0,0 1 0 0 0,0 1-1 0 0,28-3 1 0 0,-38 5 215 0 0,0 1 44 0 0,1 0 0 0 0,0 0 0 0 0,-1 1 0 0 0,1 0 0 0 0,-1 0 0 0 0,1 0 1 0 0,-1 0-1 0 0,1 1 0 0 0,-1 0 0 0 0,0 0 0 0 0,0 1 0 0 0,0-1 0 0 0,0 1 0 0 0,0 0 0 0 0,0 0 1 0 0,7 8-1 0 0,-3-3 201 0 0,0 0 0 0 0,0 1 0 0 0,-1 1 1 0 0,-1 0-1 0 0,1 0 0 0 0,8 16 1 0 0,-12-17 5 0 0,-1-5-30 0 0,0 1-1 0 0,-1-1 1 0 0,0 1 0 0 0,0 0 0 0 0,0 0 0 0 0,1 7 0 0 0,-3-11-92 0 0,0 0 0 0 0,0 0 0 0 0,0 1 0 0 0,0-1 0 0 0,0 0 0 0 0,0 0 0 0 0,-1 1 0 0 0,1-1 1 0 0,0 0-1 0 0,-1 0 0 0 0,1 0 0 0 0,-1 1 0 0 0,0-1 0 0 0,1 0 0 0 0,-1 0 0 0 0,0 0 0 0 0,1 0 1 0 0,-1 0-1 0 0,0 0 0 0 0,0 0 0 0 0,0-1 0 0 0,0 1 0 0 0,0 0 0 0 0,0 0 0 0 0,0-1 0 0 0,0 1 0 0 0,0 0 1 0 0,0-1-1 0 0,0 1 0 0 0,-2-1 0 0 0,-17 7 283 0 0,20-7-310 0 0,0 1 0 0 0,-1-1-1 0 0,1 0 1 0 0,0 0-1 0 0,-1 0 1 0 0,1 0-1 0 0,0 1 1 0 0,-1-1-1 0 0,1 0 1 0 0,-1 0 0 0 0,1 0-1 0 0,0 0 1 0 0,-1 0-1 0 0,1 0 1 0 0,0 0-1 0 0,-1 0 1 0 0,1 0 0 0 0,-1 0-1 0 0,1 0 1 0 0,0 0-1 0 0,-1-1 1 0 0,1 1-1 0 0,0 0 1 0 0,-1 0 0 0 0,1 0-1 0 0,0 0 1 0 0,-1-1-1 0 0,1 1 1 0 0,0 0-1 0 0,-1 0 1 0 0,1-1-1 0 0,0 1 1 0 0,-1 0 0 0 0,1 0-1 0 0,0-1 1 0 0,0 1-1 0 0,0 0 1 0 0,-1-1-1 0 0,-4 0 74 0 0,1 1-41 0 0,1 0 0 0 0,-1-1 0 0 0,1 1 0 0 0,-1 0 0 0 0,1-1-1 0 0,-1 0 1 0 0,1 0 0 0 0,0 0 0 0 0,-1 0 0 0 0,1 0 0 0 0,0-1 0 0 0,0 0-1 0 0,0 1 1 0 0,0-1 0 0 0,-4-4 0 0 0,-1-1 61 0 0,2-1 0 0 0,-1 0-1 0 0,1 0 1 0 0,-8-16 0 0 0,12 21-82 0 0,0 1-1 0 0,1-1 1 0 0,-1 1 0 0 0,1-1-1 0 0,0 0 1 0 0,0 1 0 0 0,0-1-1 0 0,-1-5 1 0 0,2 5-5 0 0,1 1 1 0 0,-1-1-1 0 0,1 1 1 0 0,0-1-1 0 0,0 1 0 0 0,0 0 1 0 0,0-1-1 0 0,0 1 0 0 0,2-3 1 0 0,0 0 0 0 0,5-12 41 0 0,-7 14-51 0 0,1 0 0 0 0,-1 0 0 0 0,1 0 0 0 0,0 0 0 0 0,0 0 0 0 0,0 0 0 0 0,0 0 0 0 0,0 1 0 0 0,1-1 0 0 0,-1 1 0 0 0,1 0 0 0 0,3-3 0 0 0,5-3-9 0 0,1 0 0 0 0,1 1 0 0 0,-1 0 1 0 0,1 1-1 0 0,0 0 0 0 0,1 1 1 0 0,-1 1-1 0 0,28-6 0 0 0,-30 9 78 0 0,0 0 0 0 0,0 0 0 0 0,0 1 0 0 0,0 1 0 0 0,-1-1 0 0 0,1 2 0 0 0,0 0 0 0 0,0 0 0 0 0,-1 1 1 0 0,1 0-1 0 0,-1 1 0 0 0,17 8 0 0 0,3 4 796 0 0,41 29 1 0 0,-62-38-632 0 0,0 0-1 0 0,-1 0 1 0 0,0 1 0 0 0,0 0 0 0 0,0 0 0 0 0,-1 1-1 0 0,9 15 1 0 0,-14-21-163 0 0,0 0 0 0 0,-1 1-1 0 0,1-1 1 0 0,-1 1-1 0 0,0 0 1 0 0,0-1 0 0 0,0 1-1 0 0,-1 0 1 0 0,1 0 0 0 0,-1 0-1 0 0,0-1 1 0 0,-1 7 0 0 0,1 0-5 0 0,0-7-377 0 0,0 8-2663 0 0,27-14-10988 0 0,-26 3 13836 0 0,-1 0 1 0 0,0-1-1 0 0,0 1 0 0 0,1 0 1 0 0,-1 0-1 0 0,0 0 0 0 0,1 0 0 0 0,-1-1 1 0 0,0 1-1 0 0,0 0 0 0 0,1 0 1 0 0,-1 0-1 0 0,0-1 0 0 0,0 1 0 0 0,0 0 1 0 0,1 0-1 0 0,-1-1 0 0 0,0 1 0 0 0,0 0 1 0 0,0 0-1 0 0,0-1 0 0 0,0 1 1 0 0,1 0-1 0 0,-1-1 0 0 0,0 1 0 0 0,0 0 1 0 0,0-1-1 0 0,0 1 0 0 0,0 0 1 0 0,0-1-1 0 0,0 1 0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14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392 187 2001 0 0,'-27'-16'3222'0'0,"24"13"-2690"0"0,0 1-1 0 0,0 0 1 0 0,-1 0-1 0 0,1 0 1 0 0,0 0-1 0 0,-1 1 1 0 0,1-1-1 0 0,-1 1 1 0 0,-4-1-1 0 0,-14-3 1333 0 0,19 3-1414 0 0,-1 1 0 0 0,0 0 0 0 0,0 0 0 0 0,0 0-1 0 0,0 0 1 0 0,0 1 0 0 0,0 0 0 0 0,0-1 0 0 0,0 2-1 0 0,0-1 1 0 0,0 0 0 0 0,0 1 0 0 0,0-1 0 0 0,0 1 0 0 0,0 0-1 0 0,-4 2 1 0 0,7-2-394 0 0,1-1 1 0 0,-1 1-1 0 0,1-1 0 0 0,-1 1 0 0 0,0-1 1 0 0,1 1-1 0 0,-1-1 0 0 0,1 1 1 0 0,-1 0-1 0 0,1-1 0 0 0,0 1 0 0 0,-1 0 1 0 0,1-1-1 0 0,0 1 0 0 0,-1 0 0 0 0,1 0 1 0 0,0-1-1 0 0,0 1 0 0 0,0 0 0 0 0,-1 0 1 0 0,1-1-1 0 0,0 1 0 0 0,0 0 0 0 0,0 0 1 0 0,0-1-1 0 0,1 1 0 0 0,-1 0 1 0 0,0 0-1 0 0,0-1 0 0 0,0 1 0 0 0,0 0 1 0 0,1 0-1 0 0,-1-1 0 0 0,0 1 0 0 0,1 0 1 0 0,-1-1-1 0 0,1 1 0 0 0,-1 0 0 0 0,1-1 1 0 0,-1 1-1 0 0,1-1 0 0 0,-1 1 0 0 0,2 0 1 0 0,24 22 628 0 0,-24-21-631 0 0,14 10 192 0 0,-10-7-178 0 0,0 0-1 0 0,0-1 1 0 0,1 1 0 0 0,0-1 0 0 0,0-1 0 0 0,9 4-1 0 0,3 0-57 0 0,1-2-1 0 0,0 0 0 0 0,32 2 0 0 0,-45-6-76 0 0,1 0-1 0 0,0-1 1 0 0,0 0-1 0 0,0 0 1 0 0,0-1-1 0 0,0 0 0 0 0,0 0 1 0 0,-1-1-1 0 0,1 0 1 0 0,0 0-1 0 0,13-7 1 0 0,-20 8 58 0 0,0-1 0 0 0,0 0 0 0 0,-1 0 0 0 0,1 0 0 0 0,0 0 0 0 0,-1 0 0 0 0,1 0 0 0 0,-1 0 1 0 0,0 0-1 0 0,1 0 0 0 0,-1 0 0 0 0,0 0 0 0 0,0 0 0 0 0,-1 0 0 0 0,1 0 0 0 0,0 0 0 0 0,-1 0 1 0 0,1 0-1 0 0,-1 0 0 0 0,1 0 0 0 0,-1 0 0 0 0,0 0 0 0 0,-1-2 0 0 0,-6-6 26 0 0,0 1 1 0 0,0-1-1 0 0,-1 1 0 0 0,0 1 0 0 0,-15-11 0 0 0,-3-4 27 0 0,1 0 67 0 0,-1 1 0 0 0,-45-27 0 0 0,39 26 1530 0 0,137 64-734 0 0,-14 1-480 0 0,-28-15-156 0 0,-2 3 1 0 0,64 42-1 0 0,-89-49-139 0 0,-7-5 8 0 0,40 34 1 0 0,-65-50-130 0 0,0 1-1 0 0,0 0 1 0 0,0 0-1 0 0,-1 1 1 0 0,1-1-1 0 0,-1 0 0 0 0,1 1 1 0 0,-1 0-1 0 0,0-1 1 0 0,0 1-1 0 0,-1 0 1 0 0,1 0-1 0 0,-1 0 1 0 0,0 0-1 0 0,0 0 0 0 0,0 8 1 0 0,-1-8 27 0 0,0-1-1 0 0,-1 1 1 0 0,1 0 0 0 0,-1 0-1 0 0,0-1 1 0 0,0 1 0 0 0,-1 0-1 0 0,1-1 1 0 0,-1 1 0 0 0,0-1 0 0 0,0 0-1 0 0,0 0 1 0 0,0 1 0 0 0,0-1-1 0 0,-1-1 1 0 0,1 1 0 0 0,-1 0-1 0 0,-5 4 1 0 0,-47 37 829 0 0,6 7-360 0 0,28-36-511 0 0,-2-1 0 0 0,0-1 0 0 0,0 0 0 0 0,-1-2 0 0 0,-1-1 0 0 0,-42 12 0 0 0,22-10-623 0 0,-1-2 1 0 0,-1-3-1 0 0,-48 3 1 0 0,50-7-1319 0 0,1-3 1 0 0,0-1 0 0 0,-47-9 0 0 0,83 9 852 0 0,0-1 0 0 0,0 0 0 0 0,0 0 0 0 0,1-1 0 0 0,-1 0 0 0 0,-10-5 0 0 0,13 4-646 0 0,-1 0 0 0 0,1-1-1 0 0,0 1 1 0 0,0-1 0 0 0,-7-10 0 0 0,12 15 1696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15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1201 0 0,'0'0'77'0'0,"0"1"1"0"0,0-1-1 0 0,0 0 1 0 0,0 0-1 0 0,-1 0 1 0 0,1 0-1 0 0,0 1 1 0 0,0-1-1 0 0,0 0 1 0 0,0 0-1 0 0,0 0 1 0 0,0 0 0 0 0,0 1-1 0 0,0-1 1 0 0,0 0-1 0 0,0 0 1 0 0,0 0-1 0 0,0 1 1 0 0,0-1-1 0 0,0 0 1 0 0,0 0-1 0 0,0 0 1 0 0,0 1-1 0 0,0-1 1 0 0,0 0-1 0 0,0 0 1 0 0,0 0 0 0 0,0 1-1 0 0,0-1 1 0 0,1 0-1 0 0,-1 0 1 0 0,0 0-1 0 0,0 0 1 0 0,0 1-1 0 0,0-1 1 0 0,0 0-1 0 0,0 0 1 0 0,1 0-1 0 0,-1 0 1 0 0,0 0 0 0 0,0 0-1 0 0,0 1 1 0 0,0-1-1 0 0,1 0 1 0 0,-1 0-1 0 0,0 0 1 0 0,0 0-1 0 0,0 0 1 0 0,1 0-1 0 0,-1 0 1 0 0,0 0-1 0 0,0 0 1 0 0,0 0-1 0 0,1 0 1 0 0,-1 0 0 0 0,0 0-1 0 0,0 0 1 0 0,0 0-1 0 0,1 0 1 0 0,-1 0-1 0 0,0 0 1 0 0,0 0-1 0 0,1 0 1 0 0,20 4 1509 0 0,-20-4-1492 0 0,-1 0 0 0 0,1 0 0 0 0,-1 0 1 0 0,1 1-1 0 0,-1-1 0 0 0,1 0 0 0 0,-1 0 0 0 0,0 1 0 0 0,1-1 0 0 0,-1 0 0 0 0,0 1 0 0 0,1-1 0 0 0,-1 0 1 0 0,0 1-1 0 0,1-1 0 0 0,-1 1 0 0 0,0-1 0 0 0,0 1 0 0 0,1-1 0 0 0,-1 0 0 0 0,0 1 0 0 0,0-1 0 0 0,0 1 0 0 0,0-1 1 0 0,1 2-1 0 0,1 3 420 0 0,36 21 1153 0 0,13 17-621 0 0,-2 2 0 0 0,-2 3 0 0 0,62 81 0 0 0,-64-74-853 0 0,-3 1-1 0 0,-3 3 1 0 0,53 103-1 0 0,-59-81 442 0 0,37 143 0 0 0,-10-25 456 0 0,-56-189-1029 0 0,0 1 1 0 0,0-1-1 0 0,1 0 0 0 0,1 0 0 0 0,8 12 1 0 0,35 30 310 0 0,-33-15-66 0 0,-5-23-176 0 0,-7-9 1 0 0,-19-6-8 0 0,15 1-104 0 0,0 0-1 0 0,-1-1 1 0 0,1 1 0 0 0,-1 0 0 0 0,1 0 0 0 0,0 0-1 0 0,-1-1 1 0 0,1 1 0 0 0,0 0 0 0 0,-1-1 0 0 0,1 1-1 0 0,0 0 1 0 0,0-1 0 0 0,-1 1 0 0 0,1 0 0 0 0,0-1-1 0 0,0 1 1 0 0,-1 0 0 0 0,1-1 0 0 0,0 1 0 0 0,0-1 0 0 0,0 1-1 0 0,0 0 1 0 0,0-1 0 0 0,0 1 0 0 0,0-1 0 0 0,0 1-1 0 0,0-1 1 0 0,-4-9 419 0 0,-4 6-244 0 0,1-1 0 0 0,-1 1 0 0 0,0 0 0 0 0,-9-3-1 0 0,10 5-136 0 0,1 0 0 0 0,-1-1 0 0 0,1 0 0 0 0,-1-1-1 0 0,1 1 1 0 0,0-1 0 0 0,0 0 0 0 0,-10-10 0 0 0,5 1-4 0 0,0 1 0 0 0,-17-15 0 0 0,13 14-37 0 0,2 0 0 0 0,-17-20 0 0 0,27 29-18 0 0,0 0 0 0 0,0 0 0 0 0,1-1 0 0 0,-1 1 0 0 0,1-1 0 0 0,0 0 0 0 0,0 0 0 0 0,0 0 0 0 0,1 0 0 0 0,0 0 0 0 0,0 0 1 0 0,0 0-1 0 0,0-6 0 0 0,0-7 87 0 0,0 14-65 0 0,1 1-1 0 0,-1-1 1 0 0,1 0-1 0 0,0 0 1 0 0,0 1-1 0 0,0-1 1 0 0,1 0-1 0 0,-1 0 1 0 0,1 1-1 0 0,0-1 1 0 0,0 0-1 0 0,0 1 1 0 0,3-6-1 0 0,-2 6-7 0 0,1 1 1 0 0,-1 0-1 0 0,1-1 0 0 0,0 1 1 0 0,-1 0-1 0 0,1 0 0 0 0,0 1 1 0 0,1-1-1 0 0,3-1 0 0 0,21-4-66 0 0,-13 6 53 0 0,0 1 0 0 0,0 0 0 0 0,0 1 0 0 0,0 1 0 0 0,-1 0 0 0 0,1 1 0 0 0,0 0 0 0 0,-1 1 0 0 0,27 12 0 0 0,19 7 84 0 0,-1 3-1 0 0,0 3 0 0 0,94 62 1 0 0,-141-82-41 0 0,0 1 1 0 0,0 1 0 0 0,0 0 0 0 0,-2 0 0 0 0,17 23 0 0 0,-9-6 117 0 0,21 46 0 0 0,-34-64-133 0 0,87 167 532 0 0,-84-160-475 0 0,1 1-1 0 0,13 18 0 0 0,-19-31-78 0 0,0 0 0 0 0,1-1 1 0 0,0 0-1 0 0,0 1 0 0 0,0-1 0 0 0,1 0 0 0 0,-1-1 0 0 0,1 1 0 0 0,0-1 1 0 0,8 4-1 0 0,-8-5-220 0 0,-10-4-906 0 0,3 1 840 0 0,0 1 0 0 0,1-1-1 0 0,-1 0 1 0 0,1 0 0 0 0,0 0 0 0 0,-1 0 0 0 0,1 0 0 0 0,0 0 0 0 0,-1 0 0 0 0,1 0 0 0 0,0 0 0 0 0,0-1 0 0 0,0 1-1 0 0,0 0 1 0 0,0-1 0 0 0,-1-2 0 0 0,1 0-1382 0 0,0-1 1 0 0,0 1-1 0 0,0-1 0 0 0,0 0 0 0 0,1 1 0 0 0,0-8 1 0 0,0-15-4849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16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616 1 160 0 0,'-5'1'240'0'0,"-77"10"116"0"0,51-8-325 0 0,-111 17 436 0 0,-10 14 1307 0 0,144-32-1600 0 0,0 1-1 0 0,0 0 1 0 0,1 0 0 0 0,-12 8 0 0 0,-7 3 384 0 0,4-5-152 0 0,14-6-253 0 0,0 0 1 0 0,1 1-1 0 0,-1-1 1 0 0,1 2 0 0 0,-1-1-1 0 0,-11 11 1 0 0,-9 9 127 0 0,23-21-228 0 0,4-2-9 0 0,0 1 0 0 0,0-1 0 0 0,1 0 0 0 0,-1 0 0 0 0,0 1 0 0 0,1-1 0 0 0,-1 1 0 0 0,1-1 0 0 0,0 0 1 0 0,-1 1-1 0 0,1-1 0 0 0,0 1 0 0 0,0-1 0 0 0,0 1 0 0 0,0-1 0 0 0,0 1 0 0 0,0-1 0 0 0,0 1 0 0 0,1 2 1 0 0,0 2-7 0 0,-2 7 51 0 0,1-9-69 0 0,0 1 0 0 0,0-1 0 0 0,0 1-1 0 0,0 0 1 0 0,1-1 0 0 0,-1 1-1 0 0,1-1 1 0 0,3 8 0 0 0,18 22 126 0 0,-10-6-7 0 0,-9-20-89 0 0,1 1 0 0 0,-1-1-1 0 0,2-1 1 0 0,6 11-1 0 0,-5-9 12 0 0,-1 1 0 0 0,1 0 0 0 0,-2 0 0 0 0,7 21 0 0 0,-7-20 43 0 0,0 0 1 0 0,0-1-1 0 0,1 0 1 0 0,11 19-1 0 0,-5-16 81 0 0,0-1 0 0 0,0 0-1 0 0,1-1 1 0 0,0-1-1 0 0,1 1 1 0 0,1-2 0 0 0,27 16-1 0 0,-3-2 300 0 0,-16-11-279 0 0,1 0 0 0 0,0-1 0 0 0,0-2 0 0 0,46 13-1 0 0,-39-13-121 0 0,334 94 865 0 0,-113-36-602 0 0,-198-55-79 0 0,0-3 0 0 0,106 5 0 0 0,48-10 73 0 0,228-27 0 0 0,-383 19-250 0 0,86-21 1 0 0,-122 21-273 0 0,0-1-1 0 0,0 0 1 0 0,-1-1 0 0 0,0-1 0 0 0,0 0 0 0 0,-1-1 0 0 0,0 0 0 0 0,0-2-1 0 0,14-12 1 0 0,-25 19 149 0 0,0 0 0 0 0,0 0-1 0 0,0 0 1 0 0,0 0 0 0 0,0-1-1 0 0,-1 1 1 0 0,0-1 0 0 0,0 0-1 0 0,0 1 1 0 0,0-1-1 0 0,0 0 1 0 0,-1 0 0 0 0,0-1-1 0 0,0 1 1 0 0,0 0 0 0 0,0 0-1 0 0,-1-1 1 0 0,1 1 0 0 0,-1 0-1 0 0,0 0 1 0 0,-1-1 0 0 0,1 1-1 0 0,-1 0 1 0 0,0 0 0 0 0,0-1-1 0 0,0 1 1 0 0,0 0 0 0 0,-1 0-1 0 0,1 0 1 0 0,-1 0-1 0 0,0 0 1 0 0,-1 1 0 0 0,1-1-1 0 0,0 1 1 0 0,-1-1 0 0 0,0 1-1 0 0,0 0 1 0 0,0 0 0 0 0,-6-5-1 0 0,-21-13 64 0 0,-1 1 0 0 0,0 1 0 0 0,-2 1 0 0 0,-43-16 0 0 0,59 26-20 0 0,-215-93 137 0 0,-400-117 0 0 0,523 192-567 0 0,-1 4 0 0 0,0 6-1 0 0,-1 4 1 0 0,-1 5 0 0 0,-178 11 0 0 0,198 5-1741 0 0,89-9 1971 0 0,0 0 0 0 0,0 1-1 0 0,0 0 1 0 0,0-1 0 0 0,0 1 0 0 0,0 0 0 0 0,0 0 0 0 0,0 0 0 0 0,1 1 0 0 0,-1-1 0 0 0,-3 3 0 0 0,5-3 54 0 0,1 0 1 0 0,-1 0 0 0 0,0 0-1 0 0,1 0 1 0 0,-1 0-1 0 0,1 0 1 0 0,0 0 0 0 0,-1 0-1 0 0,1 0 1 0 0,0 0-1 0 0,0 0 1 0 0,-1 0 0 0 0,1 0-1 0 0,0 0 1 0 0,0 0-1 0 0,0 2 1 0 0,0-2 62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18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296 103 80 0 0,'0'-1'20'0'0,"0"0"1"0"0,0 0-1 0 0,1 0 1 0 0,-1 0-1 0 0,0 0 1 0 0,0 1-1 0 0,1-1 1 0 0,-1 0-1 0 0,1 0 1 0 0,-1 0-1 0 0,1 1 1 0 0,-1-1-1 0 0,1 0 0 0 0,-1 1 1 0 0,1-1-1 0 0,0 0 1 0 0,-1 1-1 0 0,1-1 1 0 0,0 1-1 0 0,0-1 1 0 0,-1 1-1 0 0,1-1 1 0 0,0 1-1 0 0,0-1 0 0 0,0 1 1 0 0,0 0-1 0 0,-1 0 1 0 0,1-1-1 0 0,0 1 1 0 0,0 0-1 0 0,0 0 1 0 0,0 0-1 0 0,0 0 1 0 0,1 0-1 0 0,2-1 91 0 0,2 0 356 0 0,-11-9 2476 0 0,-12 4-2784 0 0,0 2 60 0 0,-48-24-18 0 0,38 22-148 0 0,-66-20 240 0 0,88 25 1215 0 0,5 3-1325 0 0,1 0 1 0 0,-1 0-1 0 0,0 0 0 0 0,0 0 1 0 0,0 0-1 0 0,0 0 1 0 0,0 0-1 0 0,-1 0 1 0 0,1 0-1 0 0,0 0 0 0 0,-1-1 1 0 0,0 1-1 0 0,1 0 1 0 0,-1 0-1 0 0,-1 2 0 0 0,-53 25 618 0 0,44-11-468 0 0,1-10-162 0 0,9-8-147 0 0,0 1 1 0 0,0 0 0 0 0,0 0 0 0 0,0-1-1 0 0,0 1 1 0 0,0 0 0 0 0,0 0 0 0 0,0 0-1 0 0,0 0 1 0 0,0 0 0 0 0,0 0 0 0 0,1 0-1 0 0,-1 0 1 0 0,0 1 0 0 0,1-1 0 0 0,-1 0-1 0 0,1 0 1 0 0,-1 0 0 0 0,1 1 0 0 0,0-1-1 0 0,-1 0 1 0 0,1 1 0 0 0,0-1 0 0 0,0 0-1 0 0,0 2 1 0 0,0 8 199 0 0,-1-7-155 0 0,1-1-1 0 0,0 1 0 0 0,0-1 0 0 0,0 1 0 0 0,0-1 0 0 0,1 1 0 0 0,0-1 0 0 0,-1 1 1 0 0,1-1-1 0 0,2 6 0 0 0,7 5 67 0 0,-8-11-115 0 0,0-1-1 0 0,0 1 0 0 0,-1 0 1 0 0,1-1-1 0 0,-1 1 1 0 0,1 0-1 0 0,-1 0 1 0 0,0 0-1 0 0,0 0 0 0 0,0 0 1 0 0,-1 1-1 0 0,1-1 1 0 0,-1 0-1 0 0,1 4 1 0 0,-1 103 460 0 0,-1-108-481 0 0,1 1 0 0 0,0-1-1 0 0,-1 0 1 0 0,1 1 0 0 0,-1-1 0 0 0,0 0 0 0 0,0 0 0 0 0,0 0 0 0 0,0 0-1 0 0,0 0 1 0 0,-1 0 0 0 0,1 0 0 0 0,-3 3 0 0 0,-3 8 4 0 0,10-8 95 0 0,1 0 0 0 0,-1 0 0 0 0,1-1 0 0 0,0 1 1 0 0,1-1-1 0 0,-1 0 0 0 0,1 0 0 0 0,0 0 1 0 0,0 0-1 0 0,7 3 0 0 0,2-1-76 0 0,0 0 1 0 0,0-1-1 0 0,0-1 0 0 0,0 0 1 0 0,1-1-1 0 0,23 2 0 0 0,8 1 115 0 0,62 9 155 0 0,77 13 110 0 0,-101-11-433 0 0,1-3 0 0 0,105 2 0 0 0,370-16 791 0 0,-540-1-728 0 0,-1 0 0 0 0,36-9 0 0 0,-47 7-23 0 0,1 0 0 0 0,-1 0-1 0 0,0-1 1 0 0,0 0-1 0 0,-1 0 1 0 0,1-1-1 0 0,-1 0 1 0 0,10-9 0 0 0,-15 13-1 0 0,0-1 1 0 0,0 1 0 0 0,0-1 0 0 0,0 1 0 0 0,0-1 0 0 0,0 0 0 0 0,-1 0 0 0 0,1 0 0 0 0,-1 0-1 0 0,1 0 1 0 0,-1 0 0 0 0,1 0 0 0 0,-1-1 0 0 0,0 1 0 0 0,0 0 0 0 0,0-1 0 0 0,-1 1 0 0 0,1-1-1 0 0,-1 1 1 0 0,1-1 0 0 0,-1 1 0 0 0,0-1 0 0 0,0 1 0 0 0,0-1 0 0 0,0 1 0 0 0,0-1 0 0 0,0 0-1 0 0,-1 1 1 0 0,0-4 0 0 0,-5-8 143 0 0,-1 0-1 0 0,-1 0 1 0 0,0 1-1 0 0,0 0 0 0 0,-1 0 1 0 0,-1 1-1 0 0,0 0 1 0 0,-16-14-1 0 0,9 12-39 0 0,-1 0 0 0 0,-1 1 0 0 0,0 0 0 0 0,-1 2 0 0 0,-23-11 0 0 0,-10 1-127 0 0,0 3 0 0 0,-1 2 0 0 0,-107-17 0 0 0,-171-3-1143 0 0,264 35 668 0 0,0 2 0 0 0,-132 20 0 0 0,179-18 227 0 0,11-2-64 0 0,0 1 1 0 0,1 0-1 0 0,-1 0 0 0 0,0 1 1 0 0,1 0-1 0 0,-1 1 1 0 0,1 0-1 0 0,0 0 1 0 0,0 1-1 0 0,-11 8 1 0 0,-13 9-3303 0 0,1-1-1546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20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0 160 0 0,'0'0'15'0'0,"0"1"-1"0"0,0-1 1 0 0,0 0-1 0 0,0 0 1 0 0,0 0 0 0 0,1 0-1 0 0,-1 1 1 0 0,0-1-1 0 0,0 0 1 0 0,0 0 0 0 0,0 0-1 0 0,0 0 1 0 0,0 1-1 0 0,0-1 1 0 0,0 0 0 0 0,0 0-1 0 0,0 0 1 0 0,0 1-1 0 0,0-1 1 0 0,0 0-1 0 0,0 0 1 0 0,0 0 0 0 0,0 1-1 0 0,0-1 1 0 0,0 0-1 0 0,0 0 1 0 0,0 0 0 0 0,0 1-1 0 0,-1-1 1 0 0,1 0-1 0 0,0 0 1 0 0,0 0 0 0 0,0 0-1 0 0,0 1 1 0 0,0-1-1 0 0,0 0 1 0 0,-1 0-1 0 0,1 0 1 0 0,0 0 0 0 0,0 0-1 0 0,0 0 1 0 0,0 1-1 0 0,-1-1 1 0 0,1 0 0 0 0,0 0-1 0 0,0 0 1 0 0,0 0-1 0 0,0 0 1 0 0,-1 0 0 0 0,1 0-1 0 0,0 0 1 0 0,0 0-1 0 0,0 0 1 0 0,-1 0 0 0 0,1 0-1 0 0,0 0 1 0 0,0 0-1 0 0,0 0 1 0 0,-1 0-1 0 0,1 0 1 0 0,0 0 0 0 0,0 0-1 0 0,-1 0 1 0 0,-36 9 155 0 0,1 2 0 0 0,-44 20 0 0 0,-23 7 1081 0 0,98-35-946 0 0,0 0 1 0 0,0 0 0 0 0,0 1 0 0 0,1 0 0 0 0,-1-1-1 0 0,1 2 1 0 0,0-1 0 0 0,0 0 0 0 0,0 1-1 0 0,1 0 1 0 0,-1 0 0 0 0,-3 8 0 0 0,5-10-253 0 0,1-1 1 0 0,0 0 0 0 0,1 1-1 0 0,-1-1 1 0 0,0 1 0 0 0,1 0-1 0 0,-1-1 1 0 0,1 1-1 0 0,0-1 1 0 0,0 1 0 0 0,0 3-1 0 0,0-3-48 0 0,0 0-1 0 0,0 0 1 0 0,0 1 0 0 0,-1-1-1 0 0,1 0 1 0 0,-1 0-1 0 0,-1 5 1 0 0,-6 10-29 0 0,4-13 41 0 0,2 1 0 0 0,-1 0 0 0 0,1 0 0 0 0,0 0 0 0 0,0 1 0 0 0,1-1 0 0 0,-1 1 1 0 0,2-1-1 0 0,-2 9 0 0 0,2-7 13 0 0,-1-1 0 0 0,0 1-1 0 0,0-1 1 0 0,-1 1 0 0 0,0-1 0 0 0,0 1 0 0 0,-5 7 0 0 0,4-8 28 0 0,0 1 1 0 0,1-1-1 0 0,0 1 1 0 0,0-1-1 0 0,0 1 1 0 0,1 0-1 0 0,0 9 1 0 0,-1 31 135 0 0,1-29-110 0 0,0 0 0 0 0,2-1 0 0 0,0 1 0 0 0,6 35-1 0 0,15 2 131 0 0,-11-9-27 0 0,1-25-56 0 0,-10-18-93 0 0,0-1 0 0 0,0 0 0 0 0,-1 0 0 0 0,1 1 0 0 0,-1-1 0 0 0,0 1 0 0 0,0-1 0 0 0,0 1 0 0 0,0-1 0 0 0,-1 1 0 0 0,1 5 0 0 0,-1-2 132 0 0,-1 18 228 0 0,1-24-347 0 0,0-1 0 0 0,0 1 0 0 0,0 0 1 0 0,0 0-1 0 0,0 0 0 0 0,0 0 0 0 0,0 0 0 0 0,0-1 0 0 0,0 1 1 0 0,1 0-1 0 0,-1 0 0 0 0,0 0 0 0 0,1-1 0 0 0,-1 1 0 0 0,1 0 1 0 0,-1 0-1 0 0,1-1 0 0 0,-1 1 0 0 0,1 0 0 0 0,-1-1 0 0 0,2 1 1 0 0,15 11 422 0 0,4 4 12 0 0,7 2-105 0 0,-20-14-213 0 0,1 0 1 0 0,-1 1 0 0 0,0 0-1 0 0,-1 1 1 0 0,1-1 0 0 0,-1 2 0 0 0,0-1-1 0 0,-1 1 1 0 0,12 14 0 0 0,-17-20-150 0 0,-1 1-1 0 0,1-1 1 0 0,-1 1 0 0 0,1-1 0 0 0,-1 0 0 0 0,0 1-1 0 0,0-1 1 0 0,0 1 0 0 0,1-1 0 0 0,-1 1 0 0 0,0-1-1 0 0,-1 1 1 0 0,1-1 0 0 0,0 1 0 0 0,0-1 0 0 0,-1 0 0 0 0,1 1-1 0 0,-1-1 1 0 0,1 1 0 0 0,-1-1 0 0 0,1 0 0 0 0,-1 1-1 0 0,0-1 1 0 0,0 0 0 0 0,0 0 0 0 0,0 0 0 0 0,-2 2-1 0 0,-5 15 136 0 0,9-14-132 0 0,0-1 1 0 0,1 1-1 0 0,0-1 0 0 0,-1 0 1 0 0,1 0-1 0 0,1 1 0 0 0,-1-1 1 0 0,0 0-1 0 0,1-1 0 0 0,-1 1 1 0 0,5 3-1 0 0,14 19 137 0 0,11 31 428 0 0,-31-53-560 0 0,1 0 1 0 0,-1 0 0 0 0,-1 0-1 0 0,1 0 1 0 0,0 0-1 0 0,-1 0 1 0 0,0 0-1 0 0,1 1 1 0 0,-1-1 0 0 0,-1 5-1 0 0,1 1 70 0 0,0-8-89 0 0,0 0-1 0 0,0 1 1 0 0,0-1-1 0 0,1 0 1 0 0,-1 0 0 0 0,0 0-1 0 0,1 0 1 0 0,-1 0-1 0 0,1 0 1 0 0,-1 0 0 0 0,1 0-1 0 0,0 0 1 0 0,-1 0-1 0 0,1 0 1 0 0,0 0 0 0 0,0 0-1 0 0,0-1 1 0 0,-1 1-1 0 0,1 0 1 0 0,0 0 0 0 0,0-1-1 0 0,0 1 1 0 0,0-1-1 0 0,0 1 1 0 0,0-1 0 0 0,1 1-1 0 0,-1-1 1 0 0,1 1 0 0 0,4 1 51 0 0,-6-2-46 0 0,1 1 0 0 0,-1-1 0 0 0,1 0-1 0 0,-1 1 1 0 0,1-1 0 0 0,-1 1 0 0 0,0-1 0 0 0,1 0-1 0 0,-1 1 1 0 0,0-1 0 0 0,1 1 0 0 0,-1-1 0 0 0,0 1-1 0 0,0-1 1 0 0,0 1 0 0 0,1-1 0 0 0,-1 1 0 0 0,0-1-1 0 0,0 1 1 0 0,0 0 0 0 0,0-1 0 0 0,0 1 0 0 0,0-1-1 0 0,0 1 1 0 0,0-1 0 0 0,0 1 0 0 0,0-1 0 0 0,0 1-1 0 0,0-1 1 0 0,-1 2 0 0 0,1-2-13 0 0,0 1-1 0 0,0-1 1 0 0,0 0 0 0 0,0 1 0 0 0,-1-1-1 0 0,1 0 1 0 0,0 1 0 0 0,0-1 0 0 0,0 1-1 0 0,0-1 1 0 0,0 0 0 0 0,0 1 0 0 0,0-1-1 0 0,0 1 1 0 0,1-1 0 0 0,-1 0 0 0 0,0 1-1 0 0,0-1 1 0 0,0 0 0 0 0,0 1 0 0 0,0-1-1 0 0,1 1 1 0 0,-1-1 0 0 0,0 0 0 0 0,0 1-1 0 0,1-1 1 0 0,-1 0 0 0 0,0 0 0 0 0,0 1-1 0 0,1-1 1 0 0,-1 0 0 0 0,0 0-1 0 0,1 1 1 0 0,-1-1 0 0 0,0 0 0 0 0,1 0-1 0 0,-1 0 1 0 0,1 1 0 0 0,214 99 457 0 0,-143-64-447 0 0,75 40-63 0 0,-122-60 119 0 0,-1-3-66 0 0,-6-2 12 0 0,2 6 70 0 0,6-2-6 0 0,-16-10-62 0 0,0 0 0 0 0,0 1 0 0 0,-1 1 0 0 0,13 11 0 0 0,14 11 26 0 0,0-2 0 0 0,2-1 0 0 0,43 22 0 0 0,-68-40-16 0 0,0 1 1 0 0,21 19-1 0 0,9 6-83 0 0,-17-15 44 0 0,-21-15 18 0 0,0 0 0 0 0,1 0 0 0 0,0 0 0 0 0,11 5 0 0 0,44 14 114 0 0,35 17-88 0 0,-88-36-23 0 0,0 1-1 0 0,-1 1 0 0 0,0-1 1 0 0,0 1-1 0 0,8 9 0 0 0,-9-9-17 0 0,0 0 0 0 0,1-1 0 0 0,-1 1 0 0 0,1-1 0 0 0,12 7 0 0 0,0-4 12 0 0,-16-6 11 0 0,1-1 0 0 0,-1 1-1 0 0,1 0 1 0 0,-1 0 0 0 0,0 0 0 0 0,0 0-1 0 0,0 0 1 0 0,0 1 0 0 0,0 0-1 0 0,0-1 1 0 0,-1 1 0 0 0,1 0-1 0 0,-1 1 1 0 0,3 3 0 0 0,-3-4-18 0 0,1 1 0 0 0,0-1 0 0 0,0 0 0 0 0,0 0 0 0 0,0 0 0 0 0,1-1 1 0 0,-1 1-1 0 0,1-1 0 0 0,0 0 0 0 0,7 4 0 0 0,46 11-40 0 0,1 1 63 0 0,-20-4 37 0 0,16-8-39 0 0,-39-3-17 0 0,-9-3 5 0 0,1 1 1 0 0,0-1-1 0 0,0 0 0 0 0,-1 0 0 0 0,1-1 1 0 0,9-2-1 0 0,48-9 311 0 0,-30 4-79 0 0,-30 7-196 0 0,1 0 1 0 0,-1 0 0 0 0,0-1-1 0 0,0 1 1 0 0,1-1-1 0 0,5-4 1 0 0,19-8 184 0 0,69-26 498 0 0,-94 37-652 0 0,0 1 1 0 0,0 0-1 0 0,0-1 1 0 0,0 0-1 0 0,0 0 1 0 0,-1 0 0 0 0,1 0-1 0 0,-1 0 1 0 0,4-5-1 0 0,16-16 343 0 0,-15 17-301 0 0,-1 0 0 0 0,-1 0 0 0 0,1-1-1 0 0,-1 0 1 0 0,0 0 0 0 0,-1 0 0 0 0,7-16 0 0 0,-3 10 16 0 0,71-147 880 0 0,-71 140-958 0 0,-1 0-1 0 0,-1-1 1 0 0,-1 0-1 0 0,-1 0 1 0 0,-1 0-1 0 0,2-37 1 0 0,-6 27 32 0 0,1 14 2 0 0,-1 0 0 0 0,0 1 0 0 0,-7-34 0 0 0,-14-17 24 0 0,12 31-62 0 0,6 21-27 0 0,-1 0 0 0 0,-1 0-1 0 0,0 1 1 0 0,-8-16 0 0 0,-10-11-60 0 0,14 26-7 0 0,0 0 1 0 0,-9-26 0 0 0,16 35 50 0 0,0 1 1 0 0,0 0 0 0 0,0 0-1 0 0,-1 0 1 0 0,0 0 0 0 0,0 0-1 0 0,-1 1 1 0 0,1-1 0 0 0,-1 1-1 0 0,0 0 1 0 0,-1 0 0 0 0,1 0-1 0 0,-1 1 1 0 0,-9-8 0 0 0,-23-25 41 0 0,-1-2 45 0 0,-88-44-302 0 0,82 55 186 0 0,-1 2 0 0 0,-2 2 0 0 0,-1 2 0 0 0,-64-20 0 0 0,-76-36 15 0 0,112 38 29 0 0,-113-50 33 0 0,-127-28-330 0 0,-15-4 466 0 0,300 113-205 0 0,-1 2 0 0 0,0 1 0 0 0,-1 1-1 0 0,-38 0 1 0 0,9 0-31 0 0,-35-1-433 0 0,-175 13 0 0 0,-98 42-5795 0 0,261-30-71 0 0,-43-5-3816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5:31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289 128 2321 0 0,'3'-1'242'0'0,"-1"0"-76"0"0,-1 1 0 0 0,1 0 0 0 0,-1-1 0 0 0,1 1 0 0 0,-1-1 0 0 0,1 0 0 0 0,-1 1 0 0 0,0-1 0 0 0,1 0 0 0 0,-1 0 0 0 0,0 0 0 0 0,0 0 0 0 0,0 0 0 0 0,0 0 0 0 0,1 0 0 0 0,-1 0 0 0 0,-1-1 0 0 0,1 1 0 0 0,0 0 0 0 0,0-1 0 0 0,0 1 0 0 0,-1 0 0 0 0,1-1 0 0 0,-1 1 0 0 0,1-1 0 0 0,-1 1 0 0 0,1-1 0 0 0,-1-2 0 0 0,0 3-69 0 0,0 0 0 0 0,0 0 0 0 0,0 0 0 0 0,1 0 0 0 0,-1 0 0 0 0,0 0 0 0 0,0 1 0 0 0,1-1 1 0 0,-1 0-1 0 0,0 0 0 0 0,1 0 0 0 0,-1 1 0 0 0,1-1 0 0 0,-1 0 0 0 0,1 0 0 0 0,0 1 0 0 0,-1-1 0 0 0,1 1 0 0 0,-1-1 1 0 0,1 0-1 0 0,0 1 0 0 0,0-1 0 0 0,-1 1 0 0 0,1 0 0 0 0,0-1 0 0 0,0 1 0 0 0,0-1 0 0 0,-1 1 0 0 0,1 0 0 0 0,0 0 0 0 0,0 0 1 0 0,0-1-1 0 0,0 1 0 0 0,1 0 0 0 0,4-1 427 0 0,-5 1-404 0 0,-1-1 0 0 0,1 1 0 0 0,-1 0 0 0 0,0 0 0 0 0,1-1 0 0 0,-1 1 0 0 0,0 0 0 0 0,1-1 0 0 0,-1 1 0 0 0,0 0 0 0 0,1-1 0 0 0,-1 1 0 0 0,0 0 0 0 0,0-1 0 0 0,1 1 0 0 0,-1-1 0 0 0,0 1 0 0 0,0 0 0 0 0,0-1 0 0 0,1 1 0 0 0,-1-1 0 0 0,0 1 0 0 0,0-1 1 0 0,-1 11 332 0 0,1-8-463 0 0,0 0 0 0 0,0-1-1 0 0,0 1 1 0 0,0 0 0 0 0,0-1-1 0 0,0 1 1 0 0,0 0 0 0 0,0-1-1 0 0,-1 1 1 0 0,1 0 0 0 0,-1-1-1 0 0,1 1 1 0 0,-1-1-1 0 0,0 1 1 0 0,0-1 0 0 0,1 1-1 0 0,-1-1 1 0 0,0 1 0 0 0,0-1-1 0 0,-1 0 1 0 0,1 1 0 0 0,0-1-1 0 0,0 0 1 0 0,0 0 0 0 0,-1 0-1 0 0,1 0 1 0 0,-1 0 0 0 0,-2 1-1 0 0,0 1 5 0 0,3-2 24 0 0,0-1 1 0 0,1 1-1 0 0,-1 0 1 0 0,1 0-1 0 0,-1 0 1 0 0,1 0-1 0 0,-1 0 1 0 0,1 0 0 0 0,0 0-1 0 0,-1 0 1 0 0,1 0-1 0 0,0 0 1 0 0,0 0-1 0 0,0 0 1 0 0,0 1-1 0 0,0 1 203 0 0,0-14-85 0 0,0-8 334 0 0,0 13-86 0 0,0 13 29 0 0,0-6-409 0 0,0 0 0 0 0,-1 0 0 0 0,1-1-1 0 0,-1 1 1 0 0,1 0 0 0 0,0 0 0 0 0,-1-1-1 0 0,1 1 1 0 0,-1 0 0 0 0,0-1 0 0 0,1 1-1 0 0,-1 0 1 0 0,1-1 0 0 0,-1 1 0 0 0,0-1-1 0 0,0 1 1 0 0,1-1 0 0 0,-1 1 0 0 0,0-1-1 0 0,0 0 1 0 0,-1 1 0 0 0,-26 9 19 0 0,10-3 18 0 0,15-5-9 0 0,-1 0 0 0 0,1 0 0 0 0,-1 0 0 0 0,0 0 0 0 0,1 0 0 0 0,-1-1-1 0 0,0 1 1 0 0,0-1 0 0 0,0 0 0 0 0,0-1 0 0 0,-1 1 0 0 0,1-1 0 0 0,0 1 0 0 0,0-1 0 0 0,0-1 0 0 0,0 1-1 0 0,0 0 1 0 0,0-1 0 0 0,-1 0 0 0 0,1 0 0 0 0,0 0 0 0 0,-7-4 0 0 0,10 4 7 0 0,0-1 0 0 0,0 1 0 0 0,1-1 0 0 0,-1 1 0 0 0,0-1 0 0 0,1 0 0 0 0,-1 1 0 0 0,1-1 0 0 0,-1 0 0 0 0,1 1 0 0 0,0-1 0 0 0,0 0 0 0 0,0 0 0 0 0,0 0 0 0 0,0 1 1 0 0,0-1-1 0 0,0 0 0 0 0,1-3 0 0 0,0-2 19 0 0,-1 6-55 0 0,0-1 1 0 0,0 1-1 0 0,1 0 0 0 0,-1 0 0 0 0,0 0 0 0 0,1 0 1 0 0,-1 0-1 0 0,1 0 0 0 0,-1 0 0 0 0,1 0 1 0 0,-1 0-1 0 0,1 0 0 0 0,0 0 0 0 0,-1 0 0 0 0,1 0 1 0 0,0 0-1 0 0,0 1 0 0 0,0-1 0 0 0,0 0 0 0 0,0 0 1 0 0,0 1-1 0 0,0-1 0 0 0,0 1 0 0 0,0-1 1 0 0,1 0-1 0 0,7-5 20 0 0,2-6 67 0 0,-9 10-85 0 0,0 0 0 0 0,-1 0 0 0 0,1 0 0 0 0,0 0 1 0 0,0 1-1 0 0,0-1 0 0 0,1 1 0 0 0,-1-1 0 0 0,0 1 0 0 0,5-2 1 0 0,23-17 51 0 0,-26 17-58 0 0,0 0 1 0 0,0 0-1 0 0,0 1 1 0 0,0-1-1 0 0,1 1 1 0 0,5-2-1 0 0,18-1-39 0 0,-28 5 42 0 0,1 1 0 0 0,-1-1 0 0 0,1 0 1 0 0,-1 1-1 0 0,0-1 0 0 0,1 0 0 0 0,-1 1 0 0 0,1-1 0 0 0,-1 0 1 0 0,0 1-1 0 0,1-1 0 0 0,-1 1 0 0 0,0-1 0 0 0,1 1 0 0 0,-1-1 0 0 0,0 1 1 0 0,0-1-1 0 0,0 1 0 0 0,0-1 0 0 0,1 1 0 0 0,-1 0 0 0 0,0-1 0 0 0,0 1 1 0 0,0-1-1 0 0,0 1 0 0 0,0-1 0 0 0,0 1 0 0 0,0-1 0 0 0,0 1 1 0 0,0 0-1 0 0,-1-1 0 0 0,1 1 0 0 0,0-1 0 0 0,-1 2 0 0 0,-10 23 56 0 0,-57 43 93 0 0,22-23-8 0 0,40-39-65 0 0,1 1 0 0 0,-1-1 0 0 0,-1-1 0 0 0,1 1 0 0 0,-1-1 0 0 0,0 0 0 0 0,0 0 0 0 0,0-1 0 0 0,-1 0 0 0 0,0 0 0 0 0,0-1 0 0 0,0 0 0 0 0,0 0 0 0 0,0-1 0 0 0,0 0 0 0 0,-1-1 0 0 0,1 1 0 0 0,-1-2 1 0 0,-9 1-1 0 0,12-5 1113 0 0,2 0-982 0 0,2 3-121 0 0,-19-13 332 0 0,21 14-410 0 0,-1-1 1 0 0,1 0-1 0 0,-1 1 1 0 0,1-1-1 0 0,0 1 1 0 0,-1-1-1 0 0,1 0 1 0 0,-1 0-1 0 0,1 1 1 0 0,0-1-1 0 0,0 0 1 0 0,-1 1-1 0 0,1-1 1 0 0,0 0-1 0 0,0 0 1 0 0,0 1-1 0 0,0-1 1 0 0,0 0-1 0 0,0 0 1 0 0,0 1-1 0 0,0-1 1 0 0,0 0 0 0 0,0 0-1 0 0,1 1 1 0 0,-1-1-1 0 0,0 0 1 0 0,0 0-1 0 0,1 1 1 0 0,-1-1-1 0 0,1 0 1 0 0,-1 1-1 0 0,0-1 1 0 0,1 1-1 0 0,-1-1 1 0 0,1 0-1 0 0,-1 1 1 0 0,2-1-1 0 0,6-6 51 0 0,-7 6-53 0 0,1 0 1 0 0,-1 0-1 0 0,0-1 1 0 0,1 1-1 0 0,-1 0 1 0 0,0 0 0 0 0,0-1-1 0 0,0 1 1 0 0,0 0-1 0 0,0-1 1 0 0,0 1-1 0 0,0-1 1 0 0,-1 1-1 0 0,1-1 1 0 0,0 0 0 0 0,-1 1-1 0 0,1-1 1 0 0,-1 0-1 0 0,0 1 1 0 0,1-3-1 0 0,-1 3-2 0 0,0 0-1 0 0,0 0 0 0 0,0-1 0 0 0,0 1 0 0 0,0 0 0 0 0,1 0 0 0 0,-1 0 0 0 0,0 0 0 0 0,1 0 0 0 0,-1 0 0 0 0,1 0 0 0 0,-1 0 1 0 0,1 0-1 0 0,0 1 0 0 0,-1-1 0 0 0,1 0 0 0 0,0 0 0 0 0,-1 0 0 0 0,1 1 0 0 0,0-1 0 0 0,0 0 0 0 0,0 1 0 0 0,0-1 0 0 0,1 0 1 0 0,6-5 26 0 0,-6 3-19 0 0,1 0 0 0 0,1 1 0 0 0,-1-1 0 0 0,0 0 0 0 0,1 1 0 0 0,-1 0 0 0 0,1 0 0 0 0,0 0 0 0 0,0 0 0 0 0,0 1 0 0 0,4-2 0 0 0,10-4 5 0 0,-14 6-3 0 0,0 0 0 0 0,0 1 1 0 0,0-1-1 0 0,0 1 0 0 0,0 0 0 0 0,0 0 0 0 0,0 0 1 0 0,0 0-1 0 0,0 1 0 0 0,1-1 0 0 0,-1 1 1 0 0,0 0-1 0 0,6 3 0 0 0,-8-4-11 0 0,0 1-1 0 0,0 0 1 0 0,0-1 0 0 0,0 1 0 0 0,0 0-1 0 0,1 0 1 0 0,-2 0 0 0 0,1 1 0 0 0,0-1-1 0 0,0 0 1 0 0,0 1 0 0 0,-1-1 0 0 0,1 1-1 0 0,0 0 1 0 0,-1-1 0 0 0,0 1 0 0 0,1 0-1 0 0,-1 0 1 0 0,0 0 0 0 0,0 0 0 0 0,0 0-1 0 0,0 0 1 0 0,0 0 0 0 0,0 3 0 0 0,-1 7-3 0 0,1-6-2 0 0,-1 0 1 0 0,-1 0 0 0 0,1 0-1 0 0,-1 0 1 0 0,-1 7 0 0 0,1-11 0 0 0,0 0 1 0 0,0 0 0 0 0,0 0 0 0 0,0 0-1 0 0,0 0 1 0 0,0-1 0 0 0,0 1 0 0 0,-1 0-1 0 0,1-1 1 0 0,0 1 0 0 0,-1-1 0 0 0,0 1-1 0 0,1-1 1 0 0,-1 0 0 0 0,0 1 0 0 0,0-1 0 0 0,1 0-1 0 0,-5 1 1 0 0,-21 9 66 0 0,25-9-54 0 0,-1-1 1 0 0,0 0-1 0 0,1 1 1 0 0,-1-1-1 0 0,0 0 1 0 0,0 0-1 0 0,0-1 1 0 0,0 1-1 0 0,0 0 1 0 0,0-1 0 0 0,0 0-1 0 0,0 0 1 0 0,0 0-1 0 0,0 0 1 0 0,-5-1-1 0 0,-1-1 33 0 0,0-1-1 0 0,0 0 1 0 0,-14-7-1 0 0,22 9-43 0 0,-1 1 11 0 0,0-1-1 0 0,0 0 1 0 0,1 0-1 0 0,-1-1 1 0 0,0 1 0 0 0,1 0-1 0 0,-1 0 1 0 0,0-1 0 0 0,1 1-1 0 0,0-1 1 0 0,-1 1 0 0 0,1-1-1 0 0,0 0 1 0 0,0 0-1 0 0,0 1 1 0 0,0-1 0 0 0,0 0-1 0 0,0 0 1 0 0,0 0 0 0 0,1 0-1 0 0,-1 0 1 0 0,1 0 0 0 0,0 0-1 0 0,-1 0 1 0 0,1 0-1 0 0,0 0 1 0 0,0 0 0 0 0,0 0-1 0 0,0 0 1 0 0,1 0 0 0 0,-1 0-1 0 0,1-1 1 0 0,-1 1 0 0 0,1 1-1 0 0,-1-1 1 0 0,1 0-1 0 0,2-4 1 0 0,0 2 4 0 0,0-1 1 0 0,1 1-1 0 0,-1-1 0 0 0,1 1 1 0 0,0 0-1 0 0,0 0 0 0 0,0 1 1 0 0,1-1-1 0 0,-1 1 0 0 0,1 0 1 0 0,0 0-1 0 0,0 1 0 0 0,0-1 0 0 0,0 1 1 0 0,0 0-1 0 0,0 0 0 0 0,1 1 1 0 0,-1 0-1 0 0,1 0 0 0 0,-1 0 1 0 0,1 0-1 0 0,-1 1 0 0 0,1 0 0 0 0,-1 0 1 0 0,1 1-1 0 0,-1-1 0 0 0,1 1 1 0 0,-1 1-1 0 0,1-1 0 0 0,-1 1 1 0 0,0-1-1 0 0,1 2 0 0 0,-1-1 1 0 0,0 0-1 0 0,-1 1 0 0 0,6 4 0 0 0,-7-5-12 0 0,-1 0 1 0 0,1 0-1 0 0,-1 1 0 0 0,1 0 0 0 0,-1-1 0 0 0,0 1 0 0 0,0 0 0 0 0,-1 0 0 0 0,1 0 0 0 0,0 0 0 0 0,-1 0 0 0 0,0 0 0 0 0,0 1 0 0 0,1 3 0 0 0,7 18-14 0 0,0-8-13 0 0,-9-17 20 0 0,1 1 0 0 0,-1 0-1 0 0,1-1 1 0 0,-1 1 0 0 0,1-1 0 0 0,-1 1-1 0 0,0 0 1 0 0,1 0 0 0 0,-1-1 0 0 0,0 1-1 0 0,1 0 1 0 0,-1-1 0 0 0,0 1-1 0 0,0 0 1 0 0,0 0 0 0 0,1 0 0 0 0,-1-1-1 0 0,0 1 1 0 0,0 0 0 0 0,0 0-1 0 0,0-1 1 0 0,-1 1 0 0 0,1 0 0 0 0,0 0-1 0 0,0 0 1 0 0,0-1 0 0 0,-1 1 0 0 0,1 0-1 0 0,0-1 1 0 0,-1 1 0 0 0,1 0-1 0 0,0 0 1 0 0,-1-1 0 0 0,1 1 0 0 0,-1-1-1 0 0,1 1 1 0 0,-1 0 0 0 0,0-1 0 0 0,1 1-1 0 0,-1-1 1 0 0,1 0 0 0 0,-1 1-1 0 0,0-1 1 0 0,1 1 0 0 0,-1-1 0 0 0,0 0-1 0 0,0 1 1 0 0,-1-1 0 0 0,-1 2 18 0 0,-1-1 1 0 0,1 0 0 0 0,-1 1 0 0 0,0-1-1 0 0,1-1 1 0 0,-1 1 0 0 0,0-1-1 0 0,1 1 1 0 0,-1-1 0 0 0,0 0-1 0 0,0 0 1 0 0,0-1 0 0 0,1 1 0 0 0,-1-1-1 0 0,0 0 1 0 0,1 0 0 0 0,-1 0-1 0 0,-5-2 1 0 0,3 1 15 0 0,0-1-1 0 0,0 0 0 0 0,1 0 1 0 0,-1 0-1 0 0,1 0 1 0 0,-1-1-1 0 0,1 0 1 0 0,-5-5-1 0 0,-23-33-98 0 0,32 41 56 0 0,1 0-1 0 0,-1 0 0 0 0,1-1 1 0 0,-1 1-1 0 0,1 0 0 0 0,0-1 0 0 0,-1 1 1 0 0,1 0-1 0 0,0-1 0 0 0,0 1 1 0 0,0-1-1 0 0,0 1 0 0 0,0 0 0 0 0,0-1 1 0 0,1 1-1 0 0,-1 0 0 0 0,0-1 1 0 0,1 1-1 0 0,-1 0 0 0 0,1-1 1 0 0,-1 1-1 0 0,1 0 0 0 0,0 0 0 0 0,-1 0 1 0 0,1-1-1 0 0,0 1 0 0 0,0 0 1 0 0,0 0-1 0 0,0 0 0 0 0,0 0 1 0 0,0 0-1 0 0,1 0 0 0 0,0-1-50 0 0,0 0 0 0 0,-1 1-1 0 0,0-1 1 0 0,1 0 0 0 0,-1 0-1 0 0,0 0 1 0 0,0 0 0 0 0,0 0-1 0 0,0 0 1 0 0,0 0 0 0 0,0 0 0 0 0,0 0-1 0 0,-1 0 1 0 0,1-4 0 0 0,-1 5-17 0 0,0 0 1 0 0,1 0 0 0 0,-1 0-1 0 0,0 0 1 0 0,0 0 0 0 0,1 1-1 0 0,-1-1 1 0 0,1 0 0 0 0,-1 0-1 0 0,1 0 1 0 0,-1 0 0 0 0,1 1-1 0 0,-1-1 1 0 0,1 0 0 0 0,0 0-1 0 0,-1 1 1 0 0,1-1 0 0 0,0 0-1 0 0,-1 1 1 0 0,1-1 0 0 0,0 1-1 0 0,0-1 1 0 0,0 1 0 0 0,0-1-1 0 0,0 1 1 0 0,0 0 0 0 0,-1-1-1 0 0,1 1 1 0 0,0 0 0 0 0,0 0-1 0 0,0 0 1 0 0,0 0 0 0 0,0 0-1 0 0,0 0 1 0 0,2 0 0 0 0,-1 0-359 0 0,1 0 1 0 0,-1 0-1 0 0,1 0 1 0 0,0 0 0 0 0,-1 1-1 0 0,1-1 1 0 0,-1 1-1 0 0,1 0 1 0 0,-1 0 0 0 0,0 0-1 0 0,5 2 1 0 0,4 21-5194 0 0,16 31-3120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5:34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54 640 0 0,'-6'0'1054'0'0,"-36"-3"7166"0"0,30 1-8463 0 0,6 1 2337 0 0,1 0-1867 0 0,-55-5 493 0 0,49 5-689 0 0,7 1 4 0 0,-1 0 0 0 0,1-1 1 0 0,-1 1-1 0 0,1-1 0 0 0,0 0 0 0 0,-7-3 0 0 0,10 4-24 0 0,0-1 0 0 0,0 0 0 0 0,0 0 0 0 0,0 1 0 0 0,-1-1 0 0 0,1 0 0 0 0,0 0 0 0 0,1 0 0 0 0,-1 0 0 0 0,0 0 0 0 0,0 0 0 0 0,0-1 0 0 0,1 1 0 0 0,-1 0 0 0 0,0 0 0 0 0,1-1 0 0 0,-1 1 0 0 0,1 0 0 0 0,-1-1 0 0 0,1 1 0 0 0,0 0 0 0 0,0-1 0 0 0,0 1 0 0 0,0 0 0 0 0,0-1 0 0 0,0-1 0 0 0,0 2 283 0 0,0 3-914 0 0,0-2 494 0 0,0 0 0 0 0,0 1 0 0 0,0-1 0 0 0,0 1-1 0 0,0-1 1 0 0,0 1 0 0 0,0-1 0 0 0,0 0 0 0 0,0 1 0 0 0,0-1 0 0 0,0 1-1 0 0,0-1 1 0 0,0 0 0 0 0,-1 1 0 0 0,1-1 0 0 0,0 0 0 0 0,0 1-1 0 0,0-1 1 0 0,-1 1 0 0 0,1-1 0 0 0,0 0 0 0 0,0 1 0 0 0,-1-1 0 0 0,1 0-1 0 0,0 0 1 0 0,-1 1 0 0 0,1-1 0 0 0,0 0 0 0 0,-1 0 0 0 0,1 1-1 0 0,0-1 1 0 0,-1 0 0 0 0,1 0 0 0 0,0 0 0 0 0,-1 0 0 0 0,1 0 0 0 0,-1 0-1 0 0,1 1 1 0 0,0-1 0 0 0,-1 0 0 0 0,1 0 0 0 0,-1 0 0 0 0,1 0-1 0 0,-1-1 1 0 0,-54 3-4596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5:55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1040 0 0,'0'-14'10312'0'0,"0"15"-10164"0"0,1 0-1 0 0,0-1 1 0 0,-1 1-1 0 0,1 0 1 0 0,0-1 0 0 0,-1 1-1 0 0,1-1 1 0 0,0 1 0 0 0,-1-1-1 0 0,1 0 1 0 0,0 1 0 0 0,0-1-1 0 0,0 0 1 0 0,-1 1-1 0 0,1-1 1 0 0,0 0 0 0 0,0 0-1 0 0,0 0 1 0 0,0 0 0 0 0,-1 0-1 0 0,1 0 1 0 0,0 0 0 0 0,0 0-1 0 0,1 0 1 0 0,31 0 1212 0 0,-26-1-955 0 0,-2 1 475 0 0,34 0-296 0 0,0 2 0 0 0,73 12 0 0 0,-66-6-226 0 0,71 2 0 0 0,8-4 296 0 0,-79-1-393 0 0,-21-1-189 0 0,102 16 349 0 0,7 2-228 0 0,-105-18-179 0 0,41 11 1 0 0,-41-8 57 0 0,33 4 0 0 0,-47-9 6 0 0,-1 1-1 0 0,1 1 1 0 0,18 7 0 0 0,-19-6-16 0 0,1 0 0 0 0,0-1 1 0 0,27 4-1 0 0,186 29 725 0 0,-184-32-625 0 0,70 4 170 0 0,-88-9-266 0 0,39 8-1 0 0,-20-3 44 0 0,-9 5 15 0 0,-7 0-75 0 0,18-3 27 0 0,-28-4-46 0 0,1 0 1 0 0,-1 1-1 0 0,-1 1 0 0 0,22 8 0 0 0,-30-10 1 0 0,1 0-1 0 0,0-1 0 0 0,0 0 1 0 0,18 0-1 0 0,29 6-22 0 0,35-1-8 0 0,-51-1 47 0 0,1-1 0 0 0,64-3 0 0 0,-103-2-28 0 0,54 6 127 0 0,14 2 15 0 0,4 1 14 0 0,-22-2-83 0 0,-12 5 8 0 0,-33-9-88 0 0,-1 0-1 0 0,1-1 1 0 0,15 3 0 0 0,-15-4-12 0 0,-2-1 0 0 0,0 1 0 0 0,0 0 0 0 0,0 0 0 0 0,0 1 0 0 0,0-1 0 0 0,-1 2 0 0 0,8 2 0 0 0,6 1 12 0 0,0-1 1 0 0,0-1-1 0 0,1-1 1 0 0,-1 0-1 0 0,37-1 1 0 0,8 1-75 0 0,-53-3 52 0 0,41 3-60 0 0,-42-1 61 0 0,44-4 85 0 0,10-5 4 0 0,33-2 173 0 0,-55 3-36 0 0,-31 4-165 0 0,1 0 0 0 0,22-1 1 0 0,-28 4-42 0 0,-1-2-10 0 0,30-8 80 0 0,29-3-148 0 0,-65 12 11 0 0,0 0-1 0 0,1-1 1 0 0,-1 1 0 0 0,1 0-1 0 0,-1 0 1 0 0,0-1-1 0 0,1 1 1 0 0,-1-1-1 0 0,1 1 1 0 0,-1 0-1 0 0,0-1 1 0 0,0 1 0 0 0,1-1-1 0 0,-1 1 1 0 0,0-1-1 0 0,0 1 1 0 0,0-1-1 0 0,1 1 1 0 0,-1-1-1 0 0,0 1 1 0 0,0-1 0 0 0,0 1-1 0 0,0-1 1 0 0,0 1-1 0 0,0-1 1 0 0,0 0-1 0 0,-6-7-3781 0 0,-2 5 2411 0 0,1 0-1 0 0,-1 1 1 0 0,0 0 0 0 0,1 1-1 0 0,-1 0 1 0 0,0 0 0 0 0,-14 0-1 0 0,-86 0-6455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20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289 227 320 0 0,'6'-1'349'0'0,"-5"1"-286"0"0,0 0 0 0 0,0 0 0 0 0,0 0 0 0 0,0 0 0 0 0,0 0 0 0 0,0 0 0 0 0,0 0 0 0 0,0-1 0 0 0,0 1 0 0 0,0 0 0 0 0,0-1 0 0 0,0 1 0 0 0,0 0 0 0 0,0-1 0 0 0,0 1 0 0 0,0-1 0 0 0,-1 1 0 0 0,1-1 0 0 0,0 0 0 0 0,0 1 0 0 0,-1-1 0 0 0,1 0 0 0 0,0 0 0 0 0,-1 1 0 0 0,1-1 0 0 0,0 0 0 0 0,-1 0 0 0 0,1 0 0 0 0,-1 0 0 0 0,0 0 0 0 0,1 0 0 0 0,0-2 0 0 0,-1 3-31 0 0,0 0-1 0 0,0-1 1 0 0,0 1 0 0 0,0-1 0 0 0,0 1-1 0 0,0 0 1 0 0,0-1 0 0 0,0 1 0 0 0,0 0-1 0 0,0-1 1 0 0,0 1 0 0 0,0 0 0 0 0,1-1-1 0 0,-1 1 1 0 0,0 0 0 0 0,0-1-1 0 0,0 1 1 0 0,1 0 0 0 0,-1-1 0 0 0,0 1-1 0 0,0 0 1 0 0,1 0 0 0 0,-1-1 0 0 0,0 1-1 0 0,1 0 1 0 0,-1 0 0 0 0,0 0 0 0 0,1-1-1 0 0,86-59 2037 0 0,-87 60-2066 0 0,1 0 0 0 0,-1 0 0 0 0,0 0 0 0 0,1 0 0 0 0,-1-1 1 0 0,0 1-1 0 0,1 0 0 0 0,-1 0 0 0 0,0 0 0 0 0,0-1 0 0 0,1 1 0 0 0,-1 0 0 0 0,0 0 0 0 0,0-1 0 0 0,1 1 1 0 0,-1 0-1 0 0,0-1 0 0 0,0 1 0 0 0,0 0 0 0 0,0-1 0 0 0,0 1 0 0 0,1 0 0 0 0,-1-1 0 0 0,0 1 0 0 0,0 0 0 0 0,0-1 1 0 0,0 1-1 0 0,0-1 0 0 0,0 1-2 0 0,0-1 1 0 0,0 1 0 0 0,0 0-1 0 0,0 0 1 0 0,0-1-1 0 0,0 1 1 0 0,0 0-1 0 0,0 0 1 0 0,0-1 0 0 0,0 1-1 0 0,0 0 1 0 0,0 0-1 0 0,1-1 1 0 0,-1 1 0 0 0,0 0-1 0 0,0 0 1 0 0,0-1-1 0 0,0 1 1 0 0,1 0-1 0 0,-1 0 1 0 0,0 0 0 0 0,0-1-1 0 0,0 1 1 0 0,1 0-1 0 0,-1 0 1 0 0,0 0 0 0 0,0 0-1 0 0,0 0 1 0 0,1-1-1 0 0,-1 1 1 0 0,0 0-1 0 0,1 0 1 0 0,7-2 58 0 0,-7 2-43 0 0,-1 0-1 0 0,1 0 1 0 0,0 0-1 0 0,0 0 1 0 0,0 0-1 0 0,-1-1 1 0 0,1 1-1 0 0,0 0 1 0 0,0 0-1 0 0,-1-1 0 0 0,1 1 1 0 0,0 0-1 0 0,-1-1 1 0 0,1 1-1 0 0,0-1 1 0 0,-1 1-1 0 0,1-1 1 0 0,0 1-1 0 0,-1-1 0 0 0,1 1 1 0 0,-1-1-1 0 0,1 0 1 0 0,-1 1-1 0 0,1-1 1 0 0,-1 0-1 0 0,0 1 1 0 0,1-1-1 0 0,-1 0 1 0 0,0 0-1 0 0,1 1 0 0 0,-1-1 1 0 0,0 0-1 0 0,0 0 1 0 0,0-1-1 0 0,0 7 399 0 0,1-4-289 0 0,-1 1 0 0 0,1 0 0 0 0,-1 0 0 0 0,0 0 0 0 0,0-1 0 0 0,0 1 0 0 0,0 0 0 0 0,0 0 0 0 0,-1 0 0 0 0,1-1 0 0 0,0 1 0 0 0,-1 0 0 0 0,1 0 0 0 0,-1-1-1 0 0,0 1 1 0 0,1 0 0 0 0,-1-1 0 0 0,-1 3 0 0 0,-9-3 198 0 0,1 1 0 0 0,-1-1 1 0 0,0-1-1 0 0,1 0 0 0 0,-1-1 0 0 0,0 0 0 0 0,1 0 0 0 0,-1-1 0 0 0,1 0 0 0 0,0-1 0 0 0,0 0 1 0 0,0-1-1 0 0,0 0 0 0 0,0-1 0 0 0,1 0 0 0 0,-1 0 0 0 0,-11-10 0 0 0,12 8-130 0 0,8 6-157 0 0,-1 0 0 0 0,1 0 0 0 0,-1 0 1 0 0,1-1-1 0 0,0 1 0 0 0,0 0 0 0 0,0 0 0 0 0,0-1 1 0 0,0 1-1 0 0,0-1 0 0 0,0 1 0 0 0,0-1 0 0 0,0 1 1 0 0,1-1-1 0 0,-1 0 0 0 0,1 1 0 0 0,-1-1 0 0 0,1 0 1 0 0,-1 1-1 0 0,1-1 0 0 0,0 0 0 0 0,0 0 0 0 0,0 1 1 0 0,0-1-1 0 0,1-2 0 0 0,-2-1 48 0 0,1 3-73 0 0,-1 1 0 0 0,1 0 0 0 0,0-1-1 0 0,0 1 1 0 0,0 0 0 0 0,0-1-1 0 0,0 1 1 0 0,0 0 0 0 0,0-1 0 0 0,0 1-1 0 0,0-1 1 0 0,1 1 0 0 0,-1 0-1 0 0,1 0 1 0 0,-1-1 0 0 0,1 1 0 0 0,-1 0-1 0 0,1 0 1 0 0,0-1 0 0 0,-1 1-1 0 0,2-1 1 0 0,12-4-3 0 0,1 0-6 0 0,-11 6-12 0 0,17-1-56 0 0,-20 1 55 0 0,-1 1 0 0 0,1-1 1 0 0,-1 0-1 0 0,1 1 1 0 0,-1-1-1 0 0,0 0 1 0 0,1 1-1 0 0,-1-1 1 0 0,0 0-1 0 0,1 1 0 0 0,-1-1 1 0 0,0 1-1 0 0,1-1 1 0 0,-1 1-1 0 0,0-1 1 0 0,0 0-1 0 0,0 1 1 0 0,1-1-1 0 0,-1 1 1 0 0,0-1-1 0 0,0 1 0 0 0,0-1 1 0 0,0 1-1 0 0,0-1 1 0 0,0 1-1 0 0,0 0 1 0 0,0-1-1 0 0,0 1 1 0 0,0 0-1 0 0,-1 11-6 0 0,1-10 16 0 0,1-1 0 0 0,-1 1 0 0 0,0 0 0 0 0,0 0 0 0 0,0-1 0 0 0,0 1 0 0 0,0 0 0 0 0,-1 0 0 0 0,1-1 0 0 0,0 1 0 0 0,-1 0 0 0 0,1-1 0 0 0,-1 1 0 0 0,0 0-1 0 0,0-1 1 0 0,1 1 0 0 0,-1-1 0 0 0,0 1 0 0 0,0-1 0 0 0,0 1 0 0 0,-1-1 0 0 0,1 0 0 0 0,0 0 0 0 0,0 1 0 0 0,-1-1 0 0 0,1 0 0 0 0,-1 0 0 0 0,1 0 0 0 0,-1 0 0 0 0,1-1 0 0 0,-1 1 0 0 0,-2 1 0 0 0,-1 0 8 0 0,-6 3 89 0 0,0 0 0 0 0,-1-1 0 0 0,1 0 0 0 0,-1-1 0 0 0,0 0 0 0 0,0-1 0 0 0,-20 1 0 0 0,-7 2 284 0 0,31-4-253 0 0,1 0 0 0 0,-1 0 1 0 0,1 0-1 0 0,-1-1 0 0 0,0-1 1 0 0,1 1-1 0 0,-1-1 0 0 0,1-1 1 0 0,-1 1-1 0 0,-13-6 0 0 0,21 7-118 0 0,-1 0-1 0 0,1 0 0 0 0,-1 0 1 0 0,1-1-1 0 0,0 1 1 0 0,-1 0-1 0 0,1 0 0 0 0,0-1 1 0 0,-1 1-1 0 0,1 0 0 0 0,0-1 1 0 0,-1 1-1 0 0,1 0 1 0 0,0-1-1 0 0,0 1 0 0 0,-1 0 1 0 0,1-1-1 0 0,0 1 1 0 0,0-1-1 0 0,0 1 0 0 0,0 0 1 0 0,-1-1-1 0 0,1 1 1 0 0,0-1-1 0 0,0 1 0 0 0,0-1 1 0 0,2-3-22 0 0,-2 3 13 0 0,0 0 0 0 0,0 0 0 0 0,0 1 0 0 0,1-1 0 0 0,-1 0 0 0 0,0 0 0 0 0,1 0 0 0 0,-1 0 0 0 0,1 1 0 0 0,-1-1 0 0 0,1 0 0 0 0,-1 0 0 0 0,1 1 0 0 0,0-1 1 0 0,-1 0-1 0 0,1 1 0 0 0,0-1 0 0 0,-1 1 0 0 0,1-1 0 0 0,0 1 0 0 0,0-1 0 0 0,0 1 0 0 0,1-1 0 0 0,25-9 26 0 0,-9 4 13 0 0,-12 2-26 0 0,1 1-1 0 0,-1 1 1 0 0,0-1 0 0 0,1 1-1 0 0,-1 1 1 0 0,1-1-1 0 0,0 1 1 0 0,0 0-1 0 0,-1 0 1 0 0,9 1-1 0 0,3 0 0 0 0,0 1 0 0 0,29 6 0 0 0,-41-6-14 0 0,3 0-12 0 0,0 1 0 0 0,0 0 0 0 0,-1 1 0 0 0,1 0 0 0 0,12 6-1 0 0,-19-8 13 0 0,-1 0 0 0 0,1 0 0 0 0,0 0-1 0 0,-1 0 1 0 0,1 0 0 0 0,-1 1 0 0 0,0-1-1 0 0,1 0 1 0 0,-1 1 0 0 0,0-1 0 0 0,0 1 0 0 0,0 0-1 0 0,0-1 1 0 0,0 1 0 0 0,0 0 0 0 0,0 0-1 0 0,-1-1 1 0 0,1 1 0 0 0,-1 0 0 0 0,1 0-1 0 0,-1 0 1 0 0,0 0 0 0 0,1 0 0 0 0,-1 0 0 0 0,0 0-1 0 0,0 0 1 0 0,-1 0 0 0 0,1-1 0 0 0,0 1-1 0 0,-1 0 1 0 0,1 0 0 0 0,-2 3 0 0 0,-2 7 21 0 0,0-1-1 0 0,-1 1 1 0 0,0-1 0 0 0,-1 0 0 0 0,0-1 0 0 0,-1 0 0 0 0,0 0 0 0 0,-1 0 0 0 0,0-1 0 0 0,-1 0 0 0 0,-14 13-1 0 0,-5-2 22 0 0,21-13 44 0 0,9-9-53 0 0,-2 2-29 0 0,0 0 0 0 0,0-1-1 0 0,0 1 1 0 0,1 0 0 0 0,-1 0 0 0 0,0-1-1 0 0,0 1 1 0 0,0 0 0 0 0,0 0 0 0 0,0-1-1 0 0,0 1 1 0 0,0 0 0 0 0,0 0 0 0 0,1-1 0 0 0,-1 1-1 0 0,0 0 1 0 0,0 0 0 0 0,0-1 0 0 0,0 1-1 0 0,0 0 1 0 0,-1 0 0 0 0,1-1 0 0 0,0 1-1 0 0,0 0 1 0 0,0 0 0 0 0,0-1 0 0 0,0 1-1 0 0,0 0 1 0 0,0 0 0 0 0,0-1 0 0 0,-1 1-1 0 0,1 0 1 0 0,0 0 0 0 0,0-1 0 0 0,0 1 0 0 0,0 0-1 0 0,-1 0 1 0 0,1 0 0 0 0,0 0 0 0 0,0-1-1 0 0,0 1 1 0 0,-1 0 0 0 0,1 0 0 0 0,0 0-1 0 0,0 0 1 0 0,-1 0 0 0 0,1 0 0 0 0,0 0-1 0 0,0 0 1 0 0,-1 0 0 0 0,1-1 0 0 0,0 1 0 0 0,-1 0-1 0 0,1 0 1 0 0,0 1 0 0 0,-2-2 3 0 0,1 1 0 0 0,0 0 0 0 0,0 0 0 0 0,0 0 0 0 0,-1-1 0 0 0,1 1 0 0 0,0 0 0 0 0,0-1 0 0 0,0 1 0 0 0,0-1 0 0 0,0 0 0 0 0,0 1 0 0 0,0-1 0 0 0,0 0 0 0 0,0 1 0 0 0,0-1 0 0 0,0 0 0 0 0,1 0 0 0 0,-1 0 0 0 0,0 0 0 0 0,1 0 0 0 0,-2-2 0 0 0,1-2 3 0 0,0 1-1 0 0,0-1 1 0 0,0 0-1 0 0,1 0 0 0 0,0-10 1 0 0,0 0-8 0 0,-1 10 6 0 0,0 0 0 0 0,1 0 0 0 0,0 0 0 0 0,0 0 1 0 0,1 0-1 0 0,-1 0 0 0 0,1 0 0 0 0,0 0 0 0 0,0 0 0 0 0,3-5 0 0 0,18-15-60 0 0,-21 23 49 0 0,0-1-1 0 0,0 1 1 0 0,1 1 0 0 0,-1-1-1 0 0,1 0 1 0 0,0 0-1 0 0,-1 1 1 0 0,1-1-1 0 0,0 0 1 0 0,0 1 0 0 0,0 0-1 0 0,0-1 1 0 0,0 1-1 0 0,0 0 1 0 0,3-1 0 0 0,-3 2-2 0 0,5-6-76 0 0,-3 4 86 0 0,23 8-3 0 0,-25-5 2 0 0,0-1-1 0 0,-1 1 1 0 0,1-1 0 0 0,0 1 0 0 0,-1 0-1 0 0,1 0 1 0 0,0 0 0 0 0,-1 0-1 0 0,1 0 1 0 0,-1 0 0 0 0,0 0 0 0 0,1 0-1 0 0,-1 0 1 0 0,0 1 0 0 0,0-1 0 0 0,0 1-1 0 0,0-1 1 0 0,0 1 0 0 0,0-1-1 0 0,1 3 1 0 0,-1 0 21 0 0,0 1 0 0 0,0 0 0 0 0,-1 0 0 0 0,1 0 0 0 0,-1-1 0 0 0,-1 8 0 0 0,1 4 100 0 0,0-15-108 0 0,0 0 1 0 0,0 0-1 0 0,-1 0 1 0 0,1 1-1 0 0,0-1 1 0 0,-1 0-1 0 0,1 0 1 0 0,-1 0-1 0 0,1 0 1 0 0,-1 0-1 0 0,1 0 0 0 0,-1 0 1 0 0,0-1-1 0 0,1 1 1 0 0,-1 0-1 0 0,0 0 1 0 0,0 0-1 0 0,1 0 1 0 0,-1-1-1 0 0,0 1 1 0 0,0-1-1 0 0,0 1 1 0 0,-2 0-1 0 0,-2 2 94 0 0,1-2 0 0 0,-1 1 0 0 0,0-1-1 0 0,0 1 1 0 0,-9 0 0 0 0,-2 0 297 0 0,0-2-1 0 0,-29-1 1 0 0,37 0-289 0 0,0 0 1 0 0,1-1-1 0 0,-1 0 1 0 0,0 0-1 0 0,1-1 0 0 0,-1 0 1 0 0,1-1-1 0 0,0 1 1 0 0,-11-8-1 0 0,17 10-100 0 0,1 0 1 0 0,-1-1-1 0 0,0 1 1 0 0,0 0-1 0 0,1-1 1 0 0,-1 1-1 0 0,1 0 1 0 0,-1-1-1 0 0,1 1 1 0 0,0-1-1 0 0,0 1 1 0 0,-1-1-1 0 0,1 1 1 0 0,0 0-1 0 0,0-1 1 0 0,0 1-1 0 0,1-1 1 0 0,-1 1-1 0 0,0-1 1 0 0,0 1-1 0 0,1-1 0 0 0,-1 1 1 0 0,1 0-1 0 0,-1-1 1 0 0,1 1-1 0 0,0 0 1 0 0,-1-1-1 0 0,2 0 1 0 0,24-6 35 0 0,-18 7-88 0 0,-1 1-1 0 0,0 0 1 0 0,0 0 0 0 0,1 0-1 0 0,-1 1 1 0 0,0 0 0 0 0,0 0-1 0 0,0 1 1 0 0,9 3 0 0 0,-14-4-24 0 0,1 0 0 0 0,-1 0 0 0 0,1 0 0 0 0,-1 0-1 0 0,0 0 1 0 0,1 1 0 0 0,-1-1 0 0 0,0 1 0 0 0,0 0 0 0 0,0 0 0 0 0,0 0 0 0 0,0 0 0 0 0,0 0 0 0 0,-1 0 0 0 0,1 0 0 0 0,-1 0 0 0 0,1 1 0 0 0,-1-1 0 0 0,0 1 0 0 0,0-1 0 0 0,0 1 0 0 0,0-1 0 0 0,0 1 0 0 0,-1-1 0 0 0,1 1 0 0 0,0 5 0 0 0,-1 1-862 0 0,-1 0 1 0 0,1 0-1 0 0,-1 0 1 0 0,-3 10 0 0 0,1-9-908 0 0,-1-1 0 0 0,0 0 0 0 0,-1 0 1 0 0,-5 8-1 0 0,9-15 1616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5:43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57 1761 0 0,'-5'0'1480'0'0,"-14"1"120"0"0,29 0 1431 0 0,42-4-992 0 0,68-2-1625 0 0,-44-4-161 0 0,109 3 134 0 0,-75 3-134 0 0,-78 1-186 0 0,166 0 223 0 0,-120 3-180 0 0,64 5 130 0 0,10-6-66 0 0,146 14 152 0 0,-9-1-39 0 0,70-13-126 0 0,-229-11-148 0 0,-64 3-13 0 0,-2 6 0 0 0,-4 2 0 0 0,234 0 67 0 0,-258 1-56 0 0,-17-2-6 0 0,-4-4-8 0 0,7 4 16 0 0,-11 2 41 0 0,8 3-31 0 0,39 5 89 0 0,-42-7-87 0 0,212 9 228 0 0,-98-2-159 0 0,60 2 52 0 0,-163-10-159 0 0,-21-2-54 0 0,-6-3 14 0 0,-6 3 106 0 0,-8 2 42 0 0,28-3 37 0 0,-13 2-128 0 0,-1 0-1 0 0,0 0 1 0 0,0 0 0 0 0,1 0 0 0 0,-1-1-1 0 0,0 1 1 0 0,0 0 0 0 0,0 0 0 0 0,1 0-1 0 0,-1 0 1 0 0,0 0 0 0 0,0 0 0 0 0,1 0-1 0 0,-1-1 1 0 0,0 1 0 0 0,0 0 0 0 0,0 0-1 0 0,0 0 1 0 0,1 0 0 0 0,-1-1 0 0 0,0 1-1 0 0,0 0 1 0 0,0 0 0 0 0,0-1 0 0 0,0 1-1 0 0,0 0 1 0 0,1 0 0 0 0,-1 0 0 0 0,0-1-1 0 0,0 1 1 0 0,0 0 0 0 0,0 0-1 0 0,0-1 1 0 0,0 1 0 0 0,0 0 0 0 0,0 0-1 0 0,0-1 1 0 0,0 1 0 0 0,0 0 0 0 0,0-1-1 0 0,-1 1 1 0 0,1 0 0 0 0,0 0-1 0 0,0-1 1 0 0,0 1-1 0 0,0 0 1 0 0,0 0 0 0 0,0 0-1 0 0,0-1 1 0 0,0 1-1 0 0,0 0 1 0 0,0 0 0 0 0,0 0-1 0 0,0-1 1 0 0,0 1-1 0 0,0 0 1 0 0,1 0 0 0 0,-1 0-1 0 0,0 0 1 0 0,0-1-1 0 0,0 1 1 0 0,0 0 0 0 0,0 0-1 0 0,0 0 1 0 0,0 0-1 0 0,1-1 1 0 0,-1 1 0 0 0,0 0-1 0 0,0 0 1 0 0,0 0-1 0 0,0 0 1 0 0,0 0 0 0 0,1 0-1 0 0,-1-1 1 0 0,0 1-1 0 0,0 0 1 0 0,0 0 0 0 0,1 0-1 0 0,-1 0 1 0 0,0 0-1 0 0,0 0 1 0 0,0 0 0 0 0,1 0-1 0 0,-1 0 1 0 0,0 0 0 0 0,0 0-1 0 0,0 0 1 0 0,1 0-1 0 0,-1 0 1 0 0,0 0-1 0 0,125-22 304 0 0,-44 7-95 0 0,-31 4-90 0 0,9 4-87 0 0,0 2 1 0 0,0 3 0 0 0,89 7-1 0 0,-55-1-70 0 0,-33 0-13 0 0,-44-3-4413 0 0,-125-1-3943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5:45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57 560 0 0,'-1'-12'1959'0'0,"7"9"3032"0"0,16 3-4417 0 0,-22 0-565 0 0,0 0 1 0 0,0 0 0 0 0,1 0 0 0 0,-1 0 0 0 0,0 0-1 0 0,0 0 1 0 0,0 0 0 0 0,0 0 0 0 0,0 0-1 0 0,1 0 1 0 0,-1 0 0 0 0,0 0 0 0 0,0 0 0 0 0,0 0-1 0 0,0 0 1 0 0,0 0 0 0 0,1 0 0 0 0,-1 0-1 0 0,0 0 1 0 0,0 0 0 0 0,0 0 0 0 0,0 0 0 0 0,1 0-1 0 0,-1 0 1 0 0,0 0 0 0 0,0 0 0 0 0,0 0-1 0 0,0 0 1 0 0,0 0 0 0 0,0 0 0 0 0,1 0 0 0 0,-1 0-1 0 0,0 1 1 0 0,0-1 0 0 0,0 0 0 0 0,0 0-1 0 0,0 0 1 0 0,0 0 0 0 0,0 0 0 0 0,0 0-1 0 0,0 1 1 0 0,1-1 0 0 0,-1 0 0 0 0,0 0 0 0 0,0 0-1 0 0,0 0 1 0 0,0 0 0 0 0,0 1 0 0 0,0-1-1 0 0,0 0 1 0 0,0 0 0 0 0,0 0 0 0 0,0 0 0 0 0,0 1-1 0 0,0-1 1 0 0,0 0 0 0 0,0 0 0 0 0,0 0-1 0 0,-1 0 1 0 0,1 1 57 0 0,0-1-1 0 0,0 0 1 0 0,0 0-1 0 0,0 0 1 0 0,0 0-1 0 0,0 0 1 0 0,0 1-1 0 0,0-1 1 0 0,0 0-1 0 0,0 0 1 0 0,0 0-1 0 0,0 0 0 0 0,0 1 1 0 0,0-1-1 0 0,0 0 1 0 0,0 0-1 0 0,0 0 1 0 0,0 0-1 0 0,1 0 1 0 0,-1 1-1 0 0,0-1 1 0 0,0 0-1 0 0,0 0 1 0 0,0 0-1 0 0,0 0 1 0 0,0 0-1 0 0,0 0 1 0 0,0 1-1 0 0,0-1 1 0 0,1 0-1 0 0,-1 0 1 0 0,0 0-1 0 0,0 0 1 0 0,0 0-1 0 0,0 0 1 0 0,0 0-1 0 0,1 0 1 0 0,-1 0-1 0 0,0 0 1 0 0,0 0-1 0 0,0 0 0 0 0,0 0 1 0 0,0 0-1 0 0,1 0 1 0 0,-1 0-1 0 0,0 0 1 0 0,0 0-1 0 0,0 0 1 0 0,0 0-1 0 0,1 0 1 0 0,-1 0-1 0 0,0 0 1 0 0,0 0-1 0 0,0 0 1 0 0,0 0-1 0 0,0 0 1 0 0,1 0-1 0 0,-1 0 1 0 0,0 0-1 0 0,152-9 1268 0 0,-105 6-1058 0 0,-36 2-202 0 0,0 0 1 0 0,0 0-1 0 0,13 2 1 0 0,64 10 495 0 0,-52-6-412 0 0,0-1-1 0 0,1-2 1 0 0,60-3-1 0 0,125-26 1030 0 0,-153 18-763 0 0,-33 3-76 0 0,54-1 1 0 0,74-1-16 0 0,-133 8-279 0 0,21-1 159 0 0,61 9 1 0 0,-65-5 10 0 0,79-3 0 0 0,-48-2 35 0 0,12 0 127 0 0,-34 1-213 0 0,57 5 1 0 0,-61 4-90 0 0,-41-6-74 0 0,184 22 363 0 0,-36 8 138 0 0,-98-18-448 0 0,1 3 142 0 0,-31-8 13 0 0,41 7-1 0 0,205 11 650 0 0,-242-25-2232 0 0,-67-13-2806 0 0,-28-7-3005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5:46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15 720 0 0,'0'0'867'0'0,"-1"-4"337"0"0,7 2 4329 0 0,-6 2-5494 0 0,2 0-5 0 0,-1 0-1 0 0,1-1 0 0 0,-1 1 1 0 0,1 0-1 0 0,-1 0 0 0 0,1 0 1 0 0,-1 1-1 0 0,1-1 1 0 0,-1 0-1 0 0,0 0 0 0 0,1 1 1 0 0,-1-1-1 0 0,1 1 1 0 0,-1-1-1 0 0,0 1 0 0 0,0 0 1 0 0,2 0-1 0 0,3 0 301 0 0,48 5 693 0 0,-43-5-781 0 0,0 0 1 0 0,0 0 0 0 0,19-2 0 0 0,11 1 206 0 0,45 8 138 0 0,-49-6-178 0 0,0 2-1 0 0,37 8 0 0 0,-40-7 359 0 0,1-1 1 0 0,0-2-1 0 0,53-4 0 0 0,-31 1 226 0 0,106 7 684 0 0,-65 3-641 0 0,-26-7-479 0 0,-50 0-338 0 0,0-1 1 0 0,0-1-1 0 0,30-4 0 0 0,-41 3-143 0 0,14-3-250 0 0,-25 4 160 0 0,1 0 0 0 0,-1 0 1 0 0,0 0-1 0 0,0 0 0 0 0,1 0 0 0 0,-1 0 0 0 0,0-1 0 0 0,0 1 0 0 0,1 0 1 0 0,-1 0-1 0 0,0 0 0 0 0,0-1 0 0 0,1 1 0 0 0,-1 0 0 0 0,0 0 0 0 0,0 0 0 0 0,0-1 1 0 0,0 1-1 0 0,1 0 0 0 0,-1 0 0 0 0,0-1 0 0 0,0 1 0 0 0,0 0 0 0 0,0-1 0 0 0,0 1 1 0 0,0 0-1 0 0,0 0 0 0 0,0-1 0 0 0,0 1 0 0 0,0 0 0 0 0,0-1 0 0 0,-8-10-1225 0 0,-25-6-2380 0 0,-26-15-3134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5:48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1 207 400 0 0,'0'-1'150'0'0,"0"1"0"0"0,0 0 0 0 0,0-1-1 0 0,0 1 1 0 0,0 0 0 0 0,0-1 0 0 0,1 1 0 0 0,-1 0-1 0 0,0-1 1 0 0,0 1 0 0 0,0 0 0 0 0,1 0 0 0 0,-1-1-1 0 0,0 1 1 0 0,0 0 0 0 0,1 0 0 0 0,-1 0 0 0 0,0-1 0 0 0,1 1-1 0 0,-1 0 1 0 0,0 0 0 0 0,0 0 0 0 0,1 0 0 0 0,-1 0-1 0 0,0-1 1 0 0,1 1 0 0 0,-1 0 0 0 0,0 0 0 0 0,1 0-1 0 0,18-1-477 0 0,-18 1 711 0 0,17-3-347 0 0,0 1-1 0 0,0 0 1 0 0,0 2-1 0 0,1 0 1 0 0,-1 0-1 0 0,0 2 1 0 0,0 1 0 0 0,0 0-1 0 0,0 1 1 0 0,0 1-1 0 0,17 7 1 0 0,-18-6-32 0 0,16 8-29 0 0,-32-13 38 0 0,0 0 0 0 0,0-1 0 0 0,0 1 0 0 0,0 0 0 0 0,0 0 1 0 0,0 0-1 0 0,0 0 0 0 0,0 0 0 0 0,-1 0 0 0 0,1 0 0 0 0,0 0 0 0 0,-1 0 0 0 0,1 0 0 0 0,0 0 0 0 0,-1 0 0 0 0,1 1 0 0 0,-1-1 1 0 0,0 0-1 0 0,1 0 0 0 0,-1 1 0 0 0,0-1 0 0 0,0 1 0 0 0,0 0 28 0 0,-1-1-1 0 0,1 0 1 0 0,-1 0-1 0 0,0-1 1 0 0,1 1-1 0 0,-1 0 1 0 0,0 0 0 0 0,0 0-1 0 0,1 0 1 0 0,-1-1-1 0 0,0 1 1 0 0,0 0 0 0 0,0 0-1 0 0,0-1 1 0 0,0 1-1 0 0,0-1 1 0 0,0 1 0 0 0,0-1-1 0 0,0 0 1 0 0,0 1-1 0 0,0-1 1 0 0,-1 0 0 0 0,1 0-1 0 0,0 0 1 0 0,0 1-1 0 0,0-1 1 0 0,-2-1 0 0 0,-2 2 183 0 0,-8 2 198 0 0,0-1 0 0 0,0-1 0 0 0,0 0 0 0 0,0 0 0 0 0,0-2 0 0 0,0 1 0 0 0,0-2 0 0 0,0 0 0 0 0,0 0 1 0 0,0-1-1 0 0,1-1 0 0 0,-1 0 0 0 0,-15-8 0 0 0,25 11-389 0 0,1 0 1 0 0,0 0 0 0 0,0 0-1 0 0,0 0 1 0 0,0 0-1 0 0,1-1 1 0 0,-1 1-1 0 0,0-1 1 0 0,1 1 0 0 0,-1-1-1 0 0,0 0 1 0 0,1 0-1 0 0,0 0 1 0 0,-1 0-1 0 0,1 0 1 0 0,0 0-1 0 0,0 0 1 0 0,0 0 0 0 0,1 0-1 0 0,-1 0 1 0 0,0 0-1 0 0,1-1 1 0 0,-1 1-1 0 0,1 0 1 0 0,0-1 0 0 0,0 1-1 0 0,0 0 1 0 0,0 0-1 0 0,0-1 1 0 0,1-3-1 0 0,0 3-40 0 0,0 0 0 0 0,0 0-1 0 0,0 0 1 0 0,0 0 0 0 0,0 1-1 0 0,1-1 1 0 0,-1 0 0 0 0,1 1-1 0 0,0-1 1 0 0,0 1 0 0 0,0-1-1 0 0,0 1 1 0 0,0 0 0 0 0,1 0-1 0 0,-1 0 1 0 0,1 0 0 0 0,-1 0-1 0 0,4-1 1 0 0,5-4-168 0 0,-1 1 0 0 0,1 0-1 0 0,23-8 1 0 0,-8 7-222 0 0,-1 2 0 0 0,1 0 0 0 0,50-1 1 0 0,-63 6 233 0 0,-5-1 96 0 0,0 1-1 0 0,0 0 1 0 0,0 0-1 0 0,0 1 1 0 0,0-1-1 0 0,0 2 1 0 0,0-1-1 0 0,0 1 1 0 0,0 1-1 0 0,-1-1 1 0 0,1 1-1 0 0,-1 0 1 0 0,14 9-1 0 0,-19-11 68 0 0,0 0 0 0 0,0 0-1 0 0,0 0 1 0 0,0 1-1 0 0,0-1 1 0 0,0 1-1 0 0,0-1 1 0 0,0 1-1 0 0,-1 0 1 0 0,1 0-1 0 0,-1 0 1 0 0,1 0-1 0 0,-1 0 1 0 0,0 0 0 0 0,0 0-1 0 0,0 0 1 0 0,0 0-1 0 0,0 1 1 0 0,0-1-1 0 0,0 0 1 0 0,-1 1-1 0 0,1-1 1 0 0,-1 0-1 0 0,0 1 1 0 0,0-1-1 0 0,0 1 1 0 0,0-1 0 0 0,-1 5-1 0 0,1-6 13 0 0,0 0 1 0 0,0 1-1 0 0,-1-1 0 0 0,1 0 1 0 0,0 0-1 0 0,-1 1 0 0 0,1-1 0 0 0,-1 0 1 0 0,0 0-1 0 0,1 0 0 0 0,-1 0 0 0 0,0 0 1 0 0,0 0-1 0 0,0 0 0 0 0,0 0 1 0 0,0 0-1 0 0,0 0 0 0 0,0 0 0 0 0,0-1 1 0 0,0 1-1 0 0,0 0 0 0 0,0-1 1 0 0,0 1-1 0 0,-1-1 0 0 0,1 1 0 0 0,0-1 1 0 0,-2 1-1 0 0,-43 8 404 0 0,-64-5 679 0 0,98-5-998 0 0,-1 0-1 0 0,1 0 1 0 0,0-1 0 0 0,0-1-1 0 0,0 0 1 0 0,0 0-1 0 0,-16-8 1 0 0,26 10-88 0 0,0 1-1 0 0,0-1 1 0 0,0 0-1 0 0,0 0 1 0 0,1 0-1 0 0,-1 0 1 0 0,0-1 0 0 0,1 1-1 0 0,-1 0 1 0 0,1-1-1 0 0,-1 1 1 0 0,1-1-1 0 0,0 1 1 0 0,-1-1 0 0 0,1 0-1 0 0,0 1 1 0 0,0-1-1 0 0,0 0 1 0 0,0 0-1 0 0,1 0 1 0 0,-1 0 0 0 0,0 0-1 0 0,1 0 1 0 0,0 0-1 0 0,-1 0 1 0 0,1 0-1 0 0,0-2 1 0 0,0 1 0 0 0,0 1 0 0 0,0 0 0 0 0,-1 0 0 0 0,1 0 0 0 0,-1 0-1 0 0,1 0 1 0 0,-1 0 0 0 0,0 0 0 0 0,0 0 0 0 0,1 0 0 0 0,-1 1 0 0 0,-1-1 0 0 0,1 0 0 0 0,0 0 0 0 0,0 1 0 0 0,-1-1-1 0 0,1 1 1 0 0,-3-3 0 0 0,-5-6 36 0 0,8 9-45 0 0,1 0 1 0 0,-1 1 0 0 0,1-1 0 0 0,0 0 0 0 0,-1 1 0 0 0,1-1 0 0 0,0 0-1 0 0,0 0 1 0 0,-1 1 0 0 0,1-1 0 0 0,0 0 0 0 0,0 0 0 0 0,0 0 0 0 0,0 1-1 0 0,0-1 1 0 0,0 0 0 0 0,0 0 0 0 0,0 0 0 0 0,1 1 0 0 0,-1-1 0 0 0,0 0-1 0 0,0 0 1 0 0,1 1 0 0 0,-1-1 0 0 0,0 0 0 0 0,1 0 0 0 0,-1 1 0 0 0,1-1-1 0 0,-1 0 1 0 0,1 1 0 0 0,-1-1 0 0 0,1 1 0 0 0,-1-1 0 0 0,2 0 0 0 0,26-16-18 0 0,-20 14 10 0 0,0 1 1 0 0,-1 0 0 0 0,1 1-1 0 0,0 0 1 0 0,0 0-1 0 0,0 1 1 0 0,0 0 0 0 0,0 0-1 0 0,0 1 1 0 0,0 0-1 0 0,0 0 1 0 0,8 3-1 0 0,12 4-14 0 0,-1 0 0 0 0,30 15 0 0 0,-40-16 21 0 0,-1 0 0 0 0,0 2 0 0 0,-1 0 0 0 0,0 0 0 0 0,26 23 0 0 0,-39-30-3 0 0,-1 0 0 0 0,0 0 0 0 0,1 0 0 0 0,-1 0 1 0 0,0 0-1 0 0,0 1 0 0 0,-1-1 0 0 0,1 0 0 0 0,0 1 0 0 0,-1-1 0 0 0,1 0 0 0 0,-1 1 0 0 0,0-1 0 0 0,0 1 0 0 0,0-1 0 0 0,0 0 0 0 0,-1 4 1 0 0,1 4-26 0 0,0-9 26 0 0,0-1 0 0 0,0 1 1 0 0,0 0-1 0 0,1-1 0 0 0,-1 1 0 0 0,0-1 0 0 0,-1 1 0 0 0,1-1 0 0 0,0 1 1 0 0,0 0-1 0 0,0-1 0 0 0,0 1 0 0 0,0-1 0 0 0,0 1 0 0 0,-1-1 1 0 0,1 1-1 0 0,0-1 0 0 0,0 1 0 0 0,-1-1 0 0 0,1 1 0 0 0,-1-1 1 0 0,1 1-1 0 0,0-1 0 0 0,-1 0 0 0 0,1 1 0 0 0,-1-1 0 0 0,1 1 0 0 0,-1-1 1 0 0,0 1-1 0 0,-17-4 52 0 0,0-1 128 0 0,-102-5 730 0 0,64 1-223 0 0,-79-16 484 0 0,131 22-1142 0 0,-1 0 0 0 0,0 0 0 0 0,1 0 1 0 0,-1-1-1 0 0,1 1 0 0 0,0-1 0 0 0,0 0 1 0 0,0-1-1 0 0,0 1 0 0 0,0-1 0 0 0,1 1 1 0 0,-5-7-1 0 0,1 2-34 0 0,6 7 2 0 0,0-1 1 0 0,0 0 0 0 0,1 1 0 0 0,-1-1-1 0 0,0 0 1 0 0,1 0 0 0 0,-1 1-1 0 0,1-1 1 0 0,0 0 0 0 0,0 0 0 0 0,-1 0-1 0 0,1 0 1 0 0,0 1 0 0 0,1-1 0 0 0,-1 0-1 0 0,0 0 1 0 0,0 0 0 0 0,1 1-1 0 0,-1-1 1 0 0,1 0 0 0 0,0 0 0 0 0,-1 1-1 0 0,1-1 1 0 0,1-1 0 0 0,4 0-96 0 0,0 1-1 0 0,0-1 1 0 0,0 1 0 0 0,1 1 0 0 0,-1-1-1 0 0,1 1 1 0 0,-1 0 0 0 0,1 1 0 0 0,-1 0 0 0 0,1 0-1 0 0,-1 0 1 0 0,11 2 0 0 0,5 1-413 0 0,1 2 0 0 0,30 9 1 0 0,-41-10 416 0 0,0 0 1 0 0,0 1 0 0 0,0 1-1 0 0,-1 0 1 0 0,1 0 0 0 0,-1 1 0 0 0,-1 1-1 0 0,1 0 1 0 0,-1 0 0 0 0,-1 1-1 0 0,0 0 1 0 0,0 1 0 0 0,8 12 0 0 0,-16-22 107 0 0,-1 1 0 0 0,1 0 1 0 0,-1-1-1 0 0,0 1 1 0 0,1 0-1 0 0,-1-1 0 0 0,0 1 1 0 0,0 0-1 0 0,0 0 1 0 0,1-1-1 0 0,-1 1 1 0 0,0 0-1 0 0,0 0 0 0 0,0-1 1 0 0,0 1-1 0 0,0 0 1 0 0,0 0-1 0 0,-1-1 0 0 0,1 1 1 0 0,0 0-1 0 0,0-1 1 0 0,0 1-1 0 0,-1 0 0 0 0,1 0 1 0 0,0-1-1 0 0,-1 1 1 0 0,1 0-1 0 0,-1-1 0 0 0,1 1 1 0 0,0-1-1 0 0,-1 1 1 0 0,0-1-1 0 0,1 1 1 0 0,-1-1-1 0 0,1 1 0 0 0,-1-1 1 0 0,0 1-1 0 0,1-1 1 0 0,-1 0-1 0 0,0 1 0 0 0,1-1 1 0 0,-1 0-1 0 0,0 1 1 0 0,1-1-1 0 0,-1 0 0 0 0,0 0 1 0 0,-1 0-1 0 0,-46 7 841 0 0,44-7-727 0 0,-21 3 383 0 0,1-2 1 0 0,-1-1-1 0 0,0-1 1 0 0,0-1 0 0 0,1-1-1 0 0,0-1 1 0 0,-1-1-1 0 0,1-1 1 0 0,-43-18-1 0 0,61 21-451 0 0,0 1 21 0 0,0-1 0 0 0,0 0 1 0 0,0-1-1 0 0,0 1 0 0 0,-6-7 1 0 0,10 8-80 0 0,0 0 1 0 0,0 0 0 0 0,1 0 0 0 0,0 0-1 0 0,-1 0 1 0 0,1-1 0 0 0,0 1 0 0 0,0 0-1 0 0,0-1 1 0 0,0 1 0 0 0,0-1 0 0 0,1 1-1 0 0,-1-1 1 0 0,1 0 0 0 0,-1 1 0 0 0,1-1-1 0 0,0-3 1 0 0,0 2-171 0 0,1 0-1 0 0,-1 1 1 0 0,0-1-1 0 0,1 0 0 0 0,0 1 1 0 0,0-1-1 0 0,0 1 1 0 0,0-1-1 0 0,1 1 0 0 0,-1-1 1 0 0,4-4-1 0 0,28-30-5544 0 0,-14 20 1992 0 0,13-15-4054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00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1 400 0 0,'0'0'3829'0'0,"-6"1"-3469"0"0,-15 5 93 0 0,20-5-358 0 0,0 0-1 0 0,0 0 0 0 0,0 1 1 0 0,1-1-1 0 0,-1 0 0 0 0,1 1 1 0 0,-1-1-1 0 0,1 0 0 0 0,-1 1 0 0 0,1-1 1 0 0,0 0-1 0 0,-1 1 0 0 0,1-1 1 0 0,0 1-1 0 0,0-1 0 0 0,0 1 1 0 0,0-1-1 0 0,1 1 0 0 0,-1-1 1 0 0,1 3-1 0 0,-1 1 273 0 0,0-3-315 0 0,0 0 0 0 0,0 0 1 0 0,1 0-1 0 0,-1-1 0 0 0,0 1 0 0 0,1 0 0 0 0,0 0 0 0 0,-1 0 0 0 0,1 0 1 0 0,0-1-1 0 0,0 1 0 0 0,0 0 0 0 0,0-1 0 0 0,0 1 0 0 0,0 0 1 0 0,0-1-1 0 0,0 0 0 0 0,1 1 0 0 0,2 1 0 0 0,5 7 52 0 0,-8-9-96 0 0,-1 0 0 0 0,1 0 0 0 0,-1-1 0 0 0,0 1-1 0 0,1 0 1 0 0,-1 0 0 0 0,0 0 0 0 0,0 0 0 0 0,0-1 0 0 0,0 1 0 0 0,0 0-1 0 0,0 0 1 0 0,0 0 0 0 0,0 0 0 0 0,0 0 0 0 0,0-1 0 0 0,0 1-1 0 0,0 0 1 0 0,0 0 0 0 0,-1 0 0 0 0,1 0 0 0 0,0-1 0 0 0,-1 1 0 0 0,1 0-1 0 0,-1 0 1 0 0,1-1 0 0 0,-1 1 0 0 0,1 0 0 0 0,-1-1 0 0 0,1 1-1 0 0,-1-1 1 0 0,0 1 0 0 0,1 0 0 0 0,-1-1 0 0 0,0 1 0 0 0,1-1-1 0 0,-1 0 1 0 0,0 1 0 0 0,-1 0 0 0 0,-4 5 78 0 0,17 8 34 0 0,-17-7-43 0 0,5-6-51 0 0,-1 0 0 0 0,1-1 1 0 0,0 1-1 0 0,0 0 0 0 0,0 0 1 0 0,0 0-1 0 0,1 0 0 0 0,-1 0 0 0 0,0 0 1 0 0,0 0-1 0 0,0 0 0 0 0,1 0 0 0 0,-1 0 1 0 0,1 0-1 0 0,-1 1 0 0 0,1-1 1 0 0,-1 0-1 0 0,1 0 0 0 0,0 1 0 0 0,0-1 1 0 0,-1 0-1 0 0,1 0 0 0 0,0 3 0 0 0,0 118 1402 0 0,0-122-1428 0 0,0 1 1 0 0,0-1-1 0 0,0 1 1 0 0,0-1-1 0 0,0 1 1 0 0,0-1 0 0 0,0 0-1 0 0,0 1 1 0 0,0-1-1 0 0,-1 1 1 0 0,1-1-1 0 0,0 1 1 0 0,0-1-1 0 0,0 0 1 0 0,-1 1-1 0 0,1-1 1 0 0,0 0-1 0 0,-1 1 1 0 0,1-1-1 0 0,0 0 1 0 0,-1 1 0 0 0,1-1-1 0 0,0 0 1 0 0,-1 1-1 0 0,-5 3 5 0 0,5-3-2 0 0,-1 0 0 0 0,0 1 0 0 0,1-1 0 0 0,-1 0 1 0 0,1 0-1 0 0,0 1 0 0 0,0-1 0 0 0,-1 1 0 0 0,1-1 0 0 0,0 1 0 0 0,0 0 1 0 0,0-1-1 0 0,0 1 0 0 0,1 0 0 0 0,-1-1 0 0 0,0 1 0 0 0,1 0 0 0 0,-1 0 0 0 0,1 0 1 0 0,0 0-1 0 0,0 0 0 0 0,-1 0 0 0 0,2 3 0 0 0,-1-4-1 0 0,-1 0 0 0 0,1 0-1 0 0,0 1 1 0 0,0-1 0 0 0,0 0 0 0 0,-1 0-1 0 0,1 1 1 0 0,0-1 0 0 0,-1 0-1 0 0,1 0 1 0 0,-1 0 0 0 0,0 0 0 0 0,1 0-1 0 0,-1 0 1 0 0,0 0 0 0 0,0 0-1 0 0,0 0 1 0 0,1 0 0 0 0,-1 0 0 0 0,0 0-1 0 0,0 0 1 0 0,0-1 0 0 0,-2 2 0 0 0,2-1 2 0 0,-1-1 0 0 0,1 1 1 0 0,0 0-1 0 0,0 0 0 0 0,0 0 1 0 0,0 0-1 0 0,0 0 1 0 0,0 0-1 0 0,0 0 0 0 0,1 0 1 0 0,-1 0-1 0 0,0 0 1 0 0,0 1-1 0 0,1-1 0 0 0,-1 0 1 0 0,1 0-1 0 0,-1 1 1 0 0,1-1-1 0 0,0 0 0 0 0,-1 1 1 0 0,1-1-1 0 0,0 1 1 0 0,0 1-1 0 0,0 155 23 0 0,0-156-23 0 0,0-1 1 0 0,0 1 0 0 0,0-1-1 0 0,0 1 1 0 0,-1-1 0 0 0,1 1-1 0 0,0-1 1 0 0,-1 1 0 0 0,1-1-1 0 0,-1 0 1 0 0,0 1 0 0 0,1-1-1 0 0,-1 0 1 0 0,0 1 0 0 0,0-1 0 0 0,0 0-1 0 0,0 0 1 0 0,0 0 0 0 0,0 0-1 0 0,0 0 1 0 0,0 0 0 0 0,-2 2-1 0 0,1-3-3 0 0,1 1 1 0 0,0 0-1 0 0,0 0 0 0 0,0 0 0 0 0,0 0 0 0 0,0 0 0 0 0,0 0 0 0 0,0 1 0 0 0,0-1 0 0 0,0 0 1 0 0,0 0-1 0 0,1 1 0 0 0,-1-1 0 0 0,0 0 0 0 0,1 1 0 0 0,0-1 0 0 0,-1 1 0 0 0,1-1 1 0 0,0 1-1 0 0,-1-1 0 0 0,1 1 0 0 0,0 2 0 0 0,2 21-72 0 0,-2-18 66 0 0,1 1 0 0 0,-1-1 0 0 0,0 0 0 0 0,0 0 1 0 0,0 1-1 0 0,-1-1 0 0 0,-1 0 0 0 0,1 0 0 0 0,-3 7 0 0 0,-4 2 29 0 0,5-12-12 0 0,0 0 1 0 0,1 0-1 0 0,0 0 0 0 0,0 1 1 0 0,1-1-1 0 0,-1 1 0 0 0,1 0 1 0 0,0-1-1 0 0,0 1 1 0 0,0 9-1 0 0,1 3-27 0 0,0-11 5 0 0,1 0 0 0 0,-1 0 1 0 0,-1 0-1 0 0,1 0 0 0 0,-1 0 0 0 0,0 0 0 0 0,-3 9 1 0 0,-6 7 40 0 0,7-18-20 0 0,1 0 1 0 0,0 0 0 0 0,0 0-1 0 0,0 1 1 0 0,1-1 0 0 0,0 1 0 0 0,-1-1-1 0 0,2 1 1 0 0,-1-1 0 0 0,0 8 0 0 0,1-8 3 0 0,0 0 0 0 0,-1 0 0 0 0,1 0 1 0 0,-1 0-1 0 0,0 0 0 0 0,0 0 0 0 0,-1-1 0 0 0,1 1 1 0 0,-1 0-1 0 0,1-1 0 0 0,-5 7 0 0 0,3-6-2 0 0,1-1-1 0 0,0 1 1 0 0,1-1 0 0 0,-1 1-1 0 0,1 0 1 0 0,-1-1-1 0 0,1 1 1 0 0,0 0-1 0 0,1 0 1 0 0,-1 0 0 0 0,0 8-1 0 0,2 3 66 0 0,0-9-46 0 0,-1-1 0 0 0,0 0 0 0 0,0 0 1 0 0,0 1-1 0 0,-1-1 0 0 0,0 0 1 0 0,0 0-1 0 0,0 1 0 0 0,-2 5 0 0 0,-8 3-22 0 0,9-12-5 0 0,1-1-1 0 0,-1 1 1 0 0,1-1 0 0 0,0 1-1 0 0,0 0 1 0 0,-1-1 0 0 0,1 1-1 0 0,0 0 1 0 0,1 0 0 0 0,-1 0-1 0 0,0 0 1 0 0,1 0-1 0 0,-1-1 1 0 0,1 1 0 0 0,-1 0-1 0 0,1 0 1 0 0,0 3 0 0 0,0 111 1395 0 0,0-114-1394 0 0,0 0 0 0 0,0 0 0 0 0,0 0 0 0 0,1 0 0 0 0,-1 0 0 0 0,1 0 0 0 0,-1-1 0 0 0,1 1 0 0 0,0 0 0 0 0,0 0 0 0 0,0-1 0 0 0,0 1 0 0 0,0 0 0 0 0,0-1 0 0 0,0 1 0 0 0,0-1-1 0 0,3 3 1 0 0,8 12 314 0 0,-11-14-285 0 0,0 0 0 0 0,0 0 0 0 0,0 0 0 0 0,-1 1 0 0 0,1-1 0 0 0,0 0 0 0 0,-1 1 0 0 0,0-1-1 0 0,0 0 1 0 0,1 1 0 0 0,-2-1 0 0 0,1 1 0 0 0,0-1 0 0 0,0 0 0 0 0,-1 1 0 0 0,1-1 0 0 0,-1 0 0 0 0,1 1 0 0 0,-1-1 0 0 0,0 0 0 0 0,0 0-1 0 0,0 0 1 0 0,-1 0 0 0 0,1 0 0 0 0,0 0 0 0 0,-1 0 0 0 0,1 0 0 0 0,-1 0 0 0 0,0-1 0 0 0,1 1 0 0 0,-1 0 0 0 0,0-1 0 0 0,-4 3-1 0 0,6-4-30 0 0,-1 0-1 0 0,1 1 0 0 0,-1-1 0 0 0,1 0 0 0 0,0 1 0 0 0,-1-1 0 0 0,1 0 0 0 0,0 1 0 0 0,-1-1 0 0 0,1 0 0 0 0,0 1 0 0 0,-1-1 0 0 0,1 1 0 0 0,0-1 0 0 0,0 1 0 0 0,0-1 0 0 0,-1 1 0 0 0,1-1 1 0 0,0 1-1 0 0,0-1 0 0 0,0 1 0 0 0,0-1 0 0 0,0 1 0 0 0,0-1 0 0 0,0 1 0 0 0,0-1 0 0 0,0 1 0 0 0,0-1 0 0 0,0 1 0 0 0,0-1 0 0 0,1 1 0 0 0,-1-1 0 0 0,0 1 0 0 0,0-1 0 0 0,0 1 0 0 0,1-1 1 0 0,-1 1-1 0 0,0-1 0 0 0,0 0 0 0 0,1 1 0 0 0,-1-1 0 0 0,0 1 0 0 0,1-1 0 0 0,-1 0 0 0 0,1 1 0 0 0,-1-1 0 0 0,1 1 0 0 0,1-1 13 0 0,21 14 68 0 0,-23-14-75 0 0,1 0 0 0 0,-1 1 0 0 0,1-1-1 0 0,-1 1 1 0 0,0 0 0 0 0,1-1 0 0 0,-1 1-1 0 0,1-1 1 0 0,-1 1 0 0 0,0 0 0 0 0,1-1-1 0 0,-1 1 1 0 0,0-1 0 0 0,0 1 0 0 0,0 0-1 0 0,1 0 1 0 0,-1-1 0 0 0,0 1 0 0 0,0 0-1 0 0,0-1 1 0 0,0 1 0 0 0,0 0-1 0 0,0-1 1 0 0,0 1 0 0 0,-1 0 0 0 0,1-1-1 0 0,0 1 1 0 0,0 0 0 0 0,0-1 0 0 0,-1 1-1 0 0,1 0 1 0 0,0-1 0 0 0,-1 1 0 0 0,1 0-1 0 0,0-1 1 0 0,-1 1 0 0 0,1-1 0 0 0,-1 1-1 0 0,1-1 1 0 0,-1 1 0 0 0,1-1 0 0 0,-1 0-1 0 0,0 1 1 0 0,0 0 0 0 0,-8 5 71 0 0,7-5-63 0 0,1-1-1 0 0,0 1 1 0 0,0 0 0 0 0,0 0-1 0 0,0 0 1 0 0,-1 0 0 0 0,1 0-1 0 0,0 0 1 0 0,0 0 0 0 0,1 0-1 0 0,-1 0 1 0 0,0 1 0 0 0,0-1-1 0 0,1 0 1 0 0,-1 1 0 0 0,0-1-1 0 0,1 0 1 0 0,-1 1 0 0 0,1-1-1 0 0,0 1 1 0 0,-1-1 0 0 0,1 1-1 0 0,0-1 1 0 0,0 0 0 0 0,0 1-1 0 0,0-1 1 0 0,1 3 0 0 0,-1 6 53 0 0,1-7-27 0 0,-1 0 0 0 0,1 0 0 0 0,-1 0 0 0 0,0 0-1 0 0,0 1 1 0 0,-1-1 0 0 0,1 0 0 0 0,0 0-1 0 0,-1 0 1 0 0,0 0 0 0 0,0 0 0 0 0,-2 5 0 0 0,1-6-4 0 0,0 0 0 0 0,0 0 1 0 0,0 0-1 0 0,0 1 1 0 0,1-1-1 0 0,-1 0 0 0 0,1 1 1 0 0,-1 0-1 0 0,1-1 1 0 0,0 1-1 0 0,0 0 1 0 0,0-1-1 0 0,0 1 0 0 0,1 0 1 0 0,-1 0-1 0 0,1 0 1 0 0,0 0-1 0 0,-1 0 0 0 0,1 0 1 0 0,1 0-1 0 0,0 4 1 0 0,-1 206 1574 0 0,0-212-1611 0 0,0-1 1 0 0,0 1-1 0 0,0 0 0 0 0,0-1 1 0 0,-1 1-1 0 0,1 0 1 0 0,0-1-1 0 0,0 1 1 0 0,0 0-1 0 0,0-1 1 0 0,-1 1-1 0 0,1-1 0 0 0,0 1 1 0 0,-1 0-1 0 0,1-1 1 0 0,0 1-1 0 0,-1-1 1 0 0,1 1-1 0 0,-1-1 0 0 0,1 1 1 0 0,-1-1-1 0 0,1 1 1 0 0,-1-1-1 0 0,1 0 1 0 0,-1 1-1 0 0,1-1 1 0 0,-1 0-1 0 0,0 1 0 0 0,1-1 1 0 0,-1 0-1 0 0,1 0 1 0 0,-1 1-1 0 0,0-1 1 0 0,1 0-1 0 0,-1 0 0 0 0,0 0 1 0 0,0 0-1 0 0,0 0 4 0 0,0 0 1 0 0,0 0-1 0 0,1 0 0 0 0,-1 0 0 0 0,0 0 0 0 0,1 1 0 0 0,-1-1 0 0 0,0 0 0 0 0,1 0 0 0 0,-1 1 0 0 0,0-1 0 0 0,1 0 1 0 0,-1 1-1 0 0,0-1 0 0 0,1 1 0 0 0,-1-1 0 0 0,1 1 0 0 0,-1-1 0 0 0,1 1 0 0 0,-1-1 0 0 0,1 1 0 0 0,-1-1 1 0 0,1 1-1 0 0,0 0 0 0 0,-1-1 0 0 0,1 1 0 0 0,0 0 0 0 0,0-1 0 0 0,-1 1 0 0 0,1 0 0 0 0,0-1 0 0 0,0 1 0 0 0,0 0 1 0 0,0 0-1 0 0,0-1 0 0 0,0 1 0 0 0,0 1 0 0 0,0 0 4 0 0,-1 1 0 0 0,1-1 0 0 0,-1 1 0 0 0,1-1 0 0 0,-1 1 0 0 0,0-1 0 0 0,0 1 0 0 0,0-1 0 0 0,0 0 0 0 0,0 0-1 0 0,0 1 1 0 0,-1-1 0 0 0,1 0 0 0 0,-1 0 0 0 0,-2 2 0 0 0,-5 8 14 0 0,8-12-16 0 0,1 1 0 0 0,-1 0 0 0 0,1-1 0 0 0,-1 1 0 0 0,1 0 0 0 0,0 0 0 0 0,-1-1 0 0 0,1 1 0 0 0,0 0 0 0 0,0 0 0 0 0,0-1 0 0 0,-1 1 0 0 0,1 0 0 0 0,0 0 0 0 0,0 0 0 0 0,0-1 0 0 0,0 1 0 0 0,0 0 0 0 0,1 0 0 0 0,-1 0 0 0 0,0-1 0 0 0,0 1 0 0 0,0 0 0 0 0,1 0 0 0 0,-1-1 0 0 0,0 1 0 0 0,1 0 0 0 0,-1 0 0 0 0,1-1 0 0 0,-1 1 0 0 0,1 0 0 0 0,-1-1 0 0 0,1 1 0 0 0,-1-1 0 0 0,1 1 0 0 0,0-1 0 0 0,-1 1 0 0 0,1-1 0 0 0,0 1 0 0 0,-1-1 0 0 0,1 0 0 0 0,0 1 0 0 0,-1-1 0 0 0,1 0 0 0 0,1 1 0 0 0,-1-1 11 0 0,0 1 1 0 0,0-1-1 0 0,0 0 1 0 0,0 1-1 0 0,0 0 1 0 0,0-1 0 0 0,0 1-1 0 0,0-1 1 0 0,-1 1-1 0 0,1 0 1 0 0,0 0-1 0 0,0-1 1 0 0,-1 1 0 0 0,1 0-1 0 0,-1 0 1 0 0,1 0-1 0 0,-1 0 1 0 0,1 0-1 0 0,-1 0 1 0 0,1 0-1 0 0,-1 0 1 0 0,0 0 0 0 0,1 1-1 0 0,-1 1-11 0 0,0-1 0 0 0,0 1 0 0 0,-1-1-1 0 0,1 1 1 0 0,0-1 0 0 0,-1 1 0 0 0,0-1 0 0 0,0 0 0 0 0,0 1 0 0 0,0-1-1 0 0,0 0 1 0 0,0 1 0 0 0,0-1 0 0 0,-1 0 0 0 0,1 0 0 0 0,-1 0 0 0 0,-2 3-1 0 0,-5 6 73 0 0,8-10-70 0 0,1-1 0 0 0,-1 1 0 0 0,1 0 0 0 0,-1 0 0 0 0,1-1 0 0 0,0 1 0 0 0,-1 0 0 0 0,1 0 0 0 0,0 0 0 0 0,0 0 0 0 0,0 0 0 0 0,0 0 0 0 0,0-1 0 0 0,-1 1-1 0 0,2 0 1 0 0,-1 0 0 0 0,0 0 0 0 0,0 0 0 0 0,0 0 0 0 0,0 0 0 0 0,0-1 0 0 0,1 1 0 0 0,-1 0 0 0 0,0 0 0 0 0,1 0 0 0 0,-1 0 0 0 0,1-1 0 0 0,-1 1 0 0 0,1 0 0 0 0,-1-1 0 0 0,1 1 0 0 0,0 0 0 0 0,-1-1 0 0 0,1 1-1 0 0,0-1 1 0 0,-1 1 0 0 0,1-1 0 0 0,0 1 0 0 0,0-1 0 0 0,-1 1 0 0 0,3 0 0 0 0,-2-1 3 0 0,0 1 0 0 0,0 0-1 0 0,1 0 1 0 0,-1-1 0 0 0,0 1-1 0 0,0 0 1 0 0,0 0 0 0 0,0 0-1 0 0,-1 0 1 0 0,1 1 0 0 0,0-1-1 0 0,0 0 1 0 0,-1 0 0 0 0,1 0-1 0 0,0 1 1 0 0,-1-1 0 0 0,1 0 0 0 0,-1 0-1 0 0,1 3 1 0 0,-1 114 1613 0 0,0-117-1623 0 0,0 0 0 0 0,0 0 0 0 0,0 0 0 0 0,0 0 0 0 0,-1 0 0 0 0,1 0 0 0 0,0 0 0 0 0,0 0 0 0 0,-1 0 0 0 0,1 0 0 0 0,0 0 0 0 0,-1 0 0 0 0,1 0 0 0 0,-1 0 0 0 0,0-1 0 0 0,1 1 0 0 0,-1 0 0 0 0,0 0 0 0 0,1 0 0 0 0,-1-1 0 0 0,0 1 0 0 0,0-1 0 0 0,1 1 0 0 0,-1 0 0 0 0,-2 0 0 0 0,3-1-3 0 0,-1 0 1 0 0,1 1-1 0 0,-1-1 0 0 0,1 0 0 0 0,-1 0 1 0 0,1 1-1 0 0,-1-1 0 0 0,1 0 0 0 0,0 1 0 0 0,-1-1 1 0 0,1 0-1 0 0,0 1 0 0 0,-1-1 0 0 0,1 1 1 0 0,0-1-1 0 0,-1 0 0 0 0,1 1 0 0 0,0-1 1 0 0,0 1-1 0 0,0-1 0 0 0,-1 1 0 0 0,1-1 0 0 0,0 2 1 0 0,8 8 14 0 0,-7-9-13 0 0,0 0 0 0 0,0-1 0 0 0,0 1 0 0 0,0 0 1 0 0,0 1-1 0 0,0-1 0 0 0,0 0 0 0 0,0 0 0 0 0,-1 0 1 0 0,1 0-1 0 0,0 1 0 0 0,-1-1 0 0 0,1 0 0 0 0,-1 1 1 0 0,1-1-1 0 0,-1 0 0 0 0,0 1 0 0 0,1-1 1 0 0,-1 3-1 0 0,0-3-4 0 0,0 0 0 0 0,0 0 0 0 0,0 1 0 0 0,0-1 0 0 0,0 0 0 0 0,1 0 0 0 0,-1 0 0 0 0,0 0 0 0 0,1 0 0 0 0,-1 0 0 0 0,1 0 0 0 0,-1 0 0 0 0,1 0 0 0 0,-1 0 0 0 0,1 0 0 0 0,0 0 0 0 0,0 0 0 0 0,-1 0 0 0 0,1-1 0 0 0,0 1 0 0 0,0 0 0 0 0,0 0 0 0 0,0-1 0 0 0,0 1 0 0 0,0-1 0 0 0,0 1 0 0 0,1 0 0 0 0,-1-1 5 0 0,0 1 0 0 0,0-1 0 0 0,0 0 0 0 0,0 1 0 0 0,-1-1-1 0 0,1 1 1 0 0,0-1 0 0 0,0 1 0 0 0,-1 0 0 0 0,1-1 0 0 0,0 1-1 0 0,-1 0 1 0 0,1-1 0 0 0,0 1 0 0 0,-1 0 0 0 0,1 0 0 0 0,-1 0-1 0 0,0-1 1 0 0,1 1 0 0 0,-1 0 0 0 0,0 0 0 0 0,1 0 0 0 0,-1 0-1 0 0,0 0 1 0 0,0 0 0 0 0,0 0 0 0 0,1 0 0 0 0,-1 0 0 0 0,0 0-1 0 0,0-1 1 0 0,0 1 0 0 0,0-1 0 0 0,0 1 0 0 0,0-1 0 0 0,0 1 0 0 0,0-1 0 0 0,0 1-1 0 0,1-1 1 0 0,-1 0 0 0 0,0 1 0 0 0,0-1 0 0 0,1 1 0 0 0,-1-1 0 0 0,0 1-1 0 0,1-1 1 0 0,-1 0 0 0 0,0 1 0 0 0,1-1 0 0 0,-1 0 0 0 0,1 1 0 0 0,-1-1 0 0 0,0 0-1 0 0,1 0 1 0 0,-1 1 0 0 0,1-1 0 0 0,-1 0 0 0 0,1 0 0 0 0,-1 0 0 0 0,1 1-1 0 0,-1-1 1 0 0,1 0 0 0 0,-1 0 0 0 0,2 0 0 0 0,-2 0 1 0 0,1 0 0 0 0,-1 0 1 0 0,1 0-1 0 0,0 0 0 0 0,-1 0 0 0 0,1 1 1 0 0,0-1-1 0 0,-1 0 0 0 0,1 0 0 0 0,-1 1 1 0 0,1-1-1 0 0,-1 0 0 0 0,1 1 0 0 0,-1-1 1 0 0,1 1-1 0 0,-1-1 0 0 0,1 0 0 0 0,-1 1 1 0 0,1-1-1 0 0,-1 1 0 0 0,0-1 0 0 0,1 1 1 0 0,-1-1-1 0 0,0 1 0 0 0,1 0 0 0 0,-1-1 1 0 0,0 1-1 0 0,0-1 0 0 0,0 1 1 0 0,1 0-1 0 0,-1-1 0 0 0,0 1 0 0 0,0 0 1 0 0,0-1-1 0 0,0 1 0 0 0,0 0 0 0 0,-1 1 1 0 0,1-1-1 0 0,0 1 1 0 0,0 0-1 0 0,0-1 1 0 0,0 1-1 0 0,0-1 1 0 0,0 1-1 0 0,0 0 1 0 0,0-1-1 0 0,1 1 1 0 0,-1-1-1 0 0,0 1 1 0 0,1 0-1 0 0,0-1 1 0 0,-1 0-1 0 0,1 1 1 0 0,0-1-1 0 0,0 1 1 0 0,0-1-1 0 0,0 0 1 0 0,0 1-1 0 0,0-1 1 0 0,0 0-1 0 0,0 0 1 0 0,0 0-1 0 0,1 0 1 0 0,-1 0-1 0 0,0 0 1 0 0,3 1-1 0 0,3 2-10 0 0,-7-4 5 0 0,1 1 0 0 0,0-1 1 0 0,-1 1-1 0 0,1-1 0 0 0,-1 1 0 0 0,1-1 0 0 0,-1 1 0 0 0,1 0 0 0 0,-1-1 0 0 0,0 1 0 0 0,1-1 0 0 0,-1 1 0 0 0,0 0 0 0 0,1-1 0 0 0,-1 1 0 0 0,0 0 0 0 0,0 0 1 0 0,0-1-1 0 0,0 1 0 0 0,0 0 0 0 0,0-1 0 0 0,1 1 0 0 0,-2 0 0 0 0,1 0 0 0 0,0-1 0 0 0,0 1 0 0 0,0 0 0 0 0,0-1 0 0 0,0 1 0 0 0,-1 1 0 0 0,1-1 3 0 0,-1 0 0 0 0,1-1 0 0 0,0 1 0 0 0,0 0 0 0 0,0 0 0 0 0,0 0 0 0 0,-1-1-1 0 0,1 1 1 0 0,0 0 0 0 0,0 0 0 0 0,1 0 0 0 0,-1 0 0 0 0,0-1 0 0 0,0 1 0 0 0,0 0 0 0 0,1 0-1 0 0,-1 0 1 0 0,0-1 0 0 0,1 1 0 0 0,-1 0 0 0 0,0 0 0 0 0,1-1 0 0 0,-1 1 0 0 0,1 0 0 0 0,-1-1-1 0 0,2 2 1 0 0,6 3 26 0 0,-7-4-24 0 0,0-1 0 0 0,0 1-1 0 0,1 0 1 0 0,-1-1 0 0 0,0 1-1 0 0,0 0 1 0 0,0 0 0 0 0,0 0 0 0 0,0 0-1 0 0,0 0 1 0 0,0 0 0 0 0,-1 0-1 0 0,1 0 1 0 0,0 0 0 0 0,-1 1 0 0 0,1-1-1 0 0,0 0 1 0 0,-1 0 0 0 0,1 1 0 0 0,-1-1-1 0 0,0 0 1 0 0,1 1 0 0 0,-1-1-1 0 0,0 2 1 0 0,0-1-4 0 0,0-1 0 0 0,0 0-1 0 0,0 0 1 0 0,1 1 0 0 0,-1-1-1 0 0,0 0 1 0 0,1 0 0 0 0,-1 1 0 0 0,1-1-1 0 0,-1 0 1 0 0,1 0 0 0 0,0 0 0 0 0,-1 0-1 0 0,1 0 1 0 0,0 0 0 0 0,0 0-1 0 0,0 0 1 0 0,0 0 0 0 0,-1 0 0 0 0,1 0-1 0 0,1 0 1 0 0,-1-1 0 0 0,1 2-1 0 0,9 8 23 0 0,-10-7-12 0 0,0-1-1 0 0,0 1 0 0 0,0-1 1 0 0,-1 1-1 0 0,1-1 1 0 0,-1 1-1 0 0,1 0 1 0 0,-1-1-1 0 0,0 1 1 0 0,0 3-1 0 0,-1-2 2 0 0,1-1 1 0 0,1 1-1 0 0,-1 0 0 0 0,0 0 1 0 0,1-1-1 0 0,0 1 0 0 0,2 6 1 0 0,6 8 21 0 0,-7-13-36 0 0,1 0 0 0 0,-1 0 0 0 0,1 0-1 0 0,-1 1 1 0 0,-1-1 0 0 0,1 1 0 0 0,-1-1 0 0 0,0 1 0 0 0,0 7 0 0 0,-1-10 3 0 0,1 0 1 0 0,-1 0-1 0 0,0 0 0 0 0,1-1 0 0 0,0 1 1 0 0,0 0-1 0 0,0 0 0 0 0,0-1 1 0 0,0 1-1 0 0,0 0 0 0 0,1-1 1 0 0,2 4-1 0 0,4 13 22 0 0,-16-3-57 0 0,7-15 32 0 0,0 0 0 0 0,0 0 0 0 0,0 0 0 0 0,0 0 0 0 0,0 0 0 0 0,0 0 0 0 0,1 1 0 0 0,-1-1 0 0 0,0 0 0 0 0,1 0 0 0 0,-1 1 0 0 0,1-1 0 0 0,-1 0 0 0 0,1 0 0 0 0,0 1 0 0 0,-1-1 0 0 0,1 1 0 0 0,0-1 0 0 0,0 0 0 0 0,0 1 0 0 0,0-1 0 0 0,0 0 0 0 0,1 1 0 0 0,-1-1 0 0 0,0 0 0 0 0,1 1 0 0 0,-1-1 1 0 0,1 0-1 0 0,0 2 0 0 0,8 10 34 0 0,-7-11-18 0 0,0 1 0 0 0,-1-1 0 0 0,1 1-1 0 0,0 0 1 0 0,-1-1 0 0 0,1 1 0 0 0,-1 0 0 0 0,0 0 0 0 0,0 0-1 0 0,0 0 1 0 0,-1 0 0 0 0,1 0 0 0 0,-1 1 0 0 0,1 4 0 0 0,-1 131 426 0 0,0-139-440 0 0,0 1 0 0 0,0-1 0 0 0,-1 1 0 0 0,1 0 0 0 0,0-1 0 0 0,0 1 0 0 0,0-1 0 0 0,-1 1 0 0 0,1-1 0 0 0,0 1 0 0 0,-1-1 0 0 0,1 1 0 0 0,0-1 0 0 0,-1 0 0 0 0,1 1 0 0 0,-1-1 0 0 0,1 0 0 0 0,0 1 0 0 0,-1-1 0 0 0,1 0 0 0 0,-1 1 0 0 0,1-1 0 0 0,-1 0 0 0 0,1 0 0 0 0,-1 1 0 0 0,0-1 0 0 0,1 0 0 0 0,-1 0-1 0 0,1 0 1 0 0,-1 0 0 0 0,1 0 0 0 0,-1 0 0 0 0,1 0 0 0 0,-1 0 0 0 0,0 0 0 0 0,0 0-1 0 0,0 0 0 0 0,1 0-1 0 0,-1 0 1 0 0,0 0-1 0 0,1 0 1 0 0,-1 0-1 0 0,0 0 1 0 0,1 0 0 0 0,-1 1-1 0 0,0-1 1 0 0,1 0-1 0 0,-1 0 1 0 0,1 1-1 0 0,-1-1 1 0 0,0 0 0 0 0,1 1-1 0 0,-1-1 1 0 0,1 0-1 0 0,-1 1 1 0 0,1-1-1 0 0,-1 1 1 0 0,1-1 0 0 0,0 1-1 0 0,-1-1 1 0 0,1 1-1 0 0,-1 0 1 0 0,1-1-1 0 0,0 1 1 0 0,-1-1 0 0 0,1 1-1 0 0,0 0 1 0 0,0-1-1 0 0,0 1 1 0 0,0 0-1 0 0,-1-1 1 0 0,1 2-1 0 0,1 9 39 0 0,-1-9-48 0 0,1 0 1 0 0,-1 0-1 0 0,0 0 0 0 0,1 1 0 0 0,-1-1 0 0 0,-1 0 1 0 0,1 0-1 0 0,0 0 0 0 0,0 0 0 0 0,-1 1 0 0 0,1-1 1 0 0,-1 0-1 0 0,0 0 0 0 0,1 0 0 0 0,-1 0 1 0 0,-2 3-1 0 0,-5-1-264 0 0,-11 8-3199 0 0,19-28-2902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02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0 355 800 0 0,'22'-5'859'0'0,"-1"-1"0"0"0,-1-2 0 0 0,1 0-1 0 0,-1-1 1 0 0,0 0 0 0 0,-1-2-1 0 0,34-25 1 0 0,-33 21-449 0 0,0 1 0 0 0,32-18-1 0 0,-33 21-92 0 0,0 0-1 0 0,-1-1 0 0 0,30-27 1 0 0,55-46 1844 0 0,-81 68-1681 0 0,-16 7 20 0 0,-1 4-213 0 0,17 0-47 0 0,-16 1-28 0 0,-7 8-10 0 0,1-2-122 0 0,0 14 253 0 0,0 10 119 0 0,1 1 314 0 0,-5 37 0 0 0,2-53-617 0 0,0-1-1 0 0,0 1 1 0 0,-1-1 0 0 0,0 0 0 0 0,0 0 0 0 0,-1 0 0 0 0,-6 11 0 0 0,-14 15 159 0 0,16-24-198 0 0,0 1 0 0 0,1 0-1 0 0,-6 14 1 0 0,3 0 128 0 0,9-20-192 0 0,-1 0 0 0 0,0-1 0 0 0,-1 1 0 0 0,1 0 1 0 0,-1-1-1 0 0,-1 0 0 0 0,1 0 0 0 0,-5 6 0 0 0,-20 24-166 0 0,22-21-249 0 0,5-10 51 0 0,0-1 0 0 0,0 0 0 0 0,-1 1 0 0 0,1-1 0 0 0,-1 0 0 0 0,0 0 0 0 0,0 0 0 0 0,0 0-1 0 0,0 0 1 0 0,0 0 0 0 0,-1-1 0 0 0,1 1 0 0 0,-1-1 0 0 0,0 0 0 0 0,0 1 0 0 0,0-1 0 0 0,0 0-1 0 0,0-1 1 0 0,0 1 0 0 0,0-1 0 0 0,-1 1 0 0 0,1-1 0 0 0,-7 2 0 0 0,-23-1-5752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02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49 320 0 0,'33'0'2401'0'0,"-1"-7"160"0"0,1 1-79 0 0,32-2-321 0 0,1 8-321 0 0,-1 0-479 0 0,-32 0-401 0 0,32 0-639 0 0,0 8-1522 0 0,0-16-1680 0 0,-32 2-881 0 0,-33-15-80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04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63 240 0 0,'0'0'961'0'0,"-5"0"-641"0"0,-22 0 320 0 0,27-33 1761 0 0,-1 31-2251 0 0,1 1 0 0 0,0 0 0 0 0,0-1 0 0 0,0 1-1 0 0,0-1 1 0 0,0 1 0 0 0,0 0 0 0 0,1-1 0 0 0,-1 1 0 0 0,0 0 0 0 0,1-1 0 0 0,-1 1-1 0 0,1 0 1 0 0,-1 0 0 0 0,1-1 0 0 0,0 1 0 0 0,1-2 0 0 0,-1 3-21 0 0,1-1 0 0 0,0 0 0 0 0,0 1 1 0 0,-1-1-1 0 0,1 1 0 0 0,0 0 0 0 0,0 0 1 0 0,0-1-1 0 0,0 1 0 0 0,-1 0 0 0 0,4 1 0 0 0,-3-1-68 0 0,-1 0-14 0 0,-1 1 1 0 0,0-1 0 0 0,0 0-1 0 0,0 1 1 0 0,0-1 0 0 0,0 0-1 0 0,1 1 1 0 0,-1-1-1 0 0,0 0 1 0 0,0 1 0 0 0,0-1-1 0 0,0 1 1 0 0,0-1 0 0 0,0 0-1 0 0,0 1 1 0 0,0-1 0 0 0,0 1-1 0 0,-1-1 1 0 0,1 0 0 0 0,0 1-1 0 0,0-1 1 0 0,0 0-1 0 0,0 1 1 0 0,0-1 0 0 0,-1 0-1 0 0,1 1 1 0 0,0-1 0 0 0,0 0-1 0 0,-1 1 1 0 0,1-1 0 0 0,0 0-1 0 0,0 0 1 0 0,-1 1 0 0 0,1-1-1 0 0,0 0 1 0 0,-1 0-1 0 0,1 1 1 0 0,0-1 0 0 0,-1 0-1 0 0,1 0 1 0 0,-1 0 0 0 0,-7 1 38 0 0,-6 4 239 0 0,13-3-299 0 0,0-1 0 0 0,1 0 0 0 0,-1 1 0 0 0,1-1 0 0 0,-1 0-1 0 0,1 1 1 0 0,-1-1 0 0 0,1 1 0 0 0,0-1 0 0 0,0 1 0 0 0,-1-1 0 0 0,1 1 0 0 0,0-1 0 0 0,1 3 0 0 0,-2 7 96 0 0,0 0 1 0 0,-1 0-1 0 0,0 0 0 0 0,-6 18 1 0 0,5-19-19 0 0,0 0 1 0 0,1 0-1 0 0,0 1 0 0 0,0 17 1 0 0,2-25-64 0 0,-1 1 1 0 0,1 0-1 0 0,-1 0 1 0 0,1-1-1 0 0,-1 1 0 0 0,0 0 1 0 0,0 0-1 0 0,-1-1 1 0 0,1 1-1 0 0,-1-1 0 0 0,0 0 1 0 0,1 1-1 0 0,-4 2 1 0 0,-5 11 192 0 0,-1 15 286 0 0,4-23-344 0 0,-13 16 221 0 0,20-24-389 0 0,0 0 0 0 0,-1 0-1 0 0,1 0 1 0 0,0-1 0 0 0,-1 1 0 0 0,1 0-1 0 0,0 0 1 0 0,0 0 0 0 0,0 0 0 0 0,0 0-1 0 0,0 0 1 0 0,0 0 0 0 0,0 0 0 0 0,0 0-1 0 0,0 0 1 0 0,0 0 0 0 0,0 0 0 0 0,1 0 0 0 0,-1 0-1 0 0,0-1 1 0 0,1 1 0 0 0,-1 0 0 0 0,0 0-1 0 0,1 0 1 0 0,-1 0 0 0 0,1-1 0 0 0,0 1-1 0 0,-1 0 1 0 0,1 0 0 0 0,1 0 0 0 0,8 7-12 0 0,-6-4-123 0 0,-18 0-436 0 0,12-4 275 0 0,1 0 1 0 0,-1 1-1 0 0,1-1 0 0 0,-1 0 1 0 0,1 0-1 0 0,-1 0 0 0 0,1 0 1 0 0,-1 0-1 0 0,1 0 0 0 0,-1 0 1 0 0,1-1-1 0 0,-1 1 0 0 0,1 0 1 0 0,0-1-1 0 0,-1 1 0 0 0,1-1 1 0 0,0 0-1 0 0,-1 1 0 0 0,-1-3 1 0 0,1 2-510 0 0,2 1 604 0 0,-1-1 0 0 0,1 1 0 0 0,-1 0 0 0 0,1-1-1 0 0,-1 1 1 0 0,1-1 0 0 0,0 1 0 0 0,-1-1 0 0 0,1 1 0 0 0,0-1-1 0 0,0 1 1 0 0,-1-1 0 0 0,1 1 0 0 0,0-1 0 0 0,0 1 0 0 0,0-1 0 0 0,0 1-1 0 0,-1-1 1 0 0,1 0 0 0 0,0 1 0 0 0,0-1 0 0 0,0 1 0 0 0,0-1-1 0 0,1 0 1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06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77 720 0 0,'29'-8'758'0'0,"-25"6"-658"0"0,0 1-1 0 0,-1-1 0 0 0,1 1 0 0 0,0 0 1 0 0,0 0-1 0 0,1 1 0 0 0,-1-1 0 0 0,0 1 1 0 0,0 0-1 0 0,0 0 0 0 0,0 0 0 0 0,0 0 1 0 0,8 3-1 0 0,-12-3-91 0 0,1 1 1 0 0,0 0-1 0 0,-1 0 0 0 0,1-1 1 0 0,0 1-1 0 0,-1 0 1 0 0,1 0-1 0 0,-1 0 0 0 0,0 0 1 0 0,1 0-1 0 0,-1 0 1 0 0,0 0-1 0 0,1 0 0 0 0,-1 0 1 0 0,0 0-1 0 0,0 0 0 0 0,0 0 1 0 0,0 0-1 0 0,0 0 1 0 0,0 0-1 0 0,0 0 0 0 0,0 0 1 0 0,-1 0-1 0 0,1 1 0 0 0,-1 2 36 0 0,2-1 17 0 0,-1 0-1 0 0,0 0 0 0 0,0 0 0 0 0,0 0 0 0 0,0 0 0 0 0,-1 0 0 0 0,1 0 0 0 0,-1 0 1 0 0,0 0-1 0 0,0 0 0 0 0,0 0 0 0 0,0 0 0 0 0,0-1 0 0 0,0 1 0 0 0,-1 0 0 0 0,0-1 0 0 0,1 1 1 0 0,-1-1-1 0 0,0 0 0 0 0,0 1 0 0 0,0-1 0 0 0,0 0 0 0 0,-1 0 0 0 0,-4 3 0 0 0,1 0 225 0 0,3-3-179 0 0,-1 1 1 0 0,1-1-1 0 0,-1 0 1 0 0,1-1-1 0 0,-1 1 1 0 0,0-1-1 0 0,1 1 1 0 0,-1-1-1 0 0,0 0 1 0 0,0-1-1 0 0,0 1 1 0 0,0-1-1 0 0,0 0 1 0 0,0 0-1 0 0,0 0 1 0 0,0 0-1 0 0,0 0 1 0 0,0-1-1 0 0,-5-1 1 0 0,3 1 33 0 0,0-1 1 0 0,0 0-1 0 0,0 0 0 0 0,0 0 1 0 0,1-1-1 0 0,-1 0 1 0 0,1 0-1 0 0,-1 0 1 0 0,1-1-1 0 0,0 1 1 0 0,-4-6-1 0 0,7 5-73 0 0,0 0 0 0 0,1-1 0 0 0,0 1 0 0 0,0-1 0 0 0,0 1 0 0 0,1-1 0 0 0,-1 0 0 0 0,1 1 0 0 0,0-1 0 0 0,0 1 0 0 0,1-1 0 0 0,0-5 0 0 0,0-8 102 0 0,-1 17-159 0 0,0 0-1 0 0,0 0 0 0 0,0-1 1 0 0,1 1-1 0 0,-1 0 0 0 0,0 0 0 0 0,1-1 1 0 0,-1 1-1 0 0,0 0 0 0 0,1 0 1 0 0,-1 0-1 0 0,1 0 0 0 0,0 0 0 0 0,-1 0 1 0 0,1 0-1 0 0,0 0 0 0 0,0 0 0 0 0,-1 0 1 0 0,1 0-1 0 0,0 0 0 0 0,0 0 1 0 0,0 1-1 0 0,0-1 0 0 0,0 0 0 0 0,0 1 1 0 0,3-2-1 0 0,5-3 34 0 0,-3 1-39 0 0,0 0 0 0 0,0 1-1 0 0,1 0 1 0 0,-1 0 0 0 0,1 0 0 0 0,0 1 0 0 0,0 0 0 0 0,0 1 0 0 0,0 0-1 0 0,0 0 1 0 0,1 0 0 0 0,-1 1 0 0 0,8 0 0 0 0,-10 0-1 0 0,-1 0 0 0 0,0 0 0 0 0,0 0 0 0 0,0 1 0 0 0,0 0 0 0 0,0-1 0 0 0,0 2 0 0 0,0-1 0 0 0,0 0 0 0 0,0 1 0 0 0,0 0 1 0 0,-1-1-1 0 0,1 2 0 0 0,-1-1 0 0 0,1 0 0 0 0,-1 1 0 0 0,0-1 0 0 0,0 1 0 0 0,0 0 0 0 0,0 0 0 0 0,0 0 0 0 0,-1 1 0 0 0,1-1 0 0 0,-1 0 0 0 0,2 6 0 0 0,-2-2 35 0 0,0 1 0 0 0,-1-1 0 0 0,0 1 0 0 0,0-1-1 0 0,0 9 1 0 0,-1-12-27 0 0,0 0 1 0 0,0-1-1 0 0,-1 1 0 0 0,1 0 1 0 0,-1 0-1 0 0,1 0 0 0 0,-1-1 0 0 0,-1 1 1 0 0,1 0-1 0 0,0-1 0 0 0,-1 1 1 0 0,-2 3-1 0 0,2-5-47 0 0,0 0-1 0 0,0 0 1 0 0,0 0 0 0 0,0 0 0 0 0,0-1 0 0 0,0 1-1 0 0,-1-1 1 0 0,1 0 0 0 0,0 1 0 0 0,-1-1 0 0 0,1 0-1 0 0,-1 0 1 0 0,-2 0 0 0 0,-1 0-175 0 0,0 0 0 0 0,1-1 1 0 0,-1 0-1 0 0,0 0 0 0 0,1 0 0 0 0,-1-1 1 0 0,0 0-1 0 0,1 0 0 0 0,-8-2 0 0 0,-74-22-3737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08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8 480 0 0,'0'-1'34'0'0,"0"1"0"0"0,0 0-1 0 0,0 0 1 0 0,0-1 0 0 0,0 1 0 0 0,0 0-1 0 0,0 0 1 0 0,0-1 0 0 0,0 1 0 0 0,0 0-1 0 0,0 0 1 0 0,0 0 0 0 0,0-1 0 0 0,0 1-1 0 0,-1 0 1 0 0,1 0 0 0 0,0-1 0 0 0,0 1-1 0 0,0 0 1 0 0,0 0 0 0 0,0 0 0 0 0,-1 0-1 0 0,1-1 1 0 0,0 1 0 0 0,0 0 0 0 0,0 0-1 0 0,-1 0 1 0 0,1 0 0 0 0,0 0 0 0 0,0-1-1 0 0,0 1 1 0 0,-1 0 0 0 0,1 0 0 0 0,0 0-1 0 0,0 0 1 0 0,-1 0 0 0 0,1 0 0 0 0,0 0-1 0 0,0 0 1 0 0,-1 0 0 0 0,-12 3 66 0 0,-1 1 404 0 0,14-3-146 0 0,0-1-339 0 0,0 0-1 0 0,0 1 0 0 0,0-1 1 0 0,0 0-1 0 0,1 0 1 0 0,-1 0-1 0 0,0 0 0 0 0,0 0 1 0 0,0 1-1 0 0,0-1 0 0 0,0 0 1 0 0,0 0-1 0 0,0 0 0 0 0,0 0 1 0 0,0 1-1 0 0,0-1 1 0 0,0 0-1 0 0,0 0 0 0 0,0 0 1 0 0,0 0-1 0 0,-1 0 0 0 0,1 1 1 0 0,0-1-1 0 0,0 0 1 0 0,0 0-1 0 0,0 0 0 0 0,0 0 1 0 0,0 0-1 0 0,0 0 0 0 0,0 1 1 0 0,0-1-1 0 0,-1 0 0 0 0,1 0 1 0 0,0 0-1 0 0,0 0 1 0 0,0 0-1 0 0,0 0 0 0 0,0 0 1 0 0,0 0-1 0 0,-1 0 0 0 0,1 1 1 0 0,0-1-1 0 0,0 0 0 0 0,0 0 1 0 0,0 0-1 0 0,-1 0 1 0 0,1 0-1 0 0,0 0 0 0 0,0 0 1 0 0,0 0-1 0 0,0 0 0 0 0,0 0 1 0 0,-1 0-1 0 0,1 0 1 0 0,0 0-1 0 0,0-1 0 0 0,0 1 1 0 0,0 0-1 0 0,-1 0 0 0 0,1 0 1 0 0,0 0-1 0 0,0 0 0 0 0,0 0 1 0 0,-15 0 396 0 0,30 0 50 0 0,-15 0-453 0 0,0 0 0 0 0,0 0 0 0 0,0-1 0 0 0,0 1 0 0 0,1 0 0 0 0,-1 0-1 0 0,0 0 1 0 0,0 0 0 0 0,0 0 0 0 0,0 0 0 0 0,1 0 0 0 0,-1 0 0 0 0,0 0 0 0 0,0 0 0 0 0,0 0-1 0 0,0 0 1 0 0,0 0 0 0 0,1 0 0 0 0,-1 0 0 0 0,0 0 0 0 0,0 0 0 0 0,0 0 0 0 0,0 0 0 0 0,1 0-1 0 0,-1 0 1 0 0,0 0 0 0 0,0 1 0 0 0,0-1 0 0 0,0 0 0 0 0,0 0 0 0 0,1 0 0 0 0,-1 0 0 0 0,0 0-1 0 0,0 0 1 0 0,0 0 0 0 0,0 1 0 0 0,0-1 0 0 0,0 0 0 0 0,0 0 0 0 0,0 0 0 0 0,0 0 0 0 0,1 0-1 0 0,-1 1 1 0 0,0-1 0 0 0,0 0 0 0 0,0 0 0 0 0,0 0 0 0 0,0 0 0 0 0,0 0 0 0 0,0 1 0 0 0,0-1-1 0 0,0 0 1 0 0,0 0 0 0 0,0 0 0 0 0,0 0 0 0 0,0 1 0 0 0,0-1 0 0 0,0 0 0 0 0,0 0 0 0 0,-1 0-1 0 0,1 0 1 0 0,0 0 0 0 0,0 1 0 0 0,-5 0 2829 0 0,-22-1-2534 0 0,27 1-227 0 0,0 5-54 0 0,-1-5-14 0 0,0 0 0 0 0,1 0-1 0 0,-1 0 1 0 0,0 0 0 0 0,0 0-1 0 0,1 0 1 0 0,-1-1 0 0 0,0 1-1 0 0,0 0 1 0 0,0 0 0 0 0,0-1-1 0 0,0 1 1 0 0,0-1 0 0 0,0 1-1 0 0,0-1 1 0 0,0 1 0 0 0,0-1-1 0 0,-1 0 1 0 0,1 1 0 0 0,0-1-1 0 0,0 0 1 0 0,-2 0 0 0 0,-1 1 53 0 0,4 0-38 0 0,-1 0-1 0 0,0 0 1 0 0,0 0 0 0 0,1 0 0 0 0,-1 0-1 0 0,0 1 1 0 0,1-1 0 0 0,-1 0 0 0 0,1 0-1 0 0,0 0 1 0 0,-1 1 0 0 0,1-1 0 0 0,0 0-1 0 0,0 0 1 0 0,0 1 0 0 0,0-1-1 0 0,0 0 1 0 0,0 0 0 0 0,0 1 0 0 0,0-1-1 0 0,0 0 1 0 0,0 0 0 0 0,1 1 0 0 0,0 1-1 0 0,0-2 7 0 0,-1 1 0 0 0,0-1 0 0 0,1 1 0 0 0,-1 0 0 0 0,0-1 0 0 0,0 1 0 0 0,1-1 0 0 0,-1 1 0 0 0,-1-1 0 0 0,1 1 0 0 0,0 0 0 0 0,0-1 0 0 0,-1 1 0 0 0,1-1 0 0 0,0 1 0 0 0,-1-1 0 0 0,0 1 0 0 0,1-1 0 0 0,-1 0 0 0 0,0 1 0 0 0,0-1 0 0 0,-1 2 0 0 0,-6 3 63 0 0,6-5-71 0 0,1-1 0 0 0,0 1 1 0 0,0 0-1 0 0,-1 0 0 0 0,1 0 0 0 0,0 0 0 0 0,0 0 0 0 0,0 0 1 0 0,0 0-1 0 0,0 1 0 0 0,0-1 0 0 0,1 0 0 0 0,-1 0 0 0 0,0 1 0 0 0,1-1 1 0 0,-1 0-1 0 0,1 1 0 0 0,-1-1 0 0 0,1 1 0 0 0,-1-1 0 0 0,1 1 1 0 0,0-1-1 0 0,0 1 0 0 0,0-1 0 0 0,0 1 0 0 0,0-1 0 0 0,0 2 1 0 0,0 0 2 0 0,0-1 1 0 0,0 1-1 0 0,0-1 1 0 0,0 1-1 0 0,-1-1 1 0 0,1 1-1 0 0,-1-1 1 0 0,0 0-1 0 0,0 1 1 0 0,0-1 0 0 0,0 0-1 0 0,0 0 1 0 0,0 0-1 0 0,-1 1 1 0 0,1-1-1 0 0,-1-1 1 0 0,1 1-1 0 0,-4 3 1 0 0,-3 4 42 0 0,-18 28 367 0 0,21-28-238 0 0,0-1 1 0 0,-1-1 0 0 0,0 1-1 0 0,-11 10 1 0 0,16-17-179 0 0,0 0 0 0 0,0 0 0 0 0,1-1-1 0 0,-1 1 1 0 0,0 0 0 0 0,1 0 0 0 0,-1 0 0 0 0,1 0 0 0 0,-1 0 0 0 0,1 0 0 0 0,0 0 0 0 0,-1 1 0 0 0,1-1 0 0 0,0 0-1 0 0,0 0 1 0 0,0 0 0 0 0,0 0 0 0 0,0 0 0 0 0,0 0 0 0 0,0 0 0 0 0,0 1 0 0 0,0 0 0 0 0,1-1-17 0 0,-1 0 0 0 0,0 0 0 0 0,0 0 0 0 0,0 1 1 0 0,0-1-1 0 0,0 0 0 0 0,0 0 0 0 0,-1 0 0 0 0,1 0 1 0 0,0 0-1 0 0,0 1 0 0 0,-1-1 0 0 0,1 0 0 0 0,-1 0 1 0 0,0 1-1 0 0,-9 8 124 0 0,8-9-111 0 0,1 1 0 0 0,0-1 0 0 0,-1 0-1 0 0,1 1 1 0 0,0-1 0 0 0,0 1 0 0 0,0-1-1 0 0,0 1 1 0 0,0-1 0 0 0,0 1 0 0 0,0 0-1 0 0,0-1 1 0 0,1 1 0 0 0,-1 0 0 0 0,1 0-1 0 0,-1-1 1 0 0,1 1 0 0 0,0 0 0 0 0,0 0 0 0 0,0 0-1 0 0,0 2 1 0 0,-1-3-20 0 0,0 1-1 0 0,0-1 1 0 0,1 0-1 0 0,-1 0 1 0 0,0 1-1 0 0,0-1 1 0 0,0 0-1 0 0,-1 0 1 0 0,1 0-1 0 0,0 0 1 0 0,0 0-1 0 0,-1-1 1 0 0,1 1 0 0 0,0 0-1 0 0,-1-1 1 0 0,1 1-1 0 0,0 0 1 0 0,-2-1-1 0 0,-2 2-3 0 0,-27 31 86 0 0,30-30-66 0 0,1 0 0 0 0,0-1 0 0 0,0 1 0 0 0,0 0 0 0 0,0 0 0 0 0,1 0 0 0 0,-1 0 0 0 0,1 1 0 0 0,0-1 1 0 0,-1 0-1 0 0,2 0 0 0 0,-1 0 0 0 0,0 0 0 0 0,1 5 0 0 0,0 7 15 0 0,-1 122 424 0 0,1-134-446 0 0,-1 0 0 0 0,0 0 0 0 0,1 0 0 0 0,-1 0-1 0 0,1 0 1 0 0,0 0 0 0 0,0 0 0 0 0,0 0-1 0 0,1-1 1 0 0,-1 1 0 0 0,1 0 0 0 0,-1-1 0 0 0,3 4-1 0 0,-2-4 6 0 0,0 1-1 0 0,0-1 0 0 0,0 1 1 0 0,-1 0-1 0 0,0 0 0 0 0,1 0 1 0 0,-1 0-1 0 0,0 0 0 0 0,0 0 1 0 0,-1 0-1 0 0,1 0 0 0 0,-1 0 0 0 0,1 4 1 0 0,-2-2-13 0 0,1-1-1 0 0,0 0 1 0 0,0 1 0 0 0,0-1-1 0 0,1 0 1 0 0,-1 1 0 0 0,1-1 0 0 0,0 0-1 0 0,0 0 1 0 0,0 0 0 0 0,1 0 0 0 0,-1 0-1 0 0,1 0 1 0 0,0 0 0 0 0,1 0-1 0 0,-1 0 1 0 0,0-1 0 0 0,1 1 0 0 0,0-1-1 0 0,6 6 1 0 0,0 1 102 0 0,0 1-1 0 0,0 0 1 0 0,11 20-1 0 0,-7-11-8 0 0,-13-19-95 0 0,1 0 0 0 0,0 1-1 0 0,0-1 1 0 0,0 1 0 0 0,-1-1 0 0 0,1 1 0 0 0,-1-1 0 0 0,1 1 0 0 0,-1 0 0 0 0,0-1 0 0 0,0 1 0 0 0,0 0 0 0 0,0-1 0 0 0,0 1 0 0 0,0 0 0 0 0,0-1 0 0 0,0 1-1 0 0,0-1 1 0 0,-1 1 0 0 0,1 0 0 0 0,-1-1 0 0 0,0 3 0 0 0,-22 29 181 0 0,15-24 35 0 0,5-5-119 0 0,-1 1 0 0 0,1 0 0 0 0,-1 0 0 0 0,1 0 1 0 0,1 1-1 0 0,-1-1 0 0 0,1 1 0 0 0,0-1 0 0 0,0 1 0 0 0,1 0 1 0 0,-1 0-1 0 0,1 0 0 0 0,1 0 0 0 0,-1 0 0 0 0,1 0 0 0 0,1 8 1 0 0,-1-1-144 0 0,1-8 65 0 0,-1 0 0 0 0,0 0 0 0 0,0 1-1 0 0,-1-1 1 0 0,1 0 0 0 0,-1 0-1 0 0,0 0 1 0 0,-3 8 0 0 0,-5 4 64 0 0,7-15-82 0 0,1 1 1 0 0,-1-1 0 0 0,0 1 0 0 0,1-1-1 0 0,0 1 1 0 0,-1 0 0 0 0,1 0 0 0 0,0-1-1 0 0,1 1 1 0 0,-1 0 0 0 0,0 0 0 0 0,1 0-1 0 0,0 0 1 0 0,-1 0 0 0 0,1 0 0 0 0,0 0-1 0 0,1 0 1 0 0,-1 0 0 0 0,0 0 0 0 0,2 5-1 0 0,10 10 9 0 0,-11-16 8 0 0,1 0 0 0 0,0 0-1 0 0,-1 0 1 0 0,0 0-1 0 0,1 0 1 0 0,-1 1-1 0 0,0-1 1 0 0,0 0-1 0 0,0 1 1 0 0,0-1 0 0 0,-1 1-1 0 0,1-1 1 0 0,-1 1-1 0 0,0 0 1 0 0,1 3-1 0 0,-2 5 17 0 0,1-8-21 0 0,-1 1 0 0 0,1-1-1 0 0,0 1 1 0 0,0-1 0 0 0,0 1-1 0 0,1-1 1 0 0,-1 1 0 0 0,1-1-1 0 0,0 1 1 0 0,0-1 0 0 0,2 6-1 0 0,7 4 78 0 0,-8-11-71 0 0,0 1 1 0 0,0-1 0 0 0,-1 1-1 0 0,1 0 1 0 0,0 0 0 0 0,-1 0-1 0 0,0-1 1 0 0,0 1 0 0 0,0 0-1 0 0,0 1 1 0 0,0-1 0 0 0,-1 0 0 0 0,1 0-1 0 0,-1 0 1 0 0,0 0 0 0 0,0 0-1 0 0,-1 6 1 0 0,1 177 130 0 0,0-179-143 0 0,-1-1 1 0 0,1 1 0 0 0,-2-1 0 0 0,1 0-1 0 0,-1 1 1 0 0,0-1 0 0 0,0 0-1 0 0,-6 10 1 0 0,-1 6 33 0 0,-2 19 28 0 0,1-19-55 0 0,7-18-15 0 0,1-1-1 0 0,0 1 0 0 0,0 0 1 0 0,1 1-1 0 0,-1-1 1 0 0,1 0-1 0 0,0 0 0 0 0,0 1 1 0 0,0-1-1 0 0,0 7 0 0 0,1-8 10 0 0,0 0 0 0 0,0 0-1 0 0,-1 0 1 0 0,1 0-1 0 0,-1 0 1 0 0,0 0 0 0 0,0 0-1 0 0,0-1 1 0 0,0 1-1 0 0,0 0 1 0 0,-1-1 0 0 0,1 1-1 0 0,-1 0 1 0 0,-2 2-1 0 0,2-2-8 0 0,0-1-1 0 0,0 0 1 0 0,1 1-1 0 0,-1 0 0 0 0,1-1 1 0 0,0 1-1 0 0,0 0 1 0 0,0-1-1 0 0,0 1 0 0 0,0 0 1 0 0,1 0-1 0 0,-1 0 1 0 0,1 0-1 0 0,-1 4 0 0 0,1 91 219 0 0,1-96-206 0 0,-1 1 1 0 0,1 0-1 0 0,-1-1 1 0 0,1 1-1 0 0,0-1 1 0 0,0 1-1 0 0,0-1 1 0 0,1 1-1 0 0,-1-1 1 0 0,0 0-1 0 0,1 0 1 0 0,0 0-1 0 0,2 3 1 0 0,-2-3-4 0 0,-1-1-1 0 0,0 0 1 0 0,0 0 0 0 0,1 0 0 0 0,-1 1 0 0 0,0-1 0 0 0,0 1 0 0 0,0-1 0 0 0,0 1 0 0 0,-1-1-1 0 0,1 1 1 0 0,0-1 0 0 0,-1 1 0 0 0,1 0 0 0 0,-1-1 0 0 0,1 1 0 0 0,-1 0 0 0 0,0 0 0 0 0,0-1-1 0 0,0 1 1 0 0,0 0 0 0 0,0 0 0 0 0,0-1 0 0 0,0 1 0 0 0,-1 0 0 0 0,1-1 0 0 0,-1 1 0 0 0,1 0-1 0 0,-1-1 1 0 0,1 1 0 0 0,-1 0 0 0 0,-1 2 0 0 0,-5 5-33 0 0,5-6 22 0 0,-1 0-1 0 0,1 0 1 0 0,0 0-1 0 0,0 1 0 0 0,1-1 1 0 0,-1 1-1 0 0,1 0 1 0 0,-1-1-1 0 0,1 1 0 0 0,0 0 1 0 0,0 0-1 0 0,1 0 0 0 0,-1-1 1 0 0,1 1-1 0 0,0 7 1 0 0,0 62 152 0 0,0-71-152 0 0,0 0 0 0 0,-1-1 0 0 0,1 1 0 0 0,-1 0 0 0 0,0-1 0 0 0,0 1 0 0 0,1-1 0 0 0,-1 1 0 0 0,0-1 0 0 0,0 1 0 0 0,0-1 0 0 0,-1 0 1 0 0,1 0-1 0 0,0 1 0 0 0,0-1 0 0 0,-3 2 0 0 0,-13 16-18 0 0,17-18 26 0 0,-1 0 1 0 0,1 0-1 0 0,0 0 0 0 0,0 1 1 0 0,0-1-1 0 0,0 0 0 0 0,0 0 1 0 0,0 0-1 0 0,0 0 0 0 0,0 0 1 0 0,0 0-1 0 0,1 0 0 0 0,-1 0 1 0 0,0 0-1 0 0,1 0 1 0 0,-1 0-1 0 0,1 0 0 0 0,-1 0 1 0 0,1 0-1 0 0,-1 0 0 0 0,1 0 1 0 0,0 0-1 0 0,-1 0 0 0 0,2 1 1 0 0,6 5-1 0 0,-7-6 1 0 0,1 0 1 0 0,-1 0-1 0 0,0 0 1 0 0,1 0-1 0 0,-1 0 1 0 0,0 0-1 0 0,0 0 1 0 0,0 0 0 0 0,0 1-1 0 0,0-1 1 0 0,0 0-1 0 0,0 1 1 0 0,0-1-1 0 0,0 1 1 0 0,-1-1-1 0 0,1 1 1 0 0,0-1 0 0 0,-1 1-1 0 0,0 0 1 0 0,1-1-1 0 0,-1 1 1 0 0,0-1-1 0 0,0 1 1 0 0,0 0-1 0 0,0-1 1 0 0,0 1-1 0 0,0 0 1 0 0,0-1 0 0 0,-1 1-1 0 0,1 0 1 0 0,-1-1-1 0 0,1 1 1 0 0,-1-1-1 0 0,1 1 1 0 0,-1-1-1 0 0,-1 3 1 0 0,-6 7-31 0 0,6-9 19 0 0,0 1 0 0 0,0-1 0 0 0,0 1 0 0 0,1 0 0 0 0,-1 0 0 0 0,1-1 0 0 0,-1 1 0 0 0,1 0 0 0 0,0 1 0 0 0,0-1 0 0 0,0 0 0 0 0,1 0 0 0 0,-1 0 0 0 0,1 6 0 0 0,0 102 449 0 0,0-108-427 0 0,0-1 0 0 0,-1 1 0 0 0,1 0 0 0 0,0 0 0 0 0,-1 0 0 0 0,0-1 0 0 0,0 1 0 0 0,0 0 0 0 0,0-1 0 0 0,0 1 0 0 0,0-1 1 0 0,-1 1-1 0 0,1-1 0 0 0,-1 0 0 0 0,-1 3 0 0 0,1-3-9 0 0,0 1 0 0 0,0-1 0 0 0,1 1 0 0 0,-1-1 0 0 0,1 1 0 0 0,0-1 0 0 0,0 1 1 0 0,0 0-1 0 0,0 0 0 0 0,0 0 0 0 0,0-1 0 0 0,1 1 0 0 0,-1 0 0 0 0,1 0 0 0 0,0 4 0 0 0,1 22 48 0 0,0-21 27 0 0,0 1 0 0 0,-1 0 0 0 0,0 0 1 0 0,-1 0-1 0 0,1 0 0 0 0,-2 0 0 0 0,-3 15 0 0 0,-6-3 2 0 0,9-17-75 0 0,0 0 0 0 0,0 0 0 0 0,0 1 0 0 0,0-1 0 0 0,0 1 0 0 0,1-1 1 0 0,0 1-1 0 0,0-1 0 0 0,0 1 0 0 0,0 5 0 0 0,1 31 20 0 0,0-41-33 0 0,0 0 0 0 0,0 0 0 0 0,0 0 0 0 0,0 0-1 0 0,0 0 1 0 0,0 1 0 0 0,0-1 0 0 0,0 0 0 0 0,0 0 0 0 0,0 0 0 0 0,0 0 0 0 0,0 0 0 0 0,0 0 0 0 0,0 0 0 0 0,0 1 0 0 0,0-1 0 0 0,0 0 0 0 0,0 0 0 0 0,0 0 0 0 0,-1 0 0 0 0,1 0 0 0 0,0 0 0 0 0,0 0 0 0 0,0 0 0 0 0,0 0 0 0 0,0 0 0 0 0,0 0-1 0 0,0 0 1 0 0,-1 0 0 0 0,1 1 0 0 0,0-1 0 0 0,0 0 0 0 0,0 0 0 0 0,0 0 0 0 0,0 0 0 0 0,0 0 0 0 0,-1 0 0 0 0,1 0 0 0 0,0 0 0 0 0,0 0 0 0 0,0 0 0 0 0,0 0 0 0 0,0-1 0 0 0,0 1 0 0 0,0 0 0 0 0,-1 0 0 0 0,1 0 0 0 0,0 0 0 0 0,0 0-1 0 0,0 0 1 0 0,0 0 0 0 0,0 0 0 0 0,0 0 0 0 0,0 0 0 0 0,0 0 0 0 0,-1 0 0 0 0,1 0 0 0 0,0-1 0 0 0,0 1 0 0 0,0 0 0 0 0,0 0 0 0 0,0 0 0 0 0,0 0 0 0 0,-1 0-82 0 0,0-1-1 0 0,-1 1 1 0 0,1 0 0 0 0,0 0-1 0 0,0-1 1 0 0,0 1 0 0 0,0-1-1 0 0,-1 1 1 0 0,1-1 0 0 0,0 1-1 0 0,0-1 1 0 0,0 0 0 0 0,0 1 0 0 0,0-1-1 0 0,1 0 1 0 0,-1 0 0 0 0,0 0-1 0 0,0 0 1 0 0,0 0 0 0 0,1 0-1 0 0,-1 0 1 0 0,0 0 0 0 0,0-1-1 0 0,0-6-993 0 0,0 0-1 0 0,0 0 1 0 0,0 0 0 0 0,2-11-1 0 0,-1 13 558 0 0,0-91-8159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10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1 240 0 0,'2'33'973'0'0,"-1"-24"-733"0"0,0 1 0 0 0,-1-1 1 0 0,0 0-1 0 0,0 1 0 0 0,-1-1 0 0 0,0 0 0 0 0,-1 1 1 0 0,-3 11-1 0 0,-6-3 179 0 0,9-16-345 0 0,0 1 0 0 0,0-1 0 0 0,1 1 0 0 0,-1 0 0 0 0,1-1 0 0 0,0 1 0 0 0,0 0 0 0 0,0 0-1 0 0,0 0 1 0 0,0 0 0 0 0,0 0 0 0 0,1 0 0 0 0,-1 4 0 0 0,1 77 1633 0 0,0-83-1688 0 0,0 0-1 0 0,0 0 1 0 0,1 0-1 0 0,-1 0 0 0 0,0 0 1 0 0,0 0-1 0 0,0 0 1 0 0,1 0-1 0 0,-1 0 1 0 0,0-1-1 0 0,1 1 0 0 0,-1 0 1 0 0,1 0-1 0 0,-1 0 1 0 0,1-1-1 0 0,-1 1 1 0 0,1 0-1 0 0,0 0 0 0 0,-1-1 1 0 0,1 1-1 0 0,0-1 1 0 0,0 1-1 0 0,-1-1 1 0 0,1 1-1 0 0,0-1 0 0 0,0 1 1 0 0,0-1-1 0 0,1 1 1 0 0,-1-1 0 0 0,0 1 0 0 0,0-1 1 0 0,0 1-1 0 0,0-1 0 0 0,0 1 0 0 0,0 0 1 0 0,0-1-1 0 0,-1 1 0 0 0,1 0 1 0 0,0 0-1 0 0,0-1 0 0 0,0 1 0 0 0,-1 0 1 0 0,1 0-1 0 0,-1 0 0 0 0,1 0 1 0 0,0 0-1 0 0,-1 0 0 0 0,0 0 1 0 0,1 0-1 0 0,-1 1 0 0 0,0-1 0 0 0,1 0 1 0 0,-1 0-1 0 0,0 0 0 0 0,0 0 1 0 0,0 0-1 0 0,0 2 0 0 0,0 128 2676 0 0,0-127-2648 0 0,0 0 0 0 0,-1-1 0 0 0,0 1 0 0 0,1 0 0 0 0,-1-1 0 0 0,-1 1 0 0 0,1-1 0 0 0,0 1 0 0 0,-1-1 0 0 0,0 0 0 0 0,-3 6 0 0 0,3-6 13 0 0,0 0 0 0 0,0 1-1 0 0,0-1 1 0 0,0 0 0 0 0,1 1-1 0 0,0-1 1 0 0,0 1 0 0 0,0-1-1 0 0,0 1 1 0 0,0 0 0 0 0,0 6-1 0 0,1 223 3783 0 0,0-229-3822 0 0,0-1 1 0 0,0 0-1 0 0,-1 0 0 0 0,0 0 0 0 0,1 0 1 0 0,-1 1-1 0 0,0-1 0 0 0,-1 0 1 0 0,1-1-1 0 0,-1 1 0 0 0,1 0 0 0 0,-3 4 1 0 0,-3 4 75 0 0,6-10-82 0 0,1 0 0 0 0,-1 0 1 0 0,1 0-1 0 0,-1 0 0 0 0,1-1 0 0 0,0 1 0 0 0,0 0 0 0 0,-1 0 0 0 0,1 0 1 0 0,0 0-1 0 0,0 0 0 0 0,0 0 0 0 0,0 0 0 0 0,0 0 0 0 0,0 0 0 0 0,0 0 0 0 0,1 0 1 0 0,-1 0-1 0 0,0 0 0 0 0,0 0 0 0 0,1 0 0 0 0,-1 0 0 0 0,1 0 0 0 0,-1-1 0 0 0,1 1 1 0 0,-1 0-1 0 0,1 0 0 0 0,-1 0 0 0 0,1-1 0 0 0,0 1 0 0 0,-1 0 0 0 0,1-1 0 0 0,0 1 1 0 0,0 0-1 0 0,1 0 0 0 0,-1 0 3 0 0,0 0-1 0 0,0 0 1 0 0,0 0 0 0 0,0 0 0 0 0,0 0-1 0 0,0 0 1 0 0,0 0 0 0 0,-1 0 0 0 0,1 0-1 0 0,0 0 1 0 0,-1 1 0 0 0,1-1 0 0 0,-1 0-1 0 0,1 0 1 0 0,-1 1 0 0 0,1-1 0 0 0,-1 0 0 0 0,0 3-1 0 0,0 500 4893 0 0,0-500-4886 0 0,-1 0-1 0 0,0-1 0 0 0,0 1 1 0 0,0 0-1 0 0,-1 0 0 0 0,1-1 1 0 0,-1 1-1 0 0,0-1 1 0 0,0 1-1 0 0,0-1 0 0 0,-1 0 1 0 0,1 0-1 0 0,-1 0 0 0 0,1 0 1 0 0,-1 0-1 0 0,0-1 1 0 0,0 1-1 0 0,-1-1 0 0 0,-5 4 1 0 0,6-4-1 0 0,0 0 0 0 0,0 0 1 0 0,0 0-1 0 0,0 0 0 0 0,0 1 1 0 0,0-1-1 0 0,1 1 0 0 0,0 0 1 0 0,-1 0-1 0 0,1 0 0 0 0,0 0 0 0 0,0 0 1 0 0,0 0-1 0 0,1 0 0 0 0,-1 1 1 0 0,1-1-1 0 0,0 1 0 0 0,0-1 1 0 0,-1 6-1 0 0,2-7 5 0 0,0 1-1 0 0,-1-1 1 0 0,1 1 0 0 0,0-1-1 0 0,-1 0 1 0 0,0 1 0 0 0,1-1 0 0 0,-1 0-1 0 0,0 1 1 0 0,0-1 0 0 0,-1 0-1 0 0,1 0 1 0 0,0 0 0 0 0,-1 0-1 0 0,1 0 1 0 0,-3 2 0 0 0,-6 10 53 0 0,-1 15 66 0 0,-44 60 388 0 0,54-87-522 0 0,1 0 0 0 0,-1 1 0 0 0,0-1 1 0 0,1 0-1 0 0,-1 1 0 0 0,1-1 0 0 0,-1 1 1 0 0,1-1-1 0 0,0 1 0 0 0,0-1 0 0 0,1 5 0 0 0,-1-5 2 0 0,1 1-1 0 0,-1-1 0 0 0,0 0 1 0 0,0 0-1 0 0,0 0 0 0 0,0 0 1 0 0,-1 0-1 0 0,1 0 1 0 0,0 0-1 0 0,-1 0 0 0 0,1 0 1 0 0,-1 0-1 0 0,0 0 0 0 0,0 0 1 0 0,-1 3-1 0 0,-7 5 34 0 0,7-9-25 0 0,1 1-1 0 0,-1 0 0 0 0,0-1 1 0 0,1 1-1 0 0,0 0 1 0 0,-1 0-1 0 0,1 0 0 0 0,0 0 1 0 0,0 0-1 0 0,0 1 1 0 0,0-1-1 0 0,1 0 0 0 0,-1 0 1 0 0,0 1-1 0 0,1-1 0 0 0,0 0 1 0 0,-1 1-1 0 0,1 3 1 0 0,-1 14 49 0 0,0-16-57 0 0,1 0 0 0 0,-1 1 0 0 0,1-1 0 0 0,0 1 0 0 0,0-1 0 0 0,0 1 0 0 0,1-1 0 0 0,0 0 0 0 0,0 1 0 0 0,0-1 0 0 0,0 0 0 0 0,3 7 0 0 0,18 2 79 0 0,-23-13-92 0 0,1 0 0 0 0,0 0 0 0 0,0 0 0 0 0,0 0 0 0 0,0 0 0 0 0,-1 0 0 0 0,1 0 0 0 0,0 0 0 0 0,0 0 0 0 0,0 0 0 0 0,0 0 0 0 0,0 1 0 0 0,-1-1 0 0 0,1 0 1 0 0,0 0-1 0 0,0 0 0 0 0,0 0 0 0 0,0 0 0 0 0,0 0 0 0 0,0 1 0 0 0,0-1 0 0 0,0 0 0 0 0,-1 0 0 0 0,1 0 0 0 0,0 0 0 0 0,0 0 0 0 0,0 1 0 0 0,0-1 0 0 0,0 0 0 0 0,0 0 0 0 0,0 0 0 0 0,0 0 0 0 0,0 1 0 0 0,0-1 0 0 0,0 0 0 0 0,0 0 0 0 0,0 0 0 0 0,0 0 0 0 0,0 1 0 0 0,0-1 0 0 0,0 0 0 0 0,0 0 0 0 0,0 0 0 0 0,1 0 0 0 0,-1 1 0 0 0,0-1 0 0 0,0 0 0 0 0,0 0 0 0 0,0 0 0 0 0,0 0 0 0 0,0 0 0 0 0,0 0 0 0 0,0 1 0 0 0,1-1 0 0 0,-1 0 0 0 0,0 0 0 0 0,0 0 0 0 0,0 0 0 0 0,0 0 0 0 0,0 0 0 0 0,1 0 0 0 0,-1 0 0 0 0,0 0 0 0 0,0 0 0 0 0,1 0 0 0 0,-23 2-1 0 0,22-2-32 0 0,-1 0 0 0 0,1 0 0 0 0,0 0 0 0 0,-1-1 0 0 0,1 1 0 0 0,0 0 1 0 0,-1 0-1 0 0,1 0 0 0 0,0 0 0 0 0,0 0 0 0 0,-1-1 0 0 0,1 1 0 0 0,0 0 0 0 0,0 0 0 0 0,-1 0 0 0 0,1-1 0 0 0,0 1 0 0 0,0 0 0 0 0,0 0 0 0 0,0-1 1 0 0,-1 1-1 0 0,1 0 0 0 0,0-1 0 0 0,0 1 0 0 0,0 0 0 0 0,0 0 0 0 0,0-1 0 0 0,0 1 0 0 0,0 0 0 0 0,0-1 0 0 0,0 1 0 0 0,0 0 0 0 0,0-1 0 0 0,0 1 1 0 0,0 0-1 0 0,0-1 0 0 0,0 1 0 0 0,0-1 0 0 0,0 1-95 0 0,0-1-1 0 0,0 0 1 0 0,0 0 0 0 0,0 0 0 0 0,0 1 0 0 0,0-1-1 0 0,-1 0 1 0 0,1 0 0 0 0,0 1 0 0 0,0-1 0 0 0,-1 0-1 0 0,1 1 1 0 0,-1-1 0 0 0,1 0 0 0 0,0 1 0 0 0,-1-1-1 0 0,0 0 1 0 0,-2-2-310 0 0,0 0 0 0 0,0 0 0 0 0,0 0 0 0 0,0 0-1 0 0,0-1 1 0 0,1 1 0 0 0,0-1 0 0 0,0 1 0 0 0,0-1 0 0 0,0 0 0 0 0,0 0 0 0 0,-1-4 0 0 0,-24-37-5700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12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0 160 0 0,'2'2'295'0'0,"-9"2"-203"0"0,-1-3-79 0 0,-6 3 379 0 0,13-3-289 0 0,0 1 0 0 0,1-1 0 0 0,-1 0 0 0 0,1 1-1 0 0,-1-1 1 0 0,1 0 0 0 0,-1 1 0 0 0,1-1 0 0 0,0 0-1 0 0,0 1 1 0 0,-1-1 0 0 0,1 1 0 0 0,0-1 0 0 0,1 3-1 0 0,-1-3-50 0 0,0 1-1 0 0,0-1 0 0 0,0 0 0 0 0,0 1 0 0 0,-1-1 1 0 0,1 0-1 0 0,0 0 0 0 0,0 1 0 0 0,-1-1 0 0 0,1 0 0 0 0,-1 0 1 0 0,1 1-1 0 0,-1-1 0 0 0,0 0 0 0 0,1 0 0 0 0,-1 0 0 0 0,0 0 1 0 0,0 0-1 0 0,0 0 0 0 0,1 0 0 0 0,-1 0 0 0 0,0 0 1 0 0,0 0-1 0 0,-1-1 0 0 0,0 2 0 0 0,1-2-1 0 0,-1 1 0 0 0,1 0 0 0 0,0 0 0 0 0,0 0 0 0 0,0 0-1 0 0,0 0 1 0 0,0 0 0 0 0,0 0 0 0 0,0 0 0 0 0,0 1 0 0 0,0-1 0 0 0,1 0 0 0 0,-1 0 0 0 0,0 1-1 0 0,1-1 1 0 0,-1 1 0 0 0,1-1 0 0 0,0 0 0 0 0,-1 1 0 0 0,1-1 0 0 0,0 1 0 0 0,0-1 0 0 0,0 1 0 0 0,0-1-1 0 0,0 2 1 0 0,0 241 6967 0 0,0-242-6987 0 0,0 0 1 0 0,0 0 0 0 0,0 0-1 0 0,0 0 1 0 0,1 0-1 0 0,-1 0 1 0 0,0 0 0 0 0,1-1-1 0 0,0 1 1 0 0,-1 0-1 0 0,1 0 1 0 0,0-1-1 0 0,0 1 1 0 0,0 0 0 0 0,0-1-1 0 0,0 1 1 0 0,0-1-1 0 0,1 1 1 0 0,-1-1-1 0 0,3 3 1 0 0,-3-3-4 0 0,1 0-1 0 0,-1 0 1 0 0,0 0-1 0 0,0 0 1 0 0,0 1 0 0 0,0-1-1 0 0,0 0 1 0 0,0 1-1 0 0,0-1 1 0 0,0 1 0 0 0,0-1-1 0 0,-1 1 1 0 0,1-1-1 0 0,-1 1 1 0 0,1 0-1 0 0,-1-1 1 0 0,0 1 0 0 0,1-1-1 0 0,-1 1 1 0 0,0 3-1 0 0,0 16 323 0 0,1-17-311 0 0,-1 1 1 0 0,0-1 0 0 0,0 1-1 0 0,0 0 1 0 0,0-1-1 0 0,-1 1 1 0 0,0-1-1 0 0,0 1 1 0 0,-3 8-1 0 0,-7 4 22 0 0,9-15-34 0 0,1 1 0 0 0,-1-1 0 0 0,0 1 1 0 0,1 0-1 0 0,0 0 0 0 0,-1-1 0 0 0,1 1 1 0 0,0 0-1 0 0,0 0 0 0 0,1 0 0 0 0,-1 0 1 0 0,1 0-1 0 0,-1 6 0 0 0,1-7 7 0 0,0 0 0 0 0,0 0 0 0 0,0 0 0 0 0,-1 1 0 0 0,1-1 0 0 0,-1 0 0 0 0,1 0 0 0 0,-1 0 0 0 0,0 0 0 0 0,0 0 0 0 0,1 0 0 0 0,-1 0 0 0 0,-1-1 0 0 0,1 1 0 0 0,0 0-1 0 0,0-1 1 0 0,-1 1 0 0 0,-2 2 0 0 0,3-3-43 0 0,-1 1-1 0 0,1-1 1 0 0,0 1-1 0 0,0-1 1 0 0,-1 1-1 0 0,1-1 1 0 0,0 1-1 0 0,0 0 1 0 0,0 0-1 0 0,1 0 1 0 0,-1-1-1 0 0,0 1 1 0 0,1 0-1 0 0,-1 0 1 0 0,1 0-1 0 0,0 0 1 0 0,-1 0-1 0 0,1 3 1 0 0,-1-6-140 0 0,0 1 1 0 0,0-1 0 0 0,-1 0-1 0 0,1 1 1 0 0,0-1 0 0 0,-1 0-1 0 0,1 1 1 0 0,0 0 0 0 0,-1-1-1 0 0,1 1 1 0 0,-1 0-1 0 0,1 0 1 0 0,0 0 0 0 0,-1 0-1 0 0,1 0 1 0 0,-1 0 0 0 0,1 0-1 0 0,-3 1 1 0 0,0-1-521 0 0,-29-2-3586 0 0,0-11-506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14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227 133 400 0 0,'0'-1'68'0'0,"0"1"0"0"0,0-1 0 0 0,0 1 0 0 0,0-1 0 0 0,0 1 0 0 0,0-1 0 0 0,0 1 0 0 0,0-1 0 0 0,0 0 0 0 0,0 1 0 0 0,1-1-1 0 0,-1 1 1 0 0,0-1 0 0 0,0 1 0 0 0,1-1 0 0 0,-1 1 0 0 0,0-1 0 0 0,0 1 0 0 0,1-1 0 0 0,-1 1 0 0 0,1-1 0 0 0,-1 1 0 0 0,0 0 0 0 0,1-1 0 0 0,-1 1 0 0 0,1 0 0 0 0,-1-1 0 0 0,1 1-1 0 0,-1 0 1 0 0,1 0 0 0 0,-1-1 0 0 0,1 1 0 0 0,-1 0 0 0 0,1 0 0 0 0,-1 0 0 0 0,1 0 0 0 0,-1-1 0 0 0,1 1 0 0 0,0 0 0 0 0,-1 0 0 0 0,1 0 0 0 0,-1 0 0 0 0,1 1 0 0 0,-1-1 0 0 0,1 0-1 0 0,-1 0 1 0 0,2 0 0 0 0,2 0-154 0 0,-4 1 103 0 0,0-1-1 0 0,-1 0 1 0 0,1 0-1 0 0,0 0 1 0 0,0 0 0 0 0,0 0-1 0 0,-1 0 1 0 0,1 0 0 0 0,0 0-1 0 0,0 0 1 0 0,-1 0-1 0 0,1 0 1 0 0,0 1 0 0 0,0-1-1 0 0,0 0 1 0 0,0 0 0 0 0,-1 0-1 0 0,1 0 1 0 0,0 0-1 0 0,0 1 1 0 0,0-1 0 0 0,0 0-1 0 0,0 0 1 0 0,0 0 0 0 0,-1 1-1 0 0,1-1 1 0 0,0 0-1 0 0,0 0 1 0 0,0 1 0 0 0,0-1-1 0 0,0 0 1 0 0,0 0 0 0 0,0 0-1 0 0,0 1 1 0 0,0-1 0 0 0,0 0-1 0 0,0 0 1 0 0,0 1-1 0 0,0-1 1 0 0,0 0 0 0 0,0 0-1 0 0,0 0 1 0 0,0 1 0 0 0,1-1-1 0 0,-1 0 1 0 0,0 0-1 0 0,0 0 1 0 0,0 1 0 0 0,0-1-1 0 0,0 0 1 0 0,0 0 0 0 0,1 0-1 0 0,-1 1 1 0 0,0-1-1 0 0,0 0 1 0 0,0 0 0 0 0,0 0-1 0 0,1 0 1 0 0,-1 0 0 0 0,0 0-1 0 0,0 0 1 0 0,0 1-1 0 0,1-1 1 0 0,-1 0 0 0 0,0 0-1 0 0,0 0 1 0 0,1 0 0 0 0,-1 0-1 0 0,-3 1 19 0 0,2 0-23 0 0,0-1 1 0 0,0 0-1 0 0,0 1 1 0 0,0-1 0 0 0,0 1-1 0 0,0-1 1 0 0,0 1 0 0 0,0-1-1 0 0,0 1 1 0 0,0 0 0 0 0,1 0-1 0 0,-1-1 1 0 0,0 1-1 0 0,1 0 1 0 0,-1 0 0 0 0,0 0-1 0 0,1 0 1 0 0,-1 0 0 0 0,1 0-1 0 0,-1 0 1 0 0,1 0 0 0 0,-1 0-1 0 0,1 0 1 0 0,0 0-1 0 0,0 0 1 0 0,-1 0 0 0 0,1 0-1 0 0,0 0 1 0 0,0 2 0 0 0,0-1 14 0 0,0 0 0 0 0,0 0 0 0 0,-1 0 1 0 0,1 0-1 0 0,-1 0 0 0 0,1 0 0 0 0,-1 0 0 0 0,0 0 1 0 0,0 0-1 0 0,0 0 0 0 0,0 0 0 0 0,0 0 1 0 0,0 0-1 0 0,0-1 0 0 0,-1 1 0 0 0,-2 2 0 0 0,2-2 11 0 0,1-1 0 0 0,0 1 0 0 0,-1 0 0 0 0,1-1 0 0 0,0 1 0 0 0,0 0 0 0 0,-1 0 0 0 0,1 0 0 0 0,1 0-1 0 0,-1 0 1 0 0,0 0 0 0 0,0 0 0 0 0,1 0 0 0 0,-1 0 0 0 0,1 0 0 0 0,0 5 0 0 0,-1-7-21 0 0,1 1 0 0 0,0 0 0 0 0,0 0 0 0 0,0 0 0 0 0,0 0 0 0 0,0-1 0 0 0,0 1 0 0 0,0 0 0 0 0,1 0 0 0 0,-1 0 0 0 0,0-1 0 0 0,0 1 0 0 0,1 0 0 0 0,-1 0 0 0 0,0-1 0 0 0,1 1 0 0 0,-1 0 0 0 0,1 0 0 0 0,-1-1 0 0 0,1 1 0 0 0,-1-1 0 0 0,1 1 0 0 0,-1 0 0 0 0,1-1 0 0 0,-1 1 0 0 0,1-1 0 0 0,0 1 0 0 0,0-1 0 0 0,-1 0 0 0 0,1 1 0 0 0,0-1 0 0 0,-1 0 0 0 0,1 1 0 0 0,0-1 0 0 0,0 0 0 0 0,0 0 0 0 0,-1 0 0 0 0,1 1 0 0 0,0-1 0 0 0,0 0 0 0 0,0 0 0 0 0,0 0 0 0 0,-1-1 0 0 0,1 1 0 0 0,0 0 0 0 0,0 0 0 0 0,0 0 0 0 0,-1 0 0 0 0,1-1 0 0 0,1 0 0 0 0,-2 1-15 0 0,0 0 1 0 0,0 0-1 0 0,1 0 1 0 0,-1 0 0 0 0,0 0-1 0 0,0 0 1 0 0,1 0-1 0 0,-1 0 1 0 0,0 0-1 0 0,0 0 1 0 0,0 0-1 0 0,1 0 1 0 0,-1 0-1 0 0,0 0 1 0 0,0 0-1 0 0,0 0 1 0 0,0-1-1 0 0,1 1 1 0 0,-1 0-1 0 0,0 0 1 0 0,0 0-1 0 0,0 0 1 0 0,0 0-1 0 0,1-1 1 0 0,-1 1-1 0 0,0 0 1 0 0,0 0-1 0 0,0 0 1 0 0,0-1-1 0 0,0 1 1 0 0,0 0 0 0 0,0 0-1 0 0,0 0 1 0 0,0-1-1 0 0,0 1 1 0 0,0 0-1 0 0,0 0 1 0 0,0-1-1 0 0,5-5 73 0 0,0 4-55 0 0,-4 1-22 0 0,0 1 1 0 0,-1 0-1 0 0,1 0 0 0 0,0-1 0 0 0,0 1 0 0 0,0 0 0 0 0,-1-1 0 0 0,1 1 0 0 0,0 0 1 0 0,-1-1-1 0 0,1 1 0 0 0,0-1 0 0 0,-1 1 0 0 0,1-1 0 0 0,0 0 0 0 0,-1 1 0 0 0,1-1 1 0 0,-1 0-1 0 0,1 1 0 0 0,-1-1 0 0 0,0 0 0 0 0,1 0 0 0 0,-1 1 0 0 0,0-1 0 0 0,1 0 1 0 0,-1 0-1 0 0,0 0 0 0 0,0 1 0 0 0,0-1 0 0 0,0 0 0 0 0,0-1 0 0 0,0 0-23 0 0,1 0 0 0 0,-1 1-1 0 0,0-1 1 0 0,0 0-1 0 0,1 1 1 0 0,-1-1 0 0 0,1 0-1 0 0,-1 1 1 0 0,1-1 0 0 0,0 1-1 0 0,0-1 1 0 0,0 1-1 0 0,-1-1 1 0 0,1 1 0 0 0,1-1-1 0 0,-1 1 1 0 0,0 0 0 0 0,0 0-1 0 0,2-2 1 0 0,-1 2-4 0 0,-1 0-1 0 0,0-1 1 0 0,1 1 0 0 0,-1 0-1 0 0,0-1 1 0 0,0 0 0 0 0,0 1-1 0 0,0-1 1 0 0,0 1 0 0 0,0-1-1 0 0,0 0 1 0 0,0 0 0 0 0,-1 0-1 0 0,1 0 1 0 0,-1 1 0 0 0,0-1-1 0 0,1 0 1 0 0,-1 0 0 0 0,0-3-1 0 0,1-11-251 0 0,0 11 200 0 0,-1 0 0 0 0,0 1 0 0 0,0-1 0 0 0,0 0 0 0 0,0 0-1 0 0,-1 1 1 0 0,1-1 0 0 0,-1 0 0 0 0,0 1 0 0 0,-3-8 0 0 0,-6-1-32 0 0,8 12 93 0 0,0-1-1 0 0,1 0 1 0 0,-1 1-1 0 0,1-1 1 0 0,0 0-1 0 0,0 0 1 0 0,-1 0 0 0 0,1-1-1 0 0,0 1 1 0 0,1 0-1 0 0,-1 0 1 0 0,0 0-1 0 0,1-1 1 0 0,-1 1 0 0 0,1 0-1 0 0,0-1 1 0 0,-1-2-1 0 0,1-14-37 0 0,0 35 375 0 0,0 32 1078 0 0,0 130 4712 0 0,0 85-2182 0 0,1-260-3891 0 0,-1-1 0 0 0,0 1 0 0 0,1 0 0 0 0,-1-1 0 0 0,1 1 0 0 0,0-1 0 0 0,0 1 0 0 0,0-1 0 0 0,0 0 0 0 0,0 1 0 0 0,1-1 0 0 0,1 3 0 0 0,-2-4-13 0 0,0 0 0 0 0,0 1 0 0 0,0-1 0 0 0,0 1 0 0 0,0 0 0 0 0,-1-1 0 0 0,1 1 0 0 0,0-1 0 0 0,-1 1 0 0 0,1 0-1 0 0,-1 2 1 0 0,0-3 4 0 0,0 1 0 0 0,0-1 0 0 0,-1 0-1 0 0,1 1 1 0 0,-1-1 0 0 0,1 0-1 0 0,-1 1 1 0 0,0-1 0 0 0,1 0-1 0 0,-1 1 1 0 0,0-1 0 0 0,-1 2 0 0 0,0-1 29 0 0,1 0 0 0 0,-1 0 0 0 0,1 0 1 0 0,0 0-1 0 0,0 1 0 0 0,0-1 0 0 0,0 0 0 0 0,0 0 1 0 0,0 1-1 0 0,1-1 0 0 0,-1 1 0 0 0,1-1 1 0 0,-1 5-1 0 0,1 184 1307 0 0,0-188-1330 0 0,0 0 1 0 0,0 0-1 0 0,-1 1 1 0 0,0-1-1 0 0,1 0 1 0 0,-1 0 0 0 0,0 0-1 0 0,0 0 1 0 0,-1 0-1 0 0,1-1 1 0 0,-1 1-1 0 0,-1 3 1 0 0,-5 8 38 0 0,-24 46 23 0 0,15-33 227 0 0,14-25-244 0 0,1 1 0 0 0,0 0 0 0 0,0 0 0 0 0,0 0-1 0 0,1 0 1 0 0,-1 1 0 0 0,1-1 0 0 0,-1 0 0 0 0,1 1 0 0 0,0-1 0 0 0,1 1 0 0 0,-1-1 0 0 0,0 1-1 0 0,1-1 1 0 0,0 5 0 0 0,0 317 3166 0 0,0-324-3224 0 0,0 1 0 0 0,-1 0 0 0 0,1-1 1 0 0,0 1-1 0 0,-1 0 0 0 0,1-1 0 0 0,-1 1 1 0 0,0-1-1 0 0,1 1 0 0 0,-1 0 0 0 0,0-1 1 0 0,0 0-1 0 0,0 1 0 0 0,0-1 0 0 0,0 1 1 0 0,0-1-1 0 0,-2 1 0 0 0,-5 11 40 0 0,19 9 36 0 0,-19-7-8 0 0,7-13-73 0 0,-1-1-1 0 0,1 1 0 0 0,0 0 0 0 0,0-1 0 0 0,0 1 0 0 0,0 0 0 0 0,0 0 0 0 0,0-1 0 0 0,0 1 0 0 0,0 0 1 0 0,1 0-1 0 0,-1 0 0 0 0,1 0 0 0 0,0 0 0 0 0,-1 3 0 0 0,3 17 61 0 0,-1-16-40 0 0,-1 0-1 0 0,1-1 0 0 0,-1 1 0 0 0,0 0 0 0 0,0 0 0 0 0,-1 0 0 0 0,0 0 0 0 0,0 0 1 0 0,0-1-1 0 0,-4 12 0 0 0,-4-6 0 0 0,7-9-11 0 0,1 0-1 0 0,-1 0 1 0 0,0 0-1 0 0,1 1 1 0 0,-1-1-1 0 0,1 0 1 0 0,0 1-1 0 0,0-1 1 0 0,0 1-1 0 0,0-1 1 0 0,0 1-1 0 0,0-1 1 0 0,1 1-1 0 0,-1 0 1 0 0,1 3-1 0 0,0-4-15 0 0,0-1-1 0 0,0 0 1 0 0,0 0-1 0 0,0 1 1 0 0,-1-1 0 0 0,1 0-1 0 0,0 0 1 0 0,0 0 0 0 0,-1 0-1 0 0,1 1 1 0 0,-1-1-1 0 0,1 0 1 0 0,-1 0 0 0 0,1 0-1 0 0,-1 0 1 0 0,0 0-1 0 0,0 0 1 0 0,1 0 0 0 0,-1 0-1 0 0,0 0 1 0 0,0-1 0 0 0,0 1-1 0 0,0 0 1 0 0,0 0-1 0 0,0-1 1 0 0,-2 2 0 0 0,2-2 0 0 0,0 1 0 0 0,0-1 0 0 0,0 1 1 0 0,0 0-1 0 0,0-1 0 0 0,0 1 1 0 0,0 0-1 0 0,1 0 0 0 0,-1-1 0 0 0,0 1 1 0 0,0 0-1 0 0,1 0 0 0 0,-1 0 0 0 0,0 0 1 0 0,1 0-1 0 0,-1 0 0 0 0,1 0 0 0 0,-1 0 1 0 0,1 1-1 0 0,0-1 0 0 0,-1 0 0 0 0,1 0 1 0 0,0 0-1 0 0,0 0 0 0 0,0 0 1 0 0,0 3-1 0 0,0 72 395 0 0,0-75-397 0 0,0-1-1 0 0,0 1 1 0 0,0 0-1 0 0,0-1 1 0 0,0 1 0 0 0,0 0-1 0 0,0-1 1 0 0,-1 1 0 0 0,1 0-1 0 0,0-1 1 0 0,0 1-1 0 0,-1 0 1 0 0,1-1 0 0 0,0 1-1 0 0,-1-1 1 0 0,1 1-1 0 0,-1-1 1 0 0,1 1 0 0 0,0-1-1 0 0,-1 1 1 0 0,1-1 0 0 0,-1 1-1 0 0,0-1 1 0 0,1 1-1 0 0,-1-1 1 0 0,1 0 0 0 0,-1 0-1 0 0,0 1 1 0 0,1-1 0 0 0,-1 0-1 0 0,1 0 1 0 0,-1 1-1 0 0,0-1 1 0 0,1 0 0 0 0,-1 0-1 0 0,-1 0 1 0 0,1 0-3 0 0,1 0 0 0 0,-1 0 0 0 0,0 0 0 0 0,1 0-1 0 0,-1 0 1 0 0,0 1 0 0 0,0-1 0 0 0,1 0 0 0 0,-1 0 0 0 0,0 1 0 0 0,1-1 0 0 0,-1 0 0 0 0,1 1 0 0 0,-1-1-1 0 0,0 1 1 0 0,1-1 0 0 0,-1 0 0 0 0,1 1 0 0 0,-1 0 0 0 0,1-1 0 0 0,-1 1 0 0 0,1-1 0 0 0,0 1 0 0 0,-1-1 0 0 0,1 1-1 0 0,0 0 1 0 0,-1-1 0 0 0,1 1 0 0 0,0 0 0 0 0,0-1 0 0 0,0 1 0 0 0,-1 0 0 0 0,1 0 0 0 0,0-1 0 0 0,0 1-1 0 0,0 1 1 0 0,0 0 5 0 0,0-1-1 0 0,0 1 0 0 0,0 0 1 0 0,-1-1-1 0 0,1 1 0 0 0,-1 0 1 0 0,0-1-1 0 0,1 1 0 0 0,-1-1 1 0 0,0 1-1 0 0,0-1 0 0 0,0 1 1 0 0,0-1-1 0 0,0 0 0 0 0,0 1 1 0 0,0-1-1 0 0,0 0 0 0 0,0 0 1 0 0,-3 2-1 0 0,-6 6 43 0 0,10-8-46 0 0,-1-1 0 0 0,1 1 1 0 0,0-1-1 0 0,-1 1 0 0 0,1-1 1 0 0,0 1-1 0 0,-1-1 0 0 0,1 1 0 0 0,0-1 1 0 0,0 1-1 0 0,0 0 0 0 0,-1-1 1 0 0,1 1-1 0 0,0-1 0 0 0,0 1 0 0 0,0 0 1 0 0,0-1-1 0 0,0 1 0 0 0,0-1 1 0 0,0 1-1 0 0,0 0 0 0 0,0-1 1 0 0,1 1-1 0 0,-1-1 0 0 0,0 1 0 0 0,0 0 1 0 0,0-1-1 0 0,1 1 0 0 0,-1-1 1 0 0,0 1-1 0 0,1 0 0 0 0,15 12 35 0 0,-9-8-7 0 0,-6-4-23 0 0,0 1 0 0 0,0 0 0 0 0,0 0 0 0 0,-1-1-1 0 0,1 1 1 0 0,0 0 0 0 0,-1 0 0 0 0,1 0-1 0 0,-1 0 1 0 0,0 0 0 0 0,0 0 0 0 0,1 0-1 0 0,-1 0 1 0 0,-1 0 0 0 0,1 0 0 0 0,0 0-1 0 0,-1 2 1 0 0,1-1 10 0 0,-1 0-1 0 0,1 0 1 0 0,0-1 0 0 0,0 1-1 0 0,0 0 1 0 0,0 0 0 0 0,1 0-1 0 0,-1 0 1 0 0,1-1-1 0 0,0 1 1 0 0,-1 0 0 0 0,3 3-1 0 0,19 26 79 0 0,-12 2-28 0 0,0-16-59 0 0,-8-14 17 0 0,1 0 0 0 0,-1 1 0 0 0,0 0 0 0 0,0-1 0 0 0,-1 1 1 0 0,1 0-1 0 0,-1 0 0 0 0,0 0 0 0 0,0 0 0 0 0,-1 0 0 0 0,1 0 0 0 0,-1 6 0 0 0,0 115 217 0 0,0-126-241 0 0,0 0 0 0 0,0 1 1 0 0,-1-1-1 0 0,1 0 1 0 0,0 1-1 0 0,0-1 0 0 0,1 0 1 0 0,-1 1-1 0 0,0-1 1 0 0,0 0-1 0 0,0 1 0 0 0,0-1 1 0 0,0 0-1 0 0,0 1 0 0 0,0-1 1 0 0,0 0-1 0 0,1 0 1 0 0,-1 1-1 0 0,0-1 0 0 0,0 0 1 0 0,0 1-1 0 0,1-1 1 0 0,-1 0-1 0 0,0 0 0 0 0,0 0 1 0 0,1 1-1 0 0,-1-1 1 0 0,0 0-1 0 0,0 0 0 0 0,1 0 1 0 0,-1 0-1 0 0,0 1 1 0 0,1-1-1 0 0,5 3 3 0 0,3 1 39 0 0,-18 1 35 0 0,3-3-52 0 0,5-1-17 0 0,1 0 0 0 0,-1 0 0 0 0,0 0 0 0 0,1 0 0 0 0,-1 0 0 0 0,1 0 0 0 0,-1 0 0 0 0,1 0 0 0 0,-1 0 1 0 0,1 1-1 0 0,0-1 0 0 0,0 0 0 0 0,-1 0 0 0 0,1 0 0 0 0,0 0 0 0 0,0 1 0 0 0,0-1 0 0 0,0 0 0 0 0,1 0 0 0 0,-1 0 1 0 0,0 2-1 0 0,1-1 0 0 0,-2 15 14 0 0,0-14-18 0 0,1 1 0 0 0,0 0-1 0 0,-1 0 1 0 0,2-1 0 0 0,-1 1 0 0 0,0 0-1 0 0,1 0 1 0 0,-1-1 0 0 0,1 1 0 0 0,0 0-1 0 0,3 6 1 0 0,6 4 3 0 0,-8-12-3 0 0,0 0-1 0 0,-1 0 1 0 0,1 1-1 0 0,0-1 1 0 0,-1 1-1 0 0,0 0 1 0 0,0-1-1 0 0,1 1 1 0 0,-2 0-1 0 0,1 0 1 0 0,0-1-1 0 0,0 1 1 0 0,-1 0-1 0 0,0 0 1 0 0,0 0-1 0 0,0 4 1 0 0,0 110 263 0 0,0-116-266 0 0,1 0 0 0 0,-1-1 0 0 0,0 1 1 0 0,0 0-1 0 0,1 0 0 0 0,-1 0 0 0 0,1 0 0 0 0,-1-1 1 0 0,0 1-1 0 0,1 0 0 0 0,0 0 0 0 0,-1-1 1 0 0,1 1-1 0 0,-1 0 0 0 0,1-1 0 0 0,0 1 0 0 0,-1-1 1 0 0,1 1-1 0 0,0-1 0 0 0,0 1 0 0 0,-1-1 1 0 0,1 1-1 0 0,0-1 0 0 0,0 0 0 0 0,0 1 0 0 0,0-1 1 0 0,-1 0-1 0 0,1 0 0 0 0,0 0 0 0 0,2 1 1 0 0,4 1 13 0 0,-6 1 13 0 0,-10 0-8 0 0,-5 0 25 0 0,13-3-44 0 0,1 0-1 0 0,-1 1 0 0 0,1-1 1 0 0,-1 1-1 0 0,1-1 0 0 0,0 1 1 0 0,-1 0-1 0 0,1-1 0 0 0,-1 1 1 0 0,1-1-1 0 0,0 1 0 0 0,0 0 1 0 0,-1-1-1 0 0,1 1 0 0 0,0 0 1 0 0,0-1-1 0 0,0 1 0 0 0,0 0 1 0 0,0-1-1 0 0,0 1 0 0 0,0 0 1 0 0,0-1-1 0 0,0 1 0 0 0,0 0 0 0 0,0-1 1 0 0,0 1-1 0 0,0 0 0 0 0,1-1 1 0 0,-1 1-1 0 0,0-1 0 0 0,0 1 1 0 0,1 0-1 0 0,-1-1 0 0 0,0 1 1 0 0,1-1-1 0 0,-1 1 0 0 0,1-1 1 0 0,-1 1-1 0 0,1-1 0 0 0,0 1 1 0 0,8 5 16 0 0,5 4 16 0 0,-14-8-31 0 0,1 0 0 0 0,0 1-1 0 0,0-1 1 0 0,-1 0-1 0 0,1 1 1 0 0,-1-1 0 0 0,0 0-1 0 0,0 1 1 0 0,0 3-1 0 0,0-2 4 0 0,0 0 0 0 0,0 0 0 0 0,-1 0 0 0 0,0 0 0 0 0,1 0 0 0 0,-1 0 0 0 0,-1 0 1 0 0,1 0-1 0 0,-1 0 0 0 0,1 0 0 0 0,-1 0 0 0 0,0-1 0 0 0,-3 5 0 0 0,-4 7 18 0 0,7-12-14 0 0,1 0 1 0 0,0 1-1 0 0,0-1 1 0 0,1 0-1 0 0,-1 1 1 0 0,0-1-1 0 0,1 1 1 0 0,0-1-1 0 0,0 0 1 0 0,0 1-1 0 0,0-1 1 0 0,1 1-1 0 0,-1-1 1 0 0,1 1-1 0 0,0-1 0 0 0,0 0 1 0 0,0 0-1 0 0,0 1 1 0 0,1-1-1 0 0,-1 0 1 0 0,1 0-1 0 0,0 0 1 0 0,0 0-1 0 0,0-1 1 0 0,5 6-1 0 0,-2-1-2 0 0,-5-7-7 0 0,1 1 1 0 0,-1-1-1 0 0,0 1 0 0 0,1-1 0 0 0,-1 1 0 0 0,0 0 1 0 0,1-1-1 0 0,-1 1 0 0 0,0 0 0 0 0,1-1 1 0 0,-1 1-1 0 0,0 0 0 0 0,0-1 0 0 0,0 1 0 0 0,0 0 1 0 0,0-1-1 0 0,0 1 0 0 0,0 0 0 0 0,0 0 0 0 0,0-1 1 0 0,0 1-1 0 0,0 0 0 0 0,0-1 0 0 0,0 1 1 0 0,-1 0-1 0 0,1-1 0 0 0,0 1 0 0 0,-1 0 0 0 0,1-1 1 0 0,0 1-1 0 0,-1-1 0 0 0,1 1 0 0 0,-1 0 0 0 0,1-1 1 0 0,-1 1-1 0 0,1-1 0 0 0,-1 1 0 0 0,1-1 0 0 0,-1 0 1 0 0,1 1-1 0 0,-1-1 0 0 0,0 1 0 0 0,1-1 1 0 0,-1 0-1 0 0,1 0 0 0 0,-1 1 0 0 0,0-1 0 0 0,0 0 1 0 0,1 0-1 0 0,-1 0 0 0 0,-1 0 0 0 0,2 1 2 0 0,-1-1 0 0 0,0 0 0 0 0,0 0-1 0 0,0 1 1 0 0,0-1 0 0 0,0 1 0 0 0,1-1-1 0 0,-1 0 1 0 0,0 1 0 0 0,0 0 0 0 0,1-1-1 0 0,-1 1 1 0 0,0-1 0 0 0,1 1 0 0 0,-1 0-1 0 0,1-1 1 0 0,-1 1 0 0 0,1 0 0 0 0,-1 0-1 0 0,1 0 1 0 0,-1-1 0 0 0,1 1 0 0 0,-1 1 0 0 0,7 0 64 0 0,22 7-50 0 0,-28-9-16 0 0,0 0 0 0 0,0 0 0 0 0,0 0 0 0 0,0 0 0 0 0,0 0 0 0 0,1 0 0 0 0,-1 0 0 0 0,0 0 0 0 0,0 0 0 0 0,0 0 1 0 0,0 0-1 0 0,0 0 0 0 0,0 0 0 0 0,0 0 0 0 0,0 0 0 0 0,0 0 0 0 0,0 0 0 0 0,0 0 0 0 0,0 0 0 0 0,0 0 0 0 0,0 1 0 0 0,0-1 0 0 0,0 0 0 0 0,0 0 0 0 0,0 0 0 0 0,1 0 1 0 0,-1 0-1 0 0,0 0 0 0 0,0 0 0 0 0,0 0 0 0 0,0 0 0 0 0,0 0 0 0 0,0 0 0 0 0,0 0 0 0 0,0 1 0 0 0,0-1 0 0 0,0 0 0 0 0,0 0 0 0 0,0 0 0 0 0,0 0 0 0 0,0 0 0 0 0,-1 0 1 0 0,1 0-1 0 0,0 0 0 0 0,0 0 0 0 0,0 0 0 0 0,0 0 0 0 0,0 0 0 0 0,0 0 0 0 0,0 1 0 0 0,0-1 0 0 0,0 0 0 0 0,0 0 0 0 0,0 0 0 0 0,0 0 0 0 0,0 0 0 0 0,0 0 0 0 0,0 0 1 0 0,0 0-1 0 0,0 0 0 0 0,0 0 0 0 0,-1 0 0 0 0,1 0 0 0 0,0 0 0 0 0,0 0 0 0 0,0 0 0 0 0,0 0 0 0 0,0 0 0 0 0,-1 1 7 0 0,1 61 380 0 0,0-61-376 0 0,0 1-1 0 0,-1 0 1 0 0,1 0 0 0 0,0-1 0 0 0,-1 1-1 0 0,1-1 1 0 0,-1 1 0 0 0,1 0 0 0 0,-1-1-1 0 0,0 1 1 0 0,0-1 0 0 0,0 0 0 0 0,0 1-1 0 0,0-1 1 0 0,0 0 0 0 0,0 1 0 0 0,0-1-1 0 0,-1 0 1 0 0,-1 1 0 0 0,-7 10 94 0 0,8-8-73 0 0,1 0 0 0 0,0 0 0 0 0,0-1 0 0 0,0 1 0 0 0,0 0 0 0 0,1 0 0 0 0,0 0 0 0 0,-1 0 0 0 0,2 6 0 0 0,-1-6-1 0 0,0 0-1 0 0,0 0 1 0 0,0 0-1 0 0,-1 0 1 0 0,0 0-1 0 0,-1 6 1 0 0,-10 12 83 0 0,10-19-68 0 0,0 0-1 0 0,0 0 1 0 0,1 0-1 0 0,-1 1 1 0 0,1-1 0 0 0,0 0-1 0 0,0 1 1 0 0,0-1-1 0 0,0 1 1 0 0,1-1-1 0 0,-1 1 1 0 0,1 3-1 0 0,-1-31-2149 0 0,-1-1-1 0 0,-1 1 0 0 0,-1 0 1 0 0,-13-45-1 0 0,11 49 249 0 0,-27-94-11656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17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132 652 80 0 0,'0'1'17'0'0,"1"0"1"0"0,-1 0-1 0 0,1 0 0 0 0,0 0 0 0 0,-1-1 1 0 0,1 1-1 0 0,0 0 0 0 0,-1-1 0 0 0,1 1 1 0 0,0 0-1 0 0,0-1 0 0 0,-1 1 0 0 0,1-1 1 0 0,0 1-1 0 0,0-1 0 0 0,0 1 0 0 0,0-1 1 0 0,0 0-1 0 0,0 0 0 0 0,0 1 0 0 0,0-1 1 0 0,0 0-1 0 0,1 0 0 0 0,0 1 23 0 0,2 0 66 0 0,-7 1 8 0 0,33 8 79 0 0,-29-10-193 0 0,-1 0 1 0 0,0 0-1 0 0,0 1 1 0 0,1-1-1 0 0,-1 0 0 0 0,0 0 1 0 0,0 0-1 0 0,1 0 1 0 0,-1 0-1 0 0,0 0 0 0 0,0 0 1 0 0,0 1-1 0 0,1-1 0 0 0,-1 0 1 0 0,0 0-1 0 0,0 0 1 0 0,0 1-1 0 0,1-1 0 0 0,-1 0 1 0 0,0 0-1 0 0,0 0 0 0 0,0 1 1 0 0,0-1-1 0 0,0 0 1 0 0,0 0-1 0 0,1 1 0 0 0,-1-1 1 0 0,0 0-1 0 0,0 0 1 0 0,0 1-1 0 0,0-1 0 0 0,0 0 1 0 0,0 0-1 0 0,0 1 0 0 0,0 7 0 0 0,6-9 212 0 0,-5 2-184 0 0,0-1 0 0 0,-1 1 0 0 0,1-1 1 0 0,0 0-1 0 0,-1 0 0 0 0,1 0 0 0 0,0 1 0 0 0,0-1 1 0 0,-1 0-1 0 0,1 0 0 0 0,0 0 0 0 0,0 0 0 0 0,-1 0 1 0 0,1 0-1 0 0,0 0 0 0 0,0-1 0 0 0,-1 1 0 0 0,1 0 1 0 0,0 0-1 0 0,0 0 0 0 0,-1-1 0 0 0,1 1 1 0 0,0 0-1 0 0,-1-1 0 0 0,1 1 0 0 0,0-1 0 0 0,-1 1 1 0 0,1-1-1 0 0,-1 1 0 0 0,1-1 0 0 0,-1 1 0 0 0,1-1 1 0 0,-1 0-1 0 0,1 1 0 0 0,-1-1 0 0 0,0 1 0 0 0,1-1 1 0 0,-1 0-1 0 0,0 0 0 0 0,1 1 0 0 0,-1-1 0 0 0,0 0 1 0 0,0 0-1 0 0,0-1 0 0 0,0-18 1245 0 0,4-141 4260 0 0,-1 134-5000 0 0,0 0 0 0 0,2 1 0 0 0,13-45 0 0 0,42-70 760 0 0,-53 117-1044 0 0,-5 17-168 0 0,0 0-1 0 0,0 0 1 0 0,1 1-1 0 0,-1-1 1 0 0,2 1 0 0 0,-1 0-1 0 0,1-1 1 0 0,5-6-1 0 0,1 1-8 0 0,1 0 0 0 0,0 1-1 0 0,0 0 1 0 0,1 1 0 0 0,21-13-1 0 0,-26 18-48 0 0,1 0 0 0 0,0 1 0 0 0,0 0-1 0 0,1 0 1 0 0,-1 1 0 0 0,1 0 0 0 0,0 1-1 0 0,0 0 1 0 0,0 0 0 0 0,15-1 0 0 0,-14 3-36 0 0,0 1 0 0 0,-1 0 0 0 0,1 0 0 0 0,0 1 0 0 0,0 0 0 0 0,-1 1 0 0 0,18 7 0 0 0,-23-8 7 0 0,0 0-1 0 0,1 0 1 0 0,-1 1-1 0 0,0-1 1 0 0,0 1-1 0 0,-1 0 1 0 0,1 1-1 0 0,-1-1 1 0 0,1 0-1 0 0,-1 1 1 0 0,0 0-1 0 0,-1 0 1 0 0,1 0-1 0 0,0 0 1 0 0,-1 0-1 0 0,0 0 1 0 0,0 1-1 0 0,2 7 1 0 0,-2 0 1 0 0,1 0 0 0 0,0 23 0 0 0,-3-30 7 0 0,0 0-1 0 0,0 0 0 0 0,0 0 0 0 0,-1 0 0 0 0,1 0 1 0 0,-1 0-1 0 0,-1 0 0 0 0,1 0 0 0 0,-1-1 0 0 0,1 1 1 0 0,-5 6-1 0 0,-1-4 17 0 0,-1 0 0 0 0,0 0 0 0 0,-1 0 0 0 0,0-1-1 0 0,0-1 1 0 0,0 1 0 0 0,-1-2 0 0 0,-14 7 0 0 0,3-2 34 0 0,2 1 150 0 0,1-1-1 0 0,-2-2 1 0 0,1 0 0 0 0,-1 0-1 0 0,-1-2 1 0 0,1-1-1 0 0,0 0 1 0 0,-35 1-1 0 0,-21 1 973 0 0,18-4-48 0 0,52-5-881 0 0,21-1-122 0 0,-10 3-29 0 0,-5 0-92 0 0,0 1 1 0 0,0 0-1 0 0,0 0 1 0 0,0-1 0 0 0,0 1-1 0 0,0 0 1 0 0,0 0-1 0 0,0-1 1 0 0,0 1 0 0 0,0 0-1 0 0,0 0 1 0 0,1-1-1 0 0,-1 1 1 0 0,0 0 0 0 0,0 0-1 0 0,0-1 1 0 0,0 1-1 0 0,0 0 1 0 0,1 0 0 0 0,-1 0-1 0 0,0 0 1 0 0,0-1-1 0 0,0 1 1 0 0,1 0-1 0 0,-1 0 1 0 0,0 0 0 0 0,0 0-1 0 0,0 0 1 0 0,1-1-1 0 0,-1 1 1 0 0,0 0 0 0 0,0 0-1 0 0,1 0 1 0 0,-1 0-1 0 0,1 0 1 0 0,21-8 12 0 0,0 1 0 0 0,1 1-1 0 0,0 1 1 0 0,0 1 0 0 0,1 1 0 0 0,-1 1 0 0 0,1 1 0 0 0,42 4-1 0 0,-61-2-17 0 0,1 1-1 0 0,-1-1 1 0 0,0 1-1 0 0,0 0 1 0 0,0 0-1 0 0,0 0 1 0 0,0 1-1 0 0,5 3 1 0 0,15 7 21 0 0,-9-5-66 0 0,-1 1-1 0 0,24 16 0 0 0,-36-23 37 0 0,1 1-1 0 0,-1-1 0 0 0,0 1 1 0 0,0 0-1 0 0,0 0 0 0 0,0 0 1 0 0,0 0-1 0 0,-1 1 0 0 0,1-1 1 0 0,-1 1-1 0 0,0-1 0 0 0,0 1 0 0 0,-1 0 1 0 0,1 0-1 0 0,-1-1 0 0 0,1 1 1 0 0,-1 1-1 0 0,0 4 0 0 0,-2-5 12 0 0,0 1 0 0 0,0-1 0 0 0,0 1 1 0 0,-1-1-1 0 0,0 0 0 0 0,0 1 0 0 0,0-1 0 0 0,-1 0 0 0 0,1 0 0 0 0,-1 0 0 0 0,0-1 0 0 0,-6 6 0 0 0,-4 6 339 0 0,-2-1-1 0 0,-17 14 1 0 0,-5-3 451 0 0,-1-1 1 0 0,0-2 0 0 0,-2-1-1 0 0,-63 22 1 0 0,85-37-656 0 0,-1-1-1 0 0,0-1 0 0 0,0-1 1 0 0,0-1-1 0 0,0 0 1 0 0,-25-2-1 0 0,24 0-260 0 0,0-2 0 0 0,0 0 0 0 0,-26-6-1 0 0,39 7-165 0 0,0-1 0 0 0,1 0-1 0 0,-1 0 1 0 0,0-1 0 0 0,1 0-1 0 0,-1 0 1 0 0,1 0 0 0 0,0-1 0 0 0,0 0-1 0 0,-8-7 1 0 0,13 9-37 0 0,0 0-1 0 0,-1 0 1 0 0,1 0-1 0 0,0 0 1 0 0,0-1 0 0 0,0 1-1 0 0,0 0 1 0 0,1 0 0 0 0,-1-1-1 0 0,1 1 1 0 0,-1 0 0 0 0,1-1-1 0 0,0 1 1 0 0,0 0 0 0 0,0-1-1 0 0,0-3 1 0 0,0-48-8194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39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90 1040 0 0,'0'0'3535'0'0,"6"0"-2267"0"0,16 0 12 0 0,-17 0 3976 0 0,-1 0-4602 0 0,33 0 806 0 0,46-7 1 0 0,10 0 651 0 0,-59 6-1602 0 0,1-2 0 0 0,37-7 0 0 0,-3-2-60 0 0,-41 9-309 0 0,0-2 0 0 0,-1 0 0 0 0,44-17-1 0 0,-68 21-304 0 0,38-12 243 0 0,-40 13-122 0 0,-1 0 1 0 0,1 0-1 0 0,0-1 1 0 0,0 1-1 0 0,0 0 1 0 0,-1 0-1 0 0,1 1 1 0 0,0-1-1 0 0,0 0 1 0 0,0 0-1 0 0,-1 0 1 0 0,1 0-1 0 0,0 1 1 0 0,0-1-1 0 0,-1 0 1 0 0,1 1-1 0 0,0-1 1 0 0,-1 1-1 0 0,2 0 1 0 0,-2 0-84 0 0,1 0 1 0 0,-1 0-1 0 0,1-1 1 0 0,-1 1 0 0 0,0 0-1 0 0,0 0 1 0 0,1 0-1 0 0,-1 0 1 0 0,0 0-1 0 0,0 0 1 0 0,0 0 0 0 0,0 0-1 0 0,0 0 1 0 0,0 0-1 0 0,-1 0 1 0 0,1 0 0 0 0,0 0-1 0 0,0 0 1 0 0,-1 0-1 0 0,1 0 1 0 0,-1 1-1 0 0,-26 68-7904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41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1 640 0 0,'0'8'641'0'0,"-33"-8"-81"0"0,33 6 160 0 0,33-6 161 0 0,-33 7 1520 0 0,32-7 800 0 0,27 0-1440 0 0,72 8 560 0 0,97-8 961 0 0,66 6-961 0 0,-72 0-1921 0 0,7 9-1121 0 0,-66 12-2080 0 0,-32 15-5923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42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229 150 480 0 0,'-30'-6'832'0'0,"0"-1"-1"0"0,-35-13 1 0 0,0-9 2916 0 0,54 16-2094 0 0,5 12-1280 0 0,5 1-290 0 0,0 0 0 0 0,0-1 1 0 0,0 1-1 0 0,0 0 0 0 0,0 0 1 0 0,1 0-1 0 0,-1 0 0 0 0,0-1 1 0 0,0 1-1 0 0,0 0 0 0 0,0-1 1 0 0,1 1-1 0 0,-1-1 1 0 0,0 1-1 0 0,1-1 0 0 0,-1 1 1 0 0,0-1-1 0 0,1 1 0 0 0,-1-1 1 0 0,0 0-1 0 0,1 1 0 0 0,-1-1 1 0 0,1 0-1 0 0,-1 0 0 0 0,1 1 1 0 0,-1-1-1 0 0,1 0 1 0 0,0 0-1 0 0,0 0 0 0 0,-1 0 1 0 0,1 1-1 0 0,0-1 0 0 0,0-1 1 0 0,5 2 61 0 0,110 2 527 0 0,74 1-25 0 0,8-10-114 0 0,379-31 733 0 0,-363 24-1341 0 0,-170 13-1142 0 0,0 3 0 0 0,54 8 0 0 0,-54-3-4667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44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13 480 0 0,'-24'-11'1048'0'0,"22"9"2386"0"0,2 3-3347 0 0,-1 0-1 0 0,1 0 0 0 0,0-1 0 0 0,0 1 1 0 0,0 0-1 0 0,-1 0 0 0 0,1-1 0 0 0,0 1 1 0 0,-1 0-1 0 0,1 0 0 0 0,0-1 0 0 0,-1 1 1 0 0,1 0-1 0 0,-1-1 0 0 0,1 1 0 0 0,-1-1 1 0 0,0 1-1 0 0,1 0 0 0 0,-1-1 1 0 0,1 1-1 0 0,-1-1 0 0 0,0 0 0 0 0,0 1 1 0 0,1-1-1 0 0,-1 0 0 0 0,0 1 0 0 0,0-1 1 0 0,1 0-1 0 0,-1 0 0 0 0,0 1 0 0 0,0-1 1 0 0,0 0-1 0 0,1 0 0 0 0,-3 0 0 0 0,-4 2 243 0 0,7-2-304 0 0,0 0 0 0 0,-1 0 0 0 0,1 0 0 0 0,0 0-1 0 0,0 0 1 0 0,-1 0 0 0 0,1 0 0 0 0,0 0-1 0 0,0 1 1 0 0,-1-1 0 0 0,1 0 0 0 0,0 0 0 0 0,0 0-1 0 0,-1 0 1 0 0,1 1 0 0 0,0-1 0 0 0,0 0-1 0 0,0 0 1 0 0,-1 1 0 0 0,1-1 0 0 0,0 0 0 0 0,0 0-1 0 0,0 1 1 0 0,0-1 0 0 0,0 0 0 0 0,0 1-1 0 0,0-1 1 0 0,0 0 0 0 0,-1 0 0 0 0,1 1-1 0 0,0-1 1 0 0,0 1 0 0 0,-5 7 491 0 0,1-7-365 0 0,3 0-121 0 0,0-1 0 0 0,0 0-1 0 0,0 0 1 0 0,-1 1 0 0 0,1-1 0 0 0,0 1-1 0 0,0-1 1 0 0,0 1 0 0 0,0-1-1 0 0,0 1 1 0 0,0 0 0 0 0,0 0 0 0 0,0-1-1 0 0,0 1 1 0 0,0 0 0 0 0,1 0-1 0 0,-1 0 1 0 0,0 0 0 0 0,0 0 0 0 0,1 0-1 0 0,-1 0 1 0 0,1 0 0 0 0,-1 0-1 0 0,0 2 1 0 0,1-2-12 0 0,0 0-1 0 0,0 0 1 0 0,-1 0-1 0 0,1 0 1 0 0,-1 0-1 0 0,1 0 0 0 0,-1 0 1 0 0,1 0-1 0 0,-1 0 1 0 0,1 0-1 0 0,-1 0 1 0 0,0 0-1 0 0,0 0 1 0 0,1 0-1 0 0,-1-1 1 0 0,0 1-1 0 0,0 0 1 0 0,0 0-1 0 0,0-1 1 0 0,0 1-1 0 0,0-1 1 0 0,0 1-1 0 0,0-1 1 0 0,-2 1-1 0 0,-5 4 53 0 0,-25 23 184 0 0,33-27-243 0 0,-1 0 0 0 0,1 0 0 0 0,-1-1 0 0 0,1 1 0 0 0,-1 0 1 0 0,1 0-1 0 0,-1 0 0 0 0,1 0 0 0 0,0 0 0 0 0,-1 0 0 0 0,1 0 1 0 0,0-1-1 0 0,0 1 0 0 0,0 0 0 0 0,0 0 0 0 0,0 0 0 0 0,0 0 1 0 0,0 0-1 0 0,0 0 0 0 0,0 0 0 0 0,0 1 0 0 0,1 0 35 0 0,-1 0 0 0 0,0-1 0 0 0,0 1 0 0 0,0 0 0 0 0,0-1 0 0 0,0 1 0 0 0,0-1 0 0 0,0 1 0 0 0,-1 0 0 0 0,1-1 0 0 0,-1 1 0 0 0,1-1 0 0 0,-1 1 0 0 0,0-1 0 0 0,1 1 0 0 0,-2 2 0 0 0,-20 20 360 0 0,-11 16 268 0 0,22-12-247 0 0,-11-6-67 0 0,-9 11 527 0 0,30-32-867 0 0,0-1 0 0 0,1 1-1 0 0,-1 0 1 0 0,0-1-1 0 0,1 1 1 0 0,-1 0 0 0 0,1 0-1 0 0,-1-1 1 0 0,1 1-1 0 0,0 0 1 0 0,-1 0-1 0 0,1 0 1 0 0,0 0-1 0 0,0 0 1 0 0,-1-1-1 0 0,1 1 1 0 0,0 0-1 0 0,0 0 1 0 0,0 0 0 0 0,0 0-1 0 0,0 1 1 0 0,0-1-6 0 0,1 0 0 0 0,-1 0 1 0 0,0-1-1 0 0,-1 1 0 0 0,1 0 1 0 0,0 0-1 0 0,0 0 0 0 0,0 0 0 0 0,0 0 1 0 0,-1-1-1 0 0,1 1 0 0 0,0 0 1 0 0,-1 0-1 0 0,1 0 0 0 0,-1-1 1 0 0,0 2-1 0 0,-10 8 106 0 0,10-9-102 0 0,-1 0 1 0 0,1 0-1 0 0,0 0 1 0 0,0 0-1 0 0,0 0 1 0 0,-1 1-1 0 0,1-1 0 0 0,0 0 1 0 0,1 1-1 0 0,-1-1 1 0 0,0 1-1 0 0,0-1 1 0 0,1 1-1 0 0,-1 0 1 0 0,0-1-1 0 0,1 1 1 0 0,0-1-1 0 0,-1 1 1 0 0,1 0-1 0 0,0-1 1 0 0,0 1-1 0 0,0 0 1 0 0,0 0-1 0 0,0-1 1 0 0,1 3-1 0 0,-1 97 1116 0 0,0-100-1128 0 0,0 0-1 0 0,-1 0 1 0 0,2 0-1 0 0,-1 0 1 0 0,0 0-1 0 0,0 0 1 0 0,0 0-1 0 0,0 0 1 0 0,1 0-1 0 0,-1 0 1 0 0,0 0-1 0 0,1 0 1 0 0,-1 0-1 0 0,1 0 1 0 0,-1 0-1 0 0,1 0 1 0 0,-1 0-1 0 0,1 0 1 0 0,0-1-1 0 0,0 1 1 0 0,-1 0-1 0 0,1 0 1 0 0,0-1 0 0 0,0 1-1 0 0,0-1 1 0 0,0 1-1 0 0,0 0 1 0 0,-1-1-1 0 0,3 1 1 0 0,-2-1-7 0 0,0 1 0 0 0,0-1 1 0 0,0 1-1 0 0,0-1 1 0 0,0 1-1 0 0,0-1 0 0 0,-1 1 1 0 0,1 0-1 0 0,0 0 0 0 0,0-1 1 0 0,0 1-1 0 0,-1 0 0 0 0,1 0 1 0 0,-1 0-1 0 0,1 0 1 0 0,0-1-1 0 0,-1 1 0 0 0,1 0 1 0 0,-1 0-1 0 0,0 0 0 0 0,1 0 1 0 0,-1 0-1 0 0,0 0 1 0 0,0 1-1 0 0,0-1 0 0 0,1 0 1 0 0,-1 0-1 0 0,0 0 0 0 0,-1 2 1 0 0,1-2 4 0 0,0 1 1 0 0,1 0 0 0 0,-1 0 0 0 0,0 0-1 0 0,1 0 1 0 0,-1-1 0 0 0,1 1 0 0 0,0 0-1 0 0,-1 0 1 0 0,1-1 0 0 0,0 1-1 0 0,0-1 1 0 0,0 1 0 0 0,0-1 0 0 0,0 1-1 0 0,0-1 1 0 0,1 1 0 0 0,2 1 0 0 0,31 18-27 0 0,-30-19 40 0 0,0 0 1 0 0,0 1-1 0 0,-1-1 0 0 0,0 1 0 0 0,1 0 0 0 0,-1 0 0 0 0,5 5 0 0 0,2 7 110 0 0,-9-12-118 0 0,0-1 1 0 0,-1 0-1 0 0,1 0 0 0 0,0 0 0 0 0,0 0 0 0 0,0 0 1 0 0,0 0-1 0 0,1 0 0 0 0,-1-1 0 0 0,5 3 0 0 0,7 5 18 0 0,0 0 1 0 0,17 15-1 0 0,-30-23-19 0 0,0 0 2 0 0,-1 0 0 0 0,1 0 1 0 0,0 0-1 0 0,-1 0 1 0 0,1 0-1 0 0,-1 0 0 0 0,1 0 1 0 0,-1 0-1 0 0,1 0 1 0 0,-1 0-1 0 0,0 0 0 0 0,0 0 1 0 0,1 0-1 0 0,-1 0 1 0 0,0 0-1 0 0,0 1 0 0 0,0-1 1 0 0,0 0-1 0 0,0 0 1 0 0,-1 2-1 0 0,1-2 3 0 0,0 0 0 0 0,-1 0 0 0 0,1 0 0 0 0,0 0 0 0 0,0 0 0 0 0,0 1 0 0 0,0-1 0 0 0,1 0 0 0 0,-1 0 0 0 0,0 0 0 0 0,0 0 1 0 0,1 0-1 0 0,-1 0 0 0 0,0 0 0 0 0,1 0 0 0 0,-1 0 0 0 0,1 0 0 0 0,-1-1 0 0 0,2 2 0 0 0,7 3 79 0 0,-8-5-80 0 0,-1 0 0 0 0,1 0 0 0 0,0 0 0 0 0,0 1-1 0 0,0-1 1 0 0,0 0 0 0 0,0 1 0 0 0,-1-1 0 0 0,1 1 0 0 0,0-1 0 0 0,0 1 0 0 0,-1-1 0 0 0,1 1 0 0 0,0-1 0 0 0,-1 1 0 0 0,1 0 0 0 0,-1-1-1 0 0,1 1 1 0 0,0 0 0 0 0,-1-1 0 0 0,0 1 0 0 0,1 0 0 0 0,-1 0 0 0 0,1 0 0 0 0,-1 0 0 0 0,0-1 0 0 0,0 1 0 0 0,1 0 0 0 0,-1 0 0 0 0,0 2-1 0 0,0 320 2470 0 0,0-323-2481 0 0,0 1 1 0 0,0 0-1 0 0,0 0 1 0 0,0 0 0 0 0,0 0-1 0 0,0-1 1 0 0,0 1-1 0 0,1 0 1 0 0,-1 0 0 0 0,0 0-1 0 0,1-1 1 0 0,-1 1-1 0 0,0 0 1 0 0,1-1 0 0 0,-1 1-1 0 0,1 0 1 0 0,-1 0-1 0 0,1-1 1 0 0,-1 1 0 0 0,1-1-1 0 0,0 1 1 0 0,-1-1-1 0 0,1 1 1 0 0,0-1 0 0 0,-1 1-1 0 0,1-1 1 0 0,0 1-1 0 0,-1-1 1 0 0,1 0 0 0 0,0 0-1 0 0,0 1 1 0 0,1-1-1 0 0,-1 0 1 0 0,0 1 0 0 0,-1-1-1 0 0,1 0 1 0 0,0 0-1 0 0,0 1 1 0 0,0-1 0 0 0,-1 1-1 0 0,1-1 1 0 0,0 0 0 0 0,0 1-1 0 0,-1 0 1 0 0,1-1 0 0 0,0 1-1 0 0,-1-1 1 0 0,1 1-1 0 0,-1 0 1 0 0,1-1 0 0 0,-1 1-1 0 0,1 0 1 0 0,-1 0 0 0 0,1-1-1 0 0,-1 1 1 0 0,0 0 0 0 0,1 0-1 0 0,-1 0 1 0 0,0-1-1 0 0,0 1 1 0 0,0 0 0 0 0,1 0-1 0 0,-1 0 1 0 0,0 0 0 0 0,0 1-1 0 0,0 316 466 0 0,0-317-466 0 0,0 1-1 0 0,0 0 0 0 0,0 0 1 0 0,1-1-1 0 0,-1 1 0 0 0,1 0 0 0 0,0-1 1 0 0,-1 1-1 0 0,1-1 0 0 0,0 1 1 0 0,0-1-1 0 0,0 1 0 0 0,0-1 1 0 0,0 1-1 0 0,2 1 0 0 0,-2-2 3 0 0,1 1 0 0 0,-1-1 0 0 0,0 1 0 0 0,0 0 0 0 0,0-1 0 0 0,0 1 1 0 0,0 0-1 0 0,0 0 0 0 0,0-1 0 0 0,-1 1 0 0 0,1 0 0 0 0,-1 0 0 0 0,1 0 0 0 0,-1 0 0 0 0,1 4 0 0 0,-2 23-39 0 0,-1-20 136 0 0,2 0-1 0 0,-1 0 1 0 0,2 0-1 0 0,-1 0 1 0 0,1 0-1 0 0,0 0 0 0 0,5 16 1 0 0,16 5 727 0 0,-22-30-825 0 0,0 0 1 0 0,0 0 0 0 0,0 0-1 0 0,0 0 1 0 0,0 0-1 0 0,0 0 1 0 0,0-1-1 0 0,0 1 1 0 0,0 0-1 0 0,0 0 1 0 0,0 0 0 0 0,0 0-1 0 0,0 0 1 0 0,0-1-1 0 0,0 1 1 0 0,0 0-1 0 0,0 0 1 0 0,0 0-1 0 0,1 0 1 0 0,-1 0 0 0 0,0 0-1 0 0,0 0 1 0 0,0-1-1 0 0,0 1 1 0 0,0 0-1 0 0,0 0 1 0 0,0 0-1 0 0,0 0 1 0 0,1 0-1 0 0,-1 0 1 0 0,0 0 0 0 0,0 0-1 0 0,0 0 1 0 0,0 0-1 0 0,0 0 1 0 0,1 0-1 0 0,-1 0 1 0 0,0 0-1 0 0,0 0 1 0 0,0 0 0 0 0,0 0-1 0 0,0 0 1 0 0,0 0-1 0 0,1 0 1 0 0,-1 0-1 0 0,0 0 1 0 0,0 0-1 0 0,0 0 1 0 0,0 0-1 0 0,0 0 1 0 0,0 0 0 0 0,1 0-1 0 0,-1 0 1 0 0,0 0-1 0 0,0 0 1 0 0,0 0-1 0 0,0 1 1 0 0,0-1-1 0 0,0 0 1 0 0,0 0 0 0 0,1 0-1 0 0,-1 0 1 0 0,0 0-1 0 0,0 1 1 0 0,0-4-221 0 0,-1 12 310 0 0,1 16 52 0 0,0-13-95 0 0,0-14-202 0 0,-5-1-247 0 0,-6-2-220 0 0,0 0-1 0 0,1-1 1 0 0,0 0 0 0 0,0-1-1 0 0,0 0 1 0 0,1 0 0 0 0,-13-13 0 0 0,-69-73-8705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46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1 240 0 0,'-5'0'240'0'0,"-17"0"0"0"0,17 0 734 0 0,10 2-680 0 0,9 6-123 0 0,-17-1 16 0 0,-8 11 188 0 0,9-9-151 0 0,0 0 1 0 0,0 1-1 0 0,1-1 0 0 0,0 1 0 0 0,0-1 0 0 0,2 14 0 0 0,-4 37 795 0 0,-9-17-416 0 0,8-35-503 0 0,2 1-1 0 0,-1 0 1 0 0,1 0 0 0 0,1 0-1 0 0,-2 17 1 0 0,3 100 1220 0 0,0-121-1276 0 0,-1-1-1 0 0,1 1 0 0 0,-1 0 1 0 0,0 0-1 0 0,0-1 1 0 0,-1 1-1 0 0,1-1 0 0 0,-1 1 1 0 0,0-1-1 0 0,-3 5 0 0 0,2-4 3 0 0,1-1-1 0 0,0 0 0 0 0,0 1 0 0 0,0-1 0 0 0,1 1 0 0 0,0-1 0 0 0,0 1 1 0 0,0 0-1 0 0,0 0 0 0 0,0 5 0 0 0,2 8 105 0 0,-1-11-119 0 0,1 0 1 0 0,-1 0-1 0 0,-1-1 0 0 0,1 1 0 0 0,-1 0 1 0 0,0 0-1 0 0,-3 8 0 0 0,-6 6 10 0 0,7-16-20 0 0,1 0 1 0 0,-1 0-1 0 0,1 0 0 0 0,1 0 0 0 0,-1 1 1 0 0,1-1-1 0 0,0 1 0 0 0,0-1 0 0 0,0 10 1 0 0,0-10 8 0 0,1 1 0 0 0,-1 0 1 0 0,0-1-1 0 0,0 1 1 0 0,-1-1-1 0 0,1 1 0 0 0,-1-1 1 0 0,0 0-1 0 0,-1 0 0 0 0,-3 7 1 0 0,-2 2 35 0 0,8-12-54 0 0,-1 0-1 0 0,1 0 1 0 0,-1 0 0 0 0,1 0 0 0 0,0 0 0 0 0,-1 0 0 0 0,1 0-1 0 0,0 0 1 0 0,0 0 0 0 0,1 0 0 0 0,-1 0 0 0 0,0 0 0 0 0,1 0-1 0 0,-1 0 1 0 0,1 0 0 0 0,-1 0 0 0 0,1 0 0 0 0,0-1-1 0 0,0 1 1 0 0,0 0 0 0 0,0 0 0 0 0,0-1 0 0 0,0 1 0 0 0,1-1-1 0 0,-1 1 1 0 0,2 1 0 0 0,6 10 42 0 0,-7-9-48 0 0,-1-1 0 0 0,0 1 0 0 0,0 0 0 0 0,-1 0-1 0 0,1-1 1 0 0,-1 1 0 0 0,0 0 0 0 0,0 0-1 0 0,0 0 1 0 0,0 0 0 0 0,-1 0 0 0 0,1-1 0 0 0,-1 1-1 0 0,0 0 1 0 0,0 0 0 0 0,-1-1 0 0 0,1 1 0 0 0,-1-1-1 0 0,1 1 1 0 0,-1-1 0 0 0,0 0 0 0 0,-1 1 0 0 0,-2 2-1 0 0,-1 3 16 0 0,6-7-15 0 0,-1-1-1 0 0,0 1 0 0 0,0-1 0 0 0,1 1 0 0 0,-1 0 1 0 0,1-1-1 0 0,-1 1 0 0 0,1 0 0 0 0,0 0 0 0 0,0-1 1 0 0,0 1-1 0 0,0 0 0 0 0,0 0 0 0 0,0-1 0 0 0,0 1 1 0 0,0 0-1 0 0,1 0 0 0 0,-1-1 0 0 0,1 1 0 0 0,-1 0 1 0 0,1-1-1 0 0,0 1 0 0 0,-1-1 0 0 0,1 1 0 0 0,0-1 1 0 0,0 1-1 0 0,0-1 0 0 0,0 1 0 0 0,1-1 1 0 0,-1 0-1 0 0,3 2 0 0 0,2 6 55 0 0,-14-3 8 0 0,8-6-66 0 0,-1 0 1 0 0,0 0-1 0 0,1 1 0 0 0,-1-1 0 0 0,0 0 0 0 0,0 0 0 0 0,1 1 0 0 0,-1-1 0 0 0,1 0 0 0 0,-1 1 0 0 0,0-1 0 0 0,1 1 0 0 0,-1-1 0 0 0,1 1 0 0 0,-1-1 0 0 0,1 1 0 0 0,-1 0 0 0 0,1-1 0 0 0,-1 1 0 0 0,1-1 0 0 0,0 1 0 0 0,-1 0 0 0 0,1-1 0 0 0,0 1 0 0 0,0 0 0 0 0,-1 0 0 0 0,1-1 0 0 0,0 1 0 0 0,0 0 1 0 0,0 0-1 0 0,0 0 0 0 0,0 7-11 0 0,1-6 8 0 0,-1 0 0 0 0,0 0 0 0 0,1-1 0 0 0,-1 1 0 0 0,0 0 0 0 0,0 0 0 0 0,0-1 0 0 0,-1 1 0 0 0,1 0 0 0 0,0 0 0 0 0,-1-1 0 0 0,1 1 0 0 0,-1 0 0 0 0,0-1 0 0 0,1 1 0 0 0,-1 0 0 0 0,-1 1 0 0 0,-8 4 25 0 0,9-6-13 0 0,0-1 1 0 0,0 1-1 0 0,-1 0 1 0 0,1 0-1 0 0,0 0 1 0 0,0 0-1 0 0,0 0 1 0 0,0 0 0 0 0,0 0-1 0 0,0 0 1 0 0,0 0-1 0 0,1 1 1 0 0,-1-1-1 0 0,0 0 1 0 0,1 0-1 0 0,-1 1 1 0 0,1-1-1 0 0,-1 0 1 0 0,1 1-1 0 0,0-1 1 0 0,-1 1 0 0 0,1-1-1 0 0,0 1 1 0 0,0-1-1 0 0,0 0 1 0 0,0 1-1 0 0,0 1 1 0 0,0 100 668 0 0,0-102-672 0 0,0 0 0 0 0,0 0 0 0 0,1 0 0 0 0,-1 0-1 0 0,0 0 1 0 0,0-1 0 0 0,0 1 0 0 0,1 0 0 0 0,-1 0 0 0 0,1 0 0 0 0,-1 0 0 0 0,0 0-1 0 0,1 0 1 0 0,0 0 0 0 0,-1-1 0 0 0,1 1 0 0 0,-1 0 0 0 0,1 0 0 0 0,0-1 0 0 0,0 1-1 0 0,-1 0 1 0 0,1-1 0 0 0,0 1 0 0 0,0-1 0 0 0,0 1 0 0 0,0-1 0 0 0,1 1 0 0 0,-1-1-3 0 0,0 1 0 0 0,0-1 0 0 0,0 1 0 0 0,0-1 0 0 0,0 1 0 0 0,0-1 0 0 0,0 1 0 0 0,0 0-1 0 0,-1-1 1 0 0,1 1 0 0 0,0 0 0 0 0,-1 0 0 0 0,1 0 0 0 0,0-1 0 0 0,-1 1 0 0 0,1 0 0 0 0,-1 0 0 0 0,1 0 0 0 0,-1 0 0 0 0,1 0 0 0 0,-1 0 0 0 0,0 0 0 0 0,0 0 0 0 0,1 0 0 0 0,-1 0 0 0 0,0 0 0 0 0,0 2 0 0 0,0 124 916 0 0,0-126-916 0 0,0 0 0 0 0,0-1 0 0 0,0 1 0 0 0,0 0 0 0 0,0-1-1 0 0,0 1 1 0 0,0-1 0 0 0,-1 1 0 0 0,1 0 0 0 0,0-1 0 0 0,0 1 0 0 0,-1 0 0 0 0,1-1 0 0 0,0 1 0 0 0,-1-1 0 0 0,1 1 0 0 0,0-1 0 0 0,-1 1 0 0 0,1-1 0 0 0,-1 1 0 0 0,1-1 0 0 0,-1 1 0 0 0,1-1 0 0 0,-1 0 0 0 0,0 1 0 0 0,1-1 0 0 0,-1 0 0 0 0,1 0 0 0 0,-1 1 0 0 0,0-1 0 0 0,1 0 0 0 0,-1 0 0 0 0,1 0 0 0 0,-2 1 0 0 0,1-1 8 0 0,0 0 0 0 0,0 0 0 0 0,0 0 0 0 0,0 1-1 0 0,0-1 1 0 0,0 1 0 0 0,1-1 0 0 0,-1 0 0 0 0,0 1 0 0 0,0 0 0 0 0,0-1 0 0 0,1 1 0 0 0,-1-1 0 0 0,0 1 0 0 0,1 0 0 0 0,-1-1 0 0 0,0 1 0 0 0,1 0 0 0 0,-1 0 0 0 0,1 0 0 0 0,-1-1 0 0 0,1 1 0 0 0,-1 0 0 0 0,1 0-1 0 0,0 0 1 0 0,0 0 0 0 0,-1 0 0 0 0,1 0 0 0 0,0 0 0 0 0,0 0 0 0 0,0 0 0 0 0,0 0 0 0 0,0 0 0 0 0,0 0 0 0 0,0 1 0 0 0,0 134 1161 0 0,1-130-1132 0 0,-1 1 1 0 0,1-1 0 0 0,1 0-1 0 0,-1 0 1 0 0,1 0 0 0 0,0 0 0 0 0,6 11-1 0 0,-6-11-3 0 0,1 0 0 0 0,-1 0 0 0 0,0 0 0 0 0,0 1 0 0 0,0-1 0 0 0,-1 0 0 0 0,1 13 0 0 0,-2 113 882 0 0,0-130-887 0 0,0 1 1 0 0,0-1-1 0 0,-1 1 0 0 0,1-1 1 0 0,-1 1-1 0 0,1-1 0 0 0,-1 1 1 0 0,0-1-1 0 0,0 0 1 0 0,0 1-1 0 0,0-1 0 0 0,-1 0 1 0 0,1 0-1 0 0,0 0 0 0 0,-1 0 1 0 0,-1 2-1 0 0,1-2-7 0 0,0 0 0 0 0,1 0 0 0 0,-1 0-1 0 0,1 0 1 0 0,0 0 0 0 0,-1 0 0 0 0,1 0 0 0 0,0 1 0 0 0,1-1-1 0 0,-1 0 1 0 0,0 1 0 0 0,1-1 0 0 0,-1 1 0 0 0,1-1 0 0 0,-1 1-1 0 0,1 2 1 0 0,0-2-1 0 0,0-1-1 0 0,0 1 1 0 0,-1 0 0 0 0,1-1-1 0 0,-1 1 1 0 0,0 0-1 0 0,0-1 1 0 0,0 1-1 0 0,0-1 1 0 0,0 1 0 0 0,0-1-1 0 0,-1 0 1 0 0,1 1-1 0 0,-4 3 1 0 0,3-4-22 0 0,0 0 1 0 0,1 0 0 0 0,-1 0 0 0 0,1 0-1 0 0,0 0 1 0 0,-1 1 0 0 0,1-1-1 0 0,0 0 1 0 0,1 1 0 0 0,-1-1-1 0 0,0 1 1 0 0,1-1 0 0 0,-1 1-1 0 0,1 3 1 0 0,0 52-85 0 0,0-57 98 0 0,0 0 1 0 0,0 0-1 0 0,0 0 1 0 0,1 0-1 0 0,-1-1 0 0 0,0 1 1 0 0,0 0-1 0 0,1 0 1 0 0,-1-1-1 0 0,1 1 1 0 0,-1 0-1 0 0,1 0 0 0 0,-1-1 1 0 0,1 1-1 0 0,-1-1 1 0 0,1 1-1 0 0,0 0 1 0 0,-1-1-1 0 0,1 1 0 0 0,0-1 1 0 0,0 1-1 0 0,-1-1 1 0 0,1 0-1 0 0,0 1 1 0 0,0-1-1 0 0,-1 0 0 0 0,1 1 1 0 0,0-1-1 0 0,0 0 1 0 0,0 0-1 0 0,1 0 1 0 0,6 3 58 0 0,-8-3-79 0 0,0 0-1 0 0,1 0 1 0 0,-1 1 0 0 0,0-1-1 0 0,1 0 1 0 0,-1 0 0 0 0,0 1 0 0 0,0-1-1 0 0,1 0 1 0 0,-1 0 0 0 0,0 1 0 0 0,0-1-1 0 0,0 0 1 0 0,0 1 0 0 0,1-1-1 0 0,-1 0 1 0 0,0 1 0 0 0,0-1 0 0 0,0 0-1 0 0,0 1 1 0 0,0-1 0 0 0,0 0 0 0 0,0 1-1 0 0,0-1 1 0 0,0 1 0 0 0,0-1-1 0 0,0 0 1 0 0,0 1 0 0 0,0-1 0 0 0,0 0-1 0 0,0 1 1 0 0,-1-1 0 0 0,1 0 0 0 0,0 1-1 0 0,0-1 1 0 0,0 0 0 0 0,0 1-1 0 0,-1-1 1 0 0,1 0 0 0 0,0 0 0 0 0,0 1-1 0 0,-1-1 1 0 0,1 0 0 0 0,0 0 0 0 0,0 1-1 0 0,-1-1 1 0 0,0 1-36 0 0,0-1 0 0 0,0 1 0 0 0,0 0 0 0 0,0-1 0 0 0,0 1 0 0 0,1 0-1 0 0,-1 0 1 0 0,0 0 0 0 0,0 0 0 0 0,1 0 0 0 0,-1 0 0 0 0,1 0 0 0 0,-1 0 0 0 0,1 0 0 0 0,-1 0 0 0 0,1 0 0 0 0,-1 0 0 0 0,1 0-1 0 0,0 0 1 0 0,0 0 0 0 0,0 0 0 0 0,-1 1 0 0 0,1-1 0 0 0,0 0 0 0 0,0 0 0 0 0,1 0 0 0 0,-1 0 0 0 0,0 0 0 0 0,0 1-1 0 0,1-1 1 0 0,-1 0 0 0 0,0 0 0 0 0,1 0 0 0 0,-1 0 0 0 0,1 0 0 0 0,-1 0 0 0 0,2 1 0 0 0,6 16-543 0 0,-7-13 467 0 0,0 0 0 0 0,0 0 0 0 0,-1 0-1 0 0,0 0 1 0 0,0 0 0 0 0,0 0 0 0 0,0 0-1 0 0,-1 0 1 0 0,0 0 0 0 0,0 0 0 0 0,0 0-1 0 0,-1 0 1 0 0,1-1 0 0 0,-1 1-1 0 0,-3 5 1 0 0,-6 21-18 0 0,1 36 198 0 0,2-32 143 0 0,5-27-90 0 0,1 1 0 0 0,0-1 0 0 0,0 0 1 0 0,1 1-1 0 0,0-1 0 0 0,1 1 0 0 0,0-1 0 0 0,0 1 1 0 0,2 9-1 0 0,9 13 192 0 0,-9-26-349 0 0,-1-1 1 0 0,1 1 0 0 0,0 0 0 0 0,-1-1 0 0 0,0 1 0 0 0,0 0-1 0 0,0 6 1 0 0,-1-11-15 0 0,0 0 1 0 0,0 1-1 0 0,0-1 0 0 0,0 0 0 0 0,0 0 0 0 0,0 1 1 0 0,0-1-1 0 0,0 0 0 0 0,0 0 0 0 0,0 1 0 0 0,0-1 1 0 0,0 0-1 0 0,0 0 0 0 0,0 1 0 0 0,0-1 0 0 0,-1 0 1 0 0,1 0-1 0 0,0 1 0 0 0,0-1 0 0 0,0 0 0 0 0,0 0 1 0 0,0 0-1 0 0,-1 1 0 0 0,1-1 0 0 0,0 0 0 0 0,0 0 1 0 0,0 0-1 0 0,-1 0 0 0 0,1 1 0 0 0,0-1 0 0 0,0 0 1 0 0,0 0-1 0 0,-1 0 0 0 0,1 0 0 0 0,0 0 0 0 0,0 0 1 0 0,-1 0-1 0 0,1 0 0 0 0,0 0 0 0 0,0 1 0 0 0,-1-1 1 0 0,1 0-1 0 0,0 0 0 0 0,0 0 0 0 0,-1-1 0 0 0,1 1 1 0 0,0 0-1 0 0,0 0 0 0 0,-1 0 0 0 0,1 0 0 0 0,0 0 1 0 0,0 0-1 0 0,-1 0 0 0 0,1 0 0 0 0,0 0 0 0 0,0-1 1 0 0,-1 1-1 0 0,1 0 0 0 0,0 0 0 0 0,0 0 0 0 0,-1-1 1 0 0,-16-13-3354 0 0,-14-28-4585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47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131 228 320 0 0,'0'-184'4722'0'0,"0"184"-4697"0"0,0-1-1 0 0,0 0 1 0 0,-1 1-1 0 0,1-1 0 0 0,0 1 1 0 0,0-1-1 0 0,-1 0 1 0 0,1 1-1 0 0,0-1 0 0 0,-1 1 1 0 0,1-1-1 0 0,0 1 1 0 0,-1-1-1 0 0,1 1 1 0 0,-1-1-1 0 0,1 1 0 0 0,-1 0 1 0 0,1-1-1 0 0,-1 1 1 0 0,1 0-1 0 0,-1-1 0 0 0,1 1 1 0 0,-1 0-1 0 0,0 0 1 0 0,1-1-1 0 0,-1 1 0 0 0,1 0 1 0 0,-1 0-1 0 0,0 0 1 0 0,1 0-1 0 0,-1 0 1 0 0,0 0-1 0 0,1 0 0 0 0,-2 0 1 0 0,1 0-6 0 0,1 0 1 0 0,-1 0 0 0 0,1 0-1 0 0,-1 0 1 0 0,0 0-1 0 0,1 0 1 0 0,-1 0 0 0 0,1 0-1 0 0,-1 0 1 0 0,1 0-1 0 0,-1 0 1 0 0,1 0-1 0 0,-1-1 1 0 0,1 1 0 0 0,-1 0-1 0 0,1 0 1 0 0,-1-1-1 0 0,1 1 1 0 0,-1 0 0 0 0,1-1-1 0 0,-1 1 1 0 0,1-1-1 0 0,-1 1 1 0 0,1 0 0 0 0,0-1-1 0 0,-1 1 1 0 0,1-1-1 0 0,0 1 1 0 0,-1-1 0 0 0,1 1-1 0 0,0-1 1 0 0,0 1-1 0 0,-1-2 1 0 0,1 1 56 0 0,0 0 0 0 0,0 1 0 0 0,0-1 0 0 0,0 0 0 0 0,0 0 0 0 0,0 1 0 0 0,0-1 0 0 0,0 0 0 0 0,0 0 0 0 0,0 1 0 0 0,1-1 0 0 0,-1 0 0 0 0,0 0 0 0 0,0 1 0 0 0,1-1 0 0 0,-1 0 0 0 0,1 1-1 0 0,-1-1 1 0 0,0 0 0 0 0,1 1 0 0 0,-1-1 0 0 0,1 1 0 0 0,-1-1 0 0 0,1 0 0 0 0,0 1 0 0 0,-1 0 0 0 0,1-1 0 0 0,0 1 0 0 0,-1-1 0 0 0,1 1 0 0 0,0 0 0 0 0,-1-1 0 0 0,1 1 0 0 0,0 0 0 0 0,-1 0 0 0 0,1-1 0 0 0,0 1 0 0 0,0 0 0 0 0,0 0 0 0 0,-1 0 0 0 0,1 0 0 0 0,0 0 0 0 0,0 0 0 0 0,-1 0 0 0 0,1 1 0 0 0,1-1 0 0 0,3 0-299 0 0,0 0 1651 0 0,-5 190 2267 0 0,0-183-3616 0 0,0 1 0 0 0,-1-1 0 0 0,0 0 0 0 0,0 1 0 0 0,0-1 0 0 0,-1 0 0 0 0,0 0 0 0 0,-1 0 0 0 0,1 0 0 0 0,-1 0 0 0 0,-1-1 0 0 0,-3 7 0 0 0,6-10-75 0 0,-1 0 1 0 0,1 0 0 0 0,1 0-1 0 0,-1 0 1 0 0,0 0-1 0 0,1 0 1 0 0,-1 0 0 0 0,1 0-1 0 0,0 0 1 0 0,0 0-1 0 0,0 0 1 0 0,1 4 0 0 0,0-4-10 0 0,-1 0 0 0 0,0 0 1 0 0,1 0-1 0 0,-2 0 1 0 0,1 0-1 0 0,0 0 0 0 0,0 0 1 0 0,-1 0-1 0 0,0 0 1 0 0,0 0-1 0 0,1 0 0 0 0,-3 3 1 0 0,-6 9 20 0 0,7-12 28 0 0,0 1-1 0 0,0-1 1 0 0,0 1 0 0 0,0-1-1 0 0,0 1 1 0 0,1 0-1 0 0,0 0 1 0 0,0 0 0 0 0,0 0-1 0 0,0 0 1 0 0,0 0-1 0 0,1 0 1 0 0,0 5 0 0 0,0-8 182 0 0,-60-1 722 0 0,54 0-295 0 0,6 29 2429 0 0,28-29-828 0 0,-23 0-1934 0 0,0 0-147 0 0,50 0 407 0 0,130 2 628 0 0,-54 4-670 0 0,-1 6 0 0 0,196 42 0 0 0,-16 22-71 0 0,-234-59-547 0 0,-60-13-534 0 0,-27-5-1827 0 0,-125-21-10818 0 0,-11-3 2561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6:59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60 320 0 0,'0'0'31'0'0,"0"-1"0"0"0,0 1 0 0 0,0 0 0 0 0,0-1 1 0 0,-1 1-1 0 0,1-1 0 0 0,0 1 0 0 0,0 0 0 0 0,0-1 0 0 0,-1 1 0 0 0,1 0 0 0 0,0-1 0 0 0,-1 1 0 0 0,1 0 0 0 0,0-1 0 0 0,0 1 0 0 0,-1 0 0 0 0,1 0 1 0 0,-1-1-1 0 0,1 1 0 0 0,0 0 0 0 0,-1 0 0 0 0,1 0 0 0 0,-1-1 0 0 0,1 1 0 0 0,0 0 0 0 0,-1 0 0 0 0,1 0 0 0 0,-1 0 0 0 0,1 0 0 0 0,0 0 1 0 0,-2 0-1 0 0,-13 0 115 0 0,14 0-51 0 0,1 0-87 0 0,0 0-1 0 0,0 0 0 0 0,-1 0 0 0 0,1 0 1 0 0,0 1-1 0 0,0-1 0 0 0,0 0 1 0 0,0 0-1 0 0,0 0 0 0 0,0 0 0 0 0,0 0 1 0 0,-1 0-1 0 0,1 0 0 0 0,0 0 0 0 0,0 0 1 0 0,0 0-1 0 0,0 0 0 0 0,0 0 0 0 0,-1 0 1 0 0,1 0-1 0 0,0 0 0 0 0,0 0 1 0 0,0 0-1 0 0,0 0 0 0 0,0 0 0 0 0,-1 0 1 0 0,1 0-1 0 0,0 0 0 0 0,0 0 0 0 0,0 0 1 0 0,0 0-1 0 0,0 0 0 0 0,0 0 1 0 0,-1-1-1 0 0,1 1 0 0 0,0 0 0 0 0,0 0 1 0 0,0 0-1 0 0,0 0 0 0 0,0 0 0 0 0,0 0 1 0 0,0 0-1 0 0,0 0 0 0 0,0-1 0 0 0,0 1 1 0 0,-1 0-1 0 0,1 0 0 0 0,0 0 1 0 0,0 0-1 0 0,0 0 0 0 0,0 0 0 0 0,0-1 1 0 0,0 1-1 0 0,0 0 0 0 0,0 0 0 0 0,0 0 1 0 0,0 0-1 0 0,0 0 0 0 0,0-1 0 0 0,0 1 1 0 0,0 0-1 0 0,0 0 0 0 0,0 0-1 0 0,1 0 0 0 0,-1-1 0 0 0,0 1 0 0 0,0 0 0 0 0,0 0 0 0 0,0 0 0 0 0,0 0 0 0 0,0 0 0 0 0,0-1 0 0 0,0 1 0 0 0,0 0 0 0 0,0 0 0 0 0,-1 0 0 0 0,1 0 0 0 0,0 0 0 0 0,0 0 0 0 0,0-1-1 0 0,0 1 1 0 0,0 0 0 0 0,0 0 0 0 0,0 0 0 0 0,0 0 0 0 0,0 0 0 0 0,0 0 0 0 0,0 0 0 0 0,0-1 0 0 0,-1 1 0 0 0,1 0 0 0 0,0 0 0 0 0,0 0 0 0 0,0 0 0 0 0,0 0 0 0 0,0 0 0 0 0,0 0 0 0 0,-1 0 0 0 0,1 0 0 0 0,0 0 0 0 0,0 0-1 0 0,0 0 1 0 0,0 0 0 0 0,0 0 0 0 0,-1 0 0 0 0,1 0 0 0 0,0 0 0 0 0,0 0 0 0 0,0 0 0 0 0,0 0 0 0 0,0 0 0 0 0,0 0 0 0 0,-1 0 0 0 0,1 0 0 0 0,0 0 0 0 0,0 0 0 0 0,0 0 0 0 0,0 0 0 0 0,0 0 0 0 0,0 0 0 0 0,-1 0 0 0 0,1 0 0 0 0,0 1-1 0 0,0-1 1 0 0,0 0 91 0 0,-15 0-116 0 0,14 0 70 0 0,1 0 0 0 0,0 0-1 0 0,-1 0 1 0 0,1 0 0 0 0,-1 0 0 0 0,1 0-1 0 0,-1 0 1 0 0,1 0 0 0 0,-1 0 0 0 0,1 0 0 0 0,-1 0-1 0 0,1-1 1 0 0,-1 1 0 0 0,1 0 0 0 0,0 0-1 0 0,-1 0 1 0 0,1-1 0 0 0,-1 1 0 0 0,1 0-1 0 0,0 0 1 0 0,-1-1 0 0 0,1 1 0 0 0,0 0 0 0 0,-1-1-1 0 0,1 1 1 0 0,0-1 0 0 0,0 1 0 0 0,-1 0-1 0 0,1-1 1 0 0,-6 1 483 0 0,-48 0 653 0 0,48 0-854 0 0,1 0-239 0 0,4 0-75 0 0,0 0-10 0 0,0 0-1 0 0,-1 0 1 0 0,1 1 0 0 0,0-1-1 0 0,0 0 1 0 0,0 0-1 0 0,0 0 1 0 0,0 0 0 0 0,0-1-1 0 0,0 1 1 0 0,0 0 0 0 0,0 0-1 0 0,0 0 1 0 0,0-1 0 0 0,0 1-1 0 0,0-1 1 0 0,0 1 0 0 0,0-1-1 0 0,0 1 1 0 0,0-1 0 0 0,0 1-1 0 0,0-1 1 0 0,-1-1 0 0 0,2 0 84 0 0,-33 2 240 0 0,28 7 308 0 0,-3-7-484 0 0,7 0-92 0 0,-1-1 1 0 0,1 1-1 0 0,-1 0 0 0 0,0 0 0 0 0,1 0 0 0 0,-1 0 0 0 0,1 0 0 0 0,-1 1 0 0 0,0-1 0 0 0,1 0 0 0 0,-1 1 0 0 0,1-1 0 0 0,-1 1 1 0 0,-1 1-1 0 0,-3 0 171 0 0,-24 10 543 0 0,29-11-727 0 0,0-1 0 0 0,0 1 0 0 0,0 0 0 0 0,0 0 0 0 0,0-1 0 0 0,0 1 0 0 0,0 0 0 0 0,0 0 0 0 0,0 0 1 0 0,0 0-1 0 0,0 0 0 0 0,1 0 0 0 0,-1 0 0 0 0,0 1 0 0 0,1-1 0 0 0,-1 0 0 0 0,1 0 0 0 0,-1 0 0 0 0,1 1 0 0 0,-1-1 1 0 0,1 3-1 0 0,0-3-30 0 0,0 0 1 0 0,0 0 0 0 0,-1 1 0 0 0,1-1 0 0 0,0 0 0 0 0,0 0 0 0 0,-1 0 0 0 0,1 0 0 0 0,-1 0 0 0 0,1 0-1 0 0,-1 1 1 0 0,1-1 0 0 0,-1 0 0 0 0,0 0 0 0 0,1 0 0 0 0,-1-1 0 0 0,0 1 0 0 0,0 0 0 0 0,0 0-1 0 0,0 0 1 0 0,0-1 0 0 0,1 1 0 0 0,-2 0 0 0 0,0 0 0 0 0,1 0-15 0 0,0-1 1 0 0,0 1 0 0 0,0 0-1 0 0,0 0 1 0 0,0 0-1 0 0,-1 0 1 0 0,2 0 0 0 0,-1 0-1 0 0,0 0 1 0 0,0 0-1 0 0,0 0 1 0 0,0 0 0 0 0,1 1-1 0 0,-1-1 1 0 0,1 0-1 0 0,-1 0 1 0 0,1 1 0 0 0,-1-1-1 0 0,1 0 1 0 0,0 1-1 0 0,-1-1 1 0 0,1 1-1 0 0,0-1 1 0 0,0 2 0 0 0,0 0 8 0 0,0 0 0 0 0,-1 0 0 0 0,1 0 0 0 0,-1 0 1 0 0,0 0-1 0 0,0 0 0 0 0,0 0 0 0 0,0 0 0 0 0,0 0 0 0 0,0-1 1 0 0,-1 1-1 0 0,0-1 0 0 0,-2 5 0 0 0,2-5-1 0 0,0 0 0 0 0,0 1 1 0 0,1 0-1 0 0,-1-1 0 0 0,1 1 0 0 0,0 0 0 0 0,0 0 0 0 0,0 0 1 0 0,0 0-1 0 0,0 0 0 0 0,0 0 0 0 0,1 0 0 0 0,-1 5 0 0 0,1-5 0 0 0,0 1-1 0 0,0-1 1 0 0,-1 1-1 0 0,1-1 1 0 0,-1 1-1 0 0,0-1 0 0 0,0 1 1 0 0,-1-1-1 0 0,1 0 1 0 0,-1 0-1 0 0,1 0 0 0 0,-1 1 1 0 0,-3 2-1 0 0,4-4-2 0 0,-1 1 1 0 0,0 0-1 0 0,0-1 0 0 0,1 1 0 0 0,0 0 0 0 0,-1 0 0 0 0,1 0 1 0 0,1 0-1 0 0,-1 0 0 0 0,0 0 0 0 0,1 1 0 0 0,-1 5 0 0 0,1-7-5 0 0,0-1-1 0 0,0 0 1 0 0,-1 1-1 0 0,1-1 0 0 0,0 1 1 0 0,0-1-1 0 0,-1 1 1 0 0,1-1-1 0 0,-1 0 1 0 0,1 1-1 0 0,-1-1 1 0 0,0 0-1 0 0,0 0 0 0 0,1 1 1 0 0,-1-1-1 0 0,0 0 1 0 0,0 0-1 0 0,0 0 1 0 0,0 0-1 0 0,0 0 0 0 0,-2 1 1 0 0,-4 7 68 0 0,11-4-43 0 0,0 0 0 0 0,1-1-1 0 0,-1 1 1 0 0,11 7-1 0 0,2 3-8 0 0,-13-10-21 0 0,1-1 1 0 0,-1 0-1 0 0,1 0 0 0 0,0-1 0 0 0,0 1 0 0 0,0-1 0 0 0,0 0 1 0 0,1 0-1 0 0,-1-1 0 0 0,1 1 0 0 0,0-1 0 0 0,10 2 0 0 0,5-1-59 0 0,-1-1-1 0 0,37-2 0 0 0,-32 0 106 0 0,24 1 63 0 0,-1-2 0 0 0,0-3 0 0 0,0-1 0 0 0,80-20 0 0 0,-126 24-90 0 0,0 1-1 0 0,-1-1 0 0 0,1 0 0 0 0,0 1 0 0 0,-1-1 0 0 0,1 0 0 0 0,0 0 0 0 0,-1 0 0 0 0,0 0 1 0 0,1 0-1 0 0,-1 0 0 0 0,0 0 0 0 0,1-1 0 0 0,-1 1 0 0 0,0 0 0 0 0,0-1 0 0 0,0 1 1 0 0,0-1-1 0 0,0 1 0 0 0,1-4 0 0 0,-1 0 129 0 0,0 0 1 0 0,0-1-1 0 0,-1 1 0 0 0,1 0 1 0 0,-2-11-1 0 0,1-1 105 0 0,0 10-154 0 0,-1-1 0 0 0,0 0 0 0 0,-1 0 0 0 0,1 1 0 0 0,-1-1-1 0 0,-1 1 1 0 0,1 0 0 0 0,-8-14 0 0 0,-36-49 306 0 0,21 34-268 0 0,6 0-65 0 0,16 29-136 0 0,0 0-1 0 0,0 1 1 0 0,-1-1-1 0 0,0 1 1 0 0,0 0-1 0 0,-1 0 1 0 0,1 1-1 0 0,-1 0 1 0 0,0-1-1 0 0,-12-7 1 0 0,7 7-300 0 0,0 1 0 0 0,-1 1 0 0 0,0 0 0 0 0,-21-6 0 0 0,25 9-466 0 0,1-1-1 0 0,0 1 0 0 0,-1 0 0 0 0,1 0 1 0 0,-1 1-1 0 0,1 0 0 0 0,-1 0 1 0 0,1 1-1 0 0,-1 0 0 0 0,-6 1 1 0 0,7 4-3268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00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902 0 80 0 0,'-151'0'5429'0'0,"145"0"-5268"0"0,-1 0 0 0 0,1 1-1 0 0,0-1 1 0 0,0 1 0 0 0,0 0 0 0 0,0 1-1 0 0,0 0 1 0 0,0 0 0 0 0,0 0 0 0 0,1 0-1 0 0,-1 1 1 0 0,1 0 0 0 0,0 0 0 0 0,0 1-1 0 0,0-1 1 0 0,0 1 0 0 0,0 0-1 0 0,1 1 1 0 0,-1-1 0 0 0,1 1 0 0 0,1-1-1 0 0,-5 8 1 0 0,-2 0 394 0 0,-1 0 0 0 0,-16 14 1 0 0,5-9-49 0 0,11 13 26 0 0,-8 0 573 0 0,-2 0-1 0 0,-44 50 1 0 0,39-50-61 0 0,18-20-776 0 0,1-2 16 0 0,0 0 0 0 0,1 0 0 0 0,0 1 0 0 0,-9 16 0 0 0,12-17-74 0 0,1 0 0 0 0,0 1 0 0 0,0-1 1 0 0,-1 12-1 0 0,-1 7 281 0 0,-6 19 311 0 0,5-31-587 0 0,1 0 0 0 0,1 0 0 0 0,1 0-1 0 0,0 0 1 0 0,0 1 0 0 0,2-1 0 0 0,0 1-1 0 0,1-1 1 0 0,4 26 0 0 0,17 8 197 0 0,-15-30-219 0 0,-6-15-152 0 0,1 0 1 0 0,-1 1 0 0 0,1-1 0 0 0,0 0 0 0 0,0 0 0 0 0,1 0-1 0 0,-1-1 1 0 0,1 1 0 0 0,0 0 0 0 0,0-1 0 0 0,4 5-1 0 0,3-1 60 0 0,-9-6-70 0 0,1 0-1 0 0,-1 0 0 0 0,1 0 0 0 0,-1 0 0 0 0,1 0 0 0 0,-1 0 0 0 0,1 1 1 0 0,-1-1-1 0 0,0 0 0 0 0,0 1 0 0 0,0-1 0 0 0,0 1 0 0 0,0 0 0 0 0,0-1 1 0 0,0 1-1 0 0,0 0 0 0 0,-1-1 0 0 0,2 4 0 0 0,-1-5-24 0 0,0 1-1 0 0,0-1 1 0 0,0 1 0 0 0,0-1-1 0 0,0 1 1 0 0,0-1-1 0 0,0 1 1 0 0,0-1 0 0 0,0 0-1 0 0,0 0 1 0 0,0 0-1 0 0,0 1 1 0 0,0-1 0 0 0,0 0-1 0 0,1 0 1 0 0,-1-1-1 0 0,0 1 1 0 0,0 0 0 0 0,0 0-1 0 0,0 0 1 0 0,0-1 0 0 0,0 1-1 0 0,2-1 1 0 0,2 0-6 0 0,153-22 613 0 0,20-26-222 0 0,-78 19-197 0 0,432-137 552 0 0,-467 146-907 0 0,-65 21 158 0 0,1 0 0 0 0,-1 0 0 0 0,0-1 0 0 0,0 1 0 0 0,0 0 0 0 0,1 0 0 0 0,-1 0 0 0 0,0 0 0 0 0,0 0 0 0 0,0 0 0 0 0,0 0 0 0 0,1 0 0 0 0,-1 0 0 0 0,0 0 0 0 0,0-1 0 0 0,0 1 0 0 0,0 0 0 0 0,0 0 0 0 0,0 0 0 0 0,1 0 1 0 0,-1 0-1 0 0,0-1 0 0 0,0 1 0 0 0,0 0 0 0 0,0 0 0 0 0,0 0 0 0 0,0-1 0 0 0,0 1 0 0 0,0 0 0 0 0,0 0 0 0 0,0 0 0 0 0,0 0 0 0 0,0-1 0 0 0,0 1 0 0 0,0 0 0 0 0,0 0 0 0 0,0 0 0 0 0,0-1 0 0 0,0 1 0 0 0,0 0 0 0 0,0 0 0 0 0,0 0 0 0 0,0 0 0 0 0,0-1 0 0 0,0 1 0 0 0,0 0 1 0 0,0 0-1 0 0,0 0 0 0 0,-1 0 0 0 0,1-1 0 0 0,0 1 0 0 0,0 0 0 0 0,0 0 0 0 0,0 0 0 0 0,0 0 0 0 0,-1 0 0 0 0,1 0 0 0 0,0-1 0 0 0,0 1 0 0 0,0 0 0 0 0,0 0 0 0 0,-1 0 0 0 0,1 0 0 0 0,0 0 0 0 0,0 0 0 0 0,0 0 0 0 0,-1 0 0 0 0,-42-32-24 0 0,-44-16 52 0 0,17 9-139 0 0,-149-60 0 0 0,-81 3-1693 0 0,-101-40-4846 0 0,356 116 5413 0 0,6 3-671 0 0,0 0-1 0 0,-1 3 1 0 0,-1 1-1 0 0,-53-9 1 0 0,29 18-3279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00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843 52 240 0 0,'-6'0'334'0'0,"-15"0"39"0"0,14-4 209 0 0,3 1-430 0 0,-187-25 2876 0 0,99 14-2121 0 0,75 13-642 0 0,1 0 1 0 0,0 1-1 0 0,-1 0 1 0 0,-22 4-1 0 0,-25 1 369 0 0,59-5-602 0 0,0 0 1 0 0,0 0 0 0 0,1 1-1 0 0,-1-1 1 0 0,0 1-1 0 0,0 0 1 0 0,0 0 0 0 0,1 1-1 0 0,-1 0 1 0 0,1 0-1 0 0,-1 0 1 0 0,1 0 0 0 0,0 0-1 0 0,0 1 1 0 0,0 0 0 0 0,0 0-1 0 0,-5 5 1 0 0,8-8-29 0 0,1 1-1 0 0,-1 0 1 0 0,1 0 0 0 0,-1 0 0 0 0,0 0 0 0 0,1-1-1 0 0,0 1 1 0 0,-1 0 0 0 0,1 0 0 0 0,0 0 0 0 0,-1 0-1 0 0,1 0 1 0 0,0 0 0 0 0,0 0 0 0 0,0 0 0 0 0,0 0-1 0 0,0 0 1 0 0,0 2 0 0 0,0-2-3 0 0,0 0 0 0 0,0-1 0 0 0,0 1 1 0 0,0 0-1 0 0,0 0 0 0 0,0 0 0 0 0,-1 0 0 0 0,1 0 1 0 0,0 0-1 0 0,0-1 0 0 0,-1 1 0 0 0,1 0 0 0 0,0 0 0 0 0,-1 0 1 0 0,1-1-1 0 0,-1 1 0 0 0,0 1 0 0 0,-9 5 22 0 0,9-6-25 0 0,0 0 1 0 0,0-1 0 0 0,0 1-1 0 0,0 0 1 0 0,0 0 0 0 0,0 0-1 0 0,0 0 1 0 0,0 0-1 0 0,0 0 1 0 0,0 0 0 0 0,0 0-1 0 0,0 0 1 0 0,1 0-1 0 0,-1 0 1 0 0,1 0 0 0 0,-1 1-1 0 0,1-1 1 0 0,-1 0 0 0 0,1 1-1 0 0,0-1 1 0 0,-1 0-1 0 0,1 1 1 0 0,0-1 0 0 0,0 0-1 0 0,0 3 1 0 0,0-1-3 0 0,0 0 1 0 0,-1 0 0 0 0,1 0-1 0 0,-1 0 1 0 0,0 0 0 0 0,0 0-1 0 0,0 0 1 0 0,0 0 0 0 0,0-1-1 0 0,-1 1 1 0 0,1 0-1 0 0,-1-1 1 0 0,-2 4 0 0 0,2-4 11 0 0,0 1 0 0 0,0-1 0 0 0,1 1 0 0 0,-1 0 0 0 0,1 0 0 0 0,0 0 1 0 0,0 0-1 0 0,0 0 0 0 0,0 0 0 0 0,0 0 0 0 0,0 0 0 0 0,1 0 0 0 0,-1 4 0 0 0,2 4-2 0 0,-1-8-10 0 0,0 0 0 0 0,0 0 0 0 0,0 0 0 0 0,0 0-1 0 0,0 0 1 0 0,-1 0 0 0 0,1 0 0 0 0,-1 0 0 0 0,0 0 0 0 0,-2 5-1 0 0,-19 26 59 0 0,11 7 39 0 0,-10 5 41 0 0,10-4-54 0 0,-11-1-67 0 0,11-5-13 0 0,-11-1 27 0 0,11 5 106 0 0,-10 1 14 0 0,10-4-81 0 0,3-20-76 0 0,5-11 63 0 0,0 0 0 0 0,0 0 0 0 0,1 0 0 0 0,0 0 1 0 0,0 0-1 0 0,1 0 0 0 0,-1 1 0 0 0,2-1 0 0 0,-2 12 0 0 0,2 315 1894 0 0,0-329-1907 0 0,1 1 0 0 0,-1-1 0 0 0,1 1 0 0 0,-1-1 0 0 0,1 1 0 0 0,0-1 0 0 0,1 0 0 0 0,-1 0 0 0 0,1 1 0 0 0,0-1 0 0 0,0 0 0 0 0,5 6 0 0 0,1 4 94 0 0,3 13 133 0 0,-8-22-220 0 0,0 1 1 0 0,1-2 0 0 0,0 1 0 0 0,0 0 0 0 0,0-1-1 0 0,1 1 1 0 0,-1-1 0 0 0,1-1 0 0 0,0 1 0 0 0,0 0-1 0 0,8 3 1 0 0,-11-7-22 0 0,1 1-1 0 0,-1-1 0 0 0,0 1 0 0 0,0 0 0 0 0,-1-1 1 0 0,1 1-1 0 0,0 0 0 0 0,0 0 0 0 0,0 0 1 0 0,0 1-1 0 0,-1-1 0 0 0,1 0 0 0 0,2 3 0 0 0,-3-1 20 0 0,0 0 0 0 0,-1 0 0 0 0,1 0-1 0 0,0 0 1 0 0,-1 0 0 0 0,0 0 0 0 0,1 0-1 0 0,-1 0 1 0 0,-1 5 0 0 0,1-6-21 0 0,0 0 0 0 0,0 0 0 0 0,1 0 0 0 0,-1 0 1 0 0,1 0-1 0 0,-1 0 0 0 0,1 0 0 0 0,-1 0 0 0 0,1 0 0 0 0,0-1 1 0 0,0 1-1 0 0,0 0 0 0 0,0 0 0 0 0,0-1 0 0 0,1 1 1 0 0,-1-1-1 0 0,0 1 0 0 0,1-1 0 0 0,1 2 0 0 0,6 7 93 0 0,24 32 470 0 0,-32-41-561 0 0,-1 0 1 0 0,1 1 0 0 0,0-1-1 0 0,-1 1 1 0 0,1-1-1 0 0,-1 1 1 0 0,1-1-1 0 0,-1 1 1 0 0,0-1-1 0 0,0 1 1 0 0,0-1-1 0 0,0 1 1 0 0,0 0 0 0 0,0-1-1 0 0,0 1 1 0 0,-1 1-1 0 0,1-2-15 0 0,0 1 0 0 0,-1-1 0 0 0,1 0 0 0 0,0 0 0 0 0,0 1 0 0 0,0-1 0 0 0,0 0 0 0 0,0 0 0 0 0,0 1 0 0 0,0-1 0 0 0,1 0 0 0 0,-1 0 0 0 0,0 1 0 0 0,1-1 0 0 0,-1 0 0 0 0,1 0 0 0 0,-1 0 0 0 0,1 0 0 0 0,0 0 0 0 0,-1 0 0 0 0,3 2 1 0 0,57 27 494 0 0,-41-15-366 0 0,-14-11-125 0 0,0 0-1 0 0,0 0 0 0 0,0 0 1 0 0,1-1-1 0 0,-1 1 0 0 0,10 2 1 0 0,18 5-47 0 0,0-1 0 0 0,1-2 0 0 0,43 5 0 0 0,-27-5-41 0 0,43 6 127 0 0,97 18 159 0 0,-112-18-206 0 0,0-4-1 0 0,117 1 1 0 0,-186-11-40 0 0,65 1-185 0 0,1-4 0 0 0,-1-3 0 0 0,0-3 0 0 0,0-4 0 0 0,76-23 1 0 0,-110 27 237 0 0,43-4 1 0 0,-81 13-22 0 0,10-2-19 0 0,1 0 1 0 0,-1-1-1 0 0,-1-1 1 0 0,1 0-1 0 0,0 0 1 0 0,19-11-1 0 0,39-16 37 0 0,175-68 223 0 0,-55 16 112 0 0,-15 7-24 0 0,-73 37-176 0 0,-20 8 176 0 0,-82 31-316 0 0,1-2-1 0 0,0 1 1 0 0,-1 0 0 0 0,1 0-1 0 0,0 0 1 0 0,-1 0 0 0 0,1 0-1 0 0,-1 0 1 0 0,0-1-1 0 0,1 1 1 0 0,-1 0 0 0 0,0 0-1 0 0,0-1 1 0 0,0 1-1 0 0,0 0 1 0 0,0 0 0 0 0,0-1-1 0 0,0 1 1 0 0,0 0 0 0 0,0 0-1 0 0,0 0 1 0 0,-1-1-1 0 0,1 1 1 0 0,-1 0 0 0 0,1 0-1 0 0,-1 0 1 0 0,1 0 0 0 0,-1-1-1 0 0,0 1 1 0 0,0-1-1 0 0,-16-21 199 0 0,5 7 105 0 0,-18-32 1 0 0,14 21-171 0 0,0 1-1 0 0,-2 0 1 0 0,-1 1 0 0 0,-1 1 0 0 0,-1 1 0 0 0,-27-23 0 0 0,35 33-142 0 0,0 0-1 0 0,-1 2 1 0 0,-1 0 0 0 0,0 0 0 0 0,0 2 0 0 0,-1-1 0 0 0,0 2 0 0 0,-30-11 0 0 0,19 10-292 0 0,0-1 0 0 0,-50-28 0 0 0,60 29 177 0 0,0 0 0 0 0,-1 2 1 0 0,0 0-1 0 0,-37-9 0 0 0,-70-2 451 0 0,50 9-105 0 0,-151-24-136 0 0,-160-21-1269 0 0,-4 27-7428 0 0,196 26 1289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01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88 207 480 0 0,'5'0'1841'0'0,"-4"0"-1612"0"0,0 0-34 0 0,1 0 1 0 0,-1 0-1 0 0,1 0 1 0 0,-1 0-1 0 0,0 0 1 0 0,1 0-1 0 0,-1 0 1 0 0,1 0 0 0 0,-1 0-1 0 0,1-1 1 0 0,-1 1-1 0 0,0-1 1 0 0,1 1-1 0 0,-1-1 1 0 0,1 1-1 0 0,2-4 3945 0 0,1 4-2366 0 0,4-1-1158 0 0,0-1-1 0 0,-1 0 1 0 0,1 0 0 0 0,-1-1-1 0 0,1-1 1 0 0,-1 1 0 0 0,0-1-1 0 0,0 0 1 0 0,-1-1 0 0 0,1 0-1 0 0,-1 0 1 0 0,9-9 0 0 0,-14 11-514 0 0,-1-1 1 0 0,0 1 0 0 0,0-1 0 0 0,0 1 0 0 0,-1-1 0 0 0,1 1-1 0 0,-1-1 1 0 0,0 1 0 0 0,0-1 0 0 0,0 1 0 0 0,0-1 0 0 0,-2-4-1 0 0,2-4 176 0 0,0-70 2416 0 0,0 81-2427 0 0,-22 1 120 0 0,21 1-387 0 0,1 0 0 0 0,-1 0 0 0 0,0 0 0 0 0,1 0 0 0 0,-1 0 0 0 0,1 0 0 0 0,-1 0 0 0 0,1 1 0 0 0,0-1 0 0 0,0 0 0 0 0,-1 0 0 0 0,1 0 0 0 0,0 1 0 0 0,0-1 0 0 0,0 0 0 0 0,0 0 0 0 0,0 1 0 0 0,1-1 0 0 0,-1 2 0 0 0,1 1 13 0 0,-1 33 1 0 0,1-10 62 0 0,-4 39-1 0 0,1-57-59 0 0,1 0-1 0 0,-1 0 1 0 0,-1-1 0 0 0,1 1 0 0 0,-2 0 0 0 0,1-1-1 0 0,-1 0 1 0 0,-6 10 0 0 0,-121 209 144 0 0,122-214-149 0 0,7-9-11 0 0,-1 0 0 0 0,1-1 1 0 0,-1 1-1 0 0,1 0 0 0 0,0 0 0 0 0,0 1 0 0 0,1-1 0 0 0,-1 0 1 0 0,1 0-1 0 0,0 1 0 0 0,0-1 0 0 0,0 1 0 0 0,1 7 0 0 0,0 48-13 0 0,0-58 13 0 0,-1 0 0 0 0,1 0 1 0 0,0 0-1 0 0,0 0 0 0 0,-1 0 0 0 0,0 0 0 0 0,1 0 0 0 0,-1 0 0 0 0,0-1 0 0 0,0 1 1 0 0,0 0-1 0 0,0 0 0 0 0,0-1 0 0 0,0 1 0 0 0,-3 2 0 0 0,3-3 6 0 0,1 0 0 0 0,-1 0 0 0 0,0 0 1 0 0,0 0-1 0 0,1 0 0 0 0,-1 0 0 0 0,1 0 0 0 0,-1 0 0 0 0,1 0 0 0 0,-1 0 0 0 0,1 0 0 0 0,0 0 0 0 0,-1 0 0 0 0,1 2 1 0 0,8 14 86 0 0,0-5-40 0 0,-5-2-40 0 0,-1 1 1 0 0,0-1-1 0 0,-1 1 0 0 0,0-1 0 0 0,-1 1 1 0 0,0 0-1 0 0,-2 16 0 0 0,1 7 68 0 0,0-19-20 0 0,1-10-51 0 0,-1 0-1 0 0,1-1 1 0 0,0 1 0 0 0,0-1 0 0 0,1 1 0 0 0,0 0 0 0 0,-1-1 0 0 0,1 1 0 0 0,3 6 0 0 0,18 18 43 0 0,-11 0-53 0 0,-3-15-18 0 0,-6-10 28 0 0,1 0-1 0 0,-1 0 1 0 0,0 1-1 0 0,0-1 1 0 0,0 1 0 0 0,-1-1-1 0 0,1 1 1 0 0,-1 0 0 0 0,0 0-1 0 0,-1 0 1 0 0,1-1 0 0 0,-1 11-1 0 0,0-14-2 0 0,0 0 0 0 0,0 1 1 0 0,0-1-1 0 0,0 0 0 0 0,1 0 0 0 0,-1 0 0 0 0,0 0 0 0 0,1 0 0 0 0,-1 0 0 0 0,0 1 1 0 0,1-1-1 0 0,0 0 0 0 0,-1 0 0 0 0,1 0 0 0 0,0 0 0 0 0,-1 0 0 0 0,1-1 0 0 0,0 1 1 0 0,0 0-1 0 0,0 0 0 0 0,-1 0 0 0 0,1-1 0 0 0,0 1 0 0 0,0 0 0 0 0,2 0 1 0 0,-2-1-9 0 0,0 1 0 0 0,0 0 0 0 0,0-1 0 0 0,0 1 0 0 0,0 0 0 0 0,0-1 0 0 0,0 1 0 0 0,0 0 0 0 0,0 0 0 0 0,0 0 0 0 0,-1 0 0 0 0,1 0 0 0 0,0 0 0 0 0,-1 0 0 0 0,1 0 0 0 0,-1 0 0 0 0,1 0 0 0 0,-1 0 0 0 0,0 0 0 0 0,1 0 0 0 0,-1 0 0 0 0,0 0 0 0 0,0 1 0 0 0,1-1 0 0 0,-1 2 0 0 0,0-2 3 0 0,0 0 0 0 0,0 0 0 0 0,0 0 0 0 0,0-1 0 0 0,0 1 0 0 0,0 0 0 0 0,0 0 0 0 0,0 0 1 0 0,1 0-1 0 0,-1 0 0 0 0,0 0 0 0 0,1-1 0 0 0,-1 1 0 0 0,1 0 0 0 0,-1 0 0 0 0,1-1 0 0 0,-1 1 0 0 0,1 0 0 0 0,0-1 0 0 0,-1 1 0 0 0,1 0 0 0 0,0-1 0 0 0,-1 1 0 0 0,1-1 0 0 0,0 1 0 0 0,0-1 0 0 0,-1 1 0 0 0,1-1 0 0 0,0 0 0 0 0,0 1 0 0 0,0-1 0 0 0,1 0 0 0 0,-1 0 3 0 0,-1 1 0 0 0,1-1 0 0 0,0 0 0 0 0,0 0 0 0 0,-1 1 0 0 0,1-1 0 0 0,0 0 0 0 0,-1 1 0 0 0,1-1 0 0 0,0 1 0 0 0,-1-1 0 0 0,1 1 0 0 0,0-1 0 0 0,-1 1 0 0 0,1-1 0 0 0,-1 1 0 0 0,1-1 0 0 0,-1 1 0 0 0,1 0 0 0 0,-1-1 0 0 0,0 1 0 0 0,1 0 0 0 0,-1 0 0 0 0,0-1 0 0 0,1 1 0 0 0,-1 0 0 0 0,0 0 0 0 0,0-1 0 0 0,0 1 0 0 0,0 0 0 0 0,0 1 0 0 0,1-1-5 0 0,-1 0 0 0 0,1 0 0 0 0,0 0 0 0 0,0 0 0 0 0,0 0 0 0 0,-1 0 0 0 0,1 0 0 0 0,0 0 0 0 0,0 0 0 0 0,0-1 0 0 0,0 1 1 0 0,0 0-1 0 0,0-1 0 0 0,0 1 0 0 0,1-1 0 0 0,-1 1 0 0 0,0-1 0 0 0,0 0 0 0 0,0 1 0 0 0,1-1 0 0 0,-1 0 0 0 0,0 0 0 0 0,2 0 0 0 0,-2 1-14 0 0,24 6-82 0 0,-17-7 112 0 0,5 2 140 0 0,0 0 0 0 0,0-2 0 0 0,0 1 0 0 0,0-2 0 0 0,20-2-1 0 0,-7 0-37 0 0,129-12 363 0 0,-59 3-388 0 0,18-3-75 0 0,271-19-2170 0 0,-380 34 1592 0 0,13 1-2 0 0,-18-1 438 0 0,1 0 0 0 0,-1 0 0 0 0,1 0 0 0 0,-1 0-1 0 0,0 0 1 0 0,1 0 0 0 0,-1 0 0 0 0,1 0 0 0 0,-1 0 0 0 0,0 0 0 0 0,1 0 0 0 0,-1 1 0 0 0,0-1 0 0 0,1 0 0 0 0,-1 0 0 0 0,0 1 0 0 0,1-1 0 0 0,-1 0 0 0 0,0 0 0 0 0,1 1 0 0 0,-1-1 0 0 0,0 0 0 0 0,0 1-1 0 0,0-1 1 0 0,1 0 0 0 0,-1 1 0 0 0,0-1 0 0 0,0 0 0 0 0,0 1 0 0 0,0-1 0 0 0,1 0 0 0 0,-1 1 0 0 0,-2 3-2122 0 0,-11 0-590 0 0,-64 10-4514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45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99 400 0 0,'32'-21'2254'0'0,"44"-26"1918"0"0,-67 42-3772 0 0,-1 1 1 0 0,2 0 0 0 0,-1 1 0 0 0,0 0 0 0 0,1 0-1 0 0,17-2 1 0 0,1 2 25 0 0,45 2 0 0 0,-67 1-437 0 0,0 0-1 0 0,-1 1 1 0 0,1 0-1 0 0,0 0 1 0 0,0 0-1 0 0,-1 0 1 0 0,1 1 0 0 0,-1 0-1 0 0,0 0 1 0 0,1 1-1 0 0,-1-1 1 0 0,0 1-1 0 0,0 0 1 0 0,7 6-1 0 0,-11-7-3 0 0,0 0 0 0 0,0 1 0 0 0,0-1 0 0 0,0 0-1 0 0,0 1 1 0 0,0-1 0 0 0,-1 0 0 0 0,1 1 0 0 0,-1-1-1 0 0,0 1 1 0 0,0-1 0 0 0,0 0 0 0 0,0 6 0 0 0,-8 32-39 0 0,3-31 78 0 0,0-1 0 0 0,-1 0 0 0 0,0 0 0 0 0,0-1 0 0 0,0 1 0 0 0,-1-2 0 0 0,0 1 0 0 0,-1-1 0 0 0,-9 7 0 0 0,3-2 16 0 0,4-3 35 0 0,-1 0 1 0 0,0-1 0 0 0,0 0 0 0 0,-16 6-1 0 0,18-9 50 0 0,1 0 0 0 0,-1 1 0 0 0,1 0 0 0 0,0 1 1 0 0,0-1-1 0 0,-7 9 0 0 0,7-7 38 0 0,-1 1 1 0 0,1-1-1 0 0,-2 0 0 0 0,1-1 1 0 0,-1 0-1 0 0,1-1 1 0 0,-2 0-1 0 0,-18 7 1 0 0,1 0 539 0 0,-25 5 486 0 0,42-14-932 0 0,-1 0-1 0 0,0 1 1 0 0,1 0-1 0 0,0 1 1 0 0,0 0-1 0 0,1 1 1 0 0,-11 7-1 0 0,20-12-229 0 0,0 0 0 0 0,-1 0-1 0 0,1 0 1 0 0,0 0 0 0 0,-1 0-1 0 0,1 0 1 0 0,-1 0 0 0 0,1 0-1 0 0,-1 0 1 0 0,0-1 0 0 0,1 1 0 0 0,-1 0-1 0 0,0-1 1 0 0,1 0 0 0 0,-1 1-1 0 0,0-1 1 0 0,-2 0 0 0 0,-4 1 13 0 0,-19 0-67 0 0,21-1-186 0 0,6-2-196 0 0,-1 1 320 0 0,0 0 1 0 0,0 0 0 0 0,0-1-1 0 0,0 1 1 0 0,0 0-1 0 0,0 0 1 0 0,0 0-1 0 0,0 0 1 0 0,0 1-1 0 0,0-1 1 0 0,-1 0-1 0 0,1 0 1 0 0,-2 0-1 0 0,2 0 94 0 0,0 1-1 0 0,0 0 1 0 0,0-1-1 0 0,0 1 1 0 0,0-1-1 0 0,1 1 1 0 0,-1-1-1 0 0,0 1 1 0 0,0-1-1 0 0,1 0 1 0 0,-1 1-1 0 0,0-1 1 0 0,1 0-1 0 0,-1 0 1 0 0,1 1 0 0 0,-1-1-1 0 0,1 0 1 0 0,-1 0-1 0 0,1 0 1 0 0,0 0-1 0 0,-1 1 1 0 0,1-1-1 0 0,0 0 1 0 0,0 0-1 0 0,0 0 1 0 0,-1 0-1 0 0,1 0 1 0 0,0 0-1 0 0,0 0 1 0 0,1-1-1 0 0,-2-9 38 0 0,1 8-30 0 0,0 0 0 0 0,0-1 0 0 0,0 1 0 0 0,0 0 0 0 0,0 0 0 0 0,1-1 0 0 0,0 1 0 0 0,-1 0 0 0 0,1 0 0 0 0,2-5 0 0 0,19-24 121 0 0,-11-2-26 0 0,10 7 26 0 0,-17 21-106 0 0,-3 4-18 0 0,0 1-1 0 0,0-1 1 0 0,0 1-1 0 0,0 0 1 0 0,0-1-1 0 0,0 1 1 0 0,0 0-1 0 0,0 0 1 0 0,0-1-1 0 0,0 1 1 0 0,1 0-1 0 0,-1 0 1 0 0,1 1-1 0 0,-1-1 1 0 0,0 0 0 0 0,1 0-1 0 0,-1 1 1 0 0,1-1-1 0 0,0 1 1 0 0,-1-1-1 0 0,1 1 1 0 0,-1 0-1 0 0,1-1 1 0 0,2 1-1 0 0,2-1 22 0 0,0-1 0 0 0,0 1 0 0 0,1 1 0 0 0,-1-1-1 0 0,1 1 1 0 0,-1 0 0 0 0,0 0 0 0 0,12 3 0 0 0,-5 1 55 0 0,0 0 0 0 0,-1 2 0 0 0,0-1 0 0 0,15 10 0 0 0,26 18 546 0 0,-2 2 1 0 0,79 71-1 0 0,-26-12 183 0 0,-98-89-949 0 0,0 0 0 0 0,1-1 0 0 0,-1 0 0 0 0,1 0 0 0 0,10 4-1 0 0,-14-7 8 0 0,-1 0-1 0 0,1 0 0 0 0,0 0 0 0 0,0 0 0 0 0,0-1 0 0 0,0 1 0 0 0,0-1 0 0 0,0 0 0 0 0,0 0 1 0 0,0 0-1 0 0,0 0 0 0 0,0-1 0 0 0,0 1 0 0 0,0-1 0 0 0,0 0 0 0 0,4-1 0 0 0,17-4-2956 0 0,-21 6 2297 0 0,1-1 0 0 0,-1 1 1 0 0,1-1-1 0 0,-1 0 0 0 0,0 0 0 0 0,0 0 0 0 0,1 0 1 0 0,-1-1-1 0 0,0 1 0 0 0,0-1 0 0 0,2-2 0 0 0,23-10-3307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47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2721 0 0,'0'0'3202'0'0,"-5"0"-388"0"0,-17 0-413 0 0,17 0-360 0 0,-1 2-213 0 0,-16 3-227 0 0,22-5-1536 0 0,0 0 0 0 0,-1 0 0 0 0,1 1 0 0 0,0-1 1 0 0,-1 0-1 0 0,1 0 0 0 0,0 0 0 0 0,0 0 0 0 0,-1 1 1 0 0,1-1-1 0 0,0 0 0 0 0,-1 0 0 0 0,1 0 0 0 0,0 1 0 0 0,0-1 1 0 0,0 0-1 0 0,-1 1 0 0 0,1-1 0 0 0,0 0 0 0 0,0 0 1 0 0,0 1-1 0 0,0-1 0 0 0,0 0 0 0 0,-1 1 0 0 0,1-1 1 0 0,0 0-1 0 0,0 1 0 0 0,0-1 0 0 0,0 0 0 0 0,0 1 1 0 0,0-1-1 0 0,0 0 0 0 0,0 1 0 0 0,0-1 0 0 0,0 0 0 0 0,0 1 1 0 0,0-1-1 0 0,0 0 0 0 0,1 1 0 0 0,-1-1 0 0 0,0 0 1 0 0,0 1-1 0 0,0-1 0 0 0,0 0 0 0 0,1 0 0 0 0,-1 1 1 0 0,0-1-1 0 0,0 0 0 0 0,0 0 0 0 0,1 1 0 0 0,-1-1 1 0 0,0 0-1 0 0,1 0 0 0 0,-1 0 0 0 0,0 1 0 0 0,0-1 1 0 0,1 0-1 0 0,-1 0 0 0 0,0 0 0 0 0,1 0 0 0 0,-1 0 0 0 0,55 28 1923 0 0,-29-19-1698 0 0,0 0-1 0 0,1-2 1 0 0,1-1-1 0 0,38 3 1 0 0,22 5 170 0 0,-75-11-559 0 0,-1-2 1 0 0,1 1-1 0 0,13-1 1 0 0,-16-1-173 0 0,0 0 0 0 0,0 1 1 0 0,0 0-1 0 0,10 3 0 0 0,-13-3-1186 0 0,-1 0-1 0 0,1 0 1 0 0,-1-1 0 0 0,1 0-1 0 0,-1-1 1 0 0,1 1 0 0 0,7-3-1 0 0,-30-9-3477 0 0,15 12 4723 0 0,1-1 1 0 0,-1 1-1 0 0,1-1 1 0 0,-1 1-1 0 0,1-1 1 0 0,-1 0-1 0 0,1 1 1 0 0,0-1-1 0 0,-1 0 1 0 0,1 1-1 0 0,0-1 1 0 0,0 0-1 0 0,-1 1 0 0 0,1-1 1 0 0,0 0-1 0 0,0 1 1 0 0,0-1-1 0 0,0 0 1 0 0,0 0-1 0 0,0 0 1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48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0 880 0 0,'0'21'8324'0'0,"-65"-9"-4242"0"0,32-3-2561 0 0,33 3 960 0 0,-32-3-320 0 0,64-9-1041 0 0,1 0-639 0 0,32 6-241 0 0,1-6-160 0 0,32 12-80 0 0,65-3 80 0 0,-32-3-480 0 0,32-6-3842 0 0,-39 0-5763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53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159 534 480 0 0,'-27'-6'3422'0'0,"6"1"529"0"0,0 1-1 0 0,-35-2 1 0 0,55 6-3902 0 0,0 0-1 0 0,-1 1 1 0 0,1-2 0 0 0,0 1 0 0 0,0 0-1 0 0,-1 0 1 0 0,1 0 0 0 0,0 0 0 0 0,0-1-1 0 0,0 1 1 0 0,0-1 0 0 0,-1 1-1 0 0,1-1 1 0 0,0 1 0 0 0,0-1 0 0 0,0 1-1 0 0,0-1 1 0 0,0 0 0 0 0,0 0 0 0 0,0 0-1 0 0,0 0 1 0 0,1 1 0 0 0,-1-1 0 0 0,0 0-1 0 0,0 0 1 0 0,1 0 0 0 0,-1-1 0 0 0,1 1-1 0 0,-1 0 1 0 0,0-1 0 0 0,0-3 61 0 0,0 1 1 0 0,1-1-1 0 0,0 0 0 0 0,-1 1 1 0 0,2-1-1 0 0,0-6 1 0 0,0-6 86 0 0,-1 14-167 0 0,0 0-1 0 0,0 0 1 0 0,1 0 0 0 0,-1 0 0 0 0,1 0-1 0 0,0 0 1 0 0,0 0 0 0 0,0 0-1 0 0,1 0 1 0 0,-1 1 0 0 0,3-5-1 0 0,5-11 95 0 0,1-22 63 0 0,12-6 26 0 0,-15 26-142 0 0,-6 14-60 0 0,1 1-1 0 0,0 0 0 0 0,0-1 0 0 0,1 1 1 0 0,-1 0-1 0 0,1 1 0 0 0,0-1 0 0 0,0 0 1 0 0,7-6-1 0 0,25-31 5 0 0,-28 32-7 0 0,0 0 1 0 0,1 1 0 0 0,0 0 0 0 0,1 1-1 0 0,0 0 1 0 0,0 0 0 0 0,0 1-1 0 0,21-12 1 0 0,-2 0 46 0 0,-24 16-53 0 0,0 0 0 0 0,0 0-1 0 0,0 0 1 0 0,0 1 0 0 0,0-1-1 0 0,9-2 1 0 0,29-9-63 0 0,79-14 0 0 0,-107 26 5 0 0,-1 1 1 0 0,1 0-1 0 0,-1 1 0 0 0,1 0 1 0 0,-1 1-1 0 0,0 0 1 0 0,1 1-1 0 0,-1 1 0 0 0,0 0 1 0 0,16 7-1 0 0,-25-9 29 0 0,0 1 0 0 0,0 0 0 0 0,0 0 0 0 0,-1 0 0 0 0,1 1 0 0 0,-1-1 0 0 0,1 1 0 0 0,-1 0 0 0 0,0 0 0 0 0,0 0 0 0 0,-1 0 0 0 0,1 0 0 0 0,0 1 0 0 0,-1-1 0 0 0,0 1 0 0 0,0 0 0 0 0,0 0 0 0 0,0 0 1 0 0,-1 0-1 0 0,0 0 0 0 0,1 0 0 0 0,-1 0 0 0 0,0 6 0 0 0,0-4 45 0 0,-1 0 0 0 0,0 0-1 0 0,-1 0 1 0 0,1 0 0 0 0,-1 0 0 0 0,0 0 0 0 0,-1 0 0 0 0,0-1 0 0 0,1 1 0 0 0,-2 0 0 0 0,1-1 0 0 0,-1 1 0 0 0,0-1 0 0 0,0 0 0 0 0,-6 8 0 0 0,-2 0 172 0 0,9-11-119 0 0,0 0 1 0 0,0 0 0 0 0,0 0 0 0 0,1 0-1 0 0,-1 0 1 0 0,1 0 0 0 0,-1 1-1 0 0,1-1 1 0 0,0 0 0 0 0,0 1 0 0 0,0-1-1 0 0,0 1 1 0 0,0-1 0 0 0,1 1 0 0 0,-1-1-1 0 0,1 1 1 0 0,-1 4 0 0 0,1-6 76 0 0,-1-10-455 0 0,1 8 285 0 0,0 0 0 0 0,0 0 0 0 0,0 0 0 0 0,0-1 0 0 0,0 1 0 0 0,1 0 0 0 0,-1 0 0 0 0,0 0 0 0 0,1-1-1 0 0,-1 1 1 0 0,0 0 0 0 0,1 0 0 0 0,0 0 0 0 0,-1 0 0 0 0,1 0 0 0 0,1-2 0 0 0,27-26 18 0 0,2-3 62 0 0,4 2-27 0 0,-16 13 21 0 0,1 1-1 0 0,35-23 1 0 0,-34 22-2 0 0,-20 16-45 0 0,1-1 0 0 0,0 0-1 0 0,0 1 1 0 0,-1-1 0 0 0,1 1 0 0 0,0 0 0 0 0,0 0 0 0 0,0 0 0 0 0,0 0-1 0 0,1 0 1 0 0,-1 0 0 0 0,0 0 0 0 0,0 0 0 0 0,1 1 0 0 0,-1 0 0 0 0,0-1-1 0 0,1 1 1 0 0,-1 0 0 0 0,4 0 0 0 0,-4 0 25 0 0,1 1 0 0 0,0-1 0 0 0,-1 1 0 0 0,1-1 0 0 0,0 1 0 0 0,-1 0 0 0 0,1 0 0 0 0,-1 0 0 0 0,1 1 0 0 0,-1-1 0 0 0,0 1 0 0 0,1-1 0 0 0,-1 1 0 0 0,0 0 0 0 0,0 0 0 0 0,0-1 0 0 0,0 2 0 0 0,-1-1 0 0 0,1 0 0 0 0,0 0 0 0 0,-1 0 0 0 0,1 1 0 0 0,1 4 0 0 0,-1 1 96 0 0,0 0 0 0 0,-1 0 0 0 0,1 1 0 0 0,-2-1 0 0 0,1 0 0 0 0,-1 0 0 0 0,-1 1 0 0 0,1-1 0 0 0,-1 0 0 0 0,-1 0 0 0 0,0 0 0 0 0,0 0 0 0 0,0 0 0 0 0,-1 0 0 0 0,0 0 0 0 0,0-1 0 0 0,-8 12 0 0 0,10-18-99 0 0,0 0 0 0 0,1 1 0 0 0,-1-1 0 0 0,0 1 0 0 0,1-1 1 0 0,-1 0-1 0 0,1 1 0 0 0,-1-1 0 0 0,1 1 0 0 0,0-1 0 0 0,-1 1 0 0 0,1 0 0 0 0,0-1 0 0 0,0 1 0 0 0,0-1 0 0 0,0 1 0 0 0,1 2 1 0 0,0 3 98 0 0,-1-6 114 0 0,0-30-1267 0 0,0 28 1023 0 0,0 0 0 0 0,0 0 1 0 0,0 0-1 0 0,1 0 0 0 0,-1 0 1 0 0,0 1-1 0 0,1-1 0 0 0,-1 0 0 0 0,1 0 1 0 0,-1 0-1 0 0,1 0 0 0 0,-1 0 1 0 0,1 0-1 0 0,0 1 0 0 0,-1-1 1 0 0,1 0-1 0 0,0 1 0 0 0,0-1 1 0 0,0 0-1 0 0,-1 1 0 0 0,1-1 1 0 0,0 1-1 0 0,0-1 0 0 0,2 0 0 0 0,8-7 3 0 0,0-17 1 0 0,11 3 0 0 0,-13 8 0 0 0,-8 12-1 0 0,0 0 0 0 0,0 0 1 0 0,0 0-1 0 0,1 0 0 0 0,-1 0 0 0 0,1 0 0 0 0,-1 1 0 0 0,1-1 1 0 0,0 1-1 0 0,0-1 0 0 0,0 1 0 0 0,0-1 0 0 0,0 1 1 0 0,0 0-1 0 0,3-1 0 0 0,22-15-52 0 0,-25 15 58 0 0,0 1 1 0 0,1-1-1 0 0,-1 1 1 0 0,0 0 0 0 0,1-1-1 0 0,-1 1 1 0 0,1 1-1 0 0,-1-1 1 0 0,1 0 0 0 0,0 1-1 0 0,-1-1 1 0 0,1 1-1 0 0,0 0 1 0 0,-1 0-1 0 0,1 0 1 0 0,0 0 0 0 0,-1 0-1 0 0,6 1 1 0 0,-4 0 26 0 0,0 0 0 0 0,-1 0-1 0 0,1 1 1 0 0,0-1 0 0 0,0 1 0 0 0,0-1 0 0 0,-1 1 0 0 0,1 1-1 0 0,-1-1 1 0 0,0 0 0 0 0,1 1 0 0 0,2 3 0 0 0,12 13 368 0 0,-2 1 0 0 0,0 1 0 0 0,21 37 1 0 0,-33-48-322 0 0,-1 1 0 0 0,-1 0 1 0 0,0 0-1 0 0,0 1 1 0 0,-1-1-1 0 0,0 0 1 0 0,-1 0-1 0 0,-3 20 1 0 0,2 1-115 0 0,1-31-79 0 0,-1 0 1 0 0,1 0-1 0 0,-1 0 0 0 0,0 0 1 0 0,1 0-1 0 0,-1-1 0 0 0,0 1 1 0 0,0 0-1 0 0,1 0 0 0 0,-1-1 1 0 0,0 1-1 0 0,0 0 0 0 0,0-1 1 0 0,0 1-1 0 0,0-1 0 0 0,0 1 1 0 0,0-1-1 0 0,0 0 0 0 0,0 1 1 0 0,0-1-1 0 0,0 0 0 0 0,0 0 1 0 0,0 0-1 0 0,-1 1 0 0 0,1-1 1 0 0,0 0-1 0 0,0-1 0 0 0,0 1 1 0 0,-2 0-1 0 0,0 0-811 0 0,-30 0-6746 0 0,0-5-1466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54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45 640 0 0,'0'-7'2183'0'0,"6"6"3158"0"0,16 1-5181 0 0,-22-1 7 0 0,1 0 1 0 0,0 0-1 0 0,-1 0 0 0 0,1 1 1 0 0,-1-1-1 0 0,1 0 0 0 0,-1 0 1 0 0,0 0-1 0 0,1 0 0 0 0,-1 0 1 0 0,0 0-1 0 0,1 0 0 0 0,-1 0 1 0 0,0 0-1 0 0,0 0 0 0 0,0 0 1 0 0,0 0-1 0 0,0 0 0 0 0,0 0 1 0 0,0 0-1 0 0,0 0 0 0 0,-1 0 1 0 0,1 0-1 0 0,0 0 1 0 0,-1 0-1 0 0,1 0 0 0 0,-1 0 1 0 0,1 0-1 0 0,-1 0 0 0 0,1 0 1 0 0,-1 0-1 0 0,0-1 0 0 0,-14 1 373 0 0,0-1 0 0 0,0 2-1 0 0,0 0 1 0 0,0 0-1 0 0,0 2 1 0 0,0 0-1 0 0,-24 7 1 0 0,18-4-197 0 0,1 2 1 0 0,0 0-1 0 0,0 1 0 0 0,1 2 0 0 0,-19 11 1 0 0,35-20-311 0 0,1 1 0 0 0,0-1 0 0 0,0 1 0 0 0,0 0 0 0 0,0-1 0 0 0,0 1 0 0 0,0 0 0 0 0,0 0 0 0 0,0 0 0 0 0,1 1 0 0 0,-1-1 0 0 0,1 0 0 0 0,0 1 0 0 0,-2 2 0 0 0,2 1 54 0 0,0 0 1 0 0,0 0 0 0 0,0 1-1 0 0,1-1 1 0 0,0 8 0 0 0,0-7-42 0 0,0-2-15 0 0,1 0 1 0 0,-1 0 0 0 0,1 0-1 0 0,0-1 1 0 0,0 1 0 0 0,1 0-1 0 0,-1 0 1 0 0,1-1 0 0 0,0 1-1 0 0,0-1 1 0 0,1 1 0 0 0,-1-1-1 0 0,7 7 1 0 0,-3-3-1 0 0,1-2 0 0 0,0 1 1 0 0,0-1-1 0 0,1 0 0 0 0,-1-1 0 0 0,17 10 1 0 0,-3-5-47 0 0,0-1 0 0 0,1-1 0 0 0,0-1 1 0 0,0 0-1 0 0,32 4 0 0 0,-25-9-147 0 0,1 0 0 0 0,-1-2-1 0 0,1-1 1 0 0,-1-2 0 0 0,52-11 0 0 0,-76 13 109 0 0,-1 0 0 0 0,1 0 0 0 0,-1-1 1 0 0,1 0-1 0 0,-1 0 0 0 0,0 0 1 0 0,0-1-1 0 0,0 1 0 0 0,0-1 1 0 0,4-4-1 0 0,-6 5 39 0 0,-1 1 1 0 0,0 0-1 0 0,1-1 1 0 0,-1 1-1 0 0,0-1 1 0 0,0 1-1 0 0,0-1 0 0 0,0 1 1 0 0,0-1-1 0 0,-1 0 1 0 0,1 1-1 0 0,0-1 1 0 0,-1 0-1 0 0,1 0 0 0 0,-1 0 1 0 0,0 0-1 0 0,1 1 1 0 0,-1-1-1 0 0,0 0 1 0 0,0 0-1 0 0,0 0 0 0 0,0 0 1 0 0,-1 0-1 0 0,1 1 1 0 0,-1-1-1 0 0,1 0 1 0 0,-1 0-1 0 0,1 0 0 0 0,-1 1 1 0 0,0-1-1 0 0,-1-1 1 0 0,-20-25-1 0 0,12 10 70 0 0,8 14-28 0 0,0 0 0 0 0,0 0 0 0 0,-1 0 0 0 0,1 1-1 0 0,-1-1 1 0 0,0 1 0 0 0,0 0 0 0 0,-5-4 0 0 0,1 1 50 0 0,0 0-1 0 0,0 1 1 0 0,-1 0 0 0 0,0 0-1 0 0,0 1 1 0 0,0 0 0 0 0,-1 0-1 0 0,1 1 1 0 0,-1 0-1 0 0,-10-1 1 0 0,14 3 6 0 0,3 1-62 0 0,1 0-1 0 0,-1 0 1 0 0,1-1-1 0 0,-1 1 1 0 0,1 0 0 0 0,-1 0-1 0 0,1-1 1 0 0,0 1-1 0 0,-1-1 1 0 0,1 1-1 0 0,0-1 1 0 0,-1 1-1 0 0,1-1 1 0 0,0 0-1 0 0,0 0 1 0 0,-1 0-1 0 0,1 0 1 0 0,-1-1 0 0 0,-4 1 138 0 0,-2 2-109 0 0,23 0-22 0 0,16 4-16 0 0,203 66 94 0 0,-167-47-67 0 0,-1 2 0 0 0,78 44 0 0 0,-133-62-25 0 0,1 1 0 0 0,-1 0 0 0 0,-1 0 0 0 0,0 1 0 0 0,0 0 1 0 0,-1 1-1 0 0,0 0 0 0 0,-1 1 0 0 0,-1 0 0 0 0,0 0 0 0 0,0 0 1 0 0,7 19-1 0 0,-3-8 81 0 0,-6-14-79 0 0,-1 0 1 0 0,0 0-1 0 0,0 0 0 0 0,-1 1 0 0 0,0-1 1 0 0,2 17-1 0 0,-4-22-9 0 0,-2 0 0 0 0,1 0 0 0 0,0 0 0 0 0,-1 1 0 0 0,1-1 0 0 0,-1 0 0 0 0,-1 0 0 0 0,1 0 0 0 0,0 0 0 0 0,-1-1 0 0 0,0 1 0 0 0,0 0 0 0 0,0-1 0 0 0,0 1 0 0 0,0-1-1 0 0,-1 0 1 0 0,0 1 0 0 0,0-1 0 0 0,-4 3 0 0 0,-18 16 48 0 0,-2-2-1 0 0,-1-1 0 0 0,0-1 0 0 0,-2-1 1 0 0,0-2-1 0 0,-51 19 0 0 0,51-22-41 0 0,0-2-1 0 0,-1-1 0 0 0,0-2 1 0 0,0-1-1 0 0,-33 2 0 0 0,46-6-43 0 0,0-2 0 0 0,0 0 0 0 0,0-1 0 0 0,0-1 0 0 0,0-1 0 0 0,0 0 0 0 0,-25-9 0 0 0,35 10-1 0 0,0-1 1 0 0,0 1-1 0 0,0-1 0 0 0,0-1 1 0 0,1 0-1 0 0,0 0 0 0 0,0 0 1 0 0,-11-9-1 0 0,15 10 28 0 0,1 1 0 0 0,0-1 0 0 0,0 1 0 0 0,0-1 0 0 0,0 0 0 0 0,1 0 0 0 0,-1 0 0 0 0,1 0 0 0 0,-1 0 0 0 0,1 0 1 0 0,0-1-1 0 0,1 1 0 0 0,-1 0 0 0 0,0 0 0 0 0,1-1 0 0 0,0 1 0 0 0,0-1 0 0 0,0 1 0 0 0,0 0 0 0 0,0-1 0 0 0,1 1 0 0 0,-1 0 0 0 0,3-6 0 0 0,-1 0 28 0 0,1 0 0 0 0,1 0-1 0 0,0 1 1 0 0,0-1 0 0 0,0 1-1 0 0,1 0 1 0 0,0 1 0 0 0,1-1-1 0 0,0 1 1 0 0,11-11 0 0 0,7-4 40 0 0,50-34-1 0 0,-63 48-65 0 0,336-233-1653 0 0,-82 72-4248 0 0,-253 161 5321 0 0,54-34-4981 0 0,-66 41 5286 0 0,1 1 0 0 0,0-1 0 0 0,0 1 0 0 0,-1-1 0 0 0,1 1-1 0 0,0-1 1 0 0,-1 0 0 0 0,1 1 0 0 0,-1-1 0 0 0,1 0 0 0 0,-1 1 0 0 0,1-1 0 0 0,-1 0 0 0 0,1 0 0 0 0,-1 1 0 0 0,0-1 0 0 0,0 0 0 0 0,1 0 0 0 0,-1 0-1 0 0,0 0 1 0 0,0 1 0 0 0,0-3 0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05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1006 1 1761 0 0,'0'42'1681'0'0,"-66"14"-401"0"0,34-23-1200 0 0,-1 23 961 0 0,-32 4 1040 0 0,0 3 0 0 0,-1 14-241 0 0,-64 12 161 0 0,32 21 80 0 0,-26 0-640 0 0,26-8-321 0 0,0 17-239 0 0,32-9-161 0 0,1-21-480 0 0,65-20-400 0 0,0-15-1280 0 0,0-6-5123 0 0,65-19-3362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13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64 477 1040 0 0,'1'-2'4282'0'0,"-1"1"-4204"0"0,0 1-1 0 0,0 0 1 0 0,0-1 0 0 0,0 1-1 0 0,0 0 1 0 0,0-1 0 0 0,0 1-1 0 0,0 0 1 0 0,0-1 0 0 0,0 1-1 0 0,0-1 1 0 0,0 1-1 0 0,0 0 1 0 0,0-1 0 0 0,0 1-1 0 0,0 0 1 0 0,0-1 0 0 0,-1 1-1 0 0,1 0 1 0 0,0 0 0 0 0,0-1-1 0 0,0 1 1 0 0,-1 0 0 0 0,1-1-1 0 0,0 1 1 0 0,0 0 0 0 0,-1 0-1 0 0,1 0 1 0 0,0-1 0 0 0,0 1-1 0 0,-1 0 1 0 0,1 0 0 0 0,0 0-1 0 0,-1 0 1 0 0,1-1 0 0 0,0 1-1 0 0,-1 0 1 0 0,1 0-1 0 0,-7-2 238 0 0,6 1-169 0 0,0 1 1 0 0,0 0-1 0 0,-1-1 1 0 0,1 1 0 0 0,0 0-1 0 0,0-1 1 0 0,0 0-1 0 0,0 1 1 0 0,0-1 0 0 0,1 1-1 0 0,-1-1 1 0 0,0 0-1 0 0,0 0 1 0 0,-1-1 0 0 0,1-1 159 0 0,0 1 0 0 0,0-1 0 0 0,1 0 1 0 0,-1 1-1 0 0,1-1 0 0 0,-1 0 1 0 0,1 1-1 0 0,0-1 0 0 0,0-4 0 0 0,0 6-237 0 0,0-1-1 0 0,0 1 0 0 0,0 0 0 0 0,0-1 0 0 0,-1 1 1 0 0,1 0-1 0 0,-1-1 0 0 0,1 1 0 0 0,-1 0 0 0 0,1 0 1 0 0,-1 0-1 0 0,0-1 0 0 0,0 1 0 0 0,1 0 0 0 0,-1 0 1 0 0,0 0-1 0 0,0 0 0 0 0,0 0 0 0 0,0 0 0 0 0,0 1 1 0 0,0-1-1 0 0,-1 0 0 0 0,1 0 0 0 0,-2 0 0 0 0,-5-5 68 0 0,8 6-125 0 0,0 0 1 0 0,-1 0-1 0 0,1 0 0 0 0,0 0 0 0 0,0-1 0 0 0,-1 1 0 0 0,1 0 1 0 0,0 0-1 0 0,0-1 0 0 0,-1 1 0 0 0,1 0 0 0 0,0 0 0 0 0,0-1 0 0 0,0 1 1 0 0,0 0-1 0 0,0 0 0 0 0,-1-1 0 0 0,1 1 0 0 0,0 0 0 0 0,0-1 1 0 0,0 1-1 0 0,0 0 0 0 0,0-1 0 0 0,0 1 0 0 0,0 0 0 0 0,0-1 1 0 0,0 1-1 0 0,0 0 0 0 0,0-1 0 0 0,0 1 0 0 0,0 0 0 0 0,0-1 1 0 0,1 1-1 0 0,-1 0 0 0 0,0 0 0 0 0,0-1 0 0 0,0 1 0 0 0,0 0 1 0 0,1 0-1 0 0,-1-1 0 0 0,0 1 0 0 0,0 0 0 0 0,0 0 0 0 0,1-1 1 0 0,-1 1-1 0 0,0 0 0 0 0,0 0 0 0 0,1-1 0 0 0,6-2 181 0 0,-6 2-164 0 0,0 1 1 0 0,1 0 0 0 0,-1-1 0 0 0,0 1-1 0 0,0-1 1 0 0,0 1 0 0 0,0-1 0 0 0,0 0-1 0 0,-1 1 1 0 0,1-1 0 0 0,0 0 0 0 0,0 0-1 0 0,0 1 1 0 0,-1-1 0 0 0,1 0 0 0 0,0 0-1 0 0,-1 0 1 0 0,1 0 0 0 0,0 0 0 0 0,-1 0-1 0 0,1 0 1 0 0,-1 0 0 0 0,0 0 0 0 0,1 0-1 0 0,-1 0 1 0 0,0-1 0 0 0,0 1-1 0 0,0 0 1 0 0,0-1 0 0 0,0-3 38 0 0,0 1 1 0 0,0-1-1 0 0,0 1 0 0 0,1-1 1 0 0,-1 0-1 0 0,1 1 1 0 0,0 0-1 0 0,0-1 0 0 0,1 1 1 0 0,-1-1-1 0 0,1 1 0 0 0,0 0 1 0 0,0 0-1 0 0,1 0 0 0 0,-1 0 1 0 0,1 1-1 0 0,0-1 1 0 0,0 0-1 0 0,3-2 0 0 0,-1 0 11 0 0,0 0-1 0 0,-1-1 1 0 0,1 0 0 0 0,-1 1-1 0 0,4-12 1 0 0,-5 11-26 0 0,0 1 0 0 0,0 0-1 0 0,1 0 1 0 0,-1 0 0 0 0,1 0 0 0 0,1 1 0 0 0,4-6 0 0 0,51-53 441 0 0,-57 53-410 0 0,-3 10-77 0 0,0 0 0 0 0,0 1 0 0 0,0-1 0 0 0,0 0 0 0 0,0 1 0 0 0,0-1 0 0 0,0 0 0 0 0,1 0 0 0 0,-1 1 0 0 0,0-1 0 0 0,0 0 0 0 0,0 1 0 0 0,1-1 1 0 0,-1 1-1 0 0,0-1 0 0 0,1 0 0 0 0,-1 1 0 0 0,1-1 0 0 0,-1 1 0 0 0,1-1 0 0 0,-1 1 0 0 0,1-1 0 0 0,-1 1 0 0 0,1-1 0 0 0,0 0 0 0 0,1 1 14 0 0,0-1-14 0 0,-1 1-1 0 0,1 0 1 0 0,-1-1 0 0 0,0 1 0 0 0,1-1 0 0 0,-1 1-1 0 0,0-1 1 0 0,0 0 0 0 0,0 0 0 0 0,1 1-1 0 0,-1-1 1 0 0,0 0 0 0 0,0 0 0 0 0,0 0 0 0 0,0 0-1 0 0,0 0 1 0 0,0 0 0 0 0,-1-1 0 0 0,1 1 0 0 0,0 0-1 0 0,0-2 1 0 0,0 2-5 0 0,-1 0-1 0 0,0 0 1 0 0,1-1-1 0 0,-1 1 1 0 0,0 0-1 0 0,1 1 1 0 0,0-1-1 0 0,-1 0 1 0 0,1 0-1 0 0,-1 0 1 0 0,1 0-1 0 0,0 0 1 0 0,0 0-1 0 0,-1 1 1 0 0,1-1-1 0 0,0 0 1 0 0,0 1 0 0 0,0-1-1 0 0,0 1 1 0 0,0-1-1 0 0,0 1 1 0 0,0-1-1 0 0,0 1 1 0 0,0 0-1 0 0,0-1 1 0 0,2 1-1 0 0,40-9-1 0 0,-15 4-12 0 0,-22 3-14 0 0,1 0 1 0 0,0 1-1 0 0,-1 0 0 0 0,1 0 0 0 0,0 0 1 0 0,13 1-1 0 0,10 7-78 0 0,-29-7 105 0 0,0 0 0 0 0,0 1 0 0 0,-1-1 0 0 0,1 1 0 0 0,0-1 0 0 0,0 1 0 0 0,-1 0 0 0 0,1-1 0 0 0,0 1 0 0 0,-1 0 0 0 0,1-1 0 0 0,-1 1-1 0 0,1 0 1 0 0,-1 0 0 0 0,1-1 0 0 0,-1 1 0 0 0,1 0 0 0 0,-1 0 0 0 0,0 0 0 0 0,0 0 0 0 0,1-1 0 0 0,-1 1 0 0 0,0 0 0 0 0,0 2 0 0 0,-1 10 14 0 0,-1-1 0 0 0,0 1 1 0 0,-1 0-1 0 0,0-1 1 0 0,-1 0-1 0 0,-1 1 1 0 0,-9 18-1 0 0,-12 35-9 0 0,22-50 31 0 0,2-6 16 0 0,-1 0 0 0 0,0 0 0 0 0,0 0 0 0 0,-1 0 0 0 0,0-1 0 0 0,-11 17 0 0 0,12-20-46 0 0,-51 70 294 0 0,50-71-225 0 0,-2 1 0 0 0,1 0-1 0 0,0-1 1 0 0,-1 0 0 0 0,0 0 0 0 0,0-1-1 0 0,-1 0 1 0 0,1 0 0 0 0,-11 4 0 0 0,12-6 165 0 0,4-3-210 0 0,1-1 1 0 0,0 0-1 0 0,0 0 1 0 0,0 0-1 0 0,0 0 1 0 0,0 0-1 0 0,1 0 1 0 0,-1 1-1 0 0,1-1 1 0 0,-1 0-1 0 0,1 0 1 0 0,0 0-1 0 0,1-3 1 0 0,6-3 45 0 0,-6 7-64 0 0,-1-1-1 0 0,1 1 1 0 0,-1-1-1 0 0,1 1 1 0 0,-1-1-1 0 0,0 1 1 0 0,0-1-1 0 0,1 0 1 0 0,-1 0-1 0 0,0 0 1 0 0,-1 0-1 0 0,1 0 1 0 0,0 0-1 0 0,0 0 1 0 0,-1 0-1 0 0,0 0 1 0 0,1 0-1 0 0,-1 0 1 0 0,0-2-1 0 0,0 1-5 0 0,1 0-1 0 0,-1 1 0 0 0,0-1 0 0 0,1 1 1 0 0,0-1-1 0 0,0 1 0 0 0,-1-1 0 0 0,1 1 1 0 0,1-1-1 0 0,-1 1 0 0 0,0 0 0 0 0,1-1 1 0 0,-1 1-1 0 0,4-3 0 0 0,5-11-4 0 0,1-16-1 0 0,11 3 14 0 0,-11-3 52 0 0,-6 25-43 0 0,1-1 0 0 0,-1 1 0 0 0,1 0 0 0 0,1 1 0 0 0,0-1 0 0 0,11-8 0 0 0,-15 11-25 0 0,1 1 4 0 0,22 3-82 0 0,-23 0 70 0 0,0 0 1 0 0,-1 1 0 0 0,1 0 0 0 0,0-1-1 0 0,-1 1 1 0 0,1 0 0 0 0,0 0-1 0 0,-1 1 1 0 0,0-1 0 0 0,1 1 0 0 0,-1-1-1 0 0,0 1 1 0 0,1 0 0 0 0,2 3 0 0 0,19 26-79 0 0,-21-21 89 0 0,-1 0 1 0 0,0 0 0 0 0,0 0-1 0 0,-2 1 1 0 0,1-1 0 0 0,-1 0-1 0 0,-1 1 1 0 0,-1 9 0 0 0,1 10 49 0 0,1 47-77 0 0,0-77 24 0 0,0 0 0 0 0,0 1 1 0 0,0-1-1 0 0,0 0 1 0 0,0 0-1 0 0,0 0 0 0 0,0 1 1 0 0,0-1-1 0 0,0 0 0 0 0,0 0 1 0 0,0 0-1 0 0,0 0 1 0 0,0 1-1 0 0,0-1 0 0 0,0 0 1 0 0,0 0-1 0 0,0 0 0 0 0,0 1 1 0 0,-1-1-1 0 0,1 0 0 0 0,0 0 1 0 0,0 0-1 0 0,0 0 1 0 0,0 0-1 0 0,0 1 0 0 0,0-1 1 0 0,-1 0-1 0 0,1 0 0 0 0,0 0 1 0 0,0 0-1 0 0,0 0 1 0 0,0 0-1 0 0,-1 0 0 0 0,1 1 1 0 0,0-1-1 0 0,0 0 0 0 0,0 0 1 0 0,0 0-1 0 0,-1 0 0 0 0,1 0 1 0 0,0 0-1 0 0,0 0 1 0 0,0 0-1 0 0,-1 0 0 0 0,1 0 1 0 0,0 0-1 0 0,0 0 0 0 0,-1 0 1 0 0,-13-2-196 0 0,28-2 34 0 0,-13 3 161 0 0,0 0 1 0 0,0 0 0 0 0,0-1 0 0 0,-1 1-1 0 0,1 0 1 0 0,-1-1 0 0 0,1 1 0 0 0,-1-1-1 0 0,1 1 1 0 0,-1 0 0 0 0,0-1 0 0 0,0 1-1 0 0,1-1 1 0 0,-1 1 0 0 0,0-1 0 0 0,-1 1-1 0 0,1-1 1 0 0,0 1 0 0 0,0-1 0 0 0,-1-1-1 0 0,1 0 15 0 0,0 1-8 0 0,0-1 0 0 0,0 1 0 0 0,1-1 0 0 0,-1 1 0 0 0,1 0 0 0 0,0-1 0 0 0,-1 1 0 0 0,1 0 0 0 0,0 0 0 0 0,0-1 0 0 0,1 1 0 0 0,-1 0 0 0 0,0 0 0 0 0,1 0 0 0 0,2-3 0 0 0,12-18 9 0 0,-5 3 1 0 0,22-38 36 0 0,43-36 16 0 0,-10 0 26 0 0,-66 93-89 0 0,1 0-1 0 0,-1 0 0 0 0,1 0 1 0 0,0 0-1 0 0,0 0 0 0 0,-1 0 1 0 0,1 1-1 0 0,0-1 0 0 0,0 0 0 0 0,0 0 1 0 0,0 1-1 0 0,0-1 0 0 0,0 0 1 0 0,0 1-1 0 0,0-1 0 0 0,1 1 1 0 0,-1-1-1 0 0,0 1 0 0 0,0 0 1 0 0,0 0-1 0 0,0-1 0 0 0,2 1 0 0 0,5-1 1 0 0,-7 1-1 0 0,1 0-1 0 0,-1 0 0 0 0,1 0 1 0 0,-1 0-1 0 0,0 0 0 0 0,1 0 1 0 0,-1 1-1 0 0,0-1 0 0 0,1 0 1 0 0,-1 1-1 0 0,0-1 0 0 0,0 1 1 0 0,1-1-1 0 0,-1 1 0 0 0,0 0 1 0 0,0-1-1 0 0,0 1 0 0 0,0 0 1 0 0,0 0-1 0 0,0 0 0 0 0,0 0 0 0 0,0 0 1 0 0,0 0-1 0 0,0 0 0 0 0,-1 0 1 0 0,1 0-1 0 0,0 1 0 0 0,-1-1 1 0 0,1 0-1 0 0,-1 0 0 0 0,1 1 1 0 0,-1-1-1 0 0,1 0 0 0 0,-1 1 1 0 0,0-1-1 0 0,0 0 0 0 0,0 3 1 0 0,2 9 58 0 0,-1-1 1 0 0,0 1 0 0 0,-2 15-1 0 0,1-15 31 0 0,0 47 183 0 0,0 24-228 0 0,0-29-4984 0 0,6-55 108 0 0,15-7-1094 0 0,-20 7 5708 0 0,-1 0-1 0 0,1-1 1 0 0,-1 1-1 0 0,1-1 0 0 0,-1 1 1 0 0,0-1-1 0 0,1 1 1 0 0,-1 0-1 0 0,0-1 1 0 0,1 1-1 0 0,-1-1 0 0 0,0 0 1 0 0,0 1-1 0 0,0-1 1 0 0,1 1-1 0 0,-1-1 1 0 0,0 1-1 0 0,0-1 0 0 0,0 1 1 0 0,0-1-1 0 0,0 0 1 0 0,0 1-1 0 0,0-1 1 0 0,0 0-1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7:14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55 1681 0 0,'-1'-1'87'0'0,"1"1"0"0"0,0-1 0 0 0,-1 1 0 0 0,1-1 0 0 0,0 1 0 0 0,-1-1 0 0 0,1 1 1 0 0,-1-1-1 0 0,1 1 0 0 0,-1 0 0 0 0,1-1 0 0 0,-1 1 0 0 0,1 0 0 0 0,-1-1 0 0 0,1 1 0 0 0,-1 0 0 0 0,1 0 1 0 0,-1 0-1 0 0,1 0 0 0 0,-1-1 0 0 0,0 1 0 0 0,1 0 0 0 0,-1 0 0 0 0,1 0 0 0 0,-1 0 0 0 0,1 0 0 0 0,-1 0 1 0 0,0 0-1 0 0,1 0 0 0 0,-1 1 0 0 0,1-1 0 0 0,-2 0 0 0 0,2 0-2 0 0,-1 1-1 0 0,1-1 1 0 0,-1 0-1 0 0,1 0 1 0 0,-1 0-1 0 0,1 0 1 0 0,-1 0 0 0 0,1 0-1 0 0,-1 0 1 0 0,1 0-1 0 0,-1 0 1 0 0,1 0-1 0 0,-1 0 1 0 0,0 0 0 0 0,1 0-1 0 0,-1-1 1 0 0,1 1-1 0 0,-1 0 1 0 0,1 0-1 0 0,-1-1 1 0 0,1 1 0 0 0,0 0-1 0 0,-1 0 1 0 0,1-1-1 0 0,-1 1 1 0 0,1-1-1 0 0,-1 1 1 0 0,1 0-1 0 0,-1-3 3034 0 0,-26 3-1117 0 0,21 0-1348 0 0,7 0-624 0 0,-1 1-1 0 0,0-1 1 0 0,0 0-1 0 0,0 1 1 0 0,0-1-1 0 0,0 0 1 0 0,0 1 0 0 0,1-1-1 0 0,-1 0 1 0 0,0 1-1 0 0,0-1 1 0 0,0 1-1 0 0,0-1 1 0 0,0 0-1 0 0,0 1 1 0 0,0-1-1 0 0,0 0 1 0 0,-1 1-1 0 0,1-1 1 0 0,0 0 0 0 0,0 1-1 0 0,0-1 1 0 0,0 0-1 0 0,0 1 1 0 0,-1-1-1 0 0,1 0 1 0 0,0 1-1 0 0,0-1 1 0 0,0 0-1 0 0,-1 1 1 0 0,1-1-1 0 0,0 0 1 0 0,-1 0 0 0 0,1 0-1 0 0,0 1 1 0 0,0-1-1 0 0,-1 0 1 0 0,1 0-1 0 0,0 0 1 0 0,-1 0-1 0 0,1 1 1 0 0,-1-1-1 0 0,-124 67 2574 0 0,123-66-2548 0 0,-1 0 1 0 0,1 0 0 0 0,0 1-1 0 0,0-1 1 0 0,0 1 0 0 0,0-1-1 0 0,0 1 1 0 0,1-1 0 0 0,-1 1-1 0 0,0 0 1 0 0,1 0 0 0 0,-1 0-1 0 0,1 0 1 0 0,-2 4 0 0 0,2-1 46 0 0,0-1 1 0 0,0 1 0 0 0,0-1-1 0 0,1 1 1 0 0,0 0 0 0 0,0 6-1 0 0,0 0-5 0 0,0 51 558 0 0,0-61-651 0 0,0-1 0 0 0,0 1 0 0 0,0-1 0 0 0,0 1 0 0 0,0-1 0 0 0,0 1 1 0 0,0-1-1 0 0,0 1 0 0 0,1-1 0 0 0,-1 1 0 0 0,0-1 0 0 0,0 1 0 0 0,0-1 1 0 0,1 1-1 0 0,-1-1 0 0 0,0 0 0 0 0,1 1 0 0 0,-1-1 0 0 0,0 1 0 0 0,1-1 0 0 0,-1 0 1 0 0,0 1-1 0 0,1-1 0 0 0,-1 0 0 0 0,1 1 0 0 0,-1-1 0 0 0,1 0 0 0 0,-1 0 0 0 0,0 1 1 0 0,1-1-1 0 0,-1 0 0 0 0,1 0 0 0 0,-1 0 0 0 0,1 0 0 0 0,-1 0 0 0 0,1 0 1 0 0,0 0-1 0 0,-1 0 0 0 0,1 0 0 0 0,-1 0 0 0 0,1 0 0 0 0,-1 0 0 0 0,1 0 0 0 0,0 0 1 0 0,0 0 8 0 0,-1-1 0 0 0,1 1 1 0 0,-1 0-1 0 0,1 0 0 0 0,-1 0 0 0 0,1 0 1 0 0,-1 0-1 0 0,1 0 0 0 0,-1 0 1 0 0,1 0-1 0 0,0 0 0 0 0,-1 0 1 0 0,1 0-1 0 0,-1 1 0 0 0,1-1 1 0 0,-1 0-1 0 0,1 0 0 0 0,-1 0 0 0 0,1 1 1 0 0,-1-1-1 0 0,1 0 0 0 0,-1 1 1 0 0,0-1-1 0 0,1 0 0 0 0,-1 1 1 0 0,1-1-1 0 0,-1 1 0 0 0,0-1 0 0 0,1 0 1 0 0,-1 1-1 0 0,0-1 0 0 0,0 1 1 0 0,1-1-1 0 0,-1 1 0 0 0,0-1 1 0 0,0 1-1 0 0,0-1 0 0 0,1 1 1 0 0,-1 0-1 0 0,0-1 0 0 0,0 1 0 0 0,0-1 1 0 0,0 1-1 0 0,0-1 0 0 0,0 1 1 0 0,0 0 173 0 0,10-2 28 0 0,0-1-1 0 0,0-1 1 0 0,0 0-1 0 0,-1 0 1 0 0,1-1-1 0 0,-1 0 0 0 0,0-1 1 0 0,12-7-1 0 0,-1-2 233 0 0,0 0-1 0 0,30-30 1 0 0,-4 4 111 0 0,-32 29-389 0 0,1 0 0 0 0,1 2 0 0 0,27-13 0 0 0,27-17 201 0 0,-54 30-355 0 0,2 0 0 0 0,29-10-1 0 0,-36 15-161 0 0,-3 1-2277 0 0,-8 2 2168 0 0,1 1 0 0 0,0-1 1 0 0,0 1-1 0 0,0 0 1 0 0,0-1-1 0 0,0 1 0 0 0,-1 0 1 0 0,1 0-1 0 0,0-1 1 0 0,0 1-1 0 0,0 0 0 0 0,0 0 1 0 0,0 0-1 0 0,0 0 1 0 0,0 0-1 0 0,0 0 0 0 0,0 1 1 0 0,2-1-1 0 0,-3 1 48 0 0,0-1 84 0 0,0 0-1 0 0,1 0 0 0 0,-1 0 1 0 0,0 0-1 0 0,0 0 0 0 0,0 1 1 0 0,0-1-1 0 0,0 0 1 0 0,0 0-1 0 0,0 0 0 0 0,0 0 1 0 0,0 1-1 0 0,0-1 0 0 0,0 0 1 0 0,0 0-1 0 0,0 0 1 0 0,0 0-1 0 0,0 0 0 0 0,0 1 1 0 0,0-1-1 0 0,0 0 1 0 0,-1 0-1 0 0,1 0 0 0 0,0 0 1 0 0,0 1-1 0 0,0-1 0 0 0,0 0 1 0 0,0 0-1 0 0,0 0 1 0 0,0 0-1 0 0,0 0 0 0 0,-1 0 1 0 0,1 0-1 0 0,0 1 0 0 0,0-1 1 0 0,0 0-1 0 0,0 0 1 0 0,0 0-1 0 0,-1 0 0 0 0,1 0 1 0 0,0 0-1 0 0,0 0 0 0 0,0 0 1 0 0,0 0-1 0 0,0 0 1 0 0,-1 0-1 0 0,1 0 0 0 0,0 0 1 0 0,0 0-1 0 0,0 0 1 0 0,0 0-1 0 0,-1 0 0 0 0,1 0 1 0 0,0 0-1 0 0,0 0 0 0 0,0 0 1 0 0,-1 0-1 0 0,-11 5-2091 0 0,8-4-3140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36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288 139 160 0 0,'0'1'92'0'0,"0"-1"0"0"0,0 0 0 0 0,0 1 0 0 0,0-1-1 0 0,0 0 1 0 0,1 1 0 0 0,-1-1 0 0 0,0 0 0 0 0,0 1 0 0 0,0-1 0 0 0,0 0-1 0 0,0 1 1 0 0,0-1 0 0 0,0 0 0 0 0,0 1 0 0 0,0-1 0 0 0,0 0 0 0 0,0 1-1 0 0,0-1 1 0 0,-1 0 0 0 0,1 1 0 0 0,0-1 0 0 0,0 0 0 0 0,0 1 0 0 0,0-1-1 0 0,0 0 1 0 0,-1 1 0 0 0,1-1 0 0 0,0 0 0 0 0,0 0 0 0 0,-1 1 0 0 0,1-1-1 0 0,0 0 1 0 0,0 0 0 0 0,-1 1 0 0 0,1-1 0 0 0,0 0 0 0 0,-1 0 0 0 0,1 0-1 0 0,0 0 1 0 0,-1 1 0 0 0,1-1 0 0 0,-1 0 0 0 0,-6 2 89 0 0,6-3-152 0 0,1 1 1 0 0,-1 1 0 0 0,0-1 0 0 0,0 0 0 0 0,0 0 0 0 0,0 0 0 0 0,1 0 0 0 0,-1 0 0 0 0,0 1 0 0 0,0-1 0 0 0,1 0-1 0 0,-1 1 1 0 0,0-1 0 0 0,0 1 0 0 0,1-1 0 0 0,-1 1 0 0 0,0-1 0 0 0,1 1 0 0 0,-1-1 0 0 0,1 1 0 0 0,-1 0-1 0 0,1-1 1 0 0,-1 1 0 0 0,1 0 0 0 0,-1-1 0 0 0,1 1 0 0 0,0 0 0 0 0,-1 0 0 0 0,1-1 0 0 0,0 1 0 0 0,-1 0-1 0 0,1 0 1 0 0,0 0 0 0 0,0 1 0 0 0,5-1 157 0 0,17-1 66 0 0,-16-3 260 0 0,-6 3-451 0 0,-1 0 0 0 0,1 0 0 0 0,0-1 0 0 0,0 1 0 0 0,0 0-1 0 0,0 0 1 0 0,0 0 0 0 0,0 0 0 0 0,0-1 0 0 0,0 1 0 0 0,0 0 0 0 0,0 0 0 0 0,1 0-1 0 0,-1 0 1 0 0,0-1 0 0 0,0 1 0 0 0,0 0 0 0 0,0 0 0 0 0,0 0 0 0 0,0 0 0 0 0,0-1-1 0 0,0 1 1 0 0,0 0 0 0 0,1 0 0 0 0,-1 0 0 0 0,0 0 0 0 0,0 0 0 0 0,0 0-1 0 0,0-1 1 0 0,0 1 0 0 0,1 0 0 0 0,-1 0 0 0 0,0 0 0 0 0,0 0 0 0 0,0 0 0 0 0,0 0-1 0 0,1 0 1 0 0,-1 0 0 0 0,0 0 0 0 0,0 0 0 0 0,0 0 0 0 0,0 0 0 0 0,1 0 0 0 0,-1 0-1 0 0,0 0 1 0 0,0 0 0 0 0,0 0 0 0 0,0 0 0 0 0,1 0 0 0 0,-1 0 0 0 0,22-6 992 0 0,-17 5 119 0 0,-10 1 41 0 0,3 0-873 0 0,-13 0 7 0 0,15 0-265 0 0,-1 0-1 0 0,1 0 1 0 0,-1 0-1 0 0,1 0 1 0 0,-1 0-1 0 0,1 0 1 0 0,0 0-1 0 0,-1 1 1 0 0,1-1-1 0 0,-1 0 1 0 0,1 0-1 0 0,0 0 1 0 0,-1 1-1 0 0,1-1 1 0 0,-1 0 0 0 0,1 0-1 0 0,0 1 1 0 0,-1-1-1 0 0,1 0 1 0 0,0 1-1 0 0,0-1 1 0 0,-1 0-1 0 0,1 1 1 0 0,0-1-1 0 0,0 1 1 0 0,-1-1-1 0 0,1 0 1 0 0,0 1 0 0 0,0-1-1 0 0,0 1 1 0 0,0-1-1 0 0,0 1 1 0 0,0-1-1 0 0,-2 1 18 0 0,1 0 1 0 0,0 0-1 0 0,-1 0 0 0 0,1-1 1 0 0,-1 1-1 0 0,1 0 0 0 0,0-1 0 0 0,-1 1 1 0 0,1-1-1 0 0,-1 0 0 0 0,1 0 0 0 0,-1 1 1 0 0,0-1-1 0 0,-1 0 0 0 0,-1 0 144 0 0,4 0-225 0 0,0 0 1 0 0,-1 1 0 0 0,1-1-1 0 0,0 0 1 0 0,-1 0 0 0 0,1 1-1 0 0,0-1 1 0 0,-1 0-1 0 0,1 0 1 0 0,0 1 0 0 0,0-1-1 0 0,-1 0 1 0 0,1 1 0 0 0,0-1-1 0 0,0 1 1 0 0,0-1 0 0 0,-1 0-1 0 0,1 1 1 0 0,0-1 0 0 0,0 0-1 0 0,0 1 1 0 0,0-1-1 0 0,0 1 1 0 0,0-1 0 0 0,0 1-1 0 0,0-1 1 0 0,0 0 0 0 0,0 1-1 0 0,0 0 1 0 0,0-1 1 0 0,0 1 0 0 0,0 0 0 0 0,0 0 0 0 0,0-1 0 0 0,0 1 1 0 0,0 0-1 0 0,0-1 0 0 0,0 1 0 0 0,-1 0 0 0 0,1-1 0 0 0,0 1 0 0 0,0 0 0 0 0,-1-1 1 0 0,1 1-1 0 0,0-1 0 0 0,-1 1 0 0 0,1-1 0 0 0,-1 1 0 0 0,1 0 0 0 0,0-1 0 0 0,-2 1 0 0 0,-6 6 132 0 0,1-2-82 0 0,1-1 1 0 0,0 2 0 0 0,0-1-1 0 0,1 1 1 0 0,0 0 0 0 0,-6 8-1 0 0,-1 15 73 0 0,10-25-123 0 0,1 1-1 0 0,-1-1 0 0 0,0 0 0 0 0,0 0 1 0 0,0 0-1 0 0,0 0 0 0 0,-1 0 0 0 0,0 0 1 0 0,-4 4-1 0 0,-20 14-33 0 0,21-15-14 0 0,6-11-13 0 0,0 3 39 0 0,0-1-1 0 0,-1 0 1 0 0,1 1-1 0 0,0-1 1 0 0,0 0 0 0 0,0 1-1 0 0,1-1 1 0 0,-1 0 0 0 0,0 1-1 0 0,1-1 1 0 0,-1 0 0 0 0,1 1-1 0 0,-1-1 1 0 0,1 1-1 0 0,0-1 1 0 0,-1 1 0 0 0,1-1-1 0 0,0 1 1 0 0,0-1 0 0 0,0 1-1 0 0,0 0 1 0 0,0-1 0 0 0,1 1-1 0 0,-1 0 1 0 0,0 0 0 0 0,1 0-1 0 0,-1 0 1 0 0,0 0-1 0 0,3-1 1 0 0,1-1 15 0 0,-3 1 8 0 0,-1 0 1 0 0,0 0-1 0 0,0 1 0 0 0,-1-1 0 0 0,1 0 0 0 0,0 0 0 0 0,-1 0 0 0 0,1-1 1 0 0,-1 1-1 0 0,0 0 0 0 0,1 0 0 0 0,-1 0 0 0 0,0 0 0 0 0,0 0 0 0 0,-1 0 1 0 0,1 0-1 0 0,0-1 0 0 0,-1-1 0 0 0,0-6 104 0 0,2-14 17 0 0,0 18-126 0 0,0 0 1 0 0,0-1-1 0 0,-1 1 0 0 0,0-1 1 0 0,-1 1-1 0 0,1 0 0 0 0,-1-1 1 0 0,0 1-1 0 0,-1 0 0 0 0,-3-9 1 0 0,-16-14 75 0 0,10-3 54 0 0,-11 3-1 0 0,15 16-94 0 0,6 12-44 0 0,0-1 0 0 0,0 1-1 0 0,0-1 1 0 0,1 1-1 0 0,-1 0 1 0 0,0-1 0 0 0,-1 1-1 0 0,1 0 1 0 0,0 0-1 0 0,0 0 1 0 0,0-1 0 0 0,-1 1-1 0 0,1 1 1 0 0,-1-1-1 0 0,-1-1 1 0 0,2 1-1 0 0,0 0 1 0 0,1 0-1 0 0,-1 0 1 0 0,1 0-1 0 0,-1 0 1 0 0,1 0-1 0 0,-1 0 1 0 0,1-1-1 0 0,0 1 1 0 0,0 0-1 0 0,-1 0 0 0 0,1 0 1 0 0,0 0-1 0 0,0 0 1 0 0,0-1-1 0 0,0 1 1 0 0,0 0-1 0 0,1 0 1 0 0,-1-2-1 0 0,1-2 4 0 0,-1 6-11 0 0,0-1 0 0 0,0 1 0 0 0,0-1 0 0 0,0 1 0 0 0,0-1-1 0 0,1 1 1 0 0,-1-1 0 0 0,0 0 0 0 0,0 1 0 0 0,1-1 0 0 0,-1 0 0 0 0,0 1 0 0 0,1-1 0 0 0,-1 0 0 0 0,0 1 0 0 0,1-1 0 0 0,-1 0-1 0 0,0 1 1 0 0,1-1 0 0 0,-1 0 0 0 0,1 0 0 0 0,-1 0 0 0 0,0 1 0 0 0,1-1 0 0 0,-1 0 0 0 0,1 0 0 0 0,-1 0 0 0 0,1 0 0 0 0,-1 0-1 0 0,1 0 1 0 0,-1 0 0 0 0,1 0 0 0 0,-1 0 0 0 0,1 0 0 0 0,-1 0 0 0 0,0 0 0 0 0,1 0 0 0 0,0-1 0 0 0,-1 1 0 0 0,1 0 1 0 0,-1 0-1 0 0,0 0 1 0 0,1 0-1 0 0,-1 0 0 0 0,1 0 1 0 0,-1 0-1 0 0,0 0 1 0 0,1 0-1 0 0,-1 0 1 0 0,0 0-1 0 0,1 0 1 0 0,-1 0-1 0 0,1 0 1 0 0,-1 0-1 0 0,0 0 1 0 0,1 0-1 0 0,-1 1 0 0 0,0-1 1 0 0,1 0-1 0 0,-1 0 1 0 0,0 0-1 0 0,1 0 1 0 0,-1 1-1 0 0,0-1 1 0 0,0 0-1 0 0,1 0 1 0 0,-1 1-1 0 0,0-1 1 0 0,0 0-1 0 0,1 1 0 0 0,-1-1 1 0 0,0 0-1 0 0,0 1 1 0 0,1 0-1 0 0,-1 0 67 0 0,0 0 13 0 0,0 3 0 0 0,0-3 0 0 0,5 6 80 0 0,4-6-138 0 0,-9-1-6 0 0,1-1-1 0 0,0 1 1 0 0,-1 0-1 0 0,1 0 1 0 0,0 0-1 0 0,0 0 1 0 0,-1 0-1 0 0,1 1 0 0 0,0-1 1 0 0,-1 0-1 0 0,1 0 1 0 0,0 0-1 0 0,-1 1 1 0 0,1-1-1 0 0,0 0 1 0 0,-1 1-1 0 0,1-1 1 0 0,-1 0-1 0 0,1 1 1 0 0,-1-1-1 0 0,1 1 1 0 0,-1-1-1 0 0,1 1 1 0 0,-1-1-1 0 0,1 1 0 0 0,-1-1 1 0 0,1 1-1 0 0,-1 0 1 0 0,0-1-1 0 0,1 1 1 0 0,-1 0-1 0 0,0-1 1 0 0,0 1-1 0 0,1 0 1 0 0,-1-1-1 0 0,0 1 1 0 0,0 0-1 0 0,0-1 1 0 0,0 1-1 0 0,0 0 1 0 0,0-1-1 0 0,0 1 0 0 0,0 0 1 0 0,0 0-1 0 0,-1 0 1 0 0,1 1 4 0 0,0-1 0 0 0,1 0 0 0 0,-1 1 0 0 0,0-1 0 0 0,1 1 1 0 0,-1-1-1 0 0,1 0 0 0 0,-1 0 0 0 0,1 1 0 0 0,-1-1 0 0 0,1 0 0 0 0,0 0 0 0 0,0 0 1 0 0,-1 1-1 0 0,1-1 0 0 0,0 0 0 0 0,0 0 0 0 0,0 0 0 0 0,0-1 0 0 0,1 1 0 0 0,-1 0 1 0 0,0 0-1 0 0,0-1 0 0 0,0 1 0 0 0,3 1 0 0 0,1 1 4 0 0,-4-2 0 0 0,0 0 0 0 0,0 0 0 0 0,0 0 0 0 0,-1 0 1 0 0,1 0-1 0 0,-1 1 0 0 0,1-1 0 0 0,-1 0 0 0 0,1 0 1 0 0,-1 1-1 0 0,0-1 0 0 0,1 0 0 0 0,-1 0 0 0 0,0 1 0 0 0,0-1 1 0 0,0 3-1 0 0,-2 24 151 0 0,2-23-108 0 0,0-4-55 0 0,-1 0-1 0 0,1 0 1 0 0,0 0-1 0 0,0 0 1 0 0,0 0-1 0 0,0 0 0 0 0,0 1 1 0 0,0-1-1 0 0,0 0 1 0 0,0 0-1 0 0,0 0 0 0 0,1 0 1 0 0,-1 0-1 0 0,0 0 1 0 0,1 0-1 0 0,-1 0 1 0 0,1 0-1 0 0,-1 0 0 0 0,1 0 1 0 0,-1 0-1 0 0,1 0 1 0 0,0-1-1 0 0,-1 1 0 0 0,1 0 1 0 0,0 0-1 0 0,0-1 1 0 0,0 1-1 0 0,0 0 1 0 0,-1-1-1 0 0,1 1 0 0 0,0-1 1 0 0,0 1-1 0 0,0-1 1 0 0,2 1-1 0 0,7 4 56 0 0,-9-3-57 0 0,0 0 0 0 0,0 0 0 0 0,0 0 0 0 0,0-1 0 0 0,-1 1 0 0 0,1 0 0 0 0,-1 1 0 0 0,1-1 0 0 0,-1 0 0 0 0,0 0 0 0 0,0 3 0 0 0,0-4-8 0 0,0 1 0 0 0,1-1 0 0 0,-1 0 0 0 0,0 1 0 0 0,0-1 0 0 0,0 0 0 0 0,0 1 0 0 0,-1-1 0 0 0,1 0 0 0 0,0 1 0 0 0,-1-1 0 0 0,1 0 0 0 0,0 1 0 0 0,-1-1 0 0 0,0 0 0 0 0,1 0 0 0 0,-1 1 0 0 0,0-1 0 0 0,-1 1 0 0 0,-6 1 9 0 0,7-2-7 0 0,0-1 0 0 0,0 0 0 0 0,0 1-1 0 0,0-1 1 0 0,0 0 0 0 0,0 1 0 0 0,0 0-1 0 0,0-1 1 0 0,0 1 0 0 0,0-1 0 0 0,1 1 0 0 0,-1 0-1 0 0,0 0 1 0 0,0-1 0 0 0,1 1 0 0 0,-1 0-1 0 0,0 0 1 0 0,1 0 0 0 0,-1 0 0 0 0,1 0 0 0 0,-1 0-1 0 0,1 0 1 0 0,-1 0 0 0 0,1 0 0 0 0,0 0-1 0 0,0 0 1 0 0,-1 0 0 0 0,1 0 0 0 0,0 0-1 0 0,0 0 1 0 0,0 0 0 0 0,0 0 0 0 0,0 0 0 0 0,0 0-1 0 0,1 2 1 0 0,-1-2 1 0 0,0 0-1 0 0,1 0 1 0 0,-1 0-1 0 0,0-1 0 0 0,0 1 1 0 0,0 0-1 0 0,0 0 1 0 0,0 0-1 0 0,0 0 1 0 0,0 0-1 0 0,0-1 1 0 0,0 1-1 0 0,0 0 1 0 0,-1 0-1 0 0,1 0 1 0 0,0 0-1 0 0,0-1 1 0 0,-1 1-1 0 0,1 0 1 0 0,-1 0-1 0 0,1-1 1 0 0,-1 1-1 0 0,1 0 1 0 0,-1-1-1 0 0,1 1 1 0 0,-1 0-1 0 0,1-1 1 0 0,-1 1-1 0 0,0-1 0 0 0,1 1 1 0 0,-1-1-1 0 0,0 1 1 0 0,0-1-1 0 0,1 0 1 0 0,-1 1-1 0 0,0-1 1 0 0,0 0-1 0 0,0 0 1 0 0,1 1-1 0 0,-1-1 1 0 0,0 0-1 0 0,0 0 1 0 0,-1 0-1 0 0,-6 1-27 0 0,2 5-18 0 0,1-4-479 0 0,-21 6-2157 0 0,-8 4-3877 0 0,-25 1-3183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38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46 720 0 0,'0'-2'616'0'0,"0"1"-244"0"0,0 0 1 0 0,1-1 0 0 0,-1 1 0 0 0,0 0-1 0 0,0-1 1 0 0,0 1 0 0 0,0 0-1 0 0,0-1 1 0 0,-1 1 0 0 0,1 0 0 0 0,0-1-1 0 0,-1 1 1 0 0,1 0 0 0 0,0 0-1 0 0,-1-1 1 0 0,0 1 0 0 0,1 0-1 0 0,-2-2 1 0 0,1 4-147 0 0,0-1-143 0 0,1 0 0 0 0,-1 0 0 0 0,0 0 0 0 0,0 0 0 0 0,0 0 0 0 0,0 0 0 0 0,0 0 0 0 0,0 0 0 0 0,0 0 0 0 0,0 0 0 0 0,0 0 0 0 0,0 0 0 0 0,1-1 0 0 0,-1 1 0 0 0,0 0 0 0 0,0-1 0 0 0,0 1 0 0 0,0-1 0 0 0,1 1 0 0 0,-1-1 0 0 0,0 1 0 0 0,0-3 1840 0 0,0 2-1331 0 0,1 1-558 0 0,1-1-1 0 0,-1 1 1 0 0,0 0 0 0 0,0 0-1 0 0,0 0 1 0 0,0 0 0 0 0,0 0-1 0 0,0-1 1 0 0,0 1 0 0 0,0 0 0 0 0,0 0-1 0 0,0 0 1 0 0,0 0 0 0 0,0 0-1 0 0,0-1 1 0 0,0 1 0 0 0,0 0-1 0 0,0 0 1 0 0,0 0 0 0 0,0 0-1 0 0,0-1 1 0 0,0 1 0 0 0,0 0 0 0 0,0 0-1 0 0,-1 0 1 0 0,1 0 0 0 0,0 0-1 0 0,0-1 1 0 0,0 1 0 0 0,0 0-1 0 0,0 0 1 0 0,0 0 0 0 0,0 0-1 0 0,-1 0 1 0 0,1 0 0 0 0,0 0 0 0 0,0 0-1 0 0,0 0 1 0 0,0-1 0 0 0,0 1-1 0 0,0 0 1 0 0,-1 0 0 0 0,1 0-1 0 0,0 0 1 0 0,0 0 0 0 0,0 0-1 0 0,0 0 1 0 0,-1 0 0 0 0,1 0 0 0 0,0 0-1 0 0,0 0 1 0 0,0 0 0 0 0,0 0-1 0 0,-1 0 1 0 0,1 0 0 0 0,0 0-1 0 0,0 0 1 0 0,0 0 0 0 0,0 1 0 0 0,0-1-1 0 0,-1 0 1 0 0,1 0 0 0 0,0 0-1 0 0,-54 0 1221 0 0,48 0 294 0 0,6-5-289 0 0,0 9-958 0 0,0-3-381 0 0,8 3-6765 0 0,-3 0 4516 0 0,7 3 970 0 0,1-3-2968 0 0,15-2 886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41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288 247 1121 0 0,'-3'0'162'0'0,"2"-1"-69"0"0,0 1-1 0 0,-1 0 0 0 0,1 0 1 0 0,-1-1-1 0 0,1 1 1 0 0,0-1-1 0 0,-1 1 1 0 0,1-1-1 0 0,0 0 1 0 0,0 0-1 0 0,-1 1 0 0 0,1-1 1 0 0,0 0-1 0 0,0 0 1 0 0,0 0-1 0 0,0 0 1 0 0,0 0-1 0 0,0 0 0 0 0,0 0 1 0 0,0-1-1 0 0,1 1 1 0 0,-1 0-1 0 0,0 0 1 0 0,1-1-1 0 0,-1 1 0 0 0,1-1 1 0 0,-1 1-1 0 0,1 0 1 0 0,0-1-1 0 0,-1-2 1 0 0,1 3-34 0 0,0 1 0 0 0,0-1 1 0 0,0 0-1 0 0,0 0 1 0 0,0 0-1 0 0,0 0 1 0 0,0 1-1 0 0,-1-1 0 0 0,1 0 1 0 0,0 0-1 0 0,0 0 1 0 0,-1 1-1 0 0,1-1 1 0 0,-1 0-1 0 0,1 0 1 0 0,-1 1-1 0 0,1-1 0 0 0,-1 0 1 0 0,1 1-1 0 0,-1-1 1 0 0,0 1-1 0 0,1-1 1 0 0,-1 1-1 0 0,0-1 0 0 0,1 1 1 0 0,-1-1-1 0 0,0 1 1 0 0,0-1-1 0 0,1 1 1 0 0,-1 0-1 0 0,0 0 1 0 0,0-1-1 0 0,-1 1 0 0 0,1 0-8 0 0,0 0-1 0 0,1 0 1 0 0,-1 0-1 0 0,0 0 0 0 0,1-1 1 0 0,-1 1-1 0 0,0 0 1 0 0,1 0-1 0 0,-1-1 1 0 0,0 1-1 0 0,1 0 0 0 0,-1-1 1 0 0,1 1-1 0 0,-1-1 1 0 0,1 1-1 0 0,-1-1 1 0 0,1 1-1 0 0,-1-1 0 0 0,1 1 1 0 0,-1-1-1 0 0,1 1 1 0 0,0-1-1 0 0,-1 1 0 0 0,1-1 1 0 0,0 0-1 0 0,0 1 1 0 0,-1-1-1 0 0,1 0 1 0 0,0 1-1 0 0,0-1 0 0 0,0 0 1 0 0,0 1-1 0 0,0-2 1 0 0,-1 1-9 0 0,1 0 0 0 0,0 0-1 0 0,0 0 1 0 0,-1 1 0 0 0,1-1 0 0 0,-1 0 0 0 0,1 0 0 0 0,-1 0 0 0 0,1 0 0 0 0,-1 1 0 0 0,1-1 0 0 0,-1 0 0 0 0,0 0 0 0 0,0 1 0 0 0,1-1 0 0 0,-1 0 0 0 0,0 1 0 0 0,0-1 0 0 0,1 1 0 0 0,-1-1 0 0 0,0 1 0 0 0,0 0 0 0 0,0-1 0 0 0,0 1 0 0 0,0 0 0 0 0,0 0 0 0 0,0-1 0 0 0,0 1-1 0 0,-1 0 1 0 0,-4-2 167 0 0,5 0 27 0 0,0 0 0 0 0,0 0 0 0 0,0 0 0 0 0,0 0 0 0 0,1 0 0 0 0,-1 0 0 0 0,1-1 0 0 0,-1 1 0 0 0,1 0 0 0 0,0 0 0 0 0,0-1 0 0 0,0 1 0 0 0,0 0 0 0 0,0-1 0 0 0,0 1 0 0 0,1-4 0 0 0,0-2-166 0 0,0 7-57 0 0,0 1 0 0 0,1-1 0 0 0,-1 0 0 0 0,0 1 1 0 0,1-1-1 0 0,-1 1 0 0 0,0-1 0 0 0,1 1 0 0 0,-1 0 0 0 0,1-1 0 0 0,-1 1 0 0 0,1 0 1 0 0,-1 0-1 0 0,1 0 0 0 0,-1 0 0 0 0,0 0 0 0 0,3 1 0 0 0,-4-1 4 0 0,6 0 303 0 0,-12 0-173 0 0,-21 0 80 0 0,27 36-174 0 0,0 43 1028 0 0,0-78-1069 0 0,0 0 0 0 0,0 0 0 0 0,0 0 1 0 0,0 0-1 0 0,0 0 0 0 0,0 0 0 0 0,1 0 0 0 0,-1 0 0 0 0,0 0 1 0 0,1 0-1 0 0,-1 0 0 0 0,0 0 0 0 0,1 0 0 0 0,-1-1 1 0 0,1 1-1 0 0,0 0 0 0 0,-1 0 0 0 0,1 0 0 0 0,0-1 1 0 0,-1 1-1 0 0,1 0 0 0 0,0-1 0 0 0,0 1 0 0 0,-1-1 1 0 0,1 1-1 0 0,0-1 0 0 0,0 1 0 0 0,2 0 0 0 0,-2-1-4 0 0,0 0-1 0 0,0 1 1 0 0,0-1 0 0 0,0 1-1 0 0,-1 0 1 0 0,1-1-1 0 0,0 1 1 0 0,0 0 0 0 0,0-1-1 0 0,0 1 1 0 0,-1 0-1 0 0,1 0 1 0 0,0 0 0 0 0,0 0-1 0 0,-1 0 1 0 0,1 0-1 0 0,-1 0 1 0 0,1 0-1 0 0,-1 0 1 0 0,0 0 0 0 0,1 0-1 0 0,-1 0 1 0 0,0 0-1 0 0,0 0 1 0 0,1 0 0 0 0,-1 0-1 0 0,0 0 1 0 0,0 3-1 0 0,-1 13 104 0 0,0-12-78 0 0,0 0-1 0 0,1 0 0 0 0,0 0 1 0 0,0 0-1 0 0,0 0 0 0 0,1 0 1 0 0,0 0-1 0 0,0 0 1 0 0,0 0-1 0 0,3 8 0 0 0,7 0-21 0 0,-10-11-4 0 0,1 0 1 0 0,0 0-1 0 0,-1-1 1 0 0,0 1-1 0 0,1 0 1 0 0,-1 0-1 0 0,0 0 1 0 0,0 1-1 0 0,0-1 1 0 0,0 0-1 0 0,-1 0 1 0 0,1 0-1 0 0,-1 1 1 0 0,1-1-1 0 0,-1 0 0 0 0,0 1 1 0 0,1-1-1 0 0,-1 0 1 0 0,-1 3-1 0 0,2 9 36 0 0,0-10-7 0 0,0 0 0 0 0,-1-1 0 0 0,0 1 0 0 0,0 0 0 0 0,0-1 0 0 0,0 1 0 0 0,0 0 0 0 0,-1-1 0 0 0,0 1 0 0 0,1 0 0 0 0,-1-1 0 0 0,-1 1 0 0 0,-1 4 0 0 0,-5 1 11 0 0,7-8-48 0 0,-1 1 1 0 0,0 0 0 0 0,0 0-1 0 0,1 0 1 0 0,-1 0 0 0 0,1 0-1 0 0,0 0 1 0 0,0 1-1 0 0,0-1 1 0 0,0 0 0 0 0,0 1-1 0 0,0-1 1 0 0,0 1 0 0 0,1-1-1 0 0,-1 1 1 0 0,1-1 0 0 0,0 4-1 0 0,0-4 4 0 0,-1 0-1 0 0,1 0 1 0 0,0 0-1 0 0,-1 0 1 0 0,1-1-1 0 0,-1 1 0 0 0,1 0 1 0 0,-1 0-1 0 0,0-1 1 0 0,0 1-1 0 0,1 0 1 0 0,-1-1-1 0 0,0 1 1 0 0,-1-1-1 0 0,1 1 1 0 0,0-1-1 0 0,0 1 0 0 0,-1-1 1 0 0,-1 2-1 0 0,1-2 11 0 0,1 0 0 0 0,0 0 0 0 0,0 0 0 0 0,0 0 0 0 0,0 0 0 0 0,0 0-1 0 0,0 0 1 0 0,0 0 0 0 0,1 0 0 0 0,-1 1 0 0 0,0-1 0 0 0,1 0 0 0 0,-1 1-1 0 0,1-1 1 0 0,-1 0 0 0 0,1 1 0 0 0,-1-1 0 0 0,1 3 0 0 0,0-1 133 0 0,0-20-52 0 0,0 14-85 0 0,0 1 0 0 0,-1-1 0 0 0,1 0 0 0 0,-1 1 1 0 0,1-1-1 0 0,-1 1 0 0 0,0-1 0 0 0,0 1 0 0 0,0-1 0 0 0,0 1 1 0 0,-1 0-1 0 0,1-1 0 0 0,-1 1 0 0 0,-3-4 0 0 0,4 5-4 0 0,-1-1 0 0 0,1 0 0 0 0,0 1 0 0 0,0-1 0 0 0,-1 0 0 0 0,1 0 0 0 0,0 0 0 0 0,0 0 0 0 0,1 0 0 0 0,-1 0 0 0 0,0 0 0 0 0,1 0 0 0 0,-1 0 0 0 0,1 0 0 0 0,0 0 0 0 0,0-1 0 0 0,0 1 0 0 0,0 0 0 0 0,0 0 0 0 0,0 0 0 0 0,0 0 0 0 0,1-1 0 0 0,-1 1 0 0 0,1 0 0 0 0,1-3 0 0 0,6-18 52 0 0,-4 15-17 0 0,-1 0-1 0 0,0-1 1 0 0,-1 1-1 0 0,0-1 1 0 0,0 0-1 0 0,-1 1 1 0 0,1-11-1 0 0,-2-166 668 0 0,1 185-691 0 0,-1-4-14 0 0,-28 1 73 0 0,49 3-75 0 0,-15 1-53 0 0,-6 9 114 0 0,-1 1-1 0 0,0-1 1 0 0,0 0 0 0 0,-1 0-1 0 0,0 0 1 0 0,-8 18-1 0 0,0 5 130 0 0,-1 25 117 0 0,-2-33-195 0 0,11-23-111 0 0,0 1-1 0 0,1 0 1 0 0,-1-1-1 0 0,1 1 1 0 0,0 0 0 0 0,0 0-1 0 0,0 0 1 0 0,0 0-1 0 0,0 0 1 0 0,1 0-1 0 0,-1 0 1 0 0,1 6 0 0 0,-1-6 0 0 0,1 0 0 0 0,0 1 0 0 0,-1-1 1 0 0,0 0-1 0 0,0 1 0 0 0,0-1 0 0 0,0 0 1 0 0,0 0-1 0 0,-1 0 0 0 0,-3 6 0 0 0,3-7 11 0 0,1 1 0 0 0,-1 0 1 0 0,1-1-1 0 0,0 1 0 0 0,0 0 0 0 0,0 0 0 0 0,0 0 0 0 0,0 0 0 0 0,0 0 0 0 0,1 6 0 0 0,-1-7 5 0 0,1 3 8 0 0,22 3 27 0 0,-17-7-12 0 0,-5-2-61 0 0,1 0 1 0 0,0 0 0 0 0,0 0-1 0 0,-1 0 1 0 0,1 1 0 0 0,0-1-1 0 0,0 0 1 0 0,0 0-1 0 0,0 1 1 0 0,0-1 0 0 0,0 0-1 0 0,0 1 1 0 0,1-1 0 0 0,-1 1-1 0 0,0-1 1 0 0,0 1-1 0 0,0 0 1 0 0,0-1 0 0 0,1 1-1 0 0,-1 0 1 0 0,0 0 0 0 0,0 0-1 0 0,2 0 1 0 0,-2 0-12 0 0,10-8-128 0 0,-5 7 153 0 0,-5 1 7 0 0,0 0 0 0 0,-1 0 0 0 0,1 0 1 0 0,0 0-1 0 0,0-1 0 0 0,0 1 0 0 0,0 0 1 0 0,0 0-1 0 0,-1-1 0 0 0,1 1 0 0 0,0 0 0 0 0,0-1 1 0 0,0 1-1 0 0,-1-1 0 0 0,1 1 0 0 0,0-1 1 0 0,-1 0-1 0 0,1 1 0 0 0,0-1 0 0 0,-1 1 0 0 0,1-1 1 0 0,-1 0-1 0 0,1 0 0 0 0,-1 1 0 0 0,1-1 0 0 0,-1 0 1 0 0,0 0-1 0 0,1 0 0 0 0,-1 0 0 0 0,0 1 1 0 0,0-1-1 0 0,1 0 0 0 0,-1 0 0 0 0,0-1 0 0 0,0 0 4 0 0,0 0-1 0 0,0 1 0 0 0,1-1 0 0 0,-1 0 1 0 0,1 1-1 0 0,-1-1 0 0 0,1 0 0 0 0,-1 1 1 0 0,1-1-1 0 0,0 1 0 0 0,0-1 0 0 0,0 1 1 0 0,0 0-1 0 0,0-1 0 0 0,0 1 0 0 0,0 0 1 0 0,0 0-1 0 0,0 0 0 0 0,1 0 1 0 0,1-2-1 0 0,6-6 8 0 0,4-9 19 0 0,-1-1 0 0 0,16-34-1 0 0,-16 28 16 0 0,-11 23-42 0 0,0-1 0 0 0,0 1-1 0 0,0 0 1 0 0,-1-1 0 0 0,1 1 0 0 0,-1-1 0 0 0,1 1 0 0 0,-1-1 0 0 0,0-3-1 0 0,0 4 2 0 0,-1 0 0 0 0,1 0 0 0 0,1 0 0 0 0,-1 0 0 0 0,0 1 0 0 0,0-1 0 0 0,1 0 0 0 0,-1 0 0 0 0,1 0 0 0 0,-1 1 0 0 0,1-1 0 0 0,1-2 0 0 0,9-8 7 0 0,-10 12-10 0 0,1-1-1 0 0,-1-1 0 0 0,0 1 0 0 0,0 0 0 0 0,0 0 0 0 0,0 0 0 0 0,0-1 0 0 0,0 1 0 0 0,0-1 0 0 0,0 1 0 0 0,0 0 0 0 0,-1-1 1 0 0,1 0-1 0 0,0 1 0 0 0,-1-1 0 0 0,1 1 0 0 0,-1-1 0 0 0,0 0 0 0 0,0 1 0 0 0,1-3 0 0 0,-1-5 1 0 0,1 7 3 0 0,-1 0 0 0 0,0 0 0 0 0,1 0 0 0 0,-1 0-1 0 0,0-1 1 0 0,0 1 0 0 0,0 0 0 0 0,-1 0 0 0 0,1 0 0 0 0,0 0 0 0 0,-1-1 0 0 0,0 1-1 0 0,1 0 1 0 0,-1 0 0 0 0,0 0 0 0 0,-2-3 0 0 0,-9-2 4 0 0,11 7-6 0 0,1 0 0 0 0,-1 0-1 0 0,0-1 1 0 0,1 1 0 0 0,-1 0 0 0 0,1 0-1 0 0,-1-1 1 0 0,1 1 0 0 0,-1 0-1 0 0,1-1 1 0 0,-1 1 0 0 0,1-1-1 0 0,-1 1 1 0 0,1-1 0 0 0,-1 1 0 0 0,1-1-1 0 0,0 1 1 0 0,-1-1 0 0 0,1 1-1 0 0,0-1 1 0 0,-1 0 0 0 0,1 1-1 0 0,0-1 1 0 0,0 1 0 0 0,0-1 0 0 0,-1-1-1 0 0,-2-61 132 0 0,2 62-131 0 0,0 0 1 0 0,0 0 0 0 0,0 0 0 0 0,0 0-1 0 0,0 0 1 0 0,0 0 0 0 0,0 0 0 0 0,0 0-1 0 0,0 1 1 0 0,-1-1 0 0 0,1 0 0 0 0,0 1-1 0 0,0-1 1 0 0,-1 1 0 0 0,1-1 0 0 0,0 1 0 0 0,-1 0-1 0 0,1 0 1 0 0,-2-1 0 0 0,1 1-5 0 0,1 0 0 0 0,1 0 1 0 0,0 0-1 0 0,0-1 1 0 0,-1 1-1 0 0,1 0 1 0 0,0 0-1 0 0,-1 0 0 0 0,1 0 1 0 0,0 0-1 0 0,0-1 1 0 0,-1 1-1 0 0,1 0 1 0 0,0 0-1 0 0,0 0 1 0 0,0-1-1 0 0,-1 1 0 0 0,1 0 1 0 0,0 0-1 0 0,0-1 1 0 0,0 1-1 0 0,0 0 1 0 0,0 0-1 0 0,-1-1 0 0 0,1 1 1 0 0,0 0-1 0 0,0-1 1 0 0,0 1-1 0 0,0 0 1 0 0,0-1-1 0 0,0 1 0 0 0,0 0 1 0 0,0 0-1 0 0,0-1 1 0 0,0-54-13 0 0,0 29 81 0 0,0 25-134 0 0,0 3-76 0 0,0-1 147 0 0,0 0 0 0 0,0 0 0 0 0,0 0 0 0 0,0 0 0 0 0,0 0 0 0 0,0 1 0 0 0,0-1 0 0 0,0 0 0 0 0,0 0 0 0 0,1 0 0 0 0,-1 0 0 0 0,0 0 0 0 0,1 0 1 0 0,-1 0-1 0 0,1 0 0 0 0,-1 0 0 0 0,1 0 0 0 0,1 1 0 0 0,4 2 36 0 0,-5-3-32 0 0,0-1-1 0 0,1 1 1 0 0,-1 0-1 0 0,0 0 1 0 0,0-1-1 0 0,1 1 0 0 0,-1 0 1 0 0,0 0-1 0 0,0 0 1 0 0,0 0-1 0 0,0 1 1 0 0,0-1-1 0 0,-1 0 1 0 0,1 0-1 0 0,0 1 0 0 0,0-1 1 0 0,-1 0-1 0 0,1 1 1 0 0,-1-1-1 0 0,1 0 1 0 0,-1 1-1 0 0,0-1 1 0 0,1 1-1 0 0,-1 1 0 0 0,0-1-2 0 0,0-1-1 0 0,0 0 1 0 0,0 0-1 0 0,0 1 1 0 0,1-1-1 0 0,-1 0 1 0 0,0 0-1 0 0,1 1 1 0 0,-1-1 0 0 0,1 0-1 0 0,0 0 1 0 0,-1 0-1 0 0,1 0 1 0 0,0 1-1 0 0,-1-1 1 0 0,1 0-1 0 0,0 0 1 0 0,0-1-1 0 0,0 1 1 0 0,0 0-1 0 0,0 0 1 0 0,0 0-1 0 0,2 1 1 0 0,-2-2 0 0 0,0 1 1 0 0,1-1-1 0 0,-1 1 1 0 0,0 0-1 0 0,0 0 1 0 0,0 0-1 0 0,-1 0 1 0 0,1 0-1 0 0,0 0 1 0 0,0 0-1 0 0,0 0 1 0 0,-1 0-1 0 0,1 0 1 0 0,0 0-1 0 0,-1 0 1 0 0,1 1-1 0 0,-1-1 1 0 0,0 0-1 0 0,1 0 1 0 0,-1 0-1 0 0,0 1 1 0 0,0-1-1 0 0,1 3 1 0 0,-1 49 247 0 0,0-52-246 0 0,0 0-1 0 0,0 0 1 0 0,-1 0-1 0 0,1 0 1 0 0,0 0 0 0 0,0 0-1 0 0,0 0 1 0 0,-1 1-1 0 0,1-1 1 0 0,0 0 0 0 0,-1-1-1 0 0,1 1 1 0 0,-1 0-1 0 0,1 0 1 0 0,-1 0 0 0 0,0 0-1 0 0,1 0 1 0 0,-1 0 0 0 0,0-1-1 0 0,0 1 1 0 0,1 0-1 0 0,-1-1 1 0 0,0 1 0 0 0,0 0-1 0 0,0-1 1 0 0,0 1-1 0 0,0-1 1 0 0,-1 1 0 0 0,1-1-3 0 0,0 1 0 0 0,0-1-1 0 0,0 1 1 0 0,0-1 0 0 0,0 1 0 0 0,1-1 0 0 0,-1 1 0 0 0,0 0 0 0 0,0-1 0 0 0,0 1 0 0 0,1 0 0 0 0,-1 0 0 0 0,1-1 0 0 0,-1 1 0 0 0,0 0 0 0 0,1 0 0 0 0,-1 0 0 0 0,1 0 0 0 0,0 0 0 0 0,-1 0 0 0 0,1 0 0 0 0,0 0 0 0 0,-1 0 0 0 0,1 0 0 0 0,0 0 0 0 0,0 0 0 0 0,0 0 0 0 0,0 1 0 0 0,1 26 59 0 0,0-20-18 0 0,0 0 0 0 0,-1 0 0 0 0,0 0 0 0 0,0 0-1 0 0,-1 1 1 0 0,0-1 0 0 0,0 0 0 0 0,-5 14 0 0 0,-5-10 7 0 0,10-11-50 0 0,-1 0 0 0 0,1 1 0 0 0,0-1 0 0 0,0 0 0 0 0,0 0 0 0 0,0 0 0 0 0,0 1 0 0 0,0-1 0 0 0,0 1 0 0 0,0-1 0 0 0,1 0 0 0 0,-1 1 1 0 0,0 0-1 0 0,1-1 0 0 0,-1 1 0 0 0,1-1 0 0 0,0 1 0 0 0,0-1 0 0 0,-1 4 0 0 0,1-4-3 0 0,0 1-1 0 0,0-1 1 0 0,0 0 0 0 0,0 0 0 0 0,0 0-1 0 0,-1 0 1 0 0,1 0 0 0 0,0 0-1 0 0,-1 1 1 0 0,1-1 0 0 0,-1 0 0 0 0,1 0-1 0 0,-1 0 1 0 0,1 0 0 0 0,-1 0 0 0 0,0-1-1 0 0,0 1 1 0 0,1 0 0 0 0,-1 0-1 0 0,0 0 1 0 0,0-1 0 0 0,0 1 0 0 0,0 0-1 0 0,0-1 1 0 0,0 1 0 0 0,-2 0-1 0 0,2 0 1 0 0,0-1-1 0 0,0 1 0 0 0,0-1 1 0 0,1 1-1 0 0,-1-1 0 0 0,0 1 1 0 0,0-1-1 0 0,0 1 0 0 0,1 0 1 0 0,-1-1-1 0 0,0 1 0 0 0,1 0 1 0 0,-1 0-1 0 0,0 0 0 0 0,1-1 1 0 0,-1 1-1 0 0,1 0 0 0 0,-1 0 0 0 0,1 0 1 0 0,0 0-1 0 0,-1 0 0 0 0,1 0 1 0 0,0 0-1 0 0,0 0 0 0 0,0 0 1 0 0,0 1-1 0 0,0 24 149 0 0,0-25-214 0 0,1-2-264 0 0,-8-4 275 0 0,1 3 40 0 0,5 1 10 0 0,0 1 0 0 0,-1 0-1 0 0,1 0 1 0 0,0-1 0 0 0,0 1 0 0 0,0-1 0 0 0,0 1 0 0 0,0-1 0 0 0,0 1 0 0 0,1-1 0 0 0,-1 0 0 0 0,0 1 0 0 0,0-1 0 0 0,0 0 0 0 0,0 0 0 0 0,1 0 0 0 0,-1 1 0 0 0,0-1 0 0 0,1 0 0 0 0,-1 0 0 0 0,1 0 0 0 0,-1 0 0 0 0,1 0 0 0 0,0 0 0 0 0,-1 0 0 0 0,1 0 0 0 0,0-1-1 0 0,-1 1 1 0 0,1 0 0 0 0,0 0 0 0 0,0 0 0 0 0,0 0 0 0 0,0 0 0 0 0,0 0 0 0 0,0 0 0 0 0,1-2 0 0 0,-1-9-5 0 0,1 8 13 0 0,-1 0-1 0 0,0 0 0 0 0,0 0 0 0 0,-1 0 0 0 0,1 0 1 0 0,-1 0-1 0 0,0 0 0 0 0,-3-8 0 0 0,-4-5 23 0 0,5 12-14 0 0,1 0 0 0 0,-1 0 0 0 0,1 0 0 0 0,0 0 0 0 0,0 0 0 0 0,1-1 0 0 0,0 1 0 0 0,0 0 0 0 0,0-1 0 0 0,0-8-1 0 0,1-136 245 0 0,0 149-254 0 0,0 1 0 0 0,1-1 0 0 0,-1 0 0 0 0,0 1 0 0 0,0-1 0 0 0,0 0 0 0 0,1 1 0 0 0,-1-1 0 0 0,0 0-1 0 0,1 1 1 0 0,-1-1 0 0 0,0 1 0 0 0,1-1 0 0 0,-1 1 0 0 0,1-1 0 0 0,-1 1 0 0 0,1-1 0 0 0,-1 1 0 0 0,1-1 0 0 0,-1 1 0 0 0,1 0 0 0 0,0-1 0 0 0,-1 1 0 0 0,1 0 0 0 0,-1-1 0 0 0,1 1 0 0 0,0 0 0 0 0,-1 0 0 0 0,1 0 0 0 0,0 0-1 0 0,-1 0 1 0 0,1 0 0 0 0,1 0 0 0 0,-2 0 2 0 0,1 0 0 0 0,0 0 0 0 0,-1-1 0 0 0,1 1 0 0 0,0 0 0 0 0,-1 0 0 0 0,1 0 0 0 0,0 0 0 0 0,-1 0 0 0 0,1-1 0 0 0,0 1 0 0 0,-1 0 0 0 0,1-1 0 0 0,-1 1 0 0 0,1 0 0 0 0,-1-1 0 0 0,1 1 0 0 0,-1-1 0 0 0,1 1 0 0 0,-1-1 1 0 0,1 1-1 0 0,-1-1 0 0 0,0 1 0 0 0,1-1 0 0 0,-1 1 0 0 0,0-1 0 0 0,1 0 0 0 0,-1 1 0 0 0,0-1 0 0 0,0 1 0 0 0,1-1 0 0 0,-1 0 0 0 0,0 0 0 0 0,0 0-3 0 0,0 1 1 0 0,0 0-1 0 0,1-1 1 0 0,-1 1-1 0 0,0 0 1 0 0,0-1-1 0 0,0 1 1 0 0,1 0-1 0 0,-1-1 1 0 0,0 1 0 0 0,0 0-1 0 0,1-1 1 0 0,-1 1-1 0 0,0 0 1 0 0,1 0-1 0 0,-1-1 1 0 0,0 1-1 0 0,1 0 1 0 0,-1 0-1 0 0,0 0 1 0 0,1 0-1 0 0,-1-1 1 0 0,1 1 0 0 0,-1 0-1 0 0,0 0 1 0 0,1 0-1 0 0,-1 0 1 0 0,1 0-1 0 0,-1 0 1 0 0,0 0-1 0 0,1 0 1 0 0,17 0-30 0 0,-13 0 21 0 0,48 1 43 0 0,95 12-1 0 0,4 13 194 0 0,-138-23-232 0 0,0 1-1 0 0,0 0 1 0 0,-1 0 0 0 0,1 2 0 0 0,19 10-1 0 0,-27-13 17 0 0,-1 1-1 0 0,1 0 1 0 0,-1 0-1 0 0,0 1 0 0 0,0-1 1 0 0,-1 1-1 0 0,1 0 1 0 0,-1 1-1 0 0,0-1 0 0 0,0 1 1 0 0,5 10-1 0 0,-9-14-6 0 0,1-1 0 0 0,-1 1 0 0 0,1-1 0 0 0,-1 1 0 0 0,1-1 0 0 0,-1 1 0 0 0,0 0 1 0 0,0-1-1 0 0,0 1 0 0 0,0 0 0 0 0,0-1 0 0 0,0 1 0 0 0,-1-1 0 0 0,1 1 0 0 0,0 0 0 0 0,-1-1 0 0 0,1 1 0 0 0,-1-1 0 0 0,1 1 0 0 0,-1-1 0 0 0,0 1 0 0 0,0-1 0 0 0,0 0 0 0 0,0 1 0 0 0,0-1 0 0 0,0 0 1 0 0,0 0-1 0 0,0 0 0 0 0,0 1 0 0 0,-1-1 0 0 0,-1 1 0 0 0,-4 5 13 0 0,-3 1 16 0 0,0-1 1 0 0,0 0-1 0 0,-1-1 0 0 0,0 0 1 0 0,0 0-1 0 0,0-1 0 0 0,0-1 1 0 0,-1 0-1 0 0,-22 5 0 0 0,23-8 127 0 0,-15-2-33 0 0,23-1-151 0 0,0-2-12 0 0,-4 4-22 0 0,6 0 48 0 0,1 0-1 0 0,-1 0 1 0 0,0 1-1 0 0,1-1 1 0 0,-1 0-1 0 0,0 0 1 0 0,1 0-1 0 0,-1 0 1 0 0,0 0-1 0 0,1 0 1 0 0,-1 0-1 0 0,0-1 1 0 0,1 1-1 0 0,-1 0 1 0 0,0 0-1 0 0,1 0 1 0 0,-1-1-1 0 0,0 1 1 0 0,1 0-1 0 0,-1-1 1 0 0,1 1-1 0 0,-1 0 1 0 0,1-1-1 0 0,-1 1 1 0 0,1-1 0 0 0,-1 1-1 0 0,1-1 1 0 0,-1 1-1 0 0,1-1 1 0 0,0 1-1 0 0,-1-1 1 0 0,1 0-1 0 0,0 1 1 0 0,-1-1-1 0 0,1 1 1 0 0,0-1-1 0 0,0 0 1 0 0,-1-1-1 0 0,7 0-136 0 0,27-6-13 0 0,-21 5 157 0 0,0 0 0 0 0,1 1 0 0 0,20 0 0 0 0,-16 2 2 0 0,-2-1 1 0 0,0 2 0 0 0,0 0 0 0 0,1 1 0 0 0,-1 0 0 0 0,0 1 0 0 0,16 6 0 0 0,-23-7 0 0 0,-3-1 5 0 0,-1 0 1 0 0,1 1-1 0 0,0-1 0 0 0,-1 1 1 0 0,0 0-1 0 0,1 0 0 0 0,-1 0 1 0 0,0 1-1 0 0,0-1 1 0 0,-1 1-1 0 0,1 0 0 0 0,0 0 1 0 0,4 6-1 0 0,-6-6 15 0 0,-1 0 0 0 0,0 0 0 0 0,1 0 0 0 0,-1-1 0 0 0,-1 1 0 0 0,1 0-1 0 0,0 0 1 0 0,-1 0 0 0 0,1 1 0 0 0,-1-1 0 0 0,0 0 0 0 0,0 0 0 0 0,0 0 0 0 0,-1 0 0 0 0,1 0 0 0 0,-1 0 0 0 0,1 0 0 0 0,-1 0 0 0 0,0 0 0 0 0,-2 5 0 0 0,-1 1 62 0 0,0 0 1 0 0,0-1 0 0 0,-1 0-1 0 0,0 1 1 0 0,-1-1 0 0 0,1-1 0 0 0,-1 1-1 0 0,-1-1 1 0 0,1 0 0 0 0,-1-1-1 0 0,-1 0 1 0 0,1 0 0 0 0,-1 0 0 0 0,-8 4-1 0 0,-19 1 18 0 0,1-2 0 0 0,-1-2 0 0 0,-1-1 0 0 0,1-2 0 0 0,-41 1 0 0 0,43-6-130 0 0,-1-2-1 0 0,-44-9 1 0 0,55 8-12 0 0,-93-21-330 0 0,-13-2-216 0 0,77 25-165 0 0,35 8-1148 0 0,17-5 1628 0 0,-1-1 0 0 0,0 1 0 0 0,1-1-1 0 0,0 1 1 0 0,-1-1 0 0 0,1 1 0 0 0,-1 0 0 0 0,1-1-1 0 0,-1 1 1 0 0,1-1 0 0 0,0 1 0 0 0,0 0 0 0 0,-1-1 0 0 0,1 1-1 0 0,0 0 1 0 0,0 0 0 0 0,0-1 0 0 0,0 1 0 0 0,0 0-1 0 0,0 0 1 0 0,0 14-8664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44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63 1121 0 0,'34'-9'1804'0'0,"57"-21"0"0"0,-54 16-544 0 0,-29 12-1018 0 0,-1 0-1 0 0,1 0 1 0 0,0 0-1 0 0,0 1 0 0 0,-1 1 1 0 0,1-1-1 0 0,0 1 1 0 0,0 1-1 0 0,0-1 0 0 0,13 4 1 0 0,1 1 242 0 0,-1 2 1 0 0,28 12-1 0 0,-43-16-356 0 0,-1 1 1 0 0,1 0 0 0 0,0 0-1 0 0,-1 0 1 0 0,0 1-1 0 0,0 0 1 0 0,0 0-1 0 0,-1 0 1 0 0,0 0-1 0 0,5 8 1 0 0,-8-11-48 0 0,0 0-1 0 0,0 1 1 0 0,0-1 0 0 0,0 0-1 0 0,0 1 1 0 0,0-1 0 0 0,-1 1 0 0 0,1-1-1 0 0,-1 1 1 0 0,0-1 0 0 0,0 1-1 0 0,0 0 1 0 0,0-1 0 0 0,0 1 0 0 0,0-1-1 0 0,-1 1 1 0 0,0 4 0 0 0,-19 40 754 0 0,12-30-535 0 0,6-11-210 0 0,-1 0 1 0 0,1 0-1 0 0,-1 0 0 0 0,0 0 1 0 0,-1-1-1 0 0,-4 7 1 0 0,6-10-46 0 0,-1 0 0 0 0,1 0 1 0 0,-1 0-1 0 0,0 0 0 0 0,0 0 0 0 0,0 0 1 0 0,0-1-1 0 0,0 0 0 0 0,0 1 1 0 0,0-1-1 0 0,-1 0 0 0 0,1-1 1 0 0,-5 2-1 0 0,2-2 57 0 0,1 1 0 0 0,-1-1 1 0 0,0 0-1 0 0,0 0 0 0 0,-9-2 0 0 0,-12 0 152 0 0,-17 1-19 0 0,32 2-246 0 0,-1-1-1 0 0,1 0 1 0 0,-1-1-1 0 0,1 0 1 0 0,-1-1-1 0 0,1 0 1 0 0,0-1-1 0 0,0-1 1 0 0,-17-6-1 0 0,-9-12-34 0 0,30 16 78 0 0,-1 0 1 0 0,0 1-1 0 0,0 0 0 0 0,0 1 0 0 0,-1 0 0 0 0,1 0 0 0 0,-1 1 0 0 0,0 0 0 0 0,0 1 0 0 0,-17-2 0 0 0,27 4-26 0 0,0 0-1 0 0,0 0 1 0 0,0 0-1 0 0,-1 0 1 0 0,1 0 0 0 0,0 0-1 0 0,0 0 1 0 0,0 0-1 0 0,-1 0 1 0 0,1 0 0 0 0,0 0-1 0 0,0 0 1 0 0,0 0-1 0 0,-1 0 1 0 0,1 0 0 0 0,0 0-1 0 0,0 1 1 0 0,0-1-1 0 0,-1 0 1 0 0,1 0 0 0 0,0 0-1 0 0,0 0 1 0 0,0 0-1 0 0,0 0 1 0 0,-1 1-1 0 0,1-1 1 0 0,0 0 0 0 0,0 0-1 0 0,0 0 1 0 0,0 0-1 0 0,0 1 1 0 0,0-1 0 0 0,0 0-1 0 0,0 0 1 0 0,-1 0-1 0 0,1 1 1 0 0,0-1 0 0 0,0 0-1 0 0,0 0 1 0 0,0 1-1 0 0,0-1 1 0 0,0 0 0 0 0,0 0-1 0 0,0 1 1 0 0,6 9 169 0 0,3-1-65 0 0,0-1 0 0 0,1 0 0 0 0,-1-1 1 0 0,2 0-1 0 0,-1-1 0 0 0,15 7 0 0 0,18 11 226 0 0,179 117 1011 0 0,-215-137-1371 0 0,1 0-1 0 0,0-1 0 0 0,1 0 1 0 0,-1 0-1 0 0,1 0 0 0 0,-1-1 1 0 0,1-1-1 0 0,9 2 0 0 0,-10-2-73 0 0,2 0-466 0 0,1 0 0 0 0,-1 0 0 0 0,0-1 0 0 0,1-1 1 0 0,-1 0-1 0 0,13-2 0 0 0,-10 1-504 0 0,-11 1 653 0 0,24-5-2591 0 0,-25 6 2889 0 0,-1 0 1 0 0,1 0-1 0 0,-1 0 0 0 0,0 0 1 0 0,1 0-1 0 0,-1 0 0 0 0,0 0 1 0 0,1 0-1 0 0,-1 0 1 0 0,0-1-1 0 0,1 1 0 0 0,-1 0 1 0 0,0 0-1 0 0,1-1 1 0 0,-1 1-1 0 0,0 0 0 0 0,0 0 1 0 0,1-1-1 0 0,-1 1 0 0 0,0 0 1 0 0,0 0-1 0 0,0-1 1 0 0,1 1-1 0 0,-1 0 0 0 0,0-1 1 0 0,0 1-1 0 0,0 0 1 0 0,0-1-1 0 0,0 1 0 0 0,0-1 1 0 0,1 1-1 0 0,-1 0 0 0 0,0-1 1 0 0,0 1-1 0 0,0 0 1 0 0,0-1-1 0 0,0 1 0 0 0,-1-1 1 0 0,1 1-1 0 0,0 0 1 0 0,0-1-1 0 0,0 1 0 0 0,0 0 1 0 0,0-1-1 0 0,0 1 0 0 0,-1 0 1 0 0,1-1-1 0 0,0 1 1 0 0,0 0-1 0 0,0-1 0 0 0,-1 1 1 0 0,1 0-1 0 0,0 0 1 0 0,0-1-1 0 0,-1 1 0 0 0,-26-20-3978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8:45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1 880 0 0,'0'0'2015'0'0,"0"0"-1731"0"0,0 0 1 0 0,-1 1-1 0 0,1-1 1 0 0,0 0-1 0 0,0 1 1 0 0,0-1-1 0 0,0 0 0 0 0,0 1 1 0 0,0-1-1 0 0,0 0 1 0 0,0 1-1 0 0,0-1 1 0 0,0 0-1 0 0,0 1 1 0 0,0-1-1 0 0,0 0 1 0 0,0 1-1 0 0,0-1 1 0 0,0 0-1 0 0,0 1 1 0 0,0-1-1 0 0,0 0 1 0 0,0 1-1 0 0,0-1 1 0 0,0 0-1 0 0,1 0 1 0 0,-1 1-1 0 0,0-1 1 0 0,0 0-1 0 0,0 1 0 0 0,1-1 1 0 0,-1 0-1 0 0,0 0 1 0 0,0 1-1 0 0,1-1 1 0 0,-1 0-1 0 0,0 0 1 0 0,1 0-1 0 0,-1 0 1 0 0,0 1-1 0 0,1-1 1 0 0,-1 0-1 0 0,0 0 1 0 0,1 0-1 0 0,-1 0 1 0 0,66 7 1889 0 0,26-5-1214 0 0,152-2 228 0 0,-143-1-782 0 0,352 4 695 0 0,5 23-714 0 0,-435-24-381 0 0,236 28-586 0 0,-210-17-4022 0 0,-16-5-5536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06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1131 0 720 0 0,'0'0'921'0'0,"-1"1"-642"0"0,1 0 0 0 0,0-1 1 0 0,0 1-1 0 0,0 0 0 0 0,-1-1 0 0 0,1 1 1 0 0,0 0-1 0 0,0-1 0 0 0,0 1 0 0 0,0 0 1 0 0,0-1-1 0 0,0 1 0 0 0,0 0 0 0 0,1-1 1 0 0,-1 1-1 0 0,0 0 0 0 0,0-1 1 0 0,0 1-1 0 0,1 0 0 0 0,-1-1 0 0 0,0 1 1 0 0,1-1-1 0 0,-1 1 0 0 0,0-1 0 0 0,1 1 1 0 0,-1 0-1 0 0,1-1 0 0 0,-1 1 1 0 0,1-1-1 0 0,0 1 0 0 0,2-1 2 0 0,-2 0-216 0 0,0 0 0 0 0,0 0 0 0 0,0 0 0 0 0,1 0 0 0 0,-1 0 0 0 0,0 0 0 0 0,0 0 0 0 0,0 0 0 0 0,0 0 0 0 0,0 0 0 0 0,0 1 0 0 0,0-1 0 0 0,0 0 0 0 0,0 1 0 0 0,0-1 0 0 0,0 1 0 0 0,0-1 0 0 0,0 1 0 0 0,-1-1 0 0 0,1 1 0 0 0,0 0 0 0 0,0 0 0 0 0,0 0 0 0 0,-6 2 655 0 0,1-3-661 0 0,3 0-8 0 0,0 0-1 0 0,1 0 0 0 0,-1 0 0 0 0,0 0 0 0 0,0 0 0 0 0,0 1 0 0 0,0-1 0 0 0,0 0 1 0 0,0 1-1 0 0,0-1 0 0 0,0 0 0 0 0,0 1 0 0 0,0-1 0 0 0,1 1 0 0 0,-1-1 1 0 0,0 1-1 0 0,0-1 0 0 0,1 1 0 0 0,-1 0 0 0 0,0-1 0 0 0,1 1 0 0 0,-1 0 0 0 0,0 0 1 0 0,1 0-1 0 0,-1-1 0 0 0,1 1 0 0 0,0 0 0 0 0,-1 0 0 0 0,1 0 0 0 0,0 0 0 0 0,-1 0 1 0 0,1 0-1 0 0,0 0 0 0 0,0 0 0 0 0,0 0 0 0 0,0-1 0 0 0,0 1 0 0 0,0 1 0 0 0,0 0 271 0 0,1-1 76 0 0,-8 5-287 0 0,-35 21 243 0 0,0 3 1 0 0,2 0-1 0 0,-53 54 1 0 0,39-19-250 0 0,35-41 7 0 0,-1-1-1 0 0,-1-1 1 0 0,-38 33-1 0 0,-56 36 544 0 0,-12 42 1146 0 0,53-51-959 0 0,-53 68-115 0 0,86-98-932 0 0,-2-2-1 0 0,-73 66 1 0 0,109-110-304 0 0,-1 1 1 0 0,-1-1-1 0 0,1-1 1 0 0,-18 9-1 0 0,24-13 76 0 0,0-1 0 0 0,0 1 0 0 0,0-1 0 0 0,0 1 0 0 0,0-1 0 0 0,0 0 0 0 0,0 1 0 0 0,0-1 0 0 0,0 0 0 0 0,0 0 0 0 0,0-1 0 0 0,-1 1 0 0 0,1 0 0 0 0,-2-1 0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18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1086 11 880 0 0,'1'0'139'0'0,"-1"-1"1"0"0,0 1-1 0 0,0-1 0 0 0,1 1 0 0 0,-1 0 0 0 0,0-1 0 0 0,0 1 0 0 0,1 0 0 0 0,-1-1 0 0 0,0 1 0 0 0,1 0 0 0 0,-1-1 1 0 0,1 1-1 0 0,-1 0 0 0 0,0 0 0 0 0,1-1 0 0 0,-1 1 0 0 0,1 0 0 0 0,-1 0 0 0 0,1 0 0 0 0,-1 0 0 0 0,1 0 0 0 0,-1-1 1 0 0,1 1-1 0 0,-1 0 0 0 0,0 0 0 0 0,1 0 0 0 0,-1 0 0 0 0,2 1 0 0 0,12-1 1060 0 0,-13 0-875 0 0,5-4 5582 0 0,-7 7-4262 0 0,1-2-510 0 0,-27-1 614 0 0,27 0-1736 0 0,0 0-1 0 0,0 0 1 0 0,-1-1 0 0 0,1 1 0 0 0,0 0-1 0 0,0 0 1 0 0,0 0 0 0 0,0 0 0 0 0,0 0-1 0 0,0 0 1 0 0,0 0 0 0 0,-1 0 0 0 0,1 0-1 0 0,0 0 1 0 0,0 0 0 0 0,0 0 0 0 0,0 0-1 0 0,0 0 1 0 0,-1 0 0 0 0,1 0 0 0 0,0 0-1 0 0,0 0 1 0 0,0 0 0 0 0,0 0 0 0 0,0 0-1 0 0,-1 0 1 0 0,1 0 0 0 0,0 0 0 0 0,0 0-1 0 0,0 0 1 0 0,0 0 0 0 0,0 0 0 0 0,0 0-1 0 0,-1 0 1 0 0,1 0 0 0 0,0 1 0 0 0,0-1-1 0 0,0 0 1 0 0,0 0 0 0 0,0 0 0 0 0,0 0-1 0 0,0 0 1 0 0,0 0 0 0 0,0 0 0 0 0,0 1-1 0 0,-1-1 1 0 0,1 0 0 0 0,0 0 0 0 0,0 0-1 0 0,0 0 1 0 0,0 0 0 0 0,0 0 0 0 0,0 1-1 0 0,0-1 1 0 0,0 0 0 0 0,0 0 0 0 0,0 0-1 0 0,0 0 1 0 0,0 0 0 0 0,0 1 0 0 0,0-1 0 0 0,0 0 23 0 0,1 0 0 0 0,-1 0 1 0 0,0 0-1 0 0,0 1 0 0 0,0-1 1 0 0,0 0-1 0 0,0 0 0 0 0,0 0 1 0 0,0 0-1 0 0,0 0 1 0 0,0 1-1 0 0,0-1 0 0 0,-1 0 1 0 0,1 0-1 0 0,0 0 0 0 0,0 0 1 0 0,0 0-1 0 0,0 0 0 0 0,0 1 1 0 0,0-1-1 0 0,0 0 1 0 0,0 0-1 0 0,0 0 0 0 0,0 0 1 0 0,0 0-1 0 0,0 0 0 0 0,-1 0 1 0 0,1 1-1 0 0,0-1 0 0 0,0 0 1 0 0,0 0-1 0 0,0 0 1 0 0,0 0-1 0 0,0 0 0 0 0,-1 0 1 0 0,1 0-1 0 0,0 0 0 0 0,0 0 1 0 0,0 0-1 0 0,0 0 0 0 0,0 0 1 0 0,0 0-1 0 0,-1 0 1 0 0,1 0-1 0 0,0 0 0 0 0,0 0 1 0 0,0 0-1 0 0,0 0 0 0 0,0 0 1 0 0,-1 0-1 0 0,1 0 0 0 0,0 0 1 0 0,0 0-1 0 0,0 0 1 0 0,0 0-1 0 0,0 0 0 0 0,0 0 1 0 0,-1 0-1 0 0,1-1 0 0 0,0 1 1 0 0,0 0-1 0 0,-223 17 1459 0 0,196-14-1360 0 0,-79 16 784 0 0,88-15-836 0 0,0 1 30 0 0,0 0-1 0 0,1 1 1 0 0,-27 14 0 0 0,5-2 28 0 0,-21 14 233 0 0,52-25-135 0 0,5-2-169 0 0,-22 15 9 0 0,16-13-89 0 0,0-1 0 0 0,1 2 1 0 0,-1-1-1 0 0,1 1 0 0 0,-11 16 1 0 0,8 3-44 0 0,0-16 44 0 0,10-10 13 0 0,0 0 0 0 0,-1 0 0 0 0,1 0 0 0 0,0 0-1 0 0,0 0 1 0 0,0 0 0 0 0,0 1 0 0 0,0-1 0 0 0,0 0 0 0 0,0 1 0 0 0,1-1 0 0 0,-1 0 0 0 0,0 1-1 0 0,1-1 1 0 0,-1 1 0 0 0,1-1 0 0 0,-1 1 0 0 0,1-1 0 0 0,0 1 0 0 0,0 0 0 0 0,0 2 0 0 0,-1 0-11 0 0,1 0 0 0 0,-1-1 1 0 0,0 1-1 0 0,0 0 1 0 0,0 0-1 0 0,-1 0 1 0 0,1-1-1 0 0,-1 1 0 0 0,0-1 1 0 0,0 1-1 0 0,0-1 1 0 0,0 0-1 0 0,-1 0 1 0 0,1 0-1 0 0,-1 0 0 0 0,-3 3 1 0 0,3-3 3 0 0,0-1 1 0 0,0 2 0 0 0,0-1-1 0 0,0 0 1 0 0,1 0-1 0 0,0 1 1 0 0,0-1 0 0 0,0 1-1 0 0,0 0 1 0 0,0 0-1 0 0,1 0 1 0 0,-1 0 0 0 0,1 0-1 0 0,0 0 1 0 0,0 0-1 0 0,0 5 1 0 0,2 9-62 0 0,0-13 54 0 0,-1-1 0 0 0,1 1 0 0 0,-1 0 0 0 0,0-1 0 0 0,-1 1 0 0 0,1 0-1 0 0,-1-1 1 0 0,0 1 0 0 0,0-1 0 0 0,-3 9 0 0 0,-6 0 39 0 0,8-12-19 0 0,0 1 1 0 0,1 0 0 0 0,-1 0-1 0 0,1 0 1 0 0,0 0-1 0 0,-1 0 1 0 0,1 0-1 0 0,0 0 1 0 0,0 0 0 0 0,1 0-1 0 0,-1 1 1 0 0,0-1-1 0 0,1 0 1 0 0,-1 1-1 0 0,1-1 1 0 0,0 0 0 0 0,0 4-1 0 0,0 78-222 0 0,0-81 203 0 0,1-1 0 0 0,-1 1 0 0 0,1-1 0 0 0,0 1 0 0 0,0-1 0 0 0,0 0 0 0 0,0 1 0 0 0,0-1 0 0 0,0 0 0 0 0,1 0 0 0 0,-1 0-1 0 0,1 0 1 0 0,2 3 0 0 0,-3-5 9 0 0,0 1 0 0 0,0 0 0 0 0,0 0 0 0 0,0 0 0 0 0,0 0 0 0 0,-1 0 0 0 0,1 0 0 0 0,0 1 0 0 0,0-1-1 0 0,-1 0 1 0 0,1 0 0 0 0,0 1 0 0 0,-1-1 0 0 0,0 0 0 0 0,1 0 0 0 0,-1 1 0 0 0,0-1 0 0 0,1 1-1 0 0,-1-1 1 0 0,0 0 0 0 0,0 1 0 0 0,0-1 0 0 0,0 0 0 0 0,0 1 0 0 0,-1-1 0 0 0,1 1 0 0 0,0-1-1 0 0,-1 0 1 0 0,0 3 0 0 0,-9 9 13 0 0,6-6-54 0 0,15 2-26 0 0,-8-7 60 0 0,-2 0-2 0 0,0 0 1 0 0,0 0 0 0 0,0 1 0 0 0,0-1 0 0 0,0 0 0 0 0,-1 1 0 0 0,1-1 0 0 0,-1 0-1 0 0,1 1 1 0 0,-1-1 0 0 0,0 1 0 0 0,0-1 0 0 0,0 1 0 0 0,0-1 0 0 0,-1 1-1 0 0,0 2 1 0 0,0 5 31 0 0,1-8-15 0 0,0 0 0 0 0,0-1-1 0 0,0 1 1 0 0,-1 0 0 0 0,1-1-1 0 0,-1 1 1 0 0,1 0 0 0 0,-1-1-1 0 0,0 1 1 0 0,1-1 0 0 0,-1 1-1 0 0,0-1 1 0 0,0 0 0 0 0,0 1-1 0 0,0-1 1 0 0,0 0 0 0 0,-1 0-1 0 0,1 0 1 0 0,0 1 0 0 0,-1-1-1 0 0,1 0 1 0 0,0-1 0 0 0,-2 2-1 0 0,11-1-72 0 0,-22 1-14 0 0,14-2 76 0 0,-1 0 0 0 0,0 1 1 0 0,1-1-1 0 0,0 1 1 0 0,-1-1-1 0 0,1 1 1 0 0,-1 0-1 0 0,1-1 1 0 0,-1 1-1 0 0,1-1 0 0 0,0 1 1 0 0,0 0-1 0 0,-1-1 1 0 0,1 1-1 0 0,0 0 1 0 0,0-1-1 0 0,0 1 1 0 0,0 0-1 0 0,0 0 0 0 0,-1-1 1 0 0,1 1-1 0 0,1 0 1 0 0,-1 1-1 0 0,1 19 15 0 0,-1-19-16 0 0,0-1 4 0 0,0 0 1 0 0,-1 1 0 0 0,1-1 0 0 0,0 0 0 0 0,0 0 0 0 0,-1 1-1 0 0,1-1 1 0 0,-1 0 0 0 0,1 0 0 0 0,-1 0 0 0 0,1 1 0 0 0,-1-1-1 0 0,0 0 1 0 0,1 0 0 0 0,-1 0 0 0 0,0 0 0 0 0,0 0 0 0 0,0 0-1 0 0,0 0 1 0 0,0-1 0 0 0,0 1 0 0 0,0 0 0 0 0,-1 0 0 0 0,-10 10-23 0 0,11-5 0 0 0,-1 0 1 0 0,0 0-1 0 0,1 0 1 0 0,0 0-1 0 0,1 0 0 0 0,-1 0 1 0 0,1 0-1 0 0,0 0 1 0 0,2 10-1 0 0,-1 6-45 0 0,-1-20 64 0 0,0 0 0 0 0,0-1-1 0 0,0 1 1 0 0,-1 0 0 0 0,1 0-1 0 0,0 0 1 0 0,-1-1 0 0 0,1 1-1 0 0,-1 0 1 0 0,0 0 0 0 0,0-1-1 0 0,0 1 1 0 0,0-1-1 0 0,0 1 1 0 0,0-1 0 0 0,0 1-1 0 0,0-1 1 0 0,0 1 0 0 0,-3 1-1 0 0,3-2 2 0 0,-1 0-1 0 0,1 1 0 0 0,-1-1 1 0 0,1 1-1 0 0,0-1 0 0 0,0 1 1 0 0,0 0-1 0 0,0-1 0 0 0,0 1 1 0 0,0 0-1 0 0,0 0 1 0 0,1-1-1 0 0,-1 1 0 0 0,1 0 1 0 0,-1 0-1 0 0,1 0 0 0 0,0 0 1 0 0,-1 0-1 0 0,1 3 0 0 0,0 33-76 0 0,6-35-53 0 0,-5-3 145 0 0,0 0-1 0 0,0-1 1 0 0,0 1-1 0 0,0 1 1 0 0,0-1-1 0 0,0 0 0 0 0,0 0 1 0 0,1 0-1 0 0,-1 1 1 0 0,0-1-1 0 0,0 0 0 0 0,0 1 1 0 0,0-1-1 0 0,0 1 1 0 0,0-1-1 0 0,0 1 0 0 0,0 0 1 0 0,0-1-1 0 0,0 1 1 0 0,-1 0-1 0 0,1 0 1 0 0,0 0-1 0 0,0-1 0 0 0,-1 1 1 0 0,1 0-1 0 0,0 0 1 0 0,0 2-1 0 0,-1-2 14 0 0,0 1 0 0 0,0-1 0 0 0,1 0 0 0 0,-1 1 0 0 0,0-1 0 0 0,1 0 0 0 0,-1 0 0 0 0,1 0 0 0 0,-1 1-1 0 0,1-1 1 0 0,0 0 0 0 0,-1 0 0 0 0,1 0 0 0 0,0 0 0 0 0,0 0 0 0 0,0 0 0 0 0,0 0 0 0 0,0 0 0 0 0,0-1 0 0 0,0 1 0 0 0,0 0 0 0 0,2 1 0 0 0,7 6 68 0 0,0 4-22 0 0,-8-10-74 0 0,0 0 0 0 0,0 0 0 0 0,0 1 0 0 0,1-1 0 0 0,-1 0 0 0 0,0-1-1 0 0,1 1 1 0 0,-1 0 0 0 0,6 2 0 0 0,0-1 14 0 0,-1 1 1 0 0,0 0-1 0 0,0 0 1 0 0,0 1-1 0 0,0 0 1 0 0,10 11-1 0 0,-5 4 99 0 0,-11-17-103 0 0,1 0 1 0 0,0 1-1 0 0,0-1 1 0 0,0-1-1 0 0,0 1 1 0 0,0 0-1 0 0,1 0 1 0 0,-1-1-1 0 0,1 1 1 0 0,0-1 0 0 0,5 4-1 0 0,111 67 46 0 0,-70-38 177 0 0,-22-15-165 0 0,39 21 1 0 0,-19-14-28 0 0,1-3 0 0 0,99 37 0 0 0,-126-54-170 0 0,1-2 1 0 0,0 0-1 0 0,0-1 1 0 0,0-1 0 0 0,1-1-1 0 0,-1-1 1 0 0,0-1-1 0 0,1-1 1 0 0,41-7-1 0 0,-58 6-17 0 0,1 0-1 0 0,-1 0 1 0 0,0-1-1 0 0,0 0 1 0 0,0 0 0 0 0,0 0-1 0 0,-1-1 1 0 0,0 0-1 0 0,7-5 1 0 0,-1-10-318 0 0,11-1 182 0 0,-18 17 262 0 0,-1 0 0 0 0,1 0 0 0 0,-1 0 0 0 0,1-1-1 0 0,-1 1 1 0 0,0-1 0 0 0,-1 0 0 0 0,5-6 0 0 0,3-19-34 0 0,-8 23 54 0 0,0 0-1 0 0,0 0 0 0 0,0 0 0 0 0,1 1 1 0 0,0-1-1 0 0,0 1 0 0 0,1-1 1 0 0,-1 1-1 0 0,6-6 0 0 0,84-86 71 0 0,-76 81-5 0 0,1 1 0 0 0,39-25 1 0 0,-37 31 4 0 0,-19 9-65 0 0,0 0 0 0 0,-1 0 0 0 0,1-1 0 0 0,0 1 0 0 0,0 0 0 0 0,0 0 0 0 0,-1-1 0 0 0,1 1 0 0 0,0 0 0 0 0,0-1 0 0 0,-1 1 0 0 0,1-1 0 0 0,0 1 0 0 0,-1-1 0 0 0,1 1 0 0 0,0-1 0 0 0,-1 1 0 0 0,1-1 0 0 0,-1 0 0 0 0,1 1 0 0 0,-1-1 0 0 0,1 0 0 0 0,-1 0 0 0 0,0 1 0 0 0,1-1 0 0 0,-1 0 0 0 0,0 0 0 0 0,1 0 0 0 0,-1 1 0 0 0,0-1 0 0 0,0 0 0 0 0,0-1 0 0 0,0 1 2 0 0,0-1 0 0 0,1 1-1 0 0,-1 0 1 0 0,0 0 0 0 0,0 0-1 0 0,1 0 1 0 0,-1 0 0 0 0,1 0 0 0 0,-1 0-1 0 0,1 0 1 0 0,-1 0 0 0 0,1 1 0 0 0,-1-1-1 0 0,1 0 1 0 0,0 0 0 0 0,0 0-1 0 0,-1 1 1 0 0,1-1 0 0 0,0 0 0 0 0,0 1-1 0 0,0-1 1 0 0,0 0 0 0 0,0 1-1 0 0,0-1 1 0 0,1 0 0 0 0,8-6 33 0 0,-8 2-61 0 0,0 0 0 0 0,-1 0 0 0 0,0 0 0 0 0,0 0 1 0 0,0 0-1 0 0,0 0 0 0 0,-1 0 0 0 0,0 0 0 0 0,0-1 1 0 0,0 1-1 0 0,-2-6 0 0 0,1-9-117 0 0,2 6 65 0 0,-1 10 67 0 0,0 0 0 0 0,1 0 0 0 0,-1 0 0 0 0,-1 0 0 0 0,1 1 1 0 0,0-1-1 0 0,-1 0 0 0 0,0 0 0 0 0,0 0 0 0 0,-3-7 0 0 0,-1 1 8 0 0,2 6 6 0 0,0-1 1 0 0,0 0 0 0 0,1 0-1 0 0,0 0 1 0 0,0-1 0 0 0,0 1-1 0 0,1-1 1 0 0,0 1 0 0 0,0-1 0 0 0,0 1-1 0 0,0-10 1 0 0,2-10 6 0 0,0 17 4 0 0,-1 0 0 0 0,0 0 0 0 0,0 0 1 0 0,0 0-1 0 0,-1 0 0 0 0,0 0 0 0 0,-1 0 0 0 0,0 0 0 0 0,-5-12 0 0 0,-25-24 87 0 0,25 36-84 0 0,1 0 0 0 0,-1 0 0 0 0,2-1 0 0 0,-1 0-1 0 0,1 0 1 0 0,0 0 0 0 0,-3-10 0 0 0,0-9 53 0 0,6 19-20 0 0,0 0 1 0 0,-1 0-1 0 0,0 1 1 0 0,0-1 0 0 0,-1 1-1 0 0,-9-15 1 0 0,1 7 16 0 0,-1 1 0 0 0,0 0 1 0 0,-17-15-1 0 0,14 16 43 0 0,1-2 0 0 0,-17-22 1 0 0,21 25-15 0 0,0 1 1 0 0,-1 0 0 0 0,0 1 0 0 0,-1 0-1 0 0,0 1 1 0 0,0 1 0 0 0,-1 0-1 0 0,-21-10 1 0 0,6 2 40 0 0,-4 0-120 0 0,0 2 0 0 0,0 0 0 0 0,-2 3 0 0 0,-38-10 0 0 0,14 5 19 0 0,-284-70-425 0 0,281 75-160 0 0,-1 4 0 0 0,0 2 1 0 0,-81 3-1 0 0,127 4 200 0 0,0 1 0 0 0,-1 1 0 0 0,1 0 0 0 0,0 1 1 0 0,1 1-1 0 0,-1 1 0 0 0,1 0 0 0 0,0 1 0 0 0,-18 11 0 0 0,33-18 81 0 0,-1 1 0 0 0,0 0 0 0 0,1 0 0 0 0,-1 0 0 0 0,1 0-1 0 0,-1 0 1 0 0,1 0 0 0 0,-1 1 0 0 0,1-1 0 0 0,0 0 0 0 0,0 1 0 0 0,-1-1-1 0 0,1 1 1 0 0,0-1 0 0 0,0 1 0 0 0,1-1 0 0 0,-1 1 0 0 0,0 0-1 0 0,0-1 1 0 0,0 4 0 0 0,2-2-451 0 0,0 0-1 0 0,0 1 1 0 0,0-1-1 0 0,1 0 1 0 0,-1 0 0 0 0,1 0-1 0 0,0 0 1 0 0,0 0-1 0 0,0 0 1 0 0,5 4-1 0 0,-7-6 647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27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4 174 880 0 0,'-1'-18'3668'0'0,"0"13"-3183"0"0,1 0 1 0 0,-1 0 0 0 0,1 0 0 0 0,0 0 0 0 0,0 0 0 0 0,1 0 0 0 0,-1 0 0 0 0,1 0-1 0 0,0 1 1 0 0,1-1 0 0 0,1-6 0 0 0,19-10 394 0 0,-16 15-766 0 0,-1 0 0 0 0,1 0 0 0 0,0 0 0 0 0,1 1 0 0 0,-1 0 0 0 0,1 0 0 0 0,0 1 0 0 0,0 0 0 0 0,1 0 0 0 0,-1 1 0 0 0,1 0 0 0 0,-1 0 0 0 0,1 1 0 0 0,0-1 0 0 0,0 2 0 0 0,1-1 0 0 0,-1 1 0 0 0,0 1 0 0 0,0-1 0 0 0,0 1 0 0 0,14 2 0 0 0,9 1-39 0 0,0 0 0 0 0,-1 2 1 0 0,1 1-1 0 0,-1 1 0 0 0,0 2 0 0 0,29 13 0 0 0,-46-16 44 0 0,0 0-1 0 0,0 1 1 0 0,0 1 0 0 0,-1 0 0 0 0,0 0 0 0 0,0 2 0 0 0,-1-1-1 0 0,0 1 1 0 0,-1 1 0 0 0,0 0 0 0 0,-1 0 0 0 0,0 1-1 0 0,-1 0 1 0 0,12 24 0 0 0,-11-19 110 0 0,-6-14-175 0 0,-1 1 0 0 0,0 0-1 0 0,0-1 1 0 0,0 1 0 0 0,0 0 0 0 0,-1 0 0 0 0,0 0 0 0 0,0 0 0 0 0,0 0 0 0 0,0 0-1 0 0,0 0 1 0 0,-1 0 0 0 0,1 1 0 0 0,-1-1 0 0 0,-1 0 0 0 0,1 0 0 0 0,0 0 0 0 0,-1 1-1 0 0,0-1 1 0 0,0 0 0 0 0,-2 5 0 0 0,-19 27 226 0 0,18-22-193 0 0,-7 10 80 0 0,-34 13 139 0 0,21-16-166 0 0,-2-1-1 0 0,0-1 1 0 0,-2-2 0 0 0,0-1-1 0 0,0-1 1 0 0,-2-1-1 0 0,0-1 1 0 0,0-2-1 0 0,-1-1 1 0 0,0-2-1 0 0,-1-1 1 0 0,-47 5 0 0 0,72-11-125 0 0,-1-1 0 0 0,1 0 0 0 0,0 0 1 0 0,-1-1-1 0 0,1 0 0 0 0,-14-3 0 0 0,20 3-25 0 0,1 1 0 0 0,-1-1 0 0 0,1 1 0 0 0,-1-1 0 0 0,1 1 0 0 0,-1-1 0 0 0,1 0 0 0 0,-1 1 0 0 0,1-1 0 0 0,0 0 0 0 0,-1 1 0 0 0,1-1 0 0 0,0 0 0 0 0,0 1 0 0 0,-1-1 0 0 0,1 0 0 0 0,0 0 0 0 0,0 1 0 0 0,0-1 0 0 0,0 0 0 0 0,0 0 0 0 0,0 1 0 0 0,0-1 0 0 0,0 0 0 0 0,1 0 0 0 0,-1 1 0 0 0,0-1 0 0 0,0 0 0 0 0,0 0 0 0 0,1 1 0 0 0,-1-1 0 0 0,0 0 0 0 0,1 1 0 0 0,-1-1 0 0 0,1 1 0 0 0,-1-1 0 0 0,1 0 0 0 0,-1 1 0 0 0,2-1 0 0 0,90-25 10 0 0,-73 21 17 0 0,1 0-1 0 0,0 2 1 0 0,-1 0 0 0 0,1 2-1 0 0,29 1 1 0 0,-14 1 30 0 0,0 3 0 0 0,37 8-1 0 0,-53-8 15 0 0,37 14 1 0 0,-29-8-38 0 0,-5 0-149 0 0,-1 1 1 0 0,-1 1-1 0 0,1 0 1 0 0,-2 2-1 0 0,25 21 1 0 0,-28-12-1250 0 0,-6-15 398 0 0,-9-8 720 0 0,0 1 0 0 0,0 0 0 0 0,0 0 0 0 0,1 0 1 0 0,-1-1-1 0 0,0 1 0 0 0,0 0 0 0 0,0 1 0 0 0,0-1 0 0 0,-1 0 0 0 0,1 0 0 0 0,0 0 0 0 0,0 0 1 0 0,-1 1-1 0 0,1-1 0 0 0,-1 0 0 0 0,1 1 0 0 0,-1-1 0 0 0,1 0 0 0 0,-1 4 0 0 0,0-5 91 0 0,0 0-1 0 0,0 1 1 0 0,0-1-1 0 0,0 0 0 0 0,0 1 1 0 0,1-1-1 0 0,-1 0 1 0 0,0 1-1 0 0,0-1 0 0 0,0 1 1 0 0,0-1-1 0 0,0 0 1 0 0,0 1-1 0 0,1-1 1 0 0,-1 0-1 0 0,0 1 0 0 0,0-1 1 0 0,0 0-1 0 0,1 0 1 0 0,-1 1-1 0 0,0-1 0 0 0,0 0 1 0 0,1 0-1 0 0,-1 1 1 0 0,0-1-1 0 0,1 0 0 0 0,-1 0 1 0 0,1 1-1 0 0,26 12-5436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28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0 560 0 0,'-10'1'849'0'0,"1"1"1"0"0,-1-1-1 0 0,1 2 0 0 0,-1-1 0 0 0,1 1 1 0 0,0 1-1 0 0,0-1 0 0 0,0 2 0 0 0,-13 8 1 0 0,-2 0 422 0 0,15-8-493 0 0,1 1 0 0 0,0 0 0 0 0,-14 13 0 0 0,9-7-94 0 0,12-12-669 0 0,1 0-1 0 0,0 0 0 0 0,0 0 0 0 0,-1 1 1 0 0,1-1-1 0 0,0 0 0 0 0,0 0 0 0 0,-1 0 1 0 0,1 1-1 0 0,0-1 0 0 0,0 0 0 0 0,0 1 1 0 0,0-1-1 0 0,-1 0 0 0 0,1 0 0 0 0,0 1 1 0 0,0-1-1 0 0,0 0 0 0 0,0 1 0 0 0,0-1 1 0 0,0 0-1 0 0,0 1 0 0 0,0-1 0 0 0,0 0 1 0 0,0 0-1 0 0,0 1 0 0 0,0-1 0 0 0,0 0 1 0 0,0 1-1 0 0,0-1 0 0 0,0 0 0 0 0,0 1 1 0 0,0-1-1 0 0,0 0 0 0 0,0 1 0 0 0,1-1 1 0 0,-1 0-1 0 0,0 0 0 0 0,0 1 0 0 0,0-1 0 0 0,0 0 1 0 0,1 0-1 0 0,-1 1 0 0 0,0-1 0 0 0,0 0 1 0 0,1 0-1 0 0,-1 0 0 0 0,1 1 0 0 0,53 31 1013 0 0,-51-29-995 0 0,0-1 0 0 0,1 0 0 0 0,-1-1 0 0 0,0 1 0 0 0,1 0 0 0 0,-1-1 0 0 0,1 0 0 0 0,-1 0 1 0 0,1 0-1 0 0,0 0 0 0 0,6 0 0 0 0,48-2 66 0 0,-22-1 72 0 0,18-5 149 0 0,-53 7-305 0 0,-1-1 0 0 0,1 1-1 0 0,-1-1 1 0 0,1 1 0 0 0,-1-1 0 0 0,1 0 0 0 0,-1 1 0 0 0,1-1 0 0 0,-1 1 0 0 0,0-1 0 0 0,1 0-1 0 0,-1 1 1 0 0,0-1 0 0 0,1 0 0 0 0,-1 1 0 0 0,0-1 0 0 0,0 0 0 0 0,0 0 0 0 0,0 1 0 0 0,0-1-1 0 0,0 0 1 0 0,0 0 0 0 0,0 1 0 0 0,0-1 0 0 0,0 0 0 0 0,0-1 0 0 0,0 0 6 0 0,-1 0 1 0 0,1 1 0 0 0,0-1-1 0 0,0 0 1 0 0,-1 0 0 0 0,1 0-1 0 0,-1 0 1 0 0,0 1 0 0 0,0-1-1 0 0,-1-2 1 0 0,-6-2 37 0 0,7 6-51 0 0,0-1-1 0 0,0 0 0 0 0,0 1 0 0 0,-1-1 0 0 0,1 0 1 0 0,0 0-1 0 0,0 0 0 0 0,0 0 0 0 0,0 0 1 0 0,0 0-1 0 0,0 0 0 0 0,1 0 0 0 0,-1 0 1 0 0,0 0-1 0 0,0 0 0 0 0,1-1 0 0 0,-1 1 0 0 0,1 0 1 0 0,-1 0-1 0 0,1-1 0 0 0,0 1 0 0 0,-1-1 1 0 0,1 1-1 0 0,0-2 0 0 0,0 2-3 0 0,0 0 0 0 0,0-1 0 0 0,0 1 1 0 0,-1 0-1 0 0,1 0 0 0 0,0 0 0 0 0,-1 0 0 0 0,1 0 0 0 0,0 0 0 0 0,-1 0 0 0 0,1 0 1 0 0,-1 0-1 0 0,0 0 0 0 0,1 0 0 0 0,-1 0 0 0 0,0 0 0 0 0,1 0 0 0 0,-1 0 0 0 0,0 1 0 0 0,0-1 1 0 0,0 0-1 0 0,0 1 0 0 0,0-1 0 0 0,0 0 0 0 0,0 1 0 0 0,-1-1 0 0 0,1 1 1 0 0,0-1 0 0 0,0 1 0 0 0,0-1 0 0 0,0 1 0 0 0,0-1 0 0 0,1 0 0 0 0,-1 1 0 0 0,0-1 0 0 0,0 0 0 0 0,0 0 0 0 0,1 1 0 0 0,-1-1 0 0 0,0 0 0 0 0,1 0 0 0 0,-1 0 0 0 0,1 0 0 0 0,-1 0 0 0 0,1 0 0 0 0,0 0 0 0 0,-1 0-1 0 0,1 0 1 0 0,0 0 0 0 0,0 0 0 0 0,-1 0 0 0 0,1-2 0 0 0,0 2 0 0 0,0 0 1 0 0,1 0-1 0 0,-1 0 0 0 0,0 0 0 0 0,0 1 1 0 0,1-1-1 0 0,-1 0 0 0 0,0 0 0 0 0,1 0 1 0 0,-1 1-1 0 0,1-1 0 0 0,-1 0 0 0 0,1 1 0 0 0,-1-1 1 0 0,1 0-1 0 0,0 1 0 0 0,-1-1 0 0 0,1 1 1 0 0,0-1-1 0 0,-1 1 0 0 0,1-1 0 0 0,0 1 1 0 0,0-1-1 0 0,0 1 0 0 0,-1 0 0 0 0,1-1 1 0 0,0 1-1 0 0,0 0 0 0 0,0 0 0 0 0,0 0 0 0 0,0 0 1 0 0,-1 0-1 0 0,1-1 0 0 0,0 2 0 0 0,0-1 1 0 0,0 0-1 0 0,1 0 0 0 0,5 0 54 0 0,1 1 0 0 0,-1 0 0 0 0,0 0 0 0 0,10 3 0 0 0,4 4 34 0 0,-1 0 1 0 0,1 2-1 0 0,-2 0 0 0 0,1 1 1 0 0,-2 1-1 0 0,21 16 0 0 0,-7-5 185 0 0,57 53-1 0 0,-74-60-156 0 0,0 1 0 0 0,-1 0 0 0 0,-1 1 0 0 0,0 1 0 0 0,18 36 0 0 0,-26-43 9 0 0,0-1 0 0 0,0 1-1 0 0,-1 0 1 0 0,-1 0 0 0 0,0 1 0 0 0,0-1-1 0 0,-1 1 1 0 0,0 25 0 0 0,-2-32-45 0 0,-1 0 0 0 0,0 0 0 0 0,0 0 1 0 0,0 0-1 0 0,-1 0 0 0 0,0 0 0 0 0,0 0 0 0 0,-1 0 0 0 0,1 0 0 0 0,-1-1 1 0 0,0 0-1 0 0,-1 1 0 0 0,1-1 0 0 0,-1 0 0 0 0,0-1 0 0 0,0 1 1 0 0,-1-1-1 0 0,0 1 0 0 0,1-2 0 0 0,-1 1 0 0 0,-6 3 0 0 0,-1 0-19 0 0,1-1 0 0 0,-1-1 0 0 0,0 0 1 0 0,0-1-1 0 0,-1 0 0 0 0,1-1 0 0 0,-1 0 0 0 0,0-1 0 0 0,-17 0 0 0 0,-18 0-23 0 0,-58-7 1 0 0,84 3-71 0 0,-4 1-108 0 0,0-1-1 0 0,1-2 1 0 0,-1 0 0 0 0,-38-14 0 0 0,55 15-77 0 0,0-1 1 0 0,0 0 0 0 0,1 0 0 0 0,-1-1 0 0 0,1 0-1 0 0,0-1 1 0 0,1 0 0 0 0,-1 0 0 0 0,1 0 0 0 0,1-1 0 0 0,-1 0-1 0 0,1-1 1 0 0,0 1 0 0 0,1-1 0 0 0,-9-15 0 0 0,11 17-295 0 0,0 0 1 0 0,0 0-1 0 0,0-1 1 0 0,1 1-1 0 0,0-1 1 0 0,0 1 0 0 0,1-1-1 0 0,-1-11 1 0 0,2 10-468 0 0,2 0 0 0 0,-1-1 1 0 0,1 1-1 0 0,0 0 0 0 0,1 0 1 0 0,6-14-1 0 0,-7 18 512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29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36 2161 0 0,'-60'-26'6016'0'0,"54"16"-3893"0"0,7 16 89 0 0,-1 261 3404 0 0,-1-251-5441 0 0,0 0 0 0 0,0 0 1 0 0,-2-1-1 0 0,0 1 0 0 0,-1-1 0 0 0,0 0 0 0 0,-12 26 0 0 0,10-26 38 0 0,1 0-1 0 0,0 1 1 0 0,1-1-1 0 0,-4 31 1 0 0,3 67 1165 0 0,5-106-1285 0 0,0 5 72 0 0,-1-1 0 0 0,-1 1-1 0 0,0 0 1 0 0,0 0-1 0 0,-1-1 1 0 0,-1 0-1 0 0,-4 12 1 0 0,3-12-28 0 0,4-9-102 0 0,1 1 1 0 0,-1-1-1 0 0,1 1 0 0 0,-1-1 0 0 0,1 0 0 0 0,0 1 0 0 0,0-1 0 0 0,0 1 0 0 0,0-1 0 0 0,0 1 0 0 0,1-1 0 0 0,-1 0 0 0 0,1 1 0 0 0,-1-1 0 0 0,1 0 0 0 0,0 1 0 0 0,0-1 0 0 0,0 0 0 0 0,0 0 0 0 0,0 0 0 0 0,1 0 0 0 0,-1 0 0 0 0,1 0 1 0 0,3 3-1 0 0,2 5 102 0 0,-5-7-110 0 0,0-1-1 0 0,0 0 1 0 0,0 1-1 0 0,1-1 0 0 0,-1 0 1 0 0,1 0-1 0 0,-1 0 1 0 0,1-1-1 0 0,0 1 1 0 0,0-1-1 0 0,0 1 0 0 0,-1-1 1 0 0,1 0-1 0 0,1 0 1 0 0,-1 0-1 0 0,0 0 1 0 0,0-1-1 0 0,4 1 1 0 0,8 0 33 0 0,0-1 0 0 0,28-3 0 0 0,-29 1-9 0 0,248-34 344 0 0,-79 8-563 0 0,45 9-312 0 0,-64 27-1108 0 0,-137-7-373 0 0,-22 0-2567 0 0,-10 5 1373 0 0,-22-5-2061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31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 2001 0 0,'0'-15'9391'0'0,"0"-17"-3522"0"0,6 30-5389 0 0,15-2-133 0 0,-13 6 179 0 0,-5 1-411 0 0,6 0-5 0 0,-1 1 0 0 0,0 0 0 0 0,0 0 0 0 0,-1 1 0 0 0,1-1 0 0 0,-1 2 0 0 0,0-1 0 0 0,-1 1 0 0 0,1 0 0 0 0,-1 1 0 0 0,10 12 0 0 0,-1-1 88 0 0,2 2 147 0 0,0 0 0 0 0,-1 1-1 0 0,-1 1 1 0 0,19 39-1 0 0,-24-36-200 0 0,-8-18-108 0 0,0-1-1 0 0,0 0 0 0 0,1 0 1 0 0,0-1-1 0 0,0 1 0 0 0,1 0 1 0 0,6 7-1 0 0,-6-8-11 0 0,19 28 139 0 0,-12 5 50 0 0,1-20-106 0 0,-11-16-82 0 0,1 0-1 0 0,-1-1 0 0 0,1 1 0 0 0,-1 0 0 0 0,0 1 0 0 0,0-1 0 0 0,0 0 1 0 0,0 0-1 0 0,0 0 0 0 0,0 1 0 0 0,-1-1 0 0 0,1 0 0 0 0,-1 1 0 0 0,1-1 1 0 0,-1 3-1 0 0,0-3 0 0 0,0 0 0 0 0,0-1 0 0 0,0 1 0 0 0,0 0 0 0 0,1 0 0 0 0,-1-1 0 0 0,1 1 0 0 0,-1 0 0 0 0,1-1 1 0 0,0 1-1 0 0,-1 0 0 0 0,1-1 0 0 0,0 1 0 0 0,0-1 0 0 0,0 1 0 0 0,0-1 0 0 0,0 0 0 0 0,1 1 0 0 0,-1-1 0 0 0,2 2 1 0 0,-1-2-8 0 0,-1 0 1 0 0,0 0 0 0 0,1 0 0 0 0,-1 1 0 0 0,0-1 0 0 0,0 0-1 0 0,0 1 1 0 0,0-1 0 0 0,0 1 0 0 0,-1-1 0 0 0,1 1 0 0 0,0-1-1 0 0,-1 1 1 0 0,1 0 0 0 0,-1-1 0 0 0,1 1 0 0 0,-1 0 0 0 0,0 0-1 0 0,1-1 1 0 0,-1 4 0 0 0,0-4 129 0 0,6-1-71 0 0,-5 0-73 0 0,0 1 1 0 0,0-1-1 0 0,-1 0 0 0 0,1 0 1 0 0,0 1-1 0 0,0-1 0 0 0,0 0 1 0 0,0 0-1 0 0,0 0 0 0 0,0 0 1 0 0,0-1-1 0 0,0 1 0 0 0,0 0 1 0 0,0 0-1 0 0,0 0 1 0 0,0-1-1 0 0,0 1 0 0 0,0 0 1 0 0,-1-1-1 0 0,1 1 0 0 0,0-1 1 0 0,0 1-1 0 0,0-1 0 0 0,-1 1 1 0 0,1-1-1 0 0,0 0 1 0 0,0 1-1 0 0,0-3 0 0 0,0 2 5 0 0,0 0-1 0 0,0-1 1 0 0,0 1 0 0 0,0 0-1 0 0,1 0 1 0 0,-1 0 0 0 0,0 0-1 0 0,1 0 1 0 0,-1 0 0 0 0,0 0-1 0 0,1 0 1 0 0,-1 0-1 0 0,1 1 1 0 0,0-1 0 0 0,-1 0-1 0 0,1 1 1 0 0,2-1 0 0 0,2-1 14 0 0,0-1-7 0 0,0 0 0 0 0,0 0 0 0 0,0 0 0 0 0,-1-1 0 0 0,0 0 0 0 0,1 0 0 0 0,-1-1 0 0 0,0 1 0 0 0,-1-1 0 0 0,1 0 0 0 0,-1-1 0 0 0,0 1 0 0 0,3-7 0 0 0,28-33 95 0 0,144-132 24 0 0,-119 125-241 0 0,-41 25 79 0 0,-18 24 28 0 0,1 1 0 0 0,-1 0 0 0 0,1 0 0 0 0,-1 0 1 0 0,1 0-1 0 0,0 0 0 0 0,0 0 0 0 0,0 0 0 0 0,0 0 0 0 0,0 1 0 0 0,4-3 0 0 0,12-7-26 0 0,14-9 82 0 0,-31 19-79 0 0,1 0 0 0 0,-1 0-1 0 0,0 0 1 0 0,0 0 0 0 0,0 0-1 0 0,0-1 1 0 0,0 1 0 0 0,0-1-1 0 0,0 1 1 0 0,-1 0 0 0 0,1-1-1 0 0,0 1 1 0 0,-1-1 0 0 0,1 0-1 0 0,-1 1 1 0 0,0-1 0 0 0,1 1-1 0 0,-1-3 1 0 0,0 3-791 0 0,7 0-4079 0 0,15 3 1689 0 0,-18 3-2078 0 0,1 2 493 0 0,22 7 574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31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42 160 0 0,'-7'0'933'0'0,"1"-1"-1"0"0,-1 0 0 0 0,0 0 1 0 0,-12-5-1 0 0,5 2 222 0 0,14 4-1076 0 0,0 0 0 0 0,0 0 0 0 0,-1 0 0 0 0,1 0 0 0 0,0 0 0 0 0,0 0 0 0 0,-1 0 0 0 0,1 0 0 0 0,0-1 0 0 0,0 1 0 0 0,-1 0 0 0 0,1 0 0 0 0,0 0 0 0 0,0 0 0 0 0,0 0 0 0 0,-1 0 0 0 0,1-1 0 0 0,0 1 0 0 0,0 0 1 0 0,0 0-1 0 0,0 0 0 0 0,-1-1 0 0 0,1 1 0 0 0,0 0 0 0 0,0 0 0 0 0,0 0 0 0 0,0-1 0 0 0,0 1 0 0 0,0 0 0 0 0,0 0 0 0 0,0-1 0 0 0,-1 1 0 0 0,1 0 0 0 0,0 0 0 0 0,0-1 0 0 0,0 1 0 0 0,0 0 0 0 0,0 0 0 0 0,0-1 0 0 0,0 1 0 0 0,1 0 0 0 0,-1 0 0 0 0,0-1 0 0 0,0 1 0 0 0,0 0 0 0 0,0-1 6 0 0,0 1-1 0 0,0 0 1 0 0,0 0-1 0 0,0 0 0 0 0,0 0 1 0 0,0-1-1 0 0,0 1 1 0 0,0 0-1 0 0,0 0 1 0 0,1 0-1 0 0,-1 0 1 0 0,0-1-1 0 0,-1 1 1 0 0,1 0-1 0 0,0 0 1 0 0,0 0-1 0 0,0 0 1 0 0,0-1-1 0 0,0 1 1 0 0,0 0-1 0 0,0 0 1 0 0,0 0-1 0 0,0 0 0 0 0,0-1 1 0 0,0 1-1 0 0,0 0 1 0 0,0 0-1 0 0,-1 0 1 0 0,1 0-1 0 0,0 0 1 0 0,0 0-1 0 0,0-1 1 0 0,0 1-1 0 0,0 0 1 0 0,0 0-1 0 0,-1 0 1 0 0,1 0-1 0 0,0 0 1 0 0,0 0-1 0 0,0 0 1 0 0,0 0-1 0 0,-1 0 0 0 0,1 0 1 0 0,0 0-1 0 0,0 0 1 0 0,0 0-1 0 0,0 0 1 0 0,-1 0-1 0 0,1 0 1 0 0,0 0-1 0 0,0 0 1 0 0,0 0-1 0 0,-1 0 1 0 0,1 0-1 0 0,0 0 1 0 0,0 0-1 0 0,0 0 1 0 0,-55-7 1796 0 0,49 5-3170 0 0,-1 1-1 0 0,1-1 1 0 0,-1 1-1 0 0,1 0 1 0 0,-1 1-1 0 0,0 0 0 0 0,-12 1 1 0 0,19-1 1189 0 0,-1 0 0 0 0,1 0 0 0 0,0 0 0 0 0,0 0-1 0 0,0 0 1 0 0,-1 0 0 0 0,1 0 0 0 0,0 0 0 0 0,0 0 0 0 0,0 0 0 0 0,-1 0 0 0 0,1 0 0 0 0,0 0 0 0 0,0 0 0 0 0,0 0 0 0 0,-1 0 0 0 0,1 0 0 0 0,0 1 0 0 0,0-1 0 0 0,0 0 0 0 0,0 0 0 0 0,0 0 0 0 0,-1 0 0 0 0,1 0 0 0 0,0 1 0 0 0,0-1-1 0 0,0 0 1 0 0,0 0 0 0 0,0 0 0 0 0,0 1 0 0 0,0-1 0 0 0,0 0 0 0 0,-1 0 0 0 0,1 0 0 0 0,0 1 0 0 0,0-1 0 0 0,0 0 0 0 0,0 0 0 0 0,0 1 0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32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37 455 80 0 0,'5'0'814'0'0,"17"0"66"0"0,-16 0 2588 0 0,-7 0-3317 0 0,1 0-1 0 0,0-1 0 0 0,0 1 0 0 0,0-1 1 0 0,0 1-1 0 0,-1-1 0 0 0,1 1 0 0 0,0-1 1 0 0,0 1-1 0 0,0 0 0 0 0,0-1 0 0 0,0 1 1 0 0,0-1-1 0 0,0 1 0 0 0,0-1 0 0 0,0 1 1 0 0,1-1-1 0 0,-1 1 0 0 0,0-1 0 0 0,0 1 1 0 0,0-1-1 0 0,0 1 0 0 0,1 0 0 0 0,-1-1 1 0 0,0 1-1 0 0,0-1 0 0 0,1 1 0 0 0,-1 0 0 0 0,0-1 1 0 0,1 1-1 0 0,-1 0 0 0 0,0-1 0 0 0,1 1 1 0 0,-1 0-1 0 0,1 0 0 0 0,-1-1 0 0 0,1 1 1 0 0,21-6 969 0 0,-22 6-1104 0 0,0 0-1 0 0,0 0 1 0 0,1 0-1 0 0,-1 0 1 0 0,0 0-1 0 0,0 0 1 0 0,0 0-1 0 0,0 0 1 0 0,1 0-1 0 0,-1 0 1 0 0,0 0-1 0 0,0 0 1 0 0,0-1-1 0 0,0 1 1 0 0,1 0-1 0 0,-1 0 1 0 0,0 0-1 0 0,0 0 1 0 0,0 0-1 0 0,0-1 1 0 0,0 1-1 0 0,0 0 1 0 0,0 0-1 0 0,1 0 1 0 0,-1 0-1 0 0,0-1 1 0 0,0 1-1 0 0,0 0 1 0 0,0 0-1 0 0,0 0 1 0 0,0 0-1 0 0,0-1 1 0 0,0 1-1 0 0,0 0 1 0 0,0 0-1 0 0,0 0 1 0 0,0-1-1 0 0,0 1 1 0 0,0 0-1 0 0,0 0 1 0 0,0 0-1 0 0,0-1 1 0 0,0 1-1 0 0,-1 0 1 0 0,1 0-1 0 0,0 0 1 0 0,0 0-1 0 0,0-1 1 0 0,0 1-1 0 0,0 0 1 0 0,0 0-1 0 0,0 0 1 0 0,-1 0-1 0 0,1 0 1 0 0,0 0-1 0 0,0-1 1 0 0,0 1-1 0 0,0 0 1 0 0,0 0-1 0 0,-1 0 1 0 0,1 0-1 0 0,0 0 1 0 0,0 0-1 0 0,0 0 1 0 0,-1 0-1 0 0,1 0 1 0 0,0 0-1 0 0,-3-2 99 0 0,1 1 0 0 0,-1-1-1 0 0,1 0 1 0 0,0 0 0 0 0,0 0 0 0 0,0 0-1 0 0,0 0 1 0 0,0 0 0 0 0,0 0 0 0 0,0-1 0 0 0,1 1-1 0 0,-1-1 1 0 0,1 1 0 0 0,0-1 0 0 0,-1 0-1 0 0,0-4 1 0 0,-20-29 716 0 0,16 27-641 0 0,0 1 0 0 0,1-1 0 0 0,0 0 0 0 0,-5-15-1 0 0,7 13-66 0 0,1 0-1 0 0,0 0 0 0 0,1-1 0 0 0,0 1 1 0 0,1-1-1 0 0,0 1 0 0 0,1-1 1 0 0,0 1-1 0 0,1-1 0 0 0,3-11 0 0 0,6 0 204 0 0,1 1 0 0 0,19-28-1 0 0,-29 48-284 0 0,-1-1-1 0 0,1 1 0 0 0,-1 0 1 0 0,1-1-1 0 0,0 1 1 0 0,0 0-1 0 0,0 0 0 0 0,1 0 1 0 0,-1 0-1 0 0,0 1 1 0 0,3-2-1 0 0,2-1 8 0 0,2-5 105 0 0,-8 8-144 0 0,0 0 0 0 0,0 0 0 0 0,0 1 0 0 0,0-1 0 0 0,0 0 1 0 0,0 0-1 0 0,0 1 0 0 0,0-1 0 0 0,0 1 0 0 0,0-1 0 0 0,0 1 0 0 0,0-1 1 0 0,0 1-1 0 0,1 0 0 0 0,-1-1 0 0 0,0 1 0 0 0,0 0 0 0 0,0 0 0 0 0,1 0 1 0 0,-1 0-1 0 0,0 0 0 0 0,0 0 0 0 0,2 0 0 0 0,-2 1 9 0 0,0-1-10 0 0,0 0-1 0 0,0 0 1 0 0,1 0-1 0 0,-1 1 1 0 0,0-1-1 0 0,0 0 1 0 0,0 0-1 0 0,0 0 1 0 0,0-1-1 0 0,0 1 1 0 0,0 0-1 0 0,0 0 1 0 0,0 0-1 0 0,0-1 1 0 0,0 1-1 0 0,0-1 1 0 0,0 1-1 0 0,0-1 1 0 0,0 1-1 0 0,0-1 1 0 0,0 0 0 0 0,0 1-1 0 0,1-2 1 0 0,3 0 139 0 0,11 2-70 0 0,6 1 49 0 0,39 5 193 0 0,-34-3-210 0 0,-15-2-68 0 0,1 1-1 0 0,-1 0 0 0 0,0 1 0 0 0,0 1 1 0 0,0 0-1 0 0,0 0 0 0 0,0 1 0 0 0,-1 1 1 0 0,13 8-1 0 0,-18-11-25 0 0,-1 1-1 0 0,0 1 1 0 0,0-1 0 0 0,0 0 0 0 0,-1 1 0 0 0,0 0 0 0 0,0 0 0 0 0,0 1-1 0 0,0-1 1 0 0,2 6 0 0 0,-4-6 7 0 0,0 0 0 0 0,0 0 0 0 0,-1 0 0 0 0,1 0 0 0 0,-1 0 0 0 0,-1 0 0 0 0,1 0 0 0 0,0 7 0 0 0,-1 2 44 0 0,1-11-52 0 0,-1 0 1 0 0,1 0-1 0 0,-1 0 1 0 0,0-1-1 0 0,0 1 1 0 0,-1 0-1 0 0,1 0 1 0 0,0-1-1 0 0,-1 1 1 0 0,0 0-1 0 0,0 0 0 0 0,0-1 1 0 0,-2 6-1 0 0,-19 15 121 0 0,20-20-132 0 0,0 0 1 0 0,-1 0-1 0 0,1-1 0 0 0,-1 0 1 0 0,0 1-1 0 0,1-1 1 0 0,-1 0-1 0 0,0 0 0 0 0,-1 0 1 0 0,1-1-1 0 0,0 1 1 0 0,0-1-1 0 0,-1 0 0 0 0,-5 2 1 0 0,0-2 26 0 0,0 0 0 0 0,0-1 0 0 0,0 0 1 0 0,-10-1-1 0 0,-7 0 189 0 0,20 1-58 0 0,6-10-133 0 0,6 5-27 0 0,59-16 133 0 0,-49 18-104 0 0,-1 1-1 0 0,1 1 0 0 0,0 0 1 0 0,0 1-1 0 0,22 2 1 0 0,-35-2-26 0 0,4 1 11 0 0,0 0 0 0 0,0 0 0 0 0,1 1 1 0 0,-1 0-1 0 0,0 0 0 0 0,-1 0 1 0 0,1 1-1 0 0,0 0 0 0 0,-1 1 1 0 0,1-1-1 0 0,-1 1 0 0 0,0 0 1 0 0,6 7-1 0 0,-9-9 21 0 0,0 1 0 0 0,-1-1 0 0 0,1 1 0 0 0,-1 0 0 0 0,1-1 0 0 0,-1 1 0 0 0,0 0 0 0 0,0 1 0 0 0,-1-1 0 0 0,1 0 0 0 0,-1 0 0 0 0,1 1 0 0 0,-1-1 0 0 0,0 1 0 0 0,0-1 0 0 0,-1 1 0 0 0,1 0 0 0 0,-1-1 0 0 0,0 1 0 0 0,0 0 0 0 0,0-1 0 0 0,0 1 0 0 0,-2 7 0 0 0,0-4 40 0 0,-1-1-1 0 0,-1 1 1 0 0,0 0 0 0 0,1-1 0 0 0,-2 0-1 0 0,1 0 1 0 0,-1 0 0 0 0,0 0 0 0 0,0-1-1 0 0,-1 0 1 0 0,1 0 0 0 0,-1 0 0 0 0,0-1-1 0 0,-1 1 1 0 0,1-2 0 0 0,-1 1 0 0 0,1-1-1 0 0,-1 0 1 0 0,-9 3 0 0 0,-17 4-153 0 0,1-1 0 0 0,-65 10 1 0 0,83-17-38 0 0,-111 18-2139 0 0,125-20 2231 0 0,-46 6-2796 0 0,28-10-417 0 0,18 3 2927 0 0,-1 1 0 0 0,1 0 1 0 0,-1-1-1 0 0,1 1 0 0 0,-1-1 1 0 0,1 1-1 0 0,-1 0 0 0 0,1-1 1 0 0,0 1-1 0 0,-1-1 0 0 0,1 1 1 0 0,0-1-1 0 0,-1 0 0 0 0,1 1 1 0 0,0-1-1 0 0,0 1 0 0 0,0-1 1 0 0,-1 0-1 0 0,1 1 0 0 0,0-1 1 0 0,0 1-1 0 0,0-1 0 0 0,0-1 1 0 0,0-12-6389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22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1 2401 0 0,'-27'0'2468'0'0,"27"0"-2410"0"0,0 0 0 0 0,0 0 0 0 0,-1 0 0 0 0,1 0 0 0 0,0 0 0 0 0,0 0 0 0 0,0 0 0 0 0,0 0 0 0 0,0-1 0 0 0,-1 1 0 0 0,1 0 0 0 0,0 0 0 0 0,0 0 0 0 0,0 0 0 0 0,0 0 1 0 0,0 0-1 0 0,-1 0 0 0 0,1 0 0 0 0,0 0 0 0 0,0 0 0 0 0,0 1 0 0 0,0-1 0 0 0,0 0 0 0 0,-1 0 0 0 0,1 0 0 0 0,0 0 0 0 0,0 0 0 0 0,0 0 0 0 0,0 0 0 0 0,0 0 0 0 0,-1 0 0 0 0,1 0 0 0 0,0 0 0 0 0,0 1 0 0 0,0-1 0 0 0,0 0 0 0 0,0 0 0 0 0,0 0 0 0 0,0 0 0 0 0,0 0 0 0 0,0 0 1 0 0,-1 1-1 0 0,1-1 0 0 0,0 0 0 0 0,0 0 0 0 0,0 0 0 0 0,0 0 0 0 0,0 1 0 0 0,0-1 0 0 0,0 0 0 0 0,0 0 0 0 0,0 0 0 0 0,0 0 0 0 0,0 0 0 0 0,0 1 0 0 0,0-1 0 0 0,0 0 0 0 0,0 0 0 0 0,1 0 0 0 0,-1 0-9 0 0,0 1 0 0 0,0-1-1 0 0,0 0 1 0 0,0 0 0 0 0,0 0-1 0 0,0 0 1 0 0,0 1 0 0 0,0-1-1 0 0,0 0 1 0 0,0 0 0 0 0,0 0-1 0 0,0 0 1 0 0,0 0 0 0 0,0 1-1 0 0,0-1 1 0 0,0 0 0 0 0,0 0-1 0 0,0 0 1 0 0,-1 0 0 0 0,1 0-1 0 0,0 1 1 0 0,0-1 0 0 0,0 0-1 0 0,0 0 1 0 0,0 0 0 0 0,0 0 0 0 0,0 0-1 0 0,0 0 1 0 0,0 1 0 0 0,-1-1-1 0 0,1 0 1 0 0,0 0 0 0 0,0 0-1 0 0,0 0 1 0 0,0 0 0 0 0,0 0-1 0 0,-1 0 1 0 0,1 0 0 0 0,0 0-1 0 0,0 0 1 0 0,0 0 0 0 0,0 0-1 0 0,0 0 1 0 0,-1 0 0 0 0,1 0-1 0 0,0 0 1 0 0,0 0 0 0 0,0 0-1 0 0,0 0 1 0 0,-1 0 0 0 0,1 0-1 0 0,0 0 1 0 0,0 0 0 0 0,0 0-1 0 0,0 0 1 0 0,0 0 0 0 0,-1 0-1 0 0,1 0 1 0 0,0-1 0 0 0,-54 9 5113 0 0,53-8-5086 0 0,1 0-1 0 0,0 0 1 0 0,0 0 0 0 0,-1 0-1 0 0,1 0 1 0 0,0 0-1 0 0,0 0 1 0 0,0 0 0 0 0,-1 0-1 0 0,1 1 1 0 0,0-1-1 0 0,0 0 1 0 0,-1 0-1 0 0,1 0 1 0 0,0 0 0 0 0,0 0-1 0 0,0 1 1 0 0,0-1-1 0 0,-1 0 1 0 0,1 0 0 0 0,0 0-1 0 0,0 1 1 0 0,0-1-1 0 0,0 0 1 0 0,0 0 0 0 0,0 0-1 0 0,-1 1 1 0 0,1-1-1 0 0,0 0 1 0 0,0 0 0 0 0,0 1-1 0 0,0-1 1 0 0,0 0-1 0 0,0 0 1 0 0,0 1-1 0 0,0-1 1 0 0,0 0 0 0 0,0 0-1 0 0,0 1 1 0 0,0-1-1 0 0,1 0-40 0 0,-1 1 0 0 0,0-1-1 0 0,0 0 1 0 0,0 0-1 0 0,0 0 1 0 0,0 1 0 0 0,0-1-1 0 0,0 0 1 0 0,0 0-1 0 0,0 0 1 0 0,0 1 0 0 0,0-1-1 0 0,0 0 1 0 0,0 0-1 0 0,0 0 1 0 0,-1 1 0 0 0,1-1-1 0 0,0 0 1 0 0,0 0-1 0 0,0 0 1 0 0,0 0-1 0 0,0 1 1 0 0,0-1 0 0 0,0 0-1 0 0,-1 0 1 0 0,1 0-1 0 0,0 0 1 0 0,0 0 0 0 0,0 1-1 0 0,0-1 1 0 0,0 0-1 0 0,-1 0 1 0 0,1 0 0 0 0,0 0-1 0 0,0 0 1 0 0,0 0-1 0 0,-1 0 1 0 0,1 0 0 0 0,0 0-1 0 0,0 0 1 0 0,0 0-1 0 0,-1 0 1 0 0,1 0 0 0 0,0 0-1 0 0,0 0 1 0 0,0 0-1 0 0,-1 0 1 0 0,1 0-1 0 0,0 0 1 0 0,-23 5 523 0 0,23-5-532 0 0,-1 1 1 0 0,1-1-1 0 0,-1 0 0 0 0,1 1 1 0 0,-1-1-1 0 0,1 0 0 0 0,-1 1 1 0 0,1-1-1 0 0,0 1 0 0 0,-1-1 1 0 0,1 1-1 0 0,0-1 0 0 0,0 1 0 0 0,-1-1 1 0 0,1 1-1 0 0,0-1 0 0 0,0 1 1 0 0,0-1-1 0 0,-1 1 0 0 0,1 0 1 0 0,0 0-1 0 0,0 0-1 0 0,1 1 1 0 0,-1 0-1 0 0,0-1 1 0 0,0 1-1 0 0,1-1 0 0 0,-1 1 1 0 0,1-1-1 0 0,0 1 1 0 0,-1-1-1 0 0,1 1 1 0 0,0-1-1 0 0,1 2 0 0 0,4 5 18 0 0,-4-5-30 0 0,1 1 0 0 0,-1-1 0 0 0,0 0 0 0 0,0 1 1 0 0,0-1-1 0 0,-1 1 0 0 0,1 0 0 0 0,-1 0 0 0 0,0-1 0 0 0,0 1 1 0 0,0 0-1 0 0,-1 0 0 0 0,1 5 0 0 0,-1 287 254 0 0,0-295-265 0 0,0 0 1 0 0,0 1-1 0 0,0-1 0 0 0,0 0 1 0 0,0 1-1 0 0,0-1 0 0 0,1 0 1 0 0,-1 0-1 0 0,0 1 1 0 0,1-1-1 0 0,-1 0 0 0 0,1 0 1 0 0,-1 1-1 0 0,1-1 0 0 0,0 0 1 0 0,0 0-1 0 0,-1 0 0 0 0,1 0 1 0 0,0 0-1 0 0,0 0 0 0 0,0 0 1 0 0,0 0-1 0 0,0 0 1 0 0,0-1-1 0 0,0 1 0 0 0,2 1 1 0 0,-2-2 0 0 0,0 1 0 0 0,0 0 0 0 0,0-1 0 0 0,0 1 0 0 0,0 0 0 0 0,0-1 0 0 0,0 1 0 0 0,0 0 0 0 0,0 0 0 0 0,-1 0 0 0 0,1 0 1 0 0,0-1-1 0 0,-1 1 0 0 0,1 0 0 0 0,-1 0 0 0 0,1 0 0 0 0,-1 1 0 0 0,1-1 0 0 0,-1 0 0 0 0,0 0 0 0 0,1 0 0 0 0,-1 0 0 0 0,0 0 0 0 0,0 0 1 0 0,0 1-1 0 0,0 1 0 0 0,0 14 50 0 0,0-17-55 0 0,0 0 0 0 0,0 1 0 0 0,0-1 0 0 0,0 0 1 0 0,0 0-1 0 0,0 1 0 0 0,0-1 0 0 0,0 0 0 0 0,0 0 0 0 0,0 1 0 0 0,0-1 0 0 0,0 0 0 0 0,0 0 0 0 0,0 1 0 0 0,0-1 1 0 0,0 0-1 0 0,0 0 0 0 0,0 0 0 0 0,0 1 0 0 0,1-1 0 0 0,-1 0 0 0 0,0 0 0 0 0,0 1 0 0 0,0-1 0 0 0,0 0 0 0 0,1 0 1 0 0,-1 0-1 0 0,0 0 0 0 0,0 0 0 0 0,0 1 0 0 0,1-1 0 0 0,-1 0 0 0 0,0 0 0 0 0,0 0 0 0 0,0 0 0 0 0,1 0 1 0 0,-1 0-1 0 0,0 0 0 0 0,0 0 0 0 0,1 0 0 0 0,-1 0 0 0 0,22 3-158 0 0,-16 2 187 0 0,-1-3 39 0 0,13-3-23 0 0,-1-1 0 0 0,1 0 0 0 0,-1-1 0 0 0,1-1 0 0 0,-1 0 0 0 0,22-10 0 0 0,97-50 89 0 0,-100 46-58 0 0,-25 12-25 0 0,1 0-1 0 0,-1-1 0 0 0,0-1 1 0 0,-1 1-1 0 0,0-2 0 0 0,0 0 1 0 0,11-13-1 0 0,-12 14 10 0 0,-1-1 0 0 0,1 2 0 0 0,1-1-1 0 0,11-6 1 0 0,10-10 40 0 0,-20 4-35 0 0,-6 9-33 0 0,6-4 9 0 0,-9 13-56 0 0,0 0 0 0 0,-1 0 1 0 0,0 1-1 0 0,1-1 0 0 0,-1 0 0 0 0,0 0 0 0 0,0 0 1 0 0,0-1-1 0 0,0 1 0 0 0,0 0 0 0 0,-1 0 1 0 0,1 0-1 0 0,-1-1 0 0 0,1 1 0 0 0,-1 0 1 0 0,0-1-1 0 0,0 1 0 0 0,0-3 0 0 0,0 4-132 0 0,0 0-1 0 0,0 1 0 0 0,0-1 1 0 0,0 0-1 0 0,0 0 1 0 0,0 1-1 0 0,0-1 0 0 0,0 0 1 0 0,0 0-1 0 0,0 1 1 0 0,-1-1-1 0 0,1 0 0 0 0,0 1 1 0 0,-1-1-1 0 0,1 0 1 0 0,0 1-1 0 0,-1-1 0 0 0,1 1 1 0 0,-1-1-1 0 0,1 0 1 0 0,-1 1-1 0 0,1-1 0 0 0,-1 1 1 0 0,1-1-1 0 0,-1 1 1 0 0,1 0-1 0 0,-1-1 0 0 0,0 1 1 0 0,1 0-1 0 0,-1-1 1 0 0,0 1-1 0 0,1 0 0 0 0,-1 0 1 0 0,0-1-1 0 0,0 1 1 0 0,1 0-1 0 0,-1 0 0 0 0,0 0 1 0 0,0 0-1 0 0,1 0 1 0 0,-1 0-1 0 0,0 0 0 0 0,1 0 1 0 0,-1 0-1 0 0,-1 1 1 0 0,-45 15-7129 0 0,45-15 6857 0 0,-58 28-7769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23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294 220 480 0 0,'0'0'10738'0'0,"0"-1"-10635"0"0,0 1-1 0 0,1-1 1 0 0,-1 1-1 0 0,0-1 1 0 0,0 1-1 0 0,0 0 1 0 0,0-1-1 0 0,0 1 1 0 0,0-1-1 0 0,1 1 1 0 0,-1-1 0 0 0,0 1-1 0 0,-1-1 1 0 0,1 1-1 0 0,0-1 1 0 0,0 1-1 0 0,0-1 1 0 0,0 1-1 0 0,0 0 1 0 0,0-1-1 0 0,0 1 1 0 0,-1-1-1 0 0,1 1 1 0 0,0-1-1 0 0,0 1 1 0 0,-1 0-1 0 0,1-1 1 0 0,0 1-1 0 0,-1 0 1 0 0,1-1-1 0 0,0 1 1 0 0,-1 0-1 0 0,1-1 1 0 0,0 1-1 0 0,-1 0 1 0 0,1 0-1 0 0,-1-1 1 0 0,-1 1-70 0 0,1 0 1 0 0,0 0 0 0 0,0-1 0 0 0,0 1-1 0 0,0 0 1 0 0,-1 0 0 0 0,1-1 0 0 0,0 1-1 0 0,0-1 1 0 0,0 1 0 0 0,0-1 0 0 0,0 0-1 0 0,0 1 1 0 0,0-1 0 0 0,0 0 0 0 0,0 0-1 0 0,1 0 1 0 0,-1 0 0 0 0,0 1 0 0 0,0-1-1 0 0,1 0 1 0 0,-1 0 0 0 0,0-2 0 0 0,-3-35 925 0 0,4 31-874 0 0,0-2 61 0 0,-1 6-104 0 0,0 0 1 0 0,1-1 0 0 0,0 1 0 0 0,0 0-1 0 0,0-1 1 0 0,0 1 0 0 0,0 0 0 0 0,1-1-1 0 0,-1 1 1 0 0,1 0 0 0 0,0 0 0 0 0,0-1-1 0 0,0 1 1 0 0,2-3 0 0 0,2 1-5 0 0,1 1 0 0 0,0 0 0 0 0,0 0 0 0 0,0 0 0 0 0,1 1 0 0 0,-1 0 0 0 0,1 0 0 0 0,0 0-1 0 0,0 1 1 0 0,0 0 0 0 0,0 1 0 0 0,14-2 0 0 0,131-18 283 0 0,-10 8-81 0 0,-55 6-27 0 0,-28 10-187 0 0,-27 0-12 0 0,-32-3-6 0 0,0 0-1 0 0,0 0 1 0 0,-1 0-1 0 0,1 0 1 0 0,0 0 0 0 0,0 0-1 0 0,0 0 1 0 0,0 1-1 0 0,0-1 1 0 0,-1 0 0 0 0,1 0-1 0 0,0 0 1 0 0,0 0-1 0 0,0 1 1 0 0,0-1-1 0 0,0 0 1 0 0,0 0 0 0 0,0 0-1 0 0,0 0 1 0 0,0 1-1 0 0,0-1 1 0 0,-1 0 0 0 0,1 0-1 0 0,0 0 1 0 0,0 1-1 0 0,0-1 1 0 0,0 0-1 0 0,0 0 1 0 0,0 0 0 0 0,1 1-1 0 0,-1-1 1 0 0,0 0-1 0 0,0 0 1 0 0,0 0 0 0 0,0 1-1 0 0,0-1 1 0 0,0 0-1 0 0,0 0 1 0 0,0 0-1 0 0,0 0 1 0 0,0 1 0 0 0,1-1-1 0 0,-1 0 1 0 0,0 0-1 0 0,0 0 1 0 0,0 0 0 0 0,0 0-1 0 0,0 0 1 0 0,1 1-1 0 0,-1-1 1 0 0,-377 29 1533 0 0,222-11-1148 0 0,122-18-56 0 0,50-5-154 0 0,-12 4-103 0 0,0 1-360 0 0,85-1 98 0 0,107 2 202 0 0,-165 1-63 0 0,0 1 1 0 0,0 1-1 0 0,53 15 0 0 0,-69-7-24 0 0,-15-11 66 0 0,0-1 1 0 0,0 1-1 0 0,0 0 0 0 0,0 0 1 0 0,0-1-1 0 0,-1 1 0 0 0,1 0 0 0 0,0 0 1 0 0,0 0-1 0 0,-1 0 0 0 0,1 0 1 0 0,0 0-1 0 0,-1 0 0 0 0,1 0 1 0 0,-1 0-1 0 0,1 0 0 0 0,-1 0 0 0 0,0 1 1 0 0,1-1-1 0 0,-1 2 0 0 0,-1-1 3 0 0,0 0 1 0 0,0 0-1 0 0,0 0 0 0 0,0 0 0 0 0,0 0 0 0 0,0 0 0 0 0,-1 0 1 0 0,1 0-1 0 0,-1 0 0 0 0,0-1 0 0 0,1 1 0 0 0,-4 1 0 0 0,-2 4 23 0 0,-1-1-1 0 0,0 0 0 0 0,0-1 0 0 0,0 1 0 0 0,-1-2 0 0 0,1 1 0 0 0,-1-1 0 0 0,-1-1 0 0 0,1 0 0 0 0,0 0 1 0 0,-11 2-1 0 0,3-1 20 0 0,-142 33-331 0 0,-264 24 0 0 0,369-54-1980 0 0,43-2-2029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25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29 240 0 0,'0'0'3495'0'0,"5"-1"-1894"0"0,57-12 4244 0 0,-22 6-4439 0 0,76-1 0 0 0,-107 9-1234 0 0,-1 0 0 0 0,1 0-1 0 0,-1 1 1 0 0,0 0 0 0 0,1 0 0 0 0,-1 1 0 0 0,0 0-1 0 0,0 1 1 0 0,-1-1 0 0 0,9 6 0 0 0,-11-6-48 0 0,-3-2-92 0 0,3 1 58 0 0,-1 0 1 0 0,1 0-1 0 0,-1 1 0 0 0,0-1 1 0 0,0 1-1 0 0,0 0 1 0 0,0 0-1 0 0,-1 0 0 0 0,1 1 1 0 0,-1-1-1 0 0,0 1 0 0 0,0 0 1 0 0,0 0-1 0 0,2 5 1 0 0,6 36 842 0 0,-5-29-663 0 0,-5-14-238 0 0,0 0 0 0 0,0 0 1 0 0,0 0-1 0 0,0 1 1 0 0,0-1-1 0 0,0 0 1 0 0,-1 0-1 0 0,1 1 1 0 0,-1-1-1 0 0,0 1 0 0 0,0-1 1 0 0,0 0-1 0 0,0 1 1 0 0,0-1-1 0 0,0 1 1 0 0,0-1-1 0 0,-1 0 0 0 0,1 1 1 0 0,-1-1-1 0 0,0 0 1 0 0,0 0-1 0 0,0 1 1 0 0,0-1-1 0 0,0 0 1 0 0,0 0-1 0 0,0 0 0 0 0,-1 0 1 0 0,1 0-1 0 0,-1-1 1 0 0,0 1-1 0 0,-1 2 1 0 0,-21 29 178 0 0,22-29-160 0 0,0 0 1 0 0,0 0 0 0 0,0 0-1 0 0,-1-1 1 0 0,0 1-1 0 0,1-1 1 0 0,-1 0 0 0 0,0 0-1 0 0,-1 0 1 0 0,1 0 0 0 0,-1 0-1 0 0,1-1 1 0 0,-8 5-1 0 0,-9-1 81 0 0,0 0-1 0 0,-1-1 0 0 0,1-1 0 0 0,-1 0 0 0 0,-29 0 0 0 0,20-5-111 0 0,0-1 0 0 0,1-1 0 0 0,0-2 0 0 0,0 0 0 0 0,0-2 1 0 0,0-2-1 0 0,-33-14 0 0 0,35 9 6 0 0,26 13-21 0 0,-1 0-1 0 0,1 0 1 0 0,0 0-1 0 0,-1 0 1 0 0,1 0 0 0 0,0 0-1 0 0,-1 0 1 0 0,1 0-1 0 0,-1 1 1 0 0,0-1-1 0 0,1 0 1 0 0,-1 1 0 0 0,0-1-1 0 0,-1 1 1 0 0,-6-2 6 0 0,4-3 29 0 0,10 3-80 0 0,0 2 39 0 0,0-1 1 0 0,0 1-1 0 0,0 0 0 0 0,1 0 1 0 0,-1 1-1 0 0,0 0 0 0 0,10 2 0 0 0,-1 1 21 0 0,19 1 135 0 0,0 2 1 0 0,37 12-1 0 0,19 8 136 0 0,-7-3 111 0 0,85 37-1 0 0,-106-26-520 0 0,-51-29-309 0 0,-7-3-306 0 0,-1-19-18301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26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1040 0 0,'18'-8'10347'0'0,"-31"6"-8141"0"0,8-2-1213 0 0,10 2 3830 0 0,13 0-4333 0 0,0 0 0 0 0,-1 1 1 0 0,34 2-1 0 0,-45-1-440 0 0,362 26 1887 0 0,-334-22-1871 0 0,253 41-905 0 0,-241-29-3776 0 0,-21-6-708 0 0,8-2-3321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26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 1201 0 0,'-33'0'2561'0'0,"33"-6"4962"0"0,0 12-3441 0 0,33-6-2401 0 0,32 0-401 0 0,33 9-399 0 0,33-3-641 0 0,-1 0-1601 0 0,27 9-3681 0 0,-59-3-3202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34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976 104 480 0 0,'1'-8'12770'0'0,"-7"3"-12841"0"0,4 5 390 0 0,1 0-207 0 0,-1 0 0 0 0,1 0 0 0 0,-1-1 0 0 0,1 1 0 0 0,0 0 1 0 0,-1-1-1 0 0,1 1 0 0 0,0-1 0 0 0,-1 1 0 0 0,1-1 0 0 0,0 0 0 0 0,0 0 1 0 0,0 1-1 0 0,0-1 0 0 0,0 0 0 0 0,0 0 0 0 0,0 0 0 0 0,0 0 0 0 0,-1-2 1 0 0,1 2-22 0 0,0 0 1 0 0,0 0-1 0 0,0 0 1 0 0,0 0 0 0 0,0 0-1 0 0,0 1 1 0 0,0-1 0 0 0,0 0-1 0 0,-1 1 1 0 0,1-1 0 0 0,0 0-1 0 0,0 1 1 0 0,-1-1 0 0 0,1 1-1 0 0,0 0 1 0 0,-1-1-1 0 0,1 1 1 0 0,0 0 0 0 0,-2 0-1 0 0,0-1 157 0 0,-29-13 1140 0 0,12 6-255 0 0,16 6-1041 0 0,-1 0 0 0 0,1 0 1 0 0,0 1-1 0 0,-1-1 0 0 0,1 1 0 0 0,-1 0 0 0 0,0 0 0 0 0,1 1 0 0 0,-7-1 0 0 0,-11 1 78 0 0,-36-7 1 0 0,36 4-88 0 0,-39-1 0 0 0,-108-9 10 0 0,109 13-39 0 0,56 0-48 0 0,2 0-6 0 0,1 0 1 0 0,0-1-1 0 0,0 1 0 0 0,0 0 0 0 0,-1 0 1 0 0,1 0-1 0 0,0 0 0 0 0,0 0 1 0 0,0 0-1 0 0,-1 0 0 0 0,1 0 1 0 0,0 1-1 0 0,0-1 0 0 0,0 0 1 0 0,-1 1-1 0 0,1-1 0 0 0,0 1 1 0 0,0-1-1 0 0,0 1 0 0 0,0 0 0 0 0,0-1 1 0 0,-1 3-1 0 0,1-2 0 0 0,0 0-1 0 0,0 0 1 0 0,0 0-1 0 0,0 0 1 0 0,0 0-1 0 0,0-1 1 0 0,0 1-1 0 0,0 0 1 0 0,-1 0-1 0 0,1-1 1 0 0,0 1-1 0 0,0-1 1 0 0,-1 1 0 0 0,1-1-1 0 0,0 1 1 0 0,0-1-1 0 0,-1 0 1 0 0,1 0-1 0 0,-1 1 1 0 0,-1-1-1 0 0,2 0-2 0 0,-10 7 3 0 0,-10-1 26 0 0,21-6-24 0 0,-1 0 0 0 0,1-1 0 0 0,0 1 0 0 0,0 0-1 0 0,0 0 1 0 0,-1 0 0 0 0,1 0 0 0 0,0 0-1 0 0,0 0 1 0 0,0 0 0 0 0,-1 0 0 0 0,1 0 0 0 0,0 1-1 0 0,0-1 1 0 0,0 0 0 0 0,0 0 0 0 0,-1 0-1 0 0,1 0 1 0 0,0 0 0 0 0,0 0 0 0 0,0 0 0 0 0,0 0-1 0 0,-1 0 1 0 0,1 1 0 0 0,0-1 0 0 0,0 0-1 0 0,0 0 1 0 0,0 0 0 0 0,0 0 0 0 0,0 0 0 0 0,-1 1-1 0 0,1-1 1 0 0,0 0 0 0 0,0 0 0 0 0,0 0 0 0 0,0 0-1 0 0,0 1 1 0 0,0-1 0 0 0,0 0 0 0 0,0 0-1 0 0,0 0 1 0 0,0 1 0 0 0,0-1 0 0 0,0 0 0 0 0,0 0-1 0 0,0 0 1 0 0,0 0 0 0 0,0 1 0 0 0,0-1-1 0 0,0 0 1 0 0,0 0 0 0 0,0 0 3 0 0,0 1-1 0 0,0-1 1 0 0,0 0-1 0 0,0 0 1 0 0,0 0 0 0 0,0 0-1 0 0,0 0 1 0 0,0 1-1 0 0,0-1 1 0 0,0 0 0 0 0,0 0-1 0 0,0 0 1 0 0,0 0-1 0 0,0 1 1 0 0,0-1 0 0 0,0 0-1 0 0,0 0 1 0 0,0 0-1 0 0,0 0 1 0 0,0 0 0 0 0,0 0-1 0 0,0 1 1 0 0,0-1-1 0 0,0 0 1 0 0,0 0 0 0 0,-1 0-1 0 0,1 0 1 0 0,0 0 0 0 0,0 0-1 0 0,0 0 1 0 0,0 0-1 0 0,0 1 1 0 0,0-1 0 0 0,0 0-1 0 0,-1 0 1 0 0,1 0-1 0 0,0 0 1 0 0,0 0 0 0 0,0 0-1 0 0,0 0 1 0 0,0 0-1 0 0,-1 0 1 0 0,1 0 0 0 0,0 0-1 0 0,0 0 1 0 0,0 0-1 0 0,0 0 1 0 0,0 0 0 0 0,-1 0-1 0 0,1 0 1 0 0,0 0-1 0 0,0 0 1 0 0,0 0 0 0 0,0 0-1 0 0,0 0 1 0 0,-1-1-1 0 0,1 1 1 0 0,0 0 0 0 0,0 0-1 0 0,0 0 1 0 0,-5 1 16 0 0,-1-1 0 0 0,1 1 0 0 0,0 0 0 0 0,0 1 0 0 0,0-1 1 0 0,0 1-1 0 0,0 0 0 0 0,1 1 0 0 0,-1-1 0 0 0,1 1 0 0 0,-8 5 0 0 0,11-7-13 0 0,-1 0-1 0 0,0 0 0 0 0,0 0 0 0 0,0-1 1 0 0,-1 1-1 0 0,1 0 0 0 0,0-1 1 0 0,0 1-1 0 0,0-1 0 0 0,-5 0 0 0 0,7 1-6 0 0,0 0 0 0 0,0-1-1 0 0,0 1 1 0 0,0 0 0 0 0,0 0-1 0 0,0-1 1 0 0,0 1-1 0 0,0 0 1 0 0,0 0 0 0 0,0-1-1 0 0,-1 1 1 0 0,1 0 0 0 0,0-1-1 0 0,-1 1 1 0 0,1 0 0 0 0,0-1-1 0 0,-1 1 1 0 0,1 0-1 0 0,-1-1 1 0 0,0 1 0 0 0,-32 26 1 0 0,31-25 3 0 0,0 0 0 0 0,0 1 0 0 0,1-1 0 0 0,-1 0 1 0 0,0 0-1 0 0,1 1 0 0 0,0-1 0 0 0,-1 1 1 0 0,1-1-1 0 0,0 1 0 0 0,0 0 0 0 0,0 0 0 0 0,1-1 1 0 0,-1 5-1 0 0,1-3 10 0 0,0-1 1 0 0,0 1 0 0 0,0-1-1 0 0,0 1 1 0 0,0-1 0 0 0,-1 1-1 0 0,0-1 1 0 0,1 1 0 0 0,-1-1-1 0 0,0 0 1 0 0,-1 1 0 0 0,1-1-1 0 0,-1 0 1 0 0,1 0 0 0 0,-1 0-1 0 0,0 0 1 0 0,0 0 0 0 0,0 0-1 0 0,0-1 1 0 0,-1 1 0 0 0,1-1-1 0 0,-6 5 1 0 0,4-4-15 0 0,1 1 0 0 0,0-1 0 0 0,0 1 0 0 0,1 0 1 0 0,-1 0-1 0 0,1 0 0 0 0,-3 6 0 0 0,-8 15-50 0 0,3-12 38 0 0,8-10 19 0 0,0-1 1 0 0,1 1 0 0 0,-1-1 0 0 0,0 1-1 0 0,1 0 1 0 0,0 0 0 0 0,-1 0 0 0 0,1 0-1 0 0,0 0 1 0 0,1 0 0 0 0,-1 0 0 0 0,0 0-1 0 0,1 0 1 0 0,0 6 0 0 0,-1-1 4 0 0,0 0 0 0 0,-1 0 0 0 0,1 1 0 0 0,-1-1 0 0 0,-1 0 0 0 0,0 0 0 0 0,0-1 0 0 0,0 1 0 0 0,-1-1 1 0 0,-6 10-1 0 0,5-10 3 0 0,1 0 0 0 0,0 0 0 0 0,1 1 0 0 0,-1-1 0 0 0,2 1 0 0 0,-1 0 0 0 0,1 0 0 0 0,0-1 0 0 0,0 2 0 0 0,0 10 0 0 0,2-8-36 0 0,-1-8 44 0 0,0 0 1 0 0,1 0-1 0 0,0 0 1 0 0,-1 1-1 0 0,1-1 1 0 0,0 0-1 0 0,1 0 1 0 0,-1 0-1 0 0,1 0 0 0 0,-1 0 1 0 0,1 0-1 0 0,0 0 1 0 0,0 0-1 0 0,3 5 1 0 0,-1-7 20 0 0,-1-1-34 0 0,-1 0 0 0 0,0 1 0 0 0,1-1 0 0 0,-1 0 0 0 0,0 1 0 0 0,1-1 0 0 0,-1 1 0 0 0,0 0 0 0 0,0-1 0 0 0,1 1 0 0 0,-1 0 0 0 0,0 0 0 0 0,0-1 0 0 0,0 1 0 0 0,0 0-1 0 0,0 0 1 0 0,0 0 0 0 0,1 2 0 0 0,-5-1 93 0 0,33 10-61 0 0,-27-10-43 0 0,0-1 0 0 0,0 1-1 0 0,0-1 1 0 0,0 1 0 0 0,-1 0-1 0 0,1 0 1 0 0,4 5 0 0 0,4 3 15 0 0,-2-4 8 0 0,-1 1-1 0 0,1 0 0 0 0,-2 1 0 0 0,1-1 1 0 0,11 17-1 0 0,-13-15-18 0 0,0-1 0 0 0,0 0 0 0 0,14 15 0 0 0,1 0-7 0 0,-17-8 3 0 0,-4-14 0 0 0,0 0 0 0 0,0 0 0 0 0,0 0 0 0 0,0 0 0 0 0,0 0 0 0 0,0 0 0 0 0,0-1 0 0 0,0 1 0 0 0,1 0 0 0 0,-1 0 0 0 0,0 0 0 0 0,1 0 0 0 0,-1-1 0 0 0,1 1 0 0 0,-1 0 0 0 0,1 0 0 0 0,-1-1 0 0 0,1 1 0 0 0,-1 0 0 0 0,2 0 0 0 0,6 4 13 0 0,-7-5-10 0 0,0 1 0 0 0,0-1-1 0 0,0 0 1 0 0,0 1 0 0 0,0-1 0 0 0,0 1 0 0 0,0 0 0 0 0,0-1 0 0 0,0 1 0 0 0,0 0 0 0 0,-1-1-1 0 0,1 1 1 0 0,0 0 0 0 0,0 0 0 0 0,-1 0 0 0 0,1 0 0 0 0,-1 0 0 0 0,1 0 0 0 0,-1 0-1 0 0,1 0 1 0 0,-1 0 0 0 0,1 0 0 0 0,-1 0 0 0 0,0 0 0 0 0,1 0 0 0 0,-1 0 0 0 0,0 2 0 0 0,1-2 0 0 0,0 0 0 0 0,-1 0 0 0 0,1 0 0 0 0,0 0 0 0 0,0-1-1 0 0,0 1 1 0 0,0 0 0 0 0,0 0 0 0 0,1-1 0 0 0,-1 1 0 0 0,0 0 0 0 0,0-1 0 0 0,0 1 0 0 0,1-1 0 0 0,-1 0 0 0 0,0 1 0 0 0,0-1 0 0 0,1 0 0 0 0,-1 0 0 0 0,2 0 0 0 0,-1 1 1 0 0,48 16-75 0 0,-33-12 89 0 0,-1 0 0 0 0,1 2-1 0 0,25 13 1 0 0,-33-15-12 0 0,1 0 0 0 0,1-1-1 0 0,19 6 1 0 0,-16-6 32 0 0,0 0-1 0 0,0 1 1 0 0,14 9 0 0 0,-13-9-63 0 0,-1 0 0 0 0,1-1 0 0 0,0 0 1 0 0,0-1-1 0 0,0 0 0 0 0,21 0 0 0 0,55 2 33 0 0,-40-13 55 0 0,-24 2-54 0 0,67-20-9 0 0,-86 24 0 0 0,0-1 0 0 0,0 0 0 0 0,0-1 0 0 0,-1 0 0 0 0,1 0 0 0 0,-1-1 0 0 0,0 1 0 0 0,0-2 0 0 0,10-9 0 0 0,15-27 14 0 0,-31 40-10 0 0,0 1 0 0 0,-1 0 0 0 0,1-1 0 0 0,-1 1 0 0 0,1-1 1 0 0,-1 1-1 0 0,0-1 0 0 0,1 1 0 0 0,-1-1 0 0 0,0 0 0 0 0,0 1 1 0 0,0-3-1 0 0,0 3 2 0 0,0-1 0 0 0,0 0 0 0 0,0 1 0 0 0,0-1 1 0 0,0 1-1 0 0,0-1 0 0 0,1 0 0 0 0,-1 1 0 0 0,0-1 0 0 0,1 1 1 0 0,0-1-1 0 0,-1 1 0 0 0,1-1 0 0 0,1-1 0 0 0,7-6 27 0 0,-7 8-31 0 0,-1 0-1 0 0,0 0 1 0 0,0-1-1 0 0,1 1 1 0 0,-1 0-1 0 0,0 0 1 0 0,0-1-1 0 0,0 1 1 0 0,0-1-1 0 0,-1 1 1 0 0,1-1-1 0 0,0 1 1 0 0,0-1 0 0 0,-1 1-1 0 0,1-1 1 0 0,-1 0-1 0 0,0 1 1 0 0,1-1-1 0 0,-1 0 1 0 0,0 1-1 0 0,0-1 1 0 0,0 0-1 0 0,0 0 1 0 0,0 1-1 0 0,-1-1 1 0 0,1 0-1 0 0,0 1 1 0 0,-1-1-1 0 0,1 1 1 0 0,-2-4-1 0 0,-4-10 0 0 0,-10-34 25 0 0,9 3 30 0 0,6 31-30 0 0,-1 0 1 0 0,-1 0-1 0 0,0 0 0 0 0,-1 0 1 0 0,-1 0-1 0 0,-8-17 0 0 0,-14-19 148 0 0,23 36-146 0 0,3 12-26 0 0,0 0-1 0 0,0 1 0 0 0,1-1 1 0 0,-2 0-1 0 0,1 0 1 0 0,0 1-1 0 0,-3-6 1 0 0,-36-28 11 0 0,29 14 31 0 0,7 9-8 0 0,-1 4-16 0 0,-1 0-1 0 0,1 1 1 0 0,-2-1 0 0 0,-14-14 0 0 0,13 15-43 0 0,1-1 1 0 0,0 0-1 0 0,0 0 1 0 0,-7-13 0 0 0,3-12-58 0 0,0 21 42 0 0,10 13 32 0 0,-1-1 1 0 0,1-1-1 0 0,0 1 1 0 0,0 0-1 0 0,0 0 1 0 0,0 0-1 0 0,0-1 1 0 0,0 1 0 0 0,0 0-1 0 0,0-1 1 0 0,1 1-1 0 0,-1-1 1 0 0,0 1-1 0 0,1-1 1 0 0,-1 1 0 0 0,1-1-1 0 0,0 1 1 0 0,-1-1-1 0 0,1-3 1 0 0,0 5 6 0 0,0-1 0 0 0,0 0 0 0 0,0 0 0 0 0,-1 0 0 0 0,1 0 0 0 0,0 0 0 0 0,0 1 0 0 0,-1-1 0 0 0,1 0 1 0 0,-1 0-1 0 0,1 1 0 0 0,-1-1 0 0 0,1 0 0 0 0,-1 1 0 0 0,1-1 0 0 0,-1 0 0 0 0,1 1 0 0 0,-1-1 0 0 0,0 1 0 0 0,1-1 0 0 0,-1 1 0 0 0,0-1 0 0 0,0 1 0 0 0,1-1 1 0 0,-1 1-1 0 0,0 0 0 0 0,0-1 0 0 0,0 1 0 0 0,1 0 0 0 0,-1 0 0 0 0,0 0 0 0 0,-1-1 0 0 0,-6-1 17 0 0,6 0-15 0 0,-1 1-8 0 0,1 0 1 0 0,0-1-1 0 0,0 1 1 0 0,0 0 0 0 0,-1 0-1 0 0,1 0 1 0 0,0 0-1 0 0,-1 1 1 0 0,1-1 0 0 0,-1 1-1 0 0,-3-1 1 0 0,2 1 1 0 0,-34-4-64 0 0,-8 5-1160 0 0,1 2 0 0 0,-88 17-1 0 0,116-17 129 0 0,13-2 880 0 0,1-1 1 0 0,-1 1-1 0 0,1-1 1 0 0,-1 1-1 0 0,1 1 1 0 0,-7 2-1 0 0,-12 14-6409 0 0,-5 2-1269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53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48 1201 0 0,'-32'0'4882'0'0,"-1"0"80"0"0,0 0-1440 0 0,-32-6-1521 0 0,65-3-2001 0 0,0 3-160 0 0,-33 0 79 0 0,66-2 81 0 0,-33 1-160 0 0,0 1-320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53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7 880 0 0,'-2'-4'4283'0'0,"-16"1"-3549"0"0,5 4 13765 0 0,8-1-12551 0 0,-10 0-691 0 0,35 0 3141 0 0,-20 0-4273 0 0,0 1 0 0 0,0-1 0 0 0,0 1 0 0 0,0-1 0 0 0,0 1 0 0 0,0-1 0 0 0,0 1 0 0 0,0-1 0 0 0,0 1 0 0 0,0-1 0 0 0,1 1 0 0 0,-1-1 0 0 0,0 1 0 0 0,0-1 0 0 0,0 1 0 0 0,1-1 0 0 0,-1 1 0 0 0,0-1 0 0 0,0 1 0 0 0,1-1 0 0 0,-1 1 0 0 0,0-1 0 0 0,1 0 0 0 0,-1 1 0 0 0,1-1 0 0 0,0 1 0 0 0,21 0 582 0 0,-12 4-26 0 0,43 4-675 0 0,63 14-7 0 0,36 16 1 0 0,228 51 0 0 0,-355-86-1320 0 0,-29-5-1961 0 0,-49-11-5103 0 0,-22-2 74 0 0,-67-6-1961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54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0 1040 0 0,'-16'6'2023'0'0,"-3"6"4435"0"0,-11 4 2056 0 0,22-14-6544 0 0,-11 3 756 0 0,13 1 2222 0 0,12-4-2386 0 0,48 17-116 0 0,-40-12-2437 0 0,-1-1 0 0 0,1 0 0 0 0,1-1 0 0 0,-1 0-1 0 0,1-1 1 0 0,0-1 0 0 0,0 0 0 0 0,16 0 0 0 0,-30-2-9 0 0,289 29 0 0 0,-265-28 0 0 0,-6 0 0 0 0,52 4 0 0 0,0-2 0 0 0,94-8 0 0 0,-149 2 67 0 0,-11 1-123 0 0,-1 0 1 0 0,0 1 0 0 0,1 0 0 0 0,-1 0-1 0 0,0 0 1 0 0,1 0 0 0 0,-1 1 0 0 0,0-1 0 0 0,7 3-1 0 0,0-1-1717 0 0,-6-1 981 0 0,-18-2-6852 0 0,-12-1-1902 0 0,-57-5 1422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56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165 497 2961 0 0,'-5'-3'1545'0'0,"0"0"1"0"0,0 1-1 0 0,0-1 0 0 0,-1 1 0 0 0,-9-3 0 0 0,6 4-491 0 0,0-1 0 0 0,0 2 0 0 0,0-1 0 0 0,-13 2-1 0 0,-4 0 1188 0 0,24-2-2012 0 0,0 1 0 0 0,0 0-1 0 0,0 0 1 0 0,-1 1-1 0 0,1-1 1 0 0,0 0-1 0 0,0 1 1 0 0,0-1 0 0 0,0 1-1 0 0,0-1 1 0 0,-2 2-1 0 0,-2 1 191 0 0,6-3-328 0 0,-1 0 1 0 0,1 0 0 0 0,0 1 0 0 0,-1-1-1 0 0,1 1 1 0 0,-1-1 0 0 0,1 0-1 0 0,0 1 1 0 0,-1-1 0 0 0,1 1-1 0 0,0-1 1 0 0,-1 1 0 0 0,1-1-1 0 0,0 1 1 0 0,0-1 0 0 0,0 1-1 0 0,-1-1 1 0 0,1 1 0 0 0,0-1-1 0 0,0 1 1 0 0,0-1 0 0 0,0 1-1 0 0,0 0 1 0 0,0-1 0 0 0,0 1-1 0 0,0-1 1 0 0,0 1 0 0 0,0-1-1 0 0,0 1 1 0 0,0 0 0 0 0,1-1-1 0 0,-1 1 1 0 0,0-1 0 0 0,0 1-1 0 0,1-1 1 0 0,-1 1 0 0 0,0-1-1 0 0,0 1 1 0 0,1-1 0 0 0,-1 0-1 0 0,1 1 1 0 0,-1-1 0 0 0,0 1-1 0 0,1-1 1 0 0,-1 0 0 0 0,1 1-1 0 0,34 31 1325 0 0,48 62 0 0 0,-81-92-1380 0 0,28 40 677 0 0,-22-31-495 0 0,-1 0 1 0 0,2 0 0 0 0,13 14 0 0 0,55 39 386 0 0,-52-44-458 0 0,0 0 0 0 0,33 37 0 0 0,-46-41-138 0 0,1-1-1 0 0,0-1 1 0 0,1 0 0 0 0,1-1 0 0 0,22 15 0 0 0,-11-9-9 0 0,46 42 0 0 0,-68-57 0 0 0,1 0 0 0 0,0 1 0 0 0,0-2 0 0 0,0 1 0 0 0,0 0 0 0 0,1-1 0 0 0,-1 0 0 0 0,1-1 0 0 0,0 1 0 0 0,0-1 0 0 0,0 0 0 0 0,8 2 0 0 0,-10-4 0 0 0,0 0 0 0 0,-1 0 0 0 0,1 0 0 0 0,-1 0 0 0 0,1-1 0 0 0,-1 1 0 0 0,1-1 0 0 0,-1 0 0 0 0,1 0 0 0 0,-1 0 0 0 0,0 0 0 0 0,1-1 0 0 0,-1 1 0 0 0,0-1 0 0 0,0 0 0 0 0,0 0 0 0 0,0 0 0 0 0,-1 0 0 0 0,1-1 0 0 0,4-4 0 0 0,-6 6 0 0 0,-1 1 0 0 0,1-1 0 0 0,-1 0 0 0 0,0 1 0 0 0,1-1 0 0 0,-1 0 0 0 0,1 0 0 0 0,-1 1 0 0 0,0-1 0 0 0,0 0 0 0 0,1 0 0 0 0,-1 0 0 0 0,0 1 0 0 0,0-1 0 0 0,0 0 0 0 0,0 0 0 0 0,0 0 0 0 0,0-1 0 0 0,0 1 0 0 0,0-1 0 0 0,0 1 0 0 0,0 0 0 0 0,0-1 0 0 0,0 1 0 0 0,0-1 0 0 0,1 1 0 0 0,-1 0 0 0 0,1-1 0 0 0,-1 1 0 0 0,1 0 0 0 0,-1 0 0 0 0,1-1 0 0 0,1-1 0 0 0,2-4 0 0 0,0-1 0 0 0,0 1 0 0 0,0-1 0 0 0,-1 0 0 0 0,-1-1 0 0 0,1 1 0 0 0,-1 0 0 0 0,-1-1 0 0 0,2-8 0 0 0,0 1 0 0 0,18-84 0 0 0,-10 12 0 0 0,1 42 0 0 0,-8 35 0 0 0,-1-1 0 0 0,0 1 0 0 0,-1-1 0 0 0,0 0 0 0 0,-1-14 0 0 0,0 15 0 0 0,0-1 0 0 0,1 1 0 0 0,0-1 0 0 0,0 1 0 0 0,7-17 0 0 0,-6 17 0 0 0,1-1 0 0 0,-1 1 0 0 0,-1-1 0 0 0,0 0 0 0 0,0-18 0 0 0,-1 21 0 0 0,-1 1 0 0 0,2 0 0 0 0,-1 0 0 0 0,1 0 0 0 0,0 0 0 0 0,6-14 0 0 0,-4 14 0 0 0,-2 1 0 0 0,1-1 0 0 0,-1 0 0 0 0,0 0 0 0 0,0-1 0 0 0,0-14 0 0 0,-2-122 0 0 0,0 143 0 0 0,0 0 0 0 0,0 0 0 0 0,0-1 0 0 0,1 1 0 0 0,-1 0 0 0 0,1 0 0 0 0,-1 0 0 0 0,1 0 0 0 0,0-1 0 0 0,0 1 0 0 0,0 0 0 0 0,0 0 0 0 0,0 1 0 0 0,0-1 0 0 0,0 0 0 0 0,1 0 0 0 0,-1 1 0 0 0,3-3 0 0 0,-3 3 0 0 0,0-1 0 0 0,1 1 0 0 0,-1-1 0 0 0,0 1 0 0 0,1-1 0 0 0,-1 0 0 0 0,0 1 0 0 0,0-1 0 0 0,0 0 0 0 0,-1 0 0 0 0,1 0 0 0 0,0 0 0 0 0,-1 0 0 0 0,1 0 0 0 0,-1 0 0 0 0,0 0 0 0 0,0-4 0 0 0,0-41 0 0 0,0 46 0 0 0,0 1 0 0 0,0-1 0 0 0,0 1 0 0 0,0 0 0 0 0,0-1 0 0 0,0 1 0 0 0,0-1 0 0 0,1 1 0 0 0,-1-1 0 0 0,0 1 0 0 0,0-1 0 0 0,0 1 0 0 0,0 0 0 0 0,1-1 0 0 0,-1 1 0 0 0,0-1 0 0 0,0 1 0 0 0,1 0 0 0 0,-1-1 0 0 0,0 1 0 0 0,1 0 0 0 0,-1-1 0 0 0,0 1 0 0 0,1 0 0 0 0,-1-1 0 0 0,0 1 0 0 0,1 0 0 0 0,-1 0 0 0 0,1 0 0 0 0,-1-1 0 0 0,1 1 0 0 0,-1 0 0 0 0,0 0 0 0 0,1 0 0 0 0,-1 0 0 0 0,1 0 0 0 0,-1 0 0 0 0,1 0 0 0 0,-1 0 0 0 0,1 0 0 0 0,-1 0 0 0 0,1 0 0 0 0,0 0 0 0 0,-1 0 0 0 0,1 0 0 0 0,0 0 0 0 0,0 0 0 0 0,0 0 0 0 0,-1 0 0 0 0,1 0 0 0 0,0 0 0 0 0,0 0 0 0 0,0-1 0 0 0,-1 1 0 0 0,1 0 0 0 0,0-1 0 0 0,-1 1 0 0 0,1 0 0 0 0,0-1 0 0 0,0 1 0 0 0,-1-1 0 0 0,1 1 0 0 0,-1-1 0 0 0,1 1 0 0 0,-1-1 0 0 0,1 1 0 0 0,-1-1 0 0 0,1 0 0 0 0,-1 1 0 0 0,1-1 0 0 0,-1 0 0 0 0,0 0 0 0 0,1 1 0 0 0,-1-1 0 0 0,0 0 0 0 0,1 0 0 0 0,-1 1 0 0 0,0-1 0 0 0,0 0 0 0 0,0 0 0 0 0,0 0 0 0 0,0 1 0 0 0,0-1 0 0 0,0 0 0 0 0,0 0 0 0 0,0 0 0 0 0,0 1 0 0 0,-1-2 0 0 0,1 2 0 0 0,0-1 0 0 0,0 1 0 0 0,0 0 0 0 0,0 0 0 0 0,0 0 0 0 0,0-1 0 0 0,0 1 0 0 0,0 0 0 0 0,0 0 0 0 0,0 0 0 0 0,0-1 0 0 0,1 1 0 0 0,-1 0 0 0 0,0 0 0 0 0,0 0 0 0 0,0-1 0 0 0,0 1 0 0 0,0 0 0 0 0,0 0 0 0 0,0 0 0 0 0,1 0 0 0 0,-1 0 0 0 0,0-1 0 0 0,0 1 0 0 0,0 0 0 0 0,0 0 0 0 0,1 0 0 0 0,-1 0 0 0 0,0 0 0 0 0,0 0 0 0 0,0 0 0 0 0,1 0 0 0 0,-1 0 0 0 0,0 0 0 0 0,0 0 0 0 0,0 0 0 0 0,1 0 0 0 0,-1 0 0 0 0,0 0 0 0 0,60 5 0 0 0,163 9 0 0 0,-157-10 0 0 0,-51-2 0 0 0,0-1 0 0 0,0-1 0 0 0,16-1 0 0 0,441-18 0 0 0,-374 16 0 0 0,6 0 0 0 0,-59 0 0 0 0,53 3 0 0 0,13 2 0 0 0,20-2 0 0 0,0 6 0 0 0,-127-6 0 0 0,1 1 0 0 0,-1-1 0 0 0,1 0 0 0 0,0 0 0 0 0,-1 0 0 0 0,1-1 0 0 0,0 1 0 0 0,7-3 0 0 0,-8 1 0 0 0,1 1 0 0 0,-1 0 0 0 0,1 1 0 0 0,-1-1 0 0 0,1 1 0 0 0,0 0 0 0 0,-1 0 0 0 0,8 2 0 0 0,86-2 0 0 0,66 6 0 0 0,-139-4 0 0 0,2 1 0 0 0,19-2 0 0 0,-48-1 396 0 0,-40 0-968 0 0,-1-1-4228 0 0,-164-4-15468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57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 2161 0 0,'5'0'3362'0'0,"-4"0"-2954"0"0,26-7 9015 0 0,-29-3 342 0 0,2 10-9626 0 0,0-1 1 0 0,0 1-1 0 0,0 0 0 0 0,0-1 0 0 0,0 1 0 0 0,0 0 0 0 0,0-1 0 0 0,0 1 1 0 0,0 0-1 0 0,0-1 0 0 0,0 1 0 0 0,0-1 0 0 0,0 1 0 0 0,1 0 0 0 0,-1-1 0 0 0,0 1 1 0 0,0 0-1 0 0,0-1 0 0 0,0 1 0 0 0,1 0 0 0 0,-1 0 0 0 0,0-1 0 0 0,0 1 0 0 0,1 0 1 0 0,-1 0-1 0 0,0-1 0 0 0,0 1 0 0 0,1 0 0 0 0,-1 0 0 0 0,0 0 0 0 0,1-1 1 0 0,-1 1-1 0 0,0 0 0 0 0,1 0 0 0 0,-1 0 0 0 0,1 0 0 0 0,20-1 434 0 0,0-1-1 0 0,-1-1 0 0 0,37-10 1 0 0,-18 4-403 0 0,-12 0-139 0 0,11-1-22 0 0,-8 7-9 0 0,-13 0 0 0 0,0 1 0 0 0,0 1 0 0 0,0 1 0 0 0,0 0 0 0 0,0 2 0 0 0,20 3 0 0 0,-30-5 0 0 0,1 0 0 0 0,37 7 0 0 0,-33-4 0 0 0,0 0 0 0 0,0 1 0 0 0,-1 1 0 0 0,1-1 0 0 0,-1 2 0 0 0,0 0 0 0 0,0 0 0 0 0,-1 1 0 0 0,13 10 0 0 0,-6-2 0 0 0,-16-14 0 0 0,1 0 0 0 0,-1 0 0 0 0,1 0 0 0 0,-1 0 0 0 0,0 0 0 0 0,1 0 0 0 0,-1 0 0 0 0,0 1 0 0 0,0-1 0 0 0,0 0 0 0 0,0 1 0 0 0,0-1 0 0 0,0 1 0 0 0,-1 0 0 0 0,1-1 0 0 0,0 1 0 0 0,-1-1 0 0 0,1 1 0 0 0,-1 0 0 0 0,0-1 0 0 0,1 1 0 0 0,-1 3 0 0 0,0-2 0 0 0,0 0 0 0 0,0 0 0 0 0,1 0 0 0 0,-1 0 0 0 0,1-1 0 0 0,0 1 0 0 0,0 0 0 0 0,0 0 0 0 0,0-1 0 0 0,0 1 0 0 0,1-1 0 0 0,-1 1 0 0 0,1-1 0 0 0,2 4 0 0 0,-2-4 0 0 0,0 0 0 0 0,0 1 0 0 0,-1-1 0 0 0,0 1 0 0 0,1-1 0 0 0,-1 1 0 0 0,0 0 0 0 0,0-1 0 0 0,0 1 0 0 0,0 0 0 0 0,-1 0 0 0 0,1-1 0 0 0,-1 1 0 0 0,1 5 0 0 0,-1 56 0 0 0,0-63 0 0 0,0-1 0 0 0,0 1 0 0 0,0-1 0 0 0,0 0 0 0 0,0 1 0 0 0,-1-1 0 0 0,1 1 0 0 0,0-1 0 0 0,0 1 0 0 0,0-1 0 0 0,0 1 0 0 0,0-1 0 0 0,-1 1 0 0 0,1-1 0 0 0,0 0 0 0 0,0 1 0 0 0,-1-1 0 0 0,1 1 0 0 0,0-1 0 0 0,-1 0 0 0 0,1 1 0 0 0,0-1 0 0 0,-1 0 0 0 0,0 1 0 0 0,-26 8 0 0 0,-22 0 0 0 0,-1-1 0 0 0,-74 2 0 0 0,112-10 0 0 0,-17 0 0 0 0,0-1 0 0 0,-37-6 0 0 0,64 7 0 0 0,1 0 0 0 0,0 0 0 0 0,0 0 0 0 0,-1 0 0 0 0,1 0 0 0 0,0 0 0 0 0,-1 0 0 0 0,1-1 0 0 0,0 1 0 0 0,0-1 0 0 0,0 1 0 0 0,-1-1 0 0 0,1 1 0 0 0,0-1 0 0 0,0 0 0 0 0,0 1 0 0 0,0-1 0 0 0,0 0 0 0 0,0 0 0 0 0,0 0 0 0 0,0 0 0 0 0,0 0 0 0 0,1 0 0 0 0,-1 0 0 0 0,0 0 0 0 0,0 0 0 0 0,1 0 0 0 0,-1-1 0 0 0,1 1 0 0 0,-1 0 0 0 0,1 0 0 0 0,0-1 0 0 0,-1 1 0 0 0,1 0 0 0 0,0 0 0 0 0,0-1 0 0 0,0 1 0 0 0,0 0 0 0 0,0-3 0 0 0,0-9 0 0 0,0 13 0 0 0,0 0 0 0 0,0 0 0 0 0,0-1 0 0 0,0 1 0 0 0,0 0 0 0 0,0 0 0 0 0,0 0 0 0 0,0-1 0 0 0,0 1 0 0 0,0 0 0 0 0,0 0 0 0 0,1-1 0 0 0,-1 1 0 0 0,0 0 0 0 0,0 0 0 0 0,0-1 0 0 0,0 1 0 0 0,0 0 0 0 0,1 0 0 0 0,-1 0 0 0 0,0-1 0 0 0,0 1 0 0 0,0 0 0 0 0,0 0 0 0 0,1 0 0 0 0,-1 0 0 0 0,0 0 0 0 0,0-1 0 0 0,1 1 0 0 0,-1 0 0 0 0,0 0 0 0 0,0 0 0 0 0,0 0 0 0 0,1 0 0 0 0,-1 0 0 0 0,1 0 0 0 0,31-7 0 0 0,-5 6 0 0 0,-12 2 0 0 0,-1 0 0 0 0,0 1 0 0 0,0 1 0 0 0,0 0 0 0 0,0 0 0 0 0,0 2 0 0 0,-1 0 0 0 0,1 0 0 0 0,-1 1 0 0 0,-1 1 0 0 0,16 10 0 0 0,7 8 0 0 0,-1 2 0 0 0,37 36 0 0 0,-68-60 0 0 0,20 22-3058 0 0,-21-23 2093 0 0,-1 0 1 0 0,1 0-1 0 0,-1 0 0 0 0,1 0 1 0 0,-1 0-1 0 0,0 1 0 0 0,1-1 1 0 0,-1 1-1 0 0,1 3 1 0 0,-2-15-6815 0 0,0-3 2592 0 0,0 0 11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58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59 1281 0 0,'-1'-3'2667'0'0,"8"-1"-1880"0"0,14 2 1134 0 0,-15 2 1974 0 0,-12 0-2054 0 0,-48 7 4976 0 0,33-2-4431 0 0,18-5-2209 0 0,0 1-1 0 0,0-1 0 0 0,0 1 0 0 0,0 0 0 0 0,0 0 0 0 0,0 0 0 0 0,0 0 1 0 0,1 0-1 0 0,-1 0 0 0 0,0 1 0 0 0,1-1 0 0 0,-1 1 0 0 0,1 0 1 0 0,-3 3-1 0 0,-6 19 1718 0 0,2-10-1121 0 0,7-12-684 0 0,1 0 0 0 0,-1 0 0 0 0,0 0 0 0 0,1 0 0 0 0,0 0 0 0 0,0 1 0 0 0,-1-1 0 0 0,1 0 0 0 0,1 1 0 0 0,-1-1 0 0 0,0 1 0 0 0,1 0 0 0 0,-1-1 0 0 0,1 1 0 0 0,0-1-1 0 0,-1 1 1 0 0,1 0 0 0 0,1-1 0 0 0,-1 1 0 0 0,0-1 0 0 0,1 1 0 0 0,-1 0 0 0 0,2 3 0 0 0,4 7 67 0 0,1 0-1 0 0,1 0 1 0 0,0-1-1 0 0,0 1 1 0 0,2-2 0 0 0,-1 0-1 0 0,1 0 1 0 0,17 14 0 0 0,-24-22-145 0 0,0-1 0 0 0,1 1 0 0 0,0-1 0 0 0,0 1 0 0 0,0-1 1 0 0,0 0-1 0 0,0-1 0 0 0,0 1 0 0 0,0-1 0 0 0,1 0 0 0 0,-1 0 1 0 0,5 1-1 0 0,3-1-70 0 0,1-1 1 0 0,-1-1 0 0 0,14-1-1 0 0,-15 1-39 0 0,-7 1 32 0 0,-3 0 47 0 0,0 0 0 0 0,0 0 0 0 0,1 0 1 0 0,-1 0-1 0 0,0 0 0 0 0,0 0 0 0 0,0 0 0 0 0,0 0 1 0 0,1-1-1 0 0,-1 1 0 0 0,0 0 0 0 0,0-1 0 0 0,0 1 1 0 0,0 0-1 0 0,0-1 0 0 0,0 0 0 0 0,0 1 0 0 0,0-1 1 0 0,0 1-1 0 0,0-1 0 0 0,0 0 0 0 0,0 0 0 0 0,-1 0 1 0 0,1 0-1 0 0,0 1 0 0 0,1-3 0 0 0,3-5-288 0 0,0 5 231 0 0,-4 3 65 0 0,0 0 0 0 0,0 0 0 0 0,0 0 0 0 0,-1-1 0 0 0,1 1 0 0 0,0 0 0 0 0,0-1 0 0 0,0 1 0 0 0,0-1 0 0 0,0 1 0 0 0,0-1 1 0 0,-1 0-1 0 0,1 1 0 0 0,0-1 0 0 0,0 0 0 0 0,-1 1 0 0 0,1-1 0 0 0,0 0 0 0 0,-1 0 0 0 0,1 0 0 0 0,-1 0 0 0 0,1 1 0 0 0,-1-1 0 0 0,0 0 0 0 0,1 0 0 0 0,-1 0 0 0 0,0 0 1 0 0,0 0-1 0 0,1 0 0 0 0,-1 0 0 0 0,0 0 0 0 0,0 0 0 0 0,0 0 0 0 0,0 0 0 0 0,0 0 0 0 0,-1 0 0 0 0,1 0 0 0 0,0 0 0 0 0,0 0 0 0 0,-1 0 0 0 0,1 0 0 0 0,-1-1 1 0 0,-17-27-87 0 0,5 10 59 0 0,-16-35-1 0 0,22 39 66 0 0,-1-1-1 0 0,0 1 1 0 0,-1 0 0 0 0,-1 0 0 0 0,-1 1-1 0 0,0 1 1 0 0,0-1 0 0 0,-1 2-1 0 0,-26-21 1 0 0,31 28 218 0 0,7 8 366 0 0,2 3-307 0 0,-2-4 30 0 0,0-2-324 0 0,0 1 0 0 0,1-1 0 0 0,-1 1-1 0 0,1-1 1 0 0,-1 0 0 0 0,1 1 0 0 0,-1-1 0 0 0,1 0 0 0 0,-1 1 0 0 0,1-1 0 0 0,0 0-1 0 0,-1 0 1 0 0,1 0 0 0 0,-1 1 0 0 0,1-1 0 0 0,0 0 0 0 0,-1 0 0 0 0,1 0-1 0 0,-1 0 1 0 0,1 0 0 0 0,0 0 0 0 0,-1 0 0 0 0,2 0 0 0 0,0-1 16 0 0,-1 1-1 0 0,1 0 1 0 0,0 0 0 0 0,0 0 0 0 0,-1 0 0 0 0,1 1 0 0 0,0-1 0 0 0,0 0-1 0 0,-1 1 1 0 0,1-1 0 0 0,3 3 0 0 0,93 26 467 0 0,-49-12-296 0 0,0 3 0 0 0,-1 2 0 0 0,61 36-1 0 0,-65-33-78 0 0,-22-13-62 0 0,0 1 0 0 0,31 23 0 0 0,-49-33-52 0 0,0 1 0 0 0,0-1 0 0 0,-1 0 0 0 0,1 1 0 0 0,-1 0 0 0 0,0 0 0 0 0,0 0-1 0 0,0 0 1 0 0,0 0 0 0 0,-1 1 0 0 0,0-1 0 0 0,0 1 0 0 0,0 0 0 0 0,0-1 0 0 0,-1 1 0 0 0,0 0 0 0 0,0 0 0 0 0,1 7 0 0 0,-2-10-1 0 0,-1-1 1 0 0,1 1 0 0 0,0 0 0 0 0,-1 0-1 0 0,1 0 1 0 0,-1 0 0 0 0,1 0 0 0 0,-1-1-1 0 0,0 1 1 0 0,0 0 0 0 0,0-1-1 0 0,0 1 1 0 0,0 0 0 0 0,0-1 0 0 0,0 1-1 0 0,-1-1 1 0 0,1 0 0 0 0,-1 1 0 0 0,1-1-1 0 0,-1 0 1 0 0,1 0 0 0 0,-1 0 0 0 0,-3 2-1 0 0,-5 1 15 0 0,0 1 0 0 0,-1-2 0 0 0,-13 5-1 0 0,8-4-12 0 0,-39 9-201 0 0,-113 10 0 0 0,71-11-906 0 0,-7 0-3999 0 0,-21-10-5704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49:59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132 123 4482 0 0,'-60'-47'8751'0'0,"27"17"-2682"0"0,33 30-5923 0 0,-1-1 1 0 0,0 0-1 0 0,1 0 0 0 0,0 1 0 0 0,-1-1 0 0 0,1 0 1 0 0,-1 0-1 0 0,1 1 0 0 0,0-1 0 0 0,0 0 0 0 0,-1 0 1 0 0,1 0-1 0 0,0 0 0 0 0,0 1 0 0 0,0-1 0 0 0,0 0 1 0 0,0 0-1 0 0,0 0 0 0 0,0 0 0 0 0,0 0 1 0 0,1 0-22 0 0,-1 1 1 0 0,0-1 0 0 0,0 0 0 0 0,0 1-1 0 0,0-1 1 0 0,0 1 0 0 0,0-1 0 0 0,0 0-1 0 0,0 1 1 0 0,0-1 0 0 0,0 1 0 0 0,0-1-1 0 0,0 1 1 0 0,-1-1 0 0 0,1 0 0 0 0,0 1-1 0 0,0-1 1 0 0,-1 1 0 0 0,1-1 0 0 0,0 1-1 0 0,0-1 1 0 0,-1 1 0 0 0,1-1 0 0 0,-1 1 0 0 0,1 0-1 0 0,0-1 1 0 0,-1 1 0 0 0,1-1 0 0 0,-2 1-1 0 0,-20-6 1009 0 0,16 0 1993 0 0,7 13-1638 0 0,-1-4-1450 0 0,0 0 1 0 0,1 0 0 0 0,0 0 0 0 0,-1 0 0 0 0,1 0 0 0 0,0-1 0 0 0,0 1-1 0 0,0 0 1 0 0,1-1 0 0 0,-1 1 0 0 0,0 0 0 0 0,1-1 0 0 0,2 3 0 0 0,7 14 15 0 0,0 24 84 0 0,1-17-115 0 0,2 1 0 0 0,0-2 0 0 0,2 0 0 0 0,21 26 0 0 0,-33-44-24 0 0,1 0 0 0 0,-1 0 0 0 0,-1 0 0 0 0,1 0 0 0 0,-1 1 0 0 0,-1-1 0 0 0,3 9 0 0 0,3 9 0 0 0,13 24 0 0 0,-10-2 0 0 0,0-22 0 0 0,-8-21 0 0 0,-1 1 0 0 0,0 0 0 0 0,0-1 0 0 0,0 1 0 0 0,-1 0 0 0 0,1 0 0 0 0,-1 0 0 0 0,-1 0 0 0 0,2 9 0 0 0,-2-11 0 0 0,0 0 0 0 0,0 0 0 0 0,0 0 0 0 0,1 0 0 0 0,0 1 0 0 0,-1-1 0 0 0,1 0 0 0 0,0 0 0 0 0,1 0 0 0 0,-1-1 0 0 0,0 1 0 0 0,1 0 0 0 0,0 0 0 0 0,-1-1 0 0 0,5 5 0 0 0,2 4 0 0 0,10 17 0 0 0,-15-21 0 0 0,0-1 0 0 0,1 0 0 0 0,0 0 0 0 0,1-1 0 0 0,-1 1 0 0 0,1-1 0 0 0,0 0 0 0 0,0 0 0 0 0,10 6 0 0 0,-9-6 0 0 0,0-1 0 0 0,0 1 0 0 0,-1 0 0 0 0,1 1 0 0 0,5 7 0 0 0,19 18 0 0 0,-22-25 0 0 0,-3-1 0 0 0,0 0 0 0 0,1-1 0 0 0,0 0 0 0 0,0 0 0 0 0,0 0 0 0 0,12 5 0 0 0,-9-7 0 0 0,-8-2 0 0 0,0 0 0 0 0,0 0 0 0 0,0 0 0 0 0,0 0 0 0 0,0 0 0 0 0,0 1 0 0 0,0-1 0 0 0,0 0 0 0 0,0 0 0 0 0,-1 1 0 0 0,1-1 0 0 0,0 1 0 0 0,0-1 0 0 0,0 1 0 0 0,0-1 0 0 0,0 1 0 0 0,-1 0 0 0 0,1-1 0 0 0,0 1 0 0 0,0 0 0 0 0,-1 0 0 0 0,1 0 0 0 0,-1-1 0 0 0,1 1 0 0 0,-1 0 0 0 0,1 0 0 0 0,-1 0 0 0 0,1 0 0 0 0,-1 0 0 0 0,1 1 0 0 0,-1-2 0 0 0,0 1 0 0 0,0-1 0 0 0,0 0 0 0 0,0 0 0 0 0,0 1 0 0 0,0-1 0 0 0,0 0 0 0 0,0 1 0 0 0,0-1 0 0 0,0 0 0 0 0,0 0 0 0 0,0 1 0 0 0,0-1 0 0 0,0 0 0 0 0,0 0 0 0 0,0 1 0 0 0,0-1 0 0 0,0 0 0 0 0,1 0 0 0 0,-1 1 0 0 0,0-1 0 0 0,0 0 0 0 0,0 0 0 0 0,1 0 0 0 0,-1 1 0 0 0,0-1 0 0 0,0 0 0 0 0,0 0 0 0 0,1 0 0 0 0,-1 0 0 0 0,0 0 0 0 0,0 1 0 0 0,1-1 0 0 0,-1 0 0 0 0,0 0 0 0 0,0 0 0 0 0,1 0 0 0 0,-1 0 0 0 0,22 0 0 0 0,-22 0 0 0 0,0 0 0 0 0,1 0 0 0 0,-1 0 0 0 0,0 0 0 0 0,0 0 0 0 0,1 0 0 0 0,-1 0 0 0 0,0 0 0 0 0,0-1 0 0 0,1 1 0 0 0,-1 0 0 0 0,0 0 0 0 0,0 0 0 0 0,0 0 0 0 0,1 0 0 0 0,-1-1 0 0 0,0 1 0 0 0,0 0 0 0 0,0 0 0 0 0,0 0 0 0 0,1-1 0 0 0,-1 1 0 0 0,0 0 0 0 0,0 0 0 0 0,0 0 0 0 0,0-1 0 0 0,0 1 0 0 0,0 0 0 0 0,0 0 0 0 0,0-1 0 0 0,0 1 0 0 0,0 0 0 0 0,0 0 0 0 0,0-1 0 0 0,0 1 0 0 0,0-1 0 0 0,0-19 0 0 0,0 19 0 0 0,0 1 0 0 0,0 0 0 0 0,0 0 0 0 0,0 0 0 0 0,0-1 0 0 0,0 1 0 0 0,0 0 0 0 0,0 0 0 0 0,0 0 0 0 0,0-1 0 0 0,0 1 0 0 0,0 0 0 0 0,0 0 0 0 0,0 0 0 0 0,0-1 0 0 0,0 1 0 0 0,0 0 0 0 0,-1 0 0 0 0,1 0 0 0 0,0 0 0 0 0,0-1 0 0 0,0 1 0 0 0,0 0 0 0 0,-1 0 0 0 0,1 0 0 0 0,0 0 0 0 0,0 0 0 0 0,0 0 0 0 0,0-1 0 0 0,-1 1 0 0 0,1 0 0 0 0,0 0 0 0 0,0 0 0 0 0,0 0 0 0 0,-1 0 0 0 0,1 0 0 0 0,0 0 0 0 0,0 0 0 0 0,-1 0 0 0 0,1 0 0 0 0,-27-1 0 0 0,0 2 0 0 0,16 3 0 0 0,-6-3 0 0 0,34-2 0 0 0,-17 1 0 0 0,0 0 0 0 0,0 0 0 0 0,0 0 0 0 0,1 0 0 0 0,-1 0 0 0 0,0 0 0 0 0,0 0 0 0 0,1 0 0 0 0,-1 0 0 0 0,0 0 0 0 0,0 0 0 0 0,0 0 0 0 0,0 0 0 0 0,1 0 0 0 0,-1 0 0 0 0,0 0 0 0 0,0-1 0 0 0,0 1 0 0 0,1 0 0 0 0,-1 0 0 0 0,0 0 0 0 0,0 0 0 0 0,0 0 0 0 0,0-1 0 0 0,0 1 0 0 0,0 0 0 0 0,1 0 0 0 0,-1 0 0 0 0,0-1 0 0 0,0 1 0 0 0,0 0 0 0 0,0 0 0 0 0,0 0 0 0 0,0-1 0 0 0,0 1 0 0 0,0 0 0 0 0,0 0 0 0 0,0 0 0 0 0,0-1 0 0 0,6-7 0 0 0,5 3 0 0 0,1 0 0 0 0,0 1 0 0 0,1 0 0 0 0,18-3 0 0 0,4-2 0 0 0,23-6 0 0 0,1 2 0 0 0,0 3 0 0 0,90-5 0 0 0,-111 15 0 0 0,-17 5-48 0 0,-32 7-2453 0 0,1-5 141 0 0,-22 29-10531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0:01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94 480 0 0,'-5'0'1881'0'0,"-17"0"173"0"0,11-5 2162 0 0,-11 4-2215 0 0,15-2 1047 0 0,3 0-2415 0 0,-50-18 3836 0 0,54 21-4435 0 0,-1 0 1 0 0,1 0-1 0 0,0 0 1 0 0,-1 0 0 0 0,1-1-1 0 0,0 1 1 0 0,0 0-1 0 0,-1 0 1 0 0,1 0-1 0 0,0 0 1 0 0,0-1-1 0 0,0 1 1 0 0,-1 0-1 0 0,1 0 1 0 0,0 0-1 0 0,0-1 1 0 0,0 1-1 0 0,-1 0 1 0 0,1 0-1 0 0,0-1 1 0 0,0 1-1 0 0,0 0 1 0 0,0 0-1 0 0,0-1 1 0 0,0 1-1 0 0,0 0 1 0 0,0-1-1 0 0,0 1 1 0 0,0 0-1 0 0,0 0 1 0 0,0-1 0 0 0,0 1-1 0 0,0 0 1 0 0,0-1-1 0 0,0 1 1 0 0,0-1-1 0 0,0 1 11 0 0,0 0 0 0 0,0 0-1 0 0,0 0 1 0 0,0-1 0 0 0,0 1 0 0 0,0 0-1 0 0,0 0 1 0 0,0-1 0 0 0,0 1 0 0 0,0 0-1 0 0,0 0 1 0 0,0 0 0 0 0,0-1 0 0 0,0 1-1 0 0,0 0 1 0 0,0 0 0 0 0,0-1 0 0 0,0 1-1 0 0,0 0 1 0 0,-1 0 0 0 0,1 0 0 0 0,0-1-1 0 0,0 1 1 0 0,0 0 0 0 0,0 0 0 0 0,0 0-1 0 0,-1 0 1 0 0,1 0 0 0 0,0-1 0 0 0,0 1-1 0 0,0 0 1 0 0,0 0 0 0 0,-1 0 0 0 0,1 0-1 0 0,0 0 1 0 0,0 0 0 0 0,-1 0 0 0 0,1 0-1 0 0,0-1 1 0 0,0 1 0 0 0,0 0 0 0 0,-1 0-1 0 0,0 0 162 0 0,0 0-147 0 0,0 0 0 0 0,0 0 0 0 0,0 0 1 0 0,1 0-1 0 0,-1 0 0 0 0,0 0 0 0 0,0 0 0 0 0,0 0 0 0 0,0-1 0 0 0,1 1 1 0 0,-1 0-1 0 0,0-1 0 0 0,0 1 0 0 0,1 0 0 0 0,-1-1 0 0 0,0 1 0 0 0,1-1 1 0 0,-1 1-1 0 0,0-1 0 0 0,1 1 0 0 0,-1-1 0 0 0,1 0 0 0 0,-1 1 1 0 0,1-1-1 0 0,-1 0 0 0 0,1 1 0 0 0,-1-1 0 0 0,0-1 0 0 0,0 1 47 0 0,0 0 1 0 0,0 0-1 0 0,0 0 0 0 0,0 0 0 0 0,0 1 0 0 0,0-1 1 0 0,-1 0-1 0 0,1 1 0 0 0,0-1 0 0 0,0 1 0 0 0,-1 0 0 0 0,1-1 1 0 0,0 1-1 0 0,-1 0 0 0 0,1 0 0 0 0,0 0 0 0 0,-1 0 1 0 0,1 0-1 0 0,0 0 0 0 0,-1 0 0 0 0,1 0 0 0 0,0 0 0 0 0,-1 1 1 0 0,0 0-1 0 0,1-5 369 0 0,1 4-460 0 0,1 0 1 0 0,-1 0 0 0 0,0-1 0 0 0,0 1-1 0 0,0 0 1 0 0,0 0 0 0 0,0-1 0 0 0,0 1 0 0 0,0 0-1 0 0,0 0 1 0 0,0 0 0 0 0,0-1 0 0 0,0 1-1 0 0,0 0 1 0 0,0 0 0 0 0,0-1 0 0 0,0 1 0 0 0,0 0-1 0 0,0 0 1 0 0,-1-1 0 0 0,1 1 0 0 0,0 0-1 0 0,0 0 1 0 0,0 0 0 0 0,0-1 0 0 0,0 1 0 0 0,-1 0-1 0 0,1 0 1 0 0,0 0 0 0 0,0-1 0 0 0,0 1-1 0 0,0 0 1 0 0,-1 0 0 0 0,1 0 0 0 0,0 0 0 0 0,0 0-1 0 0,-1 0 1 0 0,1 0 0 0 0,0-1 0 0 0,0 1-1 0 0,-1 0 1 0 0,1 0 0 0 0,0 0 0 0 0,0 0 0 0 0,-1 0-1 0 0,-21-1 239 0 0,22 1-248 0 0,0 0 0 0 0,0 0 0 0 0,0 1 0 0 0,0-1 0 0 0,0 0 0 0 0,0 0 0 0 0,-1 0 0 0 0,1 0 0 0 0,0 0 0 0 0,0 0 0 0 0,0 0-1 0 0,0 0 1 0 0,-1 0 0 0 0,1 0 0 0 0,0 0 0 0 0,0 0 0 0 0,0 0 0 0 0,0 0 0 0 0,0 0 0 0 0,-1 0 0 0 0,1 0 0 0 0,0 0 0 0 0,0 0 0 0 0,0 0 0 0 0,0 0 0 0 0,0 0 0 0 0,-1-1 0 0 0,1 1 0 0 0,0 0 0 0 0,0 0 0 0 0,0 0 0 0 0,0 0 0 0 0,0 0 0 0 0,0 0 0 0 0,-1 0 0 0 0,1 0 0 0 0,0-1 0 0 0,0 1 0 0 0,0 0 0 0 0,0 0 0 0 0,0 0 0 0 0,0 0 0 0 0,0 0 0 0 0,0-1 0 0 0,0 1 0 0 0,0 0 0 0 0,0 0 0 0 0,0 0-1 0 0,0 0 1 0 0,0 0 0 0 0,0-1 0 0 0,0 1 0 0 0,0 0 0 0 0,0 0 0 0 0,0 0 0 0 0,0 0 0 0 0,0-1 0 0 0,0 1 0 0 0,0 0 0 0 0,0 0 1 0 0,0 0 0 0 0,0 0 0 0 0,0-1 0 0 0,0 1 0 0 0,0 0 0 0 0,0 0 0 0 0,0 0 0 0 0,0 0-1 0 0,0 0 1 0 0,0-1 0 0 0,0 1 0 0 0,0 0 0 0 0,0 0 0 0 0,0 0 0 0 0,0 0 0 0 0,0-1 0 0 0,0 1 0 0 0,0 0 0 0 0,0 0 0 0 0,0 0 0 0 0,0 0-1 0 0,0 0 1 0 0,0 0 0 0 0,0-1 0 0 0,-1 1 0 0 0,1 0 0 0 0,0 0 0 0 0,0 0 0 0 0,0 0 0 0 0,0 0 0 0 0,0 0 0 0 0,0 0 0 0 0,-1 0 0 0 0,1-1-1 0 0,0 1 1 0 0,0 0 0 0 0,0 0 0 0 0,0 0 0 0 0,0 0 0 0 0,-1 0 0 0 0,1 0 0 0 0,0 0 0 0 0,0 0 0 0 0,0 0 0 0 0,0 0 0 0 0,0 0 0 0 0,-1 0-1 0 0,1 0 1 0 0,0 0 0 0 0,0 0 0 0 0,0 0 0 0 0,0 0 0 0 0,0 0 0 0 0,-1 0 0 0 0,1 0 0 0 0,0 0 0 0 0,0 1 0 0 0,0-1 0 0 0,0 0 0 0 0,-22 0 193 0 0,16-4 701 0 0,6 9 772 0 0,1-4-1660 0 0,-1 0 0 0 0,1-1-1 0 0,0 1 1 0 0,-1 0 0 0 0,1-1 0 0 0,-1 1 0 0 0,1-1-1 0 0,0 1 1 0 0,0-1 0 0 0,-1 1 0 0 0,1-1-1 0 0,0 1 1 0 0,0-1 0 0 0,-1 0 0 0 0,1 1 0 0 0,0-1-1 0 0,0 0 1 0 0,0 0 0 0 0,0 0 0 0 0,0 0 0 0 0,0 1-1 0 0,-1-1 1 0 0,1 0 0 0 0,0-1 0 0 0,0 1-1 0 0,0 0 1 0 0,0 0 0 0 0,0 0 0 0 0,1-1 0 0 0,6 1 43 0 0,31 6 135 0 0,51 13-1 0 0,3 2-10 0 0,130 7 25 0 0,94 14-205 0 0,-232-28 0 0 0,-42-11 0 0 0,0-1 0 0 0,1-2 0 0 0,-1-3 0 0 0,66-10 0 0 0,88-5 0 0 0,-138 19 0 0 0,0 3 0 0 0,0 2 0 0 0,-1 2 0 0 0,0 4 0 0 0,67 21 0 0 0,-33-7 0 0 0,-87-19 0 0 0,-5-7 0 0 0,0 0 0 0 0,0 1 0 0 0,0-1 0 0 0,0 0 0 0 0,0 0 0 0 0,0 1 0 0 0,0-1 0 0 0,0 0 0 0 0,0 0 0 0 0,1 1 0 0 0,-1-1 0 0 0,0 0 0 0 0,0 0 0 0 0,0 0 0 0 0,0 1 0 0 0,0-1 0 0 0,0 0 0 0 0,1 0 0 0 0,-1 0 0 0 0,0 1 0 0 0,0-1 0 0 0,0 0 0 0 0,0 0 0 0 0,1 0 0 0 0,-1 0 0 0 0,0 0 0 0 0,0 0 0 0 0,1 1 0 0 0,-1-1 0 0 0,0 0 0 0 0,0 0 0 0 0,0 0 0 0 0,1 0 0 0 0,-1 0 0 0 0,0 0 0 0 0,0 0 0 0 0,1 0 0 0 0,0 0 0 0 0,0 0 0 0 0,1 0 0 0 0,-1-1 0 0 0,0 1 0 0 0,0 0 0 0 0,1 0 0 0 0,-1 0 0 0 0,0 1 0 0 0,0-1 0 0 0,0 0 0 0 0,1 0 0 0 0,-1 1 0 0 0,0-1 0 0 0,0 0 0 0 0,0 1 0 0 0,0-1 0 0 0,0 1 0 0 0,0 0 0 0 0,0-1 0 0 0,0 1 0 0 0,2 2 0 0 0,-3-3 0 0 0,0 0 0 0 0,0 0 0 0 0,0 1 0 0 0,0-1 0 0 0,0 0 0 0 0,0 0 0 0 0,0 1 0 0 0,0-1 0 0 0,0 0 0 0 0,0 0 0 0 0,1 1 0 0 0,-1-1 0 0 0,0 0 0 0 0,0 0 0 0 0,0 0 0 0 0,0 1 0 0 0,0-1 0 0 0,0 0 0 0 0,1 0 0 0 0,-1 0 0 0 0,0 1 0 0 0,0-1 0 0 0,0 0 0 0 0,0 0 0 0 0,1 0 0 0 0,-1 0 0 0 0,0 0 0 0 0,0 1 0 0 0,1-1 0 0 0,-1 0 0 0 0,0 0 0 0 0,0 0 0 0 0,1 0 0 0 0,-1 0 0 0 0,0 0 0 0 0,1 0 0 0 0,20 3 0 0 0,-21-3 0 0 0,0 0 0 0 0,0 0 0 0 0,0 0 0 0 0,0 0 0 0 0,0 0 0 0 0,0 0 0 0 0,0 0 0 0 0,0 0 0 0 0,0 0 0 0 0,0 1 0 0 0,0-1 0 0 0,0 0 0 0 0,-1 0 0 0 0,1 0 0 0 0,0 0 0 0 0,0 0 0 0 0,0 0 0 0 0,0 0 0 0 0,0 0 0 0 0,0 1 0 0 0,0-1 0 0 0,0 0 0 0 0,0 0 0 0 0,0 0 0 0 0,0 0 0 0 0,0 0 0 0 0,0 0 0 0 0,0 0 0 0 0,1 1 0 0 0,-1-1 0 0 0,0 0 0 0 0,0 0 0 0 0,0 0 0 0 0,0 0 0 0 0,0 0 0 0 0,0 0 0 0 0,0 0 0 0 0,0 0 0 0 0,0 1 0 0 0,0-1 0 0 0,0 0 0 0 0,-21 2 0 0 0,20-2 0 0 0,1 0 0 0 0,0 0 0 0 0,-1 0 0 0 0,1 0 0 0 0,0 1 0 0 0,-1-1 0 0 0,1 0 0 0 0,0 0 0 0 0,-1 0 0 0 0,1 1 0 0 0,0-1 0 0 0,0 0 0 0 0,-1 0 0 0 0,1 1 0 0 0,0-1 0 0 0,0 0 0 0 0,-1 0 0 0 0,1 1 0 0 0,0-1 0 0 0,0 0 0 0 0,0 1 0 0 0,0-1 0 0 0,0 0 0 0 0,-1 1 0 0 0,1-1 0 0 0,0 0 0 0 0,0 1 0 0 0,0-1 0 0 0,0 1 0 0 0,0-1 0 0 0,0 1 0 0 0,1 3 0 0 0,-1 64-3695 0 0,-5-69-2673 0 0,5 1 6368 0 0,-4-2-1067 0 0,0 0-1 0 0,0-1 1 0 0,0 1 0 0 0,1-1 0 0 0,-1 1 0 0 0,1-1 0 0 0,-4-4-1 0 0,-53-65-10857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30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197 573 560 0 0,'0'-1'228'0'0,"0"1"1"0"0,0-1-1 0 0,0 1 0 0 0,-1-1 0 0 0,1 1 1 0 0,0-1-1 0 0,0 1 0 0 0,-1-1 0 0 0,1 1 1 0 0,0-1-1 0 0,0 1 0 0 0,-1-1 0 0 0,1 1 1 0 0,-1-1-1 0 0,1 1 0 0 0,0 0 0 0 0,-1-1 1 0 0,1 1-1 0 0,-1 0 0 0 0,1-1 0 0 0,-1 1 1 0 0,1 0-1 0 0,-1 0 0 0 0,1-1 0 0 0,-1 1 1 0 0,1 0-1 0 0,-1 0 0 0 0,1 0 0 0 0,-1 0 1 0 0,0 0-1 0 0,-28-2 3688 0 0,-21 9-352 0 0,49-6-3233 0 0,-32 4 2444 0 0,27-5-1588 0 0,1 0-200 0 0,-22 0 1014 0 0,27-34-227 0 0,1 21-1562 0 0,-1 11-188 0 0,0-1 0 0 0,1 0 0 0 0,-1 1 0 0 0,0-1 0 0 0,0 0 0 0 0,0 0 1 0 0,-1 1-1 0 0,1-1 0 0 0,-1 0 0 0 0,1 1 0 0 0,-1-1 0 0 0,0 1 0 0 0,0-1 1 0 0,-2-2-1 0 0,-4-5 53 0 0,4 8-56 0 0,2 0 0 0 0,-1 0 1 0 0,0-1-1 0 0,0 1 0 0 0,1-1 0 0 0,-1 1 0 0 0,1-1 1 0 0,0 1-1 0 0,0-1 0 0 0,0 0 0 0 0,0 0 0 0 0,0 1 1 0 0,1-1-1 0 0,-1 0 0 0 0,1 0 0 0 0,0 0 0 0 0,0 0 1 0 0,0-5-1 0 0,0-207 286 0 0,0 211-310 0 0,1-1 1 0 0,-1 1-1 0 0,1 0 1 0 0,-1 0-1 0 0,1 1 1 0 0,1-1-1 0 0,-1 0 1 0 0,0 0-1 0 0,1 0 0 0 0,0 1 1 0 0,0-1-1 0 0,4-5 1 0 0,2-5 35 0 0,-4 8-26 0 0,-1 1 0 0 0,1-1 0 0 0,0 1 0 0 0,0 0 0 0 0,0 0 0 0 0,1 1 0 0 0,-1-1 0 0 0,1 1 1 0 0,11-7-1 0 0,3 0-158 0 0,35-15 1 0 0,-44 22 73 0 0,12-4-109 0 0,0 1 1 0 0,0 1 0 0 0,0 1-1 0 0,1 1 1 0 0,-1 1-1 0 0,1 1 1 0 0,0 1 0 0 0,0 1-1 0 0,30 3 1 0 0,-51-3 171 0 0,-1 0-1 0 0,1 0 1 0 0,0 0 0 0 0,-1 1 0 0 0,1-1 0 0 0,0 0 0 0 0,-1 1 0 0 0,1-1-1 0 0,-1 1 1 0 0,1-1 0 0 0,-1 1 0 0 0,1 0 0 0 0,-1 0 0 0 0,1 0-1 0 0,1 1 1 0 0,-2 0 16 0 0,0 0 0 0 0,0 0 0 0 0,-1 0 0 0 0,1 1 0 0 0,0-1 0 0 0,-1 0 0 0 0,1 1 1 0 0,-1-1-1 0 0,0 0 0 0 0,0 1 0 0 0,0-1 0 0 0,0 4 0 0 0,0-2 25 0 0,-1 0 1 0 0,1 0 0 0 0,-1-1-1 0 0,1 1 1 0 0,-1 0 0 0 0,0-1-1 0 0,0 1 1 0 0,-1-1 0 0 0,1 1-1 0 0,-1-1 1 0 0,0 0 0 0 0,0 0-1 0 0,-2 4 1 0 0,-35 32 284 0 0,32-33-251 0 0,-11 9 228 0 0,0-1 0 0 0,0 0 0 0 0,-1-2 0 0 0,-1 0 0 0 0,-40 17 0 0 0,55-27-156 0 0,5-2-133 0 0,-1 0-1 0 0,1 0 1 0 0,0-1-1 0 0,0 1 1 0 0,0 0-1 0 0,0-1 1 0 0,0 1-1 0 0,0 0 0 0 0,-1 0 1 0 0,1-1-1 0 0,0 1 1 0 0,0 0-1 0 0,0-1 1 0 0,0 1-1 0 0,0 0 1 0 0,0-1-1 0 0,0 1 0 0 0,0 0 1 0 0,1-1-1 0 0,-1 1 1 0 0,0 0-1 0 0,0 0 1 0 0,0-1-1 0 0,0 1 1 0 0,0 0-1 0 0,0-1 0 0 0,1 1 1 0 0,-1 0-1 0 0,0 0 1 0 0,0-1-1 0 0,0 1 1 0 0,1 0-1 0 0,-1 0 1 0 0,0 0-1 0 0,0-1 0 0 0,1 1 1 0 0,-1 0-1 0 0,0 0 1 0 0,0 0-1 0 0,1 0 1 0 0,-1-1-1 0 0,0 1 1 0 0,1 0-1 0 0,-1 0 0 0 0,0 0 1 0 0,0 0-1 0 0,1 0 1 0 0,75-22-24 0 0,-49 13 7 0 0,0 1-1 0 0,0 2 1 0 0,33-5-1 0 0,-38 10-23 0 0,0 1 0 0 0,0 0 0 0 0,0 2 0 0 0,0 0 0 0 0,0 2 0 0 0,0 0 0 0 0,0 2-1 0 0,-1 0 1 0 0,0 1 0 0 0,0 1 0 0 0,34 20 0 0 0,-43-22 64 0 0,0 2 0 0 0,0 0 1 0 0,21 17-1 0 0,-31-23 1 0 0,1 0-1 0 0,-1 1 1 0 0,0-1 0 0 0,0 0-1 0 0,0 1 1 0 0,-1-1-1 0 0,1 1 1 0 0,-1-1 0 0 0,1 1-1 0 0,-1 0 1 0 0,0 0-1 0 0,0-1 1 0 0,0 1 0 0 0,0 0-1 0 0,0 0 1 0 0,-1 0-1 0 0,1 0 1 0 0,-1 0 0 0 0,0 0-1 0 0,0 0 1 0 0,0 0-1 0 0,0 0 1 0 0,-1 0 0 0 0,1 0-1 0 0,-2 4 1 0 0,0-1 101 0 0,-1 0-1 0 0,0-1 1 0 0,0 1 0 0 0,-1 0 0 0 0,1-1-1 0 0,-1 0 1 0 0,0 0 0 0 0,-1 0-1 0 0,1 0 1 0 0,-10 7 0 0 0,-4 1 428 0 0,-32 19 0 0 0,42-28-470 0 0,-44 25 658 0 0,-75 28 0 0 0,77-36-342 0 0,38-16-498 0 0,0 0 0 0 0,-1-1 0 0 0,0 0 0 0 0,0-1-1 0 0,0 0 1 0 0,-1-1 0 0 0,1-1 0 0 0,0 0 0 0 0,-1-1 0 0 0,1 0 0 0 0,-1-1 0 0 0,1-1 0 0 0,0 0 0 0 0,-1-1 0 0 0,1 0-1 0 0,1-1 1 0 0,-1 0 0 0 0,0-1 0 0 0,1-1 0 0 0,-15-8 0 0 0,13 5-446 0 0,0-1 0 0 0,0 0 0 0 0,1-1 0 0 0,-23-24 0 0 0,32 30-69 0 0,-1-1 0 0 0,1 1-1 0 0,1-1 1 0 0,-1 0 0 0 0,1 0 0 0 0,0-1-1 0 0,0 1 1 0 0,1-1 0 0 0,0 1 0 0 0,0-1-1 0 0,1 0 1 0 0,-1 0 0 0 0,1 0-1 0 0,0-10 1 0 0,1-46-10818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34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163 109 320 0 0,'0'0'1267'0'0,"-5"0"294"0"0,5 0-1352 0 0,-2 0-28 0 0,1 0 0 0 0,-1 1 0 0 0,1-1 1 0 0,-1 0-1 0 0,1 0 0 0 0,-1 0 0 0 0,1 0 0 0 0,0-1 0 0 0,-1 1 0 0 0,1 0 0 0 0,-1-1 0 0 0,1 1 0 0 0,-1-1 0 0 0,1 1 0 0 0,0-1 0 0 0,0 0 0 0 0,-2-1 1601 0 0,-3-4 1086 0 0,-15 5-1321 0 0,15 1-39 0 0,1 0-188 0 0,-50 0 1055 0 0,50 0 600 0 0,-1 0-2482 0 0,-9 0-196 0 0,3 0 4422 0 0,12 1-4639 0 0,0 4-54 0 0,6-4 41 0 0,-6-1-57 0 0,1-1-2 0 0,1 1 1 0 0,-1 0-1 0 0,1 0 0 0 0,-1 0 1 0 0,1 0-1 0 0,-1 0 0 0 0,1 0 1 0 0,-1 0-1 0 0,0 0 0 0 0,1 1 1 0 0,-1-1-1 0 0,1 1 0 0 0,-1-1 1 0 0,0 1-1 0 0,1-1 1 0 0,-1 1-1 0 0,2 1 0 0 0,2-1 86 0 0,50-6 212 0 0,-50 4-226 0 0,1 1 0 0 0,-6 0-72 0 0,1 0-4 0 0,1 0 1 0 0,-1 0 0 0 0,1 0 0 0 0,-1 1 0 0 0,1-1-1 0 0,-1-1 1 0 0,0 1 0 0 0,1 0 0 0 0,-1 0 0 0 0,1-1-1 0 0,-1 1 1 0 0,1 0 0 0 0,-1-1 0 0 0,0 1-1 0 0,1-1 1 0 0,-1 0 0 0 0,2-1 0 0 0,-3 1 142 0 0,60-6 93 0 0,-39 6-121 0 0,1 0 15 0 0,7-4 213 0 0,40-1 0 0 0,-4 6-241 0 0,217-7 842 0 0,-265 7-905 0 0,-1-2 1 0 0,32-6-1 0 0,-31 5 16 0 0,1 0 0 0 0,35-1-1 0 0,28 3 36 0 0,94 7 226 0 0,-157-5-257 0 0,1-1 0 0 0,21-3-1 0 0,13 0 70 0 0,0 3 8 0 0,-4 1 27 0 0,-1-2 0 0 0,90-14-1 0 0,-40-6 88 0 0,-66 16-201 0 0,1 3-39 0 0,12-3-17 0 0,-35 6 4 0 0,0 3 14 0 0,63 2 59 0 0,-44-5-23 0 0,0 2 0 0 0,31 7 0 0 0,-49-7-16 0 0,1-1 1 0 0,0-1-1 0 0,22 1 1 0 0,0-1-5 0 0,123 18 196 0 0,92-12 181 0 0,-204-7-384 0 0,0 1-24 0 0,-36 2 0 0 0,2 0 0 0 0,54-2 0 0 0,-32-1 0 0 0,0 0 0 0 0,11-1 0 0 0,-34-1 0 0 0,1-2 0 0 0,54-4 0 0 0,-32 2 0 0 0,0 0 0 0 0,-2 3 0 0 0,-3-1 0 0 0,4 3 0 0 0,1 1 0 0 0,-1 0 0 0 0,1 0 0 0 0,0-1 0 0 0,-1-3 0 0 0,-25 3 0 0 0,35-2 0 0 0,7 6 0 0 0,49-3 0 0 0,-33 0 0 0 0,-37-2 0 0 0,-47 6-2641 0 0,-33 7-6649 0 0,-35 3-3142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19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327 123 2881 0 0,'11'-3'1246'0'0,"0"0"224"0"0,0 2 5445 0 0,-17 2-4367 0 0,-54 5 4776 0 0,62-5-6237 0 0,-9 3-867 0 0,-15-3 327 0 0,22-1-456 0 0,-1 0 0 0 0,1 1 0 0 0,-1-1 0 0 0,1 0 1 0 0,-1 1-1 0 0,1-1 0 0 0,0 1 0 0 0,-1-1 0 0 0,1 1 0 0 0,0-1 1 0 0,-1 0-1 0 0,1 1 0 0 0,0-1 0 0 0,0 1 0 0 0,-1 0 0 0 0,1-1 1 0 0,0 1-1 0 0,0-1 0 0 0,0 1 0 0 0,0-1 0 0 0,0 1 0 0 0,0-1 1 0 0,0 1-1 0 0,0-1 0 0 0,0 1 0 0 0,0 1 0 0 0,0 3 946 0 0,1-10 2668 0 0,-7 5-3625 0 0,-81-8 174 0 0,-22 2 685 0 0,55 1-886 0 0,48 8-53 0 0,12-6 0 0 0,21 2 0 0 0,10-2 0 0 0,0-1 0 0 0,0-2 0 0 0,49-14 0 0 0,-22 4 0 0 0,-29 3 0 0 0,-26 9 0 0 0,0 1 0 0 0,0-1 0 0 0,0 1 0 0 0,1 1 0 0 0,-1 0 0 0 0,1 0 0 0 0,0 1 0 0 0,11-1 0 0 0,32-2 0 0 0,82 2 0 0 0,-63 3 0 0 0,151 6 0 0 0,-87 6 0 0 0,244 15 0 0 0,-329-23 0 0 0,99-5 0 0 0,-101-2 0 0 0,93-9 0 0 0,-22-1 0 0 0,-91 10 0 0 0,50-11 0 0 0,-54 9 0 0 0,0 1 0 0 0,-1 1 0 0 0,29 1 0 0 0,42-3 0 0 0,134-9 0 0 0,-33 6 0 0 0,-171 5 0 0 0,-11 0 0 0 0,1 1 0 0 0,29 0 0 0 0,20 1 0 0 0,-41-1 0 0 0,-19-3 0 0 0,-4 9 0 0 0,0 1 0 0 0,6 1 0 0 0,0-6 0 0 0,-5-1 0 0 0,0 0 0 0 0,0 0 0 0 0,0 0 0 0 0,0 0 0 0 0,-1 0 0 0 0,1 1 0 0 0,0-1 0 0 0,0 0 0 0 0,0 0 0 0 0,-1 1 0 0 0,1-1 0 0 0,0 0 0 0 0,0 1 0 0 0,-1-1 0 0 0,1 1 0 0 0,0-1 0 0 0,-1 1 0 0 0,1-1 0 0 0,0 1 0 0 0,-1 0 0 0 0,1-1 0 0 0,-1 1 0 0 0,1 0 0 0 0,-1-1 0 0 0,1 1 0 0 0,-1 0 0 0 0,0-1 0 0 0,1 1 0 0 0,-1 0 0 0 0,0 0 0 0 0,0 0 0 0 0,1-1 0 0 0,-1 1 0 0 0,0 0 0 0 0,0 0 0 0 0,0 0 0 0 0,0 1 0 0 0,0-1 0 0 0,0-1 0 0 0,0 1 0 0 0,1 0 0 0 0,-1 0 0 0 0,0 0 0 0 0,1 0 0 0 0,-1-1 0 0 0,0 1 0 0 0,1 0 0 0 0,-1 0 0 0 0,1-1 0 0 0,-1 1 0 0 0,1 0 0 0 0,-1-1 0 0 0,1 1 0 0 0,0-1 0 0 0,-1 1 0 0 0,1-1 0 0 0,0 1 0 0 0,-1-1 0 0 0,1 1 0 0 0,0-1 0 0 0,0 1 0 0 0,-1-1 0 0 0,1 0 0 0 0,0 0 0 0 0,0 1 0 0 0,0-1 0 0 0,0 0 0 0 0,1 0 0 0 0,6 4 0 0 0,25 16 0 0 0,-29-11 0 0 0,-4-8 0 0 0,0-1 0 0 0,0 1 0 0 0,0-1 0 0 0,0 0 0 0 0,0 1 0 0 0,0-1 0 0 0,0 1 0 0 0,0-1 0 0 0,0 0 0 0 0,0 1 0 0 0,1-1 0 0 0,-1 1 0 0 0,0-1 0 0 0,0 0 0 0 0,0 1 0 0 0,1-1 0 0 0,-1 0 0 0 0,0 1 0 0 0,0-1 0 0 0,1 0 0 0 0,-1 1 0 0 0,0-1 0 0 0,1 0 0 0 0,-1 0 0 0 0,0 1 0 0 0,1-1 0 0 0,-1 0 0 0 0,0 0 0 0 0,1 0 0 0 0,0 1 0 0 0,2-1 0 0 0,-2 0 0 0 0,0 0 0 0 0,0 0 0 0 0,0 1 0 0 0,0-1 0 0 0,1 0 0 0 0,-1 0 0 0 0,0 0 0 0 0,0 1 0 0 0,0-1 0 0 0,0 1 0 0 0,0-1 0 0 0,0 0 0 0 0,0 1 0 0 0,0 0 0 0 0,-1-1 0 0 0,1 1 0 0 0,0 0 0 0 0,0-1 0 0 0,0 1 0 0 0,-1 0 0 0 0,1 0 0 0 0,0 0 0 0 0,-1 0 0 0 0,2 1 0 0 0,-2-1 0 0 0,0-1 0 0 0,0 1 0 0 0,0 0 0 0 0,1-1 0 0 0,-1 1 0 0 0,0-1 0 0 0,1 1 0 0 0,-1 0 0 0 0,0-1 0 0 0,1 1 0 0 0,-1-1 0 0 0,0 1 0 0 0,1-1 0 0 0,-1 1 0 0 0,1-1 0 0 0,-1 1 0 0 0,1-1 0 0 0,-1 0 0 0 0,1 1 0 0 0,-1-1 0 0 0,1 0 0 0 0,0 1 0 0 0,-1-1 0 0 0,1 0 0 0 0,0 0 0 0 0,-1 1 0 0 0,1-1 0 0 0,-1 0 0 0 0,1 0 0 0 0,0 0 0 0 0,-1 0 0 0 0,2 0 0 0 0,-1 0 0 0 0,-1 0 0 0 0,1 0 0 0 0,0 0 0 0 0,-1 0 0 0 0,1 0 0 0 0,0 1 0 0 0,-1-1 0 0 0,1 0 0 0 0,0 0 0 0 0,-1 0 0 0 0,1 1 0 0 0,0-1 0 0 0,-1 0 0 0 0,1 1 0 0 0,-1-1 0 0 0,1 1 0 0 0,-1-1 0 0 0,1 1 0 0 0,-1-1 0 0 0,1 1 0 0 0,-1-1 0 0 0,1 1 0 0 0,-1-1 0 0 0,0 1 0 0 0,1-1 0 0 0,-1 1 0 0 0,0 0 0 0 0,1-1 0 0 0,-1 1 0 0 0,0 0 0 0 0,0-1 0 0 0,1 2 0 0 0,-2-1 0 0 0,1 0 0 0 0,0-1 0 0 0,0 1 0 0 0,1 0 0 0 0,-1 0 0 0 0,0 0 0 0 0,0-1 0 0 0,0 1 0 0 0,0 0 0 0 0,1 0 0 0 0,-1 0 0 0 0,0-1 0 0 0,1 1 0 0 0,-1 0 0 0 0,1-1 0 0 0,-1 1 0 0 0,0 0 0 0 0,1-1 0 0 0,0 1 0 0 0,-1 0 0 0 0,1-1 0 0 0,-1 1 0 0 0,1-1 0 0 0,0 1 0 0 0,-1-1 0 0 0,1 0 0 0 0,0 1 0 0 0,0-1 0 0 0,-1 1 0 0 0,1-1 0 0 0,0 0 0 0 0,0 0 0 0 0,1 1 0 0 0,-2-1 0 0 0,1 0 0 0 0,0 0 0 0 0,0 0 0 0 0,0 1 0 0 0,0-1 0 0 0,-1 0 0 0 0,1 1 0 0 0,0-1 0 0 0,0 1 0 0 0,-1-1 0 0 0,1 1 0 0 0,0-1 0 0 0,-1 1 0 0 0,1 0 0 0 0,-1-1 0 0 0,1 1 0 0 0,0 0 0 0 0,-1-1 0 0 0,0 1 0 0 0,1 0 0 0 0,-1 0 0 0 0,1-1 0 0 0,-1 1 0 0 0,0 0 0 0 0,1 0 0 0 0,-1 0 0 0 0,0-1 0 0 0,0 1 0 0 0,0 0 0 0 0,0 0 0 0 0,0 0 0 0 0,0 0 0 0 0,0 1 0 0 0,0 100 0 0 0,0-100 0 0 0,0 0 0 0 0,1 1 0 0 0,-1-1 0 0 0,0 0 0 0 0,1 0 0 0 0,0 0 0 0 0,-1 0 0 0 0,1 0 0 0 0,0 0 0 0 0,0 0 0 0 0,0 0 0 0 0,0 0 0 0 0,0-1 0 0 0,1 1 0 0 0,-1 0 0 0 0,3 2 0 0 0,-3-3 0 0 0,1 1 0 0 0,0 0 0 0 0,-1 0 0 0 0,1 0 0 0 0,-1 0 0 0 0,0 0 0 0 0,0 0 0 0 0,0 0 0 0 0,0 1 0 0 0,0-1 0 0 0,0 0 0 0 0,-1 1 0 0 0,1-1 0 0 0,-1 0 0 0 0,1 1 0 0 0,-1 3 0 0 0,1 10 0 0 0,0-11 0 0 0,-1-1 0 0 0,1 1 0 0 0,-1 0 0 0 0,0-1 0 0 0,-1 1 0 0 0,1-1 0 0 0,-1 1 0 0 0,0 0 0 0 0,0-1 0 0 0,0 0 0 0 0,-3 7 0 0 0,-3-1 0 0 0,6-8 0 0 0,-1-1 0 0 0,1 1 0 0 0,-1-1 0 0 0,1 1 0 0 0,0 0 0 0 0,-1-1 0 0 0,1 1 0 0 0,0 0 0 0 0,0 0 0 0 0,0 0 0 0 0,1 0 0 0 0,-1 0 0 0 0,0 0 0 0 0,1 0 0 0 0,0 0 0 0 0,-1 1 0 0 0,1-1 0 0 0,0 0 0 0 0,0 0 0 0 0,0 0 0 0 0,0 0 0 0 0,0 0 0 0 0,1 1 0 0 0,-1-1 0 0 0,2 3 0 0 0,9 8 0 0 0,-10-12 0 0 0,1 0 0 0 0,-1 0 0 0 0,0 0 0 0 0,0 0 0 0 0,0 1 0 0 0,0-1 0 0 0,0 0 0 0 0,0 1 0 0 0,0-1 0 0 0,0 0 0 0 0,-1 1 0 0 0,1-1 0 0 0,0 1 0 0 0,-1 0 0 0 0,1-1 0 0 0,-1 1 0 0 0,0-1 0 0 0,1 1 0 0 0,-1 3 0 0 0,0 126 0 0 0,0-130 0 0 0,0 0 0 0 0,0 0 0 0 0,0 0 0 0 0,-1 0 0 0 0,1 1 0 0 0,0-1 0 0 0,0 0 0 0 0,-1 0 0 0 0,1 0 0 0 0,-1 0 0 0 0,1 0 0 0 0,-1 0 0 0 0,1 0 0 0 0,-1 0 0 0 0,0 0 0 0 0,1 0 0 0 0,-1 0 0 0 0,0 0 0 0 0,0-1 0 0 0,0 1 0 0 0,1 0 0 0 0,-1 0 0 0 0,0-1 0 0 0,0 1 0 0 0,0-1 0 0 0,-2 2 0 0 0,2-2 0 0 0,0 1 0 0 0,0-1 0 0 0,0 0 0 0 0,0 1 0 0 0,0 0 0 0 0,0-1 0 0 0,1 1 0 0 0,-1-1 0 0 0,0 1 0 0 0,0 0 0 0 0,1 0 0 0 0,-1-1 0 0 0,1 1 0 0 0,-1 0 0 0 0,0 0 0 0 0,1 0 0 0 0,-1 0 0 0 0,1 0 0 0 0,0 0 0 0 0,-1-1 0 0 0,1 1 0 0 0,0 0 0 0 0,0 0 0 0 0,-1 0 0 0 0,1 0 0 0 0,0 2 0 0 0,0-2 0 0 0,0-1 0 0 0,0 1 0 0 0,0 0 0 0 0,0-1 0 0 0,0 1 0 0 0,0 0 0 0 0,0-1 0 0 0,0 1 0 0 0,0 0 0 0 0,0-1 0 0 0,0 1 0 0 0,-1 0 0 0 0,1-1 0 0 0,0 1 0 0 0,0 0 0 0 0,-1-1 0 0 0,1 1 0 0 0,-1-1 0 0 0,1 1 0 0 0,0-1 0 0 0,-1 1 0 0 0,1-1 0 0 0,-1 1 0 0 0,1-1 0 0 0,-1 1 0 0 0,0-1 0 0 0,1 1 0 0 0,-1-1 0 0 0,1 0 0 0 0,-1 1 0 0 0,0-1 0 0 0,1 0 0 0 0,-1 0 0 0 0,0 0 0 0 0,1 1 0 0 0,-2-1 0 0 0,1 0 0 0 0,0 0 0 0 0,0 0 0 0 0,0 1 0 0 0,0-1 0 0 0,0 1 0 0 0,0-1 0 0 0,0 0 0 0 0,0 1 0 0 0,1-1 0 0 0,-1 1 0 0 0,0 0 0 0 0,0-1 0 0 0,1 1 0 0 0,-1 0 0 0 0,0-1 0 0 0,1 1 0 0 0,-1 0 0 0 0,0 0 0 0 0,1 0 0 0 0,-1 0 0 0 0,1-1 0 0 0,-1 1 0 0 0,1 0 0 0 0,0 0 0 0 0,-1 0 0 0 0,1 0 0 0 0,0 0 0 0 0,0 0 0 0 0,0 0 0 0 0,0 0 0 0 0,0 0 0 0 0,0 0 0 0 0,0 0 0 0 0,0 0 0 0 0,0 0 0 0 0,1 2 0 0 0,-1 164 0 0 0,0-166 0 0 0,0 0 0 0 0,0 1 0 0 0,0-1 0 0 0,1 0 0 0 0,-1 0 0 0 0,1 1 0 0 0,-1-1 0 0 0,1 0 0 0 0,0 0 0 0 0,-1 0 0 0 0,1 0 0 0 0,0 0 0 0 0,0 0 0 0 0,-1 0 0 0 0,1 0 0 0 0,0 0 0 0 0,0 0 0 0 0,0 0 0 0 0,0 0 0 0 0,0-1 0 0 0,2 2 0 0 0,8 7 0 0 0,-10-5 0 0 0,0-1 0 0 0,0 1 0 0 0,0-1 0 0 0,0 1 0 0 0,-1-1 0 0 0,1 1 0 0 0,-1 0 0 0 0,0-1 0 0 0,0 1 0 0 0,-1 4 0 0 0,1 2 0 0 0,0-10 0 0 0,0 0 0 0 0,0 1 0 0 0,0-1 0 0 0,0 1 0 0 0,0-1 0 0 0,0 0 0 0 0,0 1 0 0 0,0-1 0 0 0,1 0 0 0 0,-1 1 0 0 0,0-1 0 0 0,0 0 0 0 0,0 1 0 0 0,0-1 0 0 0,1 0 0 0 0,-1 1 0 0 0,0-1 0 0 0,0 0 0 0 0,0 1 0 0 0,1-1 0 0 0,-1 0 0 0 0,0 0 0 0 0,1 1 0 0 0,-1-1 0 0 0,0 0 0 0 0,0 0 0 0 0,1 0 0 0 0,0 1 0 0 0,3 2 0 0 0,0 0 0 0 0,0 0 0 0 0,0 0 0 0 0,0 1 0 0 0,-1 0 0 0 0,1 0 0 0 0,-1 0 0 0 0,0 0 0 0 0,0 0 0 0 0,-1 1 0 0 0,5 8 0 0 0,-4-4 0 0 0,0-1 0 0 0,-1 1 0 0 0,0 0 0 0 0,0-1 0 0 0,-1 1 0 0 0,0 0 0 0 0,-1 11 0 0 0,0-9 0 0 0,-1-9 0 0 0,1 1 0 0 0,0-1 0 0 0,0 1 0 0 0,0-1 0 0 0,0 0 0 0 0,0 1 0 0 0,0-1 0 0 0,1 1 0 0 0,-1-1 0 0 0,1 1 0 0 0,-1-1 0 0 0,1 0 0 0 0,0 0 0 0 0,2 4 0 0 0,6 4 0 0 0,-8-9 0 0 0,1 1 0 0 0,0-1 0 0 0,-1 1 0 0 0,1 0 0 0 0,-1 0 0 0 0,0-1 0 0 0,0 1 0 0 0,0 0 0 0 0,0 0 0 0 0,0 1 0 0 0,0-1 0 0 0,0 0 0 0 0,0 0 0 0 0,-1 0 0 0 0,1 0 0 0 0,-1 1 0 0 0,0-1 0 0 0,0 0 0 0 0,0 4 0 0 0,0 63 0 0 0,0-68 0 0 0,0 0 0 0 0,0 0 0 0 0,0 0 0 0 0,0-1 0 0 0,0 1 0 0 0,0 0 0 0 0,1 0 0 0 0,-1 0 0 0 0,0 0 0 0 0,0-1 0 0 0,1 1 0 0 0,-1 0 0 0 0,0 0 0 0 0,1 0 0 0 0,-1-1 0 0 0,1 1 0 0 0,-1 0 0 0 0,1-1 0 0 0,0 1 0 0 0,-1 0 0 0 0,1-1 0 0 0,0 1 0 0 0,-1-1 0 0 0,1 1 0 0 0,0-1 0 0 0,-1 1 0 0 0,1-1 0 0 0,0 1 0 0 0,0-1 0 0 0,0 0 0 0 0,-1 1 0 0 0,3-1 0 0 0,-2 0 0 0 0,-1 0 0 0 0,1 1 0 0 0,0-1 0 0 0,0 0 0 0 0,0 0 0 0 0,-1 1 0 0 0,1-1 0 0 0,0 1 0 0 0,-1-1 0 0 0,1 1 0 0 0,0-1 0 0 0,-1 1 0 0 0,1-1 0 0 0,0 1 0 0 0,-1-1 0 0 0,1 1 0 0 0,-1 0 0 0 0,1-1 0 0 0,-1 1 0 0 0,1 0 0 0 0,-1-1 0 0 0,0 1 0 0 0,1 0 0 0 0,-1 0 0 0 0,0 0 0 0 0,0-1 0 0 0,1 1 0 0 0,-1 0 0 0 0,0 0 0 0 0,0 0 0 0 0,0-1 0 0 0,0 3 0 0 0,-1 2 0 0 0,1-3 0 0 0,0 0 0 0 0,-1-1 0 0 0,1 1 0 0 0,0 0 0 0 0,0 0 0 0 0,0 0 0 0 0,0-1 0 0 0,0 1 0 0 0,0 0 0 0 0,1 0 0 0 0,-1 0 0 0 0,1-1 0 0 0,-1 1 0 0 0,1 0 0 0 0,-1-1 0 0 0,1 1 0 0 0,0 0 0 0 0,1 1 0 0 0,6-2 0 0 0,-7-1 0 0 0,-1 0 0 0 0,1 0 0 0 0,0 1 0 0 0,0-1 0 0 0,0 0 0 0 0,0 0 0 0 0,0 0 0 0 0,-1 1 0 0 0,1-1 0 0 0,0 0 0 0 0,0 1 0 0 0,0-1 0 0 0,-1 1 0 0 0,1-1 0 0 0,0 1 0 0 0,-1-1 0 0 0,2 1 0 0 0,-1 2 0 0 0,0-1 0 0 0,-1 0 0 0 0,1 0 0 0 0,0 0 0 0 0,-1 0 0 0 0,0 1 0 0 0,1-1 0 0 0,-1 0 0 0 0,0 0 0 0 0,-1 5 0 0 0,1 5 0 0 0,-1-8 0 0 0,0 0 0 0 0,1 0 0 0 0,-1-1 0 0 0,1 1 0 0 0,0 0 0 0 0,1 0 0 0 0,-1 0 0 0 0,1 0 0 0 0,-1 0 0 0 0,1-1 0 0 0,0 1 0 0 0,1 0 0 0 0,1 4 0 0 0,4-1 0 0 0,-5-6 0 0 0,-1 0 0 0 0,1 1 0 0 0,0 0 0 0 0,-1-1 0 0 0,1 1 0 0 0,-1 0 0 0 0,0 0 0 0 0,0 0 0 0 0,0 0 0 0 0,0 0 0 0 0,0 0 0 0 0,0 0 0 0 0,0 0 0 0 0,0 0 0 0 0,-1 0 0 0 0,1 0 0 0 0,-1 1 0 0 0,0-1 0 0 0,0 0 0 0 0,0 0 0 0 0,0 4 0 0 0,0 401 0 0 0,0-406 0 0 0,0 0 0 0 0,0 0 0 0 0,0 0 0 0 0,0 0 0 0 0,-1 0 0 0 0,1 0 0 0 0,0 0 0 0 0,0-1 0 0 0,-1 1 0 0 0,1 0 0 0 0,-1 0 0 0 0,1 0 0 0 0,-1 0 0 0 0,1-1 0 0 0,-1 1 0 0 0,1 0 0 0 0,-1 0 0 0 0,0-1 0 0 0,1 1 0 0 0,-1 0 0 0 0,0-1 0 0 0,0 1 0 0 0,0-1 0 0 0,1 1 0 0 0,-1-1 0 0 0,0 0 0 0 0,-1 1 0 0 0,1 0 0 0 0,0-1 0 0 0,0 1 0 0 0,0-1 0 0 0,0 1 0 0 0,0-1 0 0 0,0 1 0 0 0,0 0 0 0 0,0 0 0 0 0,0-1 0 0 0,0 1 0 0 0,1 0 0 0 0,-1 0 0 0 0,0 0 0 0 0,1 0 0 0 0,-1 0 0 0 0,0 0 0 0 0,1 0 0 0 0,-1 0 0 0 0,1 0 0 0 0,0 0 0 0 0,-1 0 0 0 0,1 0 0 0 0,0 1 0 0 0,0-1 0 0 0,-1 0 0 0 0,1 0 0 0 0,0 2 0 0 0,2 23 0 0 0,-1-20 0 0 0,0 0 0 0 0,-1 1 0 0 0,0-1 0 0 0,0 0 0 0 0,0 1 0 0 0,-1-1 0 0 0,0 0 0 0 0,0 0 0 0 0,-1 0 0 0 0,-2 8 0 0 0,-18 14 0 0 0,11-1 0 0 0,0-13 0 0 0,10-13 0 0 0,-1 1 0 0 0,1 0 0 0 0,-1-1 0 0 0,1 1 0 0 0,0 0 0 0 0,0 0 0 0 0,0 0 0 0 0,0 0 0 0 0,0 0 0 0 0,0 0 0 0 0,0 0 0 0 0,1 0 0 0 0,-1 0 0 0 0,1 0 0 0 0,-1 0 0 0 0,1 1 0 0 0,0-1 0 0 0,0 4 0 0 0,0-6 0 0 0,0 0 0 0 0,0 0 0 0 0,0 1 0 0 0,0-1 0 0 0,0 0 0 0 0,0 1 0 0 0,0-1 0 0 0,0 0 0 0 0,0 0 0 0 0,0 1 0 0 0,0-1 0 0 0,0 0 0 0 0,-1 1 0 0 0,1-1 0 0 0,0 0 0 0 0,0 0 0 0 0,0 1 0 0 0,0-1 0 0 0,0 0 0 0 0,-1 0 0 0 0,1 0 0 0 0,0 1 0 0 0,0-1 0 0 0,-1 0 0 0 0,1 0 0 0 0,0 0 0 0 0,0 0 0 0 0,-1 1 0 0 0,1-1 0 0 0,0 0 0 0 0,0 0 0 0 0,-1 0 0 0 0,1 0 0 0 0,-28 7 0 0 0,23-7-122 0 0,-1 1 0 0 0,0-1 1 0 0,1-1-1 0 0,-1 1 0 0 0,0-1 0 0 0,0 0 0 0 0,1 0 0 0 0,-1 0 1 0 0,1-1-1 0 0,-9-3 0 0 0,3-1-1391 0 0,0 0 1 0 0,0-1-1 0 0,0 0 1 0 0,-11-9-1 0 0,-70-75-15708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21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131 198 400 0 0,'-6'-2'410'0'0,"5"1"-306"0"0,-1 1-1 0 0,1 0 1 0 0,-1-1 0 0 0,1 1-1 0 0,-1-1 1 0 0,1 1 0 0 0,0-1 0 0 0,-1 1-1 0 0,1-1 1 0 0,0 0 0 0 0,0 0 0 0 0,-1 0-1 0 0,1 0 1 0 0,0 0 0 0 0,0 0-1 0 0,0 0 1 0 0,0 0 0 0 0,0 0 0 0 0,1-1-1 0 0,-3-1 1 0 0,3 2-42 0 0,0 1 0 0 0,0-1 1 0 0,0 1-1 0 0,0-1 0 0 0,0 1 0 0 0,0-1 0 0 0,0 1 0 0 0,0-1 1 0 0,-1 1-1 0 0,1 0 0 0 0,0-1 0 0 0,0 1 0 0 0,-1-1 0 0 0,1 1 1 0 0,0-1-1 0 0,-1 1 0 0 0,1 0 0 0 0,0-1 0 0 0,-1 1 0 0 0,1 0 1 0 0,-1-1-1 0 0,1 1 0 0 0,0 0 0 0 0,-1 0 0 0 0,1 0 0 0 0,-1-1 1 0 0,1 1-1 0 0,-1 0 0 0 0,1 0 0 0 0,-1 0 0 0 0,1 0 0 0 0,-1 0 1 0 0,1 0-1 0 0,-1 0 0 0 0,1 0 0 0 0,-1 0 0 0 0,1 0 0 0 0,-2 0 1 0 0,2 0 28 0 0,-1 0 1 0 0,0 0-1 0 0,1 0 1 0 0,-1 0-1 0 0,0 0 1 0 0,0 0-1 0 0,1 0 1 0 0,-1 0-1 0 0,0-1 1 0 0,1 1-1 0 0,-1 0 1 0 0,0 0-1 0 0,1-1 1 0 0,-1 1-1 0 0,0 0 1 0 0,1-1-1 0 0,-1 1 1 0 0,1-1-1 0 0,-1 1 1 0 0,1-1-1 0 0,-1 1 1 0 0,1-1-1 0 0,-1 1 1 0 0,1-1-1 0 0,-1 1 1 0 0,1-1-1 0 0,0 0 1 0 0,-1 1-1 0 0,1-1 1 0 0,0 0-1 0 0,-1 1 1 0 0,1-1-1 0 0,0 0 1 0 0,0 1-1 0 0,0-1 1 0 0,0 0-1 0 0,0 1 1 0 0,0-1-1 0 0,0 0 1 0 0,0-1-1 0 0,0 2-46 0 0,0-1 0 0 0,0 1-1 0 0,0-1 1 0 0,0 0 0 0 0,0 1-1 0 0,0-1 1 0 0,-1 1 0 0 0,1-1-1 0 0,0 1 1 0 0,0-1 0 0 0,0 0-1 0 0,-1 1 1 0 0,1-1 0 0 0,0 1-1 0 0,-1-1 1 0 0,1 1 0 0 0,0-1-1 0 0,-1 1 1 0 0,1 0 0 0 0,-1-1-1 0 0,1 1 1 0 0,-1-1 0 0 0,1 1-1 0 0,0 0 1 0 0,-1-1 0 0 0,0 1-1 0 0,1 0 1 0 0,-1 0 0 0 0,1-1-1 0 0,-1 1 1 0 0,1 0 0 0 0,-1 0-1 0 0,1 0 1 0 0,-1 0 0 0 0,0 0-1 0 0,1 0 1 0 0,-1 0 0 0 0,-1 0-1 0 0,2 0 22 0 0,-1 0-1 0 0,0 0 1 0 0,1 0-1 0 0,-1 0 1 0 0,0 0-1 0 0,1 0 1 0 0,-1-1-1 0 0,0 1 1 0 0,1 0-1 0 0,-1 0 1 0 0,0-1-1 0 0,1 1 1 0 0,-1 0-1 0 0,1-1 1 0 0,-1 1-1 0 0,0 0 1 0 0,1-1-1 0 0,-1 1 1 0 0,1-1-1 0 0,-1 1 1 0 0,1-1-1 0 0,-1 1 1 0 0,1-1-1 0 0,0 1 1 0 0,-1-1-1 0 0,1 0 1 0 0,0 1-1 0 0,-1-1 1 0 0,1 1-1 0 0,0-1 1 0 0,0 0-1 0 0,-1 1 1 0 0,1-1-1 0 0,0 0 1 0 0,0 1-1 0 0,0-1 1 0 0,0 0-1 0 0,0 0 1 0 0,0 0-1 0 0,0 0-7 0 0,0 1-1 0 0,0-1 0 0 0,-1 1 1 0 0,1 0-1 0 0,0-1 1 0 0,0 1-1 0 0,-1-1 0 0 0,1 1 1 0 0,0 0-1 0 0,-1-1 1 0 0,1 1-1 0 0,0 0 0 0 0,-1-1 1 0 0,1 1-1 0 0,0 0 1 0 0,-1 0-1 0 0,1-1 0 0 0,-1 1 1 0 0,1 0-1 0 0,-1 0 0 0 0,1 0 1 0 0,-1-1-1 0 0,1 1 1 0 0,0 0-1 0 0,-1 0 0 0 0,1 0 1 0 0,-1 0-1 0 0,1 0 1 0 0,-1 0-1 0 0,1 0 0 0 0,-1 0 1 0 0,1 0-1 0 0,-1 0 1 0 0,1 0-1 0 0,-1 1 0 0 0,1-1 1 0 0,-1 0-1 0 0,0 0 40 0 0,1 1 0 0 0,-1-1 0 0 0,1 0 0 0 0,-1 0 0 0 0,1 0-1 0 0,-1 0 1 0 0,1 0 0 0 0,-1 0 0 0 0,1 0 0 0 0,-1 0 0 0 0,0 0 0 0 0,1 0 0 0 0,-1 0-1 0 0,1 0 1 0 0,-1 0 0 0 0,1 0 0 0 0,-1 0 0 0 0,1 0 0 0 0,-1-1 0 0 0,1 1 0 0 0,-1 0 0 0 0,1 0-1 0 0,0-1 1 0 0,-1 1 0 0 0,1 0 0 0 0,-1-1 0 0 0,1 1 0 0 0,0 0 0 0 0,-1-1 0 0 0,1 1-1 0 0,0 0 1 0 0,-1-1 0 0 0,1 1 0 0 0,0-1 0 0 0,-1 1 0 0 0,1-1 0 0 0,0 1 0 0 0,0-1-1 0 0,0 0 1 0 0,5 1 10 0 0,120 16 133 0 0,-113-15-183 0 0,-1 1 0 0 0,0 1 1 0 0,1 0-1 0 0,-1 0 0 0 0,0 1 0 0 0,14 7 0 0 0,-25-10-28 0 0,1 1-1 0 0,0-1 1 0 0,0 0 0 0 0,-1 0-1 0 0,1 1 1 0 0,-1-1-1 0 0,1 1 1 0 0,-1-1 0 0 0,1 0-1 0 0,-1 1 1 0 0,0-1-1 0 0,0 1 1 0 0,0-1-1 0 0,0 1 1 0 0,0-1 0 0 0,0 1-1 0 0,0-1 1 0 0,0 1-1 0 0,-1-1 1 0 0,1 0 0 0 0,0 1-1 0 0,-1-1 1 0 0,1 1-1 0 0,-1-1 1 0 0,0 0 0 0 0,1 0-1 0 0,-2 2 1 0 0,-6-1 43 0 0,0-1 1 0 0,1 0 0 0 0,-1-1 0 0 0,0 0-1 0 0,1 0 1 0 0,-1-1 0 0 0,0 0 0 0 0,1 0 0 0 0,-1-1-1 0 0,-8-2 1 0 0,14 3-67 0 0,1 1 0 0 0,-1-1 1 0 0,0 1-1 0 0,0-1 0 0 0,1 0 0 0 0,-1 0 0 0 0,1 1 0 0 0,-1-1 1 0 0,1 0-1 0 0,-1-1 0 0 0,1 1 0 0 0,-1 0 0 0 0,1 0 1 0 0,0-1-1 0 0,0 1 0 0 0,0 0 0 0 0,0-1 0 0 0,0 1 0 0 0,-2-3 1 0 0,2-1 11 0 0,0 1 0 0 0,1 0 0 0 0,-1 0-1 0 0,1-1 1 0 0,0 1 0 0 0,0-8 0 0 0,0-4-14 0 0,0 11-1 0 0,0 0-1 0 0,0 0 0 0 0,1 0 1 0 0,-1 0-1 0 0,1 0 0 0 0,2-7 0 0 0,-2 10-4 0 0,0 0-1 0 0,1 0 0 0 0,-1 0 1 0 0,0 0-1 0 0,1 0 0 0 0,-1 1 1 0 0,1-1-1 0 0,0 1 0 0 0,-1-1 1 0 0,1 1-1 0 0,0-1 0 0 0,0 1 1 0 0,0 0-1 0 0,0 0 0 0 0,2-1 1 0 0,23-12-78 0 0,-22 11 55 0 0,0 0-1 0 0,0 1 1 0 0,1 0 0 0 0,-1 0-1 0 0,0 0 1 0 0,1 1 0 0 0,-1 0 0 0 0,1 0-1 0 0,0 0 1 0 0,-1 1 0 0 0,1 0 0 0 0,0 0-1 0 0,-1 0 1 0 0,1 1 0 0 0,10 1 0 0 0,3 2 29 0 0,0 0 0 0 0,-1 1 1 0 0,30 12-1 0 0,-26-7 7 0 0,0 1 1 0 0,25 16-1 0 0,-40-23 8 0 0,-1 1 0 0 0,0-1-1 0 0,0 1 1 0 0,0 1 0 0 0,0-1-1 0 0,-1 1 1 0 0,0 0 0 0 0,0 0 0 0 0,-1 0-1 0 0,7 12 1 0 0,-11-17-13 0 0,0 0-1 0 0,1-1 1 0 0,-1 1 0 0 0,1 0 0 0 0,-1 0-1 0 0,0 0 1 0 0,1 0 0 0 0,-1 0-1 0 0,0 0 1 0 0,0 0 0 0 0,0 0-1 0 0,0 0 1 0 0,0 0 0 0 0,0 0-1 0 0,0 0 1 0 0,0 0 0 0 0,0 0 0 0 0,-1 0-1 0 0,1 0 1 0 0,0 0 0 0 0,-1 0-1 0 0,1-1 1 0 0,0 1 0 0 0,-1 0-1 0 0,1 0 1 0 0,-1 0 0 0 0,1 0 0 0 0,-1-1-1 0 0,0 1 1 0 0,1 0 0 0 0,-1 0-1 0 0,-1 0 1 0 0,-1 1 3 0 0,0-1 0 0 0,0 1 0 0 0,0-1-1 0 0,0 0 1 0 0,0 0 0 0 0,0 0 0 0 0,0-1 0 0 0,-1 1-1 0 0,1-1 1 0 0,-4 1 0 0 0,-8-1 0 0 0,0 0 0 0 0,0-1-1 0 0,-16-3 1 0 0,19 1 6 0 0,0 0 1 0 0,0-1-1 0 0,0-1 0 0 0,1 1 0 0 0,0-2 1 0 0,-17-10-1 0 0,27 16-14 0 0,1-1 1 0 0,-1 1-1 0 0,1 0 0 0 0,-1-1 1 0 0,1 0-1 0 0,0 1 1 0 0,-1-1-1 0 0,1 1 0 0 0,0-1 1 0 0,-1 1-1 0 0,1-1 1 0 0,0 0-1 0 0,0 1 0 0 0,-1-1 1 0 0,1 0-1 0 0,0 1 1 0 0,0-1-1 0 0,0 0 0 0 0,0 1 1 0 0,0-1-1 0 0,0-1 0 0 0,0 2 0 0 0,0-1-1 0 0,0 1 1 0 0,0-1-1 0 0,0 1 0 0 0,0-1 1 0 0,0 1-1 0 0,0-1 0 0 0,0 1 1 0 0,0-1-1 0 0,0 1 0 0 0,0-1 1 0 0,0 1-1 0 0,-1-1 1 0 0,1 1-1 0 0,0-1 0 0 0,0 1 1 0 0,-1 0-1 0 0,1-1 0 0 0,0 1 1 0 0,-1-1-1 0 0,1 1 0 0 0,0 0 1 0 0,-1-1-1 0 0,1 1 1 0 0,-1-1-1 0 0,-5-2-26 0 0,5 3 25 0 0,1 0 0 0 0,-1 0-1 0 0,1 0 1 0 0,-1-1 0 0 0,1 1 0 0 0,-1 0 0 0 0,1 0 0 0 0,-1-1 0 0 0,1 1 0 0 0,-1 0 0 0 0,1-1 0 0 0,0 1 0 0 0,-1 0 0 0 0,1-1 0 0 0,-1 1 0 0 0,1-1-1 0 0,0 1 1 0 0,-1 0 0 0 0,1-1 0 0 0,0 1 0 0 0,0-1 0 0 0,-1 1 0 0 0,1-2 0 0 0,1 1-5 0 0,0-1-1 0 0,1 1 1 0 0,-1 0 0 0 0,1-1-1 0 0,-1 1 1 0 0,1 0 0 0 0,-1 0-1 0 0,1 0 1 0 0,-1 0 0 0 0,1 0-1 0 0,0 0 1 0 0,0 1 0 0 0,0-1 0 0 0,3 0-1 0 0,1-1-6 0 0,0 1 0 0 0,0 0 0 0 0,0 0 0 0 0,0 0-1 0 0,0 1 1 0 0,0 0 0 0 0,1 0 0 0 0,-1 1 0 0 0,0 0 0 0 0,0 0 0 0 0,0 0-1 0 0,0 0 1 0 0,0 1 0 0 0,0 0 0 0 0,-1 1 0 0 0,10 4 0 0 0,4 1 169 0 0,-14-6-95 0 0,-4-2-54 0 0,-1-1 0 0 0,0 1 0 0 0,1 1 0 0 0,-1-1 0 0 0,1 0 0 0 0,-1 0 0 0 0,0 0 0 0 0,1 0 0 0 0,-1 0 0 0 0,1 0 0 0 0,-1 0 0 0 0,0 0 0 0 0,1 1 0 0 0,-1-1 0 0 0,0 0 0 0 0,1 0 0 0 0,-1 0 0 0 0,0 1 0 0 0,1-1 0 0 0,-1 0 0 0 0,0 1 0 0 0,0-1 0 0 0,1 0 0 0 0,-1 1 0 0 0,0-1 0 0 0,0 0 0 0 0,1 1 0 0 0,-1-1 0 0 0,0 0 0 0 0,0 1 0 0 0,-25 12 543 0 0,16-11-824 0 0,1 0 1 0 0,-1 0 0 0 0,0-1 0 0 0,1 0 0 0 0,-1-1 0 0 0,0 0-1 0 0,0 0 1 0 0,-15-3 0 0 0,8 1-2559 0 0,1-1-1 0 0,-1-1 1 0 0,1 0-1 0 0,-20-9 1 0 0,2-2-2117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22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33 316 3041 0 0,'1'1'3515'0'0,"-2"4"-1533"0"0,-4-5 2793 0 0,-22 0-1014 0 0,27-2-1616 0 0,0 1-2047 0 0,-1 0-1 0 0,1 0 1 0 0,0 0 0 0 0,0 1 0 0 0,0-1-1 0 0,0 0 1 0 0,0 0 0 0 0,0 0 0 0 0,1 0 0 0 0,-1 0-1 0 0,0 0 1 0 0,0 0 0 0 0,1 0 0 0 0,-1 0-1 0 0,0 1 1 0 0,1-1 0 0 0,-1 0 0 0 0,1 0-1 0 0,-1 0 1 0 0,1 1 0 0 0,0-2 0 0 0,13-7 111 0 0,-1 0 0 0 0,15-14 0 0 0,4-18 204 0 0,-8 7-25 0 0,-21 27-306 0 0,2 1-1 0 0,-1-1 1 0 0,1 1 0 0 0,0 0-1 0 0,0 0 1 0 0,1 1-1 0 0,8-8 1 0 0,-4 5 88 0 0,-1-1 0 0 0,0 0 1 0 0,-1-1-1 0 0,8-11 0 0 0,-8 10-7 0 0,-4-4 40 0 0,-4 14-190 0 0,0 0 0 0 0,0 0 0 0 0,0 0 1 0 0,0 0-1 0 0,0 1 0 0 0,0-1 0 0 0,0 0 0 0 0,1 0 1 0 0,-1 0-1 0 0,0 0 0 0 0,0 0 0 0 0,1 0 0 0 0,-1 1 0 0 0,1-1 1 0 0,-1 0-1 0 0,1 0 0 0 0,-1 1 0 0 0,1-1 0 0 0,-1 0 1 0 0,2 0-1 0 0,2-1 21 0 0,-3 1-32 0 0,1 1 1 0 0,-1 0-1 0 0,1-1 1 0 0,-1 0-1 0 0,0 1 0 0 0,1-1 1 0 0,-1 0-1 0 0,0 0 1 0 0,0 0-1 0 0,0 1 1 0 0,0-1-1 0 0,0-1 0 0 0,1 1 1 0 0,-2 0-1 0 0,1 0 1 0 0,0 0-1 0 0,0 0 0 0 0,1-3 1 0 0,-2 4-10 0 0,0-1 1 0 0,0 1-1 0 0,0 0 1 0 0,1-1-1 0 0,-1 1 1 0 0,0 0-1 0 0,0 0 1 0 0,0-1-1 0 0,1 1 1 0 0,-1 0-1 0 0,0 0 1 0 0,0-1-1 0 0,1 1 1 0 0,-1 0-1 0 0,0 0 1 0 0,0-1-1 0 0,1 1 1 0 0,-1 0-1 0 0,0 0 1 0 0,1 0-1 0 0,-1 0 1 0 0,0 0-1 0 0,1-1 1 0 0,-1 1-1 0 0,0 0 1 0 0,1 0-1 0 0,-1 0 1 0 0,0 0-1 0 0,1 0 1 0 0,-1 0-1 0 0,0 0 1 0 0,1 0-1 0 0,-1 0 1 0 0,0 0-1 0 0,1 0 1 0 0,-1 1-1 0 0,0-1 1 0 0,1 0-1 0 0,14 4-146 0 0,-14-4 106 0 0,0 0 29 0 0,-1 0 0 0 0,1 0 0 0 0,-1 1 0 0 0,0-1-1 0 0,1 0 1 0 0,-1 0 0 0 0,1 0 0 0 0,-1 1 0 0 0,0-1 0 0 0,1 0-1 0 0,-1 1 1 0 0,0-1 0 0 0,1 0 0 0 0,-1 1 0 0 0,0-1-1 0 0,1 0 1 0 0,-1 1 0 0 0,0-1 0 0 0,0 1 0 0 0,0-1 0 0 0,1 1-1 0 0,-1-1 1 0 0,0 0 0 0 0,0 1 0 0 0,0 0 0 0 0,3 5-57 0 0,-1-4 60 0 0,6 6 38 0 0,0 0 0 0 0,0 1 0 0 0,-1 0 1 0 0,0 0-1 0 0,-1 1 0 0 0,8 15 0 0 0,9 23 284 0 0,52 81 0 0 0,-10-24-281 0 0,-38-62-106 0 0,-20-26-124 0 0,-6-15 75 0 0,-1 0 0 0 0,1 0 0 0 0,0 0 0 0 0,-1 0 0 0 0,1 0 0 0 0,0 0 0 0 0,0 0 0 0 0,0-1 0 0 0,1 1 0 0 0,-1 0 0 0 0,0-1 0 0 0,1 1 1 0 0,-1-1-1 0 0,1 1 0 0 0,-1-1 0 0 0,1 0 0 0 0,0 1 0 0 0,-1-1 0 0 0,1 0 0 0 0,0 0 0 0 0,4 1 0 0 0,21 5-5487 0 0,-27-7 5426 0 0,0 0 0 0 0,0 0 1 0 0,0 0-1 0 0,1 0 0 0 0,-1 0 0 0 0,0 0 0 0 0,0 0 1 0 0,0 0-1 0 0,0 0 0 0 0,1 0 0 0 0,-1 0 0 0 0,0 0 1 0 0,0 0-1 0 0,0 0 0 0 0,0 0 0 0 0,1 0 0 0 0,-1 0 0 0 0,0 0 1 0 0,0-1-1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23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2641 0 0,'0'9'16968'0'0,"33"-18"-15848"0"0,-1 3-479 0 0,1-8-321 0 0,0 1-800 0 0,32 5-1761 0 0,0-5-2001 0 0,1-1-721 0 0,-34 14 161 0 0,33 14 800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25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329 165 1921 0 0,'-5'-1'747'0'0,"4"1"-576"0"0,-1 0-1 0 0,1 0 1 0 0,0 0 0 0 0,0 0-1 0 0,-1 0 1 0 0,1 0 0 0 0,0-1-1 0 0,0 1 1 0 0,-1 0-1 0 0,1-1 1 0 0,0 1 0 0 0,0-1-1 0 0,0 1 1 0 0,0-1 0 0 0,0 1-1 0 0,0-1 1 0 0,0 0-1 0 0,0 0 1 0 0,0 1 0 0 0,0-1-1 0 0,0 0 1 0 0,0 0-1 0 0,-1-1 1 0 0,2 1-38 0 0,-1 0 0 0 0,1 0 0 0 0,-1 0 0 0 0,0 0 0 0 0,1 0 0 0 0,-1 1 0 0 0,0-1 0 0 0,0 0 0 0 0,0 0 0 0 0,1 1-1 0 0,-1-1 1 0 0,0 1 0 0 0,0-1 0 0 0,0 1 0 0 0,0-1 0 0 0,0 1 0 0 0,0-1 0 0 0,0 1 0 0 0,0 0 0 0 0,0 0 0 0 0,0-1 0 0 0,-1 1 0 0 0,1 0 0 0 0,-1 0 0 0 0,-2 0 372 0 0,-28-15 1976 0 0,23 6-1375 0 0,9 8-1094 0 0,0 1 0 0 0,0 0 0 0 0,0-1 0 0 0,0 1 0 0 0,0-1 0 0 0,0 1 0 0 0,0-1 0 0 0,0 1 0 0 0,1 0 1 0 0,-1-1-1 0 0,0 1 0 0 0,0 0 0 0 0,1-1 0 0 0,-1 1 0 0 0,0 0 0 0 0,0-1 0 0 0,1 1 0 0 0,-1 0 0 0 0,0-1 0 0 0,1 1 0 0 0,-1 0 0 0 0,0 0 0 0 0,1 0 0 0 0,-1-1 0 0 0,1 1 0 0 0,29-9 49 0 0,30-4-301 0 0,-55 11 254 0 0,-5 6 73 0 0,-1-1-1 0 0,0 0 1 0 0,1 0 0 0 0,-1 0 0 0 0,0 0 0 0 0,-1 0 0 0 0,1 0 0 0 0,0 0 0 0 0,-1-1 0 0 0,0 1 0 0 0,1 0 0 0 0,-1-1 0 0 0,0 1 0 0 0,-1-1 0 0 0,1 0 0 0 0,0 1 0 0 0,-1-1 0 0 0,1 0 0 0 0,-1-1 0 0 0,1 1 0 0 0,-1 0 0 0 0,0-1 0 0 0,-5 3 0 0 0,-6 2 305 0 0,0-1 0 0 0,0 0 0 0 0,-27 5 0 0 0,24-6-86 0 0,-74 12 1605 0 0,83-14-1767 0 0,-1-2-1 0 0,1 1 0 0 0,0-1 1 0 0,0 0-1 0 0,0-1 1 0 0,0 0-1 0 0,0 0 0 0 0,-9-3 1 0 0,16 4-128 0 0,1-1 0 0 0,-1 0 0 0 0,0 0 0 0 0,1 0 0 0 0,-1 0-1 0 0,0 1 1 0 0,1-1 0 0 0,0 0 0 0 0,-1 0 0 0 0,1 0 0 0 0,-1 0 0 0 0,1 0 0 0 0,0 0 0 0 0,0 0 0 0 0,0 0 0 0 0,0 0 0 0 0,-1 0 0 0 0,1-1 0 0 0,1 1 0 0 0,-1 0-1 0 0,0 0 1 0 0,0-1 0 0 0,0 0-4 0 0,0 0 0 0 0,0 0-1 0 0,1 0 1 0 0,-1 0 0 0 0,1 0 0 0 0,-1 1-1 0 0,1-1 1 0 0,-1 0 0 0 0,1 0-1 0 0,0 0 1 0 0,1-1 0 0 0,52-26 14 0 0,-50 26-21 0 0,-1 0-1 0 0,1 0 1 0 0,-1 0-1 0 0,1 1 0 0 0,0 0 1 0 0,0-1-1 0 0,0 1 0 0 0,0 1 1 0 0,0-1-1 0 0,0 0 1 0 0,1 1-1 0 0,-1 0 0 0 0,0 0 1 0 0,6 0-1 0 0,29-8-3 0 0,-23 6-25 0 0,1 0-1 0 0,0 2 1 0 0,0 0-1 0 0,0 0 1 0 0,21 4-1 0 0,-35-3 25 0 0,0-1 1 0 0,0 1 0 0 0,0 0 0 0 0,0 1 0 0 0,0-1 0 0 0,0 0 0 0 0,0 1 0 0 0,0-1-1 0 0,0 1 1 0 0,0 0 0 0 0,-1 0 0 0 0,1 0 0 0 0,0 1 0 0 0,0-1 0 0 0,-1 1 0 0 0,1-1 0 0 0,-1 1-1 0 0,0 0 1 0 0,1 0 0 0 0,-1 0 0 0 0,0 0 0 0 0,0 0 0 0 0,0 0 0 0 0,0 1 0 0 0,2 4 0 0 0,5 5 43 0 0,-3-7-16 0 0,14 19 51 0 0,-19-23-72 0 0,-1-1 0 0 0,1 1 0 0 0,-1 0 0 0 0,0 0 1 0 0,1 0-1 0 0,-1 0 0 0 0,0 0 0 0 0,0 0 0 0 0,1 0 0 0 0,-1 0 0 0 0,0 0 0 0 0,0 1 0 0 0,0-1 0 0 0,0 0 1 0 0,0 0-1 0 0,-1 0 0 0 0,1 0 0 0 0,0 0 0 0 0,0 0 0 0 0,-1 0 0 0 0,1 0 0 0 0,-1 0 0 0 0,1 0 1 0 0,-1-1-1 0 0,1 1 0 0 0,-1 0 0 0 0,1 0 0 0 0,-1 0 0 0 0,-1 1 0 0 0,-20 12 167 0 0,19-12-166 0 0,0-1 0 0 0,0 1 0 0 0,0-1 1 0 0,0 0-1 0 0,0 0 0 0 0,0 0 1 0 0,-1 0-1 0 0,1-1 0 0 0,0 1 0 0 0,-1-1 1 0 0,1 0-1 0 0,0 0 0 0 0,-1 0 0 0 0,1 0 1 0 0,0-1-1 0 0,-1 1 0 0 0,-3-2 1 0 0,-6-2 9 0 0,0-1 1 0 0,1 0-1 0 0,-14-8 1 0 0,11 5-16 0 0,3 3-16 0 0,1-1 0 0 0,1 0-1 0 0,-1-1 1 0 0,1 0 0 0 0,0-1-1 0 0,0 0 1 0 0,1-1 0 0 0,1 0-1 0 0,-1 0 1 0 0,-11-17 0 0 0,19 25 9 0 0,0 0 0 0 0,1 0 0 0 0,-1 0 0 0 0,0 0 0 0 0,1 0 0 0 0,-1 0 0 0 0,0 0 0 0 0,1 0 1 0 0,-1 0-1 0 0,1 0 0 0 0,0-1 0 0 0,-1 1 0 0 0,1 0 0 0 0,0 0 0 0 0,0 0 0 0 0,0-1 0 0 0,0 1 0 0 0,0 0 0 0 0,0 0 1 0 0,0 0-1 0 0,0-1 0 0 0,0 1 0 0 0,1 0 0 0 0,-1 0 0 0 0,0 0 0 0 0,1 0 0 0 0,-1 0 0 0 0,1-1 0 0 0,-1 1 1 0 0,1 0-1 0 0,0 0 0 0 0,-1 0 0 0 0,1 0 0 0 0,0 1 0 0 0,0-1 0 0 0,0 0 0 0 0,0 0 0 0 0,0 0 0 0 0,4-2-16 0 0,-1 2-1 0 0,0-1 0 0 0,1 0 0 0 0,-1 1 0 0 0,1 0 1 0 0,-1 0-1 0 0,7 0 0 0 0,-2-1 6 0 0,-5 2 5 0 0,1 0 0 0 0,-1 0 1 0 0,0 0-1 0 0,0 1 0 0 0,0-1 0 0 0,0 1 0 0 0,0 0 0 0 0,0 0 0 0 0,0 0 1 0 0,0 1-1 0 0,0-1 0 0 0,-1 1 0 0 0,1 0 0 0 0,4 3 0 0 0,-1-1 11 0 0,0 1 1 0 0,0-1 0 0 0,0 1 0 0 0,-1 0 0 0 0,0 1 0 0 0,0 0-1 0 0,0 0 1 0 0,-1 0 0 0 0,0 0 0 0 0,0 1 0 0 0,-1 0 0 0 0,8 14-1 0 0,-10-17-169 0 0,-1 0-1 0 0,1 0 0 0 0,-1 1 0 0 0,0-1 0 0 0,0 0 1 0 0,0 1-1 0 0,-1-1 0 0 0,1 1 0 0 0,-1-1 0 0 0,0 5 1 0 0,-1-6-150 0 0,1 0 1 0 0,-1 0-1 0 0,0-1 1 0 0,1 1-1 0 0,-1-1 1 0 0,0 1-1 0 0,-1 0 1 0 0,1-1-1 0 0,0 0 0 0 0,-1 1 1 0 0,1-1-1 0 0,-1 0 1 0 0,0 0-1 0 0,0 0 1 0 0,0 0-1 0 0,0 0 1 0 0,-2 2-1 0 0,-5 2-2299 0 0,-1-1 1 0 0,0 1-1 0 0,-17 6 0 0 0,23-11 1973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36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86 960 0 0,'0'-1'197'0'0,"-1"-1"0"0"0,1 0 0 0 0,0 0 0 0 0,0 1 0 0 0,0-1 0 0 0,1 0 0 0 0,-1 1 0 0 0,0-1 0 0 0,1 0 0 0 0,-1 0 0 0 0,1 1 0 0 0,-1-1 0 0 0,1 1 0 0 0,0-1 0 0 0,0 1 0 0 0,0-1 0 0 0,0 1 0 0 0,0-1 0 0 0,0 1 0 0 0,0 0 0 0 0,0-1 0 0 0,0 1 0 0 0,1 0 0 0 0,-1 0 0 0 0,2-1 0 0 0,6-5 17 0 0,24-16 1147 0 0,-30 21-1297 0 0,0 0 1 0 0,0 1-1 0 0,0-1 0 0 0,1 0 1 0 0,-1 1-1 0 0,1 0 0 0 0,-1 0 1 0 0,1 0-1 0 0,-1 0 0 0 0,1 0 1 0 0,-1 1-1 0 0,1 0 0 0 0,0 0 1 0 0,-1 0-1 0 0,1 0 0 0 0,6 1 1 0 0,-10-1-31 0 0,1 1 1 0 0,-1-1-1 0 0,1 0 1 0 0,-1 0 0 0 0,1 1-1 0 0,-1-1 1 0 0,0 0-1 0 0,1 1 1 0 0,-1-1-1 0 0,0 0 1 0 0,1 1 0 0 0,-1-1-1 0 0,0 0 1 0 0,1 1-1 0 0,-1-1 1 0 0,0 1 0 0 0,0-1-1 0 0,0 1 1 0 0,1-1-1 0 0,-1 1 1 0 0,0-1-1 0 0,0 0 1 0 0,0 1 0 0 0,0-1-1 0 0,0 1 1 0 0,0-1-1 0 0,0 1 1 0 0,0-1 0 0 0,0 1-1 0 0,0-1 1 0 0,0 1-1 0 0,0-1 1 0 0,0 1-1 0 0,-1 0 1 0 0,-5 15 1182 0 0,3-13-991 0 0,-1 0-1 0 0,1-1 0 0 0,-1 1 1 0 0,0-1-1 0 0,1 0 0 0 0,-1 0 0 0 0,0-1 1 0 0,-5 2-1 0 0,-57 18 1833 0 0,-1-3-1 0 0,0-3 1 0 0,-103 10-1 0 0,150-23-1714 0 0,0-1-1 0 0,-37-4 1 0 0,57 3-347 0 0,-1 0 0 0 0,1 0 0 0 0,-1-1 0 0 0,1 1 0 0 0,0 0 1 0 0,-1-1-1 0 0,1 1 0 0 0,0 0 0 0 0,-1-1 0 0 0,1 1 0 0 0,0 0 0 0 0,-1-1 1 0 0,1 1-1 0 0,0 0 0 0 0,0-1 0 0 0,0 1 0 0 0,-1-1 0 0 0,1 1 1 0 0,0-1-1 0 0,0 1 0 0 0,0 0 0 0 0,0-1 0 0 0,0 1 0 0 0,0-1 0 0 0,0 1 1 0 0,0-1-1 0 0,0 1 0 0 0,0-1 0 0 0,0 1 0 0 0,0-1 0 0 0,0 1 0 0 0,0 0 1 0 0,0-1-1 0 0,0 1 0 0 0,1-1 0 0 0,-1 1 0 0 0,0-1 0 0 0,0 1 1 0 0,0 0-1 0 0,1-1 0 0 0,-1 1 0 0 0,0 0 0 0 0,1-1 0 0 0,-1 1 0 0 0,0 0 1 0 0,1-1-1 0 0,-1 1 0 0 0,0 0 0 0 0,1-1 0 0 0,-1 1 0 0 0,1 0 1 0 0,10-5-9 0 0,-2 0 12 0 0,0 1-1 0 0,0 0 1 0 0,18-4-1 0 0,13 0 13 0 0,1 1-1 0 0,-1 3 0 0 0,1 1 1 0 0,0 2-1 0 0,0 2 1 0 0,57 8-1 0 0,-71 1 8 0 0,-26-9-16 0 0,0-1 0 0 0,-1 1-1 0 0,1-1 1 0 0,0 1-1 0 0,-1-1 1 0 0,1 1-1 0 0,-1 0 1 0 0,1-1 0 0 0,-1 1-1 0 0,0-1 1 0 0,1 1-1 0 0,-1 0 1 0 0,1-1 0 0 0,-1 1-1 0 0,0 0 1 0 0,0 0-1 0 0,1-1 1 0 0,-1 1-1 0 0,0 0 1 0 0,0 1 0 0 0,-1 0 4 0 0,1-1 1 0 0,-1 1 0 0 0,0 0 0 0 0,0-1-1 0 0,0 1 1 0 0,0-1 0 0 0,0 1-1 0 0,0-1 1 0 0,-1 0 0 0 0,1 1 0 0 0,0-1-1 0 0,-1 0 1 0 0,1 0 0 0 0,-1 0 0 0 0,1 0-1 0 0,-1 0 1 0 0,1 0 0 0 0,-1 0 0 0 0,0-1-1 0 0,1 1 1 0 0,-1 0 0 0 0,0-1 0 0 0,0 0-1 0 0,-2 1 1 0 0,-36 10 274 0 0,-1-2 0 0 0,0-1 0 0 0,0-3 0 0 0,-1-1 0 0 0,1-2 0 0 0,-60-5 0 0 0,91 3-270 0 0,9 0-18 0 0,0 1-1 0 0,1-1 1 0 0,-1 0 0 0 0,0 0-1 0 0,1 0 1 0 0,-1 0 0 0 0,0 0-1 0 0,0 0 1 0 0,1 0 0 0 0,-1 0-1 0 0,0 0 1 0 0,1 0 0 0 0,-1 0-1 0 0,0 0 1 0 0,1 0 0 0 0,-1-1 0 0 0,0 1-1 0 0,1 0 1 0 0,-1-1 0 0 0,0 1-1 0 0,1 0 1 0 0,-1-1 0 0 0,1 1-1 0 0,-1 0 1 0 0,0-1 0 0 0,1 1-1 0 0,-1-1 1 0 0,1 1 0 0 0,0-1 0 0 0,-1 0-1 0 0,1 1 1 0 0,-1-1 0 0 0,1 1-1 0 0,0-1 1 0 0,-1 0 0 0 0,1 1-1 0 0,0-1 1 0 0,0 0 0 0 0,0 1-1 0 0,-1-1 1 0 0,1-1 0 0 0,6 0-128 0 0,14-5 34 0 0,24-6 40 0 0,20 5 85 0 0,-1 3-1 0 0,1 3 1 0 0,1 3-1 0 0,-1 2 1 0 0,117 22-1 0 0,-181-25-22 0 0,1 1 0 0 0,0-1 0 0 0,-1 0-1 0 0,1 1 1 0 0,0-1 0 0 0,-1 0 0 0 0,1 1 0 0 0,0-1 0 0 0,-1 1-1 0 0,1-1 1 0 0,-1 1 0 0 0,1-1 0 0 0,-1 1 0 0 0,1 0 0 0 0,-1-1 0 0 0,1 1-1 0 0,-1 0 1 0 0,0-1 0 0 0,1 1 0 0 0,-1 0 0 0 0,0-1 0 0 0,1 1-1 0 0,-1 0 1 0 0,0 0 0 0 0,0-1 0 0 0,0 1 0 0 0,0 0 0 0 0,0 0-1 0 0,0-1 1 0 0,0 1 0 0 0,0 0 0 0 0,0 0 0 0 0,0-1 0 0 0,0 1-1 0 0,0 0 1 0 0,-1 0 0 0 0,1-1 0 0 0,0 1 0 0 0,0 0 0 0 0,-1 0-1 0 0,1-1 1 0 0,-1 1 0 0 0,1-1 0 0 0,0 1 0 0 0,-1 0 0 0 0,1-1 0 0 0,-1 1-1 0 0,0-1 1 0 0,1 1 0 0 0,-1-1 0 0 0,1 1 0 0 0,-1-1 0 0 0,0 1-1 0 0,1-1 1 0 0,-1 0 0 0 0,0 1 0 0 0,0-1 0 0 0,-18 6 121 0 0,0-1-1 0 0,0 0 1 0 0,-1-2 0 0 0,-34 3-1 0 0,5-3-2 0 0,0-3 1 0 0,0-1-1 0 0,-82-13 0 0 0,129 14-128 0 0,-1-1 0 0 0,1 1 0 0 0,-1-1 0 0 0,1 0 0 0 0,-1 0 0 0 0,1 0 1 0 0,-1 0-1 0 0,1 0 0 0 0,0 0 0 0 0,-4-3 0 0 0,5 2-11 0 0,0 1 0 0 0,0 0-1 0 0,0-1 1 0 0,1 1 0 0 0,-1-1 0 0 0,0 1-1 0 0,1-1 1 0 0,-1 1 0 0 0,1-1 0 0 0,0 1 0 0 0,-1-1-1 0 0,1 0 1 0 0,0 1 0 0 0,0-1 0 0 0,0 0-1 0 0,0-1 1 0 0,1 1 6 0 0,0 1 0 0 0,0 0 0 0 0,0 0 0 0 0,0-1 1 0 0,0 1-1 0 0,0 0 0 0 0,0 0 0 0 0,0 0 0 0 0,1 0 0 0 0,-1 0 0 0 0,0 0 0 0 0,0 1 0 0 0,1-1 0 0 0,-1 0 0 0 0,1 1 0 0 0,-1-1 0 0 0,1 1 1 0 0,-1-1-1 0 0,1 1 0 0 0,2-1 0 0 0,0 0-23 0 0,38-10-172 0 0,1 1 0 0 0,0 2 0 0 0,1 2 0 0 0,45 0 0 0 0,-77 5 160 0 0,0 0 1 0 0,0 1 0 0 0,0 0-1 0 0,-1 1 1 0 0,1 1-1 0 0,0-1 1 0 0,-1 2-1 0 0,20 6 1 0 0,-30-9 52 0 0,-1 0 1 0 0,0 1-1 0 0,1-1 0 0 0,-1 0 1 0 0,0 0-1 0 0,0 1 0 0 0,1-1 1 0 0,-1 0-1 0 0,0 1 0 0 0,0-1 1 0 0,1 0-1 0 0,-1 1 0 0 0,0-1 1 0 0,0 0-1 0 0,0 1 0 0 0,0-1 1 0 0,0 1-1 0 0,0-1 0 0 0,0 0 1 0 0,1 1-1 0 0,-1-1 0 0 0,0 0 1 0 0,0 1-1 0 0,0-1 0 0 0,0 1 1 0 0,-1-1-1 0 0,1 0 0 0 0,0 1 1 0 0,0-1-1 0 0,0 1 0 0 0,0-1 1 0 0,0 0-1 0 0,0 1 0 0 0,-1-1 1 0 0,1 0-1 0 0,0 1 0 0 0,0-1 1 0 0,0 0-1 0 0,-1 1 0 0 0,1-1 1 0 0,0 0-1 0 0,0 0 0 0 0,-1 1 1 0 0,0-1-1 0 0,-2 4 60 0 0,0 0-1 0 0,-1 0 1 0 0,0 0 0 0 0,1-1-1 0 0,-1 1 1 0 0,-1-1-1 0 0,1 0 1 0 0,0 0 0 0 0,-1-1-1 0 0,-4 3 1 0 0,-53 17 511 0 0,47-17-436 0 0,-5 2-166 0 0,0-1-1 0 0,-1-1 0 0 0,1-1 1 0 0,-1-1-1 0 0,0 0 0 0 0,0-2 1 0 0,-1 0-1 0 0,1-1 0 0 0,0-2 1 0 0,-36-6-1 0 0,30 5-685 0 0,17 2 250 0 0,0-1 1 0 0,0 1-1 0 0,-14-6 1 0 0,18 5-663 0 0,0 0 0 0 0,0-1 0 0 0,0 0 1 0 0,-9-7-1 0 0,-18-16-8454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38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1521 0 0,'0'0'1200'0'0,"0"-6"-159"0"0,0-2 159 0 0,0 2-960 0 0,0-1 0 0 0,0-1-320 0 0,33 8-400 0 0,-33-6-880 0 0,32 6-561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40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99 283 1040 0 0,'-6'-6'14554'0'0,"-21"6"-11766"0"0,22-1-2601 0 0,-17-5-14 0 0,22 6-168 0 0,0 0 0 0 0,-1 1 0 0 0,1-1 0 0 0,0 0 0 0 0,0 0 0 0 0,0 0 0 0 0,0 0 0 0 0,0 0 0 0 0,-1 0 0 0 0,1 0 0 0 0,0 0 0 0 0,0 0 0 0 0,0 0 0 0 0,0 0 0 0 0,-1 0 0 0 0,1 0 0 0 0,0 0-1 0 0,0 0 1 0 0,0 0 0 0 0,0 0 0 0 0,-1 0 0 0 0,1-1 0 0 0,0 1 0 0 0,0 0 0 0 0,0 0 0 0 0,0 0 0 0 0,0 0 0 0 0,-1 0 0 0 0,1 0 0 0 0,0 0 0 0 0,0 0 0 0 0,0-1 0 0 0,0 1 0 0 0,0 0 0 0 0,0 0 0 0 0,0 0 0 0 0,0 0 0 0 0,0 0 0 0 0,-1-1 0 0 0,1 1 0 0 0,0 0 0 0 0,0 0 0 0 0,0 0 0 0 0,0 0 0 0 0,0 0 0 0 0,0-1 0 0 0,0 1 0 0 0,0 0 0 0 0,0 0 0 0 0,0 0 0 0 0,0 0 0 0 0,0-1 0 0 0,0 1 0 0 0,0 0 0 0 0,1 0 0 0 0,-1-1 5 0 0,0 1-1 0 0,0 0 1 0 0,0 0 0 0 0,0 0 0 0 0,0 0 0 0 0,0 0 0 0 0,0-1 0 0 0,0 1 0 0 0,0 0 0 0 0,0 0 0 0 0,0 0 0 0 0,0 0 0 0 0,0 0 0 0 0,0-1 0 0 0,0 1 0 0 0,0 0 0 0 0,-1 0 0 0 0,1 0 0 0 0,0 0 0 0 0,0 0 0 0 0,0-1 0 0 0,0 1 0 0 0,0 0 0 0 0,0 0 0 0 0,0 0 0 0 0,0 0 0 0 0,0 0 0 0 0,-1 0 0 0 0,1 0 0 0 0,0-1 0 0 0,0 1 0 0 0,0 0 0 0 0,0 0 0 0 0,0 0 0 0 0,0 0 0 0 0,-1 0 0 0 0,1 0 0 0 0,0 0 0 0 0,0 0 0 0 0,0 0-1 0 0,0 0 1 0 0,-1 0 0 0 0,1 0 0 0 0,0 0 0 0 0,0 0 0 0 0,0 0 0 0 0,0 0 0 0 0,0 0 0 0 0,-1 0 0 0 0,1 0 0 0 0,0 0 0 0 0,0 0 0 0 0,0 0 0 0 0,0 0 0 0 0,0 0 0 0 0,-1 0 0 0 0,1 0 0 0 0,0 1 0 0 0,-22-5 137 0 0,17 2 666 0 0,10 2-733 0 0,17 0 0 0 0,-17 0 1 0 0,1 0-1 0 0,86-15 160 0 0,104-10 93 0 0,-139 21-127 0 0,-32 3-119 0 0,-1-1 0 0 0,28-5 0 0 0,-43 5-54 0 0,-1 1 1 0 0,1 0-1 0 0,-1 0 0 0 0,1 1 0 0 0,-1 0 1 0 0,13 1-1 0 0,15 1 201 0 0,-2-1 86 0 0,46-7 0 0 0,-69 4-231 0 0,1 1 0 0 0,-1 0 0 0 0,15 2 0 0 0,23-4 129 0 0,-21 1-101 0 0,-1 0 0 0 0,32 4-1 0 0,-21-1-66 0 0,104-1 177 0 0,179 11 266 0 0,-170-3-333 0 0,-126-6-61 0 0,37-1 1 0 0,-13-2 35 0 0,-30 0-41 0 0,0-1-1 0 0,-1-1 1 0 0,26-6-1 0 0,25-5 80 0 0,27-10 0 0 0,-2 0 41 0 0,-47 12-102 0 0,-36 8-38 0 0,0 1 1 0 0,0 0 0 0 0,1 1-1 0 0,-1 1 1 0 0,21-1 0 0 0,-31 2-66 0 0,0 0-6 0 0,0 0 1 0 0,0 0 0 0 0,0 0-1 0 0,0 1 1 0 0,0-1 0 0 0,0 0-1 0 0,0 0 1 0 0,0-1 0 0 0,-1 1-1 0 0,1 0 1 0 0,0 0 0 0 0,0 0-1 0 0,0 0 1 0 0,0-1 0 0 0,0 1 0 0 0,0-1-1 0 0,-1 1 1 0 0,1 0 0 0 0,0-1-1 0 0,0 1 1 0 0,0-1 0 0 0,0 0-1 0 0,5-1 64 0 0,53-4-23 0 0,39-7 5 0 0,-32 12 31 0 0,97 1 160 0 0,-65 0-240 0 0,162 11 14 0 0,-200-10 66 0 0,-35 2-31 0 0,-12 1-18 0 0,14-3 36 0 0,80 3 243 0 0,-51-1-154 0 0,-33-2-122 0 0,-15-1-8 0 0,0 0-1 0 0,0 0 0 0 0,0 0 0 0 0,8-2 1 0 0,6-2 0 0 0,-21 2-119 0 0,0 1 0 0 0,-1 0 0 0 0,1 0 1 0 0,0 0-1 0 0,-1 0 0 0 0,1 0 0 0 0,-1-1 0 0 0,0 1 0 0 0,1 0 0 0 0,-1 0 0 0 0,0-1 0 0 0,1 1 0 0 0,-1 0 0 0 0,0-1 0 0 0,0 1 0 0 0,0 0 0 0 0,0-1 0 0 0,-1 1 1 0 0,1 0-1 0 0,0 0 0 0 0,0-1 0 0 0,-1 1 0 0 0,1 0 0 0 0,-1 0 0 0 0,1-1 0 0 0,-1 1 0 0 0,0 0 0 0 0,1 0 0 0 0,-2-1 0 0 0,-13-6-2363 0 0,-1 1 0 0 0,0 1-1 0 0,-1 1 1 0 0,1 0-1 0 0,-1 1 1 0 0,-22-2 0 0 0,-81-14-5428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41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484 125 240 0 0,'1'-1'2775'0'0,"-8"-4"-2015"0"0,-47-23 6243 0 0,33 19-3436 0 0,20 9-3510 0 0,0 0-1 0 0,1 0 1 0 0,-1 0-1 0 0,0 0 1 0 0,0-1 0 0 0,0 1-1 0 0,0 0 1 0 0,0-1 0 0 0,1 1-1 0 0,-1-1 1 0 0,0 1-1 0 0,0-1 1 0 0,1 1 0 0 0,-1-1-1 0 0,0 1 1 0 0,1-1-1 0 0,-1 1 1 0 0,1-1 0 0 0,-1 0-1 0 0,0 0 1 0 0,1 1 0 0 0,-1-2-1 0 0,1 1-17 0 0,0 1 0 0 0,0-1 0 0 0,0 1 0 0 0,1-1 0 0 0,-1 1 1 0 0,0 0-1 0 0,0-1 0 0 0,1 1 0 0 0,-1-1 0 0 0,0 1 0 0 0,0 0 0 0 0,1-1 0 0 0,-1 1 0 0 0,1 0 0 0 0,-1-1 0 0 0,0 1 0 0 0,1 0 0 0 0,-1 0 0 0 0,0 0 0 0 0,1-1 0 0 0,-1 1 1 0 0,1 0-1 0 0,-1 0 0 0 0,1 0 0 0 0,-1 0 0 0 0,1 0 0 0 0,-1-1 0 0 0,1 1 0 0 0,-1 0 0 0 0,0 0 0 0 0,1 0 0 0 0,0 1 0 0 0,14-1-25 0 0,-15 0 70 0 0,5 0 170 0 0,1 1-27 0 0,54 12 1253 0 0,-60-12-1409 0 0,0-1 0 0 0,0 0 0 0 0,0 1 0 0 0,1-1 0 0 0,-1 0 0 0 0,0 0-1 0 0,0 1 1 0 0,0-1 0 0 0,0 0 0 0 0,0 1 0 0 0,0-1 0 0 0,0 0 0 0 0,0 1-1 0 0,0-1 1 0 0,0 0 0 0 0,0 1 0 0 0,0-1 0 0 0,0 0 0 0 0,0 0 0 0 0,0 1 0 0 0,0-1-1 0 0,0 0 1 0 0,0 1 0 0 0,-1-1 0 0 0,1 0 0 0 0,0 0 0 0 0,0 1 0 0 0,0-1-1 0 0,0 0 1 0 0,-1 0 0 0 0,1 1 0 0 0,0-1 0 0 0,0 0 0 0 0,-1 0 0 0 0,1 1 0 0 0,0-1-1 0 0,0 0 1 0 0,-1 0 0 0 0,1 0 0 0 0,0 0 0 0 0,0 0 0 0 0,-1 1 0 0 0,1-1-1 0 0,0 0 1 0 0,-1 0 0 0 0,1 0 0 0 0,-1 0 0 0 0,-22 2 396 0 0,-1-1 0 0 0,0-1 0 0 0,0-1-1 0 0,0-1 1 0 0,1-1 0 0 0,-25-6 0 0 0,43 8-434 0 0,4 1-27 0 0,-1 0 1 0 0,1 0-1 0 0,0 0 0 0 0,-1 0 1 0 0,1 0-1 0 0,0 0 1 0 0,-1-1-1 0 0,1 1 0 0 0,0-1 1 0 0,-1 1-1 0 0,1-1 1 0 0,0 1-1 0 0,0-1 0 0 0,0 0 1 0 0,0 0-1 0 0,-1 1 1 0 0,1-1-1 0 0,0 0 0 0 0,0 0 1 0 0,1 0-1 0 0,-3-2 1 0 0,-13-4 6 0 0,6 4-13 0 0,9 0 13 0 0,10 0-33 0 0,0 0 0 0 0,0 1-1 0 0,0 0 1 0 0,1 0 0 0 0,-1 1-1 0 0,1 0 1 0 0,17 1 0 0 0,-8 1-86 0 0,0 1 0 0 0,36 8 0 0 0,-55-10 118 0 0,0 0 0 0 0,-1 0 0 0 0,1 0 0 0 0,0 1 0 0 0,0-1 0 0 0,0 0 0 0 0,0 0 0 0 0,-1 0 0 0 0,1 0 1 0 0,0 0-1 0 0,0 1 0 0 0,0-1 0 0 0,0 0 0 0 0,0 0 0 0 0,0 0 0 0 0,0 0 0 0 0,-1 1 0 0 0,1-1 0 0 0,0 0 0 0 0,0 0 0 0 0,0 0 0 0 0,0 1 0 0 0,0-1 0 0 0,0 0 0 0 0,0 0 0 0 0,0 0 0 0 0,0 1 1 0 0,0-1-1 0 0,0 0 0 0 0,0 0 0 0 0,0 0 0 0 0,0 1 0 0 0,0-1 0 0 0,0 0 0 0 0,0 0 0 0 0,1 0 0 0 0,-1 1 0 0 0,0-1 0 0 0,0 0 0 0 0,0 0 0 0 0,0 0 0 0 0,0 0 0 0 0,0 1 0 0 0,1-1 0 0 0,-1 0 1 0 0,0 0-1 0 0,0 0 0 0 0,0 0 0 0 0,0 0 0 0 0,0 0 0 0 0,1 1 0 0 0,-21 1 1 0 0,-1-1 1 0 0,1-1-1 0 0,-39-4 0 0 0,-168-31-10484 0 0,171 23 4361 0 0,56 12 5944 0 0,-1 0 0 0 0,1 0 0 0 0,0 0 1 0 0,-1-1-1 0 0,1 1 0 0 0,-1 0 0 0 0,1 0 0 0 0,0 0 0 0 0,-1 0 0 0 0,1 0 0 0 0,0 0 0 0 0,-1-1 0 0 0,1 1 0 0 0,-1 0 0 0 0,1 0 0 0 0,0-1 0 0 0,0 1 0 0 0,-1 0 0 0 0,1-1 0 0 0,0 1 0 0 0,-1 0 0 0 0,1 0 0 0 0,0-1 0 0 0,0 1 0 0 0,0-1 0 0 0,-1 1 0 0 0,1 0 1 0 0,0-1-1 0 0,0 1 0 0 0,0 0 0 0 0,0-1 0 0 0,0 1 0 0 0,0-1 0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45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55 240 0 0,'0'0'1601'0'0,"1"0"-1506"0"0,-1-1 1 0 0,0 1 0 0 0,0 0-1 0 0,0-1 1 0 0,0 1 0 0 0,0-1-1 0 0,1 1 1 0 0,-1 0 0 0 0,0-1-1 0 0,0 1 1 0 0,0-1 0 0 0,0 1-1 0 0,0 0 1 0 0,0-1 0 0 0,0 1-1 0 0,0-1 1 0 0,-1 1 0 0 0,1 0-1 0 0,0-1 1 0 0,0 1 0 0 0,0-1-1 0 0,0 1 1 0 0,0 0 0 0 0,-1-1-1 0 0,1 1 1 0 0,0 0-1 0 0,0-1 1 0 0,0 1 0 0 0,-1 0-1 0 0,1-1 1 0 0,0 1 0 0 0,-1 0-1 0 0,1 0 1 0 0,0-1 0 0 0,-1 1-1 0 0,1 0 1 0 0,0 0 0 0 0,-1 0-1 0 0,1-1 1 0 0,-1 1 0 0 0,-21-5 437 0 0,22 5-489 0 0,-1-1 0 0 0,1 1 0 0 0,0 0 0 0 0,-1 0 0 0 0,1 0 0 0 0,0 0 0 0 0,0 0 0 0 0,-1 0 0 0 0,1-1 0 0 0,0 1 0 0 0,-1 0 0 0 0,1 0 0 0 0,0 0 0 0 0,0-1 0 0 0,-1 1 0 0 0,1 0 0 0 0,0-1 0 0 0,0 1 0 0 0,0 0 0 0 0,0 0 0 0 0,-1-1 0 0 0,1 1 0 0 0,0 0 0 0 0,0-1 0 0 0,0 1 0 0 0,0 0 0 0 0,0-1 0 0 0,0 1 0 0 0,0 0 0 0 0,0-1-1 0 0,0 1 1 0 0,0 0 0 0 0,0-1 0 0 0,0 1 0 0 0,0 0 0 0 0,0-1 0 0 0,0 1 0 0 0,0 0 0 0 0,0-1 0 0 0,0 1 0 0 0,0 0-28 0 0,1-1 0 0 0,-1 1 0 0 0,0 0 0 0 0,0-1 0 0 0,0 1 0 0 0,0 0 0 0 0,0-1 0 0 0,0 1 0 0 0,0 0 0 0 0,0-1 0 0 0,0 1 0 0 0,0 0 0 0 0,0 0 0 0 0,0-1 0 0 0,0 1-1 0 0,0 0 1 0 0,0-1 0 0 0,-1 1 0 0 0,1 0 0 0 0,0 0 0 0 0,0-1 0 0 0,0 1 0 0 0,0 0 0 0 0,-1-1 0 0 0,1 1 0 0 0,0 0 0 0 0,0 0 0 0 0,0 0 0 0 0,-1-1 0 0 0,1 1 0 0 0,0 0 0 0 0,0 0 0 0 0,-1 0 0 0 0,1-1 0 0 0,0 1 0 0 0,0 0-1 0 0,-1 0 1 0 0,1 0 0 0 0,-1 0 0 0 0,-21-2 211 0 0,22 2-219 0 0,0 1 1 0 0,0-1-1 0 0,0 0 0 0 0,0 0 1 0 0,-1 0-1 0 0,1 0 0 0 0,0 0 1 0 0,0 0-1 0 0,0 0 0 0 0,-1 0 0 0 0,1 0 1 0 0,0 0-1 0 0,0 0 0 0 0,0 0 1 0 0,-1-1-1 0 0,1 1 0 0 0,0 0 1 0 0,0 0-1 0 0,0 0 0 0 0,0 0 1 0 0,-1 0-1 0 0,1 0 0 0 0,0 0 0 0 0,0 0 1 0 0,0-1-1 0 0,0 1 0 0 0,0 0 1 0 0,-1 0-1 0 0,1 0 0 0 0,0 0 1 0 0,0 0-1 0 0,0-1 0 0 0,0 1 1 0 0,0 0-1 0 0,0 0 0 0 0,0 0 0 0 0,0 0 1 0 0,0-1-1 0 0,0 1 0 0 0,-1 0 1 0 0,1 0-1 0 0,0 0 0 0 0,0-1 1 0 0,0 1-1 0 0,0 0 0 0 0,0 0 1 0 0,0 0-1 0 0,1-1 0 0 0,-1 1 0 0 0,0 0 1 0 0,0 0-1 0 0,0 0 0 0 0,0 0 1 0 0,0-1-1 0 0,0 1 101 0 0,0 0 1 0 0,0 0 0 0 0,0-1-1 0 0,0 1 1 0 0,0 0-1 0 0,0 0 1 0 0,1 0-1 0 0,-1 0 1 0 0,0-1 0 0 0,0 1-1 0 0,0 0 1 0 0,0 0-1 0 0,0 0 1 0 0,0-1-1 0 0,-1 1 1 0 0,1 0 0 0 0,0 0-1 0 0,0 0 1 0 0,0-1-1 0 0,0 1 1 0 0,0 0-1 0 0,0 0 1 0 0,0 0 0 0 0,0 0-1 0 0,0-1 1 0 0,0 1-1 0 0,-1 0 1 0 0,1 0-1 0 0,0 0 1 0 0,0 0-1 0 0,0 0 1 0 0,0 0 0 0 0,0-1-1 0 0,-1 1 1 0 0,1 0-1 0 0,0 0 1 0 0,0 0-1 0 0,0 0 1 0 0,0 0 0 0 0,-1 0-1 0 0,1 0 1 0 0,0 0-1 0 0,0 0 1 0 0,0 0-1 0 0,-1 0 1 0 0,1 0 0 0 0,0 0-1 0 0,0 0 1 0 0,0 0-1 0 0,0 0 1 0 0,-1 0-1 0 0,1 0 1 0 0,0 0-1 0 0,0 0 1 0 0,-22 0 264 0 0,16 0 439 0 0,8 2-671 0 0,-9 1-110 0 0,-15-2 141 0 0,44-1-39 0 0,-17 0 1159 0 0,1 1-1213 0 0,16 3 1 0 0,-17-3 79 0 0,0-1-80 0 0,-3 0-60 0 0,-1 0-11 0 0,0 0 0 0 0,0 0 0 0 0,0-1 0 0 0,0 1 1 0 0,0 0-1 0 0,0 0 0 0 0,0 0 0 0 0,1 0 0 0 0,-1 0 0 0 0,0 1 1 0 0,0-1-1 0 0,0 0 0 0 0,0 0 0 0 0,0 1 0 0 0,0-1 0 0 0,0 1 1 0 0,0-1-1 0 0,0 1 0 0 0,0-1 0 0 0,0 1 0 0 0,-1-1 0 0 0,1 1 1 0 0,2 1-1 0 0,-3 0 151 0 0,-1-2-124 0 0,1 1 1 0 0,0 0 0 0 0,0 0 0 0 0,0 0-1 0 0,-1-1 1 0 0,1 1 0 0 0,0 0-1 0 0,0 0 1 0 0,0 0 0 0 0,0-1-1 0 0,0 1 1 0 0,1 0 0 0 0,-1 0-1 0 0,0 0 1 0 0,0-1 0 0 0,0 1-1 0 0,1 0 1 0 0,-1 0 0 0 0,0-1-1 0 0,1 1 1 0 0,-1 0 0 0 0,1 0-1 0 0,-1-1 1 0 0,1 1 0 0 0,-1-1 0 0 0,1 1-1 0 0,0 0 1 0 0,3 1 49 0 0,-3-2-67 0 0,1 0 0 0 0,-1 0 0 0 0,0 1 0 0 0,0-1 0 0 0,0 1 0 0 0,0-1 0 0 0,0 1 0 0 0,1-1 0 0 0,-1 1 0 0 0,0-1 0 0 0,0 1 0 0 0,0 0 0 0 0,-1 0 0 0 0,1 0 0 0 0,0-1 0 0 0,0 1 0 0 0,0 0-1 0 0,-1 0 1 0 0,1 0 0 0 0,0 0 0 0 0,-1 0 0 0 0,1 0 0 0 0,-1 1 0 0 0,1 0 0 0 0,-1-1-3 0 0,1 0-1 0 0,-1 0 1 0 0,0 0-1 0 0,1 0 1 0 0,-1 0 0 0 0,0 0-1 0 0,1 0 1 0 0,-1 0-1 0 0,1 0 1 0 0,0 0-1 0 0,-1 0 1 0 0,1 0 0 0 0,0 0-1 0 0,-1 0 1 0 0,1 0-1 0 0,0-1 1 0 0,0 1-1 0 0,0 0 1 0 0,0-1 0 0 0,0 1-1 0 0,0-1 1 0 0,0 1-1 0 0,0-1 1 0 0,1 1-1 0 0,8 5 90 0 0,-4 3 35 0 0,1-1 0 0 0,-1 1 0 0 0,7 14 0 0 0,-12-21-114 0 0,0 0-1 0 0,0 1 1 0 0,-1-1 0 0 0,1 1 0 0 0,-1-1-1 0 0,0 1 1 0 0,1-1 0 0 0,-1 1 0 0 0,-1 2-1 0 0,1-3-2 0 0,0 1-1 0 0,0-1 0 0 0,0 1 0 0 0,0-1 1 0 0,1 0-1 0 0,-1 1 0 0 0,1-1 1 0 0,-1 0-1 0 0,1 1 0 0 0,0-1 0 0 0,0 0 1 0 0,1 2-1 0 0,9 9 69 0 0,-10-11-71 0 0,1 0-1 0 0,-1-1 1 0 0,1 1-1 0 0,-1 0 1 0 0,0 0-1 0 0,1-1 0 0 0,-1 1 1 0 0,0 0-1 0 0,0 0 1 0 0,-1 0-1 0 0,1 0 1 0 0,0 1-1 0 0,-1-1 1 0 0,1 0-1 0 0,-1 0 0 0 0,0 0 1 0 0,0 1-1 0 0,0-1 1 0 0,0 3-1 0 0,0 57 395 0 0,0-61-414 0 0,0 0 0 0 0,0 0 0 0 0,0 0 0 0 0,0 0 0 0 0,0 0 0 0 0,0 0 0 0 0,-1 0 0 0 0,1 0 0 0 0,0 0 0 0 0,-1 0 0 0 0,1 0 0 0 0,-1 0 0 0 0,1 0 0 0 0,-1 0 0 0 0,1 0 0 0 0,-1-1 0 0 0,1 1 0 0 0,-1 0 0 0 0,0 0 0 0 0,0-1 0 0 0,1 1 0 0 0,-1 0 0 0 0,0-1 0 0 0,0 1 0 0 0,0-1 0 0 0,0 1 0 0 0,0-1 0 0 0,-1 1 0 0 0,1 0 0 0 0,0-1 0 0 0,0 0 0 0 0,0 1 0 0 0,0-1 0 0 0,0 1 0 0 0,1 0 0 0 0,-1-1 0 0 0,0 1 0 0 0,0 0 0 0 0,0-1 0 0 0,1 1 0 0 0,-1 0 0 0 0,0 0 0 0 0,1 0 0 0 0,-1 0 0 0 0,1-1 0 0 0,-1 1 0 0 0,1 0 0 0 0,-1 0 0 0 0,1 0 0 0 0,0 0 0 0 0,-1 0 0 0 0,1 0 0 0 0,0 0 0 0 0,0 1 0 0 0,0-1 0 0 0,0 0 0 0 0,0 1 0 0 0,0 327 240 0 0,0-328-239 0 0,0 1 0 0 0,0-1 0 0 0,0 0 0 0 0,0 0 0 0 0,0 0 0 0 0,0 0 0 0 0,1 0 0 0 0,-1 1 0 0 0,1-1 0 0 0,-1 0 0 0 0,1 0-1 0 0,-1 0 1 0 0,1 0 0 0 0,-1 0 0 0 0,1 0 0 0 0,0 0 0 0 0,-1-1 0 0 0,1 1 0 0 0,0 0 0 0 0,0 0 0 0 0,0 0 0 0 0,0-1 0 0 0,0 1 0 0 0,0 0 0 0 0,0-1 0 0 0,2 1 0 0 0,-2 0 11 0 0,0-1-1 0 0,0 1 0 0 0,-1-1 1 0 0,1 1-1 0 0,0-1 0 0 0,0 1 1 0 0,0-1-1 0 0,0 1 1 0 0,-1 0-1 0 0,1-1 0 0 0,0 1 1 0 0,-1 0-1 0 0,1 0 0 0 0,-1 0 1 0 0,1-1-1 0 0,0 1 1 0 0,-1 0-1 0 0,0 0 0 0 0,1 0 1 0 0,-1 0-1 0 0,0 0 0 0 0,1 0 1 0 0,-1 0-1 0 0,0 0 1 0 0,0 0-1 0 0,0 1 0 0 0,0 123 123 0 0,0-125-134 0 0,0 1 1 0 0,0 0-1 0 0,-1-1 0 0 0,1 1 1 0 0,0-1-1 0 0,0 1 1 0 0,-1-1-1 0 0,1 1 1 0 0,0-1-1 0 0,-1 1 0 0 0,1-1 1 0 0,-1 1-1 0 0,1-1 1 0 0,-1 0-1 0 0,1 1 1 0 0,-1-1-1 0 0,1 1 1 0 0,-1-1-1 0 0,1 0 0 0 0,-1 0 1 0 0,1 1-1 0 0,-1-1 1 0 0,0 0-1 0 0,1 0 1 0 0,-1 0-1 0 0,1 0 1 0 0,-1 0-1 0 0,0 0 0 0 0,1 1 1 0 0,-1-1-1 0 0,1-1 1 0 0,-2 1-1 0 0,1 0 0 0 0,1 0 0 0 0,-1 0 0 0 0,0 0 0 0 0,1 0 0 0 0,-1 0 0 0 0,1 0 0 0 0,-1 0 0 0 0,0 0 0 0 0,1 0 0 0 0,-1 1 0 0 0,1-1 0 0 0,-1 0 0 0 0,1 0 0 0 0,-1 1 0 0 0,0-1 0 0 0,1 0 0 0 0,-1 0 0 0 0,1 1-1 0 0,-1-1 1 0 0,1 1 0 0 0,-1-1 0 0 0,1 0 0 0 0,0 1 0 0 0,-1-1 0 0 0,1 1 0 0 0,0-1 0 0 0,-1 1 0 0 0,1-1 0 0 0,0 1 0 0 0,-1 0 0 0 0,1-1 0 0 0,0 2 0 0 0,0 298 1761 0 0,0-299-1761 0 0,0 0 1 0 0,-1 0-1 0 0,1-1 1 0 0,0 1 0 0 0,0 0-1 0 0,0-1 1 0 0,0 1-1 0 0,-1 0 1 0 0,1-1-1 0 0,0 1 1 0 0,-1 0-1 0 0,1-1 1 0 0,0 1 0 0 0,-1-1-1 0 0,1 1 1 0 0,-1-1-1 0 0,1 1 1 0 0,-1-1-1 0 0,1 1 1 0 0,-1-1-1 0 0,1 1 1 0 0,-1-1 0 0 0,0 0-1 0 0,1 1 1 0 0,-1-1-1 0 0,1 0 1 0 0,-1 1-1 0 0,0-1 1 0 0,1 0-1 0 0,-1 0 1 0 0,0 0 0 0 0,-1 0-1 0 0,1 1 2 0 0,1-1 0 0 0,-1 0 0 0 0,0 0-1 0 0,0 0 1 0 0,0 1 0 0 0,1-1 0 0 0,-1 0 0 0 0,0 1-1 0 0,0-1 1 0 0,1 0 0 0 0,-1 1 0 0 0,0-1 0 0 0,1 1 0 0 0,-1-1-1 0 0,1 1 1 0 0,-1 0 0 0 0,0-1 0 0 0,1 1 0 0 0,-1 0-1 0 0,1-1 1 0 0,-1 1 0 0 0,1 0 0 0 0,0-1 0 0 0,-1 1 0 0 0,1 0-1 0 0,0 0 1 0 0,0-1 0 0 0,-1 1 0 0 0,1 0 0 0 0,0 0-1 0 0,0 0 1 0 0,0 0 0 0 0,0 0 0 0 0,0 1 7 0 0,0-1 1 0 0,0 1 0 0 0,0-1-1 0 0,-1 0 1 0 0,1 1-1 0 0,0-1 1 0 0,-1 0 0 0 0,1 1-1 0 0,-1-1 1 0 0,1 0-1 0 0,-1 0 1 0 0,0 0 0 0 0,1 1-1 0 0,-1-1 1 0 0,0 0 0 0 0,0 0-1 0 0,0 0 1 0 0,0 0-1 0 0,0 0 1 0 0,0 0 0 0 0,0 0-1 0 0,0-1 1 0 0,0 1-1 0 0,0 0 1 0 0,0-1 0 0 0,-3 2-1 0 0,-2 1-28 0 0,5-2 19 0 0,1-1 0 0 0,-1 0 0 0 0,1 0 0 0 0,0 1 0 0 0,-1-1 0 0 0,1 0 0 0 0,-1 1 0 0 0,1-1 0 0 0,0 0 0 0 0,-1 1 0 0 0,1-1 0 0 0,0 1 0 0 0,-1-1 0 0 0,1 1 0 0 0,0-1 0 0 0,0 1 0 0 0,0-1 0 0 0,-1 1 0 0 0,1-1 0 0 0,0 1 0 0 0,0-1 0 0 0,0 1 0 0 0,0-1 0 0 0,0 1 0 0 0,0-1 0 0 0,0 2 0 0 0,-4 7 13 0 0,-51 31 134 0 0,-10 9-147 0 0,64-48 2 0 0,0 0 1 0 0,0 0-1 0 0,1 1 1 0 0,-1-1-1 0 0,0 1 0 0 0,1-1 1 0 0,-1 1-1 0 0,1-1 0 0 0,-1 1 1 0 0,1-1-1 0 0,0 1 1 0 0,-1-1-1 0 0,1 1 0 0 0,0-1 1 0 0,0 1-1 0 0,0-1 0 0 0,0 1 1 0 0,1 0-1 0 0,-1-1 1 0 0,1 3-1 0 0,0 5 15 0 0,-1 0-76 0 0,1-6 54 0 0,-1 0 0 0 0,0 1-1 0 0,0-1 1 0 0,0 1 0 0 0,0-1 0 0 0,0 0 0 0 0,-1 1 0 0 0,0-1 0 0 0,1 0 0 0 0,-1 1 0 0 0,-3 5 0 0 0,-5 1 51 0 0,7-9-43 0 0,1 0 1 0 0,-1 1 0 0 0,1-1-1 0 0,0 1 1 0 0,-1-1 0 0 0,1 1 0 0 0,0 0-1 0 0,0-1 1 0 0,0 1 0 0 0,0 0-1 0 0,0 0 1 0 0,1 0 0 0 0,-1-1-1 0 0,1 1 1 0 0,-1 0 0 0 0,1 0 0 0 0,-1 0-1 0 0,1 0 1 0 0,0 3 0 0 0,0 168 249 0 0,0-172-258 0 0,0 1 0 0 0,0-1-1 0 0,0 0 1 0 0,0 1 0 0 0,0-1 0 0 0,-1 1-1 0 0,1-1 1 0 0,0 0 0 0 0,-1 0 0 0 0,1 1-1 0 0,-1-1 1 0 0,1 0 0 0 0,-1 0 0 0 0,0 1-1 0 0,1-1 1 0 0,-1 0 0 0 0,0 0 0 0 0,0 0-1 0 0,0 0 1 0 0,0 0 0 0 0,0 0 0 0 0,0 0-1 0 0,0 0 1 0 0,-2 0 0 0 0,2 0 12 0 0,0 0 0 0 0,-1 0-1 0 0,1 0 1 0 0,0 0 0 0 0,0 0 0 0 0,0 0 0 0 0,0 0 0 0 0,0 0 0 0 0,0 0-1 0 0,1 0 1 0 0,-1 1 0 0 0,0-1 0 0 0,0 0 0 0 0,1 1 0 0 0,-1-1-1 0 0,1 0 1 0 0,-1 1 0 0 0,1-1 0 0 0,0 1 0 0 0,0-1 0 0 0,-1 0 0 0 0,1 1-1 0 0,0-1 1 0 0,0 3 0 0 0,0 48 47 0 0,-5-48-1 0 0,-17 7-53 0 0,22-11-2 0 0,0 0 1 0 0,0 0-1 0 0,-1 0 1 0 0,1 0-1 0 0,0 0 1 0 0,0 0-1 0 0,0 0 1 0 0,-1 0-1 0 0,1 0 1 0 0,0 1-1 0 0,0-1 1 0 0,0 0-1 0 0,-1 0 0 0 0,1 0 1 0 0,0 0-1 0 0,0 1 1 0 0,0-1-1 0 0,0 0 1 0 0,0 0-1 0 0,0 0 1 0 0,0 1-1 0 0,-1-1 1 0 0,1 0-1 0 0,0 0 1 0 0,0 0-1 0 0,0 1 1 0 0,0-1-1 0 0,0 0 0 0 0,0 0 1 0 0,0 1-1 0 0,0-1 1 0 0,0 0-1 0 0,0 0 1 0 0,0 0-1 0 0,0 1 1 0 0,0-1-1 0 0,0 0 1 0 0,0 0-1 0 0,0 0 1 0 0,1 1-1 0 0,-1-1 1 0 0,0 0-1 0 0,0 0 1 0 0,0 0-1 0 0,0 1 0 0 0,0-1 1 0 0,0 0-1 0 0,1 0 1 0 0,-1 0-1 0 0,0 0 1 0 0,0 1-1 0 0,0-1 1 0 0,0 0-1 0 0,1 0 1 0 0,-1 0-1 0 0,0 0 1 0 0,0 0-1 0 0,0 0 1 0 0,1 0-1 0 0,-1 1 1 0 0,3 1-21 0 0,-1-1 8 0 0,0 1 1 0 0,0-1-1 0 0,-1 1 1 0 0,1-1-1 0 0,0 1 1 0 0,-1 0-1 0 0,1 0 1 0 0,-1-1-1 0 0,0 1 0 0 0,1 0 1 0 0,-1 0-1 0 0,0 0 1 0 0,0 1-1 0 0,0-1 1 0 0,-1 0-1 0 0,1 0 1 0 0,-1 0-1 0 0,1 1 0 0 0,-1-1 1 0 0,1 0-1 0 0,-1 1 1 0 0,0-1-1 0 0,-1 4 1 0 0,2-5 16 0 0,-1 0 1 0 0,0 0-1 0 0,0 1 0 0 0,1-1 1 0 0,-1 0-1 0 0,1 0 1 0 0,-1 0-1 0 0,1 0 1 0 0,-1 0-1 0 0,1 0 1 0 0,-1 0-1 0 0,1 0 1 0 0,0 0-1 0 0,0 0 0 0 0,0-1 1 0 0,-1 1-1 0 0,1 0 1 0 0,0 0-1 0 0,0-1 1 0 0,0 1-1 0 0,0 0 1 0 0,0-1-1 0 0,0 1 0 0 0,0-1 1 0 0,0 1-1 0 0,1-1 1 0 0,0 0-1 0 0,4 3 34 0 0,-6-3-34 0 0,0 0 1 0 0,1 1-1 0 0,-1-1 1 0 0,1 0-1 0 0,-1 1 0 0 0,0-1 1 0 0,1 0-1 0 0,-1 1 1 0 0,0-1-1 0 0,0 0 0 0 0,1 1 1 0 0,-1-1-1 0 0,0 0 0 0 0,0 1 1 0 0,1-1-1 0 0,-1 1 1 0 0,0-1-1 0 0,0 1 0 0 0,0-1 1 0 0,0 0-1 0 0,0 1 0 0 0,0-1 1 0 0,0 1-1 0 0,0-1 1 0 0,0 1-1 0 0,0-1 0 0 0,0 1 1 0 0,0-1-1 0 0,0 1 1 0 0,0 0-3 0 0,0-1 0 0 0,0 0 1 0 0,0 0-1 0 0,0 1 0 0 0,0-1 1 0 0,0 0-1 0 0,0 0 0 0 0,0 1 1 0 0,0-1-1 0 0,0 0 0 0 0,0 0 1 0 0,0 1-1 0 0,0-1 1 0 0,0 0-1 0 0,0 1 0 0 0,0-1 1 0 0,0 0-1 0 0,0 0 0 0 0,0 1 1 0 0,0-1-1 0 0,1 0 0 0 0,-1 0 1 0 0,0 0-1 0 0,0 1 1 0 0,0-1-1 0 0,0 0 0 0 0,1 0 1 0 0,-1 0-1 0 0,0 1 0 0 0,0-1 1 0 0,0 0-1 0 0,1 0 0 0 0,-1 0 1 0 0,0 0-1 0 0,0 0 1 0 0,1 0-1 0 0,-1 0 0 0 0,0 1 1 0 0,0-1-1 0 0,1 0 0 0 0,-1 0 1 0 0,0 0-1 0 0,9 1-6 0 0,5 4-13 0 0,-14-4 20 0 0,1 1-1 0 0,0-1 1 0 0,-1 1 0 0 0,1-1-1 0 0,-1 0 1 0 0,1 1 0 0 0,-1-1-1 0 0,0 1 1 0 0,1-1 0 0 0,-1 1-1 0 0,0-1 1 0 0,0 1 0 0 0,0 2-1 0 0,2-2 33 0 0,-32 9 79 0 0,30-10-114 0 0,0-1 0 0 0,-1 0 0 0 0,1 0 0 0 0,-1 1-1 0 0,1-1 1 0 0,0 0 0 0 0,-1 1 0 0 0,1-1 0 0 0,0 1 0 0 0,-1-1 0 0 0,1 0 0 0 0,0 1 0 0 0,-1-1 0 0 0,1 1 0 0 0,0-1-1 0 0,0 1 1 0 0,0-1 0 0 0,0 1 0 0 0,-1-1 0 0 0,1 1 0 0 0,0-1 0 0 0,0 1 0 0 0,0-1 0 0 0,0 1 0 0 0,0-1 0 0 0,0 1-1 0 0,0-1 1 0 0,0 1 0 0 0,0-1 0 0 0,0 1 0 0 0,1-1 0 0 0,-1 1 0 0 0,0-1 0 0 0,0 1 0 0 0,0-1 0 0 0,1 0 0 0 0,-1 1-1 0 0,0-1 1 0 0,0 1 0 0 0,1-1 0 0 0,-1 0 0 0 0,0 1 0 0 0,1-1 0 0 0,-1 1 0 0 0,0-1 0 0 0,1 0 0 0 0,-1 0 0 0 0,1 1 0 0 0,0-1 1 0 0,1 1-4 0 0,0 0 0 0 0,-1-1 1 0 0,1 1-1 0 0,0 0 0 0 0,-1 0 0 0 0,1 0 1 0 0,0 0-1 0 0,-1 0 0 0 0,1 1 1 0 0,-1-1-1 0 0,2 2 0 0 0,-1 0 7 0 0,-1 0 0 0 0,-1-1 0 0 0,1 1-1 0 0,0 0 1 0 0,-1 0 0 0 0,1 0 0 0 0,-1-1 0 0 0,0 1 0 0 0,0 0-1 0 0,0 3 1 0 0,0 77 798 0 0,0-83-796 0 0,0 1 0 0 0,-1 0 1 0 0,1-1-1 0 0,0 1 0 0 0,0 0 1 0 0,0-1-1 0 0,-1 1 0 0 0,1-1 1 0 0,0 1-1 0 0,-1 0 1 0 0,1-1-1 0 0,0 1 0 0 0,-1-1 1 0 0,1 1-1 0 0,-1-1 0 0 0,1 0 1 0 0,-1 1-1 0 0,1-1 0 0 0,-1 1 1 0 0,1-1-1 0 0,-1 0 0 0 0,1 1 1 0 0,-1-1-1 0 0,0 0 1 0 0,1 0-1 0 0,-1 1 0 0 0,1-1 1 0 0,-1 0-1 0 0,0 0 0 0 0,-1 0 1 0 0,2 0-4 0 0,-1 1 1 0 0,0-1 0 0 0,0 0-1 0 0,0 0 1 0 0,0 0 0 0 0,0 1-1 0 0,1-1 1 0 0,-1 1-1 0 0,0-1 1 0 0,0 0 0 0 0,1 1-1 0 0,-1-1 1 0 0,0 1 0 0 0,1 0-1 0 0,-1-1 1 0 0,0 1 0 0 0,1-1-1 0 0,-1 1 1 0 0,1 0 0 0 0,-1 0-1 0 0,1-1 1 0 0,-1 1 0 0 0,1 0-1 0 0,0 0 1 0 0,-1 0-1 0 0,1-1 1 0 0,0 1 0 0 0,0 0-1 0 0,-1 0 1 0 0,1 0 0 0 0,0 0-1 0 0,0 1 1 0 0,0-1 0 0 0,0 0-1 0 0,0 0 1 0 0,0 1-1 0 0,0-1 1 0 0,-1 0 0 0 0,1 0-1 0 0,0 0 1 0 0,-1 0-1 0 0,1 0 1 0 0,-1 1 0 0 0,1-1-1 0 0,-1 0 1 0 0,1 0-1 0 0,-1 0 1 0 0,0 0 0 0 0,1 0-1 0 0,-1-1 1 0 0,0 1-1 0 0,0 0 1 0 0,0 0 0 0 0,0 0-1 0 0,0-1 1 0 0,0 1-1 0 0,0 0 1 0 0,-1 0 0 0 0,1-1 0 0 0,0 1 0 0 0,0 0 0 0 0,0-1 0 0 0,0 1 0 0 0,0 0 0 0 0,0 0 0 0 0,0-1 0 0 0,0 1 0 0 0,0 0 0 0 0,0 0 0 0 0,1 0 0 0 0,-1 0 0 0 0,0 0 0 0 0,1 0 0 0 0,-1 1 0 0 0,1-1 0 0 0,-1 0 0 0 0,1 0 0 0 0,-1 0 0 0 0,1 0 1 0 0,0 1-1 0 0,0-1 0 0 0,-1 0 0 0 0,1 0 0 0 0,0 2 0 0 0,0 80-30 0 0,-5-91-200 0 0,2 6 170 0 0,1 0-1 0 0,-1 0 1 0 0,1-1-1 0 0,0 1 1 0 0,0-1 0 0 0,0 0-1 0 0,0 0 1 0 0,-2-4-1 0 0,-12-19-679 0 0,-1 4-766 0 0,-1 0 0 0 0,-29-27 0 0 0,-13-14-4526 0 0,52 52 3812 0 0,1 0 0 0 0,0 0-1 0 0,1-1 1 0 0,-8-16 0 0 0,13 24 1578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46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197 116 80 0 0,'0'2'3202'0'0,"-5"-5"-2175"0"0,2 3-996 0 0,2 0 51 0 0,0 0-1 0 0,0 0 1 0 0,0 0 0 0 0,0-1-1 0 0,0 1 1 0 0,0 0 0 0 0,0 0-1 0 0,0-1 1 0 0,0 1 0 0 0,0 0-1 0 0,0-1 1 0 0,0 1 0 0 0,1-1-1 0 0,-1 1 1 0 0,0-1 0 0 0,0 1-1 0 0,0-1 1 0 0,1 0 0 0 0,-1 1-1 0 0,0-1 1 0 0,1 0 0 0 0,-1 0-1 0 0,0 0 1 0 0,1 1 0 0 0,-1-1-1 0 0,1 0 1 0 0,-1 0 0 0 0,1 0-1 0 0,0 0 1 0 0,-1 0 0 0 0,1 0-1 0 0,0 0 1 0 0,0 0 0 0 0,0 0-1 0 0,0 0 1 0 0,0 0 0 0 0,0-1-1 0 0,0 1-26 0 0,0 0 0 0 0,0 0 0 0 0,0 0 0 0 0,-1 0 0 0 0,1 0-1 0 0,0 1 1 0 0,0-1 0 0 0,0 0 0 0 0,-1 0 0 0 0,1 0 0 0 0,0 1 0 0 0,-1-1-1 0 0,1 0 1 0 0,-1 0 0 0 0,1 1 0 0 0,-1-1 0 0 0,1 0 0 0 0,-1 1-1 0 0,0-1 1 0 0,1 0 0 0 0,-1 1 0 0 0,0-1 0 0 0,1 1 0 0 0,-1-1 0 0 0,0 1-1 0 0,0 0 1 0 0,1-1 0 0 0,-1 1 0 0 0,0 0 0 0 0,0-1 0 0 0,-1 1-1 0 0,2 0 2 0 0,-1 0-1 0 0,0-1 0 0 0,0 1 0 0 0,0 0 0 0 0,0-1 1 0 0,1 1-1 0 0,-1 0 0 0 0,0-1 0 0 0,0 1 1 0 0,1-1-1 0 0,-1 0 0 0 0,0 1 0 0 0,1-1 0 0 0,-1 1 1 0 0,1-1-1 0 0,-1 0 0 0 0,1 1 0 0 0,-1-1 0 0 0,1 0 1 0 0,-1 0-1 0 0,1 1 0 0 0,-1-1 0 0 0,1 0 0 0 0,0 0 1 0 0,0 0-1 0 0,-1 0 0 0 0,1 1 0 0 0,0-1 0 0 0,0 0 1 0 0,0 0-1 0 0,0-1 0 0 0,0-45 4801 0 0,5 47-4523 0 0,3 2-238 0 0,0 1-1 0 0,-1 1 1 0 0,1-1 0 0 0,-1 1-1 0 0,9 6 1 0 0,-13-9-81 0 0,-1 1-1 0 0,1 0 1 0 0,0 0 0 0 0,-1 0-1 0 0,1 0 1 0 0,-1 0 0 0 0,1 0-1 0 0,-1 1 1 0 0,0-1 0 0 0,0 1-1 0 0,0 0 1 0 0,-1-1 0 0 0,1 1-1 0 0,-1 0 1 0 0,1 0-1 0 0,-1 0 1 0 0,2 6 0 0 0,-3 5 8 0 0,0-10 19 0 0,1-1-1 0 0,-1 1 1 0 0,-1 0-1 0 0,1-1 1 0 0,0 1 0 0 0,-1 0-1 0 0,-1 6 1 0 0,1-9-19 0 0,0 1 0 0 0,-1-1 0 0 0,1 1 1 0 0,0-1-1 0 0,0 0 0 0 0,-1 1 0 0 0,1-1 0 0 0,0 0 1 0 0,-1 0-1 0 0,0 0 0 0 0,1 0 0 0 0,-1 0 1 0 0,1 0-1 0 0,-1 0 0 0 0,0-1 0 0 0,0 1 1 0 0,-3 0-1 0 0,-9 4 128 0 0,-1-1 1 0 0,1-1-1 0 0,-1 0 1 0 0,0-1-1 0 0,0-1 1 0 0,-22 0 0 0 0,4-8-111 0 0,29 5-40 0 0,1 1 4 0 0,0 0 1 0 0,1 0-1 0 0,-1 0 0 0 0,1 0 0 0 0,-1-1 1 0 0,1 1-1 0 0,0-1 0 0 0,-1 0 0 0 0,-2-3 0 0 0,4 2 0 0 0,0 1-1 0 0,0-1 1 0 0,0 1-1 0 0,0-1 0 0 0,1 0 1 0 0,-1 1-1 0 0,1-1 1 0 0,0 0-1 0 0,0 0 0 0 0,0-5 1 0 0,0 7-4 0 0,0 0 1 0 0,0 0-1 0 0,0 0 1 0 0,0 0-1 0 0,0 0 1 0 0,1 0-1 0 0,-1 0 1 0 0,0 0-1 0 0,0 0 0 0 0,1 0 1 0 0,-1 0-1 0 0,0 0 1 0 0,1 0-1 0 0,-1 1 1 0 0,1-1-1 0 0,-1 0 1 0 0,1 0-1 0 0,0 0 1 0 0,-1 0-1 0 0,1 1 1 0 0,0-1-1 0 0,0 0 1 0 0,-1 1-1 0 0,1-1 1 0 0,0 0-1 0 0,0 1 1 0 0,1-1-1 0 0,26-2 30 0 0,-10 1-7 0 0,-2 0-14 0 0,1 1 0 0 0,-1 1 0 0 0,0 0 0 0 0,0 1 0 0 0,0 0 0 0 0,0 2 0 0 0,0 0-1 0 0,24 8 1 0 0,-38-11-6 0 0,-1 0-1 0 0,1 1 0 0 0,0-1 0 0 0,-1 1 1 0 0,1 0-1 0 0,0 0 0 0 0,-1-1 0 0 0,1 1 0 0 0,-1 0 1 0 0,1 0-1 0 0,-1 1 0 0 0,0-1 0 0 0,1 0 1 0 0,-1 0-1 0 0,0 1 0 0 0,0-1 0 0 0,0 0 1 0 0,2 3-1 0 0,-2 1 35 0 0,0-1 1 0 0,0 0-1 0 0,-1 1 1 0 0,1-1-1 0 0,-1 0 1 0 0,0 9-1 0 0,0-11-21 0 0,-1-1-6 0 0,0 1 1 0 0,1-1 0 0 0,-1 1 0 0 0,0-1 0 0 0,0 1 0 0 0,1-1 0 0 0,-1 1 0 0 0,0-1 0 0 0,-1 0 0 0 0,1 0 0 0 0,0 1 0 0 0,0-1-1 0 0,-1 0 1 0 0,1 0 0 0 0,0 0 0 0 0,-1 0 0 0 0,1 0 0 0 0,-1-1 0 0 0,1 1 0 0 0,-1 0 0 0 0,1-1 0 0 0,-1 1 0 0 0,0-1 0 0 0,-2 1-1 0 0,-47 10 205 0 0,42-9-156 0 0,-63 8 274 0 0,67-9-330 0 0,-1-1 0 0 0,0-1 0 0 0,1 1 0 0 0,-1-1 0 0 0,0 0 0 0 0,1 0 0 0 0,-1 0 1 0 0,-8-4-1 0 0,14 4-9 0 0,-1 0 0 0 0,0 0 0 0 0,1 0 0 0 0,-1 1 0 0 0,1-1 0 0 0,-1 0 0 0 0,1 0 0 0 0,-1 0 0 0 0,1 0 0 0 0,-1 0 0 0 0,1 0 0 0 0,0-1 0 0 0,0 1 0 0 0,0 0 0 0 0,-1 0 0 0 0,1 0 0 0 0,0 0 0 0 0,1-2 0 0 0,0-25-224 0 0,-1 22 13 0 0,0 5 98 0 0,0 0 0 0 0,0-1 0 0 0,1 1 0 0 0,-1 0 0 0 0,0-1 0 0 0,1 1 0 0 0,-1 0 0 0 0,1-1 0 0 0,-1 1 0 0 0,1 0 0 0 0,0 0 0 0 0,0 0 0 0 0,-1-1 0 0 0,1 1 0 0 0,0 0 0 0 0,0 0 0 0 0,0 0 0 0 0,0 0 0 0 0,0 1 0 0 0,0-1 0 0 0,0 0 0 0 0,1 0 0 0 0,-1 1 0 0 0,2-2 0 0 0,4-3-1161 0 0,7-11-3264 0 0,5-11 198 0 0,-19 27 4312 0 0,1-2-343 0 0,0 0 0 0 0,0 0 0 0 0,-1 0 1 0 0,1 0-1 0 0,-1 0 0 0 0,1 0 0 0 0,-1 0 0 0 0,0 0 0 0 0,0 0 1 0 0,1 0-1 0 0,-2-3 0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49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1 640 0 0,'-1'6'1167'0'0,"7"-4"1748"0"0,-1-2-2955 0 0,11 3 1533 0 0,-15-2-1278 0 0,0 1 0 0 0,0-1 0 0 0,-1 0 0 0 0,1 1 0 0 0,-1-1 0 0 0,1 0 0 0 0,-1 1 1 0 0,1-1-1 0 0,-1 1 0 0 0,0-1 0 0 0,0 1 0 0 0,1-1 0 0 0,-1 1 0 0 0,0-1 0 0 0,0 1 0 0 0,-1 1 0 0 0,1-2-177 0 0,1 0 1 0 0,-1 0-1 0 0,0 0 0 0 0,1 0 0 0 0,-1 0 1 0 0,1 0-1 0 0,-1 0 0 0 0,1 0 0 0 0,-1 0 1 0 0,1 0-1 0 0,0 0 0 0 0,0 0 1 0 0,-1 0-1 0 0,1 0 0 0 0,0-1 0 0 0,0 1 1 0 0,0 0-1 0 0,0-1 0 0 0,0 1 0 0 0,0 0 1 0 0,0-1-1 0 0,0 1 0 0 0,0-1 0 0 0,0 1 1 0 0,0-1-1 0 0,2 0 0 0 0,2 3 143 0 0,-4-2-135 0 0,0-1-1 0 0,-1 1 0 0 0,1-1 1 0 0,-1 1-1 0 0,1 0 1 0 0,-1-1-1 0 0,1 1 1 0 0,-1 0-1 0 0,1-1 1 0 0,-1 1-1 0 0,0 0 1 0 0,1-1-1 0 0,-1 1 1 0 0,0 0-1 0 0,0 0 1 0 0,1 0-1 0 0,-1-1 1 0 0,0 1-1 0 0,0 0 1 0 0,0 0-1 0 0,0 0 1 0 0,0-1-1 0 0,0 1 1 0 0,0 0-1 0 0,-1 0 0 0 0,1 0 1 0 0,0 0-1 0 0,-1 0 2 0 0,1 0-1 0 0,0 0 0 0 0,0 0 0 0 0,0 0 0 0 0,0 0 0 0 0,0 0 0 0 0,0 0 0 0 0,0 0 0 0 0,0 0 0 0 0,0 0 0 0 0,0 0 0 0 0,1 0 0 0 0,-1 0 1 0 0,0 0-1 0 0,1 0 0 0 0,-1 0 0 0 0,1 0 0 0 0,-1 0 0 0 0,1-1 0 0 0,0 3 0 0 0,8 4 167 0 0,-7-6-166 0 0,-1 0 0 0 0,1 0 1 0 0,-1 0-1 0 0,0 0 0 0 0,0 1 0 0 0,1-1 0 0 0,-1 0 1 0 0,0 1-1 0 0,0-1 0 0 0,0 1 0 0 0,0-1 1 0 0,-1 1-1 0 0,1-1 0 0 0,0 1 0 0 0,-1 0 0 0 0,1-1 1 0 0,-1 1-1 0 0,1 0 0 0 0,-1-1 0 0 0,0 1 1 0 0,0 0-1 0 0,0 0 0 0 0,0-1 0 0 0,0 1 1 0 0,0 3-1 0 0,-1 9 258 0 0,0-10-218 0 0,1 1 1 0 0,0-1-1 0 0,0 0 1 0 0,0 1-1 0 0,0-1 1 0 0,1 1-1 0 0,0-1 1 0 0,-1 0-1 0 0,2 0 1 0 0,1 7-1 0 0,6 3 103 0 0,-6-12-136 0 0,-1 1 0 0 0,-1 0 0 0 0,1 0 0 0 0,0 0 0 0 0,-1 0 0 0 0,1 0 0 0 0,-1 0 0 0 0,0 1 0 0 0,0-1 0 0 0,0 0 0 0 0,-1 1 0 0 0,1-1 0 0 0,-1 1 0 0 0,0-1 0 0 0,0 5 0 0 0,0-7-45 0 0,0 0 0 0 0,0 0 0 0 0,0 0 0 0 0,0 0 0 0 0,0 0 0 0 0,0 0-1 0 0,1 0 1 0 0,-1 0 0 0 0,0 0 0 0 0,0 0 0 0 0,1-1 0 0 0,-1 1 0 0 0,1 0 0 0 0,-1 0 0 0 0,1 0 0 0 0,-1 0 0 0 0,1-1 0 0 0,-1 1 0 0 0,1 0 0 0 0,0-1 0 0 0,-1 1 0 0 0,1 0 0 0 0,0-1 0 0 0,0 1 0 0 0,-1-1 0 0 0,1 1 0 0 0,0-1 0 0 0,0 1 0 0 0,0-1-1 0 0,0 0 1 0 0,0 1 0 0 0,1-1 0 0 0,7 5 29 0 0,-8-5-29 0 0,0 1 0 0 0,-1-1 0 0 0,1 1 0 0 0,-1-1 0 0 0,1 1 0 0 0,-1 0 0 0 0,1-1 0 0 0,-1 1 0 0 0,0 0 1 0 0,1-1-1 0 0,-1 1 0 0 0,0 0 0 0 0,1-1 0 0 0,-1 1 0 0 0,0 0 0 0 0,0 0 0 0 0,0-1 0 0 0,0 1 0 0 0,0 0 0 0 0,0 0 0 0 0,0 0 0 0 0,0-1 0 0 0,0 1 0 0 0,0 0 0 0 0,0 0 0 0 0,-1 0 0 0 0,1 0 1 0 0,0 0 1 0 0,0 1-1 0 0,0-1 1 0 0,0 0-1 0 0,0 0 1 0 0,0 0-1 0 0,0 0 1 0 0,0 0-1 0 0,0 0 1 0 0,0 0-1 0 0,1 0 1 0 0,-1 0-1 0 0,0 0 1 0 0,1 0-1 0 0,-1 0 1 0 0,1 0-1 0 0,-1 0 1 0 0,1 0-1 0 0,0 1 1 0 0,7 6 23 0 0,-6-7-18 0 0,0 1 0 0 0,-1-1 0 0 0,1 1 0 0 0,-1-1-1 0 0,1 1 1 0 0,-1 0 0 0 0,0-1 0 0 0,0 1 0 0 0,0 0 0 0 0,0 0 0 0 0,0 0 0 0 0,0 0 0 0 0,0 0 0 0 0,-1 0 0 0 0,1 0 0 0 0,-1 0-1 0 0,1 0 1 0 0,-1 0 0 0 0,0 1 0 0 0,0-1 0 0 0,0 0 0 0 0,0 4 0 0 0,-1 3 44 0 0,0-6-48 0 0,1-1-1 0 0,-1 1 0 0 0,1-1 1 0 0,0 1-1 0 0,0-1 1 0 0,0 1-1 0 0,0-1 0 0 0,0 1 1 0 0,1-1-1 0 0,-1 1 0 0 0,1-1 1 0 0,-1 1-1 0 0,1-1 0 0 0,0 1 1 0 0,0-1-1 0 0,2 3 0 0 0,4 2 9 0 0,-5-6-13 0 0,0 1 0 0 0,-1-1 0 0 0,1 1 0 0 0,-1 0 0 0 0,1 0 0 0 0,-1 0 0 0 0,0-1 0 0 0,1 1 0 0 0,-1 0 0 0 0,0 1 0 0 0,0-1 0 0 0,0 0 0 0 0,-1 0 0 0 0,1 0 0 0 0,-1 1 0 0 0,1-1 0 0 0,-1 0 0 0 0,0 0 0 0 0,1 1 0 0 0,-1-1 0 0 0,-1 5 0 0 0,1 426 1193 0 0,0-433-1200 0 0,0 1-1 0 0,-1-1 1 0 0,1 1 0 0 0,0-1-1 0 0,0 1 1 0 0,-1-1-1 0 0,1 1 1 0 0,-1-1-1 0 0,1 0 1 0 0,0 1-1 0 0,-1-1 1 0 0,1 0-1 0 0,-1 1 1 0 0,1-1-1 0 0,-1 0 1 0 0,1 0-1 0 0,-1 1 1 0 0,1-1-1 0 0,-1 0 1 0 0,1 0-1 0 0,-1 0 1 0 0,1 0-1 0 0,-1 0 1 0 0,1 1 0 0 0,-1-1-1 0 0,1 0 1 0 0,-1 0-1 0 0,1 0 1 0 0,-1-1-1 0 0,0 1 1 0 0,1 0-1 0 0,-1 0 1 0 0,1 0-1 0 0,-1 0 1 0 0,0-1 0 0 0,1 1 0 0 0,-1 0 0 0 0,1 0 0 0 0,-1 0 0 0 0,1 0 0 0 0,-1 0 0 0 0,0-1 1 0 0,1 1-1 0 0,-1 0 0 0 0,1 0 0 0 0,-1 1 0 0 0,1-1 0 0 0,-1 0 0 0 0,1 0 0 0 0,-1 0 0 0 0,1 0 0 0 0,-1 0 0 0 0,1 0 1 0 0,-1 1-1 0 0,1-1 0 0 0,-1 0 0 0 0,1 0 0 0 0,-1 1 0 0 0,1-1 0 0 0,0 0 0 0 0,-1 1 0 0 0,1-1 0 0 0,0 1 1 0 0,-1-1-1 0 0,1 0 0 0 0,0 1 0 0 0,-1-1 0 0 0,1 1 0 0 0,0 0 0 0 0,0 2 0 0 0,-1 2-7 0 0,1 1 0 0 0,0-1 0 0 0,1 0 0 0 0,-1 1 0 0 0,3 7 1 0 0,-2-11 4 0 0,-1-1 0 0 0,1 0 0 0 0,0 0-1 0 0,0 1 1 0 0,0-1 0 0 0,0 0 0 0 0,0 0 0 0 0,0 0 0 0 0,0 0 0 0 0,1 0 0 0 0,-1 0 0 0 0,0 0 0 0 0,0 0 0 0 0,1-1 0 0 0,-1 1 0 0 0,1-1 0 0 0,-1 1 0 0 0,3 0 0 0 0,-4-1 3 0 0,1 1 0 0 0,-1-1-1 0 0,1 0 1 0 0,-1 1 0 0 0,0-1-1 0 0,1 0 1 0 0,-1 1 0 0 0,1-1 0 0 0,-1 0-1 0 0,0 1 1 0 0,1-1 0 0 0,-1 1 0 0 0,0-1-1 0 0,0 1 1 0 0,1-1 0 0 0,-1 1 0 0 0,0-1-1 0 0,0 1 1 0 0,0-1 0 0 0,1 1 0 0 0,-1-1-1 0 0,0 1 1 0 0,0-1 0 0 0,0 1 0 0 0,0 0-1 0 0,0-1 1 0 0,0 1 0 0 0,0-1 0 0 0,0 1-1 0 0,-1-1 1 0 0,1 1 0 0 0,0-1 0 0 0,0 1-1 0 0,-1 0 1 0 0,1 0 2 0 0,0-1 0 0 0,0 1 0 0 0,0 0 0 0 0,0-1-1 0 0,-1 1 1 0 0,1 0 0 0 0,0 0 0 0 0,0-1 0 0 0,0 1 0 0 0,0 0 0 0 0,0-1 0 0 0,1 1 0 0 0,-1 0-1 0 0,0 0 1 0 0,0-1 0 0 0,0 1 0 0 0,1 0 0 0 0,-1-1 0 0 0,0 1 0 0 0,1 0 0 0 0,-1-1-1 0 0,0 1 1 0 0,1-1 0 0 0,-1 1 0 0 0,1-1 0 0 0,-1 1 0 0 0,2 0 0 0 0,3 3 17 0 0,-3-4-2 0 0,-1 1 0 0 0,0 0 0 0 0,1-1 0 0 0,-1 1 0 0 0,0 0-1 0 0,0 0 1 0 0,1 0 0 0 0,-1 0 0 0 0,0 0 0 0 0,0 0 0 0 0,0 0-1 0 0,0 0 1 0 0,-1 1 0 0 0,1-1 0 0 0,0 0 0 0 0,0 1 0 0 0,-1-1 0 0 0,1 0-1 0 0,-1 1 1 0 0,1-1 0 0 0,-1 1 0 0 0,0-1 0 0 0,1 1 0 0 0,-1-1-1 0 0,0 1 1 0 0,0-1 0 0 0,0 3 0 0 0,0-1 9 0 0,0-1 1 0 0,0 0-1 0 0,1 1 0 0 0,-1-1 0 0 0,1 0 1 0 0,-1 1-1 0 0,1-1 0 0 0,0 0 1 0 0,0 0-1 0 0,0 0 0 0 0,0 1 0 0 0,0-1 1 0 0,1 0-1 0 0,-1-1 0 0 0,1 1 1 0 0,2 3-1 0 0,-3-4-7 0 0,1 1-1 0 0,-1-1 1 0 0,0 1 0 0 0,1 0 0 0 0,-1 0 0 0 0,0 0-1 0 0,0 0 1 0 0,0 0 0 0 0,0 0 0 0 0,0 0 0 0 0,-1 0-1 0 0,1 0 1 0 0,-1 0 0 0 0,1 0 0 0 0,-1 0 0 0 0,0 3-1 0 0,0-3-15 0 0,0-1-1 0 0,0 0 0 0 0,0 0 1 0 0,1 0-1 0 0,-1 0 1 0 0,0 0-1 0 0,0 0 0 0 0,1 0 1 0 0,-1 0-1 0 0,0 0 0 0 0,1 0 1 0 0,-1 0-1 0 0,1 0 0 0 0,-1 0 1 0 0,1-1-1 0 0,0 1 1 0 0,-1 0-1 0 0,1 0 0 0 0,0 0 1 0 0,-1-1-1 0 0,1 1 0 0 0,0 0 1 0 0,0-1-1 0 0,0 1 0 0 0,0 0 1 0 0,0-1-1 0 0,0 0 0 0 0,1 1 1 0 0,-1 0-4 0 0,0-1 0 0 0,0 1-1 0 0,0-1 1 0 0,0 1 0 0 0,0-1 0 0 0,-1 1 0 0 0,1-1 0 0 0,0 1 0 0 0,0 0-1 0 0,-1-1 1 0 0,1 1 0 0 0,0 0 0 0 0,-1 0 0 0 0,1 0 0 0 0,0-1 0 0 0,-1 1-1 0 0,1 0 1 0 0,-1 0 0 0 0,1 0 0 0 0,-1 0 0 0 0,0 0 0 0 0,0 0 0 0 0,1 0-1 0 0,-1 0 1 0 0,0 0 0 0 0,0 0 0 0 0,0 0 0 0 0,0 2 0 0 0,-1 19 105 0 0,1-21-102 0 0,0 1 0 0 0,0-1 0 0 0,0 0 0 0 0,0 0 0 0 0,0 1 0 0 0,0-1-1 0 0,0 0 1 0 0,0 0 0 0 0,0 1 0 0 0,1-1 0 0 0,-1 0 0 0 0,1 0 0 0 0,-1 0 0 0 0,1 0-1 0 0,-1 0 1 0 0,1 0 0 0 0,-1 1 0 0 0,3 0 0 0 0,5-1-11 0 0,5 4 54 0 0,-12-4-38 0 0,0 0 0 0 0,0 1 0 0 0,-1-1 0 0 0,1 0 0 0 0,-1 1 1 0 0,1-1-1 0 0,-1 0 0 0 0,0 1 0 0 0,1-1 0 0 0,-1 1 0 0 0,0-1 0 0 0,0 1 1 0 0,0-1-1 0 0,0 3 0 0 0,0 84 232 0 0,0-87-241 0 0,0 0 0 0 0,0-1 0 0 0,0 1 0 0 0,0-1 0 0 0,-1 1 0 0 0,1 0 0 0 0,0-1 0 0 0,0 1-1 0 0,0 0 1 0 0,-1-1 0 0 0,1 1 0 0 0,0-1 0 0 0,-1 1 0 0 0,1-1 0 0 0,0 1 0 0 0,-1 0 0 0 0,1-1 0 0 0,-1 0 0 0 0,1 1 0 0 0,-1-1 0 0 0,1 1 0 0 0,-1-1 0 0 0,1 1 0 0 0,-1-1 0 0 0,1 0 0 0 0,-1 0-1 0 0,0 1 1 0 0,1-1 0 0 0,-1 0 0 0 0,1 0 0 0 0,-1 0 0 0 0,0 1 0 0 0,1-1 0 0 0,-2 0 0 0 0,1 0 0 0 0,0 0 0 0 0,0 0-1 0 0,0 0 1 0 0,1 0 0 0 0,-1 1 0 0 0,0-1 0 0 0,0 0-1 0 0,1 1 1 0 0,-1-1 0 0 0,0 0 0 0 0,1 1 0 0 0,-1-1-1 0 0,0 1 1 0 0,1-1 0 0 0,-1 1 0 0 0,0-1 0 0 0,1 1-1 0 0,-1-1 1 0 0,1 1 0 0 0,-1 0 0 0 0,1-1 0 0 0,0 1 0 0 0,-1 0-1 0 0,1-1 1 0 0,-1 1 0 0 0,1 0 0 0 0,0 0 0 0 0,0-1-1 0 0,-1 1 1 0 0,1 0 0 0 0,0 0 0 0 0,0 0 0 0 0,0-1-1 0 0,0 1 1 0 0,0 1 0 0 0,0 198 481 0 0,0-200-480 0 0,0 1 0 0 0,0-1 0 0 0,-1 1 0 0 0,1 0 0 0 0,0-1 0 0 0,0 1 0 0 0,-1-1 0 0 0,1 1 0 0 0,0-1 0 0 0,-1 0 0 0 0,1 1 0 0 0,0-1 0 0 0,-1 1 0 0 0,1-1 0 0 0,-1 0 0 0 0,1 1 0 0 0,-1-1 0 0 0,1 0 0 0 0,-1 1 0 0 0,1-1 0 0 0,-1 0-1 0 0,1 0 1 0 0,-1 1 0 0 0,1-1 0 0 0,-1 0 0 0 0,1 0 0 0 0,-1 0 0 0 0,1 0 0 0 0,-1 0 0 0 0,0 0 0 0 0,1 0 0 0 0,-1 0 0 0 0,0 0 0 0 0,0 0 1 0 0,0 0-1 0 0,1 0 0 0 0,-1 0 1 0 0,0 0-1 0 0,1 0 1 0 0,-1 0-1 0 0,1 0 0 0 0,-1 0 1 0 0,0 0-1 0 0,1 0 1 0 0,-1 1-1 0 0,0-1 0 0 0,1 0 1 0 0,-1 0-1 0 0,1 1 1 0 0,-1-1-1 0 0,1 0 1 0 0,-1 1-1 0 0,1-1 0 0 0,-1 0 1 0 0,1 1-1 0 0,-1-1 1 0 0,1 1-1 0 0,-1-1 0 0 0,1 1 1 0 0,0-1-1 0 0,-1 1 1 0 0,1-1-1 0 0,0 1 0 0 0,0-1 1 0 0,-1 1-1 0 0,1 0 1 0 0,0-1-1 0 0,-1 2 1 0 0,2 2 12 0 0,-1-2-10 0 0,1 0 0 0 0,-1 0 0 0 0,0-1 0 0 0,0 1 0 0 0,0 0 0 0 0,0 0 0 0 0,0 0 0 0 0,0 0 0 0 0,0 0 0 0 0,-1 0 0 0 0,1 0 0 0 0,-1 0 0 0 0,1-1-1 0 0,-1 1 1 0 0,0 0 0 0 0,0 0 0 0 0,-1 2 0 0 0,-6-1 4 0 0,7-3-5 0 0,0 0 0 0 0,0 1 0 0 0,0-1 1 0 0,0 0-1 0 0,0 1 0 0 0,0-1 0 0 0,0 1 0 0 0,0 0 0 0 0,0-1 0 0 0,0 1 0 0 0,0-1 0 0 0,1 1 0 0 0,-1 0 0 0 0,0 0 0 0 0,0 0 0 0 0,1-1 0 0 0,-1 1 0 0 0,1 0 0 0 0,-1 0 0 0 0,1 0 0 0 0,-1 0 0 0 0,1 0 0 0 0,-1 0 0 0 0,1 0 0 0 0,0 0 0 0 0,-1 0 0 0 0,1 0 0 0 0,0 0 0 0 0,0 0 0 0 0,0 0 0 0 0,0 1 0 0 0,0-1 0 0 0,0 0 0 0 0,0 0 0 0 0,1 2 0 0 0,-1 7 7 0 0,1-7-4 0 0,-1 0 1 0 0,0 0-1 0 0,0-1 0 0 0,0 1 0 0 0,0 0 0 0 0,0 0 0 0 0,-1-1 0 0 0,1 1 0 0 0,-1 0 0 0 0,1-1 0 0 0,-1 1 0 0 0,0-1 0 0 0,-2 3 0 0 0,-5 4-2 0 0,6-8 0 0 0,1 0 1 0 0,-1 0 0 0 0,1 0-1 0 0,0 0 1 0 0,0 0 0 0 0,0 0-1 0 0,0 0 1 0 0,0 1 0 0 0,0-1 0 0 0,0 0-1 0 0,0 1 1 0 0,0-1 0 0 0,0 1-1 0 0,1-1 1 0 0,-1 1 0 0 0,1-1 0 0 0,-1 1-1 0 0,1 0 1 0 0,0-1 0 0 0,-1 3-1 0 0,1-3 0 0 0,0 0 0 0 0,0-1-1 0 0,0 1 1 0 0,0 0 0 0 0,0 0 0 0 0,0-1-1 0 0,0 1 1 0 0,-1 0 0 0 0,1-1-1 0 0,0 1 1 0 0,0 0 0 0 0,-1-1 0 0 0,1 1-1 0 0,0 0 1 0 0,-1-1 0 0 0,1 1-1 0 0,-1-1 1 0 0,1 1 0 0 0,-1-1-1 0 0,1 1 1 0 0,-1-1 0 0 0,1 1 0 0 0,-1-1-1 0 0,1 1 1 0 0,-1-1 0 0 0,0 0-1 0 0,1 1 1 0 0,-1-1 0 0 0,0 0 0 0 0,1 0-1 0 0,-1 1 1 0 0,0-1 0 0 0,1 0-1 0 0,-2 0 1 0 0,1 0-1 0 0,0 0 0 0 0,0 1 0 0 0,1-1 0 0 0,-1 0-1 0 0,0 1 1 0 0,0-1 0 0 0,0 0 0 0 0,1 1 0 0 0,-1-1 0 0 0,0 1 0 0 0,0-1-1 0 0,1 1 1 0 0,-1-1 0 0 0,0 1 0 0 0,1 0 0 0 0,-1-1 0 0 0,0 1 0 0 0,1 0 0 0 0,-1 0-1 0 0,1-1 1 0 0,0 1 0 0 0,-1 0 0 0 0,1 0 0 0 0,-1 0 0 0 0,1-1 0 0 0,0 1-1 0 0,0 0 1 0 0,0 0 0 0 0,-1 0 0 0 0,1 0 0 0 0,0 0 0 0 0,0 0 0 0 0,0-1 0 0 0,1 3-1 0 0,-1-3-1 0 0,0 0 0 0 0,0 1 0 0 0,0-1 0 0 0,0 0 0 0 0,0 0 0 0 0,0 1 0 0 0,-1-1 0 0 0,1 0 0 0 0,0 0 0 0 0,0 0 0 0 0,0 1 0 0 0,0-1 0 0 0,0 0 0 0 0,0 0 0 0 0,0 1 0 0 0,0-1 0 0 0,-1 0 0 0 0,1 0 0 0 0,0 0 0 0 0,0 1 0 0 0,0-1 0 0 0,0 0 0 0 0,-1 0 0 0 0,1 0 0 0 0,0 0 0 0 0,0 1 0 0 0,0-1 0 0 0,-1 0 0 0 0,1 0 0 0 0,0 0 0 0 0,0 0 0 0 0,-1 0 0 0 0,1 0 0 0 0,0 0 0 0 0,0 0 0 0 0,-1 0 0 0 0,-21 2-13 0 0,17-2-54 0 0,5 1 121 0 0,0 4-14 0 0,0 83 667 0 0,0-87-654 0 0,-23 5-193 0 0,22-6 140 0 0,1 0 1 0 0,0 0-1 0 0,-1 0 0 0 0,1 0 1 0 0,-1 0-1 0 0,1 0 0 0 0,0 1 1 0 0,0-1-1 0 0,-1 0 1 0 0,1 0-1 0 0,0 0 0 0 0,-1 0 1 0 0,1 1-1 0 0,0-1 0 0 0,-1 0 1 0 0,1 0-1 0 0,0 1 0 0 0,0-1 1 0 0,0 0-1 0 0,-1 0 0 0 0,1 1 1 0 0,0-1-1 0 0,0 0 1 0 0,0 1-1 0 0,-1-1 0 0 0,1 0 1 0 0,0 1-1 0 0,0-1 0 0 0,0 0 1 0 0,0 1-1 0 0,0-1 0 0 0,0 0 1 0 0,0 1-1 0 0,0-1 0 0 0,0 0 1 0 0,0 1-1 0 0,0-1 1 0 0,0 0-1 0 0,0 1 0 0 0,0-1 1 0 0,0 0-1 0 0,0 1 0 0 0,1-1 1 0 0,-1 0-1 0 0,0 1 0 0 0,0-1 1 0 0,0 0-1 0 0,0 1 1 0 0,1-1-1 0 0,-1 0 0 0 0,0 0 1 0 0,0 1-1 0 0,1-1 0 0 0,-1 0 1 0 0,1 1-1 0 0,4 1 27 0 0,-4-2-19 0 0,0 0 0 0 0,0 1 0 0 0,0-1 0 0 0,0 0 1 0 0,1 1-1 0 0,-2-1 0 0 0,1 1 0 0 0,0-1 0 0 0,0 1 0 0 0,0-1 0 0 0,0 1 0 0 0,0 0 0 0 0,0-1 0 0 0,0 1 0 0 0,-1 0 0 0 0,1 0 0 0 0,0 0 0 0 0,-1-1 1 0 0,1 1-1 0 0,0 0 0 0 0,-1 0 0 0 0,1 0 0 0 0,-1 0 0 0 0,0 0 0 0 0,1 0 0 0 0,-1 0 0 0 0,0 0 0 0 0,1 0 0 0 0,-1 0 0 0 0,0 1 0 0 0,0-1 0 0 0,0 2 1 0 0,0 99 244 0 0,0-101-255 0 0,0 0-1 0 0,0 0 1 0 0,0 0 0 0 0,0 0 0 0 0,0 0 0 0 0,0 0-1 0 0,1 0 1 0 0,-1 0 0 0 0,0 0 0 0 0,1 0-1 0 0,-1-1 1 0 0,1 1 0 0 0,-1 0 0 0 0,1 0-1 0 0,-1 0 1 0 0,1 0 0 0 0,0-1 0 0 0,-1 1 0 0 0,1 0-1 0 0,0 0 1 0 0,-1-1 0 0 0,1 1 0 0 0,0-1-1 0 0,0 1 1 0 0,0 0 0 0 0,0-1 0 0 0,0 0-1 0 0,1 1 1 0 0,-1 0 0 0 0,0-1-1 0 0,0 0 1 0 0,0 1 0 0 0,0 0-1 0 0,0-1 1 0 0,-1 1 0 0 0,1-1-1 0 0,0 1 1 0 0,0 0 0 0 0,0 0-1 0 0,-1-1 1 0 0,1 1-1 0 0,0 0 1 0 0,-1 0 0 0 0,1 0-1 0 0,0 0 1 0 0,-1 0 0 0 0,1 0-1 0 0,-1 0 1 0 0,0 0-1 0 0,1 0 1 0 0,-1 0 0 0 0,0 0-1 0 0,0 0 1 0 0,0 0 0 0 0,1 0-1 0 0,-1 0 1 0 0,0 2 0 0 0,0 37 188 0 0,0-40-187 0 0,0 1 0 0 0,0-1 0 0 0,0 0 0 0 0,-1 1 0 0 0,1-1-1 0 0,0 0 1 0 0,0 0 0 0 0,0 1 0 0 0,0-1 0 0 0,0 0 0 0 0,0 0 0 0 0,0 1-1 0 0,0-1 1 0 0,0 0 0 0 0,-1 0 0 0 0,1 0 0 0 0,0 1 0 0 0,0-1 0 0 0,0 0-1 0 0,0 0 1 0 0,-1 0 0 0 0,1 1 0 0 0,0-1 0 0 0,0 0 0 0 0,0 0 0 0 0,-1 0-1 0 0,1 0 1 0 0,0 0 0 0 0,0 0 0 0 0,-1 1 0 0 0,1-1 0 0 0,0 0 0 0 0,0 0-1 0 0,-1 0 1 0 0,-2 1-4 0 0,1-2 7 0 0,1 2 1 0 0,0-1-1 0 0,0 0 0 0 0,0 0 0 0 0,0 0 0 0 0,-1 0 0 0 0,1 1 0 0 0,0-1 0 0 0,0 1 0 0 0,0-1 0 0 0,0 1 0 0 0,0-1 0 0 0,0 1 0 0 0,0 0 0 0 0,0-1 0 0 0,0 1 0 0 0,0 0 0 0 0,0 0 0 0 0,1-1 0 0 0,-1 1 0 0 0,-1 2 0 0 0,7-2-42 0 0,-4-1 38 0 0,0 0 2 0 0,1 0 1 0 0,-1 0-1 0 0,0-1 0 0 0,1 1 0 0 0,-1 0 0 0 0,1 1 0 0 0,-1-1 0 0 0,1 0 0 0 0,-1 0 0 0 0,1 0 1 0 0,-1 1-1 0 0,0-1 0 0 0,1 1 0 0 0,-1-1 0 0 0,0 1 0 0 0,1 0 0 0 0,1 1 0 0 0,-9-1 54 0 0,2-2-48 0 0,3 1-5 0 0,1 0-1 0 0,-1 0 1 0 0,0 0-1 0 0,0 0 0 0 0,0 0 1 0 0,1 0-1 0 0,-1 0 1 0 0,0 0-1 0 0,0 0 1 0 0,0 0-1 0 0,1 0 0 0 0,-1 0 1 0 0,0 0-1 0 0,0 1 1 0 0,1-1-1 0 0,-1 0 1 0 0,0 1-1 0 0,0-1 0 0 0,1 0 1 0 0,-1 1-1 0 0,0-1 1 0 0,1 1-1 0 0,-1-1 0 0 0,1 1 1 0 0,-1 0-1 0 0,1-1 1 0 0,-1 1-1 0 0,1-1 1 0 0,-1 1-1 0 0,1 0 0 0 0,-1-1 1 0 0,1 1-1 0 0,0 0 1 0 0,-1 0-1 0 0,1-1 1 0 0,0 1-1 0 0,0 0 0 0 0,0 0 1 0 0,-1-1-1 0 0,1 1 1 0 0,0 0-1 0 0,0 0 1 0 0,0 0-1 0 0,0-1 0 0 0,0 1 1 0 0,1 1-1 0 0,-1 50 147 0 0,0-52-143 0 0,0 1-1 0 0,0 0 1 0 0,0-1-1 0 0,0 1 1 0 0,0 0-1 0 0,-1 0 1 0 0,1-1 0 0 0,0 1-1 0 0,0-1 1 0 0,0 1-1 0 0,-1 0 1 0 0,1-1 0 0 0,0 1-1 0 0,-1 0 1 0 0,1-1-1 0 0,-1 1 1 0 0,1-1-1 0 0,0 1 1 0 0,-1-1 0 0 0,1 1-1 0 0,-1-1 1 0 0,0 1-1 0 0,1-1 1 0 0,-1 0-1 0 0,1 1 1 0 0,-1-1 0 0 0,0 0-1 0 0,1 1 1 0 0,-1-1-1 0 0,0 0 1 0 0,1 0-1 0 0,-1 0 1 0 0,0 0 0 0 0,0 1-1 0 0,0-1 1 0 0,0 0-1 0 0,0 0 1 0 0,0 0 0 0 0,1 1-1 0 0,-1-1 1 0 0,0 0 0 0 0,0 0-1 0 0,0 1 1 0 0,1-1 0 0 0,-1 1-1 0 0,0-1 1 0 0,1 1 0 0 0,-1-1-1 0 0,0 1 1 0 0,1-1 0 0 0,-1 1-1 0 0,1 0 1 0 0,-1-1 0 0 0,0 1-1 0 0,1 0 1 0 0,0-1 0 0 0,-1 1-1 0 0,1 0 1 0 0,-1 0 0 0 0,1 0-1 0 0,0-1 1 0 0,0 1 0 0 0,-1 0 0 0 0,1 0-1 0 0,0 0 1 0 0,0 0 0 0 0,0-1-1 0 0,0 1 1 0 0,0 2 0 0 0,0-1 13 0 0,0 1 0 0 0,0-1 0 0 0,-1 1 0 0 0,1-1 0 0 0,-1 0 0 0 0,0 1 0 0 0,1-1 0 0 0,-1 0 0 0 0,0 0 0 0 0,0 1 0 0 0,-1-1 0 0 0,1 0 0 0 0,0 0 0 0 0,-1 0 0 0 0,-2 2 0 0 0,3-2-14 0 0,-1 0-1 0 0,0 0 0 0 0,1 0 0 0 0,-1 1 0 0 0,1-1 0 0 0,0 0 0 0 0,0 1 0 0 0,0-1 0 0 0,0 1 1 0 0,0-1-1 0 0,0 1 0 0 0,1 0 0 0 0,-1-1 0 0 0,1 1 0 0 0,0 4 0 0 0,-9-10-610 0 0,0 0-1 0 0,1 0 0 0 0,-1-1 1 0 0,1 0-1 0 0,0 0 1 0 0,0-1-1 0 0,-10-7 0 0 0,-69-54-8928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51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0 160 0 0,'0'1'65'0'0,"0"-1"0"0"0,0 0 0 0 0,0 0-1 0 0,0 0 1 0 0,-1 1 0 0 0,1-1 0 0 0,0 0 0 0 0,0 0 0 0 0,0 0-1 0 0,0 1 1 0 0,0-1 0 0 0,0 0 0 0 0,0 0 0 0 0,0 1 0 0 0,0-1-1 0 0,0 0 1 0 0,0 0 0 0 0,0 1 0 0 0,0-1 0 0 0,0 0-1 0 0,0 0 1 0 0,0 0 0 0 0,0 1 0 0 0,0-1 0 0 0,1 0 0 0 0,-1 0-1 0 0,0 0 1 0 0,0 1 0 0 0,0-1 0 0 0,0 0 0 0 0,0 0 0 0 0,1 0-1 0 0,-1 1 1 0 0,0-1 0 0 0,0 0 0 0 0,0 0 0 0 0,0 0 0 0 0,1 0-1 0 0,-1 0 1 0 0,0 0 0 0 0,0 1 0 0 0,0-1 0 0 0,1 0 0 0 0,-1 0-1 0 0,0 0 1 0 0,0 0 0 0 0,1 0 0 0 0,-1 0 0 0 0,1 0 0 0 0,1 2 88 0 0,0-2-74 0 0,-1 0 0 0 0,0 1-1 0 0,0-1 1 0 0,0 1 0 0 0,0 0 0 0 0,0-1-1 0 0,0 1 1 0 0,0 0 0 0 0,0-1 0 0 0,-1 1-1 0 0,1 0 1 0 0,0 0 0 0 0,0 0 0 0 0,-1 0-1 0 0,1 0 1 0 0,0 0 0 0 0,-1 0 0 0 0,1 0-1 0 0,-1 0 1 0 0,1 0 0 0 0,-1 0 0 0 0,0 0-1 0 0,1 1 1 0 0,-1-1 0 0 0,0 1 0 0 0,0 0 894 0 0,-1 11 2896 0 0,1-12-3852 0 0,0-1 1 0 0,0 1-1 0 0,0-1 0 0 0,-1 1 0 0 0,1-1 1 0 0,0 1-1 0 0,0-1 0 0 0,0 0 0 0 0,1 1 1 0 0,-1-1-1 0 0,0 1 0 0 0,0-1 0 0 0,0 1 1 0 0,0-1-1 0 0,0 1 0 0 0,0-1 0 0 0,1 1 1 0 0,-1-1-1 0 0,0 0 0 0 0,0 1 0 0 0,1-1 1 0 0,-1 1-1 0 0,0-1 0 0 0,1 0 0 0 0,-1 1 1 0 0,0-1-1 0 0,1 0 0 0 0,-1 0 0 0 0,1 1 1 0 0,-1-1-1 0 0,0 0 0 0 0,1 0 0 0 0,0 1 1 0 0,20-1 8 0 0,-10 5 68 0 0,76-4 359 0 0,-81-1-399 0 0,-1 1-788 0 0,17 5-1027 0 0,-22-6 1713 0 0,0 0 0 0 0,1 0-1 0 0,-1 0 1 0 0,0 0 0 0 0,0 0 0 0 0,0 0-1 0 0,1 0 1 0 0,-1 0 0 0 0,0 0 0 0 0,0 0-1 0 0,0 0 1 0 0,0 0 0 0 0,1 0 0 0 0,-1 1-1 0 0,0-1 1 0 0,0 0 0 0 0,0 0 0 0 0,0 0-1 0 0,0 0 1 0 0,0 0 0 0 0,1 1 0 0 0,-1-1-1 0 0,0 0 1 0 0,0 0 0 0 0,0 0 0 0 0,0 0-1 0 0,0 1 1 0 0,0-1 0 0 0,0 0-1 0 0,0 0 1 0 0,0 0 0 0 0,0 1 0 0 0,0-1-1 0 0,0 0 1 0 0,0 0 0 0 0,0 0 0 0 0,0 0-1 0 0,0 1 1 0 0,0-1 0 0 0,0 0 0 0 0,0 0-1 0 0,0 0 1 0 0,0 1 0 0 0,0-1 0 0 0,0 0-1 0 0,0 0 1 0 0,-1 0 0 0 0,1 0 0 0 0,0 1-1 0 0,0-1 1 0 0,0 0 0 0 0,0 0 0 0 0,0 0-1 0 0,0 0 1 0 0,-1 0 0 0 0,1 0 0 0 0,0 1-1 0 0,0-1 1 0 0,0 0 0 0 0,0 0-1 0 0,-1 0 1 0 0,1 0 0 0 0,0 0 0 0 0,0 0-1 0 0,0 0 1 0 0,0 0 0 0 0,-1 0 0 0 0,-26 12-4314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52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75 1361 0 0,'1'-7'2412'0'0,"0"-11"776"0"0,-1 16-2962 0 0,0 1 0 0 0,0 0 0 0 0,0 0 1 0 0,0 0-1 0 0,0 0 0 0 0,0 0 0 0 0,0 0 1 0 0,0 0-1 0 0,-1 0 0 0 0,1 0 0 0 0,0 0 1 0 0,-1 0-1 0 0,1 0 0 0 0,-1 0 0 0 0,1 0 1 0 0,-1 0-1 0 0,1 0 0 0 0,-1 0 1 0 0,0 0-1 0 0,0-1 0 0 0,-6 1 454 0 0,-9-6 97 0 0,11-5 2848 0 0,11 12-3385 0 0,16 0-79 0 0,-22 0-147 0 0,0 0 1 0 0,1 0-1 0 0,-1 1 1 0 0,1-1-1 0 0,-1 0 1 0 0,0 1-1 0 0,1-1 1 0 0,-1 0-1 0 0,0 1 1 0 0,1-1-1 0 0,-1 0 1 0 0,0 1-1 0 0,0-1 1 0 0,1 1 0 0 0,-1-1-1 0 0,0 0 1 0 0,0 1-1 0 0,0-1 1 0 0,0 1-1 0 0,1-1 1 0 0,-1 1-1 0 0,0-1 1 0 0,0 1-1 0 0,0-1 1 0 0,0 0-1 0 0,0 1 1 0 0,0-1-1 0 0,0 2 1 0 0,-1 16 181 0 0,1-15-66 0 0,0-2-114 0 0,-1 0 0 0 0,1 0 1 0 0,-1-1-1 0 0,1 1 1 0 0,-1 0-1 0 0,1-1 1 0 0,-1 1-1 0 0,1 0 1 0 0,-1-1-1 0 0,0 1 1 0 0,1-1-1 0 0,-1 1 1 0 0,0-1-1 0 0,0 1 0 0 0,1-1 1 0 0,-1 0-1 0 0,0 1 1 0 0,0-1-1 0 0,0 0 1 0 0,1 0-1 0 0,-1 1 1 0 0,-2-1-1 0 0,-27 6 161 0 0,17-3-25 0 0,7-1-61 0 0,0 0 0 0 0,0-1 0 0 0,0 1 1 0 0,-1-2-1 0 0,1 1 0 0 0,0-1 1 0 0,-10 0-1 0 0,10 0-61 0 0,0 0-70 0 0,12 0-27 0 0,-5 0 63 0 0,14 0-6 0 0,-14 0 10 0 0,-1 0 1 0 0,1 0-1 0 0,-1 0 1 0 0,1 0-1 0 0,-1 0 0 0 0,0 0 1 0 0,1 0-1 0 0,-1 0 1 0 0,1 0-1 0 0,-1 0 1 0 0,0-1-1 0 0,1 1 1 0 0,-1 0-1 0 0,1 0 0 0 0,-1 0 1 0 0,0-1-1 0 0,1 1 1 0 0,-1 0-1 0 0,0-1 1 0 0,1 1-1 0 0,-1 0 0 0 0,0-1 1 0 0,0 1-1 0 0,1 0 1 0 0,-1-1-1 0 0,0 1 1 0 0,0 0-1 0 0,0-1 0 0 0,1 1 1 0 0,-1-1-1 0 0,0 1 1 0 0,0-1-1 0 0,1 0 3 0 0,0 0 0 0 0,-1 0-1 0 0,1 0 1 0 0,0 0 0 0 0,0 1 0 0 0,0-1-1 0 0,0 0 1 0 0,0 0 0 0 0,0 1 0 0 0,0-1-1 0 0,0 1 1 0 0,1-1 0 0 0,-1 1-1 0 0,0-1 1 0 0,0 1 0 0 0,0-1 0 0 0,1 1-1 0 0,-1 0 1 0 0,0 0 0 0 0,0 0 0 0 0,0 0-1 0 0,3 0 1 0 0,2-1 1 0 0,32-12-17 0 0,-11 12-54 0 0,8 3 23 0 0,-35-2 44 0 0,0 0 1 0 0,0 0 0 0 0,0 1 0 0 0,0-1-1 0 0,0 0 1 0 0,0 0 0 0 0,0 0 0 0 0,0 0 0 0 0,0 0-1 0 0,0 0 1 0 0,0 0 0 0 0,0 0 0 0 0,0 0-1 0 0,0 0 1 0 0,0 0 0 0 0,0 0 0 0 0,1 0-1 0 0,-1 1 1 0 0,0-1 0 0 0,0 0 0 0 0,0 0-1 0 0,0 0 1 0 0,0 0 0 0 0,0 0 0 0 0,0 0-1 0 0,0 0 1 0 0,0 0 0 0 0,0 0 0 0 0,0 0-1 0 0,0 1 1 0 0,0-1 0 0 0,0 0 0 0 0,-1 0-1 0 0,1 0 1 0 0,0 0 0 0 0,0 0 0 0 0,0 0-1 0 0,0 0 1 0 0,0 0 0 0 0,0 0 0 0 0,0 0 0 0 0,0 0-1 0 0,0 0 1 0 0,0 1 0 0 0,0-1 0 0 0,0 0-1 0 0,0 0 1 0 0,0 0 0 0 0,0 0 0 0 0,0 0-1 0 0,-1 0 1 0 0,1 0 0 0 0,0 0 0 0 0,0 0-1 0 0,0 0 1 0 0,0 0 0 0 0,0 0 0 0 0,0 0-1 0 0,0 0 1 0 0,0 0 0 0 0,0 0 0 0 0,0 0-1 0 0,-1 0 1 0 0,1 0 8 0 0,-3 21 407 0 0,-10-8-78 0 0,2-4-225 0 0,-2 7 105 0 0,12-14-201 0 0,0 0-1 0 0,-1 0 0 0 0,1-1 1 0 0,-1 1-1 0 0,1 0 1 0 0,-1-1-1 0 0,0 1 0 0 0,1-1 1 0 0,-1 1-1 0 0,0-1 1 0 0,0 0-1 0 0,0 0 0 0 0,0 0 1 0 0,0 0-1 0 0,-4 1 0 0 0,-21 3 51 0 0,0-5-54 0 0,26 0-13 0 0,1 0 0 0 0,-1 0 0 0 0,1-1 0 0 0,-1 1 0 0 0,1 0 0 0 0,-1-1 0 0 0,1 1 0 0 0,0 0 0 0 0,-1-1 0 0 0,1 1 0 0 0,0-1 0 0 0,-1 1 0 0 0,1 0 0 0 0,0-1 0 0 0,0 1 0 0 0,-1-1 0 0 0,1 1 0 0 0,0-1 0 0 0,0 1 0 0 0,0-1 0 0 0,0 1 0 0 0,0-1 0 0 0,0 1 0 0 0,0-1 0 0 0,0 1 0 0 0,0-1 0 0 0,0 1 0 0 0,0-1 0 0 0,0 0 0 0 0,0 1 0 0 0,0-1 0 0 0,0 0 0 0 0,7-14 14 0 0,58-15-28 0 0,-53 22 4 0 0,0 1 0 0 0,1 1 0 0 0,22-9-1 0 0,-31 14 1 0 0,0 0 0 0 0,0-1-1 0 0,0 1 1 0 0,0 1 0 0 0,0-1-1 0 0,1 0 1 0 0,-1 1 0 0 0,0 0 0 0 0,0 0-1 0 0,0 0 1 0 0,0 1 0 0 0,0-1-1 0 0,1 1 1 0 0,-1 0 0 0 0,0 0-1 0 0,-1 1 1 0 0,8 2 0 0 0,-10-4 12 0 0,-1 1 0 0 0,0-1 0 0 0,0 0 0 0 0,1 0 0 0 0,-1 0 0 0 0,0 1 0 0 0,0-1 0 0 0,1 0 0 0 0,-1 1 0 0 0,0-1 0 0 0,0 0 0 0 0,0 0 0 0 0,1 1 0 0 0,-1-1 0 0 0,0 0 0 0 0,0 1-1 0 0,0-1 1 0 0,0 0 0 0 0,0 1 0 0 0,0-1 0 0 0,0 1 0 0 0,0-1 0 0 0,0 0 0 0 0,0 1 0 0 0,0-1 0 0 0,0 0 0 0 0,0 1 0 0 0,0-1 0 0 0,0 0 0 0 0,0 1 0 0 0,0-1 0 0 0,0 0 0 0 0,0 1 0 0 0,-1-1 0 0 0,1 0 0 0 0,0 1 0 0 0,0-1 0 0 0,0 0 0 0 0,-1 0 0 0 0,1 1 0 0 0,0-1 0 0 0,0 0 0 0 0,-1 0 0 0 0,1 1 0 0 0,0-1 0 0 0,-1 0 0 0 0,-21 21 198 0 0,12-4-66 0 0,9-15-117 0 0,0 1 1 0 0,0-1-1 0 0,0 0 1 0 0,-1 0-1 0 0,1 0 1 0 0,-1-1-1 0 0,1 1 1 0 0,-1 0-1 0 0,0-1 1 0 0,1 1-1 0 0,-1-1 1 0 0,0 1-1 0 0,0-1 1 0 0,0 0-1 0 0,-3 2 1 0 0,-4 1 57 0 0,-1 1 1 0 0,-1-1-1 0 0,1 0 1 0 0,0-1-1 0 0,-1-1 1 0 0,-16 3-1 0 0,23-4-68 0 0,1-1 0 0 0,-1 0-1 0 0,0 0 1 0 0,0 0-1 0 0,0 0 1 0 0,0-1 0 0 0,0 1-1 0 0,0-1 1 0 0,1 0-1 0 0,-1 0 1 0 0,0-1-1 0 0,1 1 1 0 0,-1-1 0 0 0,1 0-1 0 0,-1 1 1 0 0,1-2-1 0 0,0 1 1 0 0,0 0 0 0 0,0-1-1 0 0,-5-4 1 0 0,-9-10-225 0 0,12 13-6 0 0,1 0 1 0 0,0 0 0 0 0,0 0 0 0 0,0 0-1 0 0,1-1 1 0 0,-1 1 0 0 0,1-1-1 0 0,-4-8 1 0 0,6 7-611 0 0,-1-1 1 0 0,1 1-1 0 0,0-1 0 0 0,1 1 0 0 0,0-12 1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55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559 123 560 0 0,'0'-11'4864'0'0,"0"-12"-2458"0"0,2 8 148 0 0,-10 30-799 0 0,-8 1-1075 0 0,-1-1 0 0 0,-1-1 0 0 0,0-1 0 0 0,-1 0 0 0 0,0-2 0 0 0,-1 0 0 0 0,0-1 0 0 0,-38 13 0 0 0,26-14-353 0 0,0-1 0 0 0,0-1 1 0 0,0-1-1 0 0,-1-2 0 0 0,-47-1 1 0 0,69-7-88 0 0,-43-17 26 0 0,53 21-264 0 0,1 0-1 0 0,0 0 1 0 0,0 0-1 0 0,0 0 0 0 0,-1 0 1 0 0,1 0-1 0 0,0 0 0 0 0,0 0 1 0 0,0-1-1 0 0,0 1 1 0 0,-1 0-1 0 0,1 0 0 0 0,0 0 1 0 0,0 0-1 0 0,0 0 0 0 0,0 0 1 0 0,0 0-1 0 0,-1-1 1 0 0,1 1-1 0 0,0 0 0 0 0,0 0 1 0 0,0 0-1 0 0,0 0 0 0 0,0-1 1 0 0,0 1-1 0 0,0 0 1 0 0,0 0-1 0 0,0 0 0 0 0,0 0 1 0 0,0-1-1 0 0,-1 1 0 0 0,1 0 1 0 0,0 0-1 0 0,0 0 1 0 0,0-1-1 0 0,0 1 0 0 0,1 0 1 0 0,-1 0-1 0 0,0 0 0 0 0,0-1 1 0 0,0 1-1 0 0,0 0 1 0 0,0 0-1 0 0,0 0 0 0 0,0 0 1 0 0,0-1-1 0 0,0 1 0 0 0,0 0 1 0 0,0 0-1 0 0,1 0 1 0 0,-1 0-1 0 0,0 0 0 0 0,0-1 1 0 0,0 1-1 0 0,0 0 0 0 0,0 0 1 0 0,1 0-1 0 0,-1 0 0 0 0,0 0 1 0 0,0 0-1 0 0,0 0 1 0 0,0 0-1 0 0,1-1 0 0 0,-1 1 1 0 0,0 0-1 0 0,0 0 0 0 0,1 0 1 0 0,5-3 41 0 0,-5 3-37 0 0,0 0 0 0 0,0-1 0 0 0,0 1 0 0 0,0 0 0 0 0,0-1 0 0 0,0 1 1 0 0,0-1-1 0 0,0 1 0 0 0,0-1 0 0 0,0 0 0 0 0,0 1 0 0 0,0-1 0 0 0,0 0 1 0 0,-1 0-1 0 0,1 0 0 0 0,0 0 0 0 0,-1 1 0 0 0,1-1 0 0 0,0 0 0 0 0,-1 0 0 0 0,1 0 1 0 0,-1 0-1 0 0,0 0 0 0 0,1 0 0 0 0,-1 0 0 0 0,0-1 0 0 0,0 1 0 0 0,1 0 1 0 0,-1-1-1 0 0,0 0-2 0 0,0 0 1 0 0,1 0 0 0 0,-1-1 0 0 0,1 1-1 0 0,0 0 1 0 0,0 0 0 0 0,0 0 0 0 0,0 0-1 0 0,0 0 1 0 0,0 1 0 0 0,0-1 0 0 0,0 0-1 0 0,1 0 1 0 0,-1 1 0 0 0,1-1 0 0 0,-1 1-1 0 0,1-1 1 0 0,0 1 0 0 0,0 0-1 0 0,1-1 1 0 0,49-25 39 0 0,-31 17-41 0 0,-2 1-82 0 0,1 0-1 0 0,0 2 0 0 0,32-8 1 0 0,-39 12 0 0 0,1 1 1 0 0,-1 0-1 0 0,0 1 0 0 0,1 0 1 0 0,0 1-1 0 0,-1 0 1 0 0,16 3-1 0 0,-27-2 63 0 0,0-1-1 0 0,0 1 1 0 0,0 0-1 0 0,0 0 1 0 0,0 0-1 0 0,0 0 1 0 0,0 0-1 0 0,0 0 0 0 0,0 1 1 0 0,2 1-1 0 0,-3-2 17 0 0,-1 0-1 0 0,1 0 1 0 0,-1 0 0 0 0,1-1-1 0 0,-1 1 1 0 0,1 0-1 0 0,-1 0 1 0 0,0 0-1 0 0,1 0 1 0 0,-1 0-1 0 0,0 0 1 0 0,0 0 0 0 0,0 0-1 0 0,0-1 1 0 0,0 1-1 0 0,0 0 1 0 0,0 0-1 0 0,0 0 1 0 0,0 0 0 0 0,0 0-1 0 0,-1 0 1 0 0,1 0-1 0 0,0 0 1 0 0,-1 0-1 0 0,1-1 1 0 0,0 1-1 0 0,-1 0 1 0 0,1 0 0 0 0,-1 0-1 0 0,0-1 1 0 0,1 1-1 0 0,-1 0 1 0 0,1-1-1 0 0,-1 1 1 0 0,0 0-1 0 0,0-1 1 0 0,1 1 0 0 0,-1-1-1 0 0,0 1 1 0 0,-1 0-1 0 0,-14 8 73 0 0,0 0 1 0 0,0-1-1 0 0,-1-1 0 0 0,0 0 0 0 0,-25 5 0 0 0,19-4 15 0 0,3-2 47 0 0,-1 0 1 0 0,1-2-1 0 0,-38 4 0 0 0,47-7-81 0 0,-1-1 0 0 0,1 0 0 0 0,0-1 0 0 0,0 0 0 0 0,0-1 0 0 0,0 0 0 0 0,0 0 0 0 0,-15-7 0 0 0,23 8-57 0 0,1 0 0 0 0,-1 0 0 0 0,0-1 0 0 0,1 1 1 0 0,-1-1-1 0 0,1 0 0 0 0,0 0 0 0 0,-1 0 0 0 0,1 0 0 0 0,0 0 0 0 0,-2-3 0 0 0,3 4 6 0 0,1 0 0 0 0,-1-1 0 0 0,1 1 0 0 0,-1 0 0 0 0,1 0 0 0 0,-1-1 0 0 0,1 1 0 0 0,0 0 0 0 0,-1-1 0 0 0,1 1 0 0 0,0 0 0 0 0,0-1 0 0 0,0 1 0 0 0,0 0 0 0 0,0-1 0 0 0,0 1 0 0 0,1 0 0 0 0,-1-1 0 0 0,0 1 0 0 0,1 0 0 0 0,-1 0 0 0 0,1-1 0 0 0,-1 1 0 0 0,1 0 0 0 0,0 0 0 0 0,-1 0 0 0 0,1 0 0 0 0,0-1 1 0 0,1 0-1 0 0,52-39 78 0 0,-42 25-67 0 0,-11 14-13 0 0,0 0 0 0 0,1 0 0 0 0,-1 0 0 0 0,1 0 0 0 0,0 0 0 0 0,-1 0 0 0 0,1 1 0 0 0,0-1 0 0 0,0 0 0 0 0,0 1 0 0 0,1 0 0 0 0,2-2 0 0 0,55-24 0 0 0,-59 26 0 0 0,-1 1 1 0 0,0 0-1 0 0,1 0 0 0 0,-1 0 1 0 0,1 0-1 0 0,-1-1 0 0 0,0 1 0 0 0,1 0 1 0 0,-1 0-1 0 0,0-1 0 0 0,1 1 1 0 0,-1 0-1 0 0,0 0 0 0 0,0-1 1 0 0,1 1-1 0 0,-1 0 0 0 0,0-1 1 0 0,0 1-1 0 0,1 0 0 0 0,-1-1 1 0 0,0 1-1 0 0,0-1 0 0 0,0 1 0 0 0,0 0 1 0 0,0-1-1 0 0,0 1 0 0 0,0-1 1 0 0,1 1-1 0 0,-1 0 0 0 0,0-1 1 0 0,0 1-1 0 0,-1-1 0 0 0,1 0 1 0 0,-7-2-199 0 0,4 4 133 0 0,-77 22-1496 0 0,74-21 983 0 0,0 1 1 0 0,0-1-1 0 0,0 1 0 0 0,0 0 0 0 0,0 1 1 0 0,1 0-1 0 0,-1-1 0 0 0,1 2 1 0 0,-7 5-1 0 0,11-7-170 0 0,-1-1 0 0 0,1 1 0 0 0,0 0 0 0 0,0-1 0 0 0,0 1 0 0 0,0 0 1 0 0,0 0-1 0 0,0 0 0 0 0,1 0 0 0 0,-1-1 0 0 0,1 1 0 0 0,0 0 0 0 0,0 0 0 0 0,0 4 0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56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89 560 0 0,'0'-2'114'0'0,"-1"1"-1"0"0,0 0 0 0 0,0-1 0 0 0,0 1 1 0 0,0 0-1 0 0,0 0 0 0 0,0 0 1 0 0,0 0-1 0 0,0 0 0 0 0,0 0 1 0 0,-1 0-1 0 0,1 0 0 0 0,0 0 0 0 0,0 1 1 0 0,-1-1-1 0 0,1 1 0 0 0,-1-1 1 0 0,-1 0-1 0 0,-1-1 309 0 0,4 2-321 0 0,-1-1 1 0 0,0 0 0 0 0,1 1-1 0 0,-1-1 1 0 0,1 0-1 0 0,0 0 1 0 0,-1 1 0 0 0,1-1-1 0 0,0 0 1 0 0,-1 0-1 0 0,1 0 1 0 0,0 1 0 0 0,0-1-1 0 0,0 0 1 0 0,-1 0-1 0 0,1 0 1 0 0,0 0 0 0 0,0 0-1 0 0,0 1 1 0 0,0-1-1 0 0,1 0 1 0 0,-1 0 0 0 0,0-1-1 0 0,1 1-1 0 0,-1 0-1 0 0,0 1 0 0 0,0-1 1 0 0,0 0-1 0 0,1 0 1 0 0,-1 0-1 0 0,0 1 1 0 0,0-1-1 0 0,0 0 1 0 0,-1 0-1 0 0,1 1 1 0 0,0-1-1 0 0,0 0 0 0 0,0 0 1 0 0,0 1-1 0 0,-1-1 1 0 0,1 0-1 0 0,0 0 1 0 0,-1 1-1 0 0,1-1 1 0 0,0 0-1 0 0,-1 1 0 0 0,1-1 1 0 0,-1 1-1 0 0,1-1 1 0 0,-1 0-1 0 0,0 1 1 0 0,0-1-1 0 0,-20-10 968 0 0,20 11-915 0 0,1 0-1 0 0,-1-1 0 0 0,1 1 1 0 0,-1-1-1 0 0,1 1 0 0 0,-1 0 1 0 0,1-1-1 0 0,0 1 1 0 0,-1-1-1 0 0,1 1 0 0 0,0-1 1 0 0,-1 1-1 0 0,1-1 0 0 0,0 1 1 0 0,0-1-1 0 0,-1 0 0 0 0,1 1 1 0 0,0-1-1 0 0,0 1 0 0 0,0-1 1 0 0,0 0-1 0 0,0 0 0 0 0,0-2 1304 0 0,1 8-788 0 0,-6-2 120 0 0,-20 9 172 0 0,21-9-829 0 0,0 0 0 0 0,-1 0 0 0 0,1-1-1 0 0,-1 0 1 0 0,0 0 0 0 0,-9 3-1 0 0,-73 16-889 0 0,87-21 672 0 0,0 0-1 0 0,-1 0 1 0 0,1 0 0 0 0,0 0 0 0 0,0 0-1 0 0,-1 0 1 0 0,1 0 0 0 0,0 0-1 0 0,0 0 1 0 0,-1 1 0 0 0,1-1-1 0 0,0 0 1 0 0,0 0 0 0 0,-1 0-1 0 0,1 1 1 0 0,0-1 0 0 0,0 0-1 0 0,0 0 1 0 0,-1 0 0 0 0,1 1-1 0 0,0-1 1 0 0,0 0 0 0 0,0 0-1 0 0,0 1 1 0 0,0-1 0 0 0,0 0-1 0 0,-1 1 1 0 0,1-1 0 0 0,0 0-1 0 0,0 0 1 0 0,0 1 0 0 0,0-1-1 0 0,0 0 1 0 0,0 1 0 0 0,0-1-1 0 0,0 0 1 0 0,0 0 0 0 0,0 1 0 0 0,0-1-1 0 0,1 0 1 0 0,-1 0 0 0 0,0 1-1 0 0,0-1 1 0 0,0 0 0 0 0,0 1-1 0 0,0-1 1 0 0,0 0 0 0 0,1 0-1 0 0,-1 0 1 0 0,0 1 0 0 0,0-1-1 0 0,0 0 1 0 0,1 0 0 0 0,-1 0-1 0 0,0 1 1 0 0,0-1 0 0 0,1 0-1 0 0,-1 0 1 0 0,0 0 0 0 0,0 0-1 0 0,1 0 1 0 0,-1 0 0 0 0,0 1-1 0 0,0-1 1 0 0,1 0 0 0 0,21 1-4074 0 0,-17-1-147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3:10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1 1921 0 0,'0'0'10165'0'0,"-6"0"-9579"0"0,-48 8 1749 0 0,48-8-214 0 0,6 0-2015 0 0,-1 1 1 0 0,0 0 0 0 0,0-1-1 0 0,0 1 1 0 0,1-1 0 0 0,-1 1-1 0 0,0-1 1 0 0,0 0 0 0 0,0 1-1 0 0,0-1 1 0 0,0 0-1 0 0,0 0 1 0 0,0 1 0 0 0,0-1-1 0 0,0 0 1 0 0,0 0 0 0 0,-1 0-1 0 0,-8 1-24 0 0,9 0-76 0 0,1-1 0 0 0,-1 1 1 0 0,1 0-1 0 0,-1-1 1 0 0,1 1-1 0 0,-1 0 0 0 0,1-1 1 0 0,-1 1-1 0 0,1 0 0 0 0,-1 0 1 0 0,1 0-1 0 0,0-1 0 0 0,0 1 1 0 0,-1 0-1 0 0,1 0 1 0 0,0 0-1 0 0,0 0 0 0 0,0-1 1 0 0,0 1-1 0 0,0 0 0 0 0,0 0 1 0 0,0 0-1 0 0,0 0 0 0 0,0 0 1 0 0,1 0-1 0 0,-1 1 0 0 0,1 2 76 0 0,-2-1-45 0 0,1 0 0 0 0,0 0 1 0 0,-1 0-1 0 0,1 0 0 0 0,-1 0 0 0 0,0 0 0 0 0,0-1 0 0 0,0 1 0 0 0,-1 0 0 0 0,1-1 0 0 0,0 1 1 0 0,-1-1-1 0 0,-2 4 0 0 0,-8 13 244 0 0,11-13-201 0 0,0-1 0 0 0,-1 0 0 0 0,2 0 0 0 0,-1 0 0 0 0,1 1 0 0 0,-1-1 0 0 0,1 0 0 0 0,1 0 0 0 0,-1 1 0 0 0,1-1 0 0 0,0 0 0 0 0,0 0 0 0 0,1 0 1 0 0,-1 0-1 0 0,3 6 0 0 0,-1-4 42 0 0,-1 0 0 0 0,0 0 0 0 0,0 0 0 0 0,-1 1 1 0 0,1 8-1 0 0,-11 29 438 0 0,1-13-186 0 0,7-17-195 0 0,0 1 1 0 0,1 0 0 0 0,0 0 0 0 0,1-1 0 0 0,1 1 0 0 0,1-1 0 0 0,5 20 0 0 0,2 17 301 0 0,-4 5 220 0 0,-3 1-1 0 0,-5 68 1 0 0,1-32 79 0 0,1-91-739 0 0,0 1-1 0 0,0 0 1 0 0,0 0 0 0 0,-1 0 0 0 0,1 0 0 0 0,-1 0-1 0 0,0 0 1 0 0,0-1 0 0 0,0 1 0 0 0,-1 0 0 0 0,1-1 0 0 0,-4 7-1 0 0,3-9-83 0 0,0 0 0 0 0,1 1 0 0 0,-1-1-1 0 0,0 0 1 0 0,1 0 0 0 0,-1 0 0 0 0,0 0-1 0 0,0 0 1 0 0,0-1 0 0 0,0 1 0 0 0,0-1-1 0 0,0 1 1 0 0,0-1 0 0 0,0 0 0 0 0,0 1-1 0 0,0-1 1 0 0,-1 0 0 0 0,1 0 0 0 0,0-1-1 0 0,0 1 1 0 0,0 0 0 0 0,0-1 0 0 0,0 1-1 0 0,0-1 1 0 0,0 0 0 0 0,0 0 0 0 0,-3-1-1 0 0,-16-7-1329 0 0,1 0-1 0 0,-1-1 0 0 0,2-1 0 0 0,0-1 0 0 0,-34-27 0 0 0,36 22-1894 0 0,-1-1-1 0 0,-17-26 1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3:12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33 194 1121 0 0,'-6'1'1826'0'0,"5"-1"-1569"0"0,-1 0 0 0 0,1 0 0 0 0,0 0 0 0 0,0 0-1 0 0,0 0 1 0 0,-1 0 0 0 0,1 0 0 0 0,0 1 0 0 0,0-1 0 0 0,0 0-1 0 0,0 1 1 0 0,-1-1 0 0 0,1 1 0 0 0,0-1 0 0 0,0 1-1 0 0,0 0 1 0 0,0-1 0 0 0,0 1 0 0 0,0 0 0 0 0,0 0-1 0 0,1 0 1 0 0,-1 0 0 0 0,-1 1 0 0 0,8-1 1143 0 0,7-3-815 0 0,-3 2 1305 0 0,-6 15 1398 0 0,-4-14-3269 0 0,0-1 0 0 0,0 1 0 0 0,0-1 1 0 0,0 0-1 0 0,1 1 0 0 0,-1-1 0 0 0,0 0 0 0 0,0 1 0 0 0,0-1 0 0 0,1 1 0 0 0,-1-1 1 0 0,0 0-1 0 0,0 1 0 0 0,1-1 0 0 0,-1 0 0 0 0,0 0 0 0 0,1 1 0 0 0,-1-1 0 0 0,1 0 0 0 0,-1 0 1 0 0,0 0-1 0 0,1 1 0 0 0,-1-1 0 0 0,1 0 0 0 0,-1 0 0 0 0,0 0 0 0 0,1 0 0 0 0,-1 0 1 0 0,1 0-1 0 0,-1 0 0 0 0,0 0 0 0 0,1 0 0 0 0,14 0 49 0 0,-13 0-7 0 0,9 5 420 0 0,81 2 492 0 0,80-4 386 0 0,-116-5-884 0 0,70 8-1 0 0,-39 5-116 0 0,179 13 898 0 0,-261-24 118 0 0,-6-1-1298 0 0,1 0 0 0 0,-1 0-1 0 0,0 0 1 0 0,0 0 0 0 0,0 0 0 0 0,0 0-1 0 0,0 1 1 0 0,0-1 0 0 0,0 0-1 0 0,0 0 1 0 0,-1 1 0 0 0,1-1 0 0 0,0 1-1 0 0,0-1 1 0 0,-1 1 0 0 0,1 0-1 0 0,0-1 1 0 0,0 1 0 0 0,-1 0 0 0 0,1 0-1 0 0,-2 0 1 0 0,-4-2 179 0 0,-27-8 359 0 0,-1-2-1 0 0,1-2 1 0 0,1-1 0 0 0,-59-36-1 0 0,36 11 4 0 0,16 12-324 0 0,0 1-1 0 0,-73-35 0 0 0,113 61-334 0 0,0 1 0 0 0,0 0 0 0 0,0 0 0 0 0,1 0 0 0 0,-1 0 0 0 0,0 0 0 0 0,0 0 0 0 0,0 0 0 0 0,0 0 0 0 0,0 0 0 0 0,1-1 0 0 0,-1 1-1 0 0,0 0 1 0 0,0 0 0 0 0,0 0 0 0 0,0 0 0 0 0,0 0 0 0 0,0-1 0 0 0,0 1 0 0 0,0 0 0 0 0,1 0 0 0 0,-1 0 0 0 0,0 0 0 0 0,0-1 0 0 0,0 1 0 0 0,0 0 0 0 0,0 0 0 0 0,0 0 0 0 0,0 0 0 0 0,0-1 0 0 0,0 1-1 0 0,0 0 1 0 0,0 0 0 0 0,0 0 0 0 0,0-1 0 0 0,0 1 0 0 0,0 0 0 0 0,-1 0 0 0 0,1 0 0 0 0,0 0 0 0 0,0 0 0 0 0,0-1 0 0 0,0 1 0 0 0,0 0 0 0 0,0 0 0 0 0,0 0 0 0 0,0 0 0 0 0,-1 0 0 0 0,1-1 0 0 0,0 1-1 0 0,0 0 1 0 0,0 0 0 0 0,0 0 0 0 0,0 0 0 0 0,-1 0 0 0 0,1 0 0 0 0,0 0 0 0 0,0 0 0 0 0,159 8-14194 0 0,-64-2 8103 0 0,31 0-3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3:13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 8484 0 0,'-98'41'6163'0'0,"0"14"-4082"0"0,65-8-1041 0 0,-32-5-480 0 0,32-7-400 0 0,33-14-400 0 0,33-15-2961 0 0,-1-6-6323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3:42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354 419 3362 0 0,'-5'0'2041'0'0,"-23"0"17034"0"0,28-21-15007 0 0,0 21-4049 0 0,0-1 0 0 0,0 1 0 0 0,-1-1 0 0 0,1 0 0 0 0,0 1 0 0 0,0-1 0 0 0,-1 0 0 0 0,1 1 0 0 0,0-1 0 0 0,-1 1 0 0 0,1-1 0 0 0,0 1 0 0 0,-1-1 0 0 0,1 1 0 0 0,-1-1 0 0 0,1 1 0 0 0,-1-1 0 0 0,1 1 0 0 0,-1 0 0 0 0,1-1 0 0 0,-1 1 0 0 0,0 0 0 0 0,1-1 0 0 0,-1 1 0 0 0,1 0 0 0 0,-1 0 0 0 0,0 0 0 0 0,1 0 0 0 0,-1-1 0 0 0,0 1 0 0 0,1 0 0 0 0,-2 0 0 0 0,2 0-2 0 0,-1 0 1 0 0,0 0 0 0 0,0 0 0 0 0,1 0 0 0 0,-1 0-1 0 0,0 0 1 0 0,1-1 0 0 0,-1 1 0 0 0,0 0 0 0 0,1 0-1 0 0,-1-1 1 0 0,0 1 0 0 0,1 0 0 0 0,-1-1 0 0 0,1 1 0 0 0,-1-1-1 0 0,0 1 1 0 0,1-1 0 0 0,-1 1 0 0 0,1-1 0 0 0,0 1-1 0 0,-1-1 1 0 0,1 0 0 0 0,-1 1 0 0 0,1-1 0 0 0,0 1-1 0 0,-1-1 1 0 0,1 0 0 0 0,0 0 0 0 0,0 1 0 0 0,0-1-1 0 0,-1-1 1 0 0,1 1 4 0 0,0 0-1 0 0,0 0 1 0 0,-1 0-1 0 0,1-1 1 0 0,0 1-1 0 0,-1 0 0 0 0,1 0 1 0 0,-1 0-1 0 0,1 0 1 0 0,-1 0-1 0 0,0 0 1 0 0,1 0-1 0 0,-1 1 0 0 0,0-1 1 0 0,0 0-1 0 0,0 0 1 0 0,0 0-1 0 0,1 1 1 0 0,-1-1-1 0 0,0 0 1 0 0,0 1-1 0 0,0-1 0 0 0,-3 0 1 0 0,-5-5 117 0 0,-24-27 488 0 0,33 32-603 0 0,-1 0-1 0 0,0 0 1 0 0,0-1 0 0 0,1 1 0 0 0,-1 0-1 0 0,1-1 1 0 0,-1 1 0 0 0,1 0 0 0 0,-1-1-1 0 0,1 1 1 0 0,0-1 0 0 0,0 1 0 0 0,-1-1-1 0 0,1 1 1 0 0,0 0 0 0 0,1-1-1 0 0,-1 1 1 0 0,1-4 0 0 0,-1-2 85 0 0,-1-40 261 0 0,0 31-276 0 0,0 0 0 0 0,1 0 0 0 0,1 0 0 0 0,1 1 0 0 0,3-19 0 0 0,17-15 26 0 0,-19 41-108 0 0,-2 4-11 0 0,0 0 0 0 0,1 1 0 0 0,-1-1 0 0 0,1 0 1 0 0,0 1-1 0 0,0-1 0 0 0,0 1 0 0 0,0 0 0 0 0,1 0 0 0 0,-1-1 0 0 0,1 2 1 0 0,4-5-1 0 0,-2-1 79 0 0,-5 9-87 0 0,0 0 0 0 0,0 0 0 0 0,0 0 1 0 0,0 0-1 0 0,0 0 0 0 0,-1 0 1 0 0,1 0-1 0 0,0 0 0 0 0,-1 0 0 0 0,1 0 1 0 0,0 0-1 0 0,-1 0 0 0 0,0 0 0 0 0,1 0 1 0 0,-1 0-1 0 0,1-1 0 0 0,-1 1 0 0 0,0 0 1 0 0,0 0-1 0 0,1-1 0 0 0,-1 1 1 0 0,0-1-1 0 0,0 1 0 0 0,0-1 0 0 0,0 1 1 0 0,1-1-1 0 0,-1 1 0 0 0,-1-1 0 0 0,-9 8-51 0 0,9-3 47 0 0,0 0-1 0 0,1 1 0 0 0,0-1 1 0 0,0 0-1 0 0,0 0 1 0 0,0 1-1 0 0,1-1 0 0 0,0 0 1 0 0,1 8-1 0 0,-4 29-19 0 0,-9-12 49 0 0,9-26-14 0 0,1 0-1 0 0,0 0 1 0 0,1 0-1 0 0,-1 0 1 0 0,1 0 0 0 0,0 1-1 0 0,0-1 1 0 0,0 0-1 0 0,0 9 1 0 0,1-10-1 0 0,0 0 0 0 0,-1 0 0 0 0,1 0-1 0 0,-1 0 1 0 0,0 0 0 0 0,1 0 0 0 0,-1 0 0 0 0,-1-1 0 0 0,1 1 0 0 0,0 0 0 0 0,-1-1 0 0 0,1 1 0 0 0,-5 4-1 0 0,-4 10 11 0 0,0 19-39 0 0,3-17 35 0 0,4-13-5 0 0,1 1 1 0 0,-1 0-1 0 0,1 0 0 0 0,1 0 1 0 0,-1 0-1 0 0,0 14 1 0 0,3-7-28 0 0,-1-11 13 0 0,1 0 1 0 0,-1 0-1 0 0,0 1 1 0 0,0-1-1 0 0,0 0 1 0 0,0 0-1 0 0,-1 0 0 0 0,1 1 1 0 0,-1-1-1 0 0,0 0 1 0 0,0 0-1 0 0,-2 4 1 0 0,-8 1-23 0 0,10-7 37 0 0,0-1 0 0 0,0 1 1 0 0,0-1-1 0 0,0 1 1 0 0,0 0-1 0 0,0-1 0 0 0,1 1 1 0 0,-1 0-1 0 0,0-1 0 0 0,0 1 1 0 0,0 0-1 0 0,1 0 0 0 0,-1 0 1 0 0,0 0-1 0 0,1 0 0 0 0,-1 0 1 0 0,1 0-1 0 0,-1 0 0 0 0,1 0 1 0 0,0 0-1 0 0,-1 0 0 0 0,1 0 1 0 0,0 0-1 0 0,0 0 0 0 0,0 3 1 0 0,0 63 100 0 0,-1-66-109 0 0,1 0 1 0 0,0 0-1 0 0,0 0 0 0 0,0 0 0 0 0,-1 0 0 0 0,1 0 1 0 0,0 0-1 0 0,-1 0 0 0 0,1 0 0 0 0,-1 0 1 0 0,1 0-1 0 0,-1 0 0 0 0,0 0 0 0 0,1 0 0 0 0,-1 0 1 0 0,0-1-1 0 0,0 1 0 0 0,1 0 0 0 0,-1-1 0 0 0,0 1 1 0 0,0 0-1 0 0,0-1 0 0 0,0 1 0 0 0,0-1 0 0 0,-1 1 1 0 0,-9 6-72 0 0,9-2 85 0 0,1 1 1 0 0,-1-1 0 0 0,1 0-1 0 0,0 1 1 0 0,0-1 0 0 0,1 1-1 0 0,-1-1 1 0 0,1 0 0 0 0,1 1-1 0 0,-1-1 1 0 0,2 7 0 0 0,-1 12 181 0 0,-1 216-161 0 0,0-238-32 0 0,0-1 0 0 0,0 1 0 0 0,0 0 0 0 0,0 0 0 0 0,-1-1 0 0 0,1 1 0 0 0,-1 0 0 0 0,1-1 0 0 0,-1 1 0 0 0,1-1 0 0 0,-1 1 0 0 0,0-1 0 0 0,0 1 0 0 0,0-1 0 0 0,0 1 0 0 0,0-1 0 0 0,0 0 0 0 0,0 1 0 0 0,0-1 0 0 0,0 0 0 0 0,-2 1 0 0 0,1-1 0 0 0,1 0 0 0 0,0 1 0 0 0,-1-1 0 0 0,1 0 0 0 0,0 0 0 0 0,0 1 0 0 0,0-1 0 0 0,0 0 0 0 0,0 1 0 0 0,0-1 0 0 0,1 1 0 0 0,-1 0 0 0 0,0-1 0 0 0,1 1 0 0 0,-1-1 0 0 0,1 1 0 0 0,0 0 0 0 0,-1-1 0 0 0,1 1 0 0 0,0 0 0 0 0,0 2 0 0 0,0 76 0 0 0,0-79 0 0 0,0 0 0 0 0,0-1 0 0 0,0 1 0 0 0,0 0 0 0 0,-1-1 0 0 0,1 1 0 0 0,0-1 0 0 0,0 1 0 0 0,-1 0 0 0 0,1-1 0 0 0,0 1 0 0 0,-1-1 0 0 0,1 1 0 0 0,-1-1 0 0 0,1 1 0 0 0,0-1 0 0 0,-1 0 0 0 0,1 1 0 0 0,-1-1 0 0 0,0 1 0 0 0,1-1 0 0 0,-1 0 0 0 0,1 1 0 0 0,-1-1 0 0 0,1 0 0 0 0,-1 0 0 0 0,0 0 0 0 0,1 1 0 0 0,-1-1 0 0 0,0 0 0 0 0,1 0 0 0 0,-1 0 0 0 0,1 0 0 0 0,-1 0 0 0 0,0 0 0 0 0,0 0 0 0 0,0 0 0 0 0,1-1 0 0 0,-1 1 0 0 0,1 0 0 0 0,-1 0 0 0 0,0 0 0 0 0,1 0 0 0 0,-1 0 0 0 0,1 1 0 0 0,-1-1 0 0 0,1 0 0 0 0,-1 0 0 0 0,1 0 0 0 0,-1 0 0 0 0,1 0 0 0 0,-1 1 0 0 0,1-1 0 0 0,-1 0 0 0 0,1 1 0 0 0,-1-1 0 0 0,1 0 0 0 0,-1 1 0 0 0,1-1 0 0 0,0 0 0 0 0,-1 1 0 0 0,1-1 0 0 0,0 1 0 0 0,-1-1 0 0 0,1 1 0 0 0,0-1 0 0 0,0 1 0 0 0,-1-1 0 0 0,1 1 0 0 0,0-1 0 0 0,0 2 0 0 0,0 52 0 0 0,0-53 0 0 0,0 0 0 0 0,0 0 0 0 0,0 1 0 0 0,0-1 0 0 0,-1 0 0 0 0,1 0 0 0 0,0 0 0 0 0,0 0 0 0 0,-1 0 0 0 0,1 0 0 0 0,-1 0 0 0 0,1 1 0 0 0,-1-1 0 0 0,1 0 0 0 0,-1-1 0 0 0,1 1 0 0 0,-1 0 0 0 0,0 0 0 0 0,0 0 0 0 0,0 0 0 0 0,1 0 0 0 0,-1-1 0 0 0,0 1 0 0 0,0 0 0 0 0,0-1 0 0 0,0 1 0 0 0,0-1 0 0 0,-2 2 0 0 0,2-2 0 0 0,0 0 0 0 0,0 1 0 0 0,0-1 0 0 0,1 0 0 0 0,-1 1 0 0 0,0-1 0 0 0,0 1 0 0 0,1-1 0 0 0,-1 1 0 0 0,0-1 0 0 0,1 1 0 0 0,-1 0 0 0 0,1-1 0 0 0,-1 1 0 0 0,0 0 0 0 0,1 0 0 0 0,0-1 0 0 0,-1 1 0 0 0,1 0 0 0 0,-1 0 0 0 0,1 0 0 0 0,0 0 0 0 0,0 0 0 0 0,-1-1 0 0 0,1 1 0 0 0,0 0 0 0 0,0 0 0 0 0,0 1 0 0 0,0 4 0 0 0,0-11 0 0 0,0 5 0 0 0,0 0 0 0 0,0-1 0 0 0,0 1 0 0 0,0 0 0 0 0,0 0 0 0 0,0-1 0 0 0,0 1 0 0 0,0 0 0 0 0,0 0 0 0 0,0 0 0 0 0,0-1 0 0 0,0 1 0 0 0,0 0 0 0 0,1 0 0 0 0,-1-1 0 0 0,0 1 0 0 0,0 0 0 0 0,0 0 0 0 0,0 0 0 0 0,0-1 0 0 0,1 1 0 0 0,-1 0 0 0 0,0 0 0 0 0,0 0 0 0 0,0 0 0 0 0,1-1 0 0 0,-1 1 0 0 0,0 0 0 0 0,0 0 0 0 0,1 0 0 0 0,-1 0 0 0 0,0 0 0 0 0,0 0 0 0 0,1 0 0 0 0,-1 0 0 0 0,0 0 0 0 0,28-2 0 0 0,129-4 0 0 0,-59 2 0 0 0,-61 0 0 0 0,116-10 0 0 0,-100 11 0 0 0,128-12 0 0 0,-51 8 0 0 0,-84 4 0 0 0,-1 2 0 0 0,54 5 0 0 0,31 11 0 0 0,-32 1 0 0 0,-64-8 0 0 0,0-2 0 0 0,1-2 0 0 0,58 0 0 0 0,-27-5 0 0 0,-28-5 0 0 0,152-34 0 0 0,-188 40 15 0 0,1 0 1 0 0,-1-1-1 0 0,0 1 1 0 0,1-1-1 0 0,-1 1 0 0 0,0-1 1 0 0,0 0-1 0 0,0 1 1 0 0,0-1-1 0 0,1 0 0 0 0,-1-1 1 0 0,0 1-1 0 0,-1 0 0 0 0,1-1 1 0 0,2-1-1 0 0,-4 3-46 0 0,0-1 1 0 0,0 1-1 0 0,-1 0 0 0 0,1-1 0 0 0,0 1 1 0 0,0 0-1 0 0,0-1 0 0 0,-1 1 0 0 0,1 0 0 0 0,0-1 1 0 0,0 1-1 0 0,-1 0 0 0 0,1-1 0 0 0,0 1 1 0 0,-1 0-1 0 0,1 0 0 0 0,0 0 0 0 0,-1-1 0 0 0,1 1 1 0 0,0 0-1 0 0,-1 0 0 0 0,1 0 0 0 0,-1 0 0 0 0,1-1 1 0 0,-1 1-1 0 0,0 0-421 0 0,-53-19-6692 0 0,-115-30-9469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3:44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1 480 0 0,'0'0'8951'0'0,"-6"0"-7377"0"0,2 0-1041 0 0,-1 1-1 0 0,1 0 1 0 0,0 0 0 0 0,-1 1-1 0 0,1-1 1 0 0,0 1-1 0 0,-7 4 1 0 0,-2 1 355 0 0,12-7-831 0 0,1 0 0 0 0,0 0 0 0 0,-1 0 0 0 0,1 0 0 0 0,0 0 0 0 0,0 0 0 0 0,-1 1 0 0 0,1-1 0 0 0,0 0 0 0 0,0 0 0 0 0,-1 0 0 0 0,1 1 0 0 0,0-1 0 0 0,0 0 0 0 0,-1 0 0 0 0,1 0 0 0 0,0 1 0 0 0,0-1 0 0 0,0 0 0 0 0,0 1 0 0 0,-1-1 0 0 0,1 0 0 0 0,0 0 0 0 0,0 1 0 0 0,0-1 0 0 0,0 0 0 0 0,0 1 1 0 0,0-1-1 0 0,0 0 0 0 0,0 1 0 0 0,0-1 0 0 0,0 0 0 0 0,0 1 0 0 0,0-1 0 0 0,0 0 0 0 0,0 0 0 0 0,0 1 0 0 0,0-1 0 0 0,0 0 0 0 0,0 1 0 0 0,0-1 0 0 0,1 0 0 0 0,-1 0 0 0 0,0 1 0 0 0,0-1 0 0 0,0 0 0 0 0,0 1 0 0 0,1-1 0 0 0,-1 0 0 0 0,0 0 0 0 0,0 0 0 0 0,1 1 0 0 0,-1-1 0 0 0,0 0 0 0 0,0 0 0 0 0,1 0 0 0 0,-1 0 0 0 0,0 1 0 0 0,1-1 0 0 0,-1 0 0 0 0,1 0 0 0 0,-1 0-15 0 0,1 0-9 0 0,1-1 1 0 0,-1 1-1 0 0,1 0 0 0 0,-1 0 0 0 0,1 0 1 0 0,-1 0-1 0 0,1 0 0 0 0,-1 0 0 0 0,1 1 0 0 0,-1-1 1 0 0,0 0-1 0 0,1 1 0 0 0,-1-1 0 0 0,0 1 1 0 0,1 0-1 0 0,-1-1 0 0 0,2 2 0 0 0,-3-1 381 0 0,5 6 53 0 0,17-6-227 0 0,-16-1 253 0 0,-1 2-333 0 0,135 19 1144 0 0,47 9-233 0 0,-96-19-750 0 0,-53-7-121 0 0,50 10-1 0 0,-48-6-72 0 0,0-2 0 0 0,0-2-1 0 0,68-2 1 0 0,115-14 673 0 0,9 18-290 0 0,57-1 2225 0 0,-289 3-1831 0 0,0 246 1204 0 0,2-250-2102 0 0,-31 1-7 0 0,29-5 1 0 0,-1 0 0 0 0,1 0 0 0 0,0 0 0 0 0,0 0 0 0 0,-1 0 0 0 0,1 0 0 0 0,0 0 0 0 0,0 0 0 0 0,-1 1 0 0 0,1-1 0 0 0,0 0 0 0 0,0 0 0 0 0,0 0 0 0 0,-1 0 0 0 0,1 0 0 0 0,0 1 0 0 0,0-1 0 0 0,0 0 0 0 0,0 0 0 0 0,-1 0 0 0 0,1 1 0 0 0,0-1 0 0 0,0 0 0 0 0,0 0 0 0 0,0 0 0 0 0,0 1 0 0 0,0-1 0 0 0,0 0 0 0 0,0 0 0 0 0,-1 1 0 0 0,1-1 0 0 0,0 0 0 0 0,0 0 0 0 0,0 1 0 0 0,0-1 0 0 0,0 1 0 0 0,1 0 0 0 0,-2 1 0 0 0,1 0 0 0 0,0-1 0 0 0,0 1 0 0 0,0 0 0 0 0,-1-1 0 0 0,1 1 0 0 0,-1 0 0 0 0,1-1 0 0 0,-1 1 0 0 0,0 0 0 0 0,0-1 0 0 0,0 1 0 0 0,1-1 0 0 0,-1 0 0 0 0,-1 1 0 0 0,1-1 0 0 0,0 0 0 0 0,0 1 0 0 0,-3 0 0 0 0,3 0 0 0 0,0-1 0 0 0,-1 0 0 0 0,1 0 0 0 0,0 1 0 0 0,0-1 0 0 0,0 0 0 0 0,0 1 0 0 0,0-1 0 0 0,0 1 0 0 0,0 0 0 0 0,0-1 0 0 0,0 1 0 0 0,1 0 0 0 0,-1-1 0 0 0,1 1 0 0 0,-1 0 0 0 0,1 0 0 0 0,0 0 0 0 0,0-1 0 0 0,0 4 0 0 0,0 204 0 0 0,0-205 0 0 0,0 0 0 0 0,0 0 0 0 0,1 0 0 0 0,0-1 0 0 0,0 1 0 0 0,0 0 0 0 0,0-1 0 0 0,0 1 0 0 0,1-1 0 0 0,-1 1 0 0 0,1-1 0 0 0,4 5 0 0 0,-4-5 0 0 0,0 0 0 0 0,-1 0 0 0 0,1 0 0 0 0,-1 0 0 0 0,1 1 0 0 0,-1-1 0 0 0,0 0 0 0 0,0 1 0 0 0,0-1 0 0 0,-1 1 0 0 0,1-1 0 0 0,-1 6 0 0 0,0 44 0 0 0,0-52 0 0 0,0 0 0 0 0,0-1 0 0 0,0 1 0 0 0,0 0 0 0 0,0 0 0 0 0,0-1 0 0 0,0 1 0 0 0,-1 0 0 0 0,1-1 0 0 0,0 1 0 0 0,-1 0 0 0 0,1-1 0 0 0,0 1 0 0 0,-1-1 0 0 0,1 1 0 0 0,-1 0 0 0 0,1-1 0 0 0,-1 1 0 0 0,1-1 0 0 0,-1 1 0 0 0,1-1 0 0 0,-1 0 0 0 0,0 1 0 0 0,1-1 0 0 0,-1 0 0 0 0,1 1 0 0 0,-1-1 0 0 0,0 0 0 0 0,0 1 0 0 0,1-1 0 0 0,-1 0 0 0 0,0 0 0 0 0,1 0 0 0 0,-1 0 0 0 0,0 0 0 0 0,0 0 0 0 0,1 0 0 0 0,-1 0 0 0 0,0 0 0 0 0,-1 0 0 0 0,-4 0 0 0 0,5 1 0 0 0,1 0 0 0 0,-1 0 0 0 0,0 0 0 0 0,1 0 0 0 0,-1 0 0 0 0,1 0 0 0 0,-1 0 0 0 0,1 0 0 0 0,-1 0 0 0 0,1 0 0 0 0,0 1 0 0 0,-1-1 0 0 0,1 0 0 0 0,0 0 0 0 0,0 0 0 0 0,0 1 0 0 0,0-1 0 0 0,0 0 0 0 0,0 0 0 0 0,0 1 0 0 0,1-1 0 0 0,-1 2 0 0 0,1 1 0 0 0,-1 326 0 0 0,0-330 6 0 0,0 0-1 0 0,0 1 1 0 0,-1-1 0 0 0,1 0 0 0 0,0 0-1 0 0,0 0 1 0 0,0 1 0 0 0,0-1 0 0 0,0 0-1 0 0,0 0 1 0 0,-1 0 0 0 0,1 1 0 0 0,0-1-1 0 0,0 0 1 0 0,0 0 0 0 0,0 0 0 0 0,-1 0-1 0 0,1 0 1 0 0,0 1 0 0 0,0-1 0 0 0,-1 0-1 0 0,1 0 1 0 0,0 0 0 0 0,0 0 0 0 0,0 0-1 0 0,-1 0 1 0 0,1 0 0 0 0,0 0 0 0 0,0 0-1 0 0,-1 0 1 0 0,1 0 0 0 0,0 0-1 0 0,0 0 1 0 0,-1 0 0 0 0,1 0 0 0 0,0 0-1 0 0,0 0 1 0 0,0 0 0 0 0,-1 0 0 0 0,1-1-1 0 0,0 1 1 0 0,0 0 0 0 0,-1 0 0 0 0,1 0-1 0 0,0 0 1 0 0,0 0 0 0 0,0-1 0 0 0,0 1-1 0 0,-1 0 1 0 0,1 0 0 0 0,-22-12-526 0 0,11 5-539 0 0,7 5 760 0 0,-12-7-2281 0 0,0-1 0 0 0,-25-20 1 0 0,25 14-2674 0 0,1-1 0 0 0,-24-33 0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3:48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7 80 0 0,'-6'-6'16221'0'0,"-12"6"-11638"0"0,42 0-2496 0 0,-24 0-2052 0 0,0 0 0 0 0,0 1 1 0 0,1-1-1 0 0,-1 1 1 0 0,0-1-1 0 0,0 1 1 0 0,0-1-1 0 0,0 0 1 0 0,0 1-1 0 0,0-1 1 0 0,0 1-1 0 0,0-1 0 0 0,0 1 1 0 0,0-1-1 0 0,0 1 1 0 0,0-1-1 0 0,0 1 1 0 0,0-1-1 0 0,-1 1 1 0 0,1-1-1 0 0,0 0 1 0 0,0 1-1 0 0,0-1 0 0 0,-1 1 1 0 0,1-1-1 0 0,0 0 1 0 0,-1 1-1 0 0,1-1 1 0 0,0 0-1 0 0,-1 1 1 0 0,1-1-1 0 0,0 0 0 0 0,-1 1 1 0 0,1-1-1 0 0,0 0 1 0 0,-1 0-1 0 0,0 1 1 0 0,-3 2-1 0 0,2-3 11 0 0,1 1 0 0 0,-1 0 0 0 0,1 0 0 0 0,-1 0 1 0 0,1 0-1 0 0,0 0 0 0 0,-1 0 0 0 0,1 0 0 0 0,0 1 0 0 0,0-1 1 0 0,0 0-1 0 0,0 1 0 0 0,0-1 0 0 0,0 0 0 0 0,0 1 1 0 0,1-1-1 0 0,-1 1 0 0 0,1 0 0 0 0,-1-1 0 0 0,1 1 0 0 0,-1 0 1 0 0,1-1-1 0 0,0 1 0 0 0,0 0 0 0 0,-1-1 0 0 0,1 1 0 0 0,0 0 1 0 0,1 2-1 0 0,-1-2-14 0 0,0 0 0 0 0,0 0 0 0 0,0 0 1 0 0,-1 0-1 0 0,1-1 0 0 0,0 1 0 0 0,-1 0 1 0 0,1 0-1 0 0,-1-1 0 0 0,0 1 0 0 0,0 0 1 0 0,0-1-1 0 0,0 1 0 0 0,0-1 0 0 0,0 1 0 0 0,0-1 1 0 0,-2 3-1 0 0,1-3 6 0 0,1 1 0 0 0,0-1 0 0 0,0 0 1 0 0,0 0-1 0 0,0 1 0 0 0,0-1 0 0 0,0 1 0 0 0,1-1 0 0 0,-1 1 1 0 0,0-1-1 0 0,1 1 0 0 0,-1 0 0 0 0,1-1 0 0 0,0 1 0 0 0,-1 0 1 0 0,1-1-1 0 0,0 4 0 0 0,0 187 2283 0 0,0-190-2310 0 0,0 1-1 0 0,0-1 1 0 0,1 0-1 0 0,-1 1 1 0 0,1-1-1 0 0,-1 0 1 0 0,1 0-1 0 0,0 1 1 0 0,0-1-1 0 0,0 0 1 0 0,0 0-1 0 0,0 0 1 0 0,1 0-1 0 0,1 3 1 0 0,-1-3 6 0 0,-1-1 0 0 0,0 1 0 0 0,1 0 0 0 0,-1 0 0 0 0,0 0 0 0 0,0 0 0 0 0,0 0 0 0 0,-1 0 0 0 0,1 0 0 0 0,0 0 0 0 0,-1 1 0 0 0,0-1 0 0 0,1 0 1 0 0,-1 3-1 0 0,0 94 863 0 0,0-98-877 0 0,0 0-1 0 0,1 0 1 0 0,-1 0 0 0 0,0 0-1 0 0,1 0 1 0 0,-1 0 0 0 0,1 0-1 0 0,-1 0 1 0 0,1 0 0 0 0,-1 0-1 0 0,1 0 1 0 0,-1 0 0 0 0,1-1-1 0 0,0 1 1 0 0,0 0 0 0 0,-1 0-1 0 0,1-1 1 0 0,0 1 0 0 0,0 0 0 0 0,0-1-1 0 0,0 1 1 0 0,0-1 0 0 0,2 1-1 0 0,7 7 121 0 0,-8-3-89 0 0,0 0 0 0 0,-1 0-1 0 0,0 0 1 0 0,0 0 0 0 0,0 0 0 0 0,0 0 0 0 0,-1 0 0 0 0,0 1 0 0 0,0-1 0 0 0,-1 0-1 0 0,0 6 1 0 0,0 10 13 0 0,1 67 273 0 0,0-87-309 0 0,0 1 0 0 0,0 0 0 0 0,0 0-1 0 0,0-1 1 0 0,1 1 0 0 0,-1 0-1 0 0,0-1 1 0 0,1 1 0 0 0,0 0-1 0 0,-1-1 1 0 0,1 1 0 0 0,0-1-1 0 0,0 1 1 0 0,0-1 0 0 0,0 1-1 0 0,0-1 1 0 0,0 0 0 0 0,0 1 0 0 0,0-1-1 0 0,3 2 1 0 0,-3-2 2 0 0,1 0 0 0 0,-1 0-1 0 0,0 1 1 0 0,0-1 0 0 0,1 0 0 0 0,-1 1 0 0 0,0-1-1 0 0,0 1 1 0 0,0-1 0 0 0,-1 1 0 0 0,1 0 0 0 0,0-1 0 0 0,-1 1-1 0 0,1 0 1 0 0,-1-1 0 0 0,1 1 0 0 0,-1 0 0 0 0,0 0-1 0 0,0 0 1 0 0,0 3 0 0 0,-1 13 145 0 0,1-13-126 0 0,-1-1 1 0 0,1 1-1 0 0,-1 0 0 0 0,1 0 1 0 0,1 0-1 0 0,-1 0 1 0 0,1 0-1 0 0,-1-1 1 0 0,1 1-1 0 0,1 0 0 0 0,2 6 1 0 0,5-1 1 0 0,-7-8-28 0 0,-1-1 1 0 0,1 0 0 0 0,-1 1-1 0 0,1-1 1 0 0,-1 1 0 0 0,0 0-1 0 0,0-1 1 0 0,0 1 0 0 0,0 0-1 0 0,0 0 1 0 0,0-1-1 0 0,-1 1 1 0 0,1 0 0 0 0,0 0-1 0 0,-1 0 1 0 0,0 0 0 0 0,1 0-1 0 0,-1 0 1 0 0,0 0 0 0 0,0 3-1 0 0,0 173 13 0 0,0-177-19 0 0,0 0 0 0 0,0 0 0 0 0,0 0 0 0 0,0 0 0 0 0,0 0 0 0 0,-1-1 0 0 0,1 1 0 0 0,0 0 0 0 0,-1 0 0 0 0,1 0 0 0 0,0-1 0 0 0,-1 1 0 0 0,1 0 0 0 0,-1 0 0 0 0,1-1 0 0 0,-1 1 0 0 0,1 0 0 0 0,-1-1 0 0 0,1 1 0 0 0,-1-1 0 0 0,0 1 0 0 0,0-1 0 0 0,1 1 0 0 0,-1-1 0 0 0,0 1 0 0 0,0-1 0 0 0,1 0 0 0 0,-1 1 0 0 0,-1-1 0 0 0,1 1 0 0 0,0-1 0 0 0,0 0 0 0 0,0 1 0 0 0,0-1 0 0 0,0 1 0 0 0,0 0 0 0 0,0-1 0 0 0,0 1 0 0 0,1 0 0 0 0,-1-1 0 0 0,0 1 0 0 0,0 0 0 0 0,1 0 0 0 0,-1 0 0 0 0,0 0 0 0 0,1 0 0 0 0,-1 0 0 0 0,1 0 0 0 0,-1 0 0 0 0,1 0 0 0 0,-1 0 0 0 0,1 0 0 0 0,0 0 0 0 0,0 0 0 0 0,-1 0 0 0 0,1 0 0 0 0,0 0 0 0 0,0 0 0 0 0,0 2 0 0 0,0 87 0 0 0,1-89 0 0 0,-1 0 0 0 0,0 0 0 0 0,0 0 0 0 0,1 1 0 0 0,-1-1 0 0 0,1 0 0 0 0,-1 0 0 0 0,1 0 0 0 0,-1 0 0 0 0,1 0 0 0 0,-1 0 0 0 0,1 0 0 0 0,0 0 0 0 0,0 0 0 0 0,0 0 0 0 0,0 0 0 0 0,-1-1 0 0 0,1 1 0 0 0,0 0 0 0 0,0 0 0 0 0,1-1 0 0 0,-1 1 0 0 0,0-1 0 0 0,0 1 0 0 0,0-1 0 0 0,2 1 0 0 0,3 2 0 0 0,-6-2 0 0 0,1-1 0 0 0,0 1 0 0 0,-1 0 0 0 0,1 0 0 0 0,-1-1 0 0 0,1 1 0 0 0,-1 0 0 0 0,1 0 0 0 0,-1 0 0 0 0,1 0 0 0 0,-1 0 0 0 0,0-1 0 0 0,0 1 0 0 0,1 0 0 0 0,-1 0 0 0 0,0 0 0 0 0,0 0 0 0 0,0 0 0 0 0,0 0 0 0 0,0 0 0 0 0,0 0 0 0 0,0 0 0 0 0,-1 0 0 0 0,1 0 0 0 0,-1 1 0 0 0,1 0 0 0 0,0 1 0 0 0,0-1 0 0 0,0 1 0 0 0,0 0 0 0 0,0 0 0 0 0,0-1 0 0 0,-1 1 0 0 0,0 0 0 0 0,1-1 0 0 0,-3 6 0 0 0,2-7 0 0 0,0 0 0 0 0,1-1 0 0 0,-1 1 0 0 0,0 0 0 0 0,0 0 0 0 0,0 0 0 0 0,0-1 0 0 0,0 1 0 0 0,0-1 0 0 0,-1 1 0 0 0,1-1 0 0 0,0 1 0 0 0,0-1 0 0 0,-2 1 0 0 0,-2 1 0 0 0,4-2 0 0 0,1 0 0 0 0,0 0 0 0 0,-1 1 0 0 0,1-1 0 0 0,0 0 0 0 0,-1 0 0 0 0,1 1 0 0 0,0-1 0 0 0,-1 0 0 0 0,1 1 0 0 0,0-1 0 0 0,-1 0 0 0 0,1 0 0 0 0,0 1 0 0 0,0-1 0 0 0,-1 1 0 0 0,1-1 0 0 0,0 0 0 0 0,0 1 0 0 0,0-1 0 0 0,0 1 0 0 0,0-1 0 0 0,0 0 0 0 0,-1 1 0 0 0,1-1 0 0 0,0 1 0 0 0,0-1 0 0 0,0 1 0 0 0,0-1 0 0 0,0 0 0 0 0,1 1 0 0 0,-1-1 0 0 0,0 1 0 0 0,0-1 0 0 0,0 0 0 0 0,0 1 0 0 0,1 0 0 0 0,-1-1 0 0 0,0 1 0 0 0,0-1 0 0 0,0 0 0 0 0,0 1 0 0 0,0-1 0 0 0,0 1 0 0 0,0-1 0 0 0,0 1 0 0 0,0-1 0 0 0,0 0 0 0 0,0 1 0 0 0,0-1 0 0 0,0 1 0 0 0,0-1 0 0 0,0 0 0 0 0,0 1 0 0 0,0-1 0 0 0,0 1 0 0 0,-1-1 0 0 0,1 0 0 0 0,0 1 0 0 0,0-1 0 0 0,0 1 0 0 0,-1-1 0 0 0,1 0 0 0 0,0 1 0 0 0,-1-1 0 0 0,1 0 0 0 0,0 0 0 0 0,-1 1 0 0 0,1-1 0 0 0,0 0 0 0 0,-1 0 0 0 0,1 1 0 0 0,-1-1 0 0 0,-6 2 0 0 0,6-2 0 0 0,1 0 0 0 0,-1 0 0 0 0,0 0 0 0 0,0 0 0 0 0,0 0 0 0 0,0 0 0 0 0,1 0 0 0 0,-1 1 0 0 0,0-1 0 0 0,0 0 0 0 0,0 0 0 0 0,1 1 0 0 0,-1-1 0 0 0,0 1 0 0 0,1-1 0 0 0,-1 1 0 0 0,0-1 0 0 0,1 1 0 0 0,-1-1 0 0 0,1 1 0 0 0,-1 0 0 0 0,0-1 0 0 0,1 1 0 0 0,0 0 0 0 0,-1-1 0 0 0,1 1 0 0 0,-1 0 0 0 0,1 0 0 0 0,0-1 0 0 0,0 1 0 0 0,-1 0 0 0 0,1 0 0 0 0,0 0 0 0 0,0-1 0 0 0,0 3 0 0 0,2-1 0 0 0,-2-2 0 0 0,-29 12 0 0 0,25-11 0 0 0,2 9 0 0 0,2 0 0 0 0,0-10 0 0 0,0 0 0 0 0,0 1 0 0 0,0-1 0 0 0,0 0 0 0 0,0 0 0 0 0,0 1 0 0 0,0-1 0 0 0,0 0 0 0 0,0 0 0 0 0,0 1 0 0 0,1-1 0 0 0,-1 0 0 0 0,0 0 0 0 0,0 1 0 0 0,0-1 0 0 0,0 0 0 0 0,0 0 0 0 0,1 0 0 0 0,-1 1 0 0 0,0-1 0 0 0,0 0 0 0 0,0 0 0 0 0,1 0 0 0 0,-1 0 0 0 0,0 1 0 0 0,0-1 0 0 0,0 0 0 0 0,1 0 0 0 0,-1 0 0 0 0,0 0 0 0 0,0 0 0 0 0,1 0 0 0 0,-1 0 0 0 0,1 0 0 0 0,20 7 0 0 0,-20-7 0 0 0,-1 0 0 0 0,0 0 0 0 0,0 0 0 0 0,1 0 0 0 0,-1 0 0 0 0,0 0 0 0 0,0 0 0 0 0,1 0 0 0 0,-1 0 0 0 0,0 1 0 0 0,0-1 0 0 0,0 0 0 0 0,1 0 0 0 0,-1 0 0 0 0,0 0 0 0 0,0 1 0 0 0,0-1 0 0 0,1 0 0 0 0,-1 0 0 0 0,0 0 0 0 0,0 1 0 0 0,0-1 0 0 0,0 0 0 0 0,0 0 0 0 0,0 1 0 0 0,0-1 0 0 0,1 0 0 0 0,-1 0 0 0 0,0 1 0 0 0,0-1 0 0 0,0 0 0 0 0,0 0 0 0 0,0 1 0 0 0,0-1 0 0 0,0 5 0 0 0,0-7 0 0 0,0 7 0 0 0,0 1 0 0 0,0 1 0 0 0,0 1 0 0 0,0 5 0 0 0,0-8 0 0 0,0-10 0 0 0,0 1 0 0 0,0 4 0 0 0,0 0 0 0 0,0-1 0 0 0,0 1 0 0 0,0 0 0 0 0,0 0 0 0 0,0-1 0 0 0,0 1 0 0 0,0 0 0 0 0,1-1 0 0 0,-1 1 0 0 0,0 0 0 0 0,-1-1 0 0 0,1 1 0 0 0,0 0 0 0 0,0 0 0 0 0,0-1 0 0 0,0 1 0 0 0,0 0 0 0 0,0-1 0 0 0,0 1 0 0 0,0 0 0 0 0,0 0 0 0 0,-1-1 0 0 0,1 1 0 0 0,0 0 0 0 0,0 0 0 0 0,0-1 0 0 0,-1 1 0 0 0,1 0 0 0 0,0 0 0 0 0,0 0 0 0 0,0-1 0 0 0,-1 1 0 0 0,-2-1 0 0 0,-3-2 0 0 0,5 2 0 0 0,0 1 0 0 0,0 0 0 0 0,0-1 0 0 0,0 1 0 0 0,0-1 0 0 0,0 0 0 0 0,-1 1 0 0 0,1-1 0 0 0,1 0 0 0 0,-1 1 0 0 0,0-1 0 0 0,0 0 0 0 0,0 0 0 0 0,0 0 0 0 0,0 0 0 0 0,1 0 0 0 0,-1 0 0 0 0,0 0 0 0 0,1 0 0 0 0,-1 0 0 0 0,1 0 0 0 0,-1 0 0 0 0,1-1 0 0 0,0 1 0 0 0,0 0 0 0 0,-1-2 0 0 0,1 2 0 0 0,0-1 0 0 0,0 1 0 0 0,0 0 0 0 0,-1-1 0 0 0,1 1 0 0 0,-1 0 0 0 0,1 0 0 0 0,0-1 0 0 0,-1 1 0 0 0,0 0 0 0 0,1 0 0 0 0,-1 0 0 0 0,0-1 0 0 0,0 1 0 0 0,0 0 0 0 0,1 0 0 0 0,-1 0 0 0 0,0 0 0 0 0,0 1 0 0 0,-2-2 0 0 0,-5-6 0 0 0,4 0 0 0 0,2 5 0 0 0,0 0 0 0 0,0 0 0 0 0,0 0 0 0 0,0 0 0 0 0,0 1 0 0 0,-1-1 0 0 0,1 1 0 0 0,-1-1 0 0 0,1 1 0 0 0,-1 0 0 0 0,-5-3 0 0 0,3 1 0 0 0,1 1 0 0 0,-1-1 0 0 0,1-1 0 0 0,0 1 0 0 0,0-1 0 0 0,0 1 0 0 0,0-1 0 0 0,1 0 0 0 0,-4-7 0 0 0,-19-25 0 0 0,16 31 0 0 0,9 5 0 0 0,0 1 0 0 0,0-1 0 0 0,0 1 0 0 0,0-1 0 0 0,0 1 0 0 0,0-1 0 0 0,0 1 0 0 0,1-1 0 0 0,-1 0 0 0 0,0 1 0 0 0,0-1 0 0 0,0 0 0 0 0,1 0 0 0 0,-1 0 0 0 0,0 0 0 0 0,1 0 0 0 0,-1 0 0 0 0,1 0 0 0 0,-1 0 0 0 0,1 0 0 0 0,-1 0 0 0 0,1 0 0 0 0,0 0 0 0 0,-1-2 0 0 0,1 3 0 0 0,0 0 0 0 0,1-1 0 0 0,-1 1 0 0 0,0 0 0 0 0,0 0 0 0 0,0-1 0 0 0,-1 1 0 0 0,1 0 0 0 0,0 0 0 0 0,0-1 0 0 0,0 1 0 0 0,0 0 0 0 0,0 0 0 0 0,0-1 0 0 0,0 1 0 0 0,0 0 0 0 0,0 0 0 0 0,-1-1 0 0 0,1 1 0 0 0,0 0 0 0 0,0 0 0 0 0,0-1 0 0 0,0 1 0 0 0,-1 0 0 0 0,1 0 0 0 0,0 0 0 0 0,0 0 0 0 0,0-1 0 0 0,-1 1 0 0 0,1 0 0 0 0,0 0 0 0 0,0 0 0 0 0,-1 0 0 0 0,1 0 0 0 0,0 0 0 0 0,0 0 0 0 0,-1 0 0 0 0,-21 0 0 0 0,22 0-17 0 0,-1 0 1 0 0,1 0-1 0 0,0 0 1 0 0,0 0-1 0 0,-1 0 0 0 0,1 0 1 0 0,0 1-1 0 0,-1-1 0 0 0,1 0 1 0 0,0 0-1 0 0,-1 0 1 0 0,1 1-1 0 0,0-1 0 0 0,0 0 1 0 0,0 0-1 0 0,-1 1 0 0 0,1-1 1 0 0,0 0-1 0 0,0 1 1 0 0,0-1-1 0 0,-1 0 0 0 0,1 1 1 0 0,0-1-1 0 0,0 0 1 0 0,0 1-1 0 0,0-1 0 0 0,0 0 1 0 0,0 1-1 0 0,0-1 0 0 0,0 0 1 0 0,0 1-1 0 0,0-1 1 0 0,0 0-1 0 0,0 1 0 0 0,0-1 1 0 0,0 0-1 0 0,0 1 0 0 0,0-1 1 0 0,0 0-1 0 0,1 1 1 0 0,-1-1-1 0 0,0 0 0 0 0,0 1 1 0 0,0-1-1 0 0,0 0 1 0 0,1 0-1 0 0,-1 1 0 0 0,0-1 1 0 0,0 0-1 0 0,1 0 0 0 0,-1 1 1 0 0,0-1-1 0 0,0 0 1 0 0,1 0-1 0 0,-1 0 0 0 0,0 1 1 0 0,1-1-1 0 0,-1 0 0 0 0,0 0 1 0 0,1 0-1 0 0,32 25-6298 0 0,27 31-7678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3:49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164 152 2321 0 0,'-25'7'3042'0'0,"20"-5"-2337"0"0,0-1-1 0 0,0 1 1 0 0,0-1 0 0 0,-1 0-1 0 0,-8 0 1 0 0,-84-1 13181 0 0,131 0-10951 0 0,-28-7-1734 0 0,60-2-81 0 0,191-44 534 0 0,-238 49-2829 0 0,0 0-1 0 0,0-1 1 0 0,-1 0-1 0 0,1-2 1 0 0,-1 0-1 0 0,-1-1 0 0 0,24-15 1 0 0,-18 10-4921 0 0,-22 12 5979 0 0,1 1 1 0 0,-1 0-1 0 0,0 0 1 0 0,0 0-1 0 0,1 0 1 0 0,-1 0-1 0 0,0-1 1 0 0,0 1-1 0 0,0 0 0 0 0,1 0 1 0 0,-1 0-1 0 0,0-1 1 0 0,0 1-1 0 0,0 0 1 0 0,0 0-1 0 0,1-1 1 0 0,-1 1-1 0 0,0 0 1 0 0,0 0-1 0 0,0-1 1 0 0,0 1-1 0 0,0 0 1 0 0,0-1-1 0 0,0 1 1 0 0,0 0-1 0 0,0 0 0 0 0,0-1 1 0 0,0 1-1 0 0,0 0 1 0 0,0-1-1 0 0,0 1 1 0 0,0 0-1 0 0,0 0 1 0 0,0-1-1 0 0,0 1 1 0 0,0 0-1 0 0,-1 0 1 0 0,1-1-1 0 0,0 1 1 0 0,0 0-1 0 0,0 0 0 0 0,0-1 1 0 0,-1 1-1 0 0,1 0 1 0 0,0 0-1 0 0,0 0 1 0 0,0-1-1 0 0,-1 1 1 0 0,1 0-1 0 0,0 0 1 0 0,0 0-1 0 0,-1-1 1 0 0,-26-8-5474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3:51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131 125 320 0 0,'-5'0'189'0'0,"4"-1"-134"0"0,0 1 0 0 0,-1 0-1 0 0,1 0 1 0 0,-1 0-1 0 0,1-1 1 0 0,-1 2 0 0 0,1-1-1 0 0,-1 0 1 0 0,1 0 0 0 0,0 0-1 0 0,-1 1 1 0 0,1-1 0 0 0,-1 0-1 0 0,1 1 1 0 0,0 0-1 0 0,0-1 1 0 0,-1 1 0 0 0,-1 2 1547 0 0,3-5-678 0 0,0 2-911 0 0,0 0 1 0 0,0 0-1 0 0,0 0 1 0 0,0 0-1 0 0,0 0 1 0 0,0-1-1 0 0,0 1 1 0 0,0 0-1 0 0,1 0 1 0 0,-1 0-1 0 0,0 0 1 0 0,0 0-1 0 0,0-1 1 0 0,0 1-1 0 0,0 0 1 0 0,-1 0-1 0 0,1 0 1 0 0,0 0-1 0 0,0-1 1 0 0,0 1-1 0 0,0 0 1 0 0,0 0-1 0 0,0 0 1 0 0,0 0-1 0 0,0 0 1 0 0,0-1-1 0 0,0 1 1 0 0,0 0-1 0 0,0 0 1 0 0,0 0-1 0 0,-1 0 1 0 0,1 0-1 0 0,0 0 1 0 0,0 0-1 0 0,0-1 1 0 0,0 1-1 0 0,0 0 1 0 0,-1 0-1 0 0,1 0 1 0 0,0 0-1 0 0,0 0 0 0 0,0 0 1 0 0,0 0-1 0 0,0 0 1 0 0,-1 0-1 0 0,1 0 1 0 0,0 0-1 0 0,0 0 1 0 0,0 0-1 0 0,0 0 1 0 0,0 0-1 0 0,-1 0 1 0 0,1 0-1 0 0,0 0 1 0 0,0 0-1 0 0,0 0 1 0 0,0 0-1 0 0,-1 0 1 0 0,1 0-1 0 0,0 0 1 0 0,0 0-1 0 0,0 1 1 0 0,0-1-1 0 0,-55-1 721 0 0,50-3-474 0 0,10 3 3548 0 0,17 1-2927 0 0,-17 0-14 0 0,-10 0-53 0 0,-49 0 2534 0 0,48 0-2855 0 0,12 0 1 0 0,342-30 4615 0 0,-179 5-3922 0 0,151-24 107 0 0,-315 48-1483 0 0,-3 1 91 0 0,-1 0 1 0 0,0 0-1 0 0,0 0 0 0 0,0 0 0 0 0,1 0 1 0 0,-1-1-1 0 0,0 1 0 0 0,0 0 0 0 0,0 0 1 0 0,1-1-1 0 0,-1 1 0 0 0,0-1 1 0 0,0 1-1 0 0,0-1 0 0 0,0 0 0 0 0,0 1 1 0 0,0-1-1 0 0,0 0 0 0 0,0 0 0 0 0,0 1 1 0 0,0-1-1 0 0,-1 0 0 0 0,2-2 1 0 0,-7 2-3892 0 0,-43 3-2374 0 0,-88 11-3801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3:52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7 400 0 0,'5'-1'1441'0'0,"3"-1"-958"0"0,1-1 279 0 0,-4 2 2915 0 0,-21 1-3354 0 0,25 0 855 0 0,31 0 643 0 0,-35 0-1061 0 0,-6 36 1819 0 0,1-21-2110 0 0,-1 0-1 0 0,2 0 1 0 0,0 0 0 0 0,5 22-1 0 0,3-3-257 0 0,-5-19-122 0 0,0 0-1 0 0,0 0 1 0 0,-2 0-1 0 0,2 27 1 0 0,-3-30 26 0 0,0 1 1 0 0,1 0-1 0 0,0-1 1 0 0,8 25-1 0 0,-6-25 69 0 0,0-1-1 0 0,-2 2 0 0 0,1-1 1 0 0,0 24-1 0 0,-3 148-90 0 0,0-183-169 0 0,0 0 0 0 0,0-1-1 0 0,0 1 1 0 0,0 0 0 0 0,-1 0 0 0 0,1-1-1 0 0,0 1 1 0 0,0 0 0 0 0,0 0 0 0 0,1-1-1 0 0,-1 1 1 0 0,0 0 0 0 0,0 0 0 0 0,0-1-1 0 0,0 1 1 0 0,1 0 0 0 0,-1-1 0 0 0,0 1-1 0 0,1 0 1 0 0,-1-1 0 0 0,0 1-1 0 0,1 0 1 0 0,-1-1 0 0 0,1 1 0 0 0,-1-1-1 0 0,1 1 1 0 0,0-1 0 0 0,-1 1 0 0 0,1-1-1 0 0,-1 1 1 0 0,1-1 0 0 0,0 0 0 0 0,-1 1-1 0 0,1-1 1 0 0,0 0 0 0 0,-1 1 0 0 0,1-1-1 0 0,0 0 1 0 0,0 0 0 0 0,-1 0 0 0 0,1 0-1 0 0,0 0 1 0 0,1 0 0 0 0,8 3-6867 0 0,-38-21 1074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3:53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0 320 0 0,'0'0'1214'0'0,"5"0"53"0"0,186 8 4216 0 0,-155-4-5127 0 0,86 12 702 0 0,-119-16-943 0 0,0 1 0 0 0,0-1 1 0 0,1 1-1 0 0,-1 0 0 0 0,0 0 1 0 0,0 0-1 0 0,0 1 1 0 0,0-1-1 0 0,0 1 0 0 0,0-1 1 0 0,-1 1-1 0 0,1 0 0 0 0,-1 0 1 0 0,1 0-1 0 0,-1 1 0 0 0,5 4 1 0 0,-7-6-33 0 0,1 0 1 0 0,-1 0 0 0 0,1 0 0 0 0,-1 1 0 0 0,0-1-1 0 0,0 0 1 0 0,0 0 0 0 0,1 0 0 0 0,-1 0-1 0 0,0 1 1 0 0,0-1 0 0 0,-1 0 0 0 0,1 0 0 0 0,0 0-1 0 0,0 0 1 0 0,0 1 0 0 0,-2 1 0 0 0,1 0 52 0 0,-1 0 0 0 0,1 0 1 0 0,-1 0-1 0 0,0-1 0 0 0,0 1 0 0 0,0 0 1 0 0,-1-1-1 0 0,-3 4 0 0 0,-9 7 107 0 0,-1 0 0 0 0,-1-1 0 0 0,0 0 1 0 0,-1-2-1 0 0,0 0 0 0 0,-1-1 0 0 0,0-1 0 0 0,-32 10 0 0 0,-14-2-1885 0 0,49-12-195 0 0,0-1 0 0 0,-1-1-1 0 0,-33 0 1 0 0,-15-7-4072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3:54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68 130 800 0 0,'-1'0'76'0'0,"1"1"-1"0"0,-1 0 0 0 0,1 0 0 0 0,-1-1 0 0 0,1 1 0 0 0,-1-1 1 0 0,0 1-1 0 0,1 0 0 0 0,-1-1 0 0 0,0 1 0 0 0,0-1 0 0 0,1 1 0 0 0,-1-1 1 0 0,0 0-1 0 0,0 1 0 0 0,0-1 0 0 0,1 0 0 0 0,-1 0 0 0 0,0 1 1 0 0,0-1-1 0 0,0 0 0 0 0,0 0 0 0 0,0 0 0 0 0,0 0 0 0 0,1 0 1 0 0,-1 0-1 0 0,0 0 0 0 0,0-1 0 0 0,0 1 0 0 0,0 0 0 0 0,-1-1 1 0 0,-5 1 1200 0 0,7-29 3500 0 0,0 27-4687 0 0,0 1 1 0 0,1-1-1 0 0,-1 0 1 0 0,0 0 0 0 0,0 1-1 0 0,-1-1 1 0 0,1 0 0 0 0,0 1-1 0 0,-1-1 1 0 0,1 0 0 0 0,-1 1-1 0 0,1-1 1 0 0,-1 0-1 0 0,0 1 1 0 0,0-1 0 0 0,1 1-1 0 0,-1-1 1 0 0,0 1 0 0 0,0 0-1 0 0,-1-1 1 0 0,1 1-1 0 0,0 0 1 0 0,0 0 0 0 0,-1-1-1 0 0,1 1 1 0 0,-2-1 0 0 0,-5-4 157 0 0,7 6-220 0 0,1 0 0 0 0,-1-1-1 0 0,1 1 1 0 0,-1-1-1 0 0,1 1 1 0 0,-1-1 0 0 0,1 1-1 0 0,-1-1 1 0 0,1 1-1 0 0,0-1 1 0 0,-1 0 0 0 0,1 1-1 0 0,0-1 1 0 0,0 1-1 0 0,-1-1 1 0 0,1 0 0 0 0,0 1-1 0 0,0-1 1 0 0,0 0 0 0 0,0 1-1 0 0,0-1 1 0 0,0 0-1 0 0,0 1 1 0 0,0-1 0 0 0,0 0-1 0 0,0 1 1 0 0,0-1-1 0 0,0 0 1 0 0,0 1 0 0 0,0-1-1 0 0,1 0 1 0 0,-1 1-1 0 0,0-1 1 0 0,1 1 0 0 0,-1-1-1 0 0,0 0 1 0 0,1 1-1 0 0,-1-1 1 0 0,0 1 0 0 0,1-1-1 0 0,-1 1 1 0 0,1 0-1 0 0,0-1 1 0 0,21-14 265 0 0,-21 15-247 0 0,4-8 205 0 0,-5 8-244 0 0,0-1 0 0 0,0 1 0 0 0,0 0 0 0 0,0 0 0 0 0,0 0 0 0 0,0-1 0 0 0,0 1-1 0 0,0 0 1 0 0,0 0 0 0 0,0 0 0 0 0,0-1 0 0 0,1 1 0 0 0,-1 0 0 0 0,0 0 0 0 0,0 0 0 0 0,0 0-1 0 0,0-1 1 0 0,0 1 0 0 0,0 0 0 0 0,1 0 0 0 0,-1 0 0 0 0,0 0 0 0 0,0 0 0 0 0,0 0 0 0 0,1-1-1 0 0,-1 1 1 0 0,0 0 0 0 0,0 0 0 0 0,0 0 0 0 0,1 0 0 0 0,-1 0 0 0 0,0 0 0 0 0,0 0 0 0 0,0 0-1 0 0,1 0 1 0 0,-1 0 0 0 0,0 0 0 0 0,0 0 0 0 0,29-4 93 0 0,1 1-1 0 0,-1 2 1 0 0,0 1 0 0 0,45 6 0 0 0,-14 1-86 0 0,-60-7-10 0 0,0 0 0 0 0,1 0 0 0 0,-1 0 0 0 0,0 1 0 0 0,1-1 0 0 0,-1 0 0 0 0,0 0 0 0 0,0 0 0 0 0,1 0 0 0 0,-1 0-1 0 0,0 1 1 0 0,0-1 0 0 0,1 0 0 0 0,-1 0 0 0 0,0 0 0 0 0,0 1 0 0 0,0-1 0 0 0,0 0 0 0 0,1 0 0 0 0,-1 1 0 0 0,0-1 0 0 0,0 0 0 0 0,0 0 0 0 0,0 1 0 0 0,0-1 0 0 0,0 0 0 0 0,1 0 0 0 0,-1 1 0 0 0,0-1 0 0 0,0 0 0 0 0,0 1 0 0 0,0-1 0 0 0,5 8 139 0 0,0-4-104 0 0,4 4 221 0 0,-23 0 139 0 0,14-8-386 0 0,-6 7 468 0 0,1-1-13 0 0,-7-4-265 0 0,0-1 1 0 0,0 0-1 0 0,1-1 0 0 0,-1 0 1 0 0,-16-3-1 0 0,28 3-199 0 0,0 0-1 0 0,0 0 1 0 0,0 0 0 0 0,0 0 0 0 0,1 0-1 0 0,-1-1 1 0 0,0 1 0 0 0,0 0-1 0 0,0 0 1 0 0,0 0 0 0 0,0 0 0 0 0,0 0-1 0 0,1 0 1 0 0,-1-1 0 0 0,0 1-1 0 0,0 0 1 0 0,0 0 0 0 0,0 0 0 0 0,0 0-1 0 0,0-1 1 0 0,0 1 0 0 0,0 0 0 0 0,0 0-1 0 0,0 0 1 0 0,0 0 0 0 0,0-1-1 0 0,0 1 1 0 0,0 0 0 0 0,0 0 0 0 0,0 0-1 0 0,0 0 1 0 0,0-1 0 0 0,0 1-1 0 0,0 0 1 0 0,0 0 0 0 0,0 0 0 0 0,0 0-1 0 0,0 0 1 0 0,0-1 0 0 0,0 1-1 0 0,-1 0 1 0 0,1 0 0 0 0,0 0 0 0 0,0 0-1 0 0,0 0 1 0 0,0-1 0 0 0,0 1-1 0 0,0 0 1 0 0,-1 0 0 0 0,1 0 0 0 0,0 0-1 0 0,0 0 1 0 0,0 0 0 0 0,21-7 10 0 0,-10 0-13 0 0,17 2 0 0 0,-14 6 42 0 0,0 0-1 0 0,0 1 1 0 0,0 1 0 0 0,0 0-1 0 0,19 7 1 0 0,-24-7 15 0 0,0 0 0 0 0,-1 1-1 0 0,1 0 1 0 0,-1 1 0 0 0,0-1-1 0 0,0 2 1 0 0,0-1 0 0 0,7 8-1 0 0,-4 9 262 0 0,-6-10-142 0 0,3 1-2 0 0,-8-13-154 0 0,1 1 0 0 0,0 0 1 0 0,-1 0-1 0 0,1 0 0 0 0,-1 0 0 0 0,1 0 0 0 0,-1 0 0 0 0,1 0 0 0 0,-1 0 0 0 0,0 0 0 0 0,1 0 0 0 0,-1 0 0 0 0,0 0 0 0 0,0 0 0 0 0,0 2 0 0 0,-1-2 4 0 0,1 1 0 0 0,-1-1-1 0 0,0 1 1 0 0,0-1 0 0 0,-1 1-1 0 0,1-1 1 0 0,0 0 0 0 0,0 0 0 0 0,-1 0-1 0 0,1 0 1 0 0,-1 0 0 0 0,1 0-1 0 0,-4 2 1 0 0,-6 4 31 0 0,-1 0 0 0 0,0 0 0 0 0,0-1-1 0 0,-1 0 1 0 0,1-2 0 0 0,-1 1 0 0 0,-1-1 0 0 0,-23 3 0 0 0,12-3-1142 0 0,-1-2 1 0 0,1-1 0 0 0,-1-1 0 0 0,0-1 0 0 0,1-1-1 0 0,-39-8 1 0 0,-7-10-5090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3:58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1844 320 0 0,'0'0'1307'0'0,"-1"7"-305"0"0,7-6 1958 0 0,22-1-372 0 0,-28-1-1440 0 0,-1-4-1026 0 0,-4 3 4571 0 0,-17 2-3879 0 0,22 0-773 0 0,0 0 1 0 0,0 0 0 0 0,-1 0 0 0 0,1 0-1 0 0,0 0 1 0 0,0 0 0 0 0,0 0 0 0 0,-1 0-1 0 0,1 0 1 0 0,0 0 0 0 0,0 0 0 0 0,-1 0-1 0 0,1 0 1 0 0,0 0 0 0 0,0-1 0 0 0,0 1-1 0 0,-1 0 1 0 0,1 0 0 0 0,0 0 0 0 0,0 0 0 0 0,0 0-1 0 0,0-1 1 0 0,-1 1 0 0 0,1 0 0 0 0,0 0-1 0 0,0 0 1 0 0,0 0 0 0 0,0-1 0 0 0,0 1-1 0 0,0 0 1 0 0,0 0 0 0 0,-1-1 0 0 0,1 1-1 0 0,0 0 1 0 0,0 0 0 0 0,0 0 0 0 0,0-1-1 0 0,0 1 1 0 0,0 0 0 0 0,-5-8 288 0 0,-8 1-142 0 0,16 1-64 0 0,-1 5-97 0 0,-1 0 0 0 0,0-1 0 0 0,1 1 0 0 0,-1 0 1 0 0,0-1-1 0 0,0 1 0 0 0,0-1 0 0 0,0 1 0 0 0,0-1 0 0 0,-1 1 0 0 0,1-1 0 0 0,0 0 0 0 0,-1 0 0 0 0,1 1 0 0 0,-1-1 0 0 0,1 0 1 0 0,-1 0-1 0 0,0 1 0 0 0,0-1 0 0 0,0-3 0 0 0,-1-6 113 0 0,1 9-124 0 0,0 0 0 0 0,0 0 1 0 0,-1 0-1 0 0,1 0 0 0 0,0-1 0 0 0,1 1 1 0 0,-1 0-1 0 0,0 0 0 0 0,1 0 0 0 0,-1 0 1 0 0,1 0-1 0 0,-1 0 0 0 0,1 0 0 0 0,0 0 1 0 0,1-3-1 0 0,9-2 33 0 0,-10 6-44 0 0,0 1 0 0 0,0-1-1 0 0,0 0 1 0 0,0 1 0 0 0,0-1 0 0 0,0 0-1 0 0,0 1 1 0 0,0-1 0 0 0,-1 0 0 0 0,1 0 0 0 0,0 0-1 0 0,0 0 1 0 0,-1 0 0 0 0,1 0 0 0 0,0 0 0 0 0,-1 0-1 0 0,1 0 1 0 0,-1 0 0 0 0,0 0 0 0 0,1-1-1 0 0,-1 1 1 0 0,0 0 0 0 0,0 0 0 0 0,1 0 0 0 0,-1-2-1 0 0,0 2-1 0 0,0-1 0 0 0,0 1 0 0 0,0 0 0 0 0,0 0 0 0 0,1 0 0 0 0,-1 0 0 0 0,1-1 0 0 0,-1 1 0 0 0,1 0 0 0 0,-1 0 0 0 0,1 0 0 0 0,-1 0 0 0 0,1 0 0 0 0,0 0-1 0 0,0 0 1 0 0,-1 0 0 0 0,1 1 0 0 0,0-1 0 0 0,0 0 0 0 0,0 0 0 0 0,0 1 0 0 0,0-1 0 0 0,0 0 0 0 0,0 1 0 0 0,0-1 0 0 0,0 1 0 0 0,3-1 0 0 0,2-2 8 0 0,-6 3-9 0 0,1 0 0 0 0,-1-1 1 0 0,0 1-1 0 0,1 0 0 0 0,-1 0 1 0 0,0-1-1 0 0,1 1 0 0 0,-1 0 0 0 0,0-1 1 0 0,1 1-1 0 0,-1 0 0 0 0,0-1 0 0 0,0 1 1 0 0,1 0-1 0 0,-1-1 0 0 0,0 1 1 0 0,0-1-1 0 0,0 1 0 0 0,0 0 0 0 0,0-1 1 0 0,1 1-1 0 0,-1-1 0 0 0,0 1 1 0 0,0-1-1 0 0,0 1 0 0 0,0 0 0 0 0,0-1 1 0 0,0 1-1 0 0,0-1 0 0 0,0 1 1 0 0,-1-1-1 0 0,1 1-1 0 0,0-1 1 0 0,0 1 0 0 0,0 0-1 0 0,0-1 1 0 0,0 1-1 0 0,0 0 1 0 0,0-1 0 0 0,0 1-1 0 0,0 0 1 0 0,0-1-1 0 0,0 1 1 0 0,0 0 0 0 0,0-1-1 0 0,0 1 1 0 0,0 0-1 0 0,0 0 1 0 0,1-1-1 0 0,-1 1 1 0 0,0 0 0 0 0,0-1-1 0 0,0 1 1 0 0,0 0-1 0 0,1 0 1 0 0,-1-1 0 0 0,0 1-1 0 0,0 0 1 0 0,1 0-1 0 0,-1 0 1 0 0,0-1 0 0 0,0 1-1 0 0,1 0 1 0 0,-1 0-1 0 0,0 0 1 0 0,0 0-1 0 0,1-1 1 0 0,-1 1 0 0 0,1 0-1 0 0,20-5 26 0 0,-20 5-23 0 0,-1 0-1 0 0,0-1 1 0 0,1 1 0 0 0,-1 0-1 0 0,0 0 1 0 0,0 0 0 0 0,1 0-1 0 0,-1 0 1 0 0,0 0 0 0 0,1-1 0 0 0,-1 1-1 0 0,0 0 1 0 0,0 0 0 0 0,1 0-1 0 0,-1 0 1 0 0,0-1 0 0 0,0 1-1 0 0,0 0 1 0 0,0 0 0 0 0,1-1-1 0 0,-1 1 1 0 0,0 0 0 0 0,0 0 0 0 0,0-1-1 0 0,0 1 1 0 0,0 0 0 0 0,0-1-1 0 0,1 1 1 0 0,-1 0 0 0 0,0-1-1 0 0,0 1 1 0 0,0 0 0 0 0,0 0-1 0 0,0-1 1 0 0,0 1 0 0 0,0 0 0 0 0,0-1-1 0 0,-1 1 1 0 0,1 0 0 0 0,0-1-1 0 0,0 1 1 0 0,0 0 0 0 0,0 0-1 0 0,0-1 1 0 0,0 1 0 0 0,-1 0-1 0 0,1 0 1 0 0,0-1 0 0 0,0 1 0 0 0,0 0-1 0 0,-1 0 1 0 0,1-1 0 0 0,0 1-1 0 0,0 0 1 0 0,0 0 0 0 0,-1 0-1 0 0,1 0 1 0 0,0-1 0 0 0,-1 1-1 0 0,1 0 1 0 0,0 0 0 0 0,0 0 0 0 0,-1 0-1 0 0,0 0 1 0 0,-5-3-24 0 0,-9-7 367 0 0,14 8-296 0 0,0 0 1 0 0,0 0 0 0 0,0 0-1 0 0,1-1 1 0 0,-1 1 0 0 0,1 0 0 0 0,-1 0-1 0 0,1 0 1 0 0,0-1 0 0 0,0 1-1 0 0,0-3 1 0 0,0-415 1722 0 0,0 415-1775 0 0,-1 0-1 0 0,1-1 1 0 0,-1 1-1 0 0,0 0 1 0 0,-1 0-1 0 0,0-1 1 0 0,1 1 0 0 0,-1 0-1 0 0,-4-5 1 0 0,-5-17-11 0 0,8 14-39 0 0,1-1 0 0 0,0 1 0 0 0,1-1 0 0 0,1 0 0 0 0,1-23 0 0 0,1-1-84 0 0,-3 34 129 0 0,1 0 0 0 0,0 0 0 0 0,-1 0 0 0 0,0 0 0 0 0,0 0 0 0 0,0 0 0 0 0,0 0 0 0 0,-1 1 0 0 0,1-1 0 0 0,-1 0 0 0 0,-4-5 0 0 0,4 5-9 0 0,0 1 0 0 0,0-1 0 0 0,0 1 0 0 0,1-1 0 0 0,-1 1-1 0 0,1-1 1 0 0,0 0 0 0 0,0 0 0 0 0,0 0 0 0 0,1 1 0 0 0,-1-8 0 0 0,0-4-32 0 0,1 10 33 0 0,0 1 0 0 0,-1-1 0 0 0,1 0 0 0 0,1 1 0 0 0,-1-1 0 0 0,1 0 0 0 0,0 1 0 0 0,0-1 0 0 0,2-6 0 0 0,8-2-50 0 0,-9 11 48 0 0,-1 1 1 0 0,1-1-1 0 0,-1 1 1 0 0,0-1-1 0 0,0 0 1 0 0,0 1-1 0 0,1-1 0 0 0,-2 0 1 0 0,1 0-1 0 0,0 0 1 0 0,0 0-1 0 0,0 0 0 0 0,-1 0 1 0 0,1 0-1 0 0,-1 0 1 0 0,0 0-1 0 0,0 0 1 0 0,1-3-1 0 0,-2-6-124 0 0,1 8 84 0 0,-1-1 0 0 0,1 0 0 0 0,0 0 0 0 0,0 0-1 0 0,0 0 1 0 0,1 1 0 0 0,-1-1 0 0 0,1 0 0 0 0,0 1 0 0 0,0-1-1 0 0,2-4 1 0 0,19-21-264 0 0,-11-14 93 0 0,15-11 135 0 0,2-5 78 0 0,-17 12 14 0 0,1 24-5 0 0,-10 20 7 0 0,0 0 1 0 0,0 0 0 0 0,-1-1-1 0 0,1 1 1 0 0,-1-1 0 0 0,0 1-1 0 0,0-1 1 0 0,0 1-1 0 0,0-1 1 0 0,-1 0 0 0 0,1-6-1 0 0,-1-3 87 0 0,0-61-933 0 0,0 23 1092 0 0,0 50-237 0 0,0 0 0 0 0,0-1-1 0 0,1 1 1 0 0,-1 0-1 0 0,0 0 1 0 0,0-1 0 0 0,1 1-1 0 0,-1 0 1 0 0,1 0-1 0 0,-1 0 1 0 0,1 0 0 0 0,-1 0-1 0 0,1-1 1 0 0,0 1-1 0 0,0 0 1 0 0,-1 0 0 0 0,1 1-1 0 0,0-1 1 0 0,0 0-1 0 0,0 0 1 0 0,0 0 0 0 0,0 1-1 0 0,2-2 1 0 0,-2 1-5 0 0,0 1 0 0 0,0-1 0 0 0,1 0 0 0 0,-1 0 0 0 0,0 0 0 0 0,0 0 0 0 0,0 0 0 0 0,0 0 0 0 0,-1 0 1 0 0,1 0-1 0 0,0 0 0 0 0,0-1 0 0 0,-1 1 0 0 0,1 0 0 0 0,0 0 0 0 0,-1-1 0 0 0,0 1 0 0 0,1 0 0 0 0,-1-1 0 0 0,0 1 0 0 0,1 0 0 0 0,-1-1 1 0 0,0-2-1 0 0,0 2 3 0 0,0-1-1 0 0,0 0 1 0 0,0 1 0 0 0,0-1 0 0 0,0 0 0 0 0,1 1 0 0 0,0-1 0 0 0,-1 0 0 0 0,1 1 0 0 0,0-1 0 0 0,0 1 0 0 0,0 0 0 0 0,1-1 0 0 0,-1 1 0 0 0,0 0-1 0 0,1-1 1 0 0,0 1 0 0 0,3-3 0 0 0,3-5-5 0 0,-6 7 29 0 0,-1-1 0 0 0,0 0 0 0 0,0 1 0 0 0,0-1 0 0 0,0 0 0 0 0,-1 0 1 0 0,1 0-1 0 0,-1 1 0 0 0,0-1 0 0 0,0 0 0 0 0,0 0 0 0 0,-2-6 0 0 0,2-5 311 0 0,0 14-335 0 0,0 0 0 0 0,0 1 0 0 0,0-1 0 0 0,-1 1 0 0 0,1-1 0 0 0,0 0 0 0 0,0 1 1 0 0,0-1-1 0 0,0 1 0 0 0,0-1 0 0 0,-1 0 0 0 0,1 1 0 0 0,0-1 0 0 0,-1 1 0 0 0,1-1 0 0 0,0 1 0 0 0,-1-1 1 0 0,1 1-1 0 0,0-1 0 0 0,-1 1 0 0 0,1-1 0 0 0,-1 1 0 0 0,1 0 0 0 0,-1-1 0 0 0,1 1 0 0 0,-1 0 0 0 0,0-1 1 0 0,1 1-1 0 0,-1 0 0 0 0,1 0 0 0 0,-1-1 0 0 0,1 1 0 0 0,-1 0 0 0 0,0 0 0 0 0,1 0 0 0 0,-1 0 0 0 0,0 0 1 0 0,1 0-1 0 0,-2 0 0 0 0,2 0 4 0 0,-1 0 0 0 0,0 0-1 0 0,1 0 1 0 0,-1 0 0 0 0,0 0 0 0 0,1 0 0 0 0,-1 0 0 0 0,1-1 0 0 0,-1 1 0 0 0,0 0 0 0 0,1 0 0 0 0,-1-1 0 0 0,1 1-1 0 0,-1 0 1 0 0,0-1 0 0 0,1 1 0 0 0,-1 0 0 0 0,1-1 0 0 0,-1 1 0 0 0,1-1 0 0 0,-1 1 0 0 0,1-1 0 0 0,0 1 0 0 0,-1-1-1 0 0,1 1 1 0 0,0-1 0 0 0,-1 1 0 0 0,1-1 0 0 0,0 0 0 0 0,0 1 0 0 0,-1-1 0 0 0,1 1 0 0 0,0-1 0 0 0,0 0 0 0 0,0 1-1 0 0,0-1 1 0 0,0 0 0 0 0,0 1 0 0 0,0-2 0 0 0,0 1 241 0 0,0 1-254 0 0,-1 1 0 0 0,1-1 0 0 0,0 0 0 0 0,0 1 0 0 0,0-1 0 0 0,0 1 0 0 0,0-1 0 0 0,0 0 0 0 0,0 1 0 0 0,-1-1 0 0 0,1 0 0 0 0,0 1 0 0 0,0-1 0 0 0,0 1 0 0 0,1-1 0 0 0,-1 0 0 0 0,0 1 0 0 0,0-1 0 0 0,0 0 0 0 0,0 1 0 0 0,0-1 0 0 0,0 0 0 0 0,0 1 0 0 0,1-1 0 0 0,-1 0 0 0 0,0 1 0 0 0,0-1 0 0 0,0 0 0 0 0,1 1 0 0 0,-1-1 0 0 0,0 0 0 0 0,0 0 0 0 0,1 1 0 0 0,-1-1 0 0 0,0 0 0 0 0,1 0 0 0 0,-1 0 0 0 0,0 1 0 0 0,1-1 0 0 0,-1 0 0 0 0,0 0 0 0 0,1 0 0 0 0,7 1 1 0 0,-7-1 4 0 0,0 0 1 0 0,0 0-1 0 0,-1 0 0 0 0,1 0 0 0 0,0 0 0 0 0,0 0 1 0 0,-1 0-1 0 0,1 0 0 0 0,0 0 0 0 0,-1 1 0 0 0,1-1 0 0 0,0 0 1 0 0,0 0-1 0 0,-1 1 0 0 0,1-1 0 0 0,-1 0 0 0 0,1 1 1 0 0,0-1-1 0 0,-1 1 0 0 0,1-1 0 0 0,-1 1 0 0 0,1-1 0 0 0,-1 1 1 0 0,1-1-1 0 0,-1 1 0 0 0,1 0 0 0 0,-1-1 0 0 0,0 1 1 0 0,1 0-1 0 0,-1-1 0 0 0,0 1 0 0 0,1 0 0 0 0,-1-1 0 0 0,0 1 1 0 0,0 0-1 0 0,0-1 0 0 0,0 1 0 0 0,0 0 0 0 0,0 0 1 0 0,0-1-1 0 0,0 1 0 0 0,0 0 0 0 0,0 0 0 0 0,0-1 0 0 0,0 2 1 0 0,0 5-64 0 0,1-3-128 0 0,-1-1 1 0 0,1 1-1 0 0,-1-1 1 0 0,0 0-1 0 0,0 1 1 0 0,0-1-1 0 0,0 1 1 0 0,-1-1-1 0 0,0 1 1 0 0,1-1 0 0 0,-1 0-1 0 0,0 0 1 0 0,-3 6-1 0 0,-8 1-1867 0 0,-9 9-5165 0 0,-6-7 1296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3:59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491 233 240 0 0,'-27'0'547'0'0,"26"0"-508"0"0,1 0 1 0 0,0-1-1 0 0,-1 1 0 0 0,1 0 1 0 0,-1-1-1 0 0,1 1 0 0 0,0 0 1 0 0,-1-1-1 0 0,1 1 0 0 0,0 0 1 0 0,-1-1-1 0 0,1 1 0 0 0,0-1 1 0 0,0 1-1 0 0,-1 0 0 0 0,1-1 1 0 0,0 1-1 0 0,0-1 0 0 0,0 1 1 0 0,0-1-1 0 0,-1 1 0 0 0,1-1 1 0 0,0 1-1 0 0,0-1 0 0 0,0 1 1 0 0,0-1-1 0 0,0 1 0 0 0,0-1 1 0 0,0 1-1 0 0,1-1 0 0 0,-1 1 1 0 0,0-1-1 0 0,0 0 0 0 0,0 0-18 0 0,1 0-1 0 0,-1 0 1 0 0,0 0-1 0 0,0 0 1 0 0,0 0-1 0 0,0 0 1 0 0,0 0-1 0 0,-1 0 1 0 0,1 0-1 0 0,0 0 1 0 0,0 0-1 0 0,-1 0 1 0 0,1 0-1 0 0,0 1 1 0 0,-1-1-1 0 0,1 0 1 0 0,-1 0-1 0 0,1 0 1 0 0,-2-1-1 0 0,-3-1 21 0 0,3 2-29 0 0,1 1 1 0 0,-1-1-1 0 0,1 0 1 0 0,0 0-1 0 0,-1 0 0 0 0,1-1 1 0 0,0 1-1 0 0,-1 0 1 0 0,1 0-1 0 0,0-1 0 0 0,0 1 1 0 0,0-1-1 0 0,0 1 1 0 0,0-1-1 0 0,1 1 0 0 0,-1-1 1 0 0,0 1-1 0 0,1-1 1 0 0,-1 0-1 0 0,1 1 0 0 0,0-1 1 0 0,-1 0-1 0 0,1 0 1 0 0,0 1-1 0 0,0-1 0 0 0,0 0 1 0 0,0 1-1 0 0,1-4 1 0 0,-1 4-16 0 0,-1 0-1 0 0,1 0 1 0 0,0 0 0 0 0,0 0 0 0 0,-1 0 0 0 0,1 0 0 0 0,-1 1 0 0 0,1-1-1 0 0,0 0 1 0 0,-1 0 0 0 0,0 1 0 0 0,1-1 0 0 0,-1 0 0 0 0,1 1 0 0 0,-1-1-1 0 0,0 0 1 0 0,0 1 0 0 0,1-1 0 0 0,-1 1 0 0 0,0-1 0 0 0,0 1 0 0 0,1 0 0 0 0,-1-1-1 0 0,0 1 1 0 0,0 0 0 0 0,0-1 0 0 0,0 1 0 0 0,0 0 0 0 0,0 0 0 0 0,0 0-1 0 0,0 0 1 0 0,-5-2-56 0 0,5 2 48 0 0,1 0 0 0 0,-1 0 1 0 0,1-1-1 0 0,0 1 0 0 0,-1 0 0 0 0,1 0 1 0 0,0 0-1 0 0,-1-1 0 0 0,1 1 1 0 0,0 0-1 0 0,-1 0 0 0 0,1-1 1 0 0,0 1-1 0 0,0 0 0 0 0,-1-1 1 0 0,1 1-1 0 0,0-1 0 0 0,0 1 1 0 0,0 0-1 0 0,-1-1 0 0 0,1 1 0 0 0,0 0 1 0 0,0-1-1 0 0,0 1 0 0 0,0-1 1 0 0,0 1-1 0 0,0-1 0 0 0,0 1 1 0 0,0 0-1 0 0,0-1 0 0 0,-4-8-191 0 0,-51-13-505 0 0,55 21 704 0 0,0 1 1 0 0,0 0-1 0 0,-1 0 0 0 0,1 0 1 0 0,0 0-1 0 0,0 0 0 0 0,-1 0 1 0 0,1 0-1 0 0,0 0 0 0 0,0 0 1 0 0,-1-1-1 0 0,1 1 0 0 0,0 0 1 0 0,0 0-1 0 0,0 0 0 0 0,-1 0 1 0 0,1-1-1 0 0,0 1 0 0 0,0 0 1 0 0,0 0-1 0 0,0 0 0 0 0,-1-1 1 0 0,1 1-1 0 0,0 0 0 0 0,0 0 1 0 0,0-1-1 0 0,0 1 0 0 0,0 0 1 0 0,0 0-1 0 0,0-1 0 0 0,0 1 1 0 0,0 0-1 0 0,0 0 0 0 0,0-1 1 0 0,0 1 0 0 0,0-1 0 0 0,0 1 0 0 0,0 0 0 0 0,0 0 1 0 0,0-1-1 0 0,0 1 0 0 0,0 0 0 0 0,0 0 0 0 0,0-1 1 0 0,0 1-1 0 0,0 0 0 0 0,-1 0 0 0 0,1 0 0 0 0,0-1 1 0 0,0 1-1 0 0,0 0 0 0 0,0 0 0 0 0,0-1 0 0 0,-1 1 1 0 0,1 0-1 0 0,0 0 0 0 0,0 0 0 0 0,0 0 0 0 0,0-1 1 0 0,-1 1-1 0 0,1 0 0 0 0,0 0 0 0 0,0 0 0 0 0,-1 0 1 0 0,1 0-1 0 0,0 0 0 0 0,0 0 0 0 0,0 0 0 0 0,-1-1 1 0 0,1 1-1 0 0,-1 0 0 0 0,-20-1 2 0 0,15 0 53 0 0,6-51 147 0 0,6 50 41 0 0,21-3 799 0 0,-22-2 734 0 0,50 0 2455 0 0,-50 6-668 0 0,-10 6-212 0 0,2-5-2941 0 0,2 0-315 0 0,0 0 0 0 0,-1 0 0 0 0,1 0 0 0 0,0 0 0 0 0,0 0 0 0 0,0 0 0 0 0,0 0 0 0 0,0 0 0 0 0,0 0 0 0 0,0 1 0 0 0,0-1 0 0 0,0 0 1 0 0,0 1-1 0 0,0-1 0 0 0,0 0 0 0 0,0 1 0 0 0,0-1 0 0 0,0 1 0 0 0,0 0 0 0 0,1-1 0 0 0,-1 1 0 0 0,0 0 0 0 0,0 0 0 0 0,1 1 947 0 0,-6 4 574 0 0,-30 10 211 0 0,-57 37-1 0 0,-1 0-991 0 0,61-30-1048 0 0,-11 6-1752 0 0,42-28 1660 0 0,-1 0 0 0 0,1 0 0 0 0,0 0-1 0 0,0 0 1 0 0,-1-1 0 0 0,1 1 0 0 0,-1-1 0 0 0,1 1 0 0 0,-1-1 0 0 0,1 0 0 0 0,-1 0 0 0 0,1 0 0 0 0,0-1 0 0 0,-1 1 0 0 0,1-1 0 0 0,-1 1 0 0 0,1-1-1 0 0,-3-1 1 0 0,4 2-69 0 0,1-1-1 0 0,-1 1 0 0 0,1-1 0 0 0,-1 0 0 0 0,1 1 1 0 0,-1-1-1 0 0,1 0 0 0 0,-1 1 0 0 0,1-1 0 0 0,0 0 1 0 0,-1 0-1 0 0,1 1 0 0 0,0-1 0 0 0,0 0 0 0 0,0 0 1 0 0,-1 1-1 0 0,1-1 0 0 0,0 0 0 0 0,0 0 0 0 0,0 0 1 0 0,0 1-1 0 0,0-1 0 0 0,1 0 0 0 0,-1-1 1 0 0,0-4-1970 0 0,0-8-2430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4:01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440 14 400 0 0,'1'1'110'0'0,"-1"0"-1"0"0,0 0 1 0 0,1-1 0 0 0,-1 1-1 0 0,1 0 1 0 0,-1-1-1 0 0,1 1 1 0 0,0-1 0 0 0,-1 1-1 0 0,1-1 1 0 0,0 1-1 0 0,-1-1 1 0 0,1 1 0 0 0,0-1-1 0 0,0 0 1 0 0,-1 1 0 0 0,1-1-1 0 0,0 0 1 0 0,0 1-1 0 0,0-1 1 0 0,-1 0 0 0 0,1 0-1 0 0,0 0 1 0 0,0 0-1 0 0,0 0 1 0 0,-1 0 0 0 0,1 0-1 0 0,0 0 1 0 0,0 0-1 0 0,0 0 1 0 0,1-1 0 0 0,1 1 371 0 0,128 24 5415 0 0,-22 12-4269 0 0,38-3-560 0 0,-147-33-1058 0 0,0 0 0 0 0,0 0 0 0 0,0 0 0 0 0,1 0 0 0 0,-1 0 0 0 0,0 0 0 0 0,0 0 0 0 0,0 0 0 0 0,0 0 0 0 0,1 0 0 0 0,-1 0 0 0 0,0 0 0 0 0,0 0 0 0 0,0 1 0 0 0,0-1 0 0 0,1 0 0 0 0,-1 0 0 0 0,0 0 0 0 0,0 0-1 0 0,0 0 1 0 0,0 0 0 0 0,0 0 0 0 0,1 0 0 0 0,-1 0 0 0 0,0 1 0 0 0,0-1 0 0 0,0 0 0 0 0,0 0 0 0 0,0 0 0 0 0,0 0 0 0 0,0 1 0 0 0,0-1 0 0 0,0 0 0 0 0,0 0 0 0 0,1 0 0 0 0,-1 0 0 0 0,0 0 0 0 0,0 1 0 0 0,0-1 0 0 0,0 0 0 0 0,0 0 0 0 0,0 0 0 0 0,0 1 0 0 0,0-1-1 0 0,0 0 1 0 0,0 0 0 0 0,-1 0 0 0 0,1 0 0 0 0,0 1 0 0 0,0-1 0 0 0,0 0 0 0 0,0 0 0 0 0,0 0 0 0 0,-4 2 2589 0 0,-14-2-2025 0 0,14 0 308 0 0,3-1-841 0 0,1 0 1 0 0,-1 0-1 0 0,0 0 1 0 0,0 0-1 0 0,0 0 1 0 0,0 1 0 0 0,0-1-1 0 0,0 0 1 0 0,0 1-1 0 0,0-1 1 0 0,0 0-1 0 0,0 1 1 0 0,0 0 0 0 0,0-1-1 0 0,0 1 1 0 0,0 0-1 0 0,-1-1 1 0 0,1 1-1 0 0,0 0 1 0 0,0 0-1 0 0,0 0 1 0 0,-1 0 0 0 0,0 0-1 0 0,1 0 41 0 0,-32-7 305 0 0,28 5-292 0 0,5-3-14 0 0,0 3-14 0 0,0-3-39 0 0,0 4 13 0 0,-28 1-827 0 0,28 0 762 0 0,0 0 1 0 0,0 0-1 0 0,-1 0 0 0 0,1 0 0 0 0,0 0 1 0 0,0 0-1 0 0,-1 0 0 0 0,1 0 0 0 0,0 0 1 0 0,0 0-1 0 0,-1 0 0 0 0,1-1 0 0 0,0 1 1 0 0,0 0-1 0 0,-1 0 0 0 0,1 0 0 0 0,0 0 1 0 0,0-1-1 0 0,0 1 0 0 0,-1 0 0 0 0,1 0 1 0 0,0-1-1 0 0,0 1 0 0 0,0 0 0 0 0,0 0 1 0 0,0 0-1 0 0,0-1 0 0 0,-1 1 0 0 0,1 0 1 0 0,0-1-1 0 0,0 1 0 0 0,0 0 0 0 0,0 0 1 0 0,0-1-1 0 0,0 1 0 0 0,-4-8-111 0 0,-116-33-91 0 0,114 34 279 0 0,6 6-52 0 0,0 1 0 0 0,0 0 1 0 0,0 0-1 0 0,0 0 0 0 0,0-1 1 0 0,0 1-1 0 0,0 0 1 0 0,0 0-1 0 0,0 0 0 0 0,0-1 1 0 0,0 1-1 0 0,0 0 1 0 0,0 0-1 0 0,0 0 0 0 0,0 0 1 0 0,-1-1-1 0 0,1 1 0 0 0,0 0 1 0 0,0 0-1 0 0,0 0 1 0 0,0 0-1 0 0,0 0 0 0 0,-1-1 1 0 0,1 1-1 0 0,0 0 1 0 0,0 0-1 0 0,0 0 0 0 0,-1 0 1 0 0,1 0-1 0 0,0 0 0 0 0,0 0 1 0 0,0 0-1 0 0,-1 0 1 0 0,1 0-1 0 0,0 0 0 0 0,0 0 1 0 0,0 0-1 0 0,-1 0 1 0 0,1 0-1 0 0,-22-3 0 0 0,22 3 0 0 0,0 0 0 0 0,-1 0 0 0 0,1 0 0 0 0,0 0 0 0 0,0 0 0 0 0,-1 0 0 0 0,1 0 0 0 0,0 0 0 0 0,0 0 0 0 0,0 0 0 0 0,-1-1 0 0 0,1 1 0 0 0,0 0 0 0 0,0 0 0 0 0,0 0 0 0 0,-1 0 0 0 0,1-1 0 0 0,0 1 0 0 0,0 0 0 0 0,0 0 0 0 0,0 0 0 0 0,-1-1 0 0 0,1 1 0 0 0,0 0 0 0 0,0 0 0 0 0,0 0 0 0 0,0-1 0 0 0,0 1 0 0 0,0 0 0 0 0,0 0 0 0 0,0-1 0 0 0,0 1 0 0 0,0 0 0 0 0,0 0 0 0 0,0-1 0 0 0,0 1 0 0 0,-1-1 2 0 0,0 0 1 0 0,0 0-1 0 0,0 1 1 0 0,0-1-1 0 0,0 0 1 0 0,0 1-1 0 0,0-1 1 0 0,0 1-1 0 0,-1-1 0 0 0,1 1 1 0 0,0-1-1 0 0,0 1 1 0 0,0 0-1 0 0,0 0 1 0 0,-1 0-1 0 0,1-1 1 0 0,0 1-1 0 0,0 0 0 0 0,-1 1 1 0 0,-1-1-1 0 0,2 0 0 0 0,-5-4-28 0 0,5 3 52 0 0,0 1 1 0 0,0 0-1 0 0,0-1 1 0 0,-1 1 0 0 0,1 0-1 0 0,0 0 1 0 0,0-1 0 0 0,0 1-1 0 0,-1 0 1 0 0,1 0-1 0 0,0 0 1 0 0,0 0 0 0 0,-1 1-1 0 0,-1-1 1 0 0,-4 1 107 0 0,1-1 26 0 0,5 2 96 0 0,8 1-178 0 0,1-2-25 0 0,6 4 193 0 0,-13-4-205 0 0,-1 0 0 0 0,1 0 1 0 0,0 1-1 0 0,-1-1 1 0 0,1 0-1 0 0,-1 1 1 0 0,0-1-1 0 0,1 1 1 0 0,-1-1-1 0 0,0 0 0 0 0,0 1 1 0 0,0-1-1 0 0,0 1 1 0 0,0 2-1 0 0,0 3 68 0 0,-1-5-87 0 0,1 0 0 0 0,0-1 1 0 0,-1 1-1 0 0,1 0 0 0 0,0 0 0 0 0,0-1 0 0 0,0 1 0 0 0,1 0 0 0 0,-1 0 0 0 0,0 0 0 0 0,1-1 0 0 0,-1 1 1 0 0,1 0-1 0 0,-1-1 0 0 0,1 1 0 0 0,0 0 0 0 0,2 2 0 0 0,18 9 71 0 0,-20-11-51 0 0,1 1-1 0 0,-1-1 1 0 0,-1 1-1 0 0,1-1 1 0 0,0 1-1 0 0,-1 0 1 0 0,1-1-1 0 0,-1 1 1 0 0,0 0-1 0 0,0-1 1 0 0,0 4-1 0 0,-1 6 197 0 0,1-25-173 0 0,-1 11-68 0 0,1 1 1 0 0,0 0-1 0 0,-1 0 1 0 0,1 0-1 0 0,-1 0 1 0 0,1 0 0 0 0,-1 0-1 0 0,0 0 1 0 0,1 0-1 0 0,-1 0 1 0 0,0 0-1 0 0,0 0 1 0 0,1 0-1 0 0,-1 1 1 0 0,0-1-1 0 0,0 0 1 0 0,0 0 0 0 0,0 1-1 0 0,0-1 1 0 0,0 1-1 0 0,0-1 1 0 0,-1 1-1 0 0,0-1 1 0 0,-5-3-6 0 0,-26-18 141 0 0,33 22-128 0 0,-1 0-1 0 0,1-1 0 0 0,-1 1 0 0 0,1 0 1 0 0,0 0-1 0 0,-1-1 0 0 0,1 1 0 0 0,0 0 1 0 0,-1-1-1 0 0,1 1 0 0 0,0 0 0 0 0,0-1 1 0 0,-1 1-1 0 0,1 0 0 0 0,0-1 0 0 0,0 1 1 0 0,0-1-1 0 0,0 1 0 0 0,-1 0 0 0 0,1-1 1 0 0,0 1-1 0 0,0-1 0 0 0,0 1 0 0 0,0-1 1 0 0,0 1-1 0 0,0-1 0 0 0,0 1 0 0 0,0 0 1 0 0,0-1-1 0 0,0 0 0 0 0,0 0 25 0 0,1 2-3 0 0,-1-1 1 0 0,0 1 0 0 0,1-1 0 0 0,-1 1 0 0 0,1 0 0 0 0,-1-1 0 0 0,1 1 0 0 0,-1-1-1 0 0,1 1 1 0 0,-1-1 0 0 0,1 1 0 0 0,-1-1 0 0 0,1 1 0 0 0,-1-1 0 0 0,1 0 0 0 0,0 1-1 0 0,-1-1 1 0 0,1 0 0 0 0,0 0 0 0 0,-1 1 0 0 0,1-1 0 0 0,0 0 0 0 0,1 0 0 0 0,11 6 88 0 0,-2 14 245 0 0,25 17 190 0 0,2 1-23 0 0,-36-35-470 0 0,0 0-1 0 0,0-1 1 0 0,0 1-1 0 0,-1 0 1 0 0,1 0-1 0 0,-1 0 0 0 0,0 0 1 0 0,1 0-1 0 0,-2 1 1 0 0,1-1-1 0 0,0 0 1 0 0,-1 0-1 0 0,1 5 1 0 0,-1-7-46 0 0,0 0 0 0 0,0 0-1 0 0,0 0 1 0 0,0 0 0 0 0,0 0 0 0 0,0 0 0 0 0,0 0 0 0 0,1 0 0 0 0,-1 0 0 0 0,0 0 0 0 0,1 0 0 0 0,-1 0 0 0 0,0 0 0 0 0,1 0 0 0 0,-1 0 0 0 0,1-1 0 0 0,0 1 0 0 0,-1 0 0 0 0,1 0 0 0 0,0 0 0 0 0,-1-1 0 0 0,1 1 0 0 0,0 0 0 0 0,0-1 0 0 0,-1 1 0 0 0,1-1 0 0 0,0 1 0 0 0,0-1 0 0 0,0 1 0 0 0,0-1 0 0 0,0 0 0 0 0,0 1 0 0 0,0-1 0 0 0,0 0-1 0 0,1 0 1 0 0,4 2 21 0 0,-5-2-31 0 0,-1 0 0 0 0,0 0 0 0 0,0 1 0 0 0,1-1-1 0 0,-1 0 1 0 0,0 0 0 0 0,0 0 0 0 0,1 0-1 0 0,-1 0 1 0 0,0 0 0 0 0,0 0 0 0 0,0 1-1 0 0,1-1 1 0 0,-1 0 0 0 0,0 0 0 0 0,0 0-1 0 0,0 0 1 0 0,1 1 0 0 0,-1-1 0 0 0,0 0-1 0 0,0 0 1 0 0,0 1 0 0 0,0-1 0 0 0,0 0 0 0 0,0 0-1 0 0,0 1 1 0 0,1-1 0 0 0,-1 0 0 0 0,0 0-1 0 0,0 1 1 0 0,0-1 0 0 0,0 0 0 0 0,0 0-1 0 0,0 1 1 0 0,0 4-14 0 0,0-9-54 0 0,-1 3 51 0 0,1 0 0 0 0,-1 0 0 0 0,0 0 0 0 0,1 0-1 0 0,-1 1 1 0 0,0-1 0 0 0,1 0 0 0 0,-1 0 0 0 0,0 1 0 0 0,0-1 0 0 0,0 1-1 0 0,0-1 1 0 0,0 0 0 0 0,0 1 0 0 0,0 0 0 0 0,0-1 0 0 0,0 1 0 0 0,0 0-1 0 0,0-1 1 0 0,0 1 0 0 0,0 0 0 0 0,0 0 0 0 0,0 0 0 0 0,0 0 0 0 0,0 0 0 0 0,0 0-1 0 0,-2 0 1 0 0,3 0-25 0 0,-7-4-112 0 0,3 0 159 0 0,-57-7 449 0 0,-122-6-1 0 0,165 16-389 0 0,-116-2 463 0 0,73 4-38 0 0,-92-12-1 0 0,132 7-364 0 0,26 4-69 0 0,39 4-77 0 0,-16-1 27 0 0,34-1-1 0 0,11 1 64 0 0,82 8 17 0 0,43 5-12 0 0,-100-3-234 0 0,-228-40 107 0 0,81 18-91 0 0,-1 1 1 0 0,1 2 0 0 0,-86 2-1 0 0,132 4 8 0 0,1 1 1 0 0,-1-1-1 0 0,1 0 0 0 0,-1 1 1 0 0,1 0-1 0 0,-1-1 0 0 0,1 1 1 0 0,0 0-1 0 0,-1 0 0 0 0,1 1 1 0 0,0-1-1 0 0,0 0 0 0 0,-3 3 0 0 0,4-3-101 0 0,1 0 0 0 0,-1-1 0 0 0,1 1 0 0 0,-1 0 0 0 0,1 0 0 0 0,0 0-1 0 0,-1 0 1 0 0,1 0 0 0 0,0 0 0 0 0,0 0 0 0 0,0 0 0 0 0,0 0-1 0 0,0 0 1 0 0,0 0 0 0 0,0 0 0 0 0,0 0 0 0 0,0 0 0 0 0,0 0-1 0 0,0 0 1 0 0,1 0 0 0 0,-1 0 0 0 0,0 0 0 0 0,1 0 0 0 0,-1 0-1 0 0,1 0 1 0 0,-1 0 0 0 0,1-1 0 0 0,-1 1 0 0 0,1 0 0 0 0,-1 0 0 0 0,1 0-1 0 0,0-1 1 0 0,0 1 0 0 0,-1 0 0 0 0,1-1 0 0 0,0 1 0 0 0,1 0-1 0 0,9 7-3172 0 0,-1-1 0 0 0,24 12-1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4:02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62 880 0 0,'0'-34'10819'0'0,"1"33"-10673"0"0,-1 1 0 0 0,0-1 0 0 0,0 0 0 0 0,0 1 0 0 0,1-1 0 0 0,-1 1 0 0 0,0-1 0 0 0,1 1 0 0 0,-1-1 0 0 0,0 1 1 0 0,1-1-1 0 0,-1 1 0 0 0,1-1 0 0 0,-1 1 0 0 0,1-1 0 0 0,-1 1 0 0 0,1 0 0 0 0,-1-1 0 0 0,1 1 0 0 0,-1 0 0 0 0,1 0 0 0 0,-1-1 0 0 0,1 1 1 0 0,-1 0-1 0 0,2 0 0 0 0,25-6 1471 0 0,31 3 108 0 0,-57 3-1649 0 0,192 5 1874 0 0,-71 2-3459 0 0,-113-7-386 0 0,1 0 1 0 0,-1-1 0 0 0,0 0 0 0 0,14-3 0 0 0,-40-2-2375 0 0,17 6 4146 0 0,0 0 0 0 0,-1 0 0 0 0,1 0 0 0 0,0 0 0 0 0,0-1 0 0 0,-1 1 0 0 0,1 0 0 0 0,0 0 0 0 0,0 0 0 0 0,-1-1 0 0 0,1 1 0 0 0,0 0 0 0 0,0 0 0 0 0,-1 0 0 0 0,1-1 0 0 0,0 1 0 0 0,0 0 0 0 0,0-1 0 0 0,0 1 0 0 0,-1 0 0 0 0,1 0 1 0 0,0-1-1 0 0,0 1 0 0 0,0 0 0 0 0,0-1 0 0 0,0 1 0 0 0,0 0 0 0 0,0-1 0 0 0,0 1 0 0 0,0 0 0 0 0,0-1 0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4:02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2001 0 0,'0'48'3121'0'0,"0"2"-720"0"0,0-10 1 0 0,0 9-722 0 0,0 5-559 0 0,0-6-241 0 0,0 0-400 0 0,0-19-720 0 0,0-8-1360 0 0,0-9-2802 0 0,0 3-2482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4:04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1645 80 0 0,'-33'0'974'0'0,"33"35"293"0"0,1-34-1264 0 0,-1-1 0 0 0,0 1 0 0 0,0-1-1 0 0,-1 1 1 0 0,1 0 0 0 0,0-1 0 0 0,0 1 0 0 0,0-1 0 0 0,0 1 0 0 0,0 0-1 0 0,-1-1 1 0 0,1 1 0 0 0,0-1 0 0 0,0 1 0 0 0,-1-1 0 0 0,1 1-1 0 0,0-1 1 0 0,-1 1 0 0 0,1-1 0 0 0,-1 1 0 0 0,1-1 0 0 0,-1 1 0 0 0,1-1-1 0 0,-1 0 1 0 0,1 1 0 0 0,-1-1 0 0 0,1 0 0 0 0,-1 1 0 0 0,1-1-1 0 0,-1 0 1 0 0,1 0 0 0 0,-1 0 0 0 0,0 1 0 0 0,1-1 0 0 0,-1 0 0 0 0,1 0-1 0 0,-1 0 1 0 0,0 0 0 0 0,0 0 0 0 0,0 0 2 0 0,0 0 1 0 0,1 0-1 0 0,-1 0 1 0 0,0 0-1 0 0,1 0 1 0 0,-1 0-1 0 0,0 0 1 0 0,1 0-1 0 0,-1 0 1 0 0,0 1-1 0 0,1-1 1 0 0,-1 0-1 0 0,1 1 1 0 0,-1-1-1 0 0,0 0 1 0 0,1 1-1 0 0,-1-1 1 0 0,1 1-1 0 0,-1-1 1 0 0,1 0-1 0 0,-1 1 1 0 0,1 0-1 0 0,0-1 1 0 0,-1 1-1 0 0,1-1 1 0 0,-1 1-1 0 0,1-1 1 0 0,0 1-1 0 0,0 0 1 0 0,-1-1-1 0 0,1 1 1 0 0,0 0-1 0 0,0-1 1 0 0,0 1-1 0 0,0 0 1 0 0,0-1-1 0 0,0 1 1 0 0,0 0-1 0 0,0 1 1 0 0,0 8 256 0 0,-1-6-149 0 0,1 0-1 0 0,0 0 1 0 0,1 0 0 0 0,-1 0-1 0 0,1 0 1 0 0,1 6-1 0 0,-2-9-98 0 0,1 0 0 0 0,-1 0 0 0 0,1 0 0 0 0,0-1 0 0 0,-1 1 0 0 0,1 0 0 0 0,0-1 0 0 0,0 1 0 0 0,-1 0-1 0 0,1-1 1 0 0,0 1 0 0 0,0-1 0 0 0,0 1 0 0 0,0-1 0 0 0,-1 1 0 0 0,1-1 0 0 0,0 0 0 0 0,0 0 0 0 0,0 1 0 0 0,0-1 0 0 0,0 0 0 0 0,0 0 0 0 0,0 0-1 0 0,0 0 1 0 0,0 0 0 0 0,0 0 0 0 0,1 0 0 0 0,4 4 1778 0 0,-7-7-1089 0 0,1 2-223 0 0,10 1 469 0 0,9-2-631 0 0,-15-11 4071 0 0,-9 12-3602 0 0,4 1-770 0 0,-2 0 60 0 0,-1-1 0 0 0,1 1 0 0 0,0-1 0 0 0,0 0 0 0 0,0 1 0 0 0,-1-1 0 0 0,1-1 0 0 0,0 1 0 0 0,0 0 0 0 0,1-1 0 0 0,-1 0 0 0 0,0 0 0 0 0,0 0 0 0 0,1 0 0 0 0,-1 0 0 0 0,1 0 0 0 0,0 0 0 0 0,-1-1-1 0 0,1 0 1 0 0,0 1 0 0 0,1-1 0 0 0,-4-5 0 0 0,-13-18 342 0 0,13 18-315 0 0,-1 1 0 0 0,1-1 0 0 0,0 0 0 0 0,1-1 0 0 0,0 1 0 0 0,-3-11 1 0 0,4 4 10 0 0,1 0 0 0 0,0-1 0 0 0,1 1 1 0 0,0 0-1 0 0,3-20 0 0 0,0-12 127 0 0,-2 43-250 0 0,0 1-1 0 0,0 0 1 0 0,1 0-1 0 0,-1 0 0 0 0,1 0 1 0 0,0 0-1 0 0,0 0 1 0 0,0 0-1 0 0,1 0 1 0 0,-1 0-1 0 0,1 1 0 0 0,-1-1 1 0 0,4-4-1 0 0,-3 5 17 0 0,0 0-1 0 0,-1-1 1 0 0,1 0 0 0 0,-1 1-1 0 0,1-1 1 0 0,-1 0 0 0 0,0 1-1 0 0,0-1 1 0 0,0 0-1 0 0,0 0 1 0 0,-1 0 0 0 0,1 0-1 0 0,-1-4 1 0 0,1-6 93 0 0,-1 10-85 0 0,1 0 1 0 0,-1 0 0 0 0,0 0-1 0 0,0 0 1 0 0,0 0 0 0 0,0 0-1 0 0,-1 0 1 0 0,1 0-1 0 0,-1 0 1 0 0,0 0 0 0 0,1 0-1 0 0,-1 1 1 0 0,-2-5-1 0 0,-7-3 43 0 0,9 9-51 0 0,-1 0 0 0 0,1-1 1 0 0,-1 1-1 0 0,1-1 1 0 0,0 1-1 0 0,0-1 1 0 0,0 0-1 0 0,0 1 0 0 0,0-1 1 0 0,0 0-1 0 0,0 0 1 0 0,0 0-1 0 0,1 1 1 0 0,-1-1-1 0 0,1 0 0 0 0,-1 0 1 0 0,1 0-1 0 0,0 0 1 0 0,0-2-1 0 0,0 2 4 0 0,-1 0 1 0 0,1 1-1 0 0,0-1 0 0 0,0 0 0 0 0,-1 1 0 0 0,1-1 0 0 0,-1 0 0 0 0,1 1 1 0 0,-1-1-1 0 0,1 1 0 0 0,-1-1 0 0 0,0 1 0 0 0,0-1 0 0 0,0 1 0 0 0,0 0 1 0 0,0-1-1 0 0,0 1 0 0 0,0 0 0 0 0,-1 0 0 0 0,1 0 0 0 0,-2-2 1 0 0,-7-6 133 0 0,-27-53 1201 0 0,16 40-813 0 0,10-5-108 0 0,1 12-252 0 0,8 13-136 0 0,0-1 0 0 0,0 1 1 0 0,1-1-1 0 0,-1 0 0 0 0,1 0 0 0 0,-1 0 0 0 0,1 0 1 0 0,0 0-1 0 0,0 0 0 0 0,0 0 0 0 0,1 0 1 0 0,-1 0-1 0 0,1 0 0 0 0,-1-4 0 0 0,1-116 323 0 0,1 119-360 0 0,-1 0 0 0 0,1 0 1 0 0,-1 0-1 0 0,1 0 1 0 0,0-1-1 0 0,1 1 1 0 0,-1 0-1 0 0,1 1 0 0 0,0-1 1 0 0,4-7-1 0 0,-4 7 6 0 0,0 1 0 0 0,0-1 1 0 0,0 0-1 0 0,0 0 0 0 0,-1 0 0 0 0,0 0 0 0 0,0 0 0 0 0,0 0 0 0 0,0-1 0 0 0,0-7 0 0 0,-1-134 233 0 0,0 142-231 0 0,1 0 1 0 0,-1 1-1 0 0,1-1 1 0 0,-1 1-1 0 0,1-1 0 0 0,1 1 1 0 0,-1 0-1 0 0,0-1 1 0 0,1 1-1 0 0,-1 0 0 0 0,1 0 1 0 0,2-3-1 0 0,-2 3-8 0 0,0 0 0 0 0,0 0 0 0 0,0-1 0 0 0,-1 1-1 0 0,1 0 1 0 0,-1-1 0 0 0,0 1 0 0 0,0-1 0 0 0,0 1 0 0 0,0-1 0 0 0,-1 1 0 0 0,1-5 0 0 0,-1-200 439 0 0,1 197-445 0 0,1-1 1 0 0,0 0-1 0 0,1 1 0 0 0,0-1 1 0 0,1 1-1 0 0,0 0 1 0 0,1 0-1 0 0,0 0 0 0 0,1 1 1 0 0,9-14-1 0 0,21-43-745 0 0,-34 58 764 0 0,0 0-1 0 0,0 0 1 0 0,-1 1 0 0 0,0-1-1 0 0,0 0 1 0 0,-1 0-1 0 0,0 0 1 0 0,-2-11-1 0 0,0-16 399 0 0,2 36-405 0 0,0-1 0 0 0,-1 1 1 0 0,1 0-1 0 0,0-1 0 0 0,0 1 0 0 0,-1 0 0 0 0,1-1 1 0 0,0 1-1 0 0,-1 0 0 0 0,1-1 0 0 0,0 1 1 0 0,-1 0-1 0 0,1 0 0 0 0,0-1 0 0 0,-1 1 0 0 0,1 0 1 0 0,-1 0-1 0 0,1 0 0 0 0,-1 0 0 0 0,1-1 1 0 0,0 1-1 0 0,-1 0 0 0 0,1 0 0 0 0,-1 0 0 0 0,1 0 1 0 0,-1 0-1 0 0,1 0 0 0 0,-1 0 0 0 0,1 0 1 0 0,-1 0-1 0 0,1 1 0 0 0,0-1 0 0 0,-2 0 0 0 0,2 0 2 0 0,-1 1-1 0 0,1-1 0 0 0,-1 0 0 0 0,0 0 0 0 0,1 0 0 0 0,-1 0 0 0 0,1 0 0 0 0,-1 0 0 0 0,0 0 0 0 0,1 0 0 0 0,-1 0 0 0 0,1 0 0 0 0,-1 0 0 0 0,1 0 1 0 0,-1 0-1 0 0,0 0 0 0 0,1-1 0 0 0,-1 1 0 0 0,1 0 0 0 0,-1 0 0 0 0,1-1 0 0 0,-1 1 0 0 0,1 0 0 0 0,-1-1 0 0 0,1 1 0 0 0,-1 0 0 0 0,1-1 0 0 0,0 1 0 0 0,-1-1 1 0 0,1 1-1 0 0,-1-1 0 0 0,1 1 0 0 0,0-1 0 0 0,0 1 0 0 0,-1-1 0 0 0,1 1 0 0 0,0-1 0 0 0,0 0 0 0 0,0-30 259 0 0,0 29-227 0 0,0 4-80 0 0,0 2 40 0 0,0-3 147 0 0,0 82 2254 0 0,-1-82-2395 0 0,1 0 1 0 0,0 0 0 0 0,0 0-1 0 0,0 0 1 0 0,0 0-1 0 0,-1 0 1 0 0,1 0-1 0 0,0 0 1 0 0,-1 0 0 0 0,1 0-1 0 0,-1-1 1 0 0,1 1-1 0 0,-1 0 1 0 0,1 0-1 0 0,-1 0 1 0 0,0 0 0 0 0,0-1-1 0 0,1 1 1 0 0,-1 0-1 0 0,0-1 1 0 0,0 1 0 0 0,0 0-1 0 0,1-1 1 0 0,-1 1-1 0 0,0-1 1 0 0,-1 1-1 0 0,1-1 0 0 0,0 1-1 0 0,0-1 0 0 0,0 1 1 0 0,0-1-1 0 0,0 1 0 0 0,0 0 0 0 0,0-1 1 0 0,0 1-1 0 0,0 0 0 0 0,1 0 0 0 0,-1 0 1 0 0,0 0-1 0 0,0-1 0 0 0,1 1 1 0 0,-1 0-1 0 0,1 0 0 0 0,-1 0 0 0 0,1 0 1 0 0,-1 0-1 0 0,1 1 0 0 0,0-1 1 0 0,-1 0-1 0 0,1 0 0 0 0,0 0 0 0 0,0 0 1 0 0,0 2-1 0 0,0-1-53 0 0,-1 0-1 0 0,1 0 1 0 0,-1-1-1 0 0,0 1 1 0 0,1 0 0 0 0,-1 0-1 0 0,0 0 1 0 0,0-1-1 0 0,0 1 1 0 0,0 0 0 0 0,0-1-1 0 0,-1 1 1 0 0,1-1-1 0 0,0 1 1 0 0,-1-1 0 0 0,1 0-1 0 0,-1 1 1 0 0,0-1-1 0 0,1 0 1 0 0,-1 0 0 0 0,0 0-1 0 0,0 0 1 0 0,1-1-1 0 0,-1 1 1 0 0,-3 1 0 0 0,-2 0-664 0 0,0 0 0 0 0,0 0-1 0 0,0 0 1 0 0,0-1 0 0 0,0 0 0 0 0,-8 0 0 0 0,7-1-424 0 0,-11-2-2598 0 0,18 1 3279 0 0,1 1 0 0 0,-1-1 0 0 0,1 1 1 0 0,0-1-1 0 0,-1 1 0 0 0,1-1 0 0 0,0 1 1 0 0,-1-1-1 0 0,1 1 0 0 0,0-1 0 0 0,0 1 1 0 0,-1-1-1 0 0,1 1 0 0 0,0-1 1 0 0,0 0-1 0 0,0 1 0 0 0,0-1 0 0 0,0 1 1 0 0,0-1-1 0 0,0-1 0 0 0,0-4-4174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4:05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15 320 0 0,'0'-8'2401'0'0,"0"1"1841"0"0,33 7-3281 0 0,-33 7 79 0 0,0 1 161 0 0,0-2 159 0 0,32 15 81 0 0,34 33 400 0 0,-1 2-160 0 0,-32-23-1441 0 0,-1-18-1761 0 0,1-9-1921 0 0,-33 9-2160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4:05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0 2401 0 0,'-71'6'11232'0'0,"55"-6"-9818"0"0,10 0 4735 0 0,290 18-3330 0 0,-150-7-2863 0 0,-64-7-326 0 0,140 13-2597 0 0,-76 3-5475 0 0,-96-7 1773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4:06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2161 0 0,'-33'68'4962'0'0,"0"7"-1920"0"0,33 17-81 0 0,0 9 240 0 0,33-3-1280 0 0,-33-2-1120 0 0,33-21-641 0 0,-1-19-560 0 0,-32-15-1761 0 0,0-14-3842 0 0,0-14-3682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4:49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98 2161 0 0,'0'-1'163'0'0,"0"0"0"0"0,1 1 0 0 0,-1-1 0 0 0,0 0-1 0 0,0 0 1 0 0,1 0 0 0 0,-1 0 0 0 0,1 0 0 0 0,-1 0 0 0 0,1 1 0 0 0,-1-1 0 0 0,1 0-1 0 0,-1 0 1 0 0,1 1 0 0 0,0-1 0 0 0,-1 0 0 0 0,1 1 0 0 0,0-1 0 0 0,0 1 0 0 0,-1-1 0 0 0,1 1-1 0 0,0-1 1 0 0,0 1 0 0 0,0-1 0 0 0,0 1 0 0 0,0 0 0 0 0,-1 0 0 0 0,1-1 0 0 0,0 1-1 0 0,0 0 1 0 0,0 0 0 0 0,0 0 0 0 0,0 0 0 0 0,0 0 0 0 0,0 0 0 0 0,0 0 0 0 0,1 1-1 0 0,-2-1-90 0 0,1 0-1 0 0,-1 0 0 0 0,0-1 0 0 0,0 1 0 0 0,0 0 0 0 0,1 0 1 0 0,-1 0-1 0 0,0 0 0 0 0,0 0 0 0 0,0 0 0 0 0,0 1 0 0 0,1-1 0 0 0,-1 0 1 0 0,0 0-1 0 0,0 0 0 0 0,0 0 0 0 0,1 0 0 0 0,-1 0 0 0 0,0 0 0 0 0,0 0 1 0 0,0 0-1 0 0,0 0 0 0 0,0 1 0 0 0,1-1 0 0 0,-1 0 0 0 0,0 0 0 0 0,0 0 1 0 0,0 0-1 0 0,0 0 0 0 0,0 1 0 0 0,0-1 0 0 0,0 0 0 0 0,1 0 1 0 0,-1 0-1 0 0,0 0 0 0 0,0 1 0 0 0,0-1 0 0 0,0 0 0 0 0,0 0 0 0 0,0 0 1 0 0,0 1-1 0 0,5 5 1062 0 0,1-4-949 0 0,-5-2-159 0 0,0 0 0 0 0,-1 0 0 0 0,1 0 0 0 0,0 0 1 0 0,0 1-1 0 0,0-1 0 0 0,0 0 0 0 0,0 1 0 0 0,0-1 0 0 0,0 0 0 0 0,0 1 0 0 0,-1-1 0 0 0,1 1 1 0 0,0-1-1 0 0,0 1 0 0 0,-1 0 0 0 0,1-1 0 0 0,0 1 0 0 0,-1 0 0 0 0,1 0 0 0 0,0-1 0 0 0,-1 1 1 0 0,1 0-1 0 0,-1 0 0 0 0,0 0 0 0 0,1-1 0 0 0,-1 1 0 0 0,1 0 0 0 0,-1 0 0 0 0,0 0 0 0 0,0 1 0 0 0,0 0 7 0 0,1-1 0 0 0,-1 0-1 0 0,0 1 1 0 0,1-1 0 0 0,-1 1-1 0 0,0-1 1 0 0,1 0 0 0 0,0 0-1 0 0,-1 1 1 0 0,1-1-1 0 0,0 0 1 0 0,0 0 0 0 0,-1 0-1 0 0,1 1 1 0 0,0-1 0 0 0,0 0-1 0 0,0 0 1 0 0,0-1-1 0 0,1 1 1 0 0,-1 0 0 0 0,2 1-1 0 0,7 6 154 0 0,-10-7-171 0 0,0-1 1 0 0,1 0-1 0 0,-1 1 1 0 0,0-1-1 0 0,1 1 0 0 0,-1-1 1 0 0,0 1-1 0 0,1-1 1 0 0,-1 1-1 0 0,0 0 1 0 0,0-1-1 0 0,0 1 0 0 0,0-1 1 0 0,1 1-1 0 0,-1-1 1 0 0,0 1-1 0 0,0 0 0 0 0,0-1 1 0 0,0 1-1 0 0,0-1 1 0 0,0 1-1 0 0,-1-1 1 0 0,1 1-1 0 0,0 0 0 0 0,0-1 1 0 0,0 1-1 0 0,0-1 1 0 0,-1 1-1 0 0,1-1 0 0 0,0 1 1 0 0,-1-1-1 0 0,1 1 1 0 0,-16 11 384 0 0,9-7-167 0 0,6-4-186 0 0,0 0 1 0 0,1 0-1 0 0,-1 0 0 0 0,1 0 1 0 0,-1 1-1 0 0,1-1 0 0 0,-1 0 1 0 0,1 0-1 0 0,0 1 0 0 0,-1-1 1 0 0,1 0-1 0 0,0 0 0 0 0,0 1 1 0 0,0-1-1 0 0,0 0 0 0 0,0 1 0 0 0,0-1 1 0 0,1 0-1 0 0,-1 2 0 0 0,1-2 33 0 0,-1 0 0 0 0,0 1-1 0 0,0-1 1 0 0,1 0 0 0 0,-1 0-1 0 0,0 1 1 0 0,0-1-1 0 0,0 0 1 0 0,-1 0 0 0 0,1 0-1 0 0,0 1 1 0 0,0-1-1 0 0,-1 0 1 0 0,1 0 0 0 0,0 0-1 0 0,-1 1 1 0 0,1-1 0 0 0,-1 0-1 0 0,0 0 1 0 0,1 0-1 0 0,-1 0 1 0 0,-1 1 0 0 0,-7 5 327 0 0,8-7-285 0 0,-1 1 1 0 0,1 0-1 0 0,0 0 0 0 0,0 0 1 0 0,0 0-1 0 0,0-1 0 0 0,0 1 1 0 0,0 1-1 0 0,0-1 0 0 0,0 0 0 0 0,0 0 1 0 0,0 0-1 0 0,1 0 0 0 0,-1 1 1 0 0,0-1-1 0 0,1 0 0 0 0,-1 1 1 0 0,1-1-1 0 0,-1 0 0 0 0,1 1 1 0 0,0-1-1 0 0,0 1 0 0 0,-1-1 0 0 0,1 1 1 0 0,0-1-1 0 0,1 3 0 0 0,-2-3-38 0 0,0-1 0 0 0,1 1-1 0 0,-1 0 1 0 0,0 0 0 0 0,0-1-1 0 0,0 1 1 0 0,0 0 0 0 0,0-1-1 0 0,0 1 1 0 0,0-1 0 0 0,0 1-1 0 0,0-1 1 0 0,0 0 0 0 0,0 1 0 0 0,0-1-1 0 0,0 0 1 0 0,0 0 0 0 0,0 0-1 0 0,0 0 1 0 0,0 0 0 0 0,0 0-1 0 0,-1 0 1 0 0,1 0 0 0 0,-1-1-1 0 0,1 1 132 0 0,-1 1-151 0 0,1-1-1 0 0,0 0 1 0 0,0 0 0 0 0,0 1-1 0 0,0-1 1 0 0,-1 0-1 0 0,1 0 1 0 0,0 0-1 0 0,0 0 1 0 0,0-1-1 0 0,0 1 1 0 0,0 0 0 0 0,-1 0-1 0 0,1-1 1 0 0,0 1-1 0 0,0-1 1 0 0,0 1-1 0 0,0-1 1 0 0,0 1-1 0 0,0-1 1 0 0,0 0 0 0 0,0 1-1 0 0,0-1 1 0 0,1 0-1 0 0,-1 0 1 0 0,0 0-1 0 0,-1-1 1 0 0,1 0-82 0 0,0-1 1 0 0,0 0-1 0 0,0 0 1 0 0,0 0-1 0 0,0 0 0 0 0,0 0 1 0 0,1 0-1 0 0,0 0 1 0 0,-1 0-1 0 0,1-5 1 0 0,-1-5 18 0 0,1 12 0 0 0,0-1 0 0 0,-1 0 0 0 0,1 0 0 0 0,0 0 0 0 0,0 0 0 0 0,0 0 0 0 0,0 0 0 0 0,0 0 0 0 0,0 0 0 0 0,1 0 0 0 0,-1 0 0 0 0,1 0 0 0 0,-1 0 0 0 0,1 1 0 0 0,0-1 0 0 0,-1 0 0 0 0,1 0 0 0 0,2-2 0 0 0,3 1 0 0 0,-5 2 0 0 0,0 1 0 0 0,1-1 0 0 0,-1 0 0 0 0,0 0 0 0 0,0 1 0 0 0,1-1 0 0 0,-1 0 0 0 0,0 0 0 0 0,0 0 0 0 0,0 0 0 0 0,0-1 0 0 0,0 1 0 0 0,0 0 0 0 0,0 0 0 0 0,-1 0 0 0 0,1-1 0 0 0,0 1 0 0 0,-1-1 0 0 0,1 1 0 0 0,0-3 0 0 0,-1 3-6 0 0,-2-5 16 0 0,4 5-18 0 0,1-1 1 0 0,-1 1-1 0 0,0 0 0 0 0,1-1 1 0 0,-1 1-1 0 0,0 0 0 0 0,1 1 1 0 0,-1-1-1 0 0,1 0 0 0 0,2 0 1 0 0,0 0 3 0 0,0 1 1 0 0,-1-1-1 0 0,1 1 1 0 0,0 0-1 0 0,0 1 0 0 0,-1-1 1 0 0,1 1-1 0 0,0-1 1 0 0,-1 2-1 0 0,1-1 1 0 0,-1 0-1 0 0,1 1 1 0 0,-1 0-1 0 0,1 0 0 0 0,-1 0 1 0 0,0 0-1 0 0,0 1 1 0 0,5 4-1 0 0,-2-2 5 0 0,-6-5 13 0 0,0 1 0 0 0,-1 0-1 0 0,1 0 1 0 0,-1 0 0 0 0,1 0-1 0 0,-1 0 1 0 0,1 0 0 0 0,-1-1 0 0 0,1 1-1 0 0,-1 0 1 0 0,0 0 0 0 0,0 0 0 0 0,1 1-1 0 0,-1-1 1 0 0,0 0 0 0 0,0 0 0 0 0,0 0-1 0 0,0 0 1 0 0,0 0 0 0 0,0 0 0 0 0,-1 0-1 0 0,1 0 1 0 0,0 0 0 0 0,0 0 0 0 0,-1 0-1 0 0,1 0 1 0 0,-1 0 0 0 0,1 0 0 0 0,-1-1-1 0 0,1 1 1 0 0,-1 0 0 0 0,-1 2 0 0 0,-1-2-10 0 0,0 0 1 0 0,-1 0 0 0 0,1 0 0 0 0,-1-1 0 0 0,1 1 0 0 0,-1-1 0 0 0,1 1 0 0 0,-1-1-1 0 0,1 0 1 0 0,-1-1 0 0 0,1 1 0 0 0,-1-1 0 0 0,-5-1 0 0 0,-44-19-123 0 0,35 12-59 0 0,12 6 127 0 0,0-1 0 0 0,1 0 0 0 0,-1-1 0 0 0,1 1 0 0 0,0-1 0 0 0,0 0-1 0 0,1-1 1 0 0,0 1 0 0 0,-1-1 0 0 0,-2-6 0 0 0,5 10 41 0 0,1 0-3 0 0,0 1 1 0 0,0-1 0 0 0,1 1 0 0 0,-1-1 0 0 0,0 0-1 0 0,1 1 1 0 0,-1-1 0 0 0,1 0 0 0 0,-1 0 0 0 0,1 1-1 0 0,0-1 1 0 0,0 0 0 0 0,-1 0 0 0 0,2 0 0 0 0,-1 1-1 0 0,0-1 1 0 0,0 0 0 0 0,0 0 0 0 0,1 1 0 0 0,-1-1-1 0 0,1 0 1 0 0,-1 0 0 0 0,1 1 0 0 0,0-1 0 0 0,0 1-1 0 0,0-1 1 0 0,0 0 0 0 0,0 1 0 0 0,0 0 0 0 0,0-1-1 0 0,0 1 1 0 0,1 0 0 0 0,-1-1 0 0 0,2 0 0 0 0,-1 0-1 0 0,0 1 1 0 0,-1-1 0 0 0,1 0 0 0 0,-1 1-1 0 0,0-1 1 0 0,0 0 0 0 0,1 0 0 0 0,-1 0 0 0 0,0 0-1 0 0,-1 0 1 0 0,1 0 0 0 0,0 0 0 0 0,-1 0-1 0 0,1-3 1 0 0,0 4 7 0 0,-1 0 0 0 0,0 0-1 0 0,0 0 1 0 0,0 0 0 0 0,1 0-1 0 0,-1 0 1 0 0,0 0 0 0 0,1 1-1 0 0,-1-1 1 0 0,1 0 0 0 0,-1 0-1 0 0,1 0 1 0 0,-1 1 0 0 0,1-1-1 0 0,0 0 1 0 0,-1 0 0 0 0,1 1-1 0 0,0-1 1 0 0,0 1 0 0 0,-1-1-1 0 0,1 1 1 0 0,0-1 0 0 0,0 1-1 0 0,0-1 1 0 0,0 1 0 0 0,0 0-1 0 0,0-1 1 0 0,-1 1 0 0 0,1 0 0 0 0,0 0-1 0 0,0 0 1 0 0,0 0 0 0 0,2 0-1 0 0,1-1-21 0 0,1 0-108 0 0,1 2 28 0 0,-3 1 89 0 0,1-1 0 0 0,0 1 0 0 0,0 0 0 0 0,-1 0 0 0 0,0 1 1 0 0,1-1-1 0 0,-1 1 0 0 0,0 0 0 0 0,0 0 0 0 0,0 0 0 0 0,0 0 0 0 0,-1 0 0 0 0,1 0 1 0 0,2 7-1 0 0,31 60-66 0 0,-30-56 32 0 0,-3-9 42 0 0,-1 1 0 0 0,1 0 0 0 0,-1-1 0 0 0,0 1 0 0 0,-1 0 0 0 0,1 1 0 0 0,-1-1 0 0 0,-1 0 0 0 0,1 0 0 0 0,-1 0 0 0 0,0 1 0 0 0,-1 10 0 0 0,-2-10 28 0 0,1 0 1 0 0,-1 0 0 0 0,0 0 0 0 0,0-1 0 0 0,-1 1-1 0 0,1-1 1 0 0,-2 0 0 0 0,1 0 0 0 0,-1 0-1 0 0,0-1 1 0 0,-9 9 0 0 0,-2 1 244 0 0,-1 0 0 0 0,-1-2 0 0 0,0 0 0 0 0,0-1 1 0 0,-2 0-1 0 0,1-2 0 0 0,-1 0 0 0 0,-1-2 0 0 0,-41 13 0 0 0,23-12 141 0 0,-1-2 0 0 0,0-1 0 0 0,-62 0 0 0 0,84-6-324 0 0,0 0-1 0 0,0-2 1 0 0,0 0 0 0 0,0-1 0 0 0,1-1-1 0 0,-1 0 1 0 0,1-1 0 0 0,0-1 0 0 0,0-1-1 0 0,-25-14 1 0 0,39 19-77 0 0,0 0 0 0 0,1 0-1 0 0,-1 0 1 0 0,1 0 0 0 0,-1 0 0 0 0,1 0 0 0 0,0-1 0 0 0,0 1-1 0 0,0-1 1 0 0,0 1 0 0 0,0-1 0 0 0,1 0 0 0 0,-1 0-1 0 0,1 0 1 0 0,-1-3 0 0 0,0-2 28 0 0,1 1 0 0 0,0 0 1 0 0,0-1-1 0 0,1-14 0 0 0,1 8 13 0 0,-2 12-38 0 0,1 0 0 0 0,1 0 0 0 0,-1 0 0 0 0,0 0 1 0 0,0 0-1 0 0,1 0 0 0 0,-1 0 0 0 0,1 0 0 0 0,0 0 0 0 0,-1 0 0 0 0,1 0 1 0 0,0 0-1 0 0,0 1 0 0 0,0-1 0 0 0,1 0 0 0 0,-1 1 0 0 0,0-1 0 0 0,0 1 1 0 0,1-1-1 0 0,-1 1 0 0 0,1-1 0 0 0,0 1 0 0 0,-1 0 0 0 0,1 0 0 0 0,0 0 1 0 0,-1 0-1 0 0,1 0 0 0 0,0 0 0 0 0,2 0 0 0 0,22-16-8 0 0,-16 7-47 0 0,-9 8 35 0 0,0 1 0 0 0,0 0 0 0 0,0 0 0 0 0,0 0 0 0 0,1 0 0 0 0,-1-1 1 0 0,0 2-1 0 0,1-1 0 0 0,-1 0 0 0 0,1 0 0 0 0,-1 0 0 0 0,1 1 0 0 0,-1-1 0 0 0,1 1 0 0 0,0-1 0 0 0,-1 1 0 0 0,1 0 0 0 0,0-1 0 0 0,-1 1 0 0 0,4 0 0 0 0,31-6-224 0 0,0 2 1 0 0,0 1-1 0 0,41 2 0 0 0,-53 4 99 0 0,-1 1 1 0 0,1 1-1 0 0,-1 1 1 0 0,0 0-1 0 0,-1 2 1 0 0,0 1-1 0 0,0 1 1 0 0,-1 1-1 0 0,0 1 1 0 0,0 0-1 0 0,-2 2 1 0 0,32 26-1 0 0,-45-33 40 0 0,0-1 0 0 0,0 1-1 0 0,-1 0 1 0 0,7 11 0 0 0,-11-16 94 0 0,0-1 0 0 0,-1 0 0 0 0,1 0 1 0 0,0 1-1 0 0,-1-1 0 0 0,1 0 0 0 0,-1 1 0 0 0,1-1 1 0 0,-1 1-1 0 0,1-1 0 0 0,-1 1 0 0 0,0-1 0 0 0,0 1 0 0 0,0-1 1 0 0,0 0-1 0 0,0 1 0 0 0,0-1 0 0 0,0 1 0 0 0,0-1 1 0 0,-1 1-1 0 0,1-1 0 0 0,-1 1 0 0 0,1-1 0 0 0,-1 0 1 0 0,1 1-1 0 0,-1-1 0 0 0,0 0 0 0 0,0 1 0 0 0,1-1 1 0 0,-1 0-1 0 0,-2 2 0 0 0,-4 1 23 0 0,0 1 0 0 0,-1-1 0 0 0,0-1 0 0 0,0 0 0 0 0,0 0 0 0 0,0 0 0 0 0,0-1 0 0 0,-13 2-1 0 0,-11 1 304 0 0,-43 1 0 0 0,22-5 20 0 0,1-2 0 0 0,-93-14 1 0 0,132 12-312 0 0,-1-1 1 0 0,1 0 0 0 0,0-2-1 0 0,0 1 1 0 0,0-1 0 0 0,1-1-1 0 0,-16-11 1 0 0,26 16-24 0 0,1 1 0 0 0,0-1 0 0 0,0 1-1 0 0,0-1 1 0 0,0 1 0 0 0,0-1 0 0 0,0 0-1 0 0,0 0 1 0 0,0 0 0 0 0,0-2 0 0 0,-4-7 26 0 0,-5-5 10 0 0,8 14-42 0 0,0 0 0 0 0,0 0 1 0 0,1 0-1 0 0,0-1 1 0 0,-1 1-1 0 0,1 0 1 0 0,0-1-1 0 0,0 1 1 0 0,0 0-1 0 0,0-1 0 0 0,1 0 1 0 0,-1 1-1 0 0,1-1 1 0 0,-1-2-1 0 0,1 4-4 0 0,1-1 0 0 0,-1 1 0 0 0,0 0 0 0 0,1-1 0 0 0,-1 1 0 0 0,1 0-1 0 0,-1 0 1 0 0,1 0 0 0 0,0-1 0 0 0,-1 1 0 0 0,1 0 0 0 0,0 0 0 0 0,0 0 0 0 0,0 0 0 0 0,0 0-1 0 0,-1 0 1 0 0,2 0 0 0 0,-1 1 0 0 0,0-1 0 0 0,0 0 0 0 0,0 0 0 0 0,1 0 0 0 0,33-13-71 0 0,-22 9 61 0 0,4-3 2 0 0,-9 4-4 0 0,0 1 0 0 0,0-1-1 0 0,16-3 1 0 0,-5 3-29 0 0,1 0-1 0 0,0 2 0 0 0,0 0 1 0 0,0 1-1 0 0,0 1 0 0 0,0 1 1 0 0,0 1-1 0 0,31 7 0 0 0,-38-6 8 0 0,0 1 0 0 0,-1 0 0 0 0,0 1 0 0 0,0 1 0 0 0,0 0 0 0 0,-1 0 0 0 0,1 1 0 0 0,-2 0 0 0 0,1 1 0 0 0,-1 1 0 0 0,0-1 0 0 0,-1 2 0 0 0,0-1-1 0 0,10 14 1 0 0,-15-18 33 0 0,-2-3 10 0 0,0 1 0 0 0,0 0 0 0 0,0 0-1 0 0,0 0 1 0 0,-1 0 0 0 0,1 0 0 0 0,-1 0 0 0 0,2 6 0 0 0,-3-7 0 0 0,0-1-1 0 0,0 0 1 0 0,0 0 0 0 0,-1 0 0 0 0,1 0-1 0 0,-1 0 1 0 0,1 0 0 0 0,-1 0-1 0 0,1 0 1 0 0,-1 0 0 0 0,1 0 0 0 0,-1 0-1 0 0,0 0 1 0 0,1 0 0 0 0,-1 0-1 0 0,0-1 1 0 0,0 1 0 0 0,0 0 0 0 0,0 0-1 0 0,0-1 1 0 0,0 1 0 0 0,0-1-1 0 0,0 1 1 0 0,0-1 0 0 0,0 1 0 0 0,0-1-1 0 0,0 0 1 0 0,0 1 0 0 0,0-1-1 0 0,0 0 1 0 0,0 0 0 0 0,-2 0 0 0 0,-17 3 57 0 0,0-1 0 0 0,0-1 0 0 0,0 0 0 0 0,0-2 0 0 0,0 0 0 0 0,0-1 0 0 0,1-1 0 0 0,-1-1 0 0 0,-24-9 0 0 0,23 7-90 0 0,-31-11-133 0 0,51 17 154 0 0,-1-1 1 0 0,1 1-1 0 0,-1-1 0 0 0,1 0 0 0 0,-1 0 0 0 0,1 0 0 0 0,0 0 0 0 0,-1 0 0 0 0,1 0 0 0 0,0 0 1 0 0,0-1-1 0 0,0 1 0 0 0,0 0 0 0 0,0-1 0 0 0,0 1 0 0 0,0-1 0 0 0,0 1 0 0 0,1-1 0 0 0,-1 1 0 0 0,0-1 1 0 0,1 1-1 0 0,-1-1 0 0 0,1 0 0 0 0,0-1 0 0 0,-1-7-5 0 0,1 7 11 0 0,0 0-1 0 0,0 1 1 0 0,0-1 0 0 0,0 0 0 0 0,0 1 0 0 0,0-1-1 0 0,1 1 1 0 0,-1-1 0 0 0,1 0 0 0 0,0 1-1 0 0,0-1 1 0 0,1-2 0 0 0,20-18 52 0 0,-14 8-43 0 0,-7 13-13 0 0,0 0-1 0 0,0 1 1 0 0,0-1 0 0 0,0 0 0 0 0,0 1-1 0 0,1-1 1 0 0,-1 1 0 0 0,0-1-1 0 0,1 1 1 0 0,-1 0 0 0 0,1 0-1 0 0,-1-1 1 0 0,1 1 0 0 0,0 0-1 0 0,-1 0 1 0 0,1 1 0 0 0,0-1-1 0 0,3-1 1 0 0,22-11-24 0 0,-24 12 20 0 0,0-1-1 0 0,0 0 0 0 0,0 1 0 0 0,0 0 1 0 0,0-1-1 0 0,0 1 0 0 0,0 0 0 0 0,0 1 0 0 0,1-1 1 0 0,-1 1-1 0 0,0-1 0 0 0,1 1 0 0 0,-1 0 1 0 0,5 0-1 0 0,5 1-9 0 0,-7-2 10 0 0,0 1 0 0 0,-1 0 0 0 0,1 0 0 0 0,-1 0 1 0 0,1 1-1 0 0,0 0 0 0 0,-1 0 0 0 0,1 0 0 0 0,-1 1 0 0 0,0 0 0 0 0,8 4 0 0 0,-10-5 15 0 0,-1 1 0 0 0,0-1 0 0 0,0 1 0 0 0,0 0 0 0 0,0 0 0 0 0,0 0 0 0 0,-1 0-1 0 0,1 0 1 0 0,-1 0 0 0 0,1 0 0 0 0,-1 1 0 0 0,1-1 0 0 0,-1 0 0 0 0,0 1 0 0 0,0-1 0 0 0,-1 1-1 0 0,1 0 1 0 0,0-1 0 0 0,-1 1 0 0 0,1-1 0 0 0,-1 1 0 0 0,0 0 0 0 0,0 2 0 0 0,0-1 38 0 0,-1 1 1 0 0,1-1-1 0 0,-1 0 1 0 0,0 0-1 0 0,0 0 1 0 0,-1 0-1 0 0,1 0 1 0 0,-1 0-1 0 0,0 0 1 0 0,0 0-1 0 0,0-1 1 0 0,0 1-1 0 0,-1-1 1 0 0,1 0-1 0 0,-1 1 1 0 0,0-1-1 0 0,0 0 0 0 0,0 0 1 0 0,-1-1-1 0 0,1 1 1 0 0,0-1-1 0 0,-5 2 1 0 0,-8 5 190 0 0,0-1-1 0 0,-1 0 1 0 0,-29 8 0 0 0,35-13-146 0 0,-14 6 277 0 0,1-2-1 0 0,-42 6 0 0 0,53-12-351 0 0,0 0 0 0 0,0-1-1 0 0,0 0 1 0 0,0-1 0 0 0,0 0-1 0 0,0-2 1 0 0,-14-3 0 0 0,14 3-246 0 0,-2-1-29 0 0,0 0 1 0 0,-26-12-1 0 0,39 15 121 0 0,-1 0 0 0 0,1 0 0 0 0,-1 0 0 0 0,1-1-1 0 0,0 1 1 0 0,0-1 0 0 0,-1 1 0 0 0,1-1 0 0 0,0 0-1 0 0,0 0 1 0 0,1 0 0 0 0,-1 0 0 0 0,0 0 0 0 0,1 0-1 0 0,-1 0 1 0 0,1-1 0 0 0,0 1 0 0 0,0-1 0 0 0,0 1-1 0 0,0-1 1 0 0,0 1 0 0 0,0-1 0 0 0,0-4 0 0 0,1 5-210 0 0,0 0-1 0 0,0 0 1 0 0,1-1 0 0 0,-1 1 0 0 0,1 0 0 0 0,-1 0 0 0 0,1 0 0 0 0,0 0 0 0 0,-1 1 0 0 0,1-1 0 0 0,0 0 0 0 0,0 0 0 0 0,1 0 0 0 0,-1 1 0 0 0,0-1 0 0 0,0 0 0 0 0,1 1 0 0 0,2-3 0 0 0,5-6-2310 0 0,2-14-4439 0 0,16-9 0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5:01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1683 421 240 0 0,'19'-9'970'0'0,"-5"6"12867"0"0,-20 1-12770 0 0,-33-4 713 0 0,-1 1-1 0 0,0 1 0 0 0,-1 3 1 0 0,-60 5-1 0 0,47 3-369 0 0,0 2 0 0 0,-87 27-1 0 0,127-32-1238 0 0,0-1-1 0 0,-21 1 1 0 0,5 0-69 0 0,25-2-9 0 0,5 2 40 0 0,-6-1-53 0 0,-21 8-80 0 0,-66 15 57 0 0,81-23-63 0 0,-1 0 0 0 0,1 0-1 0 0,0 1 1 0 0,0 1 0 0 0,1 0 0 0 0,-14 8 0 0 0,3 1 26 0 0,-32 28 0 0 0,32-29-114 0 0,21-12 93 0 0,1-1 0 0 0,-1 1 0 0 0,0-1 0 0 0,1 1-1 0 0,-1-1 1 0 0,1 1 0 0 0,-1-1 0 0 0,1 1 0 0 0,-1 0-1 0 0,1-1 1 0 0,0 1 0 0 0,-1 0 0 0 0,1-1-1 0 0,0 1 1 0 0,-1 0 0 0 0,1 0 0 0 0,0-1 0 0 0,0 1-1 0 0,0 0 1 0 0,0 0 0 0 0,0 0 0 0 0,0-1 0 0 0,0 2-1 0 0,-3 11-9 0 0,-19 5-23 0 0,19-17 33 0 0,1 1 0 0 0,-1-1 0 0 0,0 1 0 0 0,1-1 0 0 0,0 1-1 0 0,-1 0 1 0 0,1 0 0 0 0,0 0 0 0 0,0 1 0 0 0,0-1 0 0 0,0 0 0 0 0,1 1 0 0 0,-1-1 0 0 0,1 1 0 0 0,-1 0 0 0 0,1-1 0 0 0,-2 7 0 0 0,3-6 4 0 0,-1 0-1 0 0,0 0 1 0 0,0 0 0 0 0,1 0-1 0 0,-2-1 1 0 0,1 1 0 0 0,0 0 0 0 0,-1 0-1 0 0,1-1 1 0 0,-1 1 0 0 0,0-1-1 0 0,0 1 1 0 0,0-1 0 0 0,0 0-1 0 0,0 0 1 0 0,0 0 0 0 0,-3 2-1 0 0,-50 34 89 0 0,41-29-83 0 0,-51 47-8 0 0,41-42-66 0 0,-33 23 86 0 0,53-34-22 0 0,0 0 0 0 0,0 1 0 0 0,0-1 0 0 0,1 1 0 0 0,-1 0 0 0 0,1 0-1 0 0,0 1 1 0 0,0-1 0 0 0,-4 8 0 0 0,1 3-8 0 0,5-11 11 0 0,0-1-1 0 0,0 0 1 0 0,-1 0 0 0 0,1 0-1 0 0,-1 0 1 0 0,1 0 0 0 0,-1 0-1 0 0,0 0 1 0 0,0-1 0 0 0,-1 1-1 0 0,1-1 1 0 0,0 1 0 0 0,-1-1-1 0 0,-3 3 1 0 0,-26 17 64 0 0,19-14-38 0 0,-1 2 1 0 0,-19 18-1 0 0,28-13-3 0 0,5-15-20 0 0,0 1-1 0 0,0-1 0 0 0,0 1 0 0 0,0 0 1 0 0,0-1-1 0 0,0 1 0 0 0,0-1 1 0 0,-1 1-1 0 0,1-1 0 0 0,0 1 0 0 0,0-1 1 0 0,0 1-1 0 0,-1-1 0 0 0,1 1 1 0 0,0-1-1 0 0,-1 1 0 0 0,1-1 1 0 0,0 1-1 0 0,-1-1 0 0 0,1 1 0 0 0,0-1 1 0 0,-1 0-1 0 0,1 1 0 0 0,-1 0 1 0 0,-12 6-79 0 0,10-6 73 0 0,0 0 0 0 0,1 0 1 0 0,-1 0-1 0 0,0 1 0 0 0,1 0 0 0 0,-1-1 0 0 0,1 1 0 0 0,0 0 0 0 0,-1 0 0 0 0,1 0 0 0 0,0 0 0 0 0,0 0 0 0 0,0 1 1 0 0,0-1-1 0 0,1 1 0 0 0,-1-1 0 0 0,1 1 0 0 0,-1 0 0 0 0,1-1 0 0 0,0 1 0 0 0,0 0 0 0 0,0 0 0 0 0,0 5 1 0 0,1-6 1 0 0,0 0 0 0 0,0 0 1 0 0,-1 0-1 0 0,1 0 1 0 0,0 0-1 0 0,-1 0 0 0 0,0 0 1 0 0,1 0-1 0 0,-1-1 1 0 0,0 1-1 0 0,0 0 1 0 0,0 0-1 0 0,0 0 0 0 0,0-1 1 0 0,0 1-1 0 0,-1 0 1 0 0,1-1-1 0 0,0 0 0 0 0,-1 1 1 0 0,-2 1-1 0 0,-3 4-8 0 0,6-6 5 0 0,0 0 1 0 0,1 0 0 0 0,-1 0 0 0 0,0 0-1 0 0,1 0 1 0 0,-1 0 0 0 0,1 0 0 0 0,-1 0 0 0 0,1 0-1 0 0,0 0 1 0 0,-1 0 0 0 0,1 0 0 0 0,0 0-1 0 0,0 0 1 0 0,0 0 0 0 0,0 0 0 0 0,0 1 0 0 0,0-1-1 0 0,0 0 1 0 0,0 0 0 0 0,0 0 0 0 0,0 0-1 0 0,1 0 1 0 0,0 2 0 0 0,13 21 69 0 0,-7-12-25 0 0,-27 32-119 0 0,13-31 47 0 0,-3 2 18 0 0,8-13 3 0 0,0 0 0 0 0,0 1 0 0 0,1-1 0 0 0,-1 1 0 0 0,1 0 0 0 0,0-1 0 0 0,-1 1 0 0 0,1 0 0 0 0,0 0 0 0 0,1 0 0 0 0,-1 0 0 0 0,0 0 0 0 0,1 0 0 0 0,0 4 0 0 0,-1-4 4 0 0,1 1 0 0 0,-1 0 0 0 0,1 0 0 0 0,-1-1 0 0 0,0 1 0 0 0,0 0 0 0 0,-1-1 0 0 0,1 1 0 0 0,-1-1 0 0 0,0 0 0 0 0,-3 6 0 0 0,3-6 3 0 0,0 0 1 0 0,0 0-1 0 0,0 1 0 0 0,1-1 1 0 0,-1 0-1 0 0,1 1 1 0 0,0-1-1 0 0,0 1 0 0 0,0-1 1 0 0,1 1-1 0 0,-1 6 0 0 0,1-7 5 0 0,0 0 0 0 0,-1 0 0 0 0,1 0-1 0 0,0 0 1 0 0,-1-1 0 0 0,0 1 0 0 0,0 0-1 0 0,0 0 1 0 0,0 0 0 0 0,0 0-1 0 0,-1-1 1 0 0,1 1 0 0 0,-1-1 0 0 0,-3 5-1 0 0,-5 10 11 0 0,-1 19-27 0 0,-11 4-39 0 0,11 2 26 0 0,-11-2-13 0 0,11-6 94 0 0,2-22-20 0 0,8-11-36 0 0,-1 0-1 0 0,1 0 0 0 0,0 0 0 0 0,0 0 0 0 0,0 0 0 0 0,0 1 0 0 0,0-1 0 0 0,0 0 0 0 0,0 1 0 0 0,1-1 0 0 0,-1 0 0 0 0,0 1 0 0 0,1-1 0 0 0,-1 1 0 0 0,1-1 0 0 0,-1 1 1 0 0,1-1-1 0 0,0 1 0 0 0,0-1 0 0 0,0 1 0 0 0,-1-1 0 0 0,2 1 0 0 0,-1 0 0 0 0,0-1 0 0 0,0 1 0 0 0,0-1 0 0 0,1 1 0 0 0,-1-1 0 0 0,2 3 0 0 0,8 11-21 0 0,-8-14 19 0 0,-1 1 0 0 0,1 0 0 0 0,-1 0 0 0 0,1 0-1 0 0,-1 0 1 0 0,0 0 0 0 0,0 1 0 0 0,1-1 0 0 0,-2 0 0 0 0,1 1-1 0 0,0-1 1 0 0,0 0 0 0 0,-1 1 0 0 0,0-1 0 0 0,1 5 0 0 0,-1-6-5 0 0,0 1 1 0 0,0-1-1 0 0,0 1 1 0 0,0-1-1 0 0,0 1 0 0 0,0-1 1 0 0,0 1-1 0 0,1-1 1 0 0,-1 1-1 0 0,0-1 1 0 0,1 1-1 0 0,0-1 1 0 0,-1 1-1 0 0,1-1 1 0 0,1 3-1 0 0,23 6-127 0 0,-18-8 133 0 0,34 14 63 0 0,0 1 0 0 0,74 46-1 0 0,-66-36 114 0 0,58 26 0 0 0,-97-49-160 0 0,230 80 56 0 0,-191-74-198 0 0,1-2-1 0 0,55 2 0 0 0,-10-2-23 0 0,118 2 119 0 0,-128-8 132 0 0,101 13 1 0 0,-117-6-104 0 0,-29-4 435 0 0,52 12 1 0 0,234 40 872 0 0,-201-40-843 0 0,136 37 0 0 0,-259-53-459 0 0,29 7 0 0 0,39 5 0 0 0,273 34 0 0 0,-257-31 0 0 0,-10 2 0 0 0,-43-10 0 0 0,12 1 0 0 0,-36-10 0 0 0,2-1 0 0 0,34 2 0 0 0,1-2 0 0 0,-1-2 0 0 0,80-17 0 0 0,-109 17 0 0 0,0 1 0 0 0,-1 1 0 0 0,24 0 0 0 0,11 0 0 0 0,15-1 0 0 0,88 10 0 0 0,103 7 0 0 0,9 2 0 0 0,-46-7 0 0 0,-117-7 0 0 0,-65-1 0 0 0,214 14 0 0 0,-236-12 0 0 0,40 0 0 0 0,-19 4 0 0 0,-6 0 0 0 0,204 28 0 0 0,151 1 0 0 0,-228-22 0 0 0,62 4 0 0 0,13-10 0 0 0,-190-7 0 0 0,-7-1 0 0 0,0 0 0 0 0,49-9 0 0 0,-51 3 0 0 0,-29 5 0 0 0,0-1 0 0 0,0 1 0 0 0,0-1 0 0 0,0 0 0 0 0,0 1 0 0 0,0-2 0 0 0,5-3 0 0 0,19-10 0 0 0,16-2 0 0 0,0 3 0 0 0,1 2 0 0 0,51-9 0 0 0,80-9 0 0 0,66-9 0 0 0,-80 7 0 0 0,8-2 0 0 0,-153 33 0 0 0,-12 2 0 0 0,0 0 0 0 0,-1-1 0 0 0,1 0 0 0 0,0 0 0 0 0,-1 0 0 0 0,1 0 0 0 0,-1-1 0 0 0,7-3 0 0 0,44-4 0 0 0,-55 9 0 0 0,0 0 0 0 0,0 0 0 0 0,1 0 0 0 0,-1 0 0 0 0,0 0 0 0 0,1 0 0 0 0,-1-1 0 0 0,0 1 0 0 0,1 0 0 0 0,-1 0 0 0 0,0 0 0 0 0,0 0 0 0 0,1-1 0 0 0,-1 1 0 0 0,0 0 0 0 0,0 0 0 0 0,0-1 0 0 0,1 1 0 0 0,-1 0 0 0 0,0-1 0 0 0,0 1 0 0 0,0 0 0 0 0,0 0 0 0 0,1-1 0 0 0,-1 1 0 0 0,0 0 0 0 0,0-1 0 0 0,0 1 0 0 0,0 0 0 0 0,0-1 0 0 0,0 0 0 0 0,-1-2 0 0 0,1 2 0 0 0,0 1 0 0 0,0-1 0 0 0,1 1 0 0 0,-1-1 0 0 0,0 1 0 0 0,0-1 0 0 0,1 1 0 0 0,-1-1 0 0 0,0 1 0 0 0,1-1 0 0 0,-1 1 0 0 0,0-1 0 0 0,1 1 0 0 0,-1 0 0 0 0,1-1 0 0 0,-1 1 0 0 0,1 0 0 0 0,-1-1 0 0 0,1 1 0 0 0,-1 0 0 0 0,1 0 0 0 0,-1-1 0 0 0,1 1 0 0 0,-1 0 0 0 0,1 0 0 0 0,-1 0 0 0 0,1 0 0 0 0,0 0 0 0 0,-1-1 0 0 0,1 1 0 0 0,-1 0 0 0 0,1 0 0 0 0,1 1 0 0 0,-2-1 0 0 0,1 0 0 0 0,-1 0 0 0 0,1 0 0 0 0,0 0 0 0 0,-1 0 0 0 0,1 0 0 0 0,0 0 0 0 0,-1 0 0 0 0,1 0 0 0 0,-1-1 0 0 0,1 1 0 0 0,0 0 0 0 0,-1 0 0 0 0,1-1 0 0 0,-1 1 0 0 0,1 0 0 0 0,-1 0 0 0 0,1-1 0 0 0,-1 1 0 0 0,1-1 0 0 0,-1 1 0 0 0,1-1 0 0 0,-1 1 0 0 0,1 0 0 0 0,-1-1 0 0 0,0 1 0 0 0,1-1 0 0 0,-1 0 0 0 0,0 1 0 0 0,1-1 0 0 0,-1 1 0 0 0,0-1 0 0 0,0 1 0 0 0,1-2 0 0 0,-1 1 0 0 0,0 0 0 0 0,0-1 0 0 0,1 1 0 0 0,-1 0 0 0 0,0 0 0 0 0,1 0 0 0 0,-1 0 0 0 0,1 0 0 0 0,-1 0 0 0 0,1 1 0 0 0,-1-1 0 0 0,1 0 0 0 0,0 0 0 0 0,0 0 0 0 0,-1 0 0 0 0,1 1 0 0 0,0-1 0 0 0,0 0 0 0 0,0 1 0 0 0,0-1 0 0 0,0 1 0 0 0,0-1 0 0 0,0 1 0 0 0,0-1 0 0 0,1 0 0 0 0,7-3 0 0 0,5-9 0 0 0,-13 11 0 0 0,1 1 0 0 0,0-1 0 0 0,0 0 0 0 0,1 1 0 0 0,-1-1 0 0 0,0 1 0 0 0,0 0 0 0 0,1-1 0 0 0,2 0 0 0 0,-1 0 0 0 0,0 0 0 0 0,0 0 0 0 0,0 0 0 0 0,0-1 0 0 0,6-6 0 0 0,20-11 0 0 0,21-5 0 0 0,-18 9 0 0 0,50-18 0 0 0,43-9 0 0 0,-67 23 0 0 0,-48 6 0 0 0,-4 12 0 0 0,-6 1 0 0 0,0 1 0 0 0,0 0 0 0 0,0-1 0 0 0,0 1 0 0 0,0-1 0 0 0,1 1 0 0 0,-1-1 0 0 0,0 0 0 0 0,0 1 0 0 0,-1-1 0 0 0,1 0 0 0 0,0 0 0 0 0,0 0 0 0 0,0 1 0 0 0,0-1 0 0 0,-1 0 0 0 0,1 0 0 0 0,0 0 0 0 0,-1 0 0 0 0,1-1 0 0 0,-1 1 0 0 0,1 0 0 0 0,-1 0 0 0 0,0 0 0 0 0,1 0 0 0 0,-1 0 0 0 0,0-1 0 0 0,0 1 0 0 0,0 0 0 0 0,0 0 0 0 0,0 0 0 0 0,0-1 0 0 0,0 1 0 0 0,-1-2 0 0 0,1 2 0 0 0,0-1 0 0 0,0 1 0 0 0,0 0 0 0 0,0-1 0 0 0,-1 1 0 0 0,1-1 0 0 0,0 1 0 0 0,-1 0 0 0 0,0-1 0 0 0,1 1 0 0 0,-1 0 0 0 0,0-1 0 0 0,1 1 0 0 0,-1 0 0 0 0,0 0 0 0 0,0 0 0 0 0,0 0 0 0 0,0 0 0 0 0,0 0 0 0 0,0 0 0 0 0,-2-1 0 0 0,1 1 0 0 0,1 0 0 0 0,0 0 0 0 0,0 0 0 0 0,0 0 0 0 0,-1 0 0 0 0,1 0 0 0 0,0-1 0 0 0,0 1 0 0 0,1 0 0 0 0,-1-1 0 0 0,0 1 0 0 0,0 0 0 0 0,1-1 0 0 0,-1 1 0 0 0,1-1 0 0 0,-1 1 0 0 0,1-1 0 0 0,-1 1 0 0 0,1-1 0 0 0,0 1 0 0 0,0-4 0 0 0,0 3 0 0 0,0 0 0 0 0,0 0 0 0 0,-1 0 0 0 0,1 0 0 0 0,-1 0 0 0 0,1 0 0 0 0,-1 0 0 0 0,1 0 0 0 0,-1 0 0 0 0,0 1 0 0 0,0-1 0 0 0,0 0 0 0 0,0 0 0 0 0,-1 1 0 0 0,1-1 0 0 0,0 0 0 0 0,-3-2 0 0 0,-7-10 0 0 0,-3-17 0 0 0,12 26 0 0 0,1 0 0 0 0,-1 0 0 0 0,0 1 0 0 0,-1-1 0 0 0,1 1 0 0 0,-1-1 0 0 0,0 1 0 0 0,0 0 0 0 0,-6-6 0 0 0,-12-10 0 0 0,7 7 0 0 0,1 0 0 0 0,0-1 0 0 0,-18-27 0 0 0,7 3 0 0 0,-1 2 0 0 0,-2 0 0 0 0,-33-34 0 0 0,45 56 0 0 0,0 1 0 0 0,1-2 0 0 0,1 0 0 0 0,-18-24 0 0 0,22 27 0 0 0,-1-1 0 0 0,0 2 0 0 0,-24-22 0 0 0,6 6 0 0 0,10 8 0 0 0,-8-10 0 0 0,-2 1 0 0 0,-1 2 0 0 0,-44-32 0 0 0,35 32 0 0 0,18 14 0 0 0,2-1 0 0 0,0 0 0 0 0,0-1 0 0 0,-22-25 0 0 0,11 3 0 0 0,18 23 0 0 0,0-1 0 0 0,0 1 0 0 0,-1 1 0 0 0,-18-14 0 0 0,1 6 0 0 0,-49-24 0 0 0,-5-5 0 0 0,37 14 0 0 0,36 27 0 0 0,-1-1 0 0 0,0 2 0 0 0,0-1 0 0 0,-1 2 0 0 0,-22-10 0 0 0,29 14 0 0 0,-14-6 0 0 0,0-1 0 0 0,1 0 0 0 0,-1-1 0 0 0,-26-21 0 0 0,36 24 0 0 0,0 0 0 0 0,0 1 0 0 0,-1 1 0 0 0,0-1 0 0 0,-10-3 0 0 0,7 3 0 0 0,1 0 0 0 0,0 0 0 0 0,-15-12 0 0 0,8 4 0 0 0,-1 1 0 0 0,0 1 0 0 0,-30-13 0 0 0,23 12 0 0 0,-125-60 0 0 0,10 10 0 0 0,108 51 0 0 0,-37-7 0 0 0,36 10 0 0 0,-36-13 0 0 0,-71-39 0 0 0,-10 5 0 0 0,120 44 0 0 0,-12-2 0 0 0,-434-56 0 0 0,318 63 0 0 0,97 5 0 0 0,-174 2 0 0 0,109 1 0 0 0,91 1 0 0 0,-40 6 0 0 0,-25 1 0 0 0,91-15 0 0 0,-2-1 0 0 0,-1 1 0 0 0,0 0 0 0 0,0 1 0 0 0,-26-6 0 0 0,-18-7 0 0 0,45 13 0 0 0,-1-1 0 0 0,-1 0 0 0 0,0 1 0 0 0,0 0 0 0 0,-16-1 0 0 0,-327-71 0 0 0,353 76 0 0 0,-3-1 0 0 0,0 0 0 0 0,1 1 0 0 0,-1-1 0 0 0,0 2 0 0 0,0-1 0 0 0,-14 2 0 0 0,-29-1 0 0 0,4 0 0 0 0,42-1 0 0 0,1 1 0 0 0,-1 0 0 0 0,0 0 0 0 0,0 1 0 0 0,0-1 0 0 0,1 1 0 0 0,-6 2 0 0 0,-4 0 0 0 0,8 0 0 0 0,5-3 0 0 0,-57-2 0 0 0,-192 9 0 0 0,119-1 0 0 0,99-4 0 0 0,0 1 0 0 0,1 2 0 0 0,-1 1 0 0 0,1 2 0 0 0,-55 20 0 0 0,76-24 0 0 0,-24 9 0 0 0,2 1 0 0 0,0 2 0 0 0,-34 21 0 0 0,66-36 0 0 0,0-1 0 0 0,-1 0 0 0 0,1 0 0 0 0,0 0 0 0 0,-1 1 0 0 0,1-1 0 0 0,0 0 0 0 0,-1 0 0 0 0,1 1 0 0 0,0-1 0 0 0,0 0 0 0 0,-1 1 0 0 0,1-1 0 0 0,0 0 0 0 0,0 1 0 0 0,0-1 0 0 0,-1 0 0 0 0,1 1 0 0 0,0-1 0 0 0,0 1 0 0 0,0-1 0 0 0,0 0 0 0 0,0 1 0 0 0,0-1 0 0 0,0 1 0 0 0,0-1 0 0 0,0 0 0 0 0,0 1 0 0 0,0-1 0 0 0,0 1 0 0 0,0 0 0 0 0,0-1 0 0 0,0 0 0 0 0,0 1 0 0 0,0-1 0 0 0,0 1 0 0 0,0-1 0 0 0,0 1 0 0 0,0-1 0 0 0,0 0 0 0 0,0 1 0 0 0,0-1 0 0 0,0 1 0 0 0,0-1 0 0 0,0 0 0 0 0,0 1 0 0 0,0-1 0 0 0,-1 1 0 0 0,1-1 0 0 0,0 0 0 0 0,0 1 0 0 0,0-1 0 0 0,-1 0 0 0 0,1 1 0 0 0,0-1 0 0 0,-1 0 0 0 0,1 1 0 0 0,0-1 0 0 0,0 0 0 0 0,-1 0 0 0 0,1 1 0 0 0,-1-1 0 0 0,0 0 0 0 0,-29 21 0 0 0,-32 26 0 0 0,60-46 0 0 0,-1 2 0 0 0,0 0 0 0 0,-1 0 0 0 0,1 0 0 0 0,-1-1 0 0 0,0 0 0 0 0,-6 3 0 0 0,8-4 1 0 0,-1-1 0 0 0,0 1-1 0 0,0-1 1 0 0,1 0 0 0 0,-1 0 0 0 0,0 0 0 0 0,1 0-1 0 0,-1-1 1 0 0,0 1 0 0 0,1-1 0 0 0,-1 0 0 0 0,0 1-1 0 0,-4-4 1 0 0,-27-5-71 0 0,-88-8-3397 0 0,32 7-7686 0 0,52 2 1069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01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144 399 3442 0 0,'0'-4'397'0'0,"0"1"-105"0"0,1 0-1 0 0,-1-1 0 0 0,0 1 0 0 0,0 0 1 0 0,0 0-1 0 0,0 0 0 0 0,-1 0 0 0 0,1 0 1 0 0,-1 0-1 0 0,0 0 0 0 0,0 0 0 0 0,0 0 1 0 0,0 0-1 0 0,0 1 0 0 0,0-1 0 0 0,-1 0 1 0 0,0 1-1 0 0,1-1 0 0 0,-1 1 0 0 0,0-1 1 0 0,0 1-1 0 0,0 0 0 0 0,-1 0 0 0 0,1 0 1 0 0,0 0-1 0 0,-1 0 0 0 0,1 0 0 0 0,-5-1 1 0 0,-6-6 717 0 0,0 0 0 0 0,0 0 1 0 0,1-2-1 0 0,0 1 0 0 0,-12-15 1 0 0,23 23-861 0 0,-1 1 0 0 0,0-1 0 0 0,1 0 0 0 0,-1 0 0 0 0,1 0 0 0 0,0 0 1 0 0,0 0-1 0 0,0 0 0 0 0,0 0 0 0 0,0 0 0 0 0,0 0 0 0 0,0-1 0 0 0,0 1 0 0 0,0-3 1 0 0,2 2-2 0 0,0 0 0 0 0,0 1 1 0 0,0-1-1 0 0,0 0 1 0 0,0 0-1 0 0,0 0 0 0 0,1 1 1 0 0,-1-1-1 0 0,5-4 1 0 0,2-5 252 0 0,-2 5-246 0 0,0 2 1 0 0,0-1 0 0 0,0 1 0 0 0,1-1 0 0 0,0 2-1 0 0,0-1 1 0 0,12-5 0 0 0,9-6 318 0 0,-20 11-395 0 0,0 1-1 0 0,0 0 1 0 0,1 0-1 0 0,-1 1 1 0 0,10-2-1 0 0,-7 2-1 0 0,-1-1-1 0 0,1 0 1 0 0,-1 0 0 0 0,15-9-1 0 0,-18 8-38 0 0,1 1-1 0 0,-1 1 1 0 0,1-1-1 0 0,0 1 0 0 0,0 1 1 0 0,1-1-1 0 0,13-1 1 0 0,31-9 49 0 0,-43 11-105 0 0,1-1 0 0 0,-1 1 0 0 0,0 1 0 0 0,1 0 0 0 0,18 1 0 0 0,-17 0-7 0 0,-2 0-18 0 0,0 1 0 0 0,1 0 0 0 0,-1 1 0 0 0,0 0 0 0 0,1 0 0 0 0,-1 1 0 0 0,-1 0 0 0 0,13 6 0 0 0,-17-6 28 0 0,0 0 1 0 0,0 1 0 0 0,0-1 0 0 0,0 1 0 0 0,0 0-1 0 0,-1 0 1 0 0,0 0 0 0 0,0 1 0 0 0,0 0-1 0 0,-1-1 1 0 0,1 1 0 0 0,-1 0 0 0 0,3 8-1 0 0,1 1 29 0 0,0 1-1 0 0,-2 0 0 0 0,7 22 0 0 0,-12-33 5 0 0,1 1 0 0 0,0 0-1 0 0,-1 0 1 0 0,0 0 0 0 0,0 0 0 0 0,0 0 0 0 0,-1 0 0 0 0,0 0-1 0 0,0-1 1 0 0,0 1 0 0 0,0 0 0 0 0,-1 0 0 0 0,0-1 0 0 0,-3 7-1 0 0,-5 6-20 0 0,0-1 0 0 0,-18 22 0 0 0,-5 9-15 0 0,4-2 113 0 0,-18 33-23 0 0,43-71-47 0 0,1 0-1 0 0,0 1 1 0 0,0-1-1 0 0,1 0 0 0 0,0 1 1 0 0,0 0-1 0 0,1-1 1 0 0,-1 12-1 0 0,2-17-30 0 0,0 1-1 0 0,1-1 1 0 0,-1 0 0 0 0,0 0-1 0 0,1-1 1 0 0,-1 1 0 0 0,1 0 0 0 0,0 0-1 0 0,0 0 1 0 0,0 0 0 0 0,0 0-1 0 0,0-1 1 0 0,0 1 0 0 0,0 0-1 0 0,0-1 1 0 0,1 1 0 0 0,-1-1 0 0 0,1 1-1 0 0,-1-1 1 0 0,1 0 0 0 0,-1 0-1 0 0,1 0 1 0 0,0 1 0 0 0,0-2-1 0 0,-1 1 1 0 0,1 0 0 0 0,0 0 0 0 0,0-1-1 0 0,4 2 1 0 0,5 0-53 0 0,0 0 0 0 0,0 0-1 0 0,0-1 1 0 0,13-1 0 0 0,-6 1 24 0 0,1 1-62 0 0,0-1-1 0 0,0 0 1 0 0,36-5 0 0 0,-31 2 46 0 0,-9-1 70 0 0,-1 0 1 0 0,0-1-1 0 0,-1 0 1 0 0,1-1 0 0 0,-1 0-1 0 0,1-1 1 0 0,-2-1-1 0 0,1 0 1 0 0,-1-1 0 0 0,0 0-1 0 0,-1-1 1 0 0,1 0 0 0 0,-2-1-1 0 0,0 0 1 0 0,0-1-1 0 0,13-19 1 0 0,-13 17 12 0 0,-2-2 1 0 0,0 1-1 0 0,0-1 0 0 0,-2 0 1 0 0,0-1-1 0 0,0 0 0 0 0,3-21 1 0 0,-7 30-33 0 0,-1 0-1 0 0,0-1 1 0 0,0 1 0 0 0,-1-1-1 0 0,0 1 1 0 0,0 0 0 0 0,-1-1-1 0 0,0 1 1 0 0,0-1 0 0 0,-1 1 0 0 0,0 0-1 0 0,0 0 1 0 0,-1 0 0 0 0,0 0-1 0 0,0 0 1 0 0,0 0 0 0 0,-9-11-1 0 0,-12-17 57 0 0,21 30-46 0 0,0-1 0 0 0,0 1 0 0 0,-1 0 0 0 0,0 0 1 0 0,0 0-1 0 0,0 0 0 0 0,-1 1 0 0 0,-6-6 0 0 0,3 7 3 0 0,1 0-1 0 0,-1 0 1 0 0,1 0-1 0 0,-1 1 1 0 0,0 0 0 0 0,0 1-1 0 0,0 0 1 0 0,-12 0-1 0 0,-13-4 49 0 0,33 5-51 0 0,-1-1 0 0 0,0 1 1 0 0,1 0-1 0 0,-1-1 1 0 0,1 1-1 0 0,-1 0 1 0 0,0-1-1 0 0,1 1 1 0 0,-1-1-1 0 0,1 1 1 0 0,-1-1-1 0 0,1 0 0 0 0,-1 1 1 0 0,1-1-1 0 0,0 1 1 0 0,-1-1-1 0 0,1 0 1 0 0,0 1-1 0 0,-1-1 1 0 0,1 0-1 0 0,0 1 1 0 0,0-1-1 0 0,0 0 0 0 0,-1 0 1 0 0,1 1-1 0 0,0-1 1 0 0,0 0-1 0 0,0 0 1 0 0,0 1-1 0 0,0-1 1 0 0,0 0-1 0 0,1 1 1 0 0,-1-1-1 0 0,0-1 0 0 0,1 0 225 0 0,-1 4-234 0 0,0 0 1 0 0,1-1 0 0 0,-1 1-1 0 0,1 0 1 0 0,-1-1-1 0 0,1 1 1 0 0,0-1-1 0 0,0 1 1 0 0,-1 0 0 0 0,1-1-1 0 0,0 0 1 0 0,0 1-1 0 0,1-1 1 0 0,-1 0-1 0 0,0 1 1 0 0,0-1 0 0 0,1 0-1 0 0,2 2 1 0 0,8 9-32 0 0,1 3-8 0 0,0-1 0 0 0,1 0 0 0 0,1-1-1 0 0,0-1 1 0 0,1 0 0 0 0,23 13 0 0 0,-32-21-347 0 0,0-1-1 0 0,0-1 1 0 0,0 1 0 0 0,0-1-1 0 0,0 0 1 0 0,0-1 0 0 0,0 0-1 0 0,1 0 1 0 0,9 0 0 0 0,-8-1-975 0 0,-1 0 1 0 0,1 0 0 0 0,-1-1 0 0 0,1 0 0 0 0,-1-1 0 0 0,0 0-1 0 0,10-3 1 0 0,-18 5 1220 0 0,1 0 0 0 0,-1 0 0 0 0,0 0-1 0 0,1-1 1 0 0,-1 1 0 0 0,0 0-1 0 0,1 0 1 0 0,-1 0 0 0 0,0-1 0 0 0,0 1-1 0 0,1 0 1 0 0,-1 0 0 0 0,0 0-1 0 0,0-1 1 0 0,0 1 0 0 0,1 0 0 0 0,-1 0-1 0 0,0-1 1 0 0,0 1 0 0 0,0 0-1 0 0,0-1 1 0 0,0 1 0 0 0,1 0 0 0 0,-1-1-1 0 0,0 1 1 0 0,0 0 0 0 0,0-1 0 0 0,0 1-1 0 0,0 0 1 0 0,0-1 0 0 0,0 1-1 0 0,0 0 1 0 0,0-1 0 0 0,0-17-4063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02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1 303 400 0 0,'4'-4'360'0'0,"0"1"1"0"0,0 0-1 0 0,0-1 0 0 0,0 0 0 0 0,-1 0 1 0 0,1 0-1 0 0,-1-1 0 0 0,4-6 0 0 0,21-25 1641 0 0,-23 31-1706 0 0,-1-1 0 0 0,1 0 0 0 0,-1 0 0 0 0,0 0 0 0 0,0 0 1 0 0,3-10-1 0 0,-3 8-77 0 0,-1 1 0 0 0,1 0 0 0 0,1 0 0 0 0,-1 0 0 0 0,8-7 0 0 0,48-47 890 0 0,-58 57-1066 0 0,0 0 0 0 0,0 0 0 0 0,0 1 0 0 0,1-1 0 0 0,-1 1 0 0 0,1 0 0 0 0,0 0 0 0 0,0 0 0 0 0,0 0 0 0 0,1 0 0 0 0,-1 1 0 0 0,1-1 0 0 0,-1 1 0 0 0,1 0 0 0 0,0 0 0 0 0,0 0 0 0 0,0 1 0 0 0,0-1 0 0 0,8-1 0 0 0,15-3 118 0 0,-27 5-152 0 0,0 1-1 0 0,1 0 1 0 0,-1 0 0 0 0,0 0-1 0 0,0 0 1 0 0,1 0 0 0 0,-1 0-1 0 0,0 0 1 0 0,1 0 0 0 0,-1 0-1 0 0,0 0 1 0 0,0 0 0 0 0,1 0-1 0 0,-1 0 1 0 0,0 1 0 0 0,0-1-1 0 0,1 0 1 0 0,-1 0 0 0 0,0 0-1 0 0,0 0 1 0 0,0 0 0 0 0,1 0-1 0 0,-1 1 1 0 0,0-1 0 0 0,0 0-1 0 0,0 0 1 0 0,1 0 0 0 0,-1 1-1 0 0,0-1 1 0 0,0 0-1 0 0,0 0 1 0 0,0 0 0 0 0,0 1-1 0 0,1-1 1 0 0,2 4 58 0 0,3 0-8 0 0,-4-3-44 0 0,-1-1 0 0 0,0 1 0 0 0,1 0 0 0 0,-1 0 0 0 0,0 0 0 0 0,0 0 0 0 0,1 0 0 0 0,-1 0 0 0 0,0 0 0 0 0,0 0 1 0 0,0 0-1 0 0,-1 0 0 0 0,1 1 0 0 0,0-1 0 0 0,0 0 0 0 0,-1 1 0 0 0,1-1 0 0 0,0 0 0 0 0,-1 1 0 0 0,1-1 0 0 0,-1 1 0 0 0,0-1 0 0 0,0 1 0 0 0,1-1 0 0 0,-1 1 1 0 0,0-1-1 0 0,0 1 0 0 0,0-1 0 0 0,-1 3 0 0 0,0 6 51 0 0,0 1 1 0 0,-1-1 0 0 0,0 0-1 0 0,-1 1 1 0 0,0-1-1 0 0,-5 11 1 0 0,1-2 8 0 0,3-8-27 0 0,4-9-38 0 0,-1 0 0 0 0,1 1 0 0 0,0-1 0 0 0,-1 0 0 0 0,0 0 0 0 0,1 0 0 0 0,-1 0 0 0 0,0-1 0 0 0,0 1 0 0 0,0 0 0 0 0,-1 0 0 0 0,1 0 0 0 0,0-1 0 0 0,-1 1 0 0 0,1-1 0 0 0,-1 1 0 0 0,1-1 0 0 0,-1 1 0 0 0,0-1 0 0 0,1 0 0 0 0,-1 0 0 0 0,-3 2 0 0 0,0-1 231 0 0,4-3-198 0 0,1 0 1 0 0,0 0-1 0 0,0 0 1 0 0,0 0-1 0 0,0-1 1 0 0,0 1-1 0 0,0 0 1 0 0,0 0-1 0 0,0 0 0 0 0,0 0 1 0 0,0 0-1 0 0,1 0 1 0 0,-1 0-1 0 0,0 0 1 0 0,1 0-1 0 0,-1 0 1 0 0,1 0-1 0 0,-1 0 0 0 0,1 0 1 0 0,0 0-1 0 0,-1 0 1 0 0,1 0-1 0 0,0 0 1 0 0,-1 0-1 0 0,1 1 1 0 0,0-1-1 0 0,0 0 0 0 0,0 1 1 0 0,0-1-1 0 0,0 0 1 0 0,0 1-1 0 0,0 0 1 0 0,2-2-1 0 0,7-3 22 0 0,11-9 54 0 0,-17 11-89 0 0,1-1 0 0 0,0 1 0 0 0,0 0 0 0 0,0 0 0 0 0,1 0 0 0 0,-1 1 0 0 0,1 0-1 0 0,-1 0 1 0 0,1 0 0 0 0,0 1 0 0 0,0 0 0 0 0,6-1 0 0 0,-4 1-6 0 0,0 1 1 0 0,1 0 0 0 0,-1 0-1 0 0,0 1 1 0 0,1 0-1 0 0,-1 0 1 0 0,0 1 0 0 0,0 0-1 0 0,0 1 1 0 0,0-1-1 0 0,0 2 1 0 0,-1-1 0 0 0,1 1-1 0 0,-1 0 1 0 0,0 1-1 0 0,0-1 1 0 0,0 1 0 0 0,-1 1-1 0 0,0-1 1 0 0,0 1-1 0 0,0 0 1 0 0,-1 1 0 0 0,0-1-1 0 0,0 1 1 0 0,5 10-1 0 0,-9-15 29 0 0,0 0 0 0 0,-1 0 0 0 0,1 0 0 0 0,-1 0 0 0 0,0 0 0 0 0,1 0 0 0 0,-1 0 0 0 0,0 0 0 0 0,0 0 0 0 0,-1 0 0 0 0,1 0 0 0 0,0 0 0 0 0,-1 0 0 0 0,1 0 0 0 0,-1 0 0 0 0,1 0 0 0 0,-1 0 0 0 0,0 0 0 0 0,0 0 0 0 0,0 0 0 0 0,0-1 0 0 0,0 1 0 0 0,0 0 0 0 0,-1-1 0 0 0,1 1 0 0 0,0-1 0 0 0,-1 1 0 0 0,1-1 0 0 0,-1 0 0 0 0,0 0 0 0 0,1 1 0 0 0,-4 0-1 0 0,-4 4 442 0 0,-1-1-1 0 0,0 0 0 0 0,0-1 1 0 0,-1 0-1 0 0,-14 4 0 0 0,2-2 279 0 0,-1-2 0 0 0,0 0 0 0 0,0-2 0 0 0,-28 0 0 0 0,9-6-649 0 0,-65-15 0 0 0,59 10-1553 0 0,42 8 908 0 0,-13-6-1270 0 0,19 7 1593 0 0,1-1 0 0 0,-1 1-1 0 0,1-1 1 0 0,0 0 0 0 0,-1 1-1 0 0,1-1 1 0 0,-1 1 0 0 0,1-1-1 0 0,0 1 1 0 0,0-1-1 0 0,-1 0 1 0 0,1 1 0 0 0,0-1-1 0 0,0 0 1 0 0,0 1 0 0 0,0-1-1 0 0,-1 0 1 0 0,1 0 0 0 0,0 0-1 0 0,-3-13-4929 0 0,-11 0 1756 0 0,4 7 1180 0 0,10 5 1897 0 0,-1 1 0 0 0,0 0 0 0 0,1 0 0 0 0,-1 0 0 0 0,1 0 0 0 0,-1-1 0 0 0,1 1 0 0 0,-1 0 0 0 0,1 0 0 0 0,0-1 0 0 0,0 1 0 0 0,0 0 0 0 0,0-1 0 0 0,0-1 0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03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25 2161 0 0,'-6'0'2895'0'0,"6"0"-2536"0"0,-15 1 923 0 0,15-1-1148 0 0,-1 0 0 0 0,1 0 0 0 0,-1 0-1 0 0,1 0 1 0 0,-1 0 0 0 0,1 0 0 0 0,-1 0 0 0 0,1 0-1 0 0,0 0 1 0 0,-1-1 0 0 0,1 1 0 0 0,-1 0 0 0 0,1 0 0 0 0,-1 0-1 0 0,1 0 1 0 0,0-1 0 0 0,-1 1 0 0 0,1 0 0 0 0,-1-1-1 0 0,1 1 1 0 0,0 0 0 0 0,-1-1 0 0 0,1 1 0 0 0,0 0 0 0 0,-1-1-1 0 0,1 1 1 0 0,0 0 0 0 0,0-1 0 0 0,-1 0 0 0 0,1 1-23 0 0,0-1 0 0 0,-1 1 0 0 0,1-1 0 0 0,0 1 0 0 0,0 0 0 0 0,-1-1 0 0 0,1 1 0 0 0,0-1 1 0 0,-1 1-1 0 0,1 0 0 0 0,0-1 0 0 0,-1 1 0 0 0,1 0 0 0 0,-1 0 0 0 0,1-1 0 0 0,-1 1 0 0 0,1 0 1 0 0,-1 0-1 0 0,1-1 0 0 0,0 1 0 0 0,-1 0 0 0 0,1 0 0 0 0,-1 0 0 0 0,1 0 0 0 0,-1 0 0 0 0,1 0 1 0 0,-1 0-1 0 0,1 0 0 0 0,-1 0 0 0 0,1 0 0 0 0,-1 0 0 0 0,1 0 0 0 0,-1 0 0 0 0,0 1 1 0 0,0-1-28 0 0,1 0 0 0 0,-1 0 0 0 0,1 1 0 0 0,-1-1 0 0 0,1 0 1 0 0,-1 0-1 0 0,0 0 0 0 0,1 0 0 0 0,-1 0 0 0 0,1 0 0 0 0,-1 0 1 0 0,1 0-1 0 0,-1 0 0 0 0,1 0 0 0 0,-1-1 0 0 0,0 1 0 0 0,1 0 1 0 0,-1 0-1 0 0,1 0 0 0 0,-1-1 0 0 0,1 1 0 0 0,-1 0 0 0 0,1-1 1 0 0,0 1-1 0 0,-1 0 0 0 0,1-1 0 0 0,-1 1 0 0 0,1 0 0 0 0,0-1 1 0 0,-1 1-1 0 0,1-1 0 0 0,0 1 0 0 0,-1-1 0 0 0,1 1 0 0 0,0-1 1 0 0,3-4 5456 0 0,4 4-3979 0 0,11 5-2524 0 0,-14-3 1561 0 0,27 6-471 0 0,-15-4-290 0 0,0 0 0 0 0,0 2 0 0 0,29 12 0 0 0,-30-11-803 0 0,0-1 1 0 0,25 6-1 0 0,-17-6-196 0 0,-17-3 9 0 0,0 0 0 0 0,0 1 1 0 0,-1 0-1 0 0,1 0 0 0 0,0 0 1 0 0,6 5-1 0 0,6 3-3806 0 0,-13-4 423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04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0 4242 0 0,'-98'21'8017'0'0,"72"-14"-5938"0"0,21-5-1612 0 0,0-1 0 0 0,0 1 1 0 0,0-1-1 0 0,0-1 0 0 0,-10 2 0 0 0,-12-2 907 0 0,27 0-1326 0 0,0-1 0 0 0,1 1 1 0 0,-1 0-1 0 0,0 0 0 0 0,0 0 0 0 0,0 0 0 0 0,0 0 0 0 0,1 0 0 0 0,-1-1 0 0 0,0 1 1 0 0,0 0-1 0 0,0 0 0 0 0,0 0 0 0 0,0 0 0 0 0,0 0 0 0 0,0-1 0 0 0,0 1 0 0 0,1 0 1 0 0,-1 0-1 0 0,0 0 0 0 0,0-1 0 0 0,0 1 0 0 0,0 0 0 0 0,0 0 0 0 0,0 0 0 0 0,0-1 1 0 0,0 1-1 0 0,0 0 0 0 0,0 0 0 0 0,0 0 0 0 0,0-1 0 0 0,0 1 0 0 0,0 0 0 0 0,-1 0 1 0 0,1 0-1 0 0,0-1 0 0 0,0 1 0 0 0,0 0 0 0 0,0 0 0 0 0,0 0 0 0 0,0 0 0 0 0,0-1 1 0 0,-1 1-1 0 0,1 0 0 0 0,0 0 0 0 0,0 0 0 0 0,0 0 0 0 0,0 0 0 0 0,0 0 1 0 0,-1-1-1 0 0,231-9 2827 0 0,18 0-6671 0 0,-188 11-379 0 0,-59-1 3849 0 0,1 0-1 0 0,-1 0 1 0 0,1 0-1 0 0,0 0 1 0 0,-1 0-1 0 0,1 0 1 0 0,-1 1 0 0 0,1-1-1 0 0,-1 0 1 0 0,1 1-1 0 0,-1 0 1 0 0,1-1-1 0 0,-1 1 1 0 0,1 0 0 0 0,-1-1-1 0 0,2 3 1 0 0,-4-2-134 0 0,-1 0-1 0 0,1 0 1 0 0,-1 0 0 0 0,1 0 0 0 0,-1 0-1 0 0,1 0 1 0 0,-1 0 0 0 0,1 0 0 0 0,-1-1 0 0 0,0 1-1 0 0,-3 0 1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5:23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1198 90 720 0 0,'-168'-28'7831'0'0,"113"22"-5017"0"0,-178-29 2789 0 0,-50 15-2642 0 0,278 20-2734 0 0,-1 0-67 0 0,-48 7 240 0 0,54-7-396 0 0,-1 0-1 0 0,1 0 1 0 0,0 0-1 0 0,0 0 1 0 0,-1 0 0 0 0,1 0-1 0 0,0 0 1 0 0,0 0-1 0 0,-1 0 1 0 0,1 0 0 0 0,0 1-1 0 0,0-1 1 0 0,0 0-1 0 0,-1 0 1 0 0,1 0-1 0 0,0 0 1 0 0,0 0 0 0 0,0 1-1 0 0,-1-1 1 0 0,1 0-1 0 0,0 0 1 0 0,0 0 0 0 0,0 1-1 0 0,0-1 1 0 0,0 0-1 0 0,-1 0 1 0 0,1 1-1 0 0,0-1 1 0 0,0 0 0 0 0,0 0-1 0 0,0 1 1 0 0,0-1-1 0 0,0 0 1 0 0,0 0 0 0 0,0 1-1 0 0,-5 8 148 0 0,-1-5-85 0 0,-1 0 0 0 0,0 0 0 0 0,0 0 0 0 0,0-1 0 0 0,-8 2 0 0 0,-23 12 139 0 0,-5 19 11 0 0,38-30-213 0 0,-1-1 0 0 0,0 1 0 0 0,0-1 0 0 0,0-1 0 0 0,-1 1 0 0 0,1-1 0 0 0,-12 5 0 0 0,12-7-8 0 0,5-2 6 0 0,-1 1 1 0 0,1-1-1 0 0,-1 0 0 0 0,1 1 0 0 0,0-1 1 0 0,0 1-1 0 0,-1-1 0 0 0,1 1 1 0 0,0-1-1 0 0,0 1 0 0 0,-1 0 1 0 0,1 0-1 0 0,0 0 0 0 0,0 0 1 0 0,0-1-1 0 0,0 2 0 0 0,0-1 0 0 0,0 0 1 0 0,0 0-1 0 0,1 0 0 0 0,-1 0 1 0 0,0 0-1 0 0,0 2 0 0 0,1-1 10 0 0,0-1 0 0 0,-1 0 0 0 0,1 1 0 0 0,-1-1 0 0 0,1 1 0 0 0,-1-1 0 0 0,1 0 0 0 0,-1 0 0 0 0,0 1 0 0 0,1-1 0 0 0,-1 0 0 0 0,0 0 0 0 0,0 0 0 0 0,0 0-1 0 0,0 0 1 0 0,0 0 0 0 0,0 0 0 0 0,0 0 0 0 0,0 0 0 0 0,-3 1 0 0 0,-5 6 26 0 0,-3 7-54 0 0,11-12 19 0 0,-2 0-1 0 0,1 0 1 0 0,0 0 0 0 0,-1 0 0 0 0,1-1 0 0 0,-1 0 0 0 0,0 1 0 0 0,-3 1 0 0 0,4-2 9 0 0,-1-1 1 0 0,1 1-1 0 0,1-1 0 0 0,-1 1 0 0 0,0 0 1 0 0,0-1-1 0 0,0 1 0 0 0,1 0 0 0 0,-1 0 1 0 0,1 0-1 0 0,0 0 0 0 0,0 1 0 0 0,-1-1 1 0 0,1 0-1 0 0,0 0 0 0 0,1 1 0 0 0,-1-1 1 0 0,0 1-1 0 0,1-1 0 0 0,0 1 0 0 0,-1-1 0 0 0,1 1 1 0 0,0-1-1 0 0,0 1 0 0 0,0-1 0 0 0,1 1 1 0 0,-1 2-1 0 0,1 1-32 0 0,-2-4 23 0 0,1-1 1 0 0,0 1 0 0 0,0-1 0 0 0,0 1 0 0 0,-1-1-1 0 0,1 1 1 0 0,0-1 0 0 0,-1 1 0 0 0,1-1 0 0 0,-1 0-1 0 0,0 1 1 0 0,0-1 0 0 0,1 0 0 0 0,-1 1 0 0 0,0-1-1 0 0,0 0 1 0 0,0 0 0 0 0,0 0 0 0 0,0 0 0 0 0,-3 2-1 0 0,-8 10 33 0 0,1 20-115 0 0,2-14 60 0 0,6-15 45 0 0,1 0 0 0 0,0 0 0 0 0,0 0-1 0 0,0 0 1 0 0,1 0 0 0 0,-1 1 0 0 0,1-1 0 0 0,0 1 0 0 0,0-1 0 0 0,0 8-1 0 0,0 8 121 0 0,0-14-134 0 0,1 0 0 0 0,0 0 0 0 0,-1 0 0 0 0,2 0 0 0 0,-1 0-1 0 0,1-1 1 0 0,0 1 0 0 0,0 0 0 0 0,4 10 0 0 0,8 2 184 0 0,0 0 1 0 0,19 18 0 0 0,-20-25-126 0 0,-2-3-60 0 0,0 1-1 0 0,-1 0 1 0 0,-1 1-1 0 0,1 0 1 0 0,-1 0-1 0 0,-1 1 1 0 0,7 13 0 0 0,-3 6-39 0 0,-7-19 56 0 0,0-1 0 0 0,0 1 0 0 0,12 18 1 0 0,-3-8 0 0 0,8 14 4 0 0,43 52 1 0 0,-57-80-166 0 0,1 0 1 0 0,0 0-1 0 0,1-1 1 0 0,-1 1-1 0 0,1-2 1 0 0,0 1-1 0 0,1-2 1 0 0,13 6-1 0 0,-12-5-149 0 0,0 0 1 0 0,0 1-1 0 0,0 0 0 0 0,11 10 1 0 0,-13-10 195 0 0,0-1 0 0 0,1 0 0 0 0,-1 0 0 0 0,1-1 0 0 0,0 0 0 0 0,0 0 0 0 0,0-2 0 0 0,11 3 0 0 0,-15-4 179 0 0,-1 0-26 0 0,17 3-40 0 0,-15 1 46 0 0,-3-2-53 0 0,23 2 579 0 0,47 3 1 0 0,21 1 656 0 0,-13 2-653 0 0,1-4 1 0 0,1-4-1 0 0,117-10 1 0 0,-174 5-534 0 0,131-16 100 0 0,-82 5-99 0 0,-56 10-53 0 0,1 0 0 0 0,-1-1 0 0 0,0-1-1 0 0,25-10 1 0 0,-28 8 17 0 0,-11 5-26 0 0,0 0 0 0 0,0 0 1 0 0,0 0-1 0 0,0-1 0 0 0,-1 0 1 0 0,0 0-1 0 0,1 0 0 0 0,-1-1 1 0 0,0 0-1 0 0,-1 0 1 0 0,6-5-1 0 0,54-92 391 0 0,-55 83-306 0 0,-8 15-75 0 0,1-1 1 0 0,0 0-1 0 0,0 1 0 0 0,0-1 1 0 0,0 1-1 0 0,1 0 1 0 0,-1 0-1 0 0,1 0 0 0 0,0 0 1 0 0,4-3-1 0 0,-3 2-3 0 0,0 0 1 0 0,0 0-1 0 0,0-1 0 0 0,-1 1 1 0 0,0-1-1 0 0,0 0 0 0 0,5-9 1 0 0,-6 9-12 0 0,1 0 0 0 0,0 0 1 0 0,0 0-1 0 0,0 1 0 0 0,0-1 1 0 0,1 1-1 0 0,7-8 0 0 0,-8 11-1 0 0,-1-1 0 0 0,0 1-1 0 0,1-1 1 0 0,-1 0 0 0 0,0 0-1 0 0,0 0 1 0 0,0 0-1 0 0,-1 0 1 0 0,1 0 0 0 0,0-1-1 0 0,-1 1 1 0 0,1 0 0 0 0,-1-1-1 0 0,0 1 1 0 0,0-1 0 0 0,0 0-1 0 0,0 1 1 0 0,-1-1 0 0 0,1 0-1 0 0,-1 0 1 0 0,1-3-1 0 0,-1 4 4 0 0,0 0 0 0 0,1 0 0 0 0,-1 0 0 0 0,0 0 0 0 0,1 0 0 0 0,-1 0 0 0 0,1 0-1 0 0,0 0 1 0 0,0 0 0 0 0,0 0 0 0 0,0 0 0 0 0,0 0 0 0 0,0 0 0 0 0,0 1 0 0 0,2-3-1 0 0,-2 3-3 0 0,0 0 0 0 0,0 0-1 0 0,0 0 1 0 0,-1 0 0 0 0,1 0-1 0 0,0 0 1 0 0,-1 0-1 0 0,1 0 1 0 0,-1 0 0 0 0,1 0-1 0 0,-1-1 1 0 0,0 1 0 0 0,1-2-1 0 0,-10-15 14 0 0,1 6-5 0 0,-2-28 42 0 0,-12-6-53 0 0,15 25-20 0 0,5 16 16 0 0,1 1 1 0 0,0-1-1 0 0,-1 1 0 0 0,0 0 0 0 0,0 0 0 0 0,0 0 0 0 0,-1 0 0 0 0,1 0 0 0 0,-1 0 0 0 0,0 1 0 0 0,-5-6 0 0 0,-18-13 97 0 0,-1 2 0 0 0,0 1 0 0 0,-56-28-1 0 0,-3-4 244 0 0,28 11-38 0 0,25 16-241 0 0,-2 1-1 0 0,-41-20 0 0 0,39 24-133 0 0,15 8-220 0 0,0 0-1 0 0,0 2 1 0 0,-33-10-1 0 0,50 18 111 0 0,-2-1-1143 0 0,1 1 0 0 0,-1-1 0 0 0,0 1 0 0 0,1 1-1 0 0,-1-1 1 0 0,-13 2 0 0 0,20-1 1110 0 0,0 0-1 0 0,-1 0 0 0 0,1 0 0 0 0,0 0 0 0 0,-1 0 1 0 0,1 0-1 0 0,0 0 0 0 0,0 0 0 0 0,-1 0 0 0 0,1 1 1 0 0,0-1-1 0 0,0 0 0 0 0,0 0 0 0 0,-1 0 0 0 0,1 0 1 0 0,0 1-1 0 0,0-1 0 0 0,0 0 0 0 0,0 0 0 0 0,-1 0 1 0 0,1 1-1 0 0,0-1 0 0 0,0 0 0 0 0,0 0 0 0 0,0 1 1 0 0,0-1-1 0 0,0 0 0 0 0,0 0 0 0 0,0 1 0 0 0,-1-1 1 0 0,1 0-1 0 0,0 1 0 0 0,0-1 0 0 0,0 0 0 0 0,0 0 1 0 0,0 1-1 0 0,1-1 0 0 0,-1 12-8370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5:37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27 400 0 0,'0'-14'721'0'0,"-32"1"-962"0"0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5:42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262 531 400 0 0,'1'0'197'0'0,"1"0"0"0"0,-1 0 0 0 0,0 1 0 0 0,1-1 0 0 0,-1-1 0 0 0,1 1 0 0 0,-1 0 0 0 0,0 0 0 0 0,1 0 0 0 0,-1-1 0 0 0,0 1 0 0 0,0-1 0 0 0,1 1 0 0 0,-1-1 0 0 0,0 1 0 0 0,0-1 0 0 0,1 0 0 0 0,-1 1 0 0 0,0-1 0 0 0,0 0 0 0 0,1-2-1 0 0,-1 1 484 0 0,0-1-1 0 0,0 1 1 0 0,-1-1-1 0 0,1 0 1 0 0,-1 1-1 0 0,0-1 1 0 0,1 0-1 0 0,-1 1 1 0 0,-1-6-1 0 0,1-5 932 0 0,0 11-1494 0 0,0 1-1 0 0,0-1 0 0 0,0 1 1 0 0,0-1-1 0 0,0 1 0 0 0,0-1 0 0 0,0 1 1 0 0,-1 0-1 0 0,1-1 0 0 0,0 1 1 0 0,-1-1-1 0 0,0 1 0 0 0,1 0 1 0 0,-1 0-1 0 0,1-1 0 0 0,-1 1 1 0 0,0 0-1 0 0,0 0 0 0 0,0 0 0 0 0,0-1 1 0 0,0 1-1 0 0,0 0 0 0 0,0 1 1 0 0,0-1-1 0 0,0 0 0 0 0,-1 0 1 0 0,0-1-1 0 0,-7-4 176 0 0,8 6-265 0 0,1-1 1 0 0,-1 1 0 0 0,1-1-1 0 0,-1 1 1 0 0,1-1 0 0 0,0 1-1 0 0,-1-1 1 0 0,1 1 0 0 0,0-1-1 0 0,-1 1 1 0 0,1-1-1 0 0,0 0 1 0 0,0 1 0 0 0,0-1-1 0 0,0 1 1 0 0,-1-1 0 0 0,1 0-1 0 0,0 1 1 0 0,0-1 0 0 0,0 1-1 0 0,0-2 1 0 0,0 1-4 0 0,1 1 0 0 0,-1-1 0 0 0,0 0 0 0 0,-1 1-1 0 0,1-1 1 0 0,0 0 0 0 0,0 1 0 0 0,0-1 0 0 0,0 0 0 0 0,0 1 0 0 0,-1-1 0 0 0,1 0 0 0 0,0 1-1 0 0,-1-1 1 0 0,1 1 0 0 0,0-1 0 0 0,-1 1 0 0 0,1-1 0 0 0,-1 1 0 0 0,1-1 0 0 0,-1 0 0 0 0,-8-5 58 0 0,8 5-36 0 0,0 0-1 0 0,-1 1 0 0 0,1-1 1 0 0,0 0-1 0 0,0 0 0 0 0,0 0 1 0 0,0 0-1 0 0,0 0 0 0 0,0 0 1 0 0,0 0-1 0 0,0-1 1 0 0,0 1-1 0 0,0 0 0 0 0,1 0 1 0 0,-1-1-1 0 0,1 1 0 0 0,-1-1 1 0 0,1 1-1 0 0,-1 0 0 0 0,1-1 1 0 0,0 1-1 0 0,-1-1 0 0 0,1 1 1 0 0,0-1-1 0 0,0 1 0 0 0,0-3 1 0 0,0-8 325 0 0,-1 9-310 0 0,1 0 1 0 0,-1 0-1 0 0,1 1 1 0 0,0-1-1 0 0,0 0 1 0 0,0 0-1 0 0,1 0 1 0 0,-1 0-1 0 0,1 0 1 0 0,-1 1 0 0 0,1-1-1 0 0,0 0 1 0 0,0 0-1 0 0,2-2 1 0 0,4-1 54 0 0,-5 6-94 0 0,-1-1 0 0 0,0 0 1 0 0,0 1-1 0 0,0-1 0 0 0,1 0 0 0 0,-1 0 0 0 0,0 0 1 0 0,0 0-1 0 0,0 0 0 0 0,0 0 0 0 0,-1 0 0 0 0,1 0 1 0 0,0 0-1 0 0,0 0 0 0 0,-1 0 0 0 0,1 0 0 0 0,0-1 1 0 0,-1 1-1 0 0,1 0 0 0 0,-1-1 0 0 0,0 1 0 0 0,1 0 1 0 0,-1-1-1 0 0,0 1 0 0 0,0-2 0 0 0,0 0 13 0 0,1 0 0 0 0,-1 1 0 0 0,0-1 0 0 0,1 1 0 0 0,0-1 0 0 0,0 1 0 0 0,0-1 0 0 0,0 1-1 0 0,0 0 1 0 0,0-1 0 0 0,0 1 0 0 0,1 0 0 0 0,-1 0 0 0 0,3-3 0 0 0,7-11 175 0 0,0-16 177 0 0,44-63 440 0 0,-53 90-763 0 0,-1-1 0 0 0,1 1-1 0 0,-1 0 1 0 0,0-1 0 0 0,0 1 0 0 0,-1 0 0 0 0,1-1 0 0 0,-1 1-1 0 0,-1-1 1 0 0,1 1 0 0 0,-2-7 0 0 0,1-8 290 0 0,1 19-207 0 0,0 37 2548 0 0,0-35-2674 0 0,0 0 1 0 0,0 0-1 0 0,0 0 0 0 0,0 0 1 0 0,-1 0-1 0 0,1 0 1 0 0,0 0-1 0 0,0 0 1 0 0,-1 0-1 0 0,1-1 1 0 0,-1 1-1 0 0,1 0 0 0 0,-1 0 1 0 0,1 0-1 0 0,-1 0 1 0 0,0-1-1 0 0,1 1 1 0 0,-1 0-1 0 0,0 0 1 0 0,1-1-1 0 0,-1 1 0 0 0,0-1 1 0 0,0 1-1 0 0,0-1 1 0 0,0 1-1 0 0,0-1 1 0 0,-1 1-1 0 0,1 0-5 0 0,0-1-1 0 0,0 0 1 0 0,0 1 0 0 0,0-1 0 0 0,0 1-1 0 0,1 0 1 0 0,-1-1 0 0 0,0 1 0 0 0,0 0-1 0 0,0 0 1 0 0,1-1 0 0 0,-1 1-1 0 0,0 0 1 0 0,1 0 0 0 0,-1 0 0 0 0,0 0-1 0 0,1 0 1 0 0,-1 0 0 0 0,1 0-1 0 0,0 0 1 0 0,-1 0 0 0 0,1 0 0 0 0,0 0-1 0 0,0 0 1 0 0,-1 0 0 0 0,1 0-1 0 0,0 2 1 0 0,1 20 280 0 0,0-16-200 0 0,0-1-1 0 0,-1 1 1 0 0,0 0 0 0 0,0-1 0 0 0,0 1 0 0 0,-1-1 0 0 0,0 1-1 0 0,-1-1 1 0 0,-2 9 0 0 0,-18 20 278 0 0,11 5-1 0 0,-10 1-119 0 0,10-8-81 0 0,-44 38 534 0 0,43-50-482 0 0,10-17-202 0 0,0-1-1 0 0,1 0 1 0 0,-1 0 0 0 0,0 0 0 0 0,-1 0 0 0 0,1 0 0 0 0,0-1 0 0 0,-1 1 0 0 0,-4 3-1 0 0,-20 17 5 0 0,16 1-67 0 0,0-15-45 0 0,10-9 89 0 0,0 1 0 0 0,0-1 0 0 0,0 1 1 0 0,0 0-1 0 0,0-1 0 0 0,0 1 0 0 0,0 0 0 0 0,0 0 0 0 0,0 0 1 0 0,1 0-1 0 0,-1 0 0 0 0,0 0 0 0 0,0 0 0 0 0,1 0 1 0 0,-1 0-1 0 0,1 0 0 0 0,-1 0 0 0 0,1 0 0 0 0,0 1 1 0 0,-1-1-1 0 0,1 0 0 0 0,0 0 0 0 0,0 0 0 0 0,0 0 1 0 0,0 1-1 0 0,0-1 0 0 0,0 2 0 0 0,0-2 31 0 0,0 0 0 0 0,-1 0 0 0 0,1 0 0 0 0,0 0 0 0 0,0 0 0 0 0,-1 0 0 0 0,1 0 0 0 0,-1 0-1 0 0,1 0 1 0 0,-1 0 0 0 0,1 0 0 0 0,-1 0 0 0 0,1 0 0 0 0,-1 0 0 0 0,0 0 0 0 0,0-1 0 0 0,1 1 0 0 0,-1 0 0 0 0,0 0 0 0 0,0-1 0 0 0,0 1 0 0 0,0 0-1 0 0,0-1 1 0 0,0 1 0 0 0,0-1 0 0 0,0 0 0 0 0,0 1 0 0 0,0-1 0 0 0,-2 1 0 0 0,-2 1 11 0 0,-1 5-46 0 0,6-7 0 0 0,0 1 0 0 0,0-1 0 0 0,-1 1 0 0 0,1-1 0 0 0,0 1 0 0 0,0-1 0 0 0,-1 1 0 0 0,1-1 0 0 0,-1 1 0 0 0,1-1 0 0 0,0 1 0 0 0,-1-1 0 0 0,1 1 0 0 0,-1-1 0 0 0,1 0 0 0 0,-1 1 0 0 0,1-1 0 0 0,-1 0 0 0 0,1 1 0 0 0,-1-1 0 0 0,1 0 0 0 0,-1 0 0 0 0,0 1 0 0 0,1-1 0 0 0,-1 0 0 0 0,1 0 0 0 0,-1 0 0 0 0,0 0 0 0 0,1 0 0 0 0,-1 0 0 0 0,0 0 0 0 0,0 0 0 0 0,0 0 0 0 0,1 0 0 0 0,-1 0 0 0 0,0 0 0 0 0,1 0 0 0 0,-1 0 0 0 0,1 0 0 0 0,-1 0 0 0 0,0 0 0 0 0,1 0 0 0 0,-1 0 0 0 0,1 0 0 0 0,-1 1 0 0 0,0-1 0 0 0,1 0 0 0 0,-1 0 0 0 0,1 1 0 0 0,-1-1 0 0 0,1 0 0 0 0,-1 1 0 0 0,1-1 0 0 0,-1 1 0 0 0,1-1 0 0 0,0 1 0 0 0,-1-1 0 0 0,1 0 0 0 0,-1 1 0 0 0,1 0 0 0 0,0-1 0 0 0,0 1 0 0 0,-1-1 0 0 0,1 1 0 0 0,0 0 0 0 0,0 2 0 0 0,0-1 0 0 0,0 0 0 0 0,0 1 0 0 0,0-1 0 0 0,-1 0 0 0 0,1 1 0 0 0,0-1 0 0 0,-1 0 0 0 0,0 1 0 0 0,-1 2 0 0 0,2-4 0 0 0,-1-1 0 0 0,0 1 0 0 0,0-1 0 0 0,0 1 0 0 0,1-1 0 0 0,-1 1 0 0 0,0-1 0 0 0,0 1 0 0 0,0-1 0 0 0,0 0 0 0 0,0 1 0 0 0,0-1 0 0 0,0 0 0 0 0,0 0 0 0 0,0 0 0 0 0,-1 1 0 0 0,-5 0 0 0 0,7-1 0 0 0,0 0 0 0 0,0 0 0 0 0,-1 0 0 0 0,1 0 0 0 0,0 0 0 0 0,0 0 0 0 0,0 0 0 0 0,-1 0 0 0 0,1 0 0 0 0,0 0 0 0 0,0 0 0 0 0,0 0 0 0 0,-1 0 0 0 0,1 0 0 0 0,0 1 0 0 0,0-1 0 0 0,0 0 0 0 0,-1 0 0 0 0,1 0 0 0 0,0 0 0 0 0,0 0 0 0 0,0 1 0 0 0,0-1 0 0 0,0 0 0 0 0,-1 0 0 0 0,1 0 0 0 0,0 1 0 0 0,0-1 0 0 0,0 0 0 0 0,0 0 0 0 0,0 0 0 0 0,0 1 0 0 0,0-1 0 0 0,0 0 0 0 0,0 0 0 0 0,0 1 0 0 0,0-1 0 0 0,0 0 0 0 0,0 0 0 0 0,0 0 0 0 0,0 1 0 0 0,0 24 0 0 0,0-20 0 0 0,5-4 0 0 0,-2-1 0 0 0,-2 0 0 0 0,0 0 0 0 0,0 0 0 0 0,0-1 0 0 0,0 1 0 0 0,0 0 0 0 0,0 0 0 0 0,0 0 0 0 0,0 1 0 0 0,0-1 0 0 0,0 0 0 0 0,0 0 0 0 0,0 0 0 0 0,0 1 0 0 0,-1-1 0 0 0,1 0 0 0 0,0 1 0 0 0,0-1 0 0 0,0 1 0 0 0,0-1 0 0 0,0 1 0 0 0,-1-1 0 0 0,1 1 0 0 0,0 0 0 0 0,-1-1 0 0 0,1 1 0 0 0,1 1 0 0 0,-2-1 0 0 0,1 0 0 0 0,0 0 0 0 0,0-1 0 0 0,0 1 0 0 0,0 0 0 0 0,0-1 0 0 0,1 1 0 0 0,-1-1 0 0 0,0 1 0 0 0,0-1 0 0 0,0 0 0 0 0,0 1 0 0 0,1-1 0 0 0,-1 0 0 0 0,0 0 0 0 0,0 0 0 0 0,0 0 0 0 0,1 0 0 0 0,-1 0 0 0 0,3 0 0 0 0,-3 0 0 0 0,23 4 0 0 0,0-1 0 0 0,35 0 0 0 0,19 0 0 0 0,98 6 0 0 0,149 12 0 0 0,-6 23 0 0 0,-268-33 0 0 0,192 34 0 0 0,-238-45 4 0 0,37 8-977 0 0,-13 2-4154 0 0,-1-8-10179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5:51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1620 349 80 0 0,'0'-2'158'0'0,"0"1"0"0"0,0-1 0 0 0,0 1 1 0 0,0-1-1 0 0,0 1 0 0 0,0-1 0 0 0,0 1 0 0 0,-1-1 0 0 0,1 1 1 0 0,0 0-1 0 0,-1-1 0 0 0,0 1 0 0 0,1-1 0 0 0,-1 1 0 0 0,0 0 0 0 0,1 0 1 0 0,-1-1-1 0 0,0 1 0 0 0,0 0 0 0 0,0 0 0 0 0,0 0 0 0 0,0 0 0 0 0,-2-1 1 0 0,-5-5 340 0 0,5-2 240 0 0,3 8-674 0 0,0 1 1 0 0,0-1-1 0 0,0 0 1 0 0,0 1-1 0 0,0-1 1 0 0,0 1-1 0 0,0-1 1 0 0,0 1-1 0 0,0-1 1 0 0,0 1-1 0 0,-1-1 1 0 0,1 1 0 0 0,0-1-1 0 0,0 1 1 0 0,-1-1-1 0 0,1 1 1 0 0,0-1-1 0 0,-1 1 1 0 0,1 0-1 0 0,0-1 1 0 0,-1 1-1 0 0,1-1 1 0 0,-1 1 0 0 0,1 0-1 0 0,-1-1 1 0 0,0 1-1 0 0,-1-1 284 0 0,0 1-227 0 0,1-1 0 0 0,0 1 0 0 0,-1-1-1 0 0,1 1 1 0 0,-1-1 0 0 0,1 0 0 0 0,0 1 0 0 0,-1-1 0 0 0,1 0 0 0 0,0 0 0 0 0,0 0 0 0 0,0 0 0 0 0,0 0 0 0 0,0 0 0 0 0,0 0 0 0 0,0 0 0 0 0,0-1 0 0 0,0 1 0 0 0,-1-2 0 0 0,2 2-28 0 0,0 1-1 0 0,-1-1 1 0 0,1 0-1 0 0,-1 1 1 0 0,1-1-1 0 0,0 1 1 0 0,-1-1 0 0 0,1 0-1 0 0,-1 1 1 0 0,0-1-1 0 0,1 1 1 0 0,-1-1-1 0 0,1 1 1 0 0,-1 0 0 0 0,0-1-1 0 0,1 1 1 0 0,-1 0-1 0 0,0-1 1 0 0,1 1-1 0 0,-1 0 1 0 0,0 0-1 0 0,0-1 1 0 0,-1 1 0 0 0,-26-6 1936 0 0,11 2-770 0 0,6 1-571 0 0,0 0 0 0 0,-1 0 0 0 0,1 1 1 0 0,-1 1-1 0 0,-12-1 0 0 0,-25-3 538 0 0,33 3-872 0 0,0 1-1 0 0,0 0 1 0 0,1 1-1 0 0,-1 1 1 0 0,0 0-1 0 0,-20 5 1 0 0,-1 2 61 0 0,0 1 1 0 0,0 2 0 0 0,-59 27 0 0 0,78-31-320 0 0,0 2-1 0 0,1 0 1 0 0,-22 16 0 0 0,32-20-84 0 0,0-1 0 0 0,0 0-1 0 0,0 0 1 0 0,0-1 0 0 0,-1 0 0 0 0,-11 4 0 0 0,13-6-12 0 0,-1 1 1 0 0,1 0-1 0 0,0 1 1 0 0,1-1-1 0 0,-1 1 1 0 0,0 0-1 0 0,1 1 1 0 0,0-1-1 0 0,0 1 1 0 0,-6 5 0 0 0,-5 5-7 0 0,0-1 0 0 0,-1-1 0 0 0,0 0 1 0 0,-22 10-1 0 0,-8 5 29 0 0,-13 8-2 0 0,46-28-58 0 0,1 0 1 0 0,0 1-1 0 0,-23 20 0 0 0,20-15 56 0 0,-1 0 1 0 0,0-1-1 0 0,-1-1 0 0 0,0 0 0 0 0,-27 10 0 0 0,-20 21 73 0 0,58-39-85 0 0,0-1 1 0 0,0 1-1 0 0,1 1 0 0 0,-1-1 1 0 0,1 1-1 0 0,0 1 0 0 0,-8 6 1 0 0,3 4-73 0 0,9-12 55 0 0,0 0 1 0 0,0-1 0 0 0,0 1 0 0 0,0 0-1 0 0,-1-1 1 0 0,1 0 0 0 0,-1 0-1 0 0,0 0 1 0 0,-3 3 0 0 0,-16 6-1 0 0,-7 6 52 0 0,27-16-38 0 0,1 0 0 0 0,0 0 0 0 0,0 0 0 0 0,0 0 0 0 0,0 0 0 0 0,0 0 0 0 0,1 0 0 0 0,-1 0 0 0 0,0 0 0 0 0,0 1 0 0 0,1-1 0 0 0,-1 0 0 0 0,1 0 0 0 0,-1 1-1 0 0,1-1 1 0 0,-1 0 0 0 0,1 1 0 0 0,0-1 0 0 0,0 3 0 0 0,-1-2-1 0 0,1 0-1 0 0,0-1 0 0 0,-1 1 0 0 0,1 0 1 0 0,-1 0-1 0 0,1 0 0 0 0,-1 0 1 0 0,0 0-1 0 0,0-1 0 0 0,0 1 1 0 0,0 0-1 0 0,0-1 0 0 0,0 1 0 0 0,-1-1 1 0 0,1 1-1 0 0,-1-1 0 0 0,-1 2 1 0 0,-34 23-53 0 0,32-23 10 0 0,0 0-1 0 0,0 1 0 0 0,0-1 1 0 0,1 1-1 0 0,-1 0 0 0 0,-4 5 0 0 0,-23 34 67 0 0,30-41-13 0 0,1 1 0 0 0,0 0-1 0 0,0-1 1 0 0,0 1 0 0 0,0 0-1 0 0,1 0 1 0 0,-1-1 0 0 0,1 1-1 0 0,0 0 1 0 0,0 0 0 0 0,0 0 0 0 0,0 0-1 0 0,0 0 1 0 0,1 4 0 0 0,0-5-27 0 0,-1 1 0 0 0,1-1 0 0 0,-1 1 1 0 0,0 0-1 0 0,0-1 0 0 0,0 1 0 0 0,0 0 0 0 0,-1-1 1 0 0,1 1-1 0 0,-1 0 0 0 0,1-1 0 0 0,-1 1 1 0 0,-2 4-1 0 0,-9 3-59 0 0,11-10 69 0 0,0 1-1 0 0,0 0 1 0 0,0 0 0 0 0,0-1 0 0 0,0 1 0 0 0,0 0 0 0 0,0 0 0 0 0,0 0 0 0 0,1 0 0 0 0,-1 0-1 0 0,0 0 1 0 0,0 0 0 0 0,1 0 0 0 0,-1 0 0 0 0,1 1 0 0 0,-1-1 0 0 0,1 0 0 0 0,-1 0 0 0 0,1 1 0 0 0,0-1-1 0 0,0 0 1 0 0,0 0 0 0 0,-1 3 0 0 0,1 119 70 0 0,1-120-68 0 0,-1 0 0 0 0,0 1-1 0 0,1-1 1 0 0,-1 0 0 0 0,1 0 0 0 0,0 0 0 0 0,0 0 0 0 0,1 0 0 0 0,-1 0 0 0 0,0 0 0 0 0,1-1-1 0 0,0 1 1 0 0,2 3 0 0 0,7 11 3 0 0,0 18-15 0 0,-1-17-14 0 0,-8-14 24 0 0,0-1 0 0 0,0 0 0 0 0,0 0 0 0 0,-1 1 0 0 0,1-1 0 0 0,-1 1 0 0 0,0-1 0 0 0,0 1 0 0 0,0 0 0 0 0,0-1 0 0 0,-1 1-1 0 0,1 5 1 0 0,-2 28-10 0 0,0-21-56 0 0,1 0-1 0 0,0 0 1 0 0,1 0 0 0 0,5 22-1 0 0,5-5-2 0 0,-8-24 85 0 0,0 0-1 0 0,0-1 0 0 0,-1 1 0 0 0,0 0 0 0 0,0 0 0 0 0,-1 11 1 0 0,0-16-13 0 0,-1 0-1 0 0,1 0 1 0 0,0 0 0 0 0,0 0 0 0 0,0 0 0 0 0,1-1 0 0 0,0 1 0 0 0,-1 0 0 0 0,1-1 0 0 0,0 1 0 0 0,1-1-1 0 0,-1 0 1 0 0,0 0 0 0 0,1 0 0 0 0,0 0 0 0 0,0 0 0 0 0,0 0 0 0 0,6 3 0 0 0,15 18-38 0 0,-14-13 26 0 0,-1 1 1 0 0,0 0 0 0 0,0 1 0 0 0,-1-1 0 0 0,7 15 0 0 0,-13-19 21 0 0,1-1 1 0 0,0 0-1 0 0,0 1 1 0 0,1-2-1 0 0,0 1 1 0 0,0 0-1 0 0,0-1 1 0 0,1 0-1 0 0,0 0 1 0 0,0 0-1 0 0,1-1 1 0 0,0 1-1 0 0,10 7 1 0 0,3 3 42 0 0,-1 1 0 0 0,0 0 1 0 0,25 35-1 0 0,50 51-333 0 0,-92-101 280 0 0,-1-1 1 0 0,1 0-1 0 0,0 1 1 0 0,-1-1-1 0 0,1 0 0 0 0,-1 1 1 0 0,0-1-1 0 0,1 1 1 0 0,-1-1-1 0 0,0 1 1 0 0,0-1-1 0 0,0 1 0 0 0,0 1 1 0 0,0-2 4 0 0,0 0 1 0 0,0 0 0 0 0,0 0-1 0 0,0 0 1 0 0,0 0-1 0 0,0 0 1 0 0,1 0 0 0 0,-1 0-1 0 0,0 0 1 0 0,0 0-1 0 0,1 0 1 0 0,-1 0 0 0 0,1 0-1 0 0,-1 0 1 0 0,1 0-1 0 0,-1 0 1 0 0,2 1 0 0 0,7 4 17 0 0,-8-5-21 0 0,0-1 0 0 0,0 0 0 0 0,0 1 0 0 0,0 0 0 0 0,0-1 1 0 0,0 1-1 0 0,0 0 0 0 0,0-1 0 0 0,0 1 0 0 0,0 0 1 0 0,-1 0-1 0 0,1 0 0 0 0,0-1 0 0 0,0 1 0 0 0,-1 0 1 0 0,1 0-1 0 0,-1 0 0 0 0,1 0 0 0 0,-1 1 0 0 0,1-1 1 0 0,-1 0-1 0 0,0 0 0 0 0,0 0 0 0 0,1 0 0 0 0,-1 1 1 0 0,0 0-3 0 0,0-1 0 0 0,0 0 0 0 0,1 1 0 0 0,-1-1 0 0 0,1 0 1 0 0,-1 1-1 0 0,1-1 0 0 0,-1 0 0 0 0,1 0 0 0 0,-1 1 0 0 0,1-1 0 0 0,0 0 1 0 0,0 0-1 0 0,0 0 0 0 0,0 0 0 0 0,0 0 0 0 0,0 0 0 0 0,0 0 0 0 0,0 0 1 0 0,0 0-1 0 0,0-1 0 0 0,0 1 0 0 0,2 0 0 0 0,5 5 37 0 0,1 1-7 0 0,-1 0 0 0 0,2 0 0 0 0,-1-1 0 0 0,1 0 0 0 0,0-1 0 0 0,0 0 0 0 0,0 0 0 0 0,1-1 0 0 0,13 3 0 0 0,9 2-100 0 0,51 7 0 0 0,-11-11 100 0 0,-10-2 6 0 0,145 31-16 0 0,-101-14-13 0 0,-10 3 76 0 0,-66-15-18 0 0,48 8 1 0 0,142 3 71 0 0,-30-4 179 0 0,114 8-116 0 0,97-4 280 0 0,289-19 1081 0 0,-547 7-812 0 0,27 0-44 0 0,115-24-114 0 0,-171 8-448 0 0,-5 3 52 0 0,0 4 1 0 0,116 13 0 0 0,-194-9 163 0 0,61-4 0 0 0,-27-1 497 0 0,-61 3-517 0 0,-5-1-337 0 0,0 1 1 0 0,0 0 0 0 0,0-1-1 0 0,0 1 1 0 0,0 0 0 0 0,0 0-1 0 0,0-1 1 0 0,0 1 0 0 0,0 0-1 0 0,0-1 1 0 0,0 1 0 0 0,1 0-1 0 0,-1 0 1 0 0,0-1 0 0 0,0 1-1 0 0,0 0 1 0 0,0 0 0 0 0,0-1-1 0 0,1 1 1 0 0,-1 0 0 0 0,0 0-1 0 0,0-1 1 0 0,0 1 0 0 0,1 0-1 0 0,-1 0 1 0 0,0 0 0 0 0,0 0-1 0 0,1-1 1 0 0,-1 1 0 0 0,0 0-1 0 0,0 0 1 0 0,1 0 0 0 0,-1 0-1 0 0,1 0 1 0 0,6-3-3 0 0,-6 3 0 0 0,0 0 0 0 0,0 0 0 0 0,0-1 0 0 0,0 1 0 0 0,0 0 0 0 0,0-1 0 0 0,0 1 0 0 0,0-1 0 0 0,0 1 0 0 0,0-1 0 0 0,-1 1 0 0 0,1-1 0 0 0,0 0 0 0 0,0 1 0 0 0,-1-1 0 0 0,1 0 0 0 0,0 0 0 0 0,-1 0 0 0 0,1 1 0 0 0,-1-1 0 0 0,1 0 0 0 0,-1 0 0 0 0,1 0 0 0 0,-1 0 0 0 0,0 0 0 0 0,1 0 0 0 0,-1 0 0 0 0,0 0 0 0 0,0 0 0 0 0,0 0 0 0 0,0 0 0 0 0,1 0 0 0 0,-2 0 0 0 0,1 0 0 0 0,0 0 0 0 0,0-1 0 0 0,0-3 0 0 0,1-1 0 0 0,0 1 0 0 0,0 0 0 0 0,1 0 0 0 0,-1 0 0 0 0,1 0 0 0 0,0 0 0 0 0,0 0 0 0 0,1 0 0 0 0,-1 1 0 0 0,1-1 0 0 0,0 1 0 0 0,0 0 0 0 0,1 0 0 0 0,5-5 0 0 0,12-18 0 0 0,1-6 0 0 0,-13 17 0 0 0,2 1 0 0 0,-1 0 0 0 0,2 1 0 0 0,0 0 0 0 0,14-12 0 0 0,67-49 0 0 0,-63 45 0 0 0,-26 25 0 0 0,1 0 0 0 0,0 0 0 0 0,0 0 0 0 0,0 0 0 0 0,11-7 0 0 0,-6 6 0 0 0,-2 2 0 0 0,0-1 0 0 0,-1 0 0 0 0,1-1 0 0 0,-1 1 0 0 0,0-2 0 0 0,-1 1 0 0 0,1-1 0 0 0,-1 0 0 0 0,0 0 0 0 0,7-13 0 0 0,7-18 0 0 0,-8 15 0 0 0,21-33 0 0 0,-6 18 0 0 0,-16 4 0 0 0,-1 15 0 0 0,-7 16 0 0 0,-1 0 0 0 0,0 0 0 0 0,-1 0 0 0 0,1-1 0 0 0,-1 1 0 0 0,1-1 0 0 0,-1 1 0 0 0,0-1 0 0 0,0 0 0 0 0,-1 0 0 0 0,1 1 0 0 0,-1-6 0 0 0,-1-19 0 0 0,1 19 0 0 0,-1 1 0 0 0,1-1 0 0 0,0 1 0 0 0,1 0 0 0 0,-1-1 0 0 0,2 1 0 0 0,3-14 0 0 0,5 4 0 0 0,7-16 0 0 0,-16 32 0 0 0,-1 0 0 0 0,1 1 0 0 0,-1-1 0 0 0,0 0 0 0 0,0 0 0 0 0,1 0 0 0 0,-2 0 0 0 0,1 0 0 0 0,0 0 0 0 0,0 1 0 0 0,0-1 0 0 0,-1 0 0 0 0,1 0 0 0 0,-1 0 0 0 0,0 1 0 0 0,1-1 0 0 0,-1 0 0 0 0,0 1 0 0 0,-1-3 0 0 0,-9-7 0 0 0,10 10 0 0 0,-1 0 0 0 0,1 0 0 0 0,0-1 0 0 0,0 1 0 0 0,0 0 0 0 0,0 0 0 0 0,0-1 0 0 0,0 1 0 0 0,0 0 0 0 0,0-1 0 0 0,0 1 0 0 0,0-1 0 0 0,1 1 0 0 0,-1-1 0 0 0,1 1 0 0 0,-1-1 0 0 0,1 0 0 0 0,0 1 0 0 0,-1-3 0 0 0,-4-16 0 0 0,-17-22 0 0 0,16 19 0 0 0,5 19 0 0 0,1 1 0 0 0,-1 0 0 0 0,0 0 0 0 0,0 0 0 0 0,0 0 0 0 0,-1-1 0 0 0,1 2 0 0 0,-1-1 0 0 0,1 0 0 0 0,-1 0 0 0 0,0 0 0 0 0,0 1 0 0 0,0-1 0 0 0,-1 1 0 0 0,1 0 0 0 0,-1-1 0 0 0,-2-1 0 0 0,-16-13 0 0 0,1-2 0 0 0,0 0 0 0 0,2-1 0 0 0,0-1 0 0 0,-16-25 0 0 0,-36-42 0 0 0,35 51 0 0 0,16 18 0 0 0,0-1 0 0 0,-22-33 0 0 0,23 25 0 0 0,4 5 0 0 0,0 1 0 0 0,-2 0 0 0 0,-25-26 0 0 0,-84-69 0 0 0,115 106 0 0 0,0 1 0 0 0,-1 0 0 0 0,0 0 0 0 0,-1 1 0 0 0,0 1 0 0 0,-1 0 0 0 0,1 0 0 0 0,-1 2 0 0 0,-1-1 0 0 0,1 2 0 0 0,-21-7 0 0 0,-8-3 0 0 0,-212-95 0 0 0,117 58 0 0 0,-113-48 0 0 0,221 87 0 0 0,-12-7 0 0 0,-2 3 0 0 0,-45-13 0 0 0,-884-178 0 0 0,505 159-673 0 0,361 46-841 0 0,-1 4 0 0 0,-137 20-1 0 0,185-10-3970 0 0,-85 26 0 0 0,-50 28-9575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05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1 729 640 0 0,'5'1'3002'0'0,"-1"0"-2510"0"0,-3-1-330 0 0,0 0 1 0 0,0 0-1 0 0,0 1 0 0 0,0-1 0 0 0,0 0 0 0 0,0 0 1 0 0,0 1-1 0 0,0-1 0 0 0,0 1 0 0 0,0-1 1 0 0,0 1-1 0 0,0-1 0 0 0,0 1 0 0 0,0-1 0 0 0,0 1 1 0 0,-1 0-1 0 0,1-1 0 0 0,0 1 0 0 0,-1 0 0 0 0,1 0 1 0 0,0 0-1 0 0,-1 0 0 0 0,1-1 0 0 0,-1 1 0 0 0,1 0 1 0 0,-1 0-1 0 0,0 0 0 0 0,1 0 0 0 0,-1 0 0 0 0,0 0 1 0 0,1 0-1 0 0,-1 0 0 0 0,0 0 0 0 0,0 0 0 0 0,0 0 1 0 0,0 0-1 0 0,0 2 0 0 0,0-2-102 0 0,0 0 0 0 0,0 0 0 0 0,1 0 0 0 0,-1 0 0 0 0,0 0 0 0 0,1 0 0 0 0,-1 0 0 0 0,1 0 0 0 0,0 0 0 0 0,-1 0 0 0 0,1 0 0 0 0,0 0 0 0 0,-1 0 0 0 0,1 0 0 0 0,0 0 0 0 0,0-1 0 0 0,0 1 0 0 0,0 0 0 0 0,0-1 0 0 0,0 1 0 0 0,0 0 0 0 0,0-1 0 0 0,0 0 0 0 0,0 1 0 0 0,1 0 0 0 0,6 3 194 0 0,-2 2-132 0 0,1 0-1 0 0,-1 1 1 0 0,-1 0-1 0 0,1 0 1 0 0,-1 0 0 0 0,0 1-1 0 0,6 12 1 0 0,8 15 39 0 0,-15-29-128 0 0,5 9 82 0 0,1 0 0 0 0,0-1 1 0 0,23 23-1 0 0,-27-30-87 0 0,-1-1 0 0 0,1 1 0 0 0,-1 0 1 0 0,6 13-1 0 0,-7-13 48 0 0,1 0 0 0 0,-1 0-1 0 0,1 0 1 0 0,9 9 0 0 0,-4-6 51 0 0,1 0 0 0 0,0-1 1 0 0,1 0-1 0 0,0-1 0 0 0,0 0 0 0 0,0-1 1 0 0,1 0-1 0 0,26 9 0 0 0,-35-15-109 0 0,0 0 0 0 0,1 0 1 0 0,-1 0-1 0 0,0-1 0 0 0,1 0 0 0 0,-1 0 0 0 0,0 0 0 0 0,1 0 0 0 0,-1-1 0 0 0,0 1 0 0 0,0-1 0 0 0,1 0 1 0 0,-1-1-1 0 0,0 1 0 0 0,0-1 0 0 0,0 1 0 0 0,0-1 0 0 0,-1 0 0 0 0,1-1 0 0 0,0 1 0 0 0,-1-1 0 0 0,1 1 1 0 0,-1-1-1 0 0,0 0 0 0 0,0 0 0 0 0,0-1 0 0 0,-1 1 0 0 0,1-1 0 0 0,-1 1 0 0 0,0-1 0 0 0,1 0 0 0 0,-2 0 1 0 0,3-4-1 0 0,34-89 195 0 0,-27 70-166 0 0,70-190-54 0 0,-15 29 247 0 0,-58 160 23 0 0,0-2-1 0 0,-2 1 1 0 0,-1-1-1 0 0,-1 0 1 0 0,-2 0-1 0 0,-3-54 1 0 0,1 52-73 0 0,1 11 16 0 0,1 1 1 0 0,0-1 0 0 0,2 1-1 0 0,0 0 1 0 0,9-24 0 0 0,-11 38-140 0 0,-2 4-30 0 0,1-1-1 0 0,0 1 1 0 0,-1 0 0 0 0,1 0-1 0 0,-1-1 1 0 0,0 1 0 0 0,0 0-1 0 0,0-1 1 0 0,0 1 0 0 0,0 0-1 0 0,0-1 1 0 0,-1 1 0 0 0,1 0-1 0 0,-1 0 1 0 0,1-1 0 0 0,-1 1-1 0 0,0 0 1 0 0,0 0 0 0 0,0 0-1 0 0,0 0 1 0 0,0 0 0 0 0,-1 0-1 0 0,1 0 1 0 0,-4-3 0 0 0,4 3 37 0 0,-1 1 1 0 0,1-1-1 0 0,0 0 0 0 0,-1 0 1 0 0,1 0-1 0 0,0 0 1 0 0,0 0-1 0 0,0 0 1 0 0,0 0-1 0 0,1 0 1 0 0,-1 0-1 0 0,1 0 0 0 0,-1-1 1 0 0,1 1-1 0 0,-1-3 1 0 0,1-1 912 0 0,0 12-164 0 0,0-6-778 0 0,-1 1-1 0 0,1-1 0 0 0,0 1 0 0 0,0-1 0 0 0,0 1 0 0 0,0 0 0 0 0,1-1 0 0 0,-1 1 0 0 0,0-1 0 0 0,0 1 1 0 0,0-1-1 0 0,0 1 0 0 0,0-1 0 0 0,1 1 0 0 0,-1-1 0 0 0,0 1 0 0 0,1-1 0 0 0,-1 1 0 0 0,0-1 0 0 0,1 1 1 0 0,-1-1-1 0 0,0 1 0 0 0,1-1 0 0 0,-1 0 0 0 0,1 1 0 0 0,0-1 0 0 0,42-2 25 0 0,66-12 1 0 0,38-4 378 0 0,49 19 32 0 0,433 48 641 0 0,57 11 253 0 0,-628-54-1216 0 0,47 2-2197 0 0,-154-2-11034 0 0,-65-6 3029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06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33 148 1601 0 0,'-1'-9'1545'0'0,"1"8"-1246"0"0,0-1 1 0 0,-1 0 0 0 0,1 0 0 0 0,0 0 0 0 0,0 0 0 0 0,0 0 0 0 0,0 0 0 0 0,1 0 0 0 0,-1 0 0 0 0,1 1-1 0 0,-1-1 1 0 0,1 0 0 0 0,-1 0 0 0 0,1 0 0 0 0,0 1 0 0 0,1-4 0 0 0,12-7 521 0 0,0 0 0 0 0,1 1 1 0 0,0 1-1 0 0,18-10 0 0 0,7-4-459 0 0,-37 22-358 0 0,1 0 0 0 0,-1 0-1 0 0,1 0 1 0 0,0 1-1 0 0,-1-1 1 0 0,1 1-1 0 0,0 0 1 0 0,0 0-1 0 0,0 0 1 0 0,0 1-1 0 0,0-1 1 0 0,0 1-1 0 0,4 0 1 0 0,5 2 267 0 0,-1 0 0 0 0,0 1 0 0 0,19 6 0 0 0,-24-7-152 0 0,-6-2-77 0 0,0 0 0 0 0,0 1-1 0 0,0-1 1 0 0,0 0-1 0 0,1 0 1 0 0,-1 0 0 0 0,0 1-1 0 0,0-1 1 0 0,0 1 0 0 0,0-1-1 0 0,0 1 1 0 0,0-1-1 0 0,0 1 1 0 0,0 0 0 0 0,-1-1-1 0 0,1 1 1 0 0,0 0 0 0 0,0 0-1 0 0,0-1 1 0 0,-1 1-1 0 0,1 0 1 0 0,0 0 0 0 0,-1 0-1 0 0,1 0 1 0 0,-1 0-1 0 0,1 0 1 0 0,-1 0 0 0 0,1 0-1 0 0,-1 0 1 0 0,0 0 0 0 0,0 0-1 0 0,1 0 1 0 0,-1 2-1 0 0,0-1 37 0 0,0-1 0 0 0,0 1-1 0 0,0-1 1 0 0,1 1 0 0 0,-1-1-1 0 0,0 1 1 0 0,1-1 0 0 0,-1 1-1 0 0,1-1 1 0 0,0 1 0 0 0,-1-1 0 0 0,1 0-1 0 0,0 1 1 0 0,0-1 0 0 0,0 0-1 0 0,0 0 1 0 0,0 0 0 0 0,0 0-1 0 0,0 0 1 0 0,2 2 0 0 0,-1-2-25 0 0,-1 0 1 0 0,0 0 0 0 0,1 0 0 0 0,-1 1 0 0 0,0-1-1 0 0,0 0 1 0 0,0 1 0 0 0,0-1 0 0 0,0 1 0 0 0,0-1 0 0 0,0 1-1 0 0,-1 0 1 0 0,1-1 0 0 0,0 1 0 0 0,-1 0 0 0 0,1 0-1 0 0,-1-1 1 0 0,0 1 0 0 0,0 0 0 0 0,0 3 0 0 0,1-2 11 0 0,-1 0 1 0 0,0 0-1 0 0,1 0 1 0 0,-1 0-1 0 0,1 0 1 0 0,0 0-1 0 0,0 0 1 0 0,1 0-1 0 0,-1 0 1 0 0,0 0-1 0 0,1 0 1 0 0,0-1 0 0 0,2 4-1 0 0,-2-4-16 0 0,-1 1 0 0 0,1-1-1 0 0,0 1 1 0 0,-1 0 0 0 0,1 0 0 0 0,-1 0 0 0 0,0 0 0 0 0,0 0-1 0 0,0 0 1 0 0,0 0 0 0 0,-1 0 0 0 0,1 0 0 0 0,-1 4-1 0 0,1 16 203 0 0,0-17-227 0 0,0 0 1 0 0,-1 0-1 0 0,0 0 1 0 0,0 0-1 0 0,0 0 1 0 0,-1 0-1 0 0,0 0 1 0 0,0 0 0 0 0,0 0-1 0 0,-3 7 1 0 0,-1-8 2 0 0,0 0 0 0 0,0 0 0 0 0,0 0 0 0 0,-1-1 0 0 0,-7 6 0 0 0,-8 5 117 0 0,-2 4-27 0 0,-1-2-1 0 0,0 0 0 0 0,-41 19 1 0 0,65-35-116 0 0,-93 50 79 0 0,88-49-56 0 0,0 1 0 0 0,-1-1-1 0 0,1 0 1 0 0,-1 0 0 0 0,1 0-1 0 0,-1-1 1 0 0,0 0 0 0 0,0 0-1 0 0,-7 0 1 0 0,12-1-42 0 0,0 0 1 0 0,-1 0-1 0 0,1 0 0 0 0,-1 0 1 0 0,1 0-1 0 0,0-1 0 0 0,-1 1 1 0 0,1 0-1 0 0,0-1 0 0 0,-1 1 0 0 0,1-1 1 0 0,0 1-1 0 0,0-1 0 0 0,-1 1 1 0 0,1-1-1 0 0,0 0 0 0 0,0 0 1 0 0,0 0-1 0 0,0 0 0 0 0,0 0 0 0 0,0 0 1 0 0,0 0-1 0 0,0 0 0 0 0,1 0 1 0 0,-1 0-1 0 0,0 0 0 0 0,0 0 1 0 0,1-1-1 0 0,-1 1 0 0 0,1 0 0 0 0,-1 0 1 0 0,1-1-1 0 0,0 1 0 0 0,0 0 1 0 0,-1-1-1 0 0,1 1 0 0 0,0-1 1 0 0,0-1-1 0 0,0 1-13 0 0,0 0 1 0 0,0 0-1 0 0,1 0 1 0 0,-1 0-1 0 0,0 0 1 0 0,1 0-1 0 0,-1 0 0 0 0,1 0 1 0 0,0 0-1 0 0,0 0 1 0 0,0 0-1 0 0,0 0 1 0 0,0 0-1 0 0,0 0 1 0 0,0 1-1 0 0,1-1 1 0 0,-1 0-1 0 0,0 1 1 0 0,1-1-1 0 0,-1 1 1 0 0,1 0-1 0 0,0-1 0 0 0,2 0 1 0 0,9-9-51 0 0,-10 8 57 0 0,1 1-1 0 0,-1-1 1 0 0,1 1-1 0 0,-1 0 1 0 0,1-1 0 0 0,0 2-1 0 0,0-1 1 0 0,0 0-1 0 0,0 1 1 0 0,0 0 0 0 0,0 0-1 0 0,0 0 1 0 0,0 0-1 0 0,0 1 1 0 0,9 0 0 0 0,-10 0 42 0 0,0 0-1 0 0,0 1 1 0 0,0 0 0 0 0,0 0 0 0 0,0 0 0 0 0,0 0 0 0 0,0 0 0 0 0,0 0 0 0 0,-1 1 0 0 0,1-1 0 0 0,0 1 0 0 0,-1 0 0 0 0,1 0 0 0 0,-1 0 0 0 0,1 0 0 0 0,-1 0 0 0 0,0 0-1 0 0,0 1 1 0 0,0-1 0 0 0,0 1 0 0 0,-1 0 0 0 0,1-1 0 0 0,1 5 0 0 0,4 6 211 0 0,1-1-1 0 0,1 0 1 0 0,16 18-1 0 0,8 10 432 0 0,-17 3-6 0 0,-13-39-672 0 0,-1-1 0 0 0,1 1 0 0 0,1-1 0 0 0,-1 0 0 0 0,0 0 0 0 0,1 0 0 0 0,0-1 0 0 0,4 4 0 0 0,12 9-287 0 0,-8-3-162 0 0,-11-10 301 0 0,1 0 0 0 0,0 0-1 0 0,0 0 1 0 0,0 0 0 0 0,0-1 0 0 0,0 1 0 0 0,0-1 0 0 0,0 1 0 0 0,0-1 0 0 0,5 2 0 0 0,9 4-1219 0 0,-11-6 316 0 0,-1 1-1 0 0,1 0 1 0 0,-1 0-1 0 0,1 0 1 0 0,-1 1-1 0 0,8 5 1 0 0,-13-7 503 0 0,-1 0 0 0 0,1 0 0 0 0,0-1 0 0 0,-1 1 0 0 0,1 0 0 0 0,0 0 0 0 0,-1-1 0 0 0,1 1 0 0 0,-1-1 0 0 0,1 1 0 0 0,-1-1 0 0 0,1 0 0 0 0,-3 1 0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06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 1 2081 0 0,'0'0'4269'0'0,"-5"0"-2415"0"0,5 0-1669 0 0,-2 0-40 0 0,1 0 0 0 0,-1-1 1 0 0,1 1-1 0 0,-1 0 0 0 0,1 0 1 0 0,0 0-1 0 0,-1 0 0 0 0,1 1 1 0 0,-1-1-1 0 0,1 0 1 0 0,-1 1-1 0 0,1-1 0 0 0,0 1 1 0 0,-1-1-1 0 0,1 1 0 0 0,0 0 1 0 0,-2 0-1 0 0,3 0 789 0 0,-2-1-856 0 0,0 0-1 0 0,1 0 1 0 0,-1 0 0 0 0,0 1-1 0 0,0-1 1 0 0,1 0 0 0 0,-1 1 0 0 0,0-1-1 0 0,1 1 1 0 0,-1-1 0 0 0,-2 2 0 0 0,0 0 56 0 0,-1-1-27 0 0,0 1-1 0 0,1-1 1 0 0,-1 1-1 0 0,1 0 1 0 0,-1 0-1 0 0,1 0 1 0 0,0 0 0 0 0,0 1-1 0 0,-8 5 1 0 0,10-5-50 0 0,0-1 0 0 0,1 0 0 0 0,-1 1 0 0 0,0-1 0 0 0,1 1 1 0 0,-1-1-1 0 0,1 1 0 0 0,0 0 0 0 0,0 0 0 0 0,0 0 0 0 0,0-1 0 0 0,0 1 1 0 0,1 0-1 0 0,-1 0 0 0 0,1 0 0 0 0,0 0 0 0 0,0 4 0 0 0,-1 11 359 0 0,0-12-262 0 0,1-1 1 0 0,0 1-1 0 0,0 0 1 0 0,0 0-1 0 0,1 0 1 0 0,0 0 0 0 0,0-1-1 0 0,0 1 1 0 0,2 5-1 0 0,19 21 393 0 0,-21-29-537 0 0,1-1-1 0 0,-1 1 1 0 0,1-1-1 0 0,-1 1 1 0 0,1-1-1 0 0,0 1 1 0 0,0-1-1 0 0,0 0 1 0 0,0 0-1 0 0,0 0 1 0 0,1 0-1 0 0,-1 0 1 0 0,0-1-1 0 0,1 1 1 0 0,0-1 0 0 0,-1 1-1 0 0,1-1 1 0 0,0 0-1 0 0,0 0 1 0 0,-1 0-1 0 0,1-1 1 0 0,0 1-1 0 0,0-1 1 0 0,0 1-1 0 0,0-1 1 0 0,0 0-1 0 0,5-1 1 0 0,5 2 15 0 0,0-2-1 0 0,0 0 1 0 0,0-1 0 0 0,17-4-1 0 0,-27 6-18 0 0,-1-1 0 0 0,0 1 1 0 0,1-1-1 0 0,-1 0 0 0 0,0 0 0 0 0,1 0 0 0 0,-1 0 0 0 0,0 0 0 0 0,0 0 0 0 0,0-1 0 0 0,0 1 1 0 0,0-1-1 0 0,0 0 0 0 0,-1 1 0 0 0,1-1 0 0 0,0 0 0 0 0,-1 0 0 0 0,1 0 0 0 0,-1 0 1 0 0,0 0-1 0 0,0 0 0 0 0,1 0 0 0 0,-2-1 0 0 0,1 1 0 0 0,0 0 0 0 0,0-1 0 0 0,-1 1 0 0 0,1 0 1 0 0,-1-4-1 0 0,1-8 70 0 0,-1 9-37 0 0,0-1 0 0 0,0 1 0 0 0,0-1-1 0 0,0 1 1 0 0,-1-1 0 0 0,0 1 0 0 0,-3-9 0 0 0,-18-20 241 0 0,15 19-68 0 0,6 13-173 0 0,0-1-1 0 0,0 1 1 0 0,0 0-1 0 0,0 0 1 0 0,0 0 0 0 0,-1 0-1 0 0,1 0 1 0 0,-1 1-1 0 0,1-1 1 0 0,-1 0 0 0 0,1 1-1 0 0,-1-1 1 0 0,0 1-1 0 0,0-1 1 0 0,0 1 0 0 0,0 0-1 0 0,-4-2 1 0 0,-21-11 374 0 0,26 13-378 0 0,0 0-1 0 0,-1 1 0 0 0,1-1 1 0 0,0 0-1 0 0,-1 0 0 0 0,1 1 1 0 0,0-1-1 0 0,-1 1 1 0 0,1-1-1 0 0,-1 1 0 0 0,1 0 1 0 0,0-1-1 0 0,-1 1 0 0 0,1 0 1 0 0,-1 0-1 0 0,1 0 0 0 0,-3 0 1 0 0,-2 1 80 0 0,6-1-100 0 0,0 0 0 0 0,-1 0 1 0 0,1 0-1 0 0,0 0 0 0 0,-1 0 1 0 0,1 1-1 0 0,0-1 0 0 0,-1 0 0 0 0,1 0 1 0 0,0 1-1 0 0,-1-1 0 0 0,1 0 0 0 0,0 0 1 0 0,0 1-1 0 0,-1-1 0 0 0,1 0 1 0 0,0 0-1 0 0,0 1 0 0 0,0-1 0 0 0,-1 0 1 0 0,1 1-1 0 0,0-1 0 0 0,0 0 1 0 0,0 1-1 0 0,0-1 0 0 0,0 1 0 0 0,0-1 1 0 0,0 0-1 0 0,0 1 0 0 0,0-1 0 0 0,0 0 1 0 0,0 1-1 0 0,0-1 0 0 0,0 1 1 0 0,0-1-1 0 0,0 0 0 0 0,0 1 0 0 0,0-1 1 0 0,0 0-1 0 0,1 1 0 0 0,-1 1 66 0 0,0 1-38 0 0,1 0 1 0 0,-1 0-1 0 0,1 1 0 0 0,0-1 1 0 0,0 0-1 0 0,0 0 0 0 0,0 0 1 0 0,0 0-1 0 0,1 0 0 0 0,0 0 1 0 0,-1 0-1 0 0,1 0 0 0 0,0-1 0 0 0,0 1 1 0 0,1 0-1 0 0,3 3 0 0 0,5 6 101 0 0,79 108 668 0 0,-55-72-717 0 0,-30-41-74 0 0,-1 0 0 0 0,0 0 0 0 0,-1 0 0 0 0,0 1 0 0 0,0-1 0 0 0,0 1 0 0 0,2 12 0 0 0,3 9 25 0 0,3-3-5 0 0,-9-23-29 0 0,0 0 0 0 0,-1 1-1 0 0,1-1 1 0 0,-1 0 0 0 0,1 1 0 0 0,-1 0 0 0 0,0-1-1 0 0,0 1 1 0 0,-1-1 0 0 0,1 1 0 0 0,-1 0 0 0 0,0 0-1 0 0,0-1 1 0 0,0 1 0 0 0,0 0 0 0 0,-1-1-1 0 0,-1 7 1 0 0,-5 1 45 0 0,0-1-1 0 0,0 1 0 0 0,-1-2 1 0 0,-1 1-1 0 0,1-1 0 0 0,-1 0 1 0 0,-1-1-1 0 0,-18 12 0 0 0,21-15 40 0 0,-1 0 0 0 0,0-1-1 0 0,-1 0 1 0 0,1 0 0 0 0,-1-1-1 0 0,1 0 1 0 0,-1 0 0 0 0,-18 2 0 0 0,1-2 224 0 0,-39-1 1 0 0,59-2-276 0 0,-15 0 51 0 0,0 0 0 0 0,1-1 0 0 0,-1-1 0 0 0,0-1 0 0 0,1-1 0 0 0,0 0 0 0 0,0-2 0 0 0,0-1 0 0 0,-30-13 0 0 0,23 7-145 0 0,13 7-146 0 0,-1 0 0 0 0,2-1 1 0 0,-1-1-1 0 0,1 0 1 0 0,0 0-1 0 0,1-2 0 0 0,0 1 1 0 0,-12-13-1 0 0,23 20 62 0 0,0 1 0 0 0,-1 0 0 0 0,1 0 0 0 0,0-1-1 0 0,0 1 1 0 0,0-1 0 0 0,0 1 0 0 0,0-1 0 0 0,0 1 0 0 0,0-1-1 0 0,1 0 1 0 0,-1 1 0 0 0,0-1 0 0 0,1 0 0 0 0,0 0 0 0 0,-1 1 0 0 0,1-1-1 0 0,0 0 1 0 0,0 0 0 0 0,0 0 0 0 0,0 0 0 0 0,0 1 0 0 0,0-1 0 0 0,1-2-1 0 0,1 0-313 0 0,1 0 0 0 0,-1 0-1 0 0,1 1 1 0 0,0-1 0 0 0,0 1-1 0 0,0 0 1 0 0,0-1-1 0 0,5-2 1 0 0,8-8-1135 0 0,44-52-6635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07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1 2481 0 0,'0'0'132'0'0,"0"1"-1"0"0,0-1 1 0 0,0 1 0 0 0,-1-1-1 0 0,1 1 1 0 0,0-1-1 0 0,0 0 1 0 0,-1 1-1 0 0,1-1 1 0 0,0 1 0 0 0,-1-1-1 0 0,1 1 1 0 0,0-1-1 0 0,-1 0 1 0 0,1 1 0 0 0,-1-1-1 0 0,1 0 1 0 0,-1 1-1 0 0,1-1 1 0 0,-1 0 0 0 0,1 0-1 0 0,-1 0 1 0 0,1 1-1 0 0,-1-1 1 0 0,1 0 0 0 0,-1 0-1 0 0,1 0 1 0 0,-1 0-1 0 0,1 0 1 0 0,-1 0 0 0 0,1 0-1 0 0,-1 0 1 0 0,1 0-1 0 0,-2 0 1 0 0,2 0-4 0 0,-1 0 0 0 0,0 0 1 0 0,1-1-1 0 0,-1 1 0 0 0,0 0 0 0 0,1 0 1 0 0,-1 1-1 0 0,1-1 0 0 0,-1 0 0 0 0,0 0 1 0 0,1 0-1 0 0,-1 0 0 0 0,0 1 0 0 0,1-1 1 0 0,-1 0-1 0 0,1 0 0 0 0,-1 1 0 0 0,1-1 1 0 0,-1 0-1 0 0,1 1 0 0 0,-1-1 0 0 0,1 1 1 0 0,-1-1-1 0 0,1 1 0 0 0,-1-1 0 0 0,1 1 1 0 0,0-1-1 0 0,-1 1 0 0 0,1-1 0 0 0,0 1 1 0 0,0-1-1 0 0,-1 1 0 0 0,1-1 0 0 0,0 1 1 0 0,0 0-1 0 0,0 0 0 0 0,-1 2 347 0 0,1 0 0 0 0,-1-1 0 0 0,1 1 0 0 0,-1-1 0 0 0,0 1 0 0 0,0 0 0 0 0,0-1 0 0 0,-2 5 0 0 0,-32 43 1196 0 0,26-38-1555 0 0,0-1-1 0 0,1 1 0 0 0,1 1 1 0 0,-9 18-1 0 0,6 2 317 0 0,6-20-163 0 0,0 0 0 0 0,-1 0 0 0 0,-10 19-1 0 0,-8 7 375 0 0,6-11 68 0 0,1 1 0 0 0,-21 53-1 0 0,30-58-321 0 0,6-18-290 0 0,-1 1 0 0 0,0 0 0 0 0,-1-1 0 0 0,1 0 0 0 0,-1 1 0 0 0,0-1 0 0 0,-1 0 1 0 0,-7 9-1 0 0,-9 8 175 0 0,15-20-200 0 0,1 1-1 0 0,1-1 0 0 0,-1 1 1 0 0,1 0-1 0 0,-1 1 0 0 0,1-1 0 0 0,0 0 1 0 0,0 1-1 0 0,1 0 0 0 0,0 0 0 0 0,-1-1 1 0 0,2 1-1 0 0,-1 0 0 0 0,-1 7 1 0 0,3-11-55 0 0,0 0 0 0 0,0-1 0 0 0,0 1 1 0 0,0 0-1 0 0,0 0 0 0 0,0 0 0 0 0,1-1 1 0 0,-1 1-1 0 0,0 0 0 0 0,1 0 0 0 0,-1-1 1 0 0,0 1-1 0 0,1 0 0 0 0,-1-1 0 0 0,0 1 1 0 0,1 0-1 0 0,-1-1 0 0 0,1 1 0 0 0,0-1 1 0 0,-1 1-1 0 0,1-1 0 0 0,-1 1 0 0 0,1-1 1 0 0,0 1-1 0 0,-1-1 0 0 0,1 1 0 0 0,0-1 1 0 0,0 0-1 0 0,-1 0 0 0 0,1 1 0 0 0,0-1 1 0 0,0 0-1 0 0,-1 0 0 0 0,2 0 0 0 0,35-1 136 0 0,-20 0-90 0 0,99 1 124 0 0,-78 2-263 0 0,0-2 0 0 0,0-1 1 0 0,53-9-1 0 0,-54 5-257 0 0,-31 5-96 0 0,0-1 0 0 0,0 1 0 0 0,0-1-1 0 0,0 0 1 0 0,-1-1 0 0 0,1 1 0 0 0,0-1 0 0 0,-1-1 0 0 0,9-3 0 0 0,-8 2 165 0 0,-5 4-166 0 0,1-1 1 0 0,-1 0-1 0 0,1 0 1 0 0,-1 0-1 0 0,1 0 1 0 0,-1 0-1 0 0,0-1 1 0 0,0 1-1 0 0,0 0 1 0 0,1-1-1 0 0,-1 1 1 0 0,-1 0 0 0 0,1-1-1 0 0,0 1 1 0 0,0-1-1 0 0,0 0 1 0 0,-1 1-1 0 0,1-1 1 0 0,-1 0-1 0 0,1 1 1 0 0,-1-1-1 0 0,0 0 1 0 0,0 1-1 0 0,1-1 1 0 0,-1 0-1 0 0,0 0 1 0 0,-1 1-1 0 0,1-1 1 0 0,-1-2 0 0 0,2 0-67 0 0,-2 1 0 0 0,1 0 1 0 0,0-1-1 0 0,-1 1 1 0 0,1 0-1 0 0,-1 0 1 0 0,0-1-1 0 0,-1-2 0 0 0,-25-34-3134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2:08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77 1361 0 0,'0'0'5642'0'0,"1"-1"-5511"0"0,-1 1-1 0 0,0-1 0 0 0,0 0 1 0 0,0 1-1 0 0,1-1 0 0 0,-1 0 1 0 0,0 1-1 0 0,0-1 1 0 0,0 0-1 0 0,0 1 0 0 0,0-1 1 0 0,0 0-1 0 0,0 1 1 0 0,0-1-1 0 0,-1 0 0 0 0,1 1 1 0 0,0-1-1 0 0,0 0 0 0 0,-1 1 1 0 0,1-1-1 0 0,0 1 1 0 0,0-1-1 0 0,-1 0 0 0 0,1 1 1 0 0,-1-1-1 0 0,1 1 1 0 0,-1-1-1 0 0,1 1 0 0 0,-1-1 1 0 0,0 0-1 0 0,0 1 32 0 0,-1 0-79 0 0,1 1 0 0 0,-1-1 1 0 0,0 0-1 0 0,1 0 0 0 0,-1-1 0 0 0,1 1 1 0 0,-1 0-1 0 0,1 0 0 0 0,-1-1 0 0 0,1 1 1 0 0,-1-1-1 0 0,1 1 0 0 0,0-1 1 0 0,-1 0-1 0 0,-1-1 0 0 0,-3 1 477 0 0,-48-8 668 0 0,20-4 67 0 0,31 11-1245 0 0,-1 0 0 0 0,0 0 0 0 0,0 1-1 0 0,0 0 1 0 0,0-1 0 0 0,0 1 0 0 0,-6 0 0 0 0,-82-7 1444 0 0,84 5-962 0 0,5-1-424 0 0,-19 3 852 0 0,343 9 41 0 0,32 6-388 0 0,511 67 28 0 0,-846-79-653 0 0,35 10-30 0 0,-48-10 176 0 0,-5-4-54 0 0,5-4 0 0 0,-2 5-61 0 0,-2 1-14 0 0,0 0 1 0 0,0 0-1 0 0,0 0 0 0 0,1 0 1 0 0,-1 0-1 0 0,0-1 0 0 0,0 1 1 0 0,0 0-1 0 0,0-1 0 0 0,0 1 1 0 0,0-1-1 0 0,0 1 0 0 0,0-1 0 0 0,0 0 1 0 0,0 1-1 0 0,0-1 0 0 0,0 0 1 0 0,0 0-1 0 0,0 0 0 0 0,0 1 1 0 0,-1-1-1 0 0,1 0 0 0 0,1-2 1 0 0,-2 3-5 0 0,0-1 1 0 0,0 0-1 0 0,0 0 1 0 0,0 0-1 0 0,0 0 1 0 0,0 0-1 0 0,1 1 1 0 0,-1-1-1 0 0,0 0 1 0 0,0 0-1 0 0,1 0 1 0 0,-1 1-1 0 0,1-1 1 0 0,-1 0-1 0 0,1 1 1 0 0,-1-1-1 0 0,1 0 1 0 0,-1 1-1 0 0,1-1 1 0 0,0 0-1 0 0,-1 1 1 0 0,1-1-1 0 0,0 1 1 0 0,0 0 0 0 0,-1-1-1 0 0,1 1 1 0 0,0-1-1 0 0,1 1 1 0 0,-1-1 5 0 0,0 1 0 0 0,0-1 1 0 0,0 1-1 0 0,0-1 1 0 0,0 1-1 0 0,0-1 1 0 0,0 0-1 0 0,0 1 0 0 0,0-1 1 0 0,0 0-1 0 0,0 0 1 0 0,-1 0-1 0 0,1 0 1 0 0,0 1-1 0 0,-1-1 0 0 0,1 0 1 0 0,0 0-1 0 0,-1 0 1 0 0,1 0-1 0 0,-1-1 1 0 0,0 1-1 0 0,1 0 0 0 0,-1 0 1 0 0,0 0-1 0 0,0 0 1 0 0,0 0-1 0 0,0 0 1 0 0,0-1-1 0 0,0 0 0 0 0,1 1 22 0 0,-1-1-1 0 0,0 1 0 0 0,1 0 1 0 0,-1 0-1 0 0,1 1 0 0 0,-1-1 1 0 0,1 0-1 0 0,-1 0 0 0 0,1 0 1 0 0,0 0-1 0 0,-1 0 0 0 0,1 0 1 0 0,0 1-1 0 0,0-1 0 0 0,0 0 1 0 0,-1 1-1 0 0,1-1 0 0 0,0 1 1 0 0,0-1-1 0 0,0 1 0 0 0,0-1 1 0 0,0 1-1 0 0,0-1 0 0 0,0 1 1 0 0,0 0-1 0 0,2 0 0 0 0,-5-1 375 0 0,-12 1-317 0 0,13 1-53 0 0,0 0 0 0 0,1 0 0 0 0,-1-1 0 0 0,0 1 0 0 0,1 0-1 0 0,-1 0 1 0 0,1 0 0 0 0,-1 0 0 0 0,1 0 0 0 0,0 0 0 0 0,-1 0-1 0 0,1 0 1 0 0,0 0 0 0 0,0 0 0 0 0,0 1 0 0 0,0-1 0 0 0,0 0-1 0 0,0 0 1 0 0,0 0 0 0 0,0 0 0 0 0,0 0 0 0 0,0 0 0 0 0,1 2 0 0 0,-1 2 112 0 0,-1 40 613 0 0,-1-31-542 0 0,2-1 0 0 0,0 1-1 0 0,0 0 1 0 0,1 0-1 0 0,1 0 1 0 0,4 15 0 0 0,6-2 45 0 0,-10-24-256 0 0,0 0 0 0 0,0 1 0 0 0,-1-1 0 0 0,1 1 0 0 0,-1 0-1 0 0,0-1 1 0 0,0 1 0 0 0,0 0 0 0 0,0 0 0 0 0,-1-1 0 0 0,1 6 0 0 0,-1 2-469 0 0,0 0-1 0 0,-1 0 1 0 0,0 1-1 0 0,-1-1 1 0 0,-4 14 0 0 0,5-22 57 0 0,0 0 1 0 0,0 1 0 0 0,-1-1-1 0 0,0 0 1 0 0,0 0-1 0 0,0 0 1 0 0,0 0 0 0 0,-4 4-1 0 0,4-5-177 0 0,-1 0-1 0 0,1 0 0 0 0,0 0 1 0 0,-1-1-1 0 0,1 1 0 0 0,-1-1 1 0 0,0 1-1 0 0,0-1 0 0 0,1 0 1 0 0,-1 0-1 0 0,-5 0 0 0 0,4 0-532 0 0,1-1-1 0 0,0 0 1 0 0,-1 0-1 0 0,1 0 1 0 0,0-1-1 0 0,0 1 1 0 0,-1-1-1 0 0,-2-1 1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36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549 13 960 0 0,'0'0'1574'0'0,"0"0"-1527"0"0,0 0-1 0 0,0 0 0 0 0,0 1 0 0 0,0-1 0 0 0,-1 0 0 0 0,1 0 0 0 0,0 0 0 0 0,0 0 1 0 0,0 0-1 0 0,0 1 0 0 0,0-1 0 0 0,0 0 0 0 0,0 0 0 0 0,0 0 0 0 0,0 1 0 0 0,0-1 0 0 0,0 0 1 0 0,0 0-1 0 0,0 0 0 0 0,0 0 0 0 0,0 1 0 0 0,0-1 0 0 0,0 0 0 0 0,0 0 0 0 0,0 0 1 0 0,0 0-1 0 0,0 1 0 0 0,0-1 0 0 0,0 0 0 0 0,0 0 0 0 0,0 0 0 0 0,1 0 0 0 0,-1 1 0 0 0,0-1 1 0 0,0 0-1 0 0,0 0 0 0 0,0 0 0 0 0,0 0 0 0 0,0 0 0 0 0,1 0 0 0 0,-1 1 0 0 0,0-1 0 0 0,0 0 1 0 0,0 0-1 0 0,0 0 0 0 0,0 0 0 0 0,1 0 0 0 0,-1 0 0 0 0,0 0 0 0 0,0 0 0 0 0,0 0 1 0 0,1 0-1 0 0,-1 0 0 0 0,0 0 0 0 0,0 0 0 0 0,0 0 0 0 0,0 0 0 0 0,1 0 0 0 0,-1 0 0 0 0,0 0 1 0 0,0 0-1 0 0,0 0 0 0 0,0 0 0 0 0,1 0 0 0 0,-1 0 0 0 0,0 0 0 0 0,0 0 0 0 0,0-1 1 0 0,1 1-1 0 0,20 0 180 0 0,-15 0 2189 0 0,-6 0-2378 0 0,-1-1-1 0 0,1 1 1 0 0,0-1 0 0 0,-1 1-1 0 0,1-1 1 0 0,-1 1-1 0 0,1 0 1 0 0,0-1 0 0 0,-1 1-1 0 0,1-1 1 0 0,-1 1 0 0 0,1 0-1 0 0,-1-1 1 0 0,1 1 0 0 0,-1 0-1 0 0,0 0 1 0 0,1 0 0 0 0,-1-1-1 0 0,1 1 1 0 0,-1 0 0 0 0,1 0-1 0 0,-1 0 1 0 0,0 0 0 0 0,1 0-1 0 0,-1 0 1 0 0,1 0 0 0 0,-1 0-1 0 0,1 0 1 0 0,-1 0 0 0 0,0 0-1 0 0,1 1 1 0 0,-1-1 0 0 0,0 0-20 0 0,1 0 0 0 0,-1 0 1 0 0,1 1-1 0 0,-1-1 0 0 0,0 0 1 0 0,1 0-1 0 0,-1 0 0 0 0,1 0 1 0 0,-1 0-1 0 0,1 0 1 0 0,-1 0-1 0 0,1 0 0 0 0,-1 0 1 0 0,1-1-1 0 0,-1 1 0 0 0,1 0 1 0 0,-1 0-1 0 0,1 0 0 0 0,-1-1 1 0 0,1 1-1 0 0,-1 0 0 0 0,1 0 1 0 0,-1-1-1 0 0,1 1 0 0 0,-1 0 1 0 0,1-1-1 0 0,0 1 0 0 0,-1-1 1 0 0,1 1-1 0 0,-1-1 0 0 0,-4 0 330 0 0,4 1-274 0 0,-13 0 26 0 0,13 0-65 0 0,1 0-1 0 0,-1 0 1 0 0,1 0 0 0 0,-1 0 0 0 0,1 0 0 0 0,-1 0 0 0 0,1 0 0 0 0,-1 0-1 0 0,1 0 1 0 0,-1 0 0 0 0,1 0 0 0 0,0 0 0 0 0,-1-1 0 0 0,1 1 0 0 0,-1 0-1 0 0,1 0 1 0 0,-1-1 0 0 0,1 1 0 0 0,0 0 0 0 0,-1 0 0 0 0,1-1-1 0 0,0 1 1 0 0,-1 0 0 0 0,1-1 0 0 0,0 1 0 0 0,-1-1 0 0 0,1 1 0 0 0,0 0-1 0 0,-1-1 1 0 0,-4 1 353 0 0,-17 0-53 0 0,17 0-28 0 0,-1 1-52 0 0,-81 24 626 0 0,63-18-766 0 0,16-6-94 0 0,7-1-22 0 0,1 0 1 0 0,0 0-1 0 0,-1 0 0 0 0,1 0 1 0 0,0 1-1 0 0,-1-1 1 0 0,1 0-1 0 0,0 0 1 0 0,-1 0-1 0 0,1 1 1 0 0,0-1-1 0 0,0 0 0 0 0,-1 0 1 0 0,1 1-1 0 0,0-1 1 0 0,0 0-1 0 0,-1 1 1 0 0,1-1-1 0 0,0 0 0 0 0,0 0 1 0 0,0 1-1 0 0,0-1 1 0 0,0 1-1 0 0,-1-1 1 0 0,1 0-1 0 0,0 1 1 0 0,0-1-1 0 0,0 0 0 0 0,0 1 1 0 0,0-1-1 0 0,0 1 1 0 0,1 4-69 0 0,-1-3 69 0 0,0 0 0 0 0,0 0 0 0 0,0 0 0 0 0,0 0 1 0 0,-1 0-1 0 0,1-1 0 0 0,-1 1 0 0 0,1 0 0 0 0,-1 0 1 0 0,0 0-1 0 0,0 0 0 0 0,0-1 0 0 0,0 1 0 0 0,0 0 1 0 0,0-1-1 0 0,0 1 0 0 0,0-1 0 0 0,-1 0 0 0 0,1 1 1 0 0,0-1-1 0 0,-1 0 0 0 0,-3 3 0 0 0,0 0-7 0 0,4-2 9 0 0,0 0 1 0 0,0 0-1 0 0,0 0 0 0 0,0 1 1 0 0,0-1-1 0 0,1 0 1 0 0,-1 0-1 0 0,1 1 0 0 0,-1-1 1 0 0,1 0-1 0 0,0 1 0 0 0,0-1 1 0 0,0 1-1 0 0,0-1 1 0 0,1 0-1 0 0,0 4 0 0 0,0 2 3 0 0,-1-7-3 0 0,0 0 1 0 0,0 0-1 0 0,0 1 1 0 0,0-1-1 0 0,-1 0 1 0 0,1 0-1 0 0,0 0 1 0 0,0 0-1 0 0,-1 0 1 0 0,1 1-1 0 0,-1-1 1 0 0,1 0 0 0 0,-1 0-1 0 0,1 0 1 0 0,-1 0-1 0 0,1 0 1 0 0,-1 0-1 0 0,0-1 1 0 0,0 1-1 0 0,0 0 1 0 0,1 0-1 0 0,-1 0 1 0 0,0-1-1 0 0,0 1 1 0 0,0 0-1 0 0,0-1 1 0 0,-1 1-1 0 0,1 0 0 0 0,-1-1 0 0 0,1 1 0 0 0,0 0 0 0 0,0-1 0 0 0,0 1 0 0 0,0 0-1 0 0,0 0 1 0 0,1 0 0 0 0,-1 0 0 0 0,0 0 0 0 0,0 0 0 0 0,0 0 0 0 0,1 0-1 0 0,-1 0 1 0 0,1 0 0 0 0,-1 0 0 0 0,1 0 0 0 0,-1 0 0 0 0,1 1 0 0 0,-1-1-1 0 0,1 0 1 0 0,0 0 0 0 0,0 0 0 0 0,0 1 0 0 0,0-1 0 0 0,0 0 0 0 0,0 2-1 0 0,0 2-21 0 0,-1 1 0 0 0,0 0 0 0 0,0-1 0 0 0,0 1 0 0 0,-1-1 0 0 0,1 0 0 0 0,-5 9 0 0 0,-3 10-91 0 0,-1 25 86 0 0,-11-12 79 0 0,-12 17-40 0 0,32-52-13 0 0,0 0-1 0 0,0 0 1 0 0,0 0-1 0 0,0 0 1 0 0,1 0 0 0 0,-1 1-1 0 0,0-1 1 0 0,1 0-1 0 0,0 0 1 0 0,-1 0-1 0 0,1 0 1 0 0,0 1-1 0 0,1 2 1 0 0,-5 18 33 0 0,0-16-16 0 0,-1-1 1 0 0,0 0 0 0 0,-1 0-1 0 0,1 0 1 0 0,-1-1-1 0 0,0 1 1 0 0,-7 3-1 0 0,-24 25 136 0 0,37-34-150 0 0,-1 1-1 0 0,1 0 1 0 0,-1-1-1 0 0,1 1 1 0 0,0 0-1 0 0,-1-1 1 0 0,1 1-1 0 0,0 0 1 0 0,0-1-1 0 0,0 1 1 0 0,-1 0-1 0 0,1-1 1 0 0,0 1-1 0 0,0 0 1 0 0,0 0-1 0 0,0-1 1 0 0,0 1-1 0 0,1 0 1 0 0,-1 0-1 0 0,0-1 1 0 0,0 1-1 0 0,0 0 1 0 0,0-1-1 0 0,1 1 1 0 0,-1 0-1 0 0,0-1 1 0 0,1 1-1 0 0,-1 0 1 0 0,1-1-1 0 0,-1 1 1 0 0,1-1-1 0 0,-1 1 1 0 0,1 0-1 0 0,-1-1 1 0 0,1 1-1 0 0,-1-1 1 0 0,1 0-1 0 0,-1 1 1 0 0,1-1-1 0 0,0 0 1 0 0,-1 1-1 0 0,1-1 1 0 0,0 0-1 0 0,0 1 1 0 0,1-1-1 0 0,-1 0-5 0 0,0 1-1 0 0,0 0 0 0 0,0-1 1 0 0,0 1-1 0 0,0-1 1 0 0,0 1-1 0 0,0 0 1 0 0,0 0-1 0 0,-1 0 1 0 0,1-1-1 0 0,0 1 0 0 0,0 0 1 0 0,-1 0-1 0 0,1 0 1 0 0,0 0-1 0 0,-1 0 1 0 0,1 0-1 0 0,-1 0 1 0 0,0 1-1 0 0,1 0 0 0 0,-1 98 378 0 0,0-97-351 0 0,-1 0 0 0 0,0 1 0 0 0,0-1-1 0 0,0 0 1 0 0,0 0 0 0 0,0 1 0 0 0,-1-1 0 0 0,1 0 0 0 0,-1 0 0 0 0,0-1 0 0 0,0 1 0 0 0,0 0-1 0 0,0 0 1 0 0,0-1 0 0 0,-1 0 0 0 0,1 1 0 0 0,-5 2 0 0 0,3-1-16 0 0,0-1 0 0 0,0 1 0 0 0,0 0 0 0 0,1 1 0 0 0,-5 6-1 0 0,-3 18-59 0 0,-10 0 53 0 0,10 1 53 0 0,-1-16-40 0 0,11-13-6 0 0,-1 0 1 0 0,1 1-1 0 0,0-1 0 0 0,0 1 1 0 0,0-1-1 0 0,-1 1 1 0 0,1-1-1 0 0,1 1 0 0 0,-1 0 1 0 0,0-1-1 0 0,0 1 0 0 0,1 0 1 0 0,-1 0-1 0 0,1-1 1 0 0,-1 1-1 0 0,1 0 0 0 0,0 0 1 0 0,0 0-1 0 0,0 3 1 0 0,0-3-6 0 0,0-1-1 0 0,0 1 1 0 0,1-1 0 0 0,-1 1 0 0 0,0-1 0 0 0,1 0 0 0 0,0 1 0 0 0,-1-1 0 0 0,1 0 0 0 0,0 1 0 0 0,0-1 0 0 0,-1 0 0 0 0,1 0 0 0 0,0 1 0 0 0,0-1 0 0 0,0 0 0 0 0,1 0 0 0 0,-1 0 0 0 0,0 0 0 0 0,0-1 0 0 0,1 1 0 0 0,-1 0 0 0 0,0 0 0 0 0,1-1 0 0 0,-1 1 0 0 0,0-1 0 0 0,1 1 0 0 0,-1-1 0 0 0,3 1 0 0 0,-2 0 2 0 0,1-1 0 0 0,-1 1 0 0 0,0 0 0 0 0,1 0 0 0 0,-1 1-1 0 0,0-1 1 0 0,0 1 0 0 0,0-1 0 0 0,0 1 0 0 0,0-1 0 0 0,3 5 0 0 0,4 9-16 0 0,-8-14 11 0 0,0 1 0 0 0,0-1 1 0 0,0 1-1 0 0,0-1 0 0 0,0 1 1 0 0,0-1-1 0 0,0 1 0 0 0,0-1 1 0 0,0 0-1 0 0,1 0 0 0 0,-1 0 1 0 0,0 0-1 0 0,1 0 0 0 0,-1 0 1 0 0,1 0-1 0 0,-1 0 0 0 0,1 0 1 0 0,0-1-1 0 0,-1 1 0 0 0,4 0 1 0 0,0 1-9 0 0,0 0 1 0 0,0 0 0 0 0,0 0-1 0 0,-1 1 1 0 0,1 0 0 0 0,-1 0-1 0 0,1 0 1 0 0,-1 0 0 0 0,0 1-1 0 0,0 0 1 0 0,0 0 0 0 0,-1 0-1 0 0,1 0 1 0 0,3 8 0 0 0,-5-10-1 0 0,6 6 8 0 0,-1-2 0 0 0,1 1 0 0 0,1-1 0 0 0,-1 0 0 0 0,1-1 0 0 0,16 8-1 0 0,-7-4 10 0 0,22 14 32 0 0,-15-7 7 0 0,1-2-1 0 0,1-1 1 0 0,45 16 0 0 0,88 2-3 0 0,1 2 152 0 0,-149-30-154 0 0,0 0 0 0 0,1 0 0 0 0,-1-1 0 0 0,18 1 1 0 0,27 3 66 0 0,-30-2-46 0 0,-1-2-1 0 0,32-1 1 0 0,-44-1-11 0 0,52 8 282 0 0,63-2 693 0 0,-47-3-598 0 0,-28 2-138 0 0,1 0-41 0 0,48 3 154 0 0,284-8 530 0 0,-360 0-823 0 0,0 2 0 0 0,0 0 0 0 0,0 2 0 0 0,0 1 0 0 0,27 9 1 0 0,-27-2 403 0 0,17 3-150 0 0,7-4 142 0 0,55 4 0 0 0,-29-7-61 0 0,15 0 28 0 0,-32-8 313 0 0,-60 0-780 0 0,0 0 0 0 0,0 0 0 0 0,0 0 0 0 0,1 0 0 0 0,-1 0-1 0 0,0 0 1 0 0,0 0 0 0 0,0 0 0 0 0,0 1 0 0 0,0-1 0 0 0,0 0 0 0 0,1 0 0 0 0,-1 0-1 0 0,0 0 1 0 0,0 0 0 0 0,0 0 0 0 0,0 0 0 0 0,0 0 0 0 0,0 0 0 0 0,1 0-1 0 0,-1 0 1 0 0,0 0 0 0 0,0 0 0 0 0,0 0 0 0 0,0 0 0 0 0,0 0 0 0 0,1 0 0 0 0,-1 0-1 0 0,0 0 1 0 0,0-1 0 0 0,0 1 0 0 0,0 0 0 0 0,0 0 0 0 0,0 0 0 0 0,1 0-1 0 0,-1 0 1 0 0,0 0 0 0 0,0 0 0 0 0,0 0 0 0 0,0 0 0 0 0,0-1 0 0 0,0 1-1 0 0,0 0 1 0 0,0 0 0 0 0,0 0 0 0 0,0 0 0 0 0,0 0 0 0 0,0 0 0 0 0,1-1 0 0 0,-1 1-1 0 0,0 0 1 0 0,0 0 0 0 0,0 0 0 0 0,0 0 0 0 0,0 0 0 0 0,0-1 0 0 0,0 1-1 0 0,0 0 1 0 0,0 0 0 0 0,0 0 0 0 0,-1 0 0 0 0,1-1 0 0 0,0 1 0 0 0,0 0 0 0 0,0 0 0 0 0,0 0 1 0 0,0 0-1 0 0,0 0 0 0 0,0-1 0 0 0,0 1 0 0 0,0 0 0 0 0,0 0 0 0 0,0 0 0 0 0,0 0 1 0 0,0 0-1 0 0,0 0 0 0 0,0-1 0 0 0,1 1 0 0 0,-1 0 0 0 0,0 0 0 0 0,0 0 0 0 0,0 0 0 0 0,0 0 1 0 0,0 0-1 0 0,0-1 0 0 0,0 1 0 0 0,0 0 0 0 0,0 0 0 0 0,0 0 0 0 0,1 0 0 0 0,-1 0 1 0 0,0 0-1 0 0,0 0 0 0 0,0 0 0 0 0,0 0 0 0 0,0 0 0 0 0,0-1 0 0 0,1 1 0 0 0,-1 0 1 0 0,0 0-1 0 0,0 0 0 0 0,0 0 0 0 0,0 0 0 0 0,0 0 0 0 0,0 0 0 0 0,1 0 0 0 0,-1 0 0 0 0,0 0 1 0 0,0 0-1 0 0,0 0 0 0 0,0 0 0 0 0,0 0 0 0 0,1 0 0 0 0,-1 1 0 0 0,0-1 0 0 0,0 0 1 0 0,0 0-1 0 0,0 0 0 0 0,0 0 0 0 0,0 0 0 0 0,1 0 0 0 0,-1 0 0 0 0,0 0 0 0 0,35-3 746 0 0,51-14-1 0 0,-83 17-736 0 0,57-21 464 0 0,65-13 414 0 0,-125 34-888 0 0,0 0 0 0 0,0 0 1 0 0,1 0-1 0 0,-1 0 0 0 0,0 0 0 0 0,0 0 0 0 0,0 0 0 0 0,0 0 1 0 0,1 0-1 0 0,-1 0 0 0 0,0 0 0 0 0,0 0 0 0 0,0 0 1 0 0,0 0-1 0 0,1 0 0 0 0,-1 0 0 0 0,0 0 0 0 0,0 0 0 0 0,0 0 1 0 0,0 0-1 0 0,0 0 0 0 0,1 0 0 0 0,-1 0 0 0 0,0 0 0 0 0,0 0 1 0 0,0 0-1 0 0,0 0 0 0 0,0 0 0 0 0,1-1 0 0 0,-1 1 1 0 0,0 0-1 0 0,0 0 0 0 0,0 0 0 0 0,0 0 0 0 0,0 0 0 0 0,0-1 1 0 0,0 1-1 0 0,0 0 0 0 0,0 0 0 0 0,1 0 0 0 0,-1 0 0 0 0,0 0 1 0 0,0-1-1 0 0,0 1 0 0 0,0 0 0 0 0,0 0 0 0 0,0 0 1 0 0,0 0-1 0 0,0-1 0 0 0,0 1 0 0 0,0 0 0 0 0,0 0 0 0 0,0 0 1 0 0,0 0-1 0 0,-1-1 0 0 0,1 1 0 0 0,0 0 0 0 0,0 0 0 0 0,0 0 0 0 0,0-1 1 0 0,0 1-1 0 0,0 0 0 0 0,0 0 0 0 0,0 0 0 0 0,0 0 0 0 0,0 0 0 0 0,0-1 0 0 0,0 1 1 0 0,0 0-1 0 0,0 0 0 0 0,0 0 0 0 0,0 0 0 0 0,0 0 0 0 0,1-1 0 0 0,-1 1 0 0 0,0 0 0 0 0,0 0 1 0 0,0 0-1 0 0,0 0 0 0 0,0 0 0 0 0,0 0 0 0 0,0-1 0 0 0,0 1 0 0 0,0 0 0 0 0,1 0 1 0 0,-1 0-1 0 0,0 0 0 0 0,0 0 0 0 0,0 0 0 0 0,0 0 0 0 0,0 0 0 0 0,1 0 0 0 0,-1 0 0 0 0,0 0 1 0 0,0 0-1 0 0,0-1 0 0 0,0 1 0 0 0,0 0 0 0 0,1 0 0 0 0,-1 0 0 0 0,0 0 0 0 0,0 0 1 0 0,0 0-1 0 0,0 1 0 0 0,0-1 0 0 0,1 0 0 0 0,-1 0 0 0 0,0 0 0 0 0,0 0 0 0 0,0 0 1 0 0,0 0-1 0 0,0 0 0 0 0,1 0 0 0 0,-1 0 0 0 0,9-3 128 0 0,-1-1 1 0 0,1 0-1 0 0,-1 0 0 0 0,0-1 1 0 0,9-6-1 0 0,16-10 100 0 0,-22 15-137 0 0,-1 0-1 0 0,0-1 0 0 0,0-1 0 0 0,9-9 0 0 0,-17 13-45 0 0,-1 0 1 0 0,1 0 0 0 0,-1 0-1 0 0,0-1 1 0 0,-1 1-1 0 0,1 0 1 0 0,-1-1 0 0 0,1 1-1 0 0,-1 0 1 0 0,-1-1-1 0 0,1 1 1 0 0,-1-5 0 0 0,0-6 184 0 0,1 13-213 0 0,0 1 1 0 0,0-1 0 0 0,0 1-1 0 0,-1-1 1 0 0,1 1 0 0 0,0 0-1 0 0,-1-1 1 0 0,1 1 0 0 0,0-1-1 0 0,-1 1 1 0 0,0 0-1 0 0,1-1 1 0 0,-1 1 0 0 0,0 0-1 0 0,0 0 1 0 0,0 0 0 0 0,0-1-1 0 0,1 1 1 0 0,-2 0 0 0 0,1 0-1 0 0,0 0 1 0 0,0 0-1 0 0,-1 0 1 0 0,0 0 4 0 0,1 0 0 0 0,0 0 0 0 0,0 0 0 0 0,0 0 0 0 0,0 0 0 0 0,0 0 0 0 0,0 0 0 0 0,0 0 1 0 0,0-1-1 0 0,0 1 0 0 0,0 0 0 0 0,0-1 0 0 0,1 1 0 0 0,-1-1 0 0 0,1 1 0 0 0,-1 0 0 0 0,1-1 0 0 0,0 1 0 0 0,-1-1 0 0 0,1 1 0 0 0,0-1 0 0 0,0 1 0 0 0,0-3 0 0 0,0 1 4 0 0,0 0 0 0 0,-1 0 0 0 0,1 0 0 0 0,-1 0 0 0 0,0 1 0 0 0,0-1 0 0 0,0 0 0 0 0,0 0 0 0 0,0 0 0 0 0,0 1 0 0 0,-1-1 0 0 0,1 1 0 0 0,-4-4 0 0 0,3 3-15 0 0,0 1 0 0 0,0-1 0 0 0,1 0 0 0 0,-1 0 0 0 0,1 1 0 0 0,0-1 0 0 0,0 0 0 0 0,0 0 0 0 0,0 0 0 0 0,0 0 0 0 0,0-1 0 0 0,1 1 0 0 0,-1-5 0 0 0,1-120-17 0 0,0 125 0 0 0,0 0 0 0 0,0 0 0 0 0,-1 0 0 0 0,1 0 0 0 0,-1 0 0 0 0,0 0 0 0 0,0 0 0 0 0,0 1 0 0 0,0-1 0 0 0,0 0 0 0 0,-1 0 0 0 0,1 1 0 0 0,-1-1 0 0 0,-2-2 0 0 0,2 3 0 0 0,1-1 0 0 0,-1 1 0 0 0,0-1 0 0 0,1 0 0 0 0,-1 0 0 0 0,1 0 0 0 0,0 1 0 0 0,0-1 0 0 0,0-1 0 0 0,0 1 0 0 0,1 0 0 0 0,-1 0 0 0 0,1 0 0 0 0,0-4 0 0 0,0-101 0 0 0,0 105 0 0 0,0 1 0 0 0,-1-1 0 0 0,1 0 0 0 0,-1 1 0 0 0,1-1 0 0 0,-1 1 0 0 0,0-1 0 0 0,0 1 0 0 0,0-1 0 0 0,0 1 0 0 0,0-1 0 0 0,-1 1 0 0 0,1 0 0 0 0,-1-1 0 0 0,-2-1 0 0 0,2 2 0 0 0,1 0 0 0 0,-1-1 0 0 0,1 1 0 0 0,-1 0 0 0 0,1 0 0 0 0,0-1 0 0 0,0 1 0 0 0,0 0 0 0 0,0-1 0 0 0,0 1 0 0 0,1-1 0 0 0,-1 1 0 0 0,1-1 0 0 0,-1 0 0 0 0,1-3 0 0 0,0 3 0 0 0,-1 0 0 0 0,1 0 0 0 0,-1 0 0 0 0,0 1 0 0 0,0-1 0 0 0,0 0 0 0 0,0 0 0 0 0,0 0 0 0 0,-1 1 0 0 0,1-1 0 0 0,-1 1 0 0 0,-3-5 0 0 0,4 6 0 0 0,-1 0 0 0 0,1-1 0 0 0,0 1 0 0 0,0-1 0 0 0,0 1 0 0 0,0-1 0 0 0,0 1 0 0 0,0-1 0 0 0,0 1 0 0 0,1-1 0 0 0,-1 0 0 0 0,1 1 0 0 0,-1-1 0 0 0,1 0 0 0 0,0 0 0 0 0,-1 1 0 0 0,1-1 0 0 0,0 0 0 0 0,0 0 0 0 0,0 0 0 0 0,0 1 0 0 0,1-1 0 0 0,-1 0 0 0 0,0 0 0 0 0,1 1 0 0 0,-1-1 0 0 0,2-2 0 0 0,9-12 0 0 0,-10 14 0 0 0,1 0 0 0 0,0 0 0 0 0,-1 0 0 0 0,1 0 0 0 0,-1 0 0 0 0,0-1 0 0 0,0 1 0 0 0,0-1 0 0 0,0 1 0 0 0,0-1 0 0 0,-1 1 0 0 0,1-1 0 0 0,-1 1 0 0 0,1-1 0 0 0,-1-3 0 0 0,1-4 0 0 0,-1 8 0 0 0,0-1 0 0 0,1 1 0 0 0,-1-1 0 0 0,0 1 0 0 0,0 0 0 0 0,-1-1 0 0 0,1 1 0 0 0,0-1 0 0 0,-1 1 0 0 0,1 0 0 0 0,-1-1 0 0 0,0 1 0 0 0,0 0 0 0 0,-1-3 0 0 0,-8-4 0 0 0,9 8 0 0 0,-1 0 0 0 0,1 0 0 0 0,0 0 0 0 0,0-1 0 0 0,-1 1 0 0 0,1 0 0 0 0,0 0 0 0 0,0-1 0 0 0,0 1 0 0 0,0-1 0 0 0,1 1 0 0 0,-1-1 0 0 0,0 1 0 0 0,1-1 0 0 0,-1 1 0 0 0,1-1 0 0 0,-1 0 0 0 0,1 1 0 0 0,0-1 0 0 0,-1-3 0 0 0,1-76 0 0 0,0 80 0 0 0,-1 0 0 0 0,1 0 0 0 0,-1 0 0 0 0,0 0 0 0 0,1 1 0 0 0,-1-1 0 0 0,0 0 0 0 0,0 0 0 0 0,1 1 0 0 0,-1-1 0 0 0,0 0 0 0 0,0 1 0 0 0,0-1 0 0 0,0 1 0 0 0,0-1 0 0 0,0 1 0 0 0,0 0 0 0 0,0-1 0 0 0,0 1 0 0 0,0 0 0 0 0,0 0 0 0 0,0-1 0 0 0,-1 1 0 0 0,0 0 0 0 0,-2 0 0 0 0,-105-35 0 0 0,72 29 0 0 0,20 4 0 0 0,-15-4 0 0 0,26 3 0 0 0,1 0 0 0 0,-1 0 0 0 0,0 0 0 0 0,1 0 0 0 0,-8-7 0 0 0,9 6 0 0 0,-1 1 0 0 0,1 0 0 0 0,0 0 0 0 0,-1 0 0 0 0,0 1 0 0 0,1-1 0 0 0,-1 1 0 0 0,0 1 0 0 0,-11-4 0 0 0,-310-36 0 0 0,125 25 0 0 0,-179-37 0 0 0,119 25 0 0 0,158 15 0 0 0,-121 0 0 0 0,88 11 0 0 0,-113-4 0 0 0,26 6-1574 0 0,217 0 916 0 0,0 0 0 0 0,1 1 0 0 0,-1 0 0 0 0,0 0 1 0 0,1 0-1 0 0,-1 1 0 0 0,1 0 0 0 0,0 0 0 0 0,-1 0 0 0 0,1 1 0 0 0,0-1 1 0 0,0 1-1 0 0,1 1 0 0 0,-1-1 0 0 0,1 1 0 0 0,-5 3 0 0 0,7-3-159 0 0,1-1-1 0 0,-1 0 1 0 0,1 0-1 0 0,0 0 1 0 0,0 1-1 0 0,0-1 1 0 0,0 1-1 0 0,0-1 1 0 0,1 1-1 0 0,0-1 0 0 0,0 1 1 0 0,0-1-1 0 0,0 5 1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4:14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287 256 2801 0 0,'-5'2'7538'0'0,"-12"-4"-6186"0"0,12 1-584 0 0,5 1-726 0 0,0 0-1 0 0,0 0 1 0 0,-1 0-1 0 0,1 0 1 0 0,0 0-1 0 0,0 0 1 0 0,0 0-1 0 0,-1 0 1 0 0,1 0 0 0 0,0-1-1 0 0,0 1 1 0 0,0 0-1 0 0,-1 0 1 0 0,1 0-1 0 0,0 0 1 0 0,0 0-1 0 0,0 0 1 0 0,0 0 0 0 0,-1 0-1 0 0,1-1 1 0 0,0 1-1 0 0,0 0 1 0 0,0 0-1 0 0,0 0 1 0 0,0 0 0 0 0,-1 0-1 0 0,1-1 1 0 0,0 1-1 0 0,0 0 1 0 0,0 0-1 0 0,0 0 1 0 0,0-1-1 0 0,0 1 1 0 0,0 0 0 0 0,0 0-1 0 0,0 0 1 0 0,0-1-1 0 0,0 1 1 0 0,0 0-1 0 0,-6-7 1325 0 0,-48-22 1609 0 0,53 28-2778 0 0,0-1 1 0 0,0 0 0 0 0,0-1-1 0 0,0 1 1 0 0,0 0 0 0 0,1 0-1 0 0,-1 0 1 0 0,1 0 0 0 0,-1-1-1 0 0,1 1 1 0 0,0 0-1 0 0,0 0 1 0 0,0 0 0 0 0,0-1-1 0 0,1 1 1 0 0,-1 0 0 0 0,1-3-1 0 0,-1-2 181 0 0,2 4-347 0 0,-1 1 0 0 0,1-1-1 0 0,-1 1 1 0 0,1 0 0 0 0,0-1 0 0 0,0 1 0 0 0,0 0-1 0 0,0 0 1 0 0,0 1 0 0 0,0-1 0 0 0,1 0 0 0 0,-1 1-1 0 0,0-1 1 0 0,1 1 0 0 0,0 0 0 0 0,4-2 0 0 0,13-10 99 0 0,-16 9-104 0 0,-1 0 1 0 0,1 0 0 0 0,0 0-1 0 0,1 0 1 0 0,-1 0 0 0 0,0 1-1 0 0,1 0 1 0 0,0 0 0 0 0,0 0-1 0 0,0 1 1 0 0,0-1 0 0 0,0 1-1 0 0,0 0 1 0 0,9-1 0 0 0,11-4 11 0 0,42-14 84 0 0,-56 17-102 0 0,0 0 1 0 0,0 0-1 0 0,0 1 1 0 0,0 1-1 0 0,0-1 1 0 0,13 1-1 0 0,22-4 10 0 0,9-1 11 0 0,0 2 0 0 0,0 2 1 0 0,88 8-1 0 0,-105 0-19 0 0,0 1 0 0 0,0 1 0 0 0,-1 2 1 0 0,0 2-1 0 0,-1 1 0 0 0,40 20 0 0 0,-58-23 4 0 0,57 29 77 0 0,-67-33-87 0 0,0 0 0 0 0,0 0 0 0 0,0 1 0 0 0,-1 0 0 0 0,0 0 0 0 0,7 8-1 0 0,-12-11-5 0 0,0 1 0 0 0,-1 0 0 0 0,1 0 0 0 0,-1 0 0 0 0,1 0-1 0 0,-1 0 1 0 0,-1 0 0 0 0,1 0 0 0 0,0 0 0 0 0,-1 0-1 0 0,0 0 1 0 0,0 0 0 0 0,0 1 0 0 0,-2 5 0 0 0,2 7-11 0 0,0-12-6 0 0,-1 0 0 0 0,1 0 0 0 0,-1 0 0 0 0,0 0 0 0 0,-1 0 0 0 0,1 0 0 0 0,-1 0 0 0 0,0 0-1 0 0,-4 6 1 0 0,-5 16-69 0 0,6-9 41 0 0,4-13 34 0 0,0 0 0 0 0,0-1 1 0 0,0 1-1 0 0,-1-1 0 0 0,-4 9 0 0 0,-12 10 50 0 0,-1 0 0 0 0,-1-1 0 0 0,0-1 0 0 0,-2 0 0 0 0,-31 21 0 0 0,16-14 23 0 0,10-7-67 0 0,-1-1 1 0 0,-1-1-1 0 0,-50 24 0 0 0,44-30 92 0 0,0-1 0 0 0,0-1 0 0 0,-1-2 0 0 0,0-2 0 0 0,-66 6 0 0 0,-185-13 348 0 0,118-5-71 0 0,6-1-467 0 0,159 6 58 0 0,3 0 20 0 0,-1 1 0 0 0,1-1 0 0 0,-1 0 0 0 0,1 0 0 0 0,0 0 0 0 0,-1 0 0 0 0,1 0 0 0 0,-1 0 0 0 0,1 0 0 0 0,-1-1 0 0 0,1 1 0 0 0,0 0 0 0 0,-1-1 0 0 0,1 1 0 0 0,0-1 0 0 0,-1 0-1 0 0,1 1 1 0 0,-2-2 0 0 0,3 1-225 0 0,22-4-273 0 0,-17 3 426 0 0,3-3-150 0 0,-6 1 221 0 0,5 0 1 0 0,1 0 0 0 0,-1 1 0 0 0,1 0 0 0 0,14-3 0 0 0,13-6-4 0 0,-22 7 23 0 0,0 1 1 0 0,1 1-1 0 0,-1 0 0 0 0,1 1 0 0 0,0 1 1 0 0,-1 0-1 0 0,17 1 0 0 0,9-1 42 0 0,-15 1-17 0 0,-1 1 0 0 0,1 1 0 0 0,-1 1 0 0 0,0 0 0 0 0,40 13 0 0 0,-59-14-26 0 0,194 56 165 0 0,-168-46-132 0 0,0 2 0 0 0,0 0 0 0 0,-2 2 0 0 0,0 1 0 0 0,27 21-1 0 0,-28-18-24 0 0,2-1 0 0 0,43 21 0 0 0,-38-22-377 0 0,-31-16-21 0 0,1 0 0 0 0,-1-1 0 0 0,1 0 0 0 0,-1 0-1 0 0,1 0 1 0 0,0 0 0 0 0,0 0 0 0 0,-1-1 0 0 0,1 1 0 0 0,0-1 0 0 0,7-1 0 0 0,-9 1-156 0 0,1 0 1 0 0,-1-1 0 0 0,0 1-1 0 0,0-1 1 0 0,1 0 0 0 0,-1 0-1 0 0,0 0 1 0 0,0 0 0 0 0,0 0-1 0 0,0 0 1 0 0,0 0 0 0 0,0-1 0 0 0,-1 1-1 0 0,1 0 1 0 0,0-1 0 0 0,-1 0-1 0 0,1 1 1 0 0,-1-1 0 0 0,1 0-1 0 0,0-2 1 0 0,0 1-405 0 0,-1-1 0 0 0,0 1 0 0 0,-1 0 0 0 0,1-1 0 0 0,0 1-1 0 0,-1 0 1 0 0,0-1 0 0 0,0-6 0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4:15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1 131 2881 0 0,'32'6'6964'0'0,"-64"-6"-802"0"0,64-6-3761 0 0,-6-8-480 0 0,7-1-560 0 0,65-6-561 0 0,65-6-319 0 0,33-6-401 0 0,-33 18-801 0 0,-32 9-960 0 0,-40 6-1440 0 0,-25 6-1681 0 0,-34 1 80 0 0,-32 7 160 0 0,0 1 1200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4:16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 2161 0 0,'-32'48'7363'0'0,"32"8"-2961"0"0,0 4-2161 0 0,-33 17-880 0 0,0-8-881 0 0,33 14-400 0 0,-32 6 0 0 0,32 1-800 0 0,-33 5-2562 0 0,0 1-4801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4:19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62 480 0 0,'-19'-7'2016'0'0,"-8"-1"2293"0"0,2 10 3746 0 0,5 3-6430 0 0,26-3 1668 0 0,46-3 2790 0 0,-19 0-6812 0 0,287-12 1609 0 0,-119-9-553 0 0,-122 13-1977 0 0,0 0-3283 0 0,-57 10-536 0 0,-44 9-1695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4:20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43 160 0 0,'0'-32'3916'0'0,"0"21"399"0"0,0 21 5529 0 0,2 65-8268 0 0,0-31-372 0 0,-3 1 1 0 0,-6 57-1 0 0,-11-18-1204 0 0,9 3 187 0 0,-13-2-14 0 0,11-4-293 0 0,0-36-36 0 0,7-31 56 0 0,0 1 1 0 0,1-1-1 0 0,1 1 1 0 0,-1 17 0 0 0,3 9-942 0 0,0-41 958 0 0,0 1 0 0 0,-1-1 0 0 0,1 1 0 0 0,0-1 0 0 0,0 1 0 0 0,1 0 0 0 0,-1-1 0 0 0,0 1 1 0 0,0-1-1 0 0,0 1 0 0 0,0-1 0 0 0,0 1 0 0 0,0-1 0 0 0,1 1 0 0 0,-1-1 0 0 0,0 1 0 0 0,1-1 0 0 0,-1 1 0 0 0,0-1 0 0 0,1 1 0 0 0,-1-1 0 0 0,0 1 0 0 0,1-1 0 0 0,-1 0 0 0 0,1 1 0 0 0,-1-1 0 0 0,1 0 0 0 0,-1 1 1 0 0,0-1-1 0 0,1 0 0 0 0,0 0 0 0 0,-1 1 0 0 0,1-1 0 0 0,-1 0 0 0 0,1 0 0 0 0,-1 0 0 0 0,1 0 0 0 0,-1 0 0 0 0,1 0 0 0 0,-1 0 0 0 0,1 0 0 0 0,0 0 0 0 0,-1 0 0 0 0,1 0 0 0 0,0 0 0 0 0,0 0-130 0 0,0-1-1 0 0,0 1 0 0 0,-1 0 0 0 0,1-1 0 0 0,0 1 0 0 0,0 0 0 0 0,0-1 0 0 0,-1 1 0 0 0,1-1 1 0 0,0 1-1 0 0,0-1 0 0 0,-1 1 0 0 0,1-1 0 0 0,-1 0 0 0 0,1 1 0 0 0,0-1 0 0 0,-1 0 0 0 0,1 0 1 0 0,-1 1-1 0 0,0-1 0 0 0,1 0 0 0 0,-1 0 0 0 0,0 0 0 0 0,1 0 0 0 0,-1 1 0 0 0,0-1 0 0 0,0-1 1 0 0,4-13-3965 0 0,9 0 2108 0 0,-2 3 527 0 0,-10 9 1294 0 0,0 0-1 0 0,0 0 1 0 0,0 0 0 0 0,-1 0-1 0 0,1 0 1 0 0,-1 0-1 0 0,0-1 1 0 0,0 1-1 0 0,0-4 1 0 0,0-33-1232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4:20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196 346 80 0 0,'-3'-7'209'0'0,"-1"2"-94"0"0,1 0 0 0 0,0-1-1 0 0,0 1 1 0 0,0-1 0 0 0,1 0 0 0 0,0 0 0 0 0,0 0 0 0 0,1 0-1 0 0,0 0 1 0 0,0 0 0 0 0,0 0 0 0 0,0 0 0 0 0,1 0 0 0 0,0-1-1 0 0,1 1 1 0 0,1-10 0 0 0,20-38 1512 0 0,-18 42-1058 0 0,-3 6-302 0 0,0 0-1 0 0,1 0 0 0 0,0 1 1 0 0,0-1-1 0 0,1 1 0 0 0,-1-1 0 0 0,1 1 1 0 0,0 0-1 0 0,1 0 0 0 0,-1 0 0 0 0,1 0 1 0 0,0 1-1 0 0,0-1 0 0 0,1 1 1 0 0,-1 0-1 0 0,9-5 0 0 0,0 2-60 0 0,0 0 0 0 0,0 1-1 0 0,1 1 1 0 0,0 0 0 0 0,0 0 0 0 0,15-1-1 0 0,24-9-124 0 0,-32 10-68 0 0,0 1 0 0 0,0 1 1 0 0,0 1-1 0 0,1 1 0 0 0,30 2 1 0 0,215 33-134 0 0,-248-28 329 0 0,-19-6-202 0 0,0 0-1 0 0,0 0 1 0 0,0 0 0 0 0,0 0-1 0 0,0 0 1 0 0,0 0 0 0 0,1 1 0 0 0,-1-1-1 0 0,0 0 1 0 0,0 0 0 0 0,0 0 0 0 0,0 0-1 0 0,0 0 1 0 0,0 1 0 0 0,0-1 0 0 0,0 0-1 0 0,0 0 1 0 0,0 0 0 0 0,0 0-1 0 0,0 0 1 0 0,0 1 0 0 0,0-1 0 0 0,0 0-1 0 0,0 0 1 0 0,0 0 0 0 0,0 0 0 0 0,0 0-1 0 0,0 1 1 0 0,0-1 0 0 0,0 0-1 0 0,0 0 1 0 0,0 0 0 0 0,0 0 0 0 0,0 0-1 0 0,0 0 1 0 0,0 1 0 0 0,-1-1 0 0 0,1 0-1 0 0,0 0 1 0 0,0 0 0 0 0,0 0-1 0 0,0 0 1 0 0,0 0 0 0 0,0 0 0 0 0,0 0-1 0 0,-1 1 1 0 0,1-1 0 0 0,0 0 0 0 0,0 0-1 0 0,0 0 1 0 0,0 0 0 0 0,0 0 0 0 0,-1 0-1 0 0,-40 13 1167 0 0,26-9-784 0 0,-71 15 834 0 0,-1-4 0 0 0,-127 4 0 0 0,-3 1-1810 0 0,61-6-5056 0 0,112-8-133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4:21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99 190 160 0 0,'-39'10'378'0'0,"30"-7"-24"0"0,-1-1 0 0 0,1 0 0 0 0,-1 0 0 0 0,-11 0 0 0 0,21 1 797 0 0,0-3-1110 0 0,0 0 0 0 0,0 1 0 0 0,0-1 0 0 0,0 0 1 0 0,-1 1-1 0 0,1-1 0 0 0,0 0 0 0 0,0 1 0 0 0,0-1 1 0 0,0 0-1 0 0,0 0 0 0 0,0 1 0 0 0,0-1 0 0 0,0 0 1 0 0,0 1-1 0 0,1-1 0 0 0,-1 0 0 0 0,0 1 0 0 0,0-1 1 0 0,0 0-1 0 0,0 1 0 0 0,0-1 0 0 0,0 0 0 0 0,1 0 1 0 0,-1 1-1 0 0,0-1 0 0 0,0 0 0 0 0,0 0 0 0 0,1 1 1 0 0,-1-1-1 0 0,0 0 0 0 0,0 0 0 0 0,1 0 0 0 0,-1 1 1 0 0,0-1-1 0 0,0 0 0 0 0,1 0 0 0 0,-1 0 0 0 0,0 0 1 0 0,1 0-1 0 0,0 1 0 0 0,11 0 324 0 0,-8-1-194 0 0,0 0-1 0 0,0 0 0 0 0,0 1 0 0 0,1 0 0 0 0,-1-1 1 0 0,0 1-1 0 0,0 1 0 0 0,0-1 0 0 0,6 4 1 0 0,-4-4 282 0 0,81-1 2002 0 0,-80-3-1412 0 0,-3-1-792 0 0,-3 4-89 0 0,0 0-103 0 0,1 1-1 0 0,-1-1 1 0 0,0 0-1 0 0,0 0 1 0 0,0 0-1 0 0,0 0 1 0 0,0 0-1 0 0,1-1 0 0 0,-1 1 1 0 0,0 0-1 0 0,0 0 1 0 0,0-1-1 0 0,0 1 1 0 0,0-1-1 0 0,0 1 1 0 0,0-1-1 0 0,0 1 1 0 0,0-1-1 0 0,0 0 1 0 0,0 1-1 0 0,0-1 0 0 0,1-1 1 0 0,-2 1-26 0 0,0 0 0 0 0,0 1 0 0 0,0-1 0 0 0,0 0 0 0 0,0 1 0 0 0,1-1 0 0 0,-1 0 0 0 0,0 1 0 0 0,0-1 1 0 0,1 0-1 0 0,-1 1 0 0 0,0-1 0 0 0,1 1 0 0 0,-1-1 0 0 0,0 1 0 0 0,1-1 0 0 0,-1 1 0 0 0,1-1 0 0 0,-1 1 0 0 0,1-1 0 0 0,-1 1 0 0 0,1 0 0 0 0,-1-1 0 0 0,1 1 0 0 0,0 0 0 0 0,-1-1 1 0 0,1 1-1 0 0,-1 0 0 0 0,1 0 0 0 0,0 0 0 0 0,-1-1 0 0 0,1 1 0 0 0,0 0 0 0 0,-1 0 0 0 0,2 0 0 0 0,-2 0 0 0 0,1 0 1 0 0,0 0-1 0 0,0 0 0 0 0,-1 0 0 0 0,1 0 1 0 0,0 0-1 0 0,-1-1 0 0 0,1 1 0 0 0,0 0 1 0 0,-1-1-1 0 0,1 1 0 0 0,0 0 1 0 0,-1-1-1 0 0,1 1 0 0 0,-1 0 0 0 0,1-1 1 0 0,0 1-1 0 0,-1-1 0 0 0,1 1 0 0 0,-1-1 1 0 0,0 0-1 0 0,1 1 0 0 0,-1-1 0 0 0,1 1 1 0 0,-1-1-1 0 0,0 0 0 0 0,1 1 1 0 0,-1-1-1 0 0,0 0 0 0 0,0 1 0 0 0,0-1 1 0 0,0 0-1 0 0,1 0 0 0 0,-1 1 0 0 0,0-2 1 0 0,0-76 2927 0 0,0 77-2938 0 0,0-1 0 0 0,0 0 0 0 0,1 0 0 0 0,-1 1 0 0 0,0-1 0 0 0,1 0 0 0 0,0 1 0 0 0,-1-1 0 0 0,1 1 0 0 0,0-1 0 0 0,0 1 0 0 0,0-1 0 0 0,0 1 0 0 0,0-1 0 0 0,0 1 0 0 0,0 0 0 0 0,0 0 0 0 0,1 0 0 0 0,-1 0 0 0 0,3-2-1 0 0,4-4 56 0 0,0 0-38 0 0,1 1 0 0 0,0-1 0 0 0,1 2 0 0 0,-1-1 0 0 0,1 1 0 0 0,0 1 0 0 0,0 0 0 0 0,1 0 0 0 0,16-3 0 0 0,-4 0-13 0 0,-14 4-16 0 0,1 1-1 0 0,-1 1 1 0 0,0 0-1 0 0,1 0 1 0 0,14 1-1 0 0,-3-1-19 0 0,15-1-67 0 0,48 5 0 0 0,-70-2 37 0 0,0 1 0 0 0,-1 0-1 0 0,1 1 1 0 0,-1 0 0 0 0,16 7 0 0 0,-17 0-4 0 0,-8-4 46 0 0,18 12 130 0 0,-22-18-127 0 0,1 1 0 0 0,-1-1 0 0 0,0 0 0 0 0,1 1 0 0 0,-1-1 0 0 0,0 0 0 0 0,1 1 0 0 0,-1-1 0 0 0,0 0 0 0 0,0 1 0 0 0,0-1 0 0 0,1 1 0 0 0,-1-1 0 0 0,0 1 0 0 0,0-1 0 0 0,0 0 0 0 0,0 1 0 0 0,0-1 0 0 0,0 1 0 0 0,0-1 0 0 0,0 1 0 0 0,0-1 0 0 0,0 1 0 0 0,0-1 0 0 0,0 1 0 0 0,0-1 0 0 0,0 0 0 0 0,0 1 0 0 0,-1-1 0 0 0,1 1 0 0 0,0-1 0 0 0,0 1 0 0 0,0-1 0 0 0,-1 0 0 0 0,1 1 0 0 0,0-1 0 0 0,-1 0 0 0 0,1 1 0 0 0,-1 0 0 0 0,-5 4 82 0 0,-1 1 0 0 0,1-1-1 0 0,-1 1 1 0 0,-1-2 0 0 0,1 1 0 0 0,-1-1-1 0 0,-15 6 1 0 0,4-1 104 0 0,-3 1 121 0 0,1-2 1 0 0,-1 0-1 0 0,-1-1 1 0 0,1-1-1 0 0,-1-1 1 0 0,0-1-1 0 0,0-1 1 0 0,0-2-1 0 0,-26 0 1 0 0,44-1-221 0 0,10 0-160 0 0,119-6-137 0 0,67 2 328 0 0,-131 7-217 0 0,-1 2 0 0 0,1 3-1 0 0,77 21 1 0 0,-131-27 71 0 0,0 0 0 0 0,0 0 1 0 0,0 0-1 0 0,0 1 0 0 0,0 0 0 0 0,-1 0 0 0 0,11 8 1 0 0,-16-11 18 0 0,1 1 0 0 0,-1-1 0 0 0,1 0 0 0 0,-1 1 0 0 0,0-1 0 0 0,0 1 0 0 0,1-1 0 0 0,-1 0 0 0 0,0 1 0 0 0,0-1 0 0 0,1 1 0 0 0,-1-1 0 0 0,0 1 0 0 0,0-1 0 0 0,0 1 1 0 0,0-1-1 0 0,0 1 0 0 0,0-1 0 0 0,0 1 0 0 0,0-1 0 0 0,0 1 0 0 0,0 0 0 0 0,0-1 0 0 0,0 1 0 0 0,0-1 0 0 0,0 1 0 0 0,-1 0 0 0 0,0 0 2 0 0,0 0 1 0 0,0 0-1 0 0,0 1 0 0 0,0-1 0 0 0,0 0 0 0 0,0 0 1 0 0,0 0-1 0 0,-1 0 0 0 0,1 0 0 0 0,0 0 1 0 0,-1-1-1 0 0,-1 2 0 0 0,-8 4 234 0 0,0 1-1 0 0,0 0 0 0 0,-14 13 1 0 0,-20 13 731 0 0,23-23-793 0 0,1-1 1 0 0,-2-1-1 0 0,1 0 0 0 0,-1-2 0 0 0,0-1 0 0 0,0-1 1 0 0,-34 2-1 0 0,53-5-167 0 0,-55 5-500 0 0,1-3 1 0 0,-1-2-1 0 0,0-2 0 0 0,0-3 0 0 0,-109-22 0 0 0,134 20-259 0 0,-13-2-3223 0 0,-89-27 1 0 0,65 2-3600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5:17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28 640 0 0,'-6'-1'303'0'0,"5"1"-233"0"0,0 0 1 0 0,0 0 0 0 0,0 0 0 0 0,-1 0 0 0 0,1 0-1 0 0,0 0 1 0 0,0-1 0 0 0,-1 1 0 0 0,1 0-1 0 0,0-1 1 0 0,0 1 0 0 0,0-1 0 0 0,0 1-1 0 0,0-1 1 0 0,0 1 0 0 0,0-1 0 0 0,0 0 0 0 0,0 0-1 0 0,0 1 1 0 0,0-1 0 0 0,0 0 0 0 0,0 0-1 0 0,0-1 1 0 0,-5-1 956 0 0,6 3-887 0 0,-2 0-46 0 0,1 0 1 0 0,-1 0-1 0 0,1 0 1 0 0,-1 0-1 0 0,1-1 1 0 0,-1 1-1 0 0,1 0 1 0 0,-1-1-1 0 0,1 1 1 0 0,-1-1 0 0 0,1 0-1 0 0,0 1 1 0 0,-1-1-1 0 0,-4-5 7021 0 0,0 11-4688 0 0,5-5-2150 0 0,0 0-127 0 0,-1 0 0 0 0,1 0 1 0 0,-1 0-1 0 0,1 0 0 0 0,-1 0 1 0 0,0 0-1 0 0,1 0 0 0 0,-1 1 0 0 0,1-1 1 0 0,0 0-1 0 0,-1 1 0 0 0,1 0 1 0 0,-1-1-1 0 0,1 1 0 0 0,-3 1 1 0 0,-1-1 1143 0 0,-17-1-27 0 0,22 0-1233 0 0,0 0-1 0 0,0 0 1 0 0,-1 0 0 0 0,1 0 0 0 0,0 0-1 0 0,0 0 1 0 0,0 0 0 0 0,-1 0 0 0 0,1 0 0 0 0,0 0-1 0 0,0 0 1 0 0,0 0 0 0 0,-1 0 0 0 0,1 0-1 0 0,0 0 1 0 0,0 0 0 0 0,0 0 0 0 0,0 0 0 0 0,-1 0-1 0 0,1 0 1 0 0,0 0 0 0 0,0 1 0 0 0,0-1-1 0 0,0 0 1 0 0,-1 0 0 0 0,1 0 0 0 0,0 0 0 0 0,0 0-1 0 0,0 0 1 0 0,0 1 0 0 0,0-1 0 0 0,0 0-1 0 0,-1 0 1 0 0,1 0 0 0 0,0 0 0 0 0,0 1 0 0 0,0-1-1 0 0,0 0 1 0 0,0 0 0 0 0,0 0 0 0 0,0 1-1 0 0,0-1 1 0 0,0 0 0 0 0,0 0 0 0 0,0 0-1 0 0,0 1 1 0 0,0-1 0 0 0,0 0 0 0 0,0 0 0 0 0,0 0-1 0 0,0 0 1 0 0,0 1 0 0 0,0-1 0 0 0,0 0-1 0 0,0 0 1 0 0,0 0 0 0 0,1 1 0 0 0,4 1 3529 0 0,-5-3-3420 0 0,15 1 169 0 0,-14 0-259 0 0,-1 0 1 0 0,1 0-1 0 0,-1 0 0 0 0,0 0 1 0 0,1 0-1 0 0,-1 0 0 0 0,1 0 1 0 0,-1 0-1 0 0,1 0 0 0 0,-1 1 0 0 0,1-1 1 0 0,-1 0-1 0 0,1 0 0 0 0,-1 0 1 0 0,0 0-1 0 0,1 1 0 0 0,-1-1 1 0 0,1 0-1 0 0,-1 1 0 0 0,0-1 1 0 0,1 0-1 0 0,-1 1 0 0 0,0-1 1 0 0,0 0-1 0 0,1 1 0 0 0,-1-1 1 0 0,0 0-1 0 0,0 1 0 0 0,1-1 1 0 0,-1 1-1 0 0,0 0 0 0 0,1 0-8 0 0,1-1-1 0 0,-1 1 0 0 0,0 0 1 0 0,0-1-1 0 0,1 1 1 0 0,-1-1-1 0 0,1 1 0 0 0,-1-1 1 0 0,0 1-1 0 0,1-1 0 0 0,-1 0 1 0 0,1 0-1 0 0,-1 0 1 0 0,1 0-1 0 0,-1 0 0 0 0,0 0 1 0 0,1 0-1 0 0,2-1 1 0 0,0 1 72 0 0,20 2 283 0 0,0 0 0 0 0,39 10 0 0 0,-11-2-53 0 0,72 9 887 0 0,132 25 160 0 0,-224-33-2185 0 0,-4 6-6875 0 0,-50-10-311 0 0,-11 0-881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5:18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1681 0 0,'-27'8'1641'0'0,"27"-5"-410"0"0,8-1-758 0 0,6 0 144 0 0,-4 3 2411 0 0,3-5-1301 0 0,-1-1 1 0 0,0 0 0 0 0,12-3-1 0 0,8 0 780 0 0,186-4 4427 0 0,103 27-1135 0 0,-316-19-5699 0 0,15 2 125 0 0,-9-2-196 0 0,-1 0 0 0 0,0 2 0 0 0,0-1 1 0 0,1 1-1 0 0,14 5 0 0 0,-19-1-633 0 0,-12-4-3261 0 0,-27 4-3125 0 0,-27 1-4388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5:25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297 343 1521 0 0,'-7'-14'1229'0'0,"2"-1"-1"0"0,-1 0 1 0 0,2 0 0 0 0,0 0 0 0 0,1 0 0 0 0,1 0 0 0 0,0-1 0 0 0,1 0 0 0 0,0 1 0 0 0,3-23 0 0 0,-2 6 353 0 0,0 27-1397 0 0,1 0 1 0 0,0 0-1 0 0,0 1 0 0 0,0-1 1 0 0,0 0-1 0 0,1 1 0 0 0,0-1 1 0 0,0 1-1 0 0,0 0 0 0 0,0-1 1 0 0,1 1-1 0 0,-1 0 0 0 0,1 0 1 0 0,0 1-1 0 0,1-1 0 0 0,-1 1 1 0 0,0-1-1 0 0,1 1 0 0 0,0 0 1 0 0,0 0-1 0 0,0 1 0 0 0,0-1 0 0 0,0 1 1 0 0,5-2-1 0 0,0-1 66 0 0,1 1-1 0 0,-1 1 1 0 0,1 0 0 0 0,0 0-1 0 0,-1 1 1 0 0,1 0 0 0 0,0 1-1 0 0,0 0 1 0 0,1 0-1 0 0,13 2 1 0 0,-20-1-188 0 0,-1 0 15 0 0,1 0 1 0 0,0 1 0 0 0,0-1 0 0 0,-1 1-1 0 0,1-1 1 0 0,0 1 0 0 0,-1 0 0 0 0,1 1 0 0 0,-1-1-1 0 0,1 1 1 0 0,-1-1 0 0 0,1 1 0 0 0,-1 0 0 0 0,0 0-1 0 0,0 1 1 0 0,0-1 0 0 0,3 4 0 0 0,54 44 1681 0 0,-53-43-1536 0 0,-1 0-1 0 0,0 1 1 0 0,-1 0-1 0 0,0 0 0 0 0,0 0 1 0 0,-1 1-1 0 0,5 11 0 0 0,-8-17-157 0 0,0 1-1 0 0,0-1 1 0 0,-1 1-1 0 0,1 0 1 0 0,-1-1-1 0 0,0 1 1 0 0,0 0-1 0 0,0 0 1 0 0,0-1-1 0 0,-1 1 0 0 0,0-1 1 0 0,1 1-1 0 0,-1 0 1 0 0,-1-1-1 0 0,1 1 1 0 0,0-1-1 0 0,-1 0 1 0 0,0 0-1 0 0,0 1 0 0 0,-3 4 1 0 0,-35 49 911 0 0,-24 33 274 0 0,11-31-1126 0 0,39-40-125 0 0,10-12 0 0 0,-1-1 0 0 0,0 1 0 0 0,0-1 0 0 0,-7 5 0 0 0,-7 5 0 0 0,-1-2 0 0 0,0 0 0 0 0,-1-2 0 0 0,-26 12 0 0 0,36-18 0 0 0,-1-1 0 0 0,-1 0 0 0 0,1-1 0 0 0,-1 0 0 0 0,1-1 0 0 0,-1 0 0 0 0,0-1 0 0 0,0 0 0 0 0,-24-1 0 0 0,31-2 0 0 0,1-1 0 0 0,-1 0 0 0 0,1 0 0 0 0,0 0 0 0 0,-1 0 0 0 0,1-1 0 0 0,0 0 0 0 0,1 0 0 0 0,-1 0 0 0 0,0-1 0 0 0,1 1 0 0 0,0-1 0 0 0,0 0 0 0 0,0-1 0 0 0,0 1 0 0 0,1-1 0 0 0,-6-7 0 0 0,2 0 0 0 0,0-1 0 0 0,1 1 0 0 0,0-1 0 0 0,1 0 0 0 0,-6-22 0 0 0,8 16 0 0 0,1 0 0 0 0,0 0 0 0 0,2 0 0 0 0,1-20 0 0 0,0 0 0 0 0,-1 39 0 0 0,0-1 0 0 0,1 1 0 0 0,-1 0 0 0 0,0 0 0 0 0,1 0 0 0 0,-1-1 0 0 0,0 1 0 0 0,0 0 0 0 0,1 0 0 0 0,-1 0 0 0 0,0 0 0 0 0,1-1 0 0 0,-1 1 0 0 0,1 0 0 0 0,-1 0 0 0 0,0 0 0 0 0,1 0 0 0 0,-1 0 0 0 0,0 0 0 0 0,1 0 0 0 0,-1 0 0 0 0,0 0 0 0 0,1 0 0 0 0,-1 0 0 0 0,0 0 0 0 0,1 0 0 0 0,-1 1 0 0 0,1-1 0 0 0,-1 0 0 0 0,0 0 0 0 0,0 0 0 0 0,1 0 0 0 0,-1 1 0 0 0,0-1 0 0 0,1 0 0 0 0,-1 0 0 0 0,0 1 0 0 0,0-1 0 0 0,1 1 0 0 0,19 10 0 0 0,-11-3 0 0 0,0 0 0 0 0,0 1 0 0 0,-1 0 0 0 0,0 0 0 0 0,0 1 0 0 0,-1 0 0 0 0,10 19 0 0 0,5 6 0 0 0,104 140 0 0 0,-111-155 0 0 0,0-1 0 0 0,2 0 0 0 0,19 17 0 0 0,-21-22 0 0 0,-9-7 0 0 0,14 12 0 0 0,1 0 0 0 0,24 18 0 0 0,-13-12 0 0 0,-31-24-84 0 0,0 0 0 0 0,1 0 0 0 0,-1-1 1 0 0,1 1-1 0 0,-1 0 0 0 0,1-1 0 0 0,0 1 0 0 0,-1-1 0 0 0,1 1 1 0 0,0-1-1 0 0,-1 0 0 0 0,1 1 0 0 0,0-1 0 0 0,-1 0 0 0 0,1 0 1 0 0,0 0-1 0 0,-1-1 0 0 0,1 1 0 0 0,3-1 0 0 0,30-10-6483 0 0,-33 10 5914 0 0,0 0 0 0 0,0 1 1 0 0,0-1-1 0 0,0 0 0 0 0,-1 0 0 0 0,1 0 0 0 0,0 0 0 0 0,-1-1 0 0 0,1 1 0 0 0,-1 0 0 0 0,0 0 0 0 0,1-1 1 0 0,-1 1-1 0 0,0-1 0 0 0,0 0 0 0 0,0 1 0 0 0,0-1 0 0 0,0 0 0 0 0,0 1 0 0 0,0-1 0 0 0,0 0 0 0 0,-1 0 1 0 0,1 0-1 0 0,-1 0 0 0 0,1 0 0 0 0,-1 0 0 0 0,0 0 0 0 0,0-4 0 0 0,0-16-4776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5:20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67 496 800 0 0,'0'0'1548'0'0,"0"0"-1299"0"0,1 0 0 0 0,-1-1 1 0 0,0 1-1 0 0,0-1 0 0 0,0 1 1 0 0,0 0-1 0 0,0-1 1 0 0,1 1-1 0 0,-1-1 0 0 0,0 1 1 0 0,0-1-1 0 0,0 1 0 0 0,0 0 1 0 0,0-1-1 0 0,0 1 0 0 0,-1-1 1 0 0,1 1-1 0 0,0-1 0 0 0,0 1 1 0 0,0 0-1 0 0,0-1 0 0 0,0 1 1 0 0,-1-1-1 0 0,1 1 0 0 0,0 0 1 0 0,0-1-1 0 0,-1 1 0 0 0,1 0 1 0 0,0-1-1 0 0,-1 1 0 0 0,1 0 1 0 0,0-1-1 0 0,-1 1 0 0 0,1 0 1 0 0,0 0-1 0 0,-1 0 1 0 0,1-1-1 0 0,-1 1 0 0 0,-10-4 880 0 0,-21-8 1957 0 0,31 11-2988 0 0,0 0 0 0 0,0 1 0 0 0,0-1 0 0 0,0 0 0 0 0,0 1 0 0 0,0-1 0 0 0,0 0 0 0 0,0 0 0 0 0,0 0 0 0 0,0 0 0 0 0,0 0 0 0 0,1 0 0 0 0,-1 0 0 0 0,0 0 0 0 0,1 0 0 0 0,-1 0 0 0 0,1 0 1 0 0,-1-1-1 0 0,1 1 0 0 0,0 0 0 0 0,-1 0 0 0 0,1-3 0 0 0,0-9 605 0 0,-1 8-542 0 0,1 0 0 0 0,0 1 1 0 0,0-1-1 0 0,0 0 1 0 0,0 0-1 0 0,1 0 1 0 0,0 0-1 0 0,0 1 1 0 0,0-1-1 0 0,0 0 1 0 0,1 1-1 0 0,0-1 1 0 0,0 1-1 0 0,0-1 1 0 0,1 1-1 0 0,-1 0 1 0 0,1 0-1 0 0,0 0 1 0 0,0 0-1 0 0,0 1 1 0 0,6-5-1 0 0,176-196 2760 0 0,-170 185-2884 0 0,-11 13 2 0 0,0 0 0 0 0,0 1 0 0 0,0 0 0 0 0,1 0 0 0 0,0 0 0 0 0,0 1 0 0 0,0-1 0 0 0,0 1 0 0 0,10-5 0 0 0,45-25 468 0 0,-56 32-498 0 0,0 0-1 0 0,0 0 0 0 0,0 0 1 0 0,0 1-1 0 0,0-1 0 0 0,1 1 1 0 0,-1 0-1 0 0,0 1 0 0 0,1-1 1 0 0,-1 1-1 0 0,1 0 1 0 0,-1 0-1 0 0,6 0 0 0 0,2 2-76 0 0,-1 1-1 0 0,0 0 0 0 0,0 1 0 0 0,15 6 0 0 0,-24-9 65 0 0,0 0 0 0 0,0 0 0 0 0,0 1 0 0 0,0-1 0 0 0,0 1 0 0 0,0 0 0 0 0,0-1 0 0 0,0 1 0 0 0,0 0 0 0 0,-1 0 0 0 0,1 0 0 0 0,-1 0 0 0 0,0 1 0 0 0,0-1 0 0 0,1 0 0 0 0,-1 0 0 0 0,-1 1 0 0 0,1-1 0 0 0,0 1 0 0 0,0-1 0 0 0,-1 1 0 0 0,1 2 0 0 0,0 8 22 0 0,0-1 1 0 0,-1 1 0 0 0,-1 16-1 0 0,-1-4 67 0 0,2-10 98 0 0,-2-1 0 0 0,0 0 0 0 0,0 0 0 0 0,-1 0 1 0 0,-1 0-1 0 0,0 0 0 0 0,-1 0 0 0 0,-1-1 0 0 0,-7 13 0 0 0,-3 1-10 0 0,0 0-1 0 0,-2-2 1 0 0,-21 24-1 0 0,34-44-162 0 0,1 0-1 0 0,-1 0 0 0 0,0-1 1 0 0,-1 0-1 0 0,1 0 0 0 0,-1 0 1 0 0,1-1-1 0 0,-1 0 0 0 0,-7 3 1 0 0,13-6-23 0 0,0 0 0 0 0,-1 0 0 0 0,1 0 0 0 0,0 0 1 0 0,0 0-1 0 0,0 0 0 0 0,-1 0 0 0 0,1 0 0 0 0,0 0 1 0 0,0 0-1 0 0,0 0 0 0 0,-1 0 0 0 0,1 0 0 0 0,0 0 1 0 0,0 0-1 0 0,0 0 0 0 0,-1 0 0 0 0,1 0 0 0 0,0 0 0 0 0,0 0 1 0 0,0-1-1 0 0,0 1 0 0 0,0 0 0 0 0,-1 0 0 0 0,1 0 1 0 0,0 0-1 0 0,0 0 0 0 0,0 0 0 0 0,0-1 0 0 0,0 1 1 0 0,0 0-1 0 0,-1 0 0 0 0,1 0 0 0 0,0-1 0 0 0,0 1 0 0 0,0 0 1 0 0,0 0-1 0 0,0 0 0 0 0,0 0 0 0 0,0-1 0 0 0,0 1 1 0 0,0 0-1 0 0,0 0 0 0 0,0 0 0 0 0,0-1 0 0 0,0 1 1 0 0,0 0-1 0 0,0 0 0 0 0,0 0 0 0 0,0-1 0 0 0,0 1 1 0 0,0 0-1 0 0,0 0 0 0 0,0 0 0 0 0,1 0 0 0 0,-1-1 0 0 0,0 1 1 0 0,5-13-232 0 0,18-3 47 0 0,-19 13 199 0 0,0 1-1 0 0,1-1 0 0 0,-1 0 1 0 0,-1-1-1 0 0,1 1 0 0 0,3-4 1 0 0,6-16 69 0 0,-12 20-63 0 0,1-1 0 0 0,0 1 0 0 0,0 0 0 0 0,0-1 0 0 0,1 1 0 0 0,-1 0 0 0 0,1 0 1 0 0,0 0-1 0 0,-1 1 0 0 0,7-5 0 0 0,45-37 72 0 0,-10-11-27 0 0,-29 41-106 0 0,0 1 0 0 0,21-14-1 0 0,12-10-253 0 0,-34 24 156 0 0,-7 6 46 0 0,1 0-1 0 0,0 1 0 0 0,0 0 0 0 0,17-10 0 0 0,7 2-14 0 0,-27 13 94 0 0,-1-1 1 0 0,1 2-1 0 0,-1-1 1 0 0,0 0-1 0 0,1 1 1 0 0,0 0-1 0 0,-1 0 0 0 0,1 0 1 0 0,-1 1-1 0 0,1-1 1 0 0,5 3-1 0 0,-9-3 21 0 0,-1 0 1 0 0,0 0-1 0 0,0 0 0 0 0,1 0 0 0 0,-1 0 1 0 0,0 0-1 0 0,1 0 0 0 0,-1 0 0 0 0,0 1 1 0 0,0-1-1 0 0,1 0 0 0 0,-1 0 0 0 0,0 0 1 0 0,0 1-1 0 0,1-1 0 0 0,-1 0 0 0 0,0 0 1 0 0,0 1-1 0 0,0-1 0 0 0,0 0 0 0 0,1 0 1 0 0,-1 1-1 0 0,0-1 0 0 0,0 0 0 0 0,0 0 1 0 0,0 1-1 0 0,0-1 0 0 0,0 0 0 0 0,0 1 1 0 0,0-1-1 0 0,0 1 0 0 0,5 8-56 0 0,-3-7 87 0 0,1-1 0 0 0,-1 1 0 0 0,0 0 1 0 0,0 0-1 0 0,0 1 0 0 0,-1-1 0 0 0,1 0 1 0 0,0 1-1 0 0,-1-1 0 0 0,0 1 0 0 0,0-1 0 0 0,1 1 1 0 0,-1 0-1 0 0,-1-1 0 0 0,1 1 0 0 0,0 0 0 0 0,-1 0 1 0 0,1 0-1 0 0,-1 0 0 0 0,0-1 0 0 0,0 1 1 0 0,0 0-1 0 0,0 0 0 0 0,-1 0 0 0 0,1 0 0 0 0,-1-1 1 0 0,0 1-1 0 0,-1 4 0 0 0,-4 12 376 0 0,0 0 0 0 0,-13 24 0 0 0,-4 11 193 0 0,19-44-597 0 0,1-1 0 0 0,-1 0 0 0 0,0 0 0 0 0,-7 10-1 0 0,7-14 35 0 0,0-1-1 0 0,-1 1 0 0 0,1-1 1 0 0,-1 0-1 0 0,0 0 0 0 0,0-1 1 0 0,-8 5-1 0 0,9-5 119 0 0,0-1 0 0 0,0 1 0 0 0,0 0 0 0 0,1 0 0 0 0,-1 0 0 0 0,1 0 1 0 0,-4 6-1 0 0,7-11-91 0 0,0 0 0 0 0,-1 0 1 0 0,1 1-1 0 0,0-1 1 0 0,1 0-1 0 0,-1 1 1 0 0,0-1-1 0 0,0 0 1 0 0,1 1-1 0 0,-1-1 1 0 0,1 0-1 0 0,-1 1 0 0 0,1-1 1 0 0,0 1-1 0 0,-1-1 1 0 0,1 1-1 0 0,0-1 1 0 0,0 1-1 0 0,0 0 1 0 0,0-1-1 0 0,0 1 0 0 0,1 0 1 0 0,-1 0-1 0 0,3-2 1 0 0,6-6 1 0 0,-9 8-58 0 0,0-1 0 0 0,0 1 0 0 0,0 0 0 0 0,-1 0 0 0 0,1-1 0 0 0,0 1 0 0 0,-1-1 0 0 0,1 1 0 0 0,-1 0-1 0 0,0-1 1 0 0,1 1 0 0 0,-1-1 0 0 0,0 1 0 0 0,0-1 0 0 0,0 1 0 0 0,0-3 0 0 0,0 2 2 0 0,0-1-1 0 0,0 1 0 0 0,0-1 1 0 0,1 1-1 0 0,-1-1 0 0 0,1 1 1 0 0,-1-1-1 0 0,1 1 0 0 0,0 0 1 0 0,0-1-1 0 0,0 1 0 0 0,2-3 1 0 0,89-118 75 0 0,1-6-1361 0 0,-90 125 1269 0 0,0 1 0 0 0,0 0 0 0 0,0 0-1 0 0,0 0 1 0 0,1 0 0 0 0,0 0 0 0 0,0 1 0 0 0,-1 0-1 0 0,1-1 1 0 0,0 2 0 0 0,1-1 0 0 0,-1 0 0 0 0,0 1-1 0 0,1 0 1 0 0,-1 0 0 0 0,0 0 0 0 0,1 0 0 0 0,4 0-1 0 0,0 1 27 0 0,-1 1 0 0 0,1-1 0 0 0,-1 1 0 0 0,1 1 0 0 0,-1 0 0 0 0,1 0 0 0 0,-1 0 0 0 0,9 5-1 0 0,-15-7 6 0 0,0 1 0 0 0,0 0 0 0 0,-1 0-1 0 0,1 0 1 0 0,0 0 0 0 0,-1 0-1 0 0,1 0 1 0 0,0 0 0 0 0,-1 0-1 0 0,1 1 1 0 0,-1-1 0 0 0,3 4-1 0 0,7 28 488 0 0,-8-21-329 0 0,3 9 83 0 0,-2-9-181 0 0,0 0 1 0 0,-1 0-1 0 0,-1 1 1 0 0,0 0-1 0 0,0-1 0 0 0,-1 1 1 0 0,-1 0-1 0 0,0-1 1 0 0,-2 14-1 0 0,-11 12-79 0 0,10-30 0 0 0,1-1 0 0 0,0 0 0 0 0,0 1 0 0 0,0 0 0 0 0,1-1 0 0 0,-1 16 0 0 0,1-15-437 0 0,1-6-20 0 0,-1-1 1 0 0,1 1-1 0 0,0-1 0 0 0,0 1 1 0 0,0-1-1 0 0,0 1 0 0 0,0 0 1 0 0,0-1-1 0 0,0 1 1 0 0,0-1-1 0 0,1 1 0 0 0,-1-1 1 0 0,1 1-1 0 0,-1-1 0 0 0,1 1 1 0 0,-1-1-1 0 0,1 1 1 0 0,0-1-1 0 0,1 2 0 0 0,25-1-11055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5:20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56 1121 0 0,'0'3'928'0'0,"0"0"1"0"0,0 0 0 0 0,-1 0 0 0 0,0-1 0 0 0,1 1 0 0 0,-1 0 0 0 0,0-1 0 0 0,-2 5 0 0 0,-16 20 3832 0 0,-34 22-1319 0 0,13-11-1184 0 0,37-32-2077 0 0,0 0 0 0 0,1 0 0 0 0,0 1 0 0 0,0-1-1 0 0,1 1 1 0 0,0-1 0 0 0,0 1 0 0 0,0 0 0 0 0,1-1-1 0 0,0 1 1 0 0,0 0 0 0 0,3 12 0 0 0,-1 9 350 0 0,-2 195 4791 0 0,0-219-5255 0 0,0-1 0 0 0,0 0-1 0 0,0 1 1 0 0,1-1-1 0 0,0 0 1 0 0,0 1 0 0 0,0-1-1 0 0,0 0 1 0 0,0 0 0 0 0,0 0-1 0 0,1 0 1 0 0,0 0 0 0 0,0 0-1 0 0,-1 0 1 0 0,2 0 0 0 0,-1-1-1 0 0,0 1 1 0 0,0-1 0 0 0,1 0-1 0 0,-1 1 1 0 0,5 1 0 0 0,18 21 561 0 0,-23-21-568 0 0,1-1 1 0 0,0 0 0 0 0,1-1-1 0 0,-1 1 1 0 0,0-1 0 0 0,1 1 0 0 0,0-1-1 0 0,-1 0 1 0 0,1 0 0 0 0,0 0 0 0 0,0-1-1 0 0,0 0 1 0 0,0 1 0 0 0,1-2-1 0 0,-1 1 1 0 0,0 0 0 0 0,0-1 0 0 0,0 1-1 0 0,1-1 1 0 0,-1-1 0 0 0,0 1 0 0 0,6-1-1 0 0,3-1 81 0 0,-1 0-1 0 0,1-1 1 0 0,0 0-1 0 0,-1-1 1 0 0,0 0 0 0 0,1-1-1 0 0,11-7 1 0 0,28-16-138 0 0,45-24-2 0 0,157-111 0 0 0,-92 22 24 0 0,-90 77-242 0 0,-52 47-32 0 0,28-26-672 0 0,-45 41 716 0 0,-1-1 0 0 0,0 1 1 0 0,0-1-1 0 0,0 1 0 0 0,0-1 0 0 0,0 1 0 0 0,-1-1 1 0 0,1 0-1 0 0,-1 0 0 0 0,0 0 0 0 0,0 0 0 0 0,0 0 1 0 0,0 0-1 0 0,0-4 0 0 0,-1 5-164 0 0,0 0 0 0 0,-1 0 1 0 0,0-1-1 0 0,1 1 0 0 0,-1 0 0 0 0,0 0 1 0 0,0 0-1 0 0,0 0 0 0 0,-1 0 0 0 0,1 0 0 0 0,0 0 1 0 0,-1 0-1 0 0,1 0 0 0 0,-4-2 0 0 0,-1-1-1281 0 0,1 0 0 0 0,-1 1-1 0 0,1 0 1 0 0,-1 0 0 0 0,-7-3-1 0 0,-47-15-10127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5:25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392 346 400 0 0,'0'-3'366'0'0,"0"1"-1"0"0,0 0 0 0 0,0 0 1 0 0,0 0-1 0 0,-1 0 1 0 0,1 0-1 0 0,-1 0 0 0 0,1 0 1 0 0,-1 0-1 0 0,0 0 1 0 0,0 0-1 0 0,0 0 0 0 0,0 0 1 0 0,0 0-1 0 0,-1 0 1 0 0,1 1-1 0 0,0-1 0 0 0,-1 1 1 0 0,1-1-1 0 0,-1 1 1 0 0,0-1-1 0 0,1 1 0 0 0,-4-2 1 0 0,-8-8 2336 0 0,-41-30 4581 0 0,53 41-7216 0 0,1 0 0 0 0,0-1 0 0 0,-1 1 0 0 0,1 0 0 0 0,-1-1 0 0 0,1 1 0 0 0,0 0 0 0 0,-1-1 0 0 0,1 1 0 0 0,0-1 0 0 0,-1 1 0 0 0,1-1 0 0 0,0 1 0 0 0,0-1 0 0 0,0 1 0 0 0,-1-1 0 0 0,1 1 0 0 0,0-1 0 0 0,0 1 0 0 0,0-1 0 0 0,0 1 0 0 0,0-1 0 0 0,0 1 0 0 0,0-1 0 0 0,0 1 0 0 0,0-1 0 0 0,0 1 0 0 0,0-1 0 0 0,0 1 0 0 0,0-1 0 0 0,1 1 0 0 0,-1-1 0 0 0,0 1 0 0 0,0-1 0 0 0,0 1 0 0 0,1-1 0 0 0,-1 1 0 0 0,0-1 0 0 0,1 1 0 0 0,-1 0 0 0 0,0-1 0 0 0,1 1 0 0 0,-1 0 0 0 0,1-1 0 0 0,19-11 936 0 0,-17 10-845 0 0,11-10 625 0 0,-9 7-620 0 0,-1 1 1 0 0,1 0-1 0 0,1 0 1 0 0,-1 1-1 0 0,0-1 1 0 0,1 1-1 0 0,0 0 1 0 0,8-3-1 0 0,112-36 411 0 0,-109 35-528 0 0,0 0-1 0 0,25-15 1 0 0,-20 11-23 0 0,7-7-9 0 0,-23 14-17 0 0,0 0 0 0 0,0 0 0 0 0,0 1 0 0 0,11-4 1 0 0,7-2-73 0 0,0 1 0 0 0,0 2 1 0 0,0 1-1 0 0,32-4 0 0 0,-55 9 67 0 0,1 0 0 0 0,-1 0 0 0 0,1 1 0 0 0,0-1 0 0 0,-1 0 0 0 0,1 0 0 0 0,-1 1 0 0 0,1-1 0 0 0,0 1 0 0 0,-1-1 0 0 0,1 1 0 0 0,-1 0 0 0 0,0 0 0 0 0,1-1 0 0 0,-1 1 0 0 0,0 0 0 0 0,1 0 0 0 0,1 3 0 0 0,-1-2-13 0 0,-1-1 22 0 0,0 0 1 0 0,0 1-1 0 0,-1-1 1 0 0,1 0-1 0 0,0 1 1 0 0,-1-1-1 0 0,0 1 1 0 0,1-1-1 0 0,-1 1 1 0 0,0-1-1 0 0,1 1 1 0 0,-1 0-1 0 0,0-1 1 0 0,0 1-1 0 0,0-1 1 0 0,-1 1-1 0 0,1-1 0 0 0,0 1 1 0 0,0-1-1 0 0,-1 1 1 0 0,1-1-1 0 0,-1 1 1 0 0,0-1-1 0 0,1 1 1 0 0,-1-1-1 0 0,-1 2 1 0 0,-1 2 42 0 0,-1 0-1 0 0,0 0 1 0 0,0 0 0 0 0,0-1 0 0 0,0 1 0 0 0,-1-1-1 0 0,0 0 1 0 0,0 0 0 0 0,0-1 0 0 0,0 1 0 0 0,-1-1-1 0 0,-10 4 1 0 0,-7 3 289 0 0,-43 10-1 0 0,41-13-59 0 0,-50 22 875 0 0,62-23-881 0 0,-1 0 0 0 0,1-1-1 0 0,-2 0 1 0 0,1-1 0 0 0,0-1-1 0 0,-18 3 1 0 0,26-6 26 0 0,12 0-146 0 0,76-9-173 0 0,-49 4 106 0 0,42 0-1 0 0,17 8-12 0 0,125 20 0 0 0,-202-21-70 0 0,0 1-1 0 0,0 1 1 0 0,0 0 0 0 0,-1 1-1 0 0,0 1 1 0 0,0 0 0 0 0,15 10-1 0 0,-28-16 12 0 0,-1 0 1 0 0,1 1-1 0 0,-1-1 0 0 0,1 1 0 0 0,0-1 0 0 0,-1 1 1 0 0,1-1-1 0 0,-1 1 0 0 0,1-1 0 0 0,-1 1 0 0 0,0-1 1 0 0,1 1-1 0 0,-1 0 0 0 0,0-1 0 0 0,1 1 1 0 0,-1 0-1 0 0,0-1 0 0 0,0 1 0 0 0,1 0 0 0 0,-1-1 1 0 0,0 1-1 0 0,0 0 0 0 0,0 0 0 0 0,0-1 0 0 0,0 1 1 0 0,0 0-1 0 0,0-1 0 0 0,0 1 0 0 0,0 0 0 0 0,0 0 1 0 0,-1-1-1 0 0,1 1 0 0 0,0 0 0 0 0,0-1 1 0 0,-1 1-1 0 0,1 0 0 0 0,0-1 0 0 0,-2 2 0 0 0,-4 6 151 0 0,0 1 0 0 0,-1-2 0 0 0,-1 1-1 0 0,1-1 1 0 0,-1 0 0 0 0,0 0-1 0 0,-18 10 1 0 0,15-10-95 0 0,3-1-53 0 0,0 0-1 0 0,-1-1 1 0 0,0 0 0 0 0,0-1-1 0 0,0 0 1 0 0,0 0-1 0 0,-1-1 1 0 0,0 0 0 0 0,-19 2-1 0 0,3 0-17 0 0,-30 6-661 0 0,0-3 1 0 0,0-2-1 0 0,-1-3 1 0 0,-63-5-1 0 0,75-1-515 0 0,1-2 0 0 0,0-2 0 0 0,1-2 0 0 0,0-2-1 0 0,-66-26 1 0 0,85 27-1028 0 0,0-2 0 0 0,1 0 0 0 0,-37-28 0 0 0,26 12-3171 0 0,-35-38-1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5:27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387 104 320 0 0,'-1'-1'164'0'0,"0"0"0"0"0,0 1 0 0 0,0-1 0 0 0,0 0-1 0 0,-1 0 1 0 0,1 1 0 0 0,0-1 0 0 0,0 1 0 0 0,0-1 0 0 0,-1 1 0 0 0,1 0-1 0 0,0-1 1 0 0,0 1 0 0 0,-1 0 0 0 0,1 0 0 0 0,0 0 0 0 0,-1 0 0 0 0,1 0 0 0 0,-2 0-1 0 0,2 0 255 0 0,-18-6 2265 0 0,-6-1-1364 0 0,3 4 182 0 0,0-2-1 0 0,1-1 1 0 0,-39-15 0 0 0,50 17-920 0 0,0 1 1 0 0,0 0 0 0 0,0 0 0 0 0,-19-1-1 0 0,17 2 398 0 0,1 0 0 0 0,0 0 0 0 0,0-1 0 0 0,-11-4 0 0 0,0 1 876 0 0,15 2 861 0 0,3 0-2178 0 0,-18 3 2677 0 0,213 9-595 0 0,112 11-2620 0 0,-220-12 0 0 0,199 7 0 0 0,-169-8 0 0 0,462 36 0 0 0,-434-25 0 0 0,269 70 0 0 0,-239-33 0 0 0,-84-25 0 0 0,150 31 0 0 0,170-27 0 0 0,-320-29 0 0 0,-38 1 0 0 0,-31-3-179 0 0,-19-4-525 0 0,-16-3-3269 0 0,-21 3-3769 0 0,-22 2-1622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21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681 146 3442 0 0,'-29'4'2665'0'0,"-1"-1"-1"0"0,-32-1 1 0 0,-18 2 692 0 0,17 0-1262 0 0,-157 18 5735 0 0,187-14-6309 0 0,34-8-1476 0 0,-1-1 1 0 0,0 1 0 0 0,0 0-1 0 0,1 0 1 0 0,-1 0-1 0 0,0 0 1 0 0,0 0 0 0 0,1 0-1 0 0,-1 0 1 0 0,0 0 0 0 0,0 0-1 0 0,1-1 1 0 0,-1 1-1 0 0,0 0 1 0 0,0 0 0 0 0,0 0-1 0 0,1 0 1 0 0,-1-1 0 0 0,0 1-1 0 0,0 0 1 0 0,0 0-1 0 0,0 0 1 0 0,1-1 0 0 0,-1 1-1 0 0,0 0 1 0 0,0 0 0 0 0,0-1-1 0 0,0 1 1 0 0,0 0-1 0 0,0 0 1 0 0,0-1 0 0 0,0 1-1 0 0,0 0 1 0 0,0 0 0 0 0,0-1-1 0 0,0 1 1 0 0,0 0-1 0 0,0 0 1 0 0,0-1 0 0 0,0 1-1 0 0,0 0 1 0 0,0-1 0 0 0,0 1-1 0 0,0 0 1 0 0,0 0-1 0 0,0 0 1 0 0,-1-1 0 0 0,1 1-1 0 0,0 0 1 0 0,0 0 0 0 0,0-1-1 0 0,0 1 1 0 0,-1 0-1 0 0,1 0 1 0 0,0 0 0 0 0,0 0-1 0 0,0-1 1 0 0,-1 1 0 0 0,1 0-1 0 0,0 0 1 0 0,0 0-1 0 0,-1 0 1 0 0,1 0 0 0 0,0 0-1 0 0,0 0 1 0 0,-1 0 0 0 0,1-1-1 0 0,-1 1 1 0 0,10-3-30 0 0,0 0 1 0 0,0-1-1 0 0,-1 0 0 0 0,0 0 1 0 0,0-1-1 0 0,0 0 0 0 0,11-10 1 0 0,-4 3 7 0 0,0 2 0 0 0,1 0 0 0 0,24-11 0 0 0,4 3-34 0 0,1 2 0 0 0,0 2 0 0 0,55-9 0 0 0,-68 18 3 0 0,1 1 0 0 0,0 1 1 0 0,0 2-1 0 0,0 2 0 0 0,53 6 1 0 0,-76-5 10 0 0,0 0 0 0 0,0 1 0 0 0,0 0 0 0 0,-1 1 0 0 0,0 0 1 0 0,1 0-1 0 0,-1 1 0 0 0,0 0 0 0 0,-1 1 0 0 0,0 0 0 0 0,0 0 1 0 0,0 1-1 0 0,0 0 0 0 0,-1 0 0 0 0,11 15 0 0 0,-13-16 0 0 0,-1 1 0 0 0,0-1-1 0 0,0 1 1 0 0,-1 0 0 0 0,0 0-1 0 0,0 0 1 0 0,-1 0 0 0 0,0 0 0 0 0,0 1-1 0 0,0-1 1 0 0,-1 1 0 0 0,-1-1-1 0 0,1 1 1 0 0,-1-1 0 0 0,0 1-1 0 0,-1 0 1 0 0,-1 9 0 0 0,-20 39-57 0 0,14-24 6 0 0,7-25 39 0 0,-1 0 0 0 0,1 0 0 0 0,-1-1 0 0 0,-1 1 0 0 0,1 0 1 0 0,-1-1-1 0 0,-1 0 0 0 0,1 0 0 0 0,-1 0 0 0 0,-5 7 0 0 0,-12 11-7 0 0,-1-2 1 0 0,0-1-1 0 0,-2 0 0 0 0,0-2 0 0 0,-1-1 0 0 0,-1-1 0 0 0,-1-1 1 0 0,-38 17-1 0 0,-49 7-13 0 0,68-26 275 0 0,-83 38 1 0 0,113-43-58 0 0,-1-1 1 0 0,0 0-1 0 0,-1-1 1 0 0,0-2-1 0 0,0 1 1 0 0,-35 4 0 0 0,-82-9-298 0 0,120-2 48 0 0,1-2 0 0 0,0 0 1 0 0,0 0-1 0 0,-16-7 0 0 0,29 10 59 0 0,1 0-1 0 0,-1-1 1 0 0,1 1-1 0 0,0 0 0 0 0,-1 0 1 0 0,1-1-1 0 0,0 1 1 0 0,-1 0-1 0 0,1 0 0 0 0,0-1 1 0 0,-1 1-1 0 0,1 0 1 0 0,0-1-1 0 0,-1 1 0 0 0,1 0 1 0 0,0-1-1 0 0,0 1 1 0 0,0-1-1 0 0,-1 1 0 0 0,1 0 1 0 0,0-1-1 0 0,0 1 1 0 0,0-1-1 0 0,0 1 0 0 0,0-1 1 0 0,0 0-1 0 0,1-3-9 0 0,0 1-2 0 0,-1 1 0 0 0,1 0 0 0 0,-1 0 0 0 0,1 0 0 0 0,0 0 0 0 0,0 0 0 0 0,0 0 1 0 0,0 0-1 0 0,0 0 0 0 0,1 0 0 0 0,-1 1 0 0 0,0-1 0 0 0,1 0 0 0 0,-1 1 0 0 0,1-1 0 0 0,0 1 0 0 0,0-1 0 0 0,-1 1 1 0 0,1 0-1 0 0,0 0 0 0 0,0 0 0 0 0,0 0 0 0 0,0 0 0 0 0,0 0 0 0 0,0 1 0 0 0,1-1 0 0 0,3 0 0 0 0,10-3-33 0 0,0 1 0 0 0,27-3 0 0 0,-39 6 47 0 0,18-2-1 0 0,-10 0 1 0 0,0 1-1 0 0,0 1 1 0 0,0 0-1 0 0,0 0 1 0 0,0 1-1 0 0,0 1 1 0 0,18 4-1 0 0,-8 0 39 0 0,0 1-1 0 0,0 1 1 0 0,-1 1-1 0 0,0 1 1 0 0,-1 1-1 0 0,0 0 1 0 0,19 16-1 0 0,123 106-3076 0 0,-119-93-2792 0 0,-5-23-1205 0 0,-16-10 2996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21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56 880 0 0,'-38'-6'3289'0'0,"13"2"164"0"0,1-1-1 0 0,-46-15 1 0 0,44 11 235 0 0,21 7-1974 0 0,15 1-391 0 0,5-1-592 0 0,-13 2-679 0 0,26-4 1756 0 0,51 1 1 0 0,-5 6-925 0 0,95 14 0 0 0,79 27-535 0 0,-71-11-2079 0 0,-90-20-1138 0 0,-78-11 1163 0 0,0-1 0 0 0,-1 0 0 0 0,1 0 0 0 0,0 0 1 0 0,0-1-1 0 0,0-1 0 0 0,0 1 0 0 0,-1-1 1 0 0,17-5-1 0 0,-25 6 1543 0 0,0 0 1 0 0,1 0 0 0 0,-1 0-1 0 0,1-1 1 0 0,-1 1 0 0 0,0 0-1 0 0,0 0 1 0 0,1-1 0 0 0,-1 1-1 0 0,0 0 1 0 0,1 0-1 0 0,-1-1 1 0 0,0 1 0 0 0,0 0-1 0 0,0-1 1 0 0,1 1 0 0 0,-1 0-1 0 0,0-1 1 0 0,0 1 0 0 0,0-1-1 0 0,0 1 1 0 0,0 0-1 0 0,0-1 1 0 0,0 1 0 0 0,0-1-1 0 0,0 1 1 0 0,0 0 0 0 0,0-1-1 0 0,0 1 1 0 0,0-1 0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22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1 7203 0 0,'-59'21'5123'0'0,"27"0"-3443"0"0,-34-1 241 0 0,34 7 0 0 0,-1 7-160 0 0,0 7-400 0 0,33 1-481 0 0,33 20-320 0 0,0 13-240 0 0,-1-6-240 0 0,-32 8 161 0 0,33-15-81 0 0,-33-2-641 0 0,33-4 1 0 0,-33-14-1681 0 0,32-21-3041 0 0,1-9-3362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22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36 960 0 0,'-91'3'9609'0'0,"56"-1"-6498"0"0,0-1 0 0 0,-54-7 0 0 0,24-3 11 0 0,32-1-214 0 0,28 9-1094 0 0,10 1-1067 0 0,-4 0-658 0 0,0 0-14 0 0,1 0 0 0 0,-1 0 0 0 0,1 0 0 0 0,-1 0 0 0 0,0 0 0 0 0,1 0 0 0 0,-1 0 1 0 0,1 0-1 0 0,-1 0 0 0 0,1-1 0 0 0,-1 1 0 0 0,0-1 0 0 0,1 1 0 0 0,-1-1 0 0 0,0 1 0 0 0,1-1 1 0 0,1-1-1 0 0,2 1 632 0 0,153-7 1387 0 0,358 17-2161 0 0,-505-8-178 0 0,10 0-1324 0 0,41 6 0 0 0,-25 6-4163 0 0,-34-11 4628 0 0,-1-1 0 0 0,1 1 0 0 0,-1 0 0 0 0,1 0 0 0 0,-1 0 0 0 0,1 0 0 0 0,-1 0 0 0 0,0 0-1 0 0,3 5 1 0 0,-5-6 227 0 0,1 0-1 0 0,0 1 0 0 0,-1-1 0 0 0,1 0 1 0 0,-1 1-1 0 0,1-1 0 0 0,-1 1 0 0 0,0-1 1 0 0,1 1-1 0 0,-1-1 0 0 0,0 1 0 0 0,0 2 1 0 0,0-3 175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26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1 344 160 0 0,'0'0'2241'0'0,"0"-9"4988"0"0,0-3-5427 0 0,0 10-1747 0 0,1 1 0 0 0,0 0-1 0 0,0 0 1 0 0,0-1 0 0 0,0 1 0 0 0,0 0 0 0 0,0 0 0 0 0,0 0-1 0 0,0 0 1 0 0,0 0 0 0 0,1 0 0 0 0,-1 0 0 0 0,0 1 0 0 0,1-1 0 0 0,-1 0-1 0 0,0 1 1 0 0,1-1 0 0 0,1 0 0 0 0,1-1 143 0 0,20-14 1156 0 0,8-8 376 0 0,-31 23-1621 0 0,0 0 0 0 0,1 0 0 0 0,-1 0 0 0 0,0-1 0 0 0,0 1 0 0 0,0 0 0 0 0,0-1 0 0 0,0 1 0 0 0,0-1 0 0 0,-1 1 0 0 0,1-1-1 0 0,0 0 1 0 0,-1 1 0 0 0,1-1 0 0 0,-1 0 0 0 0,1-3 0 0 0,-1 4-43 0 0,0 0 0 0 0,0 0 0 0 0,0 0-1 0 0,0-1 1 0 0,0 1 0 0 0,0 0 0 0 0,1 0 0 0 0,-1 0 0 0 0,0 0 0 0 0,1-1 0 0 0,-1 1-1 0 0,1 0 1 0 0,-1 0 0 0 0,1 0 0 0 0,0 0 0 0 0,0 0 0 0 0,-1 0 0 0 0,1 0-1 0 0,0 1 1 0 0,0-1 0 0 0,0 0 0 0 0,0 0 0 0 0,0 1 0 0 0,0-1 0 0 0,2-1-1 0 0,-2 2-17 0 0,0-1 0 0 0,0 0 1 0 0,0 1-1 0 0,0-1 0 0 0,0 0 0 0 0,0 0 0 0 0,0 1 0 0 0,0-1 0 0 0,0 0 0 0 0,-1 0 0 0 0,1 0 0 0 0,0 0 0 0 0,0 0 0 0 0,-1 0 0 0 0,1-1 0 0 0,-1 1 0 0 0,1 0 0 0 0,-1 0 0 0 0,0 0 0 0 0,1 0 0 0 0,-1-1 0 0 0,0 1 0 0 0,0 0 0 0 0,0 0 0 0 0,0-3 0 0 0,0 3 1 0 0,0-1 0 0 0,0 1 0 0 0,1-1 0 0 0,-1 1-1 0 0,0-1 1 0 0,0 1 0 0 0,1-1 0 0 0,-1 1 0 0 0,1 0-1 0 0,-1-1 1 0 0,1 1 0 0 0,0 0 0 0 0,-1-1 0 0 0,1 1-1 0 0,0 0 1 0 0,0 0 0 0 0,0 0 0 0 0,0-1 0 0 0,0 1-1 0 0,0 0 1 0 0,0 1 0 0 0,3-3 0 0 0,-3 2-14 0 0,0 1-1 0 0,0-1 1 0 0,0 0 0 0 0,0 0-1 0 0,1 0 1 0 0,-1-1 0 0 0,0 1 0 0 0,-1 0-1 0 0,1 0 1 0 0,0 0 0 0 0,0-1-1 0 0,0 1 1 0 0,-1 0 0 0 0,1-1 0 0 0,-1 1-1 0 0,1-1 1 0 0,-1 1 0 0 0,0-1-1 0 0,1 1 1 0 0,-1 0 0 0 0,0-1 0 0 0,0-2-1 0 0,0 2 5 0 0,0 0-1 0 0,1 0 0 0 0,-1 0 0 0 0,0-1 1 0 0,1 1-1 0 0,0 0 0 0 0,-1 0 0 0 0,1 0 1 0 0,0 1-1 0 0,0-1 0 0 0,0 0 0 0 0,0 0 1 0 0,1 0-1 0 0,-1 1 0 0 0,0-1 0 0 0,1 0 1 0 0,-1 1-1 0 0,3-2 0 0 0,4-6 102 0 0,25-27 421 0 0,-29 22-432 0 0,-4 13-125 0 0,0 1 0 0 0,0-1 1 0 0,0 1-1 0 0,0-1 0 0 0,0 0 0 0 0,0 1 1 0 0,0-1-1 0 0,0 1 0 0 0,0-1 1 0 0,0 0-1 0 0,1 1 0 0 0,-1-1 0 0 0,0 1 1 0 0,0-1-1 0 0,1 1 0 0 0,-1-1 0 0 0,0 1 1 0 0,1-1-1 0 0,-1 1 0 0 0,0-1 0 0 0,1 1 1 0 0,-1-1-1 0 0,1 1 0 0 0,-1-1 0 0 0,2 0 1 0 0,19-4 21 0 0,-20 5-24 0 0,-1 0 0 0 0,0 0 0 0 0,0 0 0 0 0,0 0 0 0 0,0 0-1 0 0,1 0 1 0 0,-1 0 0 0 0,0 0 0 0 0,0 0 0 0 0,0 0 0 0 0,0 0 0 0 0,1 0-1 0 0,-1 0 1 0 0,0 0 0 0 0,0 0 0 0 0,0 0 0 0 0,0 0 0 0 0,1 0-1 0 0,-1 0 1 0 0,0 0 0 0 0,0 0 0 0 0,0 1 0 0 0,0-1 0 0 0,0 0-1 0 0,1 0 1 0 0,-1 0 0 0 0,0 0 0 0 0,0 0 0 0 0,0 0 0 0 0,0 0-1 0 0,0 1 1 0 0,0-1 0 0 0,0 0 0 0 0,0 0 0 0 0,1 0 0 0 0,-1 0 0 0 0,0 0-1 0 0,0 1 1 0 0,0-1 0 0 0,0 0 0 0 0,0 0 0 0 0,0 0 0 0 0,0 0-1 0 0,0 1 1 0 0,0-1 0 0 0,0 0 0 0 0,5 11 378 0 0,10 5 64 0 0,-2-1-1 0 0,0 1 0 0 0,-1 1 1 0 0,-1 0-1 0 0,0 1 0 0 0,11 27 1 0 0,-17-33-252 0 0,0 0 1 0 0,-1 1 0 0 0,0 0 0 0 0,-1 0-1 0 0,-1 0 1 0 0,0 0 0 0 0,-1 0-1 0 0,0 0 1 0 0,-1 1 0 0 0,0-1-1 0 0,-4 21 1 0 0,-18 50 541 0 0,11 4-134 0 0,-10 5-253 0 0,10 6-200 0 0,0-50-298 0 0,5-26 11 0 0,1 1-1 0 0,1 0 1 0 0,-1 26 0 0 0,4-46-129 0 0,1 1-1 0 0,0-1 1 0 0,0 1-1 0 0,0-1 1 0 0,1 1-1 0 0,0-1 1 0 0,0 1-1 0 0,0-1 1 0 0,0 1-1 0 0,1-1 1 0 0,-1 0-1 0 0,1 0 1 0 0,0 0-1 0 0,1 0 1 0 0,-1 0-1 0 0,1 0 1 0 0,-1-1-1 0 0,1 1 1 0 0,0-1-1 0 0,1 1 1 0 0,-1-1-1 0 0,5 3 1 0 0,-1-2-941 0 0,1 0 1 0 0,-1-1-1 0 0,1 0 1 0 0,0 0 0 0 0,14 2-1 0 0,43 5-8995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27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131 100 4482 0 0,'-24'-7'2484'0'0,"16"6"-1659"0"0,0-1 0 0 0,0-1-1 0 0,0 1 1 0 0,0-1 0 0 0,1-1-1 0 0,-14-7 1 0 0,20 10-752 0 0,1 1 0 0 0,0-1 0 0 0,-1 1 0 0 0,1-1 0 0 0,-1 0 0 0 0,1 1 0 0 0,0-1 0 0 0,-1 0 0 0 0,1 1 0 0 0,0-1 0 0 0,0 0 0 0 0,-1 1 0 0 0,1-1 0 0 0,0 0-1 0 0,0 1 1 0 0,0-1 0 0 0,0 0 0 0 0,0-1 0 0 0,0 2-9 0 0,0 0 0 0 0,0-1 0 0 0,0 1 0 0 0,0-1 0 0 0,0 1 0 0 0,0-1 0 0 0,0 1 0 0 0,0-1 0 0 0,0 1 0 0 0,0-1 0 0 0,0 1 0 0 0,-1 0 0 0 0,1-1 0 0 0,0 1 0 0 0,0-1 0 0 0,0 1 0 0 0,-1 0 0 0 0,1-1 0 0 0,0 1 0 0 0,0 0 0 0 0,-1-1 0 0 0,1 1 0 0 0,0 0 0 0 0,-1-1 0 0 0,1 1 0 0 0,-1 0 0 0 0,1 0 0 0 0,-1-1 0 0 0,-8 0 619 0 0,9 1-616 0 0,-1 0 0 0 0,0 0 0 0 0,1 0 0 0 0,-1 0 0 0 0,1 0 0 0 0,-1 0 0 0 0,0 0 0 0 0,1 0 0 0 0,-1 0 0 0 0,0 0 0 0 0,1 0 0 0 0,-1 0 0 0 0,0-1 0 0 0,1 1 0 0 0,-1 0-1 0 0,1 0 1 0 0,-1-1 0 0 0,1 1 0 0 0,-1 0 0 0 0,1-1 0 0 0,-1 1 0 0 0,1-1 0 0 0,-1 1 0 0 0,1-1 0 0 0,-1 1 0 0 0,1 0 0 0 0,0-1 0 0 0,-1 0 0 0 0,1 1 0 0 0,0-1-1 0 0,-1 1 1 0 0,1-1 0 0 0,0 1 0 0 0,0-1 0 0 0,-1 0 0 0 0,1 1 0 0 0,0-1 0 0 0,0 0 0 0 0,0 1 0 0 0,0-2 0 0 0,5 0 360 0 0,35-6-282 0 0,-1 2 0 0 0,1 1 1 0 0,0 2-1 0 0,1 1 0 0 0,-1 3 0 0 0,0 1 1 0 0,0 2-1 0 0,65 15 0 0 0,-99-18-140 0 0,128 39 121 0 0,-117-34-78 0 0,-1 1 0 0 0,0 1 0 0 0,0 0 0 0 0,0 1 0 0 0,-1 0 0 0 0,20 18 0 0 0,-31-24-11 0 0,-1 0-1 0 0,1 1 1 0 0,0 0 0 0 0,-1 0 0 0 0,0 0 0 0 0,0 0-1 0 0,0 0 1 0 0,-1 0 0 0 0,0 1 0 0 0,1-1-1 0 0,-1 1 1 0 0,-1 0 0 0 0,1 0 0 0 0,-1 0 0 0 0,0-1-1 0 0,0 1 1 0 0,0 0 0 0 0,-1 1 0 0 0,1-1-1 0 0,-1 0 1 0 0,0 0 0 0 0,-1 0 0 0 0,1 0-1 0 0,-1 0 1 0 0,0 0 0 0 0,-1 0 0 0 0,1-1 0 0 0,-1 1-1 0 0,0 0 1 0 0,0 0 0 0 0,0-1 0 0 0,-1 0-1 0 0,1 1 1 0 0,-1-1 0 0 0,0 0 0 0 0,-5 5 0 0 0,-3 1-52 0 0,-1-1 0 0 0,0 0 1 0 0,0 0-1 0 0,-1-1 1 0 0,0-1-1 0 0,-1 0 1 0 0,1-1-1 0 0,-28 8 0 0 0,0-4-3392 0 0,-72 9 0 0 0,88-15 1068 0 0,-14 0-3890 0 0,-20-8-828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28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1 270 160 0 0,'0'9'3214'0'0,"5"-10"-1759"0"0,-3 2-1337 0 0,-1-1-69 0 0,0 0-1 0 0,0 0 1 0 0,0 0-1 0 0,0 1 1 0 0,0-1-1 0 0,0 0 0 0 0,0 0 1 0 0,1 0-1 0 0,-1-1 1 0 0,0 1-1 0 0,0 0 0 0 0,0 0 1 0 0,0-1-1 0 0,0 1 1 0 0,0 0-1 0 0,0-1 1 0 0,0 1-1 0 0,0-1 0 0 0,0 1 1 0 0,0-1-1 0 0,0 0 1 0 0,-1 1-1 0 0,3-3 0 0 0,-3 2 1607 0 0,5-5 25 0 0,1 4-1629 0 0,-5 1 36 0 0,0 1 0 0 0,1 0 0 0 0,-1-1 0 0 0,0 1 1 0 0,0-1-1 0 0,0 1 0 0 0,0-1 0 0 0,0 0 0 0 0,0 1 1 0 0,0-1-1 0 0,0 0 0 0 0,0 0 0 0 0,2-1 0 0 0,-2-1 82 0 0,-1 1 0 0 0,1-1 0 0 0,0 1 0 0 0,-1-1 0 0 0,1 1 0 0 0,-1-1 1 0 0,1 1-1 0 0,-1-1 0 0 0,-1-5 0 0 0,1-94 1885 0 0,0 99-2034 0 0,0 1 1 0 0,1 0-1 0 0,-1 0 1 0 0,0 0-1 0 0,1-1 1 0 0,-1 1-1 0 0,1 0 1 0 0,0 0-1 0 0,0 0 1 0 0,0 0-1 0 0,0 0 0 0 0,0 0 1 0 0,0 0-1 0 0,0 0 1 0 0,1 1-1 0 0,-1-1 1 0 0,3-2-1 0 0,-2 2 1 0 0,-1 1 0 0 0,0-1 0 0 0,1 1 0 0 0,-1-1 0 0 0,0 1 0 0 0,0-1 1 0 0,0 0-1 0 0,0 0 0 0 0,0 0 0 0 0,0 1 0 0 0,0-1 0 0 0,-1 0 0 0 0,1 0 0 0 0,-1 0 0 0 0,0 0 0 0 0,1 0 0 0 0,-1-3 0 0 0,0 4-11 0 0,0 0 1 0 0,0 0-1 0 0,0 0 0 0 0,0 0 0 0 0,0 0 1 0 0,0 0-1 0 0,1 0 0 0 0,-1 0 1 0 0,0 0-1 0 0,1 1 0 0 0,-1-1 1 0 0,0 0-1 0 0,1 0 0 0 0,-1 0 1 0 0,1 1-1 0 0,-1-1 0 0 0,1 0 0 0 0,0 0 1 0 0,-1 1-1 0 0,1-1 0 0 0,0 0 1 0 0,-1 1-1 0 0,1-1 0 0 0,0 1 1 0 0,0-1-1 0 0,0 1 0 0 0,-1 0 1 0 0,1-1-1 0 0,0 1 0 0 0,0 0 0 0 0,2-1 1 0 0,-3 1-6 0 0,1 0-1 0 0,0-1 1 0 0,-1 1 0 0 0,1 0-1 0 0,0 0 1 0 0,0-1 0 0 0,-1 1-1 0 0,1 0 1 0 0,0-1 0 0 0,-1 1-1 0 0,1-1 1 0 0,-1 1 0 0 0,1-1 0 0 0,0 1-1 0 0,-1-1 1 0 0,1 1 0 0 0,-1-1-1 0 0,1 1 1 0 0,-1-1 0 0 0,0 0-1 0 0,1 1 1 0 0,-1-1 0 0 0,0 0 0 0 0,1 1-1 0 0,-1-1 1 0 0,0 0 0 0 0,0 0-1 0 0,0 1 1 0 0,0-1 0 0 0,1 0-1 0 0,-1-1 1 0 0,5-1 62 0 0,49 4-134 0 0,-52-1 62 0 0,0 0-1 0 0,0 0 1 0 0,0 0-1 0 0,0 0 1 0 0,0 1-1 0 0,0-1 0 0 0,-1 0 1 0 0,1 1-1 0 0,0 0 1 0 0,0-1-1 0 0,-1 1 1 0 0,1 0-1 0 0,0 0 1 0 0,1 1-1 0 0,7 3-4 0 0,-9-5 6 0 0,1 1 1 0 0,0-1 0 0 0,0 1-1 0 0,-1 0 1 0 0,1-1 0 0 0,0 1-1 0 0,-1 0 1 0 0,1 0 0 0 0,-1 0-1 0 0,1 0 1 0 0,-1 0 0 0 0,1 1-1 0 0,-1-1 1 0 0,0 0 0 0 0,1 1-1 0 0,-1-1 1 0 0,0 1 0 0 0,1 2-1 0 0,-1 0 13 0 0,0-1 0 0 0,0 1-1 0 0,0 0 1 0 0,-1 0 0 0 0,0 0-1 0 0,0 0 1 0 0,0 6-1 0 0,-1 8 80 0 0,1-17-81 0 0,0 0 0 0 0,0 0-1 0 0,-1 0 1 0 0,1 0 0 0 0,0 0-1 0 0,-1 0 1 0 0,1 0 0 0 0,-1 0 0 0 0,1 0-1 0 0,-1 0 1 0 0,1 0 0 0 0,-1 0-1 0 0,0 0 1 0 0,1 0 0 0 0,-1 0 0 0 0,0-1-1 0 0,0 1 1 0 0,0 0 0 0 0,0-1-1 0 0,0 1 1 0 0,0 0 0 0 0,0-1 0 0 0,0 1-1 0 0,0-1 1 0 0,0 1 0 0 0,0-1-1 0 0,-1 1 1 0 0,-5 2 45 0 0,2-1 14 0 0,0 0-1 0 0,-1 0 0 0 0,1 0 1 0 0,-1-1-1 0 0,1 1 0 0 0,-1-1 1 0 0,0-1-1 0 0,0 1 1 0 0,-9-1-1 0 0,4-6 642 0 0,-11 1-294 0 0,22 5-398 0 0,0 0-1 0 0,1 0 0 0 0,-1-1 0 0 0,0 1 0 0 0,0 0 0 0 0,0 0 0 0 0,0 0 0 0 0,0 0 0 0 0,1 0 0 0 0,-1 0 0 0 0,0 0 0 0 0,0-1 0 0 0,0 1 0 0 0,0 0 0 0 0,0 0 1 0 0,0 0-1 0 0,0 0 0 0 0,0 0 0 0 0,1-1 0 0 0,-1 1 0 0 0,0 0 0 0 0,0 0 0 0 0,0 0 0 0 0,0-1 0 0 0,0 1 0 0 0,0 0 0 0 0,0 0 0 0 0,0 0 0 0 0,0 0 0 0 0,0-1 1 0 0,0 1-1 0 0,0 0 0 0 0,0 0 0 0 0,0 0 0 0 0,0 0 0 0 0,-1-1 0 0 0,1 1 0 0 0,0 0 0 0 0,0 0 0 0 0,0 0 0 0 0,0 0 0 0 0,0-1 0 0 0,0 1 0 0 0,0 0 0 0 0,0 0 1 0 0,0 0-1 0 0,-1 0 0 0 0,1 0 0 0 0,0 0 0 0 0,0 0 0 0 0,0-1 0 0 0,0 1 0 0 0,-1 0 0 0 0,1 0 0 0 0,11-3 99 0 0,1 0-1 0 0,-1 0 1 0 0,1 2-1 0 0,0-1 1 0 0,23 1-1 0 0,-4 2-49 0 0,36 6-1 0 0,-48-4-39 0 0,1 1-1 0 0,-1 0 0 0 0,0 2 0 0 0,0 0 1 0 0,0 2-1 0 0,-1 0 0 0 0,0 0 0 0 0,0 2 1 0 0,-1 0-1 0 0,-1 1 0 0 0,31 26 0 0 0,-43-33 6 0 0,-1 0 0 0 0,1 0 0 0 0,-1 0 0 0 0,1 0 0 0 0,-1 0 0 0 0,-1 1 0 0 0,1 0 0 0 0,0-1 0 0 0,-1 1 0 0 0,2 6 0 0 0,-4-9-15 0 0,1-1 0 0 0,-1 0 1 0 0,0 0-1 0 0,0 1 1 0 0,0-1-1 0 0,0 0 1 0 0,0 1-1 0 0,0-1 0 0 0,0 0 1 0 0,-1 0-1 0 0,1 1 1 0 0,0-1-1 0 0,-1 0 1 0 0,1 0-1 0 0,-1 0 0 0 0,1 1 1 0 0,-1-1-1 0 0,0 1 1 0 0,-1 0 5 0 0,0-1 1 0 0,1 1-1 0 0,-1-1 0 0 0,0 0 1 0 0,1 1-1 0 0,-1-1 1 0 0,0 0-1 0 0,0 0 1 0 0,0 0-1 0 0,0-1 0 0 0,0 1 1 0 0,0 0-1 0 0,0-1 1 0 0,-3 1-1 0 0,-37 5-130 0 0,0-1 0 0 0,0-3 0 0 0,0-1-1 0 0,0-2 1 0 0,0-2 0 0 0,0-2 0 0 0,0-2 0 0 0,-62-18 0 0 0,85 19-1144 0 0,0-1 0 0 0,-29-14 1 0 0,41 17 74 0 0,1 0-1 0 0,-1 0 1 0 0,1 0 0 0 0,0-1 0 0 0,-7-7 0 0 0,13 12 811 0 0,-1-1 1 0 0,1 0 0 0 0,-1 1-1 0 0,1-1 1 0 0,-1 0 0 0 0,1 0-1 0 0,0 1 1 0 0,-1-1 0 0 0,1 0-1 0 0,0 0 1 0 0,0 0 0 0 0,-1 1-1 0 0,1-1 1 0 0,0 0 0 0 0,0 0 0 0 0,0 0-1 0 0,0-1 1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29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42 2001 0 0,'-184'-35'16741'0'0,"178"30"-15531"0"0,12 3 3316 0 0,35 5-4058 0 0,0 2 0 0 0,73 18-1 0 0,-61-12-670 0 0,-9 1-1311 0 0,0 2 0 0 0,-1 1 0 0 0,49 26 0 0 0,-76-33-80 0 0,0 0-1 0 0,17 14 0 0 0,5 8-4426 0 0,-5-8 165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29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1 880 0 0,'-9'4'1033'0'0,"0"-1"0"0"0,-1 0 0 0 0,1 0 0 0 0,-1-1-1 0 0,-10 1 1 0 0,11-2-26 0 0,1 1 0 0 0,-1-1 0 0 0,1 2 0 0 0,-16 5 0 0 0,14-3 1389 0 0,9-4-2198 0 0,0 0 1 0 0,-1-1-1 0 0,1 1 1 0 0,0-1-1 0 0,0 1 1 0 0,0-1-1 0 0,-1 0 0 0 0,1 1 1 0 0,0-1-1 0 0,-1 0 1 0 0,1 0-1 0 0,0 0 1 0 0,-1 0-1 0 0,1 0 1 0 0,0 0-1 0 0,-1 0 0 0 0,1 0 1 0 0,0-1-1 0 0,0 1 1 0 0,-2-2 2032 0 0,3 2-2196 0 0,0 0 0 0 0,0-1-1 0 0,0 1 1 0 0,0 0-1 0 0,-1 0 1 0 0,1 0 0 0 0,0-1-1 0 0,0 1 1 0 0,0 0 0 0 0,0 0-1 0 0,0-1 1 0 0,0 1-1 0 0,0 0 1 0 0,0 0 0 0 0,0-1-1 0 0,0 1 1 0 0,1 0 0 0 0,-1 0-1 0 0,0-1 1 0 0,0 1-1 0 0,0 0 1 0 0,0 0 0 0 0,0 0-1 0 0,0-1 1 0 0,0 1 0 0 0,1 0-1 0 0,-1 0 1 0 0,0 0-1 0 0,0-1 1 0 0,0 1 0 0 0,0 0-1 0 0,1 0 1 0 0,-1 0 0 0 0,0 0-1 0 0,0 0 1 0 0,0-1-1 0 0,1 1 1 0 0,-1 0 0 0 0,0 0-1 0 0,0 0 1 0 0,1 0-1 0 0,-1 0 1 0 0,0 0 0 0 0,0 0-1 0 0,1 0 1 0 0,-1 0 0 0 0,0 0-1 0 0,54-10 526 0 0,-1 2 1 0 0,62 0-1 0 0,-66 6-3999 0 0,-8 0 69 0 0,-11 7-1760 0 0,-30-5 4976 0 0,1 0 0 0 0,-1 0-1 0 0,0 0 1 0 0,0 0 0 0 0,1 1-1 0 0,-1-1 1 0 0,0 0 0 0 0,0 0-1 0 0,1 0 1 0 0,-1 0 0 0 0,0 0 0 0 0,0 0-1 0 0,0 1 1 0 0,1-1 0 0 0,-1 0-1 0 0,0 0 1 0 0,0 0 0 0 0,0 0-1 0 0,1 1 1 0 0,-1-1 0 0 0,0 0 0 0 0,0 0-1 0 0,0 1 1 0 0,0-1 0 0 0,0 0-1 0 0,0 0 1 0 0,0 0 0 0 0,1 1-1 0 0,-1-1 1 0 0,0 0 0 0 0,0 0-1 0 0,0 1 1 0 0,0-1 0 0 0,0 0 0 0 0,0 0-1 0 0,0 1 1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39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37 662 80 0 0,'-6'-1'6563'0'0,"-1"-1"-4927"0"0,-2 0-127 0 0,4 1 2229 0 0,19-1-3251 0 0,-28-3-27 0 0,13 4-395 0 0,0 0 0 0 0,0-1 0 0 0,0 1 0 0 0,1 0-1 0 0,-1-1 1 0 0,0 1 0 0 0,1 0 0 0 0,0-1 0 0 0,-1 1-1 0 0,1-1 1 0 0,0 1 0 0 0,-1-1 0 0 0,1 1 0 0 0,0 0 0 0 0,0-1-1 0 0,0 1 1 0 0,0-1 0 0 0,1 1 0 0 0,-1-1 0 0 0,1-2-1 0 0,-1 0 189 0 0,-2-38 748 0 0,1 28-731 0 0,0 0 1 0 0,1-1-1 0 0,1 0 1 0 0,0 1 0 0 0,0 0-1 0 0,6-19 1 0 0,18-23 220 0 0,-18 41-343 0 0,1 0-1 0 0,6-24 1 0 0,-8 14-7 0 0,-6 21-116 0 0,1-1-1 0 0,0 1 0 0 0,0-1 1 0 0,1 1-1 0 0,-1 0 1 0 0,1-1-1 0 0,0 1 0 0 0,0 0 1 0 0,0 0-1 0 0,1 0 0 0 0,-1 0 1 0 0,1 1-1 0 0,0-1 0 0 0,4-3 1 0 0,10-9 85 0 0,-9 9-64 0 0,0-1 0 0 0,0 0-1 0 0,11-14 1 0 0,-13 11-37 0 0,-5 9-8 0 0,0-1-1 0 0,1 1 0 0 0,-1 0 0 0 0,0 0 1 0 0,0 0-1 0 0,1 0 0 0 0,0 1 0 0 0,-1-1 1 0 0,1 0-1 0 0,0 1 0 0 0,0-1 0 0 0,-1 1 1 0 0,1-1-1 0 0,0 1 0 0 0,1 0 0 0 0,2-2 0 0 0,55-34-13 0 0,-12 18 63 0 0,64-17 0 0 0,-88 30-147 0 0,0 1 1 0 0,0 1-1 0 0,0 2 0 0 0,0 0 1 0 0,28 2-1 0 0,-42 0 37 0 0,-4 0 21 0 0,-1 0 0 0 0,0 1 1 0 0,0-1-1 0 0,0 1 0 0 0,0 0 0 0 0,0 0 0 0 0,0 1 0 0 0,0-1 0 0 0,0 1 1 0 0,-1 0-1 0 0,1 1 0 0 0,0-1 0 0 0,-1 1 0 0 0,0 0 0 0 0,0 0 0 0 0,7 6 1 0 0,-2-1-30 0 0,-1 0 0 0 0,0 1 0 0 0,0 0-1 0 0,-1 1 1 0 0,0 0 0 0 0,-1 0 0 0 0,0 0 0 0 0,5 12 0 0 0,-9-17 68 0 0,0 0-1 0 0,-1 0 0 0 0,1 0 1 0 0,-1 0-1 0 0,0 0 0 0 0,0 1 1 0 0,-1-1-1 0 0,1 0 0 0 0,-1 0 1 0 0,-1 1-1 0 0,1-1 0 0 0,-1 0 1 0 0,1 0-1 0 0,-2 1 0 0 0,1-1 1 0 0,0 0-1 0 0,-1 0 0 0 0,0 0 1 0 0,0-1-1 0 0,-1 1 0 0 0,-3 6 1 0 0,-22 26 266 0 0,27-34-195 0 0,-1 0-1 0 0,0 0 1 0 0,0-1-1 0 0,0 1 0 0 0,0-1 1 0 0,0 1-1 0 0,-1-1 0 0 0,1 0 1 0 0,-5 3-1 0 0,7-5 219 0 0,15-3-161 0 0,-15 2-100 0 0,1 0 0 0 0,0 0 1 0 0,-1 0-1 0 0,1 0 0 0 0,-1 0 0 0 0,1 0 1 0 0,-1 0-1 0 0,1 0 0 0 0,-1 0 0 0 0,1 0 1 0 0,-1 0-1 0 0,0 0 0 0 0,0 0 0 0 0,0 0 1 0 0,1-1-1 0 0,-1 1 0 0 0,0 0 1 0 0,0 0-1 0 0,-1 0 0 0 0,1 0 0 0 0,0 0 1 0 0,0 0-1 0 0,-1-2 0 0 0,1 1 54 0 0,0-4-40 0 0,0 0 0 0 0,1 0 0 0 0,0 0 0 0 0,0 0 0 0 0,0 1 0 0 0,1-1 0 0 0,0 0 0 0 0,0 1 0 0 0,1-1 0 0 0,2-5 0 0 0,4-8 57 0 0,2-16 87 0 0,0 18-70 0 0,-9 14-88 0 0,0 0 0 0 0,0 0 0 0 0,-1 0 0 0 0,1 0-1 0 0,-1 0 1 0 0,0 0 0 0 0,1 0 0 0 0,-1 0 0 0 0,-1-1 0 0 0,1 1 0 0 0,0 0-1 0 0,-1-1 1 0 0,0 1 0 0 0,0-6 0 0 0,0 8-23 0 0,0 1 1 0 0,1-1-1 0 0,-1 0 1 0 0,0 0-1 0 0,0 1 0 0 0,1-1 1 0 0,-1 0-1 0 0,0 1 1 0 0,1-1-1 0 0,-1 0 0 0 0,0 1 1 0 0,1-1-1 0 0,-1 0 1 0 0,1 1-1 0 0,-1-1 1 0 0,1 1-1 0 0,0-1 0 0 0,-1 1 1 0 0,1-1-1 0 0,-1 1 1 0 0,1 0-1 0 0,0-1 0 0 0,-1 1 1 0 0,1 0-1 0 0,0-1 1 0 0,0 1-1 0 0,-1 0 1 0 0,1 0-1 0 0,0 0 0 0 0,0-1 1 0 0,-1 1-1 0 0,1 0 1 0 0,0 0-1 0 0,0 0 0 0 0,-1 0 1 0 0,1 0-1 0 0,0 1 1 0 0,0-1-1 0 0,-1 0 1 0 0,2 1-1 0 0,1-1 26 0 0,3 0 156 0 0,27 18 467 0 0,-31-16-605 0 0,1 1 0 0 0,0 0 1 0 0,0-1-1 0 0,-1 1 0 0 0,0 0 1 0 0,0 1-1 0 0,0-1 0 0 0,0 0 0 0 0,0 1 1 0 0,0-1-1 0 0,-1 1 0 0 0,0-1 1 0 0,0 1-1 0 0,0 0 0 0 0,1 6 0 0 0,0 5 158 0 0,-1 0 0 0 0,-2 26-1 0 0,0-13-54 0 0,1-23-108 0 0,0 0 0 0 0,0 0 0 0 0,0 0-1 0 0,-1-1 1 0 0,0 1 0 0 0,0 0 0 0 0,0-1-1 0 0,-1 1 1 0 0,1-1 0 0 0,-1 1 0 0 0,0-1-1 0 0,-1 0 1 0 0,1 1 0 0 0,-1-1 0 0 0,1 0-1 0 0,-1-1 1 0 0,0 1 0 0 0,-1 0 0 0 0,1-1-1 0 0,-1 0 1 0 0,1 0 0 0 0,-1 0 0 0 0,0 0 0 0 0,-7 3-1 0 0,5-2 1947 0 0,7-12-1632 0 0,-1 6-342 0 0,0 1-1 0 0,0 0 1 0 0,0-1-1 0 0,0 1 1 0 0,0-1-1 0 0,0 1 1 0 0,0 0 0 0 0,1-1-1 0 0,-1 1 1 0 0,0-1-1 0 0,1 1 1 0 0,0 0-1 0 0,-1 0 1 0 0,1-1 0 0 0,0 1-1 0 0,-1 0 1 0 0,1 0-1 0 0,0 0 1 0 0,0 0 0 0 0,0 0-1 0 0,0 0 1 0 0,0 0-1 0 0,0 0 1 0 0,1-1-1 0 0,11-11 76 0 0,-2-21 56 0 0,-4 21-120 0 0,0 0 1 0 0,1 1-1 0 0,0 0 1 0 0,1 0-1 0 0,1 0 1 0 0,11-9-1 0 0,2-5 21 0 0,-14 15-40 0 0,18-20 63 0 0,40-37 1 0 0,-59 61-85 0 0,0 0 1 0 0,1 0-1 0 0,-1 1 1 0 0,2 1-1 0 0,-1-1 1 0 0,1 1-1 0 0,0 1 1 0 0,0 0-1 0 0,0 0 1 0 0,11-2-1 0 0,-17 5-5 0 0,0 1 0 0 0,0-1 0 0 0,-1 1 0 0 0,1 0 0 0 0,0 0-1 0 0,0 0 1 0 0,0 1 0 0 0,0-1 0 0 0,0 1 0 0 0,-1 0 0 0 0,1 0-1 0 0,0 0 1 0 0,-1 1 0 0 0,1-1 0 0 0,3 3 0 0 0,5 2-12 0 0,11 4 23 0 0,0 1-1 0 0,-1 2 0 0 0,0 0 1 0 0,-2 1-1 0 0,1 1 1 0 0,28 28-1 0 0,-36-31 31 0 0,-1 1-1 0 0,-1 0 1 0 0,0 0 0 0 0,0 1 0 0 0,10 19-1 0 0,-16-23-14 0 0,-1-1 0 0 0,0 1 0 0 0,0 0-1 0 0,-1 0 1 0 0,0 0 0 0 0,-1 0-1 0 0,0 0 1 0 0,-1 1 0 0 0,1 16-1 0 0,-2-18-7 0 0,1 0 0 0 0,0 0 0 0 0,1 0 0 0 0,0 0 0 0 0,0 0 0 0 0,1-1 0 0 0,7 16 0 0 0,-4-8 0 0 0,-1 17 312 0 0,-4-21-1260 0 0,-2-36-13943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40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196 244 80 0 0,'2'-1'177'0'0,"0"0"-1"0"0,0 1 1 0 0,0-1 0 0 0,0 0-1 0 0,0-1 1 0 0,0 1 0 0 0,-1 0 0 0 0,1-1-1 0 0,-1 1 1 0 0,1 0 0 0 0,-1-1-1 0 0,1 0 1 0 0,-1 1 0 0 0,0-1-1 0 0,1 0 1 0 0,0-3 0 0 0,-1 1 304 0 0,0-1 0 0 0,0 1 1 0 0,0 0-1 0 0,-1-1 0 0 0,0 1 0 0 0,0-8 1 0 0,0 2-239 0 0,0 7-77 0 0,1 0-1 0 0,-1 0 0 0 0,0 0 1 0 0,0 0-1 0 0,-1 0 0 0 0,1 0 1 0 0,0 0-1 0 0,-1 0 0 0 0,0 0 1 0 0,0 0-1 0 0,0 0 0 0 0,0 0 1 0 0,0 0-1 0 0,-1 0 0 0 0,1 1 1 0 0,-1-1-1 0 0,0 1 0 0 0,1-1 1 0 0,-5-4-1 0 0,-1-1 237 0 0,3-10 689 0 0,4 17-963 0 0,1 0-1 0 0,-1 0 1 0 0,0 0-1 0 0,0-1 0 0 0,0 1 1 0 0,0 0-1 0 0,-1 0 1 0 0,1 0-1 0 0,0 0 1 0 0,0 0-1 0 0,-1 0 1 0 0,1 0-1 0 0,0 0 0 0 0,-1 0 1 0 0,1 0-1 0 0,-1 0 1 0 0,1 0-1 0 0,-1 0 1 0 0,0 0-1 0 0,1 1 0 0 0,-2-2 1 0 0,0 1 143 0 0,0 1-166 0 0,1 0 0 0 0,-1 0 0 0 0,1-1 0 0 0,-1 1 0 0 0,1-1 0 0 0,-1 1-1 0 0,1-1 1 0 0,-1 0 0 0 0,1 1 0 0 0,-1-1 0 0 0,1 0 0 0 0,0 0 0 0 0,-1 0 0 0 0,1 0-1 0 0,0 0 1 0 0,-1-2 0 0 0,2 2 562 0 0,5-4 147 0 0,79-10-441 0 0,125-7 1 0 0,-37 20-301 0 0,-143 3-95 0 0,-1 1 1 0 0,1 1-1 0 0,50 13 1 0 0,-76-15 15 0 0,0 0 0 0 0,0 0 0 0 0,0 0 0 0 0,0 0 0 0 0,-1 0 0 0 0,1 1 0 0 0,0-1 1 0 0,-1 1-1 0 0,1-1 0 0 0,1 3 0 0 0,2 1 30 0 0,-5-5-16 0 0,-1 0 0 0 0,0 1 0 0 0,1-1 1 0 0,-1 0-1 0 0,0 0 0 0 0,1 1 0 0 0,-1-1 0 0 0,0 0 0 0 0,1 1 0 0 0,-1-1 0 0 0,0 0 0 0 0,0 1 0 0 0,1-1 0 0 0,-1 1 0 0 0,0-1 0 0 0,0 0 0 0 0,0 1 0 0 0,1-1 0 0 0,-1 1 0 0 0,0-1 0 0 0,0 1 0 0 0,0-1 0 0 0,0 0 0 0 0,0 1 0 0 0,0-1 0 0 0,0 1 0 0 0,0-1 0 0 0,0 1 0 0 0,0-1 0 0 0,0 2 24 0 0,0 1 1 0 0,-1-1 0 0 0,1 0 0 0 0,0-1 0 0 0,-1 1 0 0 0,1 0 0 0 0,-1 0 0 0 0,0 0 0 0 0,1 0 0 0 0,-1 0 0 0 0,0 0-1 0 0,0-1 1 0 0,0 1 0 0 0,-2 2 0 0 0,-28 35 425 0 0,-1-1 0 0 0,-58 51 0 0 0,49-54-343 0 0,-2 3 434 0 0,-1-3-1 0 0,-88 55 1 0 0,-25-13 371 0 0,132-63-861 0 0,1-2 0 0 0,-2-1-1 0 0,1-1 1 0 0,-39 10 0 0 0,61-19-88 0 0,-1-1-1 0 0,1 0 1 0 0,-1 0 0 0 0,0 0 0 0 0,1 0 0 0 0,-1 0-1 0 0,1-1 1 0 0,-1 1 0 0 0,0-1 0 0 0,1 0 0 0 0,0 0-1 0 0,-1 0 1 0 0,1-1 0 0 0,0 1 0 0 0,-1-1 0 0 0,1 0-1 0 0,0 0 1 0 0,0 0 0 0 0,0 0 0 0 0,1 0 0 0 0,-1-1-1 0 0,1 1 1 0 0,-1-1 0 0 0,1 0 0 0 0,0 0 0 0 0,0 0-1 0 0,0 0 1 0 0,0 0 0 0 0,0 0 0 0 0,1 0 0 0 0,-1-1-1 0 0,1 1 1 0 0,0-1 0 0 0,0 1 0 0 0,0-1 0 0 0,0-3-1 0 0,1 6 29 0 0,0-1-1 0 0,1 0 0 0 0,-1 1 1 0 0,0-1-1 0 0,0 1 0 0 0,1-1 1 0 0,-1 0-1 0 0,1 1 0 0 0,-1-1 1 0 0,1 1-1 0 0,0 0 1 0 0,0-1-1 0 0,-1 1 0 0 0,1-1 1 0 0,0 1-1 0 0,0 0 0 0 0,0 0 1 0 0,1 0-1 0 0,-1-1 0 0 0,0 1 1 0 0,0 0-1 0 0,3-1 0 0 0,5-5 0 0 0,-6 3-1 0 0,2 0 0 0 0,-1 0 0 0 0,0 1 1 0 0,1 0-1 0 0,0 0 0 0 0,-1 0 0 0 0,10-4 0 0 0,7-4-54 0 0,-18 9 41 0 0,1 1 0 0 0,-1-1 0 0 0,0 1 0 0 0,1 0 0 0 0,0 0 0 0 0,-1 0 0 0 0,1 0 0 0 0,0 1 0 0 0,-1-1 0 0 0,1 1 0 0 0,0 0 0 0 0,0 0 0 0 0,-1 0 0 0 0,1 1 0 0 0,0-1 0 0 0,-1 1 0 0 0,1 0 0 0 0,0 0 0 0 0,3 2 0 0 0,12 4-22 0 0,-1 1-1 0 0,0 1 1 0 0,-1 1-1 0 0,0 0 0 0 0,0 1 1 0 0,-1 1-1 0 0,-1 0 1 0 0,28 29-1 0 0,-27-24 71 0 0,-1 2 0 0 0,0 0 0 0 0,-2 0 1 0 0,0 2-1 0 0,14 28 0 0 0,14 24 69 0 0,-18-36-275 0 0,-13-12-106 0 0,-10-24 228 0 0,1-1-1 0 0,0 1 0 0 0,-1-1 1 0 0,1 1-1 0 0,0-1 1 0 0,0 1-1 0 0,0-1 0 0 0,-1 1 1 0 0,1-1-1 0 0,0 0 0 0 0,0 1 1 0 0,0-1-1 0 0,0 0 1 0 0,0 0-1 0 0,0 0 0 0 0,0 0 1 0 0,1 0-1 0 0,-4-2-503 0 0,-7-9-1262 0 0,10 9 1484 0 0,0-1 1 0 0,0 1 0 0 0,1 0-1 0 0,-1-1 1 0 0,1 1 0 0 0,-1 0-1 0 0,1 0 1 0 0,0 0 0 0 0,0 0 0 0 0,0 1-1 0 0,2-3 1 0 0,0 1-266 0 0,0-1 1 0 0,-1 0-1 0 0,1 1 0 0 0,-1-1 1 0 0,0-1-1 0 0,4-6 0 0 0,-5 6-73 0 0,-1-1-1 0 0,0 0 0 0 0,0 1 1 0 0,-1-1-1 0 0,1 0 0 0 0,-1-7 0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41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449 105 2161 0 0,'-19'0'1584'0'0,"-9"-1"566"0"0,-38 6-1 0 0,61-5-1917 0 0,-1 1 0 0 0,0 0 0 0 0,0 0-1 0 0,1 1 1 0 0,-1 0 0 0 0,1 0 0 0 0,-1 0 0 0 0,1 1 0 0 0,0-1 0 0 0,0 1 0 0 0,0 0 0 0 0,-7 7-1 0 0,8 1 214 0 0,4-10-417 0 0,0-1 1 0 0,0 1-1 0 0,0 0 1 0 0,0-1 0 0 0,0 1-1 0 0,0-1 1 0 0,0 1-1 0 0,-1 0 1 0 0,1-1-1 0 0,0 1 1 0 0,0-1 0 0 0,0 1-1 0 0,-1-1 1 0 0,1 1-1 0 0,0-1 1 0 0,-1 1-1 0 0,1-1 1 0 0,0 1 0 0 0,-1-1-1 0 0,1 1 1 0 0,-1-1-1 0 0,1 0 1 0 0,-1 1-1 0 0,1-1 1 0 0,-1 1 0 0 0,-21 5 931 0 0,41-2-522 0 0,-4 0-111 0 0,-1-1 1 0 0,1-1-1 0 0,20 1 1 0 0,-1-8-99 0 0,-33 5-215 0 0,0 0 0 0 0,1 0-1 0 0,-1 0 1 0 0,0 0 0 0 0,0-1 0 0 0,1 1-1 0 0,-1-1 1 0 0,0 1 0 0 0,0-1 0 0 0,0 1 0 0 0,0-1-1 0 0,0 1 1 0 0,1-1 0 0 0,-1 0 0 0 0,0 0 0 0 0,-1 1-1 0 0,1-1 1 0 0,0 0 0 0 0,0 0 0 0 0,0 0-1 0 0,0 0 1 0 0,-1 0 0 0 0,2-2 0 0 0,-2 1-6 0 0,1 1 0 0 0,-1 0 0 0 0,1-1 0 0 0,-1 1 0 0 0,1 0 0 0 0,0-1 0 0 0,0 1 0 0 0,0 0 1 0 0,0 0-1 0 0,-1 0 0 0 0,2 0 0 0 0,-1 0 0 0 0,0 0 0 0 0,0 0 0 0 0,0 0 0 0 0,2-1 0 0 0,14-15 94 0 0,-17 16-94 0 0,1 0 0 0 0,-1 0 1 0 0,0 0-1 0 0,0 1 0 0 0,0-1 1 0 0,0 0-1 0 0,1 0 0 0 0,-1 0 1 0 0,0 0-1 0 0,-1 1 0 0 0,1-1 0 0 0,0 0 1 0 0,0 0-1 0 0,0 0 0 0 0,0 0 1 0 0,-1 1-1 0 0,1-1 0 0 0,0 0 1 0 0,-1 0-1 0 0,1 1 0 0 0,0-1 1 0 0,-1 0-1 0 0,1 0 0 0 0,-1 1 1 0 0,1-1-1 0 0,-1 1 0 0 0,0-1 1 0 0,0 0-1 0 0,-21-16 205 0 0,12 5 47 0 0,9 10-213 0 0,-1 0-1 0 0,1 1 1 0 0,-1-1 0 0 0,0 0 0 0 0,0 1-1 0 0,1-1 1 0 0,-1 1 0 0 0,0-1 0 0 0,0 1-1 0 0,0 0 1 0 0,0 0 0 0 0,-5-1-1 0 0,-22-15 784 0 0,-7-2 555 0 0,9 9-545 0 0,10 3 534 0 0,1 4-1200 0 0,11 3 212 0 0,10 0-426 0 0,20 1 21 0 0,-23 2-43 0 0,1 0 95 0 0,21-2 229 0 0,-29-1-261 0 0,-14 0 202 0 0,1 0 0 0 0,-36 7 0 0 0,45-5-84 0 0,0 0 0 0 0,0 1 0 0 0,1 0 0 0 0,-1 1 1 0 0,1 0-1 0 0,0 0 0 0 0,0 1 0 0 0,0 0 0 0 0,-9 8 0 0 0,11-7-75 0 0,-6 3 38 0 0,0 1 0 0 0,1 1 0 0 0,-17 20 0 0 0,26-28-72 0 0,-1 0 1 0 0,1 0-1 0 0,0 1 1 0 0,0-1-1 0 0,0 0 0 0 0,1 1 1 0 0,-1 0-1 0 0,1-1 0 0 0,0 1 1 0 0,0 0-1 0 0,0 0 0 0 0,0 0 1 0 0,1 0-1 0 0,-1-1 0 0 0,1 1 1 0 0,0 0-1 0 0,0 0 1 0 0,1 0-1 0 0,-1 0 0 0 0,1 0 1 0 0,1 5-1 0 0,1-1 5 0 0,1-1-1 0 0,0 0 1 0 0,0 0 0 0 0,1 0-1 0 0,0 0 1 0 0,0 0-1 0 0,1-1 1 0 0,0 0 0 0 0,0 0-1 0 0,0-1 1 0 0,0 0 0 0 0,1 0-1 0 0,0 0 1 0 0,9 4 0 0 0,5 1-7 0 0,-1 0 1 0 0,1-2-1 0 0,39 11 0 0 0,-38-13-49 0 0,1-1 0 0 0,0-1 0 0 0,-1-1 0 0 0,1-1 0 0 0,36-2 0 0 0,-43-1 40 0 0,1-1 0 0 0,-1-1 1 0 0,0-1-1 0 0,0-1 0 0 0,0 0 0 0 0,0-1 0 0 0,-1 0 1 0 0,16-10-1 0 0,-24 11-15 0 0,0 0 1 0 0,-1 0-1 0 0,1-1 1 0 0,-1 0-1 0 0,-1 0 1 0 0,9-12-1 0 0,-6 8-8 0 0,-8 10 24 0 0,1-1 0 0 0,-1 0 0 0 0,1 1 0 0 0,-1-1 0 0 0,0 0 0 0 0,1 1 0 0 0,-1-1 0 0 0,0 0 1 0 0,0 0-1 0 0,1 1 0 0 0,-1-1 0 0 0,0 0 0 0 0,0 0 0 0 0,0 0 0 0 0,0 1 0 0 0,0-1 0 0 0,0 0 0 0 0,0 0 1 0 0,-1 1-1 0 0,1-1 0 0 0,0 0 0 0 0,0 0 0 0 0,-1 1 0 0 0,1-1 0 0 0,0 0 0 0 0,-1 0 0 0 0,0 0 1 0 0,-14-18 34 0 0,8 12-20 0 0,-2-12 2 0 0,8 17-13 0 0,0-1 1 0 0,-1 1-1 0 0,1-1 1 0 0,0 1-1 0 0,-1 0 1 0 0,0-1-1 0 0,1 1 1 0 0,-1 0-1 0 0,0 0 1 0 0,0 0-1 0 0,0 0 1 0 0,-1 1-1 0 0,1-1 1 0 0,0 0-1 0 0,-1 1 1 0 0,-2-2-1 0 0,-15-7 26 0 0,1 0 75 0 0,-35-25 0 0 0,50 32-32 0 0,1 0 0 0 0,-2 0 0 0 0,1 1 0 0 0,0-1 0 0 0,0 1 0 0 0,-1 0-1 0 0,1 0 1 0 0,-1 0 0 0 0,0 0 0 0 0,1 1 0 0 0,-1 0 0 0 0,-8-1-1 0 0,18 9 102 0 0,104 27-14 0 0,190 80-13 0 0,-277-105-134 0 0,0 1 0 0 0,-1 1 1 0 0,-1 1-1 0 0,0 1 0 0 0,21 18 1 0 0,-26-20-7 0 0,-12-10-10 0 0,-1 0 0 0 0,1 0 0 0 0,-1 1 0 0 0,1 0 0 0 0,-1-1 0 0 0,0 1 0 0 0,0 0 0 0 0,0 0 0 0 0,0 0 0 0 0,0 0 0 0 0,0 1 1 0 0,0-1-1 0 0,-1 0 0 0 0,1 1 0 0 0,-1-1 0 0 0,0 1 0 0 0,0 0 0 0 0,0-1 0 0 0,0 1 0 0 0,0 0 0 0 0,-1 0 0 0 0,1-1 0 0 0,-1 1 0 0 0,1 4 0 0 0,-1-3 4 0 0,0-1-1 0 0,0 1 1 0 0,0-1-1 0 0,0 1 1 0 0,-1-1 0 0 0,1 1-1 0 0,-1-1 1 0 0,0 1-1 0 0,0-1 1 0 0,0 0-1 0 0,0 1 1 0 0,-1-1 0 0 0,1 0-1 0 0,-1 0 1 0 0,0 0-1 0 0,0 0 1 0 0,0 0-1 0 0,0-1 1 0 0,-1 1 0 0 0,1 0-1 0 0,-1-1 1 0 0,-3 3-1 0 0,-11 8 75 0 0,0-1-1 0 0,-1 0 0 0 0,0-1 0 0 0,-1-1 0 0 0,0-1 0 0 0,-1-1 0 0 0,0-1 0 0 0,-32 8 0 0 0,12-5 6 0 0,-149 31 67 0 0,73-24-834 0 0,-229 3 0 0 0,337-20 196 0 0,1-1-1 0 0,0 0 0 0 0,-1 0 1 0 0,-12-4-1 0 0,19 5 396 0 0,1 0 0 0 0,-1 0 0 0 0,1 0 0 0 0,0 0 0 0 0,-1 0 0 0 0,1 0 0 0 0,-1-1 0 0 0,1 1 0 0 0,0 0 0 0 0,-1 0 0 0 0,1 0 0 0 0,0-1 0 0 0,-1 1 0 0 0,1 0 0 0 0,0 0 0 0 0,-1-1 0 0 0,1 1 0 0 0,0 0 0 0 0,-1-1 0 0 0,1 1 0 0 0,0 0 1 0 0,0-1-1 0 0,-1 1 0 0 0,1-1 0 0 0,0 1 0 0 0,0 0 0 0 0,0-1 0 0 0,0 1 0 0 0,0-1 0 0 0,0 1 0 0 0,0-1 0 0 0,-1 1 0 0 0,1 0 0 0 0,0-1 0 0 0,0 1 0 0 0,1-1 0 0 0,-1 1 0 0 0,0-1 0 0 0,0 1 0 0 0,0 0 0 0 0,0-2 0 0 0,5-3-1010 0 0,0 0 0 0 0,1 1 0 0 0,-1-1 0 0 0,1 1 0 0 0,0 0 0 0 0,0 0 0 0 0,9-4 0 0 0,16-10-1485 0 0,56-40-4786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42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199 154 2001 0 0,'1'-2'166'0'0,"-1"1"1"0"0,-1-1 0 0 0,1 1-1 0 0,0-1 1 0 0,0 1-1 0 0,-1-1 1 0 0,1 1-1 0 0,0-1 1 0 0,-1 1 0 0 0,0 0-1 0 0,1-1 1 0 0,-1 1-1 0 0,0 0 1 0 0,0-1-1 0 0,0 1 1 0 0,1 0 0 0 0,-1 0-1 0 0,-1 0 1 0 0,1 0-1 0 0,0-1 1 0 0,0 2-1 0 0,-2-3 1 0 0,2 3-23 0 0,-1-1-1 0 0,1 0 1 0 0,0 0 0 0 0,0 0 0 0 0,0 0-1 0 0,0 0 1 0 0,0 0 0 0 0,0 0-1 0 0,0-1 1 0 0,1 1 0 0 0,-1 0 0 0 0,0 0-1 0 0,1-1 1 0 0,-1 1 0 0 0,1 0-1 0 0,-1-1 1 0 0,1 1 0 0 0,-1-1 0 0 0,1 1-1 0 0,0 0 1 0 0,0-1 0 0 0,0-2 0 0 0,0 3 6 0 0,0-1 1 0 0,1 0 0 0 0,-1 0 0 0 0,0-1 0 0 0,0 1 0 0 0,-1 0 0 0 0,1 0 0 0 0,0 1 0 0 0,-1-1 0 0 0,1 0-1 0 0,-1 0 1 0 0,0 0 0 0 0,1 0 0 0 0,-1 0 0 0 0,0 0 0 0 0,0 1 0 0 0,0-1 0 0 0,0 0 0 0 0,-1 1 0 0 0,1-1-1 0 0,0 1 1 0 0,-1-1 0 0 0,1 1 0 0 0,-1 0 0 0 0,1-1 0 0 0,-1 1 0 0 0,0 0 0 0 0,0 0 0 0 0,1 0 0 0 0,-1 0-1 0 0,-4-1 1 0 0,-5-1 323 0 0,10 3-415 0 0,0 0 0 0 0,0 0 1 0 0,0-1-1 0 0,0 1 1 0 0,1 0-1 0 0,-1 0 0 0 0,0-1 1 0 0,0 1-1 0 0,0 0 0 0 0,0-1 1 0 0,0 1-1 0 0,0-1 1 0 0,1 1-1 0 0,-1-1 0 0 0,0 0 1 0 0,0 1-1 0 0,1-1 0 0 0,-1 0 1 0 0,0 1-1 0 0,1-1 0 0 0,-1 0 1 0 0,1 0-1 0 0,-1 0 1 0 0,1 1-1 0 0,-1-1 0 0 0,1 0 1 0 0,-1 0-1 0 0,1 0 0 0 0,0-2 1 0 0,-1 3-26 0 0,1-1-1 0 0,0 1 1 0 0,0-1 0 0 0,-1 1 0 0 0,1-1 0 0 0,0 0-1 0 0,0 1 1 0 0,-1 0 0 0 0,1-1 0 0 0,-1 1-1 0 0,1-1 1 0 0,0 1 0 0 0,-1-1 0 0 0,1 1 0 0 0,-1 0-1 0 0,1-1 1 0 0,-1 1 0 0 0,1 0 0 0 0,-1-1 0 0 0,1 1-1 0 0,-1 0 1 0 0,1 0 0 0 0,-1 0 0 0 0,0-1 0 0 0,1 1-1 0 0,-1 0 1 0 0,1 0 0 0 0,-1 0 0 0 0,0 0 0 0 0,1 0-1 0 0,-1 0 1 0 0,1 0 0 0 0,-1 0 0 0 0,0 0 0 0 0,1 1-1 0 0,-1-1 1 0 0,0 0 0 0 0,0 0-6 0 0,1 1 1 0 0,0-1 0 0 0,-1 0-1 0 0,1 0 1 0 0,-1 0-1 0 0,1 0 1 0 0,-1 0-1 0 0,1 0 1 0 0,-1 0-1 0 0,1 0 1 0 0,-1 0-1 0 0,1 0 1 0 0,0 0-1 0 0,-1 0 1 0 0,1 0-1 0 0,-1 0 1 0 0,1-1 0 0 0,-1 1-1 0 0,1 0 1 0 0,-1 0-1 0 0,1 0 1 0 0,0-1-1 0 0,-1 1 1 0 0,1 0-1 0 0,0 0 1 0 0,-1-1-1 0 0,1 1 1 0 0,0 0-1 0 0,-1-1 1 0 0,1 1 0 0 0,0-1-1 0 0,-1 1 1 0 0,1-1-1 0 0,0 0 532 0 0,5 1-79 0 0,0 0-327 0 0,-4-1-117 0 0,0 1 0 0 0,-1 0 0 0 0,1 0 1 0 0,0 0-1 0 0,-1-1 0 0 0,1 1 0 0 0,0 0 0 0 0,-1 0 0 0 0,1 0 0 0 0,0 0 1 0 0,0 0-1 0 0,-1 0 0 0 0,1 0 0 0 0,0 1 0 0 0,-1-1 0 0 0,1 0 0 0 0,0 0 0 0 0,-1 1 1 0 0,1-1-1 0 0,0 0 0 0 0,-1 0 0 0 0,1 1 0 0 0,-1-1 0 0 0,1 1 0 0 0,-1-1 1 0 0,1 1-1 0 0,-1-1 0 0 0,1 1 0 0 0,-1-1 0 0 0,1 1 0 0 0,-1-1 0 0 0,1 1 1 0 0,-1-1-1 0 0,0 1 0 0 0,1 0 0 0 0,-1-1 0 0 0,0 1 0 0 0,0 0 0 0 0,0-1 1 0 0,1 1-1 0 0,-1 0 0 0 0,0-1 0 0 0,0 1 0 0 0,0 0 0 0 0,0-1 0 0 0,0 1 1 0 0,0 0-1 0 0,0 1 0 0 0,1 41 1920 0 0,0-24-1420 0 0,-1-1 0 0 0,0 0 0 0 0,-2 1 0 0 0,-4 25 0 0 0,-16 24 143 0 0,11 2-93 0 0,2-33-266 0 0,4-20-134 0 0,1 0-1 0 0,1 0 1 0 0,0 0 0 0 0,0 23-1 0 0,3-28-77 0 0,-2 1 0 0 0,1 0 0 0 0,-2-1 0 0 0,1 1 0 0 0,-6 13 0 0 0,4-14-36 0 0,1 0 0 0 0,0 0 1 0 0,0 1-1 0 0,2 0 1 0 0,-1 13-1 0 0,0-4-11 0 0,1-16-14 0 0,1 0 0 0 0,-1-1-1 0 0,1 1 1 0 0,0 0 0 0 0,0-1-1 0 0,1 1 1 0 0,0 0 0 0 0,0 0 0 0 0,0-1-1 0 0,4 11 1 0 0,17-1 112 0 0,-21-13-136 0 0,0-1 0 0 0,0 1 0 0 0,-1-1 0 0 0,1 1-1 0 0,0 0 1 0 0,-1-1 0 0 0,1 1 0 0 0,-1 0 0 0 0,1-1 0 0 0,-1 1 0 0 0,0 0 0 0 0,0 0 0 0 0,1-1 0 0 0,-1 1-1 0 0,-1 0 1 0 0,1 0 0 0 0,0-1 0 0 0,0 1 0 0 0,-1 2 0 0 0,0 4 5 0 0,1 142 358 0 0,0-149 240 0 0,6-1-547 0 0,15 0 0 0 0,-15 0 392 0 0,-1 0-371 0 0,113 8-78 0 0,-45-2-27 0 0,207 20 49 0 0,-153-13-402 0 0,-116-12-1399 0 0,-17 0-1517 0 0,-26 7-3050 0 0,-28 10-5016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43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50 560 0 0,'-93'6'6363'0'0,"67"-3"-3990"0"0,25-2-2290 0 0,1-1-1 0 0,-1 0 1 0 0,1 0-1 0 0,-1 0 1 0 0,0 0-1 0 0,1 0 1 0 0,-1 1-1 0 0,1-1 1 0 0,-1 0-1 0 0,1 1 1 0 0,-1-1-1 0 0,1 0 0 0 0,0 1 1 0 0,-1-1-1 0 0,1 0 1 0 0,-1 1-1 0 0,1-1 1 0 0,0 1-1 0 0,-1-1 1 0 0,1 1-1 0 0,0-1 1 0 0,-1 1-1 0 0,1-1 0 0 0,0 1 1 0 0,0-1-1 0 0,0 1 1 0 0,-1 1-1 0 0,1-2 36 0 0,-1 1 0 0 0,0 0 0 0 0,0 0 0 0 0,0-1 0 0 0,0 1 0 0 0,0-1 1 0 0,0 1-1 0 0,0 0 0 0 0,0-1 0 0 0,0 0 0 0 0,0 1 0 0 0,0-1 0 0 0,0 0 0 0 0,0 1 0 0 0,0-1 0 0 0,-1 0 0 0 0,1 0 0 0 0,0 0 0 0 0,0 0 0 0 0,0 0 0 0 0,0 0 0 0 0,0 0 0 0 0,-2-1 0 0 0,-3 1 357 0 0,-22 4 806 0 0,23-3 680 0 0,10-1-1681 0 0,333-26 3457 0 0,-148 6-2832 0 0,842-16 2270 0 0,675 90-1441 0 0,-1116-46-1342 0 0,-443-8-184 0 0,-146 0-212 0 0,15-1-178 0 0,0 1 0 0 0,1 1-1 0 0,26 5 1 0 0,-54-7-1462 0 0,1 1 1 0 0,-1-1 0 0 0,1 1-1 0 0,-14 2 1 0 0,-9 0-1812 0 0,-33-2-4162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44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43 1601 0 0,'0'-35'11192'0'0,"0"34"-10472"0"0,0 1-694 0 0,0 0 1 0 0,0 0-1 0 0,0 0 1 0 0,0 0-1 0 0,0-1 1 0 0,0 1-1 0 0,1 0 1 0 0,-1 0-1 0 0,0 0 1 0 0,0 0-1 0 0,0-1 1 0 0,0 1-1 0 0,0 0 1 0 0,0 0-1 0 0,0 0 1 0 0,0 0-1 0 0,0-1 1 0 0,0 1-1 0 0,0 0 1 0 0,0 0-1 0 0,0 0 1 0 0,0-1-1 0 0,0 1 1 0 0,0 0-1 0 0,0 0 1 0 0,0 0-1 0 0,0 0 1 0 0,0-1-1 0 0,0 1 1 0 0,-1 0-1 0 0,1 0 0 0 0,0 0 1 0 0,0 0-1 0 0,0 0 1 0 0,0-1-1 0 0,0 1 1 0 0,0 0-1 0 0,0 0 1 0 0,-1 0-1 0 0,1 0 1 0 0,0 0-1 0 0,0 0 1 0 0,0 0-1 0 0,0-1 1 0 0,0 1-1 0 0,-1 0 1 0 0,1 0-1 0 0,0 0 1 0 0,0 0-1 0 0,0 0 1 0 0,-1 0-1 0 0,1 0 1 0 0,0 0-1 0 0,0 0 1 0 0,0 0-1 0 0,0 0 1 0 0,-1 0-1 0 0,1 0 1 0 0,0 0-1 0 0,0 0 1 0 0,0 0-1 0 0,0 0 1 0 0,-1 0-1 0 0,1 0 1 0 0,0 0-1 0 0,0 1 1 0 0,0-1-1 0 0,0 0 1 0 0,-1 0-1 0 0,-21 0 521 0 0,17 0-40 0 0,5 35 2121 0 0,2-17-2205 0 0,0 1 1 0 0,1-1-1 0 0,9 27 1 0 0,-4-14-91 0 0,-7-26-307 0 0,0-1 0 0 0,0 0 0 0 0,-1 1 1 0 0,0-1-1 0 0,0 0 0 0 0,0 1 0 0 0,0-1 0 0 0,0 0 0 0 0,-1 1 0 0 0,0-1 0 0 0,0 0 0 0 0,0 1 0 0 0,-1-1 0 0 0,1 0 0 0 0,-1 0 0 0 0,-3 5 0 0 0,2-5-6 0 0,1 1 0 0 0,0 0-1 0 0,0 0 1 0 0,0 0 0 0 0,1 0 0 0 0,0 1-1 0 0,0-1 1 0 0,0 0 0 0 0,0 8 0 0 0,1-7 42 0 0,-1 1 0 0 0,0-1-1 0 0,0 1 1 0 0,0-1 0 0 0,-1 1 0 0 0,0-1 0 0 0,0 0 0 0 0,-4 8 0 0 0,3-8 5 0 0,0 0 0 0 0,1 0 0 0 0,0 0 0 0 0,0 1 0 0 0,1-1 0 0 0,-1 0 0 0 0,1 1 0 0 0,0 8 0 0 0,1-7-5 0 0,-1 0 0 0 0,0-1 0 0 0,0 1-1 0 0,-1-1 1 0 0,0 1 0 0 0,0-1 0 0 0,-6 13 0 0 0,-2 5 83 0 0,-1 25 122 0 0,-10 12 53 0 0,10 14 41 0 0,-5-20-10 0 0,-2 0 0 0 0,-41 88 0 0 0,42-111-55 0 0,-1 0 0 0 0,-27 36 0 0 0,39-61-183 0 0,1 10 343 0 0,5-14 0 0 0,0-9 526 0 0,9-1-649 0 0,12-1-37 0 0,39-5-1 0 0,17-3 288 0 0,105-11 25 0 0,-102 17-375 0 0,349-44 714 0 0,-352 46-974 0 0,105 2 1 0 0,-158 5-441 0 0,0 2 0 0 0,0 1 0 0 0,-1 1 0 0 0,1 0 0 0 0,-1 2 0 0 0,0 1 0 0 0,42 18 0 0 0,-61-23-75 0 0,-1 0 0 0 0,1 0 0 0 0,-1 0 0 0 0,1 1 0 0 0,-1-1 0 0 0,0 1 0 0 0,0-1 0 0 0,0 1 0 0 0,-1 0 0 0 0,4 5 0 0 0,-5-7-248 0 0,0 1 0 0 0,0-1-1 0 0,-1 1 1 0 0,1 0 0 0 0,-1-1 0 0 0,1 1 0 0 0,-1-1 0 0 0,0 1 0 0 0,1 0 0 0 0,-1 0 0 0 0,0-1-1 0 0,0 3 1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44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0 2081 0 0,'-65'7'2321'0'0,"32"-7"-1281"0"0,1 0-959 0 0,-1 8-1522 0 0,-32-2-2001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45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1783 20 160 0 0,'1'-1'112'0'0,"-1"0"-1"0"0,1 0 1 0 0,-1 0-1 0 0,1 1 1 0 0,0-1-1 0 0,-1 0 1 0 0,1 0-1 0 0,0 0 1 0 0,0 1-1 0 0,0-1 1 0 0,0 1-1 0 0,0-1 1 0 0,-1 0-1 0 0,1 1 1 0 0,0-1-1 0 0,0 1 1 0 0,0 0-1 0 0,0-1 1 0 0,0 1-1 0 0,1 0 1 0 0,-1 0-1 0 0,0 0 1 0 0,0-1-1 0 0,0 1 1 0 0,0 0-1 0 0,2 1 1 0 0,-2-1 225 0 0,6-5 2057 0 0,-14 3-386 0 0,-2 4-1669 0 0,-1 0 0 0 0,1 1 0 0 0,-1 0 0 0 0,1 0-1 0 0,0 1 1 0 0,0 0 0 0 0,1 1 0 0 0,-1 0 0 0 0,-12 10 0 0 0,-289 172 2809 0 0,245-149-2356 0 0,3 3 1 0 0,-74 61 0 0 0,41-29 190 0 0,-158 134 1051 0 0,-44 32-613 0 0,250-206-1284 0 0,-9 8-120 0 0,-2-3-1 0 0,-74 36 1 0 0,118-67-499 0 0,0-1-1 0 0,-1 0 1 0 0,0-1 0 0 0,-20 4-1 0 0,24-8-600 0 0,-1 1-1 0 0,1-2 0 0 0,0 0 0 0 0,-14-1 1 0 0,22 1 568 0 0,2 0 324 0 0,0 0-1 0 0,0 0 0 0 0,0 0 1 0 0,-1 1-1 0 0,1-1 1 0 0,0-1-1 0 0,0 1 0 0 0,0 0 1 0 0,0 0-1 0 0,0 0 1 0 0,0 0-1 0 0,0-1 0 0 0,0 1 1 0 0,0 0-1 0 0,0-1 1 0 0,1 1-1 0 0,-1-1 0 0 0,0 1 1 0 0,0-1-1 0 0,0 0 1 0 0,0 1-1 0 0,1-1 0 0 0,-1 0 1 0 0,0 1-1 0 0,0-1 1 0 0,1 0-1 0 0,-1 0 0 0 0,1 0 1 0 0,-1 0-1 0 0,1 1 1 0 0,-1-1-1 0 0,1 0 0 0 0,-1 0 1 0 0,1 0-1 0 0,0 0 1 0 0,-1-2-1 0 0,1-11-3823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46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809 112 1121 0 0,'-6'-9'1347'0'0,"2"7"-951"0"0,3 1-305 0 0,-1 1-1 0 0,1-1 1 0 0,0 1 0 0 0,-1-1 0 0 0,1 0 0 0 0,0 0-1 0 0,0 1 1 0 0,0-1 0 0 0,-1 0 0 0 0,1 0-1 0 0,0 0 1 0 0,0 0 0 0 0,0-1 0 0 0,1 1-1 0 0,-1 0 1 0 0,0 0 0 0 0,0-1 0 0 0,1 1-1 0 0,-1 0 1 0 0,1-1 0 0 0,-1 1 0 0 0,1 0 0 0 0,-1-3-1 0 0,1 4-35 0 0,0-1-1 0 0,0 0 1 0 0,0 0-1 0 0,0 0 0 0 0,-1 0 1 0 0,1 0-1 0 0,0 1 1 0 0,0-1-1 0 0,-1 0 0 0 0,1 0 1 0 0,0 0-1 0 0,-1 1 1 0 0,1-1-1 0 0,-1 0 1 0 0,1 1-1 0 0,-1-1 0 0 0,1 0 1 0 0,-1 1-1 0 0,1-1 1 0 0,-1 0-1 0 0,0 1 0 0 0,0-1 1 0 0,1 1-1 0 0,-1-1 1 0 0,0 1-1 0 0,1 0 0 0 0,-1-1 1 0 0,0 1-1 0 0,0 0 1 0 0,0-1-1 0 0,-1 1 1 0 0,1 0 2 0 0,1 0 1 0 0,-1 0 0 0 0,0-1-1 0 0,0 1 1 0 0,1 0 0 0 0,-1-1 0 0 0,0 1-1 0 0,0 0 1 0 0,1-1 0 0 0,-1 1-1 0 0,0-1 1 0 0,1 1 0 0 0,-1-1 0 0 0,1 1-1 0 0,-1-1 1 0 0,0 0 0 0 0,1 1 0 0 0,-1-1-1 0 0,1 0 1 0 0,0 1 0 0 0,-1-1-1 0 0,1 0 1 0 0,0 1 0 0 0,-1-1 0 0 0,1 0-1 0 0,0 0 1 0 0,0 0 0 0 0,-1 1-1 0 0,1-1 1 0 0,0 0 0 0 0,0-1 0 0 0,0-32 4450 0 0,-5 37-4121 0 0,-1 0-285 0 0,1 0-1 0 0,-1 0 1 0 0,1 0-1 0 0,0 1 0 0 0,0 0 1 0 0,0 0-1 0 0,-8 10 1 0 0,-8 7 167 0 0,-78 64 786 0 0,48-43-182 0 0,-76 81 0 0 0,-4 50-166 0 0,88-111-574 0 0,-76 84 1 0 0,106-134-351 0 0,1 0 0 0 0,1 1 0 0 0,0 1 1 0 0,1-1-1 0 0,0 2 0 0 0,1-1 0 0 0,-8 19 1 0 0,13-14-1398 0 0,8-12-801 0 0,-1-8 1705 0 0,-1 1 1 0 0,1-1-1 0 0,-1 0 0 0 0,1 0 1 0 0,-1 0-1 0 0,0 0 1 0 0,1 0-1 0 0,-1-1 0 0 0,3-2 1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47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2978 25 480 0 0,'0'0'2081'0'0,"-6"0"-40"0"0,-20-1 1207 0 0,-45-7 0 0 0,16-5-2114 0 0,50 11-962 0 0,4 3 428 0 0,2 9-131 0 0,-2-9-436 0 0,1 1 1 0 0,0-1 0 0 0,-1 1-1 0 0,1-1 1 0 0,-1 0 0 0 0,1 1-1 0 0,-1-1 1 0 0,0 0 0 0 0,1 0-1 0 0,-1 1 1 0 0,0-1 0 0 0,0 0-1 0 0,0 0 1 0 0,0 0 0 0 0,0 0-1 0 0,0 0 1 0 0,0 0 0 0 0,-1 0-1 0 0,1 0 1 0 0,0 0 0 0 0,0-1-1 0 0,-1 1 1 0 0,-2 0-1 0 0,-10 9 160 0 0,1-1-111 0 0,0 1 0 0 0,1 1 0 0 0,0 0 0 0 0,1 1 0 0 0,0 0 0 0 0,-10 15 0 0 0,8-9-47 0 0,-2-1 1 0 0,1-1-1 0 0,-2-1 1 0 0,0 0-1 0 0,-28 19 1 0 0,-1 3 58 0 0,-17 13 23 0 0,-29 25 139 0 0,16 6-109 0 0,40-46-69 0 0,15-17-3 0 0,1 0 0 0 0,1 2 0 0 0,1 0 0 0 0,-26 42 0 0 0,-1 26 139 0 0,-10-6-107 0 0,45-68-54 0 0,-1 0 1 0 0,0 0 0 0 0,-1-1-1 0 0,-1 0 1 0 0,0-1-1 0 0,-25 20 1 0 0,10-15 122 0 0,0-1 0 0 0,-46 18 0 0 0,67-31-159 0 0,-233 114 214 0 0,-76 33 98 0 0,260-127-211 0 0,-113 52 376 0 0,134-57-300 0 0,2 0 0 0 0,0 3 0 0 0,-32 27 0 0 0,-263 266 926 0 0,280-265-1014 0 0,4-6 23 0 0,2 2 1 0 0,-45 64-1 0 0,-51 122 231 0 0,121-206-358 0 0,-22 37-84 0 0,24-20-119 0 0,13-40 113 0 0,1 1 0 0 0,-1 0 1 0 0,1-1-1 0 0,-1 1 0 0 0,0-1 0 0 0,0 1 0 0 0,0-1 0 0 0,-1 1 0 0 0,1-1 1 0 0,-1 0-1 0 0,1 0 0 0 0,-1 0 0 0 0,0 0 0 0 0,1 0 0 0 0,-1 0 1 0 0,-3 2-1 0 0,5-4 20 0 0,-1 1 0 0 0,1-1 0 0 0,0 0 0 0 0,0 0-1 0 0,-1 0 1 0 0,1 0 0 0 0,0 0 0 0 0,0 0 0 0 0,-1 0 0 0 0,1 1 0 0 0,0-1 0 0 0,0 0 0 0 0,-1 0 0 0 0,1 0 0 0 0,0 0 0 0 0,-1 0 0 0 0,1 0 0 0 0,0 0 0 0 0,0-1 0 0 0,-1 1 0 0 0,1 0 0 0 0,0 0 0 0 0,-1 0 0 0 0,1 0-1 0 0,0 0 1 0 0,0 0 0 0 0,-1 0 0 0 0,1-1 0 0 0,0 1 0 0 0,0 0 0 0 0,0 0 0 0 0,-1 0 0 0 0,1 0 0 0 0,0-1 0 0 0,0 1 0 0 0,0 0 0 0 0,-1 0 0 0 0,1-1 0 0 0,-6-4-1160 0 0,-3-2 34 0 0,-30-25-3735 0 0,33 25 3604 0 0,1-1 0 0 0,0 1 0 0 0,1-1 0 0 0,0 1 0 0 0,-5-14 0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52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197 363 3362 0 0,'-9'-3'782'0'0,"0"1"0"0"0,0-2 0 0 0,0 1 1 0 0,1-1-1 0 0,0 0 0 0 0,0-1 1 0 0,0 0-1 0 0,-12-10 0 0 0,-23-14 1488 0 0,42 28-2217 0 0,-6-2 256 0 0,1 0 0 0 0,0 0 1 0 0,0-1-1 0 0,1 0 0 0 0,-1 0 0 0 0,-8-8 1 0 0,12 8-112 0 0,0 1 0 0 0,1 0 0 0 0,-1 0 0 0 0,1-1 0 0 0,-1 1 0 0 0,1-1 1 0 0,0 0-1 0 0,0 1 0 0 0,0-1 0 0 0,1 0 0 0 0,0 1 0 0 0,-1-1 0 0 0,1 0 0 0 0,1-4 1 0 0,-1 5-52 0 0,0 1 0 0 0,1-1 0 0 0,-1 0 0 0 0,1 1 0 0 0,-1-1 0 0 0,1 0 0 0 0,0 1 0 0 0,0-1 0 0 0,1 1 0 0 0,-1 0 0 0 0,0-1 0 0 0,1 1 0 0 0,-1 0 0 0 0,4-4 0 0 0,1 0 177 0 0,-1 1 1 0 0,1 0-1 0 0,0 1 0 0 0,0-1 1 0 0,9-3-1 0 0,6-3 253 0 0,1 1 0 0 0,37-12 0 0 0,-9 6-193 0 0,114-32 530 0 0,-137 42-765 0 0,-1 2 0 0 0,2 0-1 0 0,-1 2 1 0 0,42 2-1 0 0,83 12 399 0 0,-132-9-474 0 0,0 1 0 0 0,0 1 0 0 0,0 1 1 0 0,-1 1-1 0 0,0 0 0 0 0,34 21 0 0 0,-41-22-33 0 0,-1 1-1 0 0,1 1 1 0 0,-2 0-1 0 0,1 0 1 0 0,-1 1-1 0 0,-1 0 1 0 0,0 1-1 0 0,0 0 1 0 0,-1 1 0 0 0,9 13-1 0 0,-15-19-24 0 0,0 0 0 0 0,0 0 0 0 0,0 0 0 0 0,0 0 0 0 0,-1 0 0 0 0,0 1 0 0 0,0-1 0 0 0,-1 0-1 0 0,1 1 1 0 0,-1-1 0 0 0,0 1 0 0 0,-1 6 0 0 0,-2 2 26 0 0,0 1 1 0 0,-9 26-1 0 0,0-4 55 0 0,1 32 50 0 0,6-51-145 0 0,-1 0-1 0 0,-1-1 0 0 0,0 0 1 0 0,-1 0-1 0 0,-1-1 0 0 0,-1 0 1 0 0,0 0-1 0 0,-1-1 0 0 0,-1-1 1 0 0,0 0-1 0 0,-1 0 0 0 0,-18 14 1 0 0,18-17-14 0 0,0 0 0 0 0,0-1 1 0 0,-1-1-1 0 0,0 0 0 0 0,-1-1 0 0 0,0-1 1 0 0,0 0-1 0 0,-1-1 0 0 0,1-1 1 0 0,-1 0-1 0 0,0-1 0 0 0,-1-1 1 0 0,-31 2-1 0 0,40-5-62 0 0,0-1-1 0 0,-1 0 1 0 0,1 0-1 0 0,0-1 1 0 0,0 0 0 0 0,0 0-1 0 0,-12-6 1 0 0,-6-1-69 0 0,16 6 96 0 0,-38-15-175 0 0,45 17 202 0 0,0-1 0 0 0,1 1 0 0 0,-1-1 0 0 0,1 0 0 0 0,-1 0 0 0 0,1 0-1 0 0,0 0 1 0 0,0 0 0 0 0,0 0 0 0 0,0-1 0 0 0,0 1 0 0 0,1-1 0 0 0,-1 1 0 0 0,-2-5 0 0 0,2-5-46 0 0,-1 0 0 0 0,1 0 0 0 0,1 0 0 0 0,0-1 0 0 0,1 1 0 0 0,0 0 0 0 0,2-13 0 0 0,0-13 29 0 0,-2 16-1 0 0,0-4-54 0 0,0-1 52 0 0,5 27 14 0 0,1 3 66 0 0,0 0 0 0 0,-1 0 0 0 0,0 1 0 0 0,0 0 0 0 0,0 0 0 0 0,0 0 0 0 0,0 0 0 0 0,-1 1 0 0 0,0-1 0 0 0,0 1 0 0 0,0 0 0 0 0,4 8 0 0 0,19 29 568 0 0,38 83 0 0 0,-54-102-512 0 0,19 32 0 0 0,-26-49-94 0 0,1 1 0 0 0,0-1 0 0 0,0 0 0 0 0,0 0 0 0 0,1 0 0 0 0,0-1 0 0 0,0 0 0 0 0,1 0 0 0 0,7 4 0 0 0,5 1-497 0 0,0-2 1 0 0,1 0-1 0 0,0-1 0 0 0,1-1 0 0 0,32 5 1 0 0,-41-11-908 0 0,0 0 0 0 0,0 0 0 0 0,0-1 1 0 0,0-1-1 0 0,0 0 0 0 0,0-1 1 0 0,0 0-1 0 0,-1 0 0 0 0,1-2 1 0 0,-1 1-1 0 0,0-1 0 0 0,11-8 1 0 0,16-14-4548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53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1121 0 0,'-1'1'356'0'0,"0"0"1"0"0,0 0-1 0 0,0 0 1 0 0,-1 0 0 0 0,1 0-1 0 0,0 0 1 0 0,0-1-1 0 0,0 1 1 0 0,-1 0 0 0 0,1-1-1 0 0,0 1 1 0 0,-1-1-1 0 0,1 1 1 0 0,-1-1 0 0 0,1 0-1 0 0,0 1 1 0 0,-1-1-1 0 0,1 0 1 0 0,-1 0 0 0 0,-2 0-1 0 0,-4 1 2987 0 0,-14 0-221 0 0,55-1 3470 0 0,4-2-3788 0 0,132-1-2076 0 0,156 21-408 0 0,-241-9-1253 0 0,159 38-1 0 0,-196-31-314 0 0,-1-1-2527 0 0,-40-14 2596 0 0,0 0 1 0 0,0 0-1 0 0,-1 0 1 0 0,1-1-1 0 0,0 0 1 0 0,8-1-1 0 0,18-6-5917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53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8884 0 0,'-32'61'5282'0'0,"-1"1"-3441"0"0,33 7-400 0 0,0 14 320 0 0,0 0-80 0 0,33 6-561 0 0,-33-20-560 0 0,0-7-240 0 0,32-7-560 0 0,-32-8-1681 0 0,33-18-3281 0 0,-1-22-6483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54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344 200 2241 0 0,'-34'-4'2504'0'0,"27"4"-2002"0"0,1 0 0 0 0,0-1 0 0 0,0 1 0 0 0,0-1 0 0 0,0-1 0 0 0,1 1 0 0 0,-1-1 0 0 0,0 0 0 0 0,-10-5-1 0 0,9 3-189 0 0,0 1 0 0 0,0 0 0 0 0,0 0 0 0 0,0 1-1 0 0,-1 0 1 0 0,1 0 0 0 0,-10-1 0 0 0,-34-8 1502 0 0,-16-2 1138 0 0,41 9-1475 0 0,5 0 1942 0 0,14 3-1747 0 0,12 1-735 0 0,7 0-135 0 0,-6 0 38 0 0,-1-1-53 0 0,27-3 191 0 0,55-1 1 0 0,11 1 105 0 0,8-6-229 0 0,54-7-82 0 0,-139 14-802 0 0,-12 3-411 0 0,0 0 0 0 0,0-1 0 0 0,-1 0 0 0 0,1-1 0 0 0,0 0 0 0 0,-1-1 0 0 0,0 1 0 0 0,1-1 0 0 0,12-8 0 0 0,-12 3-2940 0 0,-7 7 2752 0 0,-1 0-1 0 0,1 0 1 0 0,-1 0-1 0 0,0 0 0 0 0,0 0 1 0 0,1 0-1 0 0,-1-1 1 0 0,0 1-1 0 0,0 0 0 0 0,0-1 1 0 0,0 1-1 0 0,1-3 1 0 0,-3 2 296 0 0,0 1 1 0 0,1 0-1 0 0,-1 0 1 0 0,0 1-1 0 0,1-1 1 0 0,-1 0-1 0 0,0 0 1 0 0,0 0-1 0 0,0 0 1 0 0,0 1-1 0 0,0-1 1 0 0,0 0-1 0 0,0 1 1 0 0,0-1-1 0 0,0 1 0 0 0,0-1 1 0 0,0 1-1 0 0,0-1 1 0 0,-2 1-1 0 0,-30-15-5564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55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0 3522 0 0,'-33'102'7363'0'0,"33"16"-3281"0"0,-32-16-2641 0 0,-1 2-721 0 0,33-8-80 0 0,0 2-80 0 0,0-9-239 0 0,0-20-81 0 0,0-22-400 0 0,0-19-801 0 0,0-8-1120 0 0,33-20-1520 0 0,-1-12-2482 0 0</inkml:trace>
  <inkml:trace contextRef="#ctx0" brushRef="#br0" timeOffset="1">131 110 1521 0 0,'-1'-2'1038'0'0,"-2"0"-553"0"0,0 0 0 0 0,1-1 0 0 0,-1 0 0 0 0,1 0 0 0 0,0 0 1 0 0,0 0-1 0 0,0 0 0 0 0,0 0 0 0 0,0 0 0 0 0,1 0 0 0 0,-1-1 0 0 0,1 1 0 0 0,0-1 0 0 0,0 1 0 0 0,0-1 0 0 0,0-5 0 0 0,1 7-369 0 0,1 1 1 0 0,-1-1-1 0 0,1 0 0 0 0,0 1 1 0 0,-1-1-1 0 0,1 0 0 0 0,0 1 1 0 0,0-1-1 0 0,0 1 1 0 0,0 0-1 0 0,1-1 0 0 0,-1 1 1 0 0,0 0-1 0 0,0 0 0 0 0,1 0 1 0 0,-1-1-1 0 0,1 1 0 0 0,-1 1 1 0 0,1-1-1 0 0,-1 0 0 0 0,1 0 1 0 0,0 1-1 0 0,-1-1 1 0 0,1 0-1 0 0,0 1 0 0 0,-1 0 1 0 0,1-1-1 0 0,3 1 0 0 0,53-5 1992 0 0,-37 5-1454 0 0,1 2 0 0 0,22 5 0 0 0,-1 0-134 0 0,-1 0 76 0 0,0 2 1 0 0,-1 2-1 0 0,0 2 0 0 0,-1 2 1 0 0,-1 1-1 0 0,59 33 1 0 0,-88-44-435 0 0,-1 1 0 0 0,0-1 0 0 0,0 2 0 0 0,10 9 0 0 0,-16-14-115 0 0,-1 0 1 0 0,-1 1-1 0 0,1-1 0 0 0,0 1 1 0 0,0 0-1 0 0,-1-1 0 0 0,0 1 0 0 0,1 0 1 0 0,-1 0-1 0 0,0 0 0 0 0,-1 0 1 0 0,1 0-1 0 0,0 0 0 0 0,-1 0 0 0 0,0 1 1 0 0,0 4-1 0 0,-1 1 0 0 0,-1-1-1 0 0,1 1 1 0 0,-2-1 0 0 0,0 0-1 0 0,0 1 1 0 0,0-2 0 0 0,-1 1-1 0 0,0 0 1 0 0,0-1 0 0 0,-1 1-1 0 0,0-1 1 0 0,-1-1 0 0 0,1 1 0 0 0,-1-1-1 0 0,0 0 1 0 0,-1 0 0 0 0,0 0-1 0 0,1-1 1 0 0,-11 5 0 0 0,12-7-218 0 0,-1-1 1 0 0,0 0 0 0 0,0-1 0 0 0,1 1 0 0 0,-1-1 0 0 0,0 0-1 0 0,0-1 1 0 0,-1 0 0 0 0,1 1 0 0 0,0-2 0 0 0,-6 0-1 0 0,-9 0-708 0 0,-43-4-3817 0 0,53 3 2509 0 0,1-1-1 0 0,-1 0 1 0 0,1-1-1 0 0,-14-7 1 0 0,-9-9-3790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56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260 183 880 0 0,'-3'0'78'0'0,"1"0"18"0"0,1 0-1 0 0,0 0 0 0 0,0 0 1 0 0,0 1-1 0 0,0-1 0 0 0,-1 0 0 0 0,1 0 1 0 0,0 1-1 0 0,0-1 0 0 0,0 0 1 0 0,0 1-1 0 0,0-1 0 0 0,0 1 0 0 0,0 0 1 0 0,0-1-1 0 0,0 1 0 0 0,0 0 1 0 0,0 0-1 0 0,0-1 0 0 0,0 1 0 0 0,1 0 1 0 0,-1 0-1 0 0,0 0 0 0 0,0 0 1 0 0,1 0-1 0 0,-1 0 0 0 0,1 0 0 0 0,-1 0 1 0 0,1 0-1 0 0,0 0 0 0 0,-1 1 1 0 0,1-1-1 0 0,0 0 0 0 0,0 0 0 0 0,-1 2 1 0 0,1-2-54 0 0,0 0 0 0 0,0-1 0 0 0,0 1 0 0 0,0 0 1 0 0,-1-1-1 0 0,1 1 0 0 0,0 0 0 0 0,0-1 0 0 0,-1 1 0 0 0,1 0 1 0 0,-1-1-1 0 0,1 1 0 0 0,0-1 0 0 0,-1 1 0 0 0,1 0 0 0 0,-1-1 1 0 0,1 0-1 0 0,-1 1 0 0 0,0-1 0 0 0,1 1 0 0 0,-1-1 0 0 0,1 1 0 0 0,-1-1 1 0 0,0 0-1 0 0,1 0 0 0 0,-1 1 0 0 0,0-1 0 0 0,1 0 0 0 0,-1 0 1 0 0,0 0-1 0 0,0 0 0 0 0,-1 0 0 0 0,2 0-8 0 0,-1 0 1 0 0,0 0-1 0 0,1 1 0 0 0,-1-1 0 0 0,0 0 1 0 0,1 0-1 0 0,-1 0 0 0 0,1 0 0 0 0,-1 1 0 0 0,0-1 1 0 0,1 0-1 0 0,-1 0 0 0 0,1 1 0 0 0,-1-1 1 0 0,0 1-1 0 0,1-1 0 0 0,-1 0 0 0 0,1 1 1 0 0,0-1-1 0 0,-1 1 0 0 0,1-1 0 0 0,-1 1 1 0 0,1-1-1 0 0,0 1 0 0 0,-1 0 0 0 0,1-1 0 0 0,0 1 1 0 0,-1-1-1 0 0,1 1 0 0 0,0 0 0 0 0,0-1 1 0 0,0 2-1 0 0,0 38 5381 0 0,0-34-4508 0 0,0-27 27 0 0,0 19-920 0 0,0 1 0 0 0,0 0-1 0 0,0 0 1 0 0,0 0 0 0 0,0 0-1 0 0,1 0 1 0 0,-1 0-1 0 0,0 0 1 0 0,1 0 0 0 0,-1 0-1 0 0,1 0 1 0 0,-1 0 0 0 0,1 0-1 0 0,0 0 1 0 0,-1 0-1 0 0,1 0 1 0 0,0 0 0 0 0,-1 0-1 0 0,1 1 1 0 0,0-1 0 0 0,0 0-1 0 0,0 1 1 0 0,0-1-1 0 0,0 0 1 0 0,1 0 0 0 0,0 1-3 0 0,-1-1 0 0 0,0 1 0 0 0,0-1 0 0 0,0 0 0 0 0,0 0 0 0 0,0 1 0 0 0,0-1 0 0 0,-1 0 0 0 0,1 0 0 0 0,0 0 0 0 0,0 0 0 0 0,0 0 0 0 0,-1 0 0 0 0,1 0 0 0 0,-1 0 0 0 0,1 0 0 0 0,-1 0 0 0 0,1-1 0 0 0,-1 1 0 0 0,1 0 0 0 0,-1 0 0 0 0,0 0 0 0 0,0-1 0 0 0,0 1 0 0 0,0-2 0 0 0,0-6 59 0 0,0 7-46 0 0,-1-1-1 0 0,1 1 1 0 0,0 0 0 0 0,0 0-1 0 0,0 0 1 0 0,1-1-1 0 0,-1 1 1 0 0,0 0-1 0 0,1 0 1 0 0,0 0-1 0 0,-1 0 1 0 0,1-1-1 0 0,2-2 1 0 0,19-21 216 0 0,-12-3 14 0 0,1 15-112 0 0,-9 12-116 0 0,-1 0-1 0 0,1 1 0 0 0,-1-1 0 0 0,1-1 1 0 0,-1 1-1 0 0,0 0 0 0 0,0 0 0 0 0,0 0 1 0 0,0-1-1 0 0,0 1 0 0 0,0 0 0 0 0,-1-1 1 0 0,1 1-1 0 0,-1-1 0 0 0,1-3 0 0 0,-1 4-9 0 0,0 0-1 0 0,1 0 0 0 0,-1 0 0 0 0,1 0 0 0 0,0 0 0 0 0,-1 0 1 0 0,1 1-1 0 0,0-1 0 0 0,0 0 0 0 0,0 0 0 0 0,1 1 0 0 0,-1-1 1 0 0,0 1-1 0 0,1-1 0 0 0,-1 1 0 0 0,0 0 0 0 0,1-1 0 0 0,0 1 1 0 0,-1 0-1 0 0,1 0 0 0 0,0 0 0 0 0,0 0 0 0 0,-1 0 0 0 0,1 0 0 0 0,0 1 1 0 0,0-1-1 0 0,0 1 0 0 0,4-1 0 0 0,13-7 92 0 0,-15 5-84 0 0,1 1 0 0 0,0 1 0 0 0,1-1 0 0 0,-1 1 0 0 0,0 0 0 0 0,0 0 0 0 0,1 0 0 0 0,-1 0 0 0 0,1 1 0 0 0,8 1 0 0 0,-3 0-4 0 0,0 0 0 0 0,0 0 0 0 0,0 1-1 0 0,13 5 1 0 0,-11-3 21 0 0,-1 1 0 0 0,-1 1-1 0 0,1 0 1 0 0,-1 1 0 0 0,13 9 0 0 0,-21-14-12 0 0,1 1 1 0 0,-1-1 0 0 0,0 1 0 0 0,0 0 0 0 0,0 0 0 0 0,-1 0 0 0 0,1 1 0 0 0,-1-1-1 0 0,1 0 1 0 0,-1 1 0 0 0,0 0 0 0 0,0-1 0 0 0,-1 1 0 0 0,1 0 0 0 0,-1 0 0 0 0,0 0-1 0 0,0 0 1 0 0,1 6 0 0 0,-2-10-28 0 0,0 4 52 0 0,0-1-1 0 0,0 0 0 0 0,0 1 1 0 0,0-1-1 0 0,-1 1 1 0 0,1-1-1 0 0,-1 0 1 0 0,-1 6-1 0 0,0-8-34 0 0,1 0-1 0 0,0 0 1 0 0,0 1-1 0 0,0-1 1 0 0,-1 0-1 0 0,1-1 0 0 0,-1 1 1 0 0,1 0-1 0 0,-1 0 1 0 0,1-1-1 0 0,-1 1 1 0 0,1 0-1 0 0,-1-1 0 0 0,1 0 1 0 0,-1 1-1 0 0,0-1 1 0 0,-2 0-1 0 0,-11 2 166 0 0,0-1 0 0 0,0-1 0 0 0,0-1 0 0 0,1 0 0 0 0,-1-1 0 0 0,-15-3 0 0 0,30 4-176 0 0,-1 1-1 0 0,0-1 1 0 0,1 0 0 0 0,-1 0 0 0 0,1 1 0 0 0,-1-1-1 0 0,1 0 1 0 0,-1 0 0 0 0,1 0 0 0 0,0 0 0 0 0,-1 0-1 0 0,1 0 1 0 0,0 0 0 0 0,0 1 0 0 0,-1-1 0 0 0,1 0-1 0 0,0 0 1 0 0,0 0 0 0 0,0 0 0 0 0,0 0 0 0 0,1 0-1 0 0,-1 0 1 0 0,0 0 0 0 0,1-2 0 0 0,-1 1-17 0 0,0 1 8 0 0,0 1 0 0 0,0 0 0 0 0,0-1 0 0 0,0 1-1 0 0,0 0 1 0 0,0-1 0 0 0,0 1 0 0 0,0 0 0 0 0,0-1 0 0 0,0 1 0 0 0,0 0 0 0 0,0-1 0 0 0,0 1 0 0 0,1 0 0 0 0,-1 0 0 0 0,0-1-1 0 0,0 1 1 0 0,0 0 0 0 0,1-1 0 0 0,-1 1 0 0 0,0 0 0 0 0,0 0 0 0 0,1 0 0 0 0,-1-1 0 0 0,0 1 0 0 0,0 0 0 0 0,1 0 0 0 0,-1 0-1 0 0,0-1 1 0 0,0 1 0 0 0,1 0 0 0 0,25-7-64 0 0,-15 6 71 0 0,-1 0 0 0 0,0 1 1 0 0,0 0-1 0 0,0 0 1 0 0,0 1-1 0 0,0 1 0 0 0,18 4 1 0 0,-1 1 52 0 0,32 14 1 0 0,-52-18-27 0 0,-1 0 0 0 0,0-1 0 0 0,-1 2 0 0 0,1-1 0 0 0,0 1 0 0 0,-1 0 0 0 0,0 0 0 0 0,5 5 0 0 0,-8-7-6 0 0,-1-1 0 0 0,0 1 0 0 0,0-1-1 0 0,1 1 1 0 0,-1-1 0 0 0,0 1 0 0 0,0 0 0 0 0,-1 0 0 0 0,1-1 0 0 0,0 1 0 0 0,-1 0 0 0 0,1 0-1 0 0,-1 0 1 0 0,1 0 0 0 0,-1 0 0 0 0,0 0 0 0 0,0 0 0 0 0,0-1 0 0 0,0 1 0 0 0,0 0-1 0 0,0 0 1 0 0,-1 0 0 0 0,1 0 0 0 0,-1 0 0 0 0,1 0 0 0 0,-2 3 0 0 0,-1 0 95 0 0,-1-1 0 0 0,1 1 0 0 0,-1-1 0 0 0,0 1 0 0 0,0-1 0 0 0,0 0 0 0 0,-1-1 0 0 0,1 1 0 0 0,-1-1 0 0 0,0 0 0 0 0,0 0 0 0 0,0 0 0 0 0,-11 3 0 0 0,-18 5 72 0 0,0-1 1 0 0,-1-2-1 0 0,0-1 0 0 0,0-2 1 0 0,-37 1-1 0 0,14-4-546 0 0,0-3-1 0 0,0-2 1 0 0,-93-17-1 0 0,147 19 244 0 0,-45-12-1129 0 0,46 12 970 0 0,-1 0 0 0 0,1-1 0 0 0,0 1 0 0 0,0-1 1 0 0,0 0-1 0 0,0 0 0 0 0,0 0 0 0 0,0 0 0 0 0,0 0 1 0 0,0-1-1 0 0,-3-3 0 0 0,6 5 151 0 0,-1 0 0 0 0,1 1 0 0 0,0-1 1 0 0,-1 0-1 0 0,1 0 0 0 0,0 0 0 0 0,-1 1 0 0 0,1-1 0 0 0,0 0 1 0 0,0 0-1 0 0,0 0 0 0 0,0 1 0 0 0,0-1 0 0 0,0 0 0 0 0,0 0 1 0 0,0 0-1 0 0,0 1 0 0 0,0-1 0 0 0,0 0 0 0 0,1 0 0 0 0,-1 0 1 0 0,0 1-1 0 0,0-1 0 0 0,1 0 0 0 0,-1 0 0 0 0,1 1 0 0 0,-1-1 1 0 0,1 0-1 0 0,-1 1 0 0 0,1-1 0 0 0,-1 0 0 0 0,1 1 0 0 0,-1-1 1 0 0,1 1-1 0 0,1-1 0 0 0,52-33-4698 0 0,11-6-319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56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21 2481 0 0,'-118'-19'15847'0'0,"112"17"-13926"0"0,-14 4 802 0 0,35 2-2031 0 0,-8 1 277 0 0,-3-1-817 0 0,53 9 477 0 0,-23-6-378 0 0,1 1-291 0 0,58 4 0 0 0,-25-4-894 0 0,-46-6 599 0 0,65 11-2690 0 0,-77-11 2138 0 0,0 0 0 0 0,0 0-1 0 0,0 1 1 0 0,-1 1 0 0 0,18 8-1 0 0,-22-5-1043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57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2561 0 0,'-33'15'3202'0'0,"33"-3"-1041"0"0,0 9-401 0 0,0 0-159 0 0,0-7 160 0 0,-32-14 1040 0 0,32-6-1920 0 0,0 12-401 0 0,32-6-160 0 0,1-6-80 0 0,0 6-80 0 0,-1 0-80 0 0,27-8-560 0 0,39 8-1041 0 0,0-7-1760 0 0,33 14-2882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58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73 2401 0 0,'-5'-1'645'0'0,"4"1"-472"0"0,-1 0 1 0 0,1 0-1 0 0,0 0 0 0 0,-1 0 0 0 0,1-1 0 0 0,0 1 1 0 0,-1 0-1 0 0,1-1 0 0 0,0 1 0 0 0,0-1 0 0 0,-1 1 1 0 0,1-1-1 0 0,0 0 0 0 0,0 1 0 0 0,0-1 0 0 0,0 0 0 0 0,0 0 1 0 0,0 0-1 0 0,0 0 0 0 0,0 0 0 0 0,-1-2 0 0 0,1 2-8 0 0,0 0-1 0 0,0 0 1 0 0,0 0 0 0 0,0 0-1 0 0,0 1 1 0 0,0-1-1 0 0,0 0 1 0 0,0 0-1 0 0,0 0 1 0 0,0 1-1 0 0,-1-1 1 0 0,1 1-1 0 0,0-1 1 0 0,-1 1-1 0 0,1-1 1 0 0,0 1-1 0 0,-1 0 1 0 0,1 0-1 0 0,0-1 1 0 0,-3 1-1 0 0,4 0 117 0 0,-6-1 2360 0 0,7-3-1182 0 0,-1 4-1445 0 0,-1 0 1 0 0,1 0-1 0 0,0-1 1 0 0,0 1-1 0 0,0 0 1 0 0,0-1 0 0 0,0 1-1 0 0,0 0 1 0 0,0 0-1 0 0,0-1 1 0 0,0 1-1 0 0,0 0 1 0 0,0 0-1 0 0,0-1 1 0 0,0 1 0 0 0,1 0-1 0 0,-1-1 1 0 0,0 1-1 0 0,0 0 1 0 0,0 0-1 0 0,0-1 1 0 0,0 1-1 0 0,0 0 1 0 0,1 0-1 0 0,-1 0 1 0 0,0-1 0 0 0,0 1-1 0 0,0 0 1 0 0,1 0-1 0 0,-1 0 1 0 0,0-1-1 0 0,0 1 1 0 0,1 0-1 0 0,-1 0 1 0 0,0 0-1 0 0,0 0 1 0 0,1 0 0 0 0,-1 0-1 0 0,1-1 1 0 0,21-6 191 0 0,2 1 1 0 0,-1 0 0 0 0,1 2-1 0 0,0 0 1 0 0,27 1 0 0 0,123 5-15 0 0,-163-2-170 0 0,89 4 94 0 0,-2 5 1 0 0,1 4 0 0 0,115 31 0 0 0,-206-42-111 0 0,1 2 1 0 0,-1-1-1 0 0,0 1 1 0 0,0 0-1 0 0,0 1 1 0 0,-1 0-1 0 0,1 0 1 0 0,-1 1 0 0 0,0 0-1 0 0,9 10 1 0 0,-12-12 32 0 0,0 1 1 0 0,0 0 0 0 0,0 0-1 0 0,0 0 1 0 0,-1 1 0 0 0,0-1-1 0 0,0 1 1 0 0,-1 0 0 0 0,0 0-1 0 0,1 0 1 0 0,-2 0 0 0 0,1 0-1 0 0,-1 0 1 0 0,1 8 0 0 0,-2 150 626 0 0,-1-159-649 0 0,1-1 0 0 0,-1 1 0 0 0,0-1 0 0 0,0 1 0 0 0,-1-1 0 0 0,1 1 0 0 0,-1-1 0 0 0,0 0 0 0 0,0 0 0 0 0,-1 0-1 0 0,1 0 1 0 0,-1 0 0 0 0,0-1 0 0 0,0 1 0 0 0,0-1 0 0 0,0 1 0 0 0,0-1 0 0 0,-1 0 0 0 0,0 0 0 0 0,0-1-1 0 0,-7 5 1 0 0,-7 3 54 0 0,0-1-1 0 0,-1-1 1 0 0,-30 9-1 0 0,22-9-17 0 0,-1-2-1 0 0,1-1 0 0 0,-53 4 1 0 0,13-3 151 0 0,25-3-158 0 0,-1-1 1 0 0,1-3 0 0 0,-53-6-1 0 0,67 4-101 0 0,0-1-1 0 0,0-1 0 0 0,-32-11 1 0 0,52 14 31 0 0,0-1 1 0 0,0 0 0 0 0,0-1-1 0 0,0 1 1 0 0,1-2-1 0 0,-1 1 1 0 0,1-1 0 0 0,0 0-1 0 0,0 0 1 0 0,1-1-1 0 0,0 0 1 0 0,0 0 0 0 0,0-1-1 0 0,-6-9 1 0 0,11 13 11 0 0,0 0 0 0 0,0 0 1 0 0,0-1-1 0 0,0 1 0 0 0,0-1 1 0 0,1 1-1 0 0,0 0 0 0 0,0-1 1 0 0,0 1-1 0 0,0-7 0 0 0,1 2-19 0 0,-1 7 28 0 0,1 0 1 0 0,-1 0-1 0 0,1 1 0 0 0,-1-1 1 0 0,1 0-1 0 0,-1 0 1 0 0,1 0-1 0 0,0 0 0 0 0,-1 0 1 0 0,1 0-1 0 0,0 1 1 0 0,0-1-1 0 0,0 0 1 0 0,0 1-1 0 0,0-1 0 0 0,0 1 1 0 0,-1-1-1 0 0,1 1 1 0 0,0-1-1 0 0,1 1 0 0 0,-1 0 1 0 0,0-1-1 0 0,0 1 1 0 0,0 0-1 0 0,0 0 0 0 0,0 0 1 0 0,0 0-1 0 0,0 0 1 0 0,0 0-1 0 0,0 0 1 0 0,2 0-1 0 0,0 0-8 0 0,25-3 5 0 0,0 1 0 0 0,0 2 1 0 0,-1 0-1 0 0,1 2 0 0 0,0 1 0 0 0,-1 2 0 0 0,0 0 0 0 0,34 12 0 0 0,288 99 153 0 0,-337-111-144 0 0,0 2-1 0 0,0 0 1 0 0,0 0 0 0 0,-1 1 0 0 0,0 0 0 0 0,12 13 0 0 0,-2-2-37 0 0,-18-16-181 0 0,1 0-1 0 0,0 0 1 0 0,0-1-1 0 0,0 1 1 0 0,0-1-1 0 0,0 0 1 0 0,1 0 0 0 0,-1 0-1 0 0,1-1 1 0 0,-1 0-1 0 0,1 0 1 0 0,5 1-1 0 0,-10-2-28 0 0,1-1 1 0 0,-1 1-1 0 0,1 0 0 0 0,-1-1 0 0 0,1 1 1 0 0,-1 0-1 0 0,0-1 0 0 0,1 1 1 0 0,-1-1-1 0 0,1 1 0 0 0,-1-1 0 0 0,0 1 1 0 0,0-1-1 0 0,1 1 0 0 0,-1-1 0 0 0,0 0 1 0 0,0 1-1 0 0,1-1 0 0 0,-1 1 1 0 0,0-1-1 0 0,0 0 0 0 0,0 1 0 0 0,0-1 1 0 0,0 1-1 0 0,0-1 0 0 0,0 0 0 0 0,0 1 1 0 0,0-1-1 0 0,-1 1 0 0 0,1-1 1 0 0,0 0-1 0 0,0 0 0 0 0,-6-21-3572 0 0,-21-4 321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7:59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100 254 2321 0 0,'-1'1'191'0'0,"0"0"0"0"0,0-1 0 0 0,0 1 0 0 0,0 0 0 0 0,0-1 0 0 0,0 1 0 0 0,0-1-1 0 0,0 0 1 0 0,0 1 0 0 0,0-1 0 0 0,0 0 0 0 0,0 1 0 0 0,0-1 0 0 0,0 0 0 0 0,0 0 0 0 0,0 0 0 0 0,0 0 0 0 0,0 0 0 0 0,0 0-1 0 0,0 0 1 0 0,0 0 0 0 0,0-1 0 0 0,0 1 0 0 0,0 0 0 0 0,0-1 0 0 0,0 1 0 0 0,0-1 0 0 0,0 1 0 0 0,0-1 0 0 0,0 1 0 0 0,-1-2 0 0 0,-3 0 1089 0 0,4 2-1123 0 0,0 0-95 0 0,-1 0 0 0 0,1 0 0 0 0,0 0 0 0 0,0 0 0 0 0,0-1 0 0 0,-1 1 0 0 0,1 0 0 0 0,0 0 0 0 0,0-1 0 0 0,0 1 0 0 0,0-1 0 0 0,0 1 0 0 0,0-1 0 0 0,0 0 0 0 0,0 1 0 0 0,0-1 0 0 0,0 0 0 0 0,0 0 0 0 0,0 1 0 0 0,0-1 0 0 0,0 0 0 0 0,1 0 1 0 0,-1 0-1 0 0,-1-2 0 0 0,2 3-38 0 0,0-1 1 0 0,0 0-1 0 0,0 0 1 0 0,0 0 0 0 0,0 1-1 0 0,0-1 1 0 0,0 0-1 0 0,-1 0 1 0 0,1 1 0 0 0,0-1-1 0 0,-1 0 1 0 0,1 1-1 0 0,0-1 1 0 0,-1 0 0 0 0,1 1-1 0 0,-1-1 1 0 0,1 0-1 0 0,-1 1 1 0 0,1-1 0 0 0,-1 1-1 0 0,0-1 1 0 0,1 1-1 0 0,-1-1 1 0 0,0 1 0 0 0,1-1-1 0 0,-1 1 1 0 0,0 0-1 0 0,1-1 1 0 0,-1 1-1 0 0,0 0 1 0 0,-1 0 0 0 0,1-1-10 0 0,0 1 0 0 0,0 0 1 0 0,0 0-1 0 0,1-1 0 0 0,-1 1 1 0 0,0 0-1 0 0,0-1 1 0 0,0 1-1 0 0,1-1 0 0 0,-1 1 1 0 0,0-1-1 0 0,0 0 0 0 0,1 1 1 0 0,-1-1-1 0 0,1 1 0 0 0,-1-1 1 0 0,0 0-1 0 0,1 0 0 0 0,-1 1 1 0 0,1-1-1 0 0,0 0 1 0 0,-1 0-1 0 0,1 0 0 0 0,0 0 1 0 0,-1 1-1 0 0,1-1 0 0 0,0 0 1 0 0,0 0-1 0 0,0 0 0 0 0,0 0 1 0 0,0 0-1 0 0,0-1 0 0 0,-1-8 128 0 0,1 8-105 0 0,-1-1 0 0 0,1 0 1 0 0,0 0-1 0 0,0 0 0 0 0,0 0 1 0 0,1 0-1 0 0,-1 0 0 0 0,0 0 1 0 0,1 0-1 0 0,0 0 0 0 0,0 0 0 0 0,2-5 1 0 0,6 1 7 0 0,-7 6-38 0 0,-1 0 0 0 0,0 0 0 0 0,0 1 0 0 0,0-1 0 0 0,0 0 0 0 0,0 0 0 0 0,0 0 1 0 0,0 0-1 0 0,0 0 0 0 0,0 0 0 0 0,0-1 0 0 0,0 1 0 0 0,-1 0 0 0 0,1 0 0 0 0,0-1 0 0 0,-1 1 0 0 0,1 0 0 0 0,-1-1 0 0 0,0 1 1 0 0,1 0-1 0 0,-1-1 0 0 0,0 1 0 0 0,0-2 0 0 0,1 2 1 0 0,-1-1-1 0 0,0 1 1 0 0,0 0 0 0 0,1 0-1 0 0,-1 0 1 0 0,1 0 0 0 0,-1 0-1 0 0,1 0 1 0 0,0 0 0 0 0,-1 0-1 0 0,1 0 1 0 0,0 0 0 0 0,0 0-1 0 0,-1 0 1 0 0,1 0 0 0 0,0 0-1 0 0,0 1 1 0 0,0-1 0 0 0,0 0-1 0 0,2 0 1 0 0,34-15 113 0 0,-25 12-71 0 0,1 1-1 0 0,0 0 1 0 0,27-1 0 0 0,-30 4-12 0 0,1 1 0 0 0,-1 1 0 0 0,1 0 0 0 0,-1 0 0 0 0,0 1 0 0 0,0 0 0 0 0,0 1 0 0 0,-1 0 0 0 0,1 1 0 0 0,-1-1 0 0 0,0 2 0 0 0,0-1 0 0 0,8 8 0 0 0,8 8 106 0 0,-1 1 1 0 0,33 39-1 0 0,-52-55-127 0 0,-4-5-10 0 0,3 2-1 0 0,-1 0 0 0 0,0 0 0 0 0,0 0 0 0 0,-1 1 0 0 0,1-1 0 0 0,-1 0 0 0 0,1 1 0 0 0,-1 0 0 0 0,0 0 0 0 0,0-1 0 0 0,-1 1 0 0 0,1 0 0 0 0,-1 0 0 0 0,0 1 0 0 0,0-1 0 0 0,0 0 0 0 0,0 8 0 0 0,-1-12 8 0 0,-1 0 1 0 0,1 1-1 0 0,0-1 1 0 0,0 1 0 0 0,0-1-1 0 0,-1 0 1 0 0,1 1-1 0 0,0-1 1 0 0,-1 1 0 0 0,1-1-1 0 0,0 0 1 0 0,-1 0 0 0 0,1 1-1 0 0,-1-1 1 0 0,1 0-1 0 0,0 0 1 0 0,-1 1 0 0 0,1-1-1 0 0,-1 0 1 0 0,1 0-1 0 0,-1 0 1 0 0,1 0 0 0 0,0 1-1 0 0,-1-1 1 0 0,1 0-1 0 0,-1 0 1 0 0,1 0 0 0 0,-1 0-1 0 0,1 0 1 0 0,-1-1-1 0 0,-14 1 283 0 0,15 0-239 0 0,-6 0 34 0 0,1 0 0 0 0,-1-1 0 0 0,1 0 0 0 0,0 0 0 0 0,-1 0 0 0 0,1 0 0 0 0,0-1 0 0 0,0 0 0 0 0,0 0 0 0 0,0-1 0 0 0,0 1 0 0 0,1-1 0 0 0,-7-5 0 0 0,-15-7 46 0 0,19 10-102 0 0,1-1 0 0 0,-1 1 0 0 0,1-1 0 0 0,0-1 0 0 0,1 1 0 0 0,-1-1 0 0 0,1 0 0 0 0,-7-12 0 0 0,11 15-27 0 0,-1-1 0 0 0,1 1 0 0 0,0 0 0 0 0,0-1 0 0 0,1 1 0 0 0,-1-1 0 0 0,1 1 0 0 0,0-1 0 0 0,0 1 0 0 0,1-1 0 0 0,-1 1 0 0 0,1-1 0 0 0,0 1 0 0 0,0 0 0 0 0,2-7 0 0 0,19-33 57 0 0,-21 41-69 0 0,0 0-1 0 0,0 0 1 0 0,0 0 0 0 0,0 0-1 0 0,1 0 1 0 0,-1 0 0 0 0,1 0 0 0 0,0 1-1 0 0,0-1 1 0 0,0 0 0 0 0,0 1-1 0 0,0 0 1 0 0,0 0 0 0 0,1-1-1 0 0,-1 1 1 0 0,1 1 0 0 0,-1-1 0 0 0,1 0-1 0 0,0 1 1 0 0,0-1 0 0 0,0 1-1 0 0,0 0 1 0 0,0 0 0 0 0,0 0-1 0 0,0 0 1 0 0,0 0 0 0 0,0 1 0 0 0,6-1-1 0 0,13-3-42 0 0,1 0 0 0 0,0 1-1 0 0,0 1 1 0 0,44 3-1 0 0,-19 14 113 0 0,-33-9-31 0 0,-1 0 0 0 0,1 1 0 0 0,-1 1 0 0 0,0 0 0 0 0,-1 0 0 0 0,0 2 0 0 0,0 0 0 0 0,-1 0 0 0 0,12 13 0 0 0,-13-10 71 0 0,-1 0 0 0 0,0 0-1 0 0,13 22 1 0 0,-22-33-88 0 0,0 0-1 0 0,0 0 1 0 0,0 0-1 0 0,0 0 1 0 0,0 0-1 0 0,-1 0 1 0 0,1 0-1 0 0,0 0 1 0 0,-1 1-1 0 0,0-1 1 0 0,0 0-1 0 0,1 0 1 0 0,-1 0-1 0 0,-1 1 1 0 0,1-1 0 0 0,0 0-1 0 0,0 0 1 0 0,-1 0-1 0 0,1 1 1 0 0,-1-1-1 0 0,0 0 1 0 0,-1 3-1 0 0,-1-2 32 0 0,0 1-1 0 0,0-1 0 0 0,0 0 1 0 0,0 0-1 0 0,0 0 1 0 0,-1-1-1 0 0,1 1 1 0 0,-6 2-1 0 0,-9 7 214 0 0,16-11-223 0 0,0 1-1 0 0,-1-1 1 0 0,1 0-1 0 0,0 0 1 0 0,-1 0-1 0 0,1 0 1 0 0,-1 0-1 0 0,1 0 1 0 0,-1-1-1 0 0,1 0 1 0 0,-1 1-1 0 0,1-1 1 0 0,-1 0-1 0 0,0 0 1 0 0,1 0-1 0 0,-1 0 1 0 0,1-1-1 0 0,-1 1 1 0 0,1-1-1 0 0,-1 1 1 0 0,1-1-1 0 0,-5-2 1 0 0,5 2-28 0 0,0 0-1 0 0,0 0 1 0 0,0 0 0 0 0,0 0-1 0 0,0 0 1 0 0,0-1 0 0 0,0 1-1 0 0,0-1 1 0 0,0 1 0 0 0,1-1-1 0 0,-1 0 1 0 0,1 0 0 0 0,-1 1-1 0 0,1-1 1 0 0,0 0 0 0 0,-1 0-1 0 0,1 0 1 0 0,0-1 0 0 0,0 1-1 0 0,1 0 1 0 0,-1 0 0 0 0,0-1-1 0 0,1 1 1 0 0,-1-4 0 0 0,2-6-3 0 0,1 0 1 0 0,0 0-1 0 0,1 0 1 0 0,0 0-1 0 0,1 0 1 0 0,0 0-1 0 0,1 1 1 0 0,1 0-1 0 0,-1 0 1 0 0,2 0-1 0 0,8-12 1 0 0,14-26 22 0 0,-28 47-35 0 0,0 0-1 0 0,0 1 0 0 0,0-1 1 0 0,0 0-1 0 0,0 0 0 0 0,0 0 1 0 0,1 1-1 0 0,-1-1 0 0 0,1 1 1 0 0,-1-1-1 0 0,1 1 0 0 0,0-1 1 0 0,-1 1-1 0 0,1 0 0 0 0,0 0 1 0 0,0 0-1 0 0,0 0 0 0 0,0 0 1 0 0,0 0-1 0 0,0 0 1 0 0,0 1-1 0 0,0-1 0 0 0,0 1 1 0 0,0 0-1 0 0,1-1 0 0 0,-1 1 1 0 0,0 0-1 0 0,0 0 0 0 0,0 1 1 0 0,0-1-1 0 0,4 1 0 0 0,6-1-12 0 0,-2 1 61 0 0,0 0 1 0 0,-1 0-1 0 0,1 1 0 0 0,0 1 1 0 0,-1-1-1 0 0,1 2 0 0 0,-1-1 1 0 0,0 1-1 0 0,0 1 0 0 0,0-1 1 0 0,-1 1-1 0 0,9 8 1 0 0,-1-2 158 0 0,-1 2 1 0 0,-1 0 0 0 0,0 1 0 0 0,21 27 0 0 0,-34-39-193 0 0,3 2 26 0 0,0 0-1 0 0,-1 1 1 0 0,0-1-1 0 0,1 1 0 0 0,-2 0 1 0 0,1 0-1 0 0,0 0 1 0 0,-1 0-1 0 0,0 1 0 0 0,0-1 1 0 0,-1 1-1 0 0,1-1 1 0 0,-1 1-1 0 0,0 6 1 0 0,-1-10-60 0 0,0-1 1 0 0,-1 0 0 0 0,1 1 0 0 0,-1-1 0 0 0,1 1 0 0 0,-1-1-1 0 0,1 0 1 0 0,-1 1 0 0 0,0-1 0 0 0,0 0 0 0 0,1 0-1 0 0,-1 0 1 0 0,0 1 0 0 0,0-1 0 0 0,0 0 0 0 0,-1 0 0 0 0,1 0-1 0 0,0-1 1 0 0,0 1 0 0 0,0 0 0 0 0,-2 1 0 0 0,-5 1-4289 0 0,30-3 1429 0 0,-17 0 306 0 0,0-1 574 0 0,38-11-1236 0 0,-20 4-822 0 0,4 2 1297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8:00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 98 320 0 0,'-1'-2'229'0'0,"1"1"0"0"0,-1 0-1 0 0,0 0 1 0 0,0-1 0 0 0,0 1-1 0 0,0 0 1 0 0,0 0 0 0 0,-1 0-1 0 0,1 0 1 0 0,0 0 0 0 0,0 0-1 0 0,-1 0 1 0 0,1 1 0 0 0,0-1-1 0 0,-1 0 1 0 0,1 1 0 0 0,-1-1 0 0 0,-2 0-1 0 0,2 0 389 0 0,-3-1 120 0 0,1-1 0 0 0,-1 1 0 0 0,0 0 0 0 0,0 0 0 0 0,0 1 0 0 0,-9-2-1 0 0,-53-2 2016 0 0,46 4-2004 0 0,8 0-238 0 0,-1 1 1 0 0,1 0-1 0 0,-1 0 1 0 0,1 2-1 0 0,-1 0 1 0 0,1 0-1 0 0,0 1 1 0 0,0 1 0 0 0,0 0-1 0 0,-16 8 1 0 0,27-11-446 0 0,0 0 1 0 0,0 0-1 0 0,0 0 1 0 0,0 0-1 0 0,0 1 1 0 0,1-1-1 0 0,-1 1 1 0 0,0-1-1 0 0,1 1 1 0 0,-1 0-1 0 0,1-1 1 0 0,0 1-1 0 0,-1 0 1 0 0,1 0-1 0 0,0 0 1 0 0,0 0-1 0 0,-1 3 1 0 0,1 1 89 0 0,0 0 1 0 0,0 1-1 0 0,0-1 1 0 0,1 0-1 0 0,0 8 0 0 0,1-2 15 0 0,-1-8-120 0 0,1 0 1 0 0,-1 1 0 0 0,1-1 0 0 0,0 0 0 0 0,1 0-1 0 0,-1 0 1 0 0,1 0 0 0 0,0 0 0 0 0,0-1 0 0 0,0 1-1 0 0,0 0 1 0 0,0-1 0 0 0,1 1 0 0 0,0-1-1 0 0,4 4 1 0 0,7 7 53 0 0,1-2-1 0 0,18 13 1 0 0,-7-5-13 0 0,-14-11-29 0 0,0 0 0 0 0,0 0 0 0 0,1-2 1 0 0,0 0-1 0 0,22 9 0 0 0,-27-12-49 0 0,1-1 1 0 0,0 0-1 0 0,-1 0 0 0 0,1-1 1 0 0,0 0-1 0 0,0 0 0 0 0,0-1 1 0 0,1 0-1 0 0,8-1 0 0 0,-16 0-19 0 0,0 0-1 0 0,-1 0 1 0 0,1 0-1 0 0,0 0 1 0 0,0 0-1 0 0,0 0 1 0 0,-1 0-1 0 0,1 0 1 0 0,0-1-1 0 0,0 1 1 0 0,-1-1-1 0 0,1 1 1 0 0,0-1-1 0 0,-1 0 1 0 0,1 0-1 0 0,0 0 1 0 0,-1 0-1 0 0,3-2 1 0 0,-3 1-4 0 0,0 0 0 0 0,-1 0 0 0 0,1 0 0 0 0,-1 0 0 0 0,1 0 1 0 0,-1 0-1 0 0,0 0 0 0 0,1 0 0 0 0,-1-1 0 0 0,0 1 1 0 0,-1 0-1 0 0,1-3 0 0 0,-1-12-5 0 0,1 11 16 0 0,-1 1 1 0 0,0-1-1 0 0,0 1 0 0 0,0-1 1 0 0,-1 1-1 0 0,0 0 1 0 0,0-1-1 0 0,0 1 0 0 0,-1 0 1 0 0,1 1-1 0 0,-1-1 1 0 0,-5-6-1 0 0,-6-6 18 0 0,-28-26 0 0 0,28 29-9 0 0,-12-14 3 0 0,15 16 14 0 0,0 0 0 0 0,-1 0 0 0 0,-26-18-1 0 0,34 28 24 0 0,0 0-1 0 0,0 1 0 0 0,-1-1 1 0 0,1 1-1 0 0,-1 0 0 0 0,1 0 0 0 0,-1 0 1 0 0,1 1-1 0 0,-1 0 0 0 0,-7 0 0 0 0,8 0 23 0 0,5 0-53 0 0,-1 0 0 0 0,0 0 0 0 0,0 0 0 0 0,0 0-1 0 0,0 1 1 0 0,0-1 0 0 0,0 0 0 0 0,0 0 0 0 0,0 0 0 0 0,0 0 0 0 0,0 0-1 0 0,1 0 1 0 0,-1 1 0 0 0,0-1 0 0 0,0 0 0 0 0,0 0 0 0 0,0 0 0 0 0,0 0 0 0 0,0 0-1 0 0,0 1 1 0 0,0-1 0 0 0,0 0 0 0 0,0 0 0 0 0,0 0 0 0 0,0 0 0 0 0,0 0 0 0 0,0 1-1 0 0,0-1 1 0 0,-1 0 0 0 0,1 0 0 0 0,0 0 0 0 0,0 0 0 0 0,0 0 0 0 0,0 0-1 0 0,0 1 1 0 0,0-1 0 0 0,0 0 0 0 0,0 0 0 0 0,0 0 0 0 0,-1 0 0 0 0,14 3 103 0 0,0 0 0 0 0,-1 1 0 0 0,1 1 0 0 0,-1 0 0 0 0,-1 0-1 0 0,19 12 1 0 0,106 54 232 0 0,-74-41-184 0 0,83 55 0 0 0,-129-74-127 0 0,1 0-1 0 0,-1 2 0 0 0,-1-1 1 0 0,-1 2-1 0 0,0 0 1 0 0,0 1-1 0 0,-1 0 1 0 0,-1 1-1 0 0,-1 0 1 0 0,15 29-1 0 0,-22-39-37 0 0,-1 0 0 0 0,-1 0 0 0 0,1 1 0 0 0,-1-1 0 0 0,0 1 0 0 0,0-1 0 0 0,1 13 0 0 0,-3-15 3 0 0,-1 0-1 0 0,1 0 1 0 0,-1 0-1 0 0,1 0 1 0 0,-1 0-1 0 0,-1 0 1 0 0,1 0-1 0 0,0-1 1 0 0,-1 1-1 0 0,0 0 1 0 0,0-1-1 0 0,0 1 1 0 0,0-1-1 0 0,0 0 1 0 0,-5 5-1 0 0,-6 5-8 0 0,0-1-1 0 0,0 0 1 0 0,-2-1-1 0 0,1 0 1 0 0,-1-1-1 0 0,-1-1 1 0 0,0-1-1 0 0,0 0 1 0 0,-30 10-1 0 0,-20 3-45 0 0,-79 14-1 0 0,87-22 38 0 0,-146 42 217 0 0,171-44-126 0 0,1 2 1 0 0,0 1 0 0 0,-47 28 0 0 0,65-36 71 0 0,28-20-120 0 0,51-24 47 0 0,252-133 356 0 0,158-92-1459 0 0,-239 114-1540 0 0,-85 44-1970 0 0,-116 80 291 0 0,55-53 0 0 0,-72 58 872 0 0,0-1-1 0 0,22-36 1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8:29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2561 0 0,'-1'1'443'0'0,"1"1"1"0"0,0-1-1 0 0,0 1 0 0 0,0-1 0 0 0,1 1 0 0 0,-1-1 1 0 0,0 1-1 0 0,0-1 0 0 0,1 1 0 0 0,-1-1 1 0 0,1 0-1 0 0,-1 1 0 0 0,1-1 0 0 0,0 0 0 0 0,-1 1 1 0 0,3 1-1 0 0,-2-3-364 0 0,-1 1 0 0 0,1-1-1 0 0,0 1 1 0 0,0-1 0 0 0,0 0 0 0 0,0 1 0 0 0,0-1 0 0 0,0 0 0 0 0,0 0 0 0 0,-1 0-1 0 0,1 0 1 0 0,0 0 0 0 0,0 0 0 0 0,0 0 0 0 0,0 0 0 0 0,0 0 0 0 0,0 0-1 0 0,0 0 1 0 0,0-1 0 0 0,1 1 0 0 0,-1-2 156 0 0,0 1 0 0 0,0-1 0 0 0,-1 0 0 0 0,1 1 0 0 0,0-1 0 0 0,-1 0 0 0 0,1 1 0 0 0,-1-1 0 0 0,1 0 1 0 0,-1 0-1 0 0,0 0 0 0 0,0 1 0 0 0,0-1 0 0 0,0 0 0 0 0,0 0 0 0 0,0 0 0 0 0,0 1 0 0 0,-1-3 0 0 0,0-2 301 0 0,1 4-422 0 0,0 1 1 0 0,0-1-1 0 0,0 0 0 0 0,0 1 0 0 0,0-1 0 0 0,0 0 0 0 0,0 1 0 0 0,1-1 1 0 0,-1 0-1 0 0,0 1 0 0 0,1-1 0 0 0,0 1 0 0 0,-1-1 0 0 0,1 1 0 0 0,0-1 0 0 0,0 1 1 0 0,0-1-1 0 0,0 1 0 0 0,0-1 0 0 0,0 1 0 0 0,0 0 0 0 0,0 0 0 0 0,2-2 0 0 0,10-9 469 0 0,-3-13 377 0 0,12 2-79 0 0,-12 6-309 0 0,-8 14-502 0 0,-1 1 0 0 0,1-1 0 0 0,0 1 0 0 0,-1-1 0 0 0,1 1 1 0 0,0 0-1 0 0,1-1 0 0 0,-1 1 0 0 0,0 0 0 0 0,0 1 1 0 0,5-4-1 0 0,30-19 134 0 0,-22 12-135 0 0,2 2 1 0 0,0-1-1 0 0,0 2 1 0 0,0 0-1 0 0,2 1 1 0 0,-1 1-1 0 0,27-6 1 0 0,243-42 330 0 0,-17-15-191 0 0,-162 39-258 0 0,-104 30 44 0 0,21-7-56 0 0,0 2 1 0 0,0 1 0 0 0,0 0 0 0 0,34 0-1 0 0,-57 5 49 0 0,0 0-1 0 0,0 0 0 0 0,0 0 0 0 0,0 0 0 0 0,0 1 1 0 0,1-1-1 0 0,-1 1 0 0 0,0 0 0 0 0,0 0 0 0 0,0 0 0 0 0,-1 0 1 0 0,1 1-1 0 0,0-1 0 0 0,0 1 0 0 0,-1 0 0 0 0,1-1 0 0 0,-1 1 1 0 0,1 0-1 0 0,-1 1 0 0 0,0-1 0 0 0,0 0 0 0 0,0 1 0 0 0,0-1 1 0 0,0 1-1 0 0,1 2 0 0 0,5 5 2 0 0,-1-1 1 0 0,1-1-1 0 0,1 1 1 0 0,13 10-1 0 0,-12-12-10 0 0,-2 0-1 0 0,1 1 0 0 0,14 18 0 0 0,-21-22 18 0 0,1 1 0 0 0,0-1 1 0 0,-1 1-1 0 0,0 0 1 0 0,0-1-1 0 0,0 1 1 0 0,-1 0-1 0 0,1 0 1 0 0,-1 0-1 0 0,-1 0 0 0 0,1 0 1 0 0,0 10-1 0 0,-1 22 145 0 0,1-21 74 0 0,-1-1-1 0 0,0 0 1 0 0,-1 0-1 0 0,-5 22 1 0 0,-16 13 105 0 0,14-27-226 0 0,6-15-89 0 0,-1 0 1 0 0,0 0 0 0 0,-1 0-1 0 0,1-1 1 0 0,-2 1 0 0 0,-5 7 0 0 0,-9 13 57 0 0,12-16 28 0 0,-1 0 0 0 0,-1-1 0 0 0,-19 20 0 0 0,4-8 18 0 0,-1-1 0 0 0,-2-2 1 0 0,0 0-1 0 0,-33 17 0 0 0,-223 104 278 0 0,219-112-206 0 0,-2-3 0 0 0,-124 32 0 0 0,185-57-163 0 0,-52 13 275 0 0,-71 7 0 0 0,121-20-290 0 0,0 0-1 0 0,0-1 1 0 0,0 0-1 0 0,1-1 1 0 0,-1 1-1 0 0,0-1 1 0 0,0-1-1 0 0,1 1 1 0 0,-1-1-1 0 0,1 0 0 0 0,-1-1 1 0 0,1 1-1 0 0,0-1 1 0 0,-8-6-1 0 0,11 8-3 0 0,0-1 1 0 0,1 0-1 0 0,0 0 0 0 0,-1-1 0 0 0,1 1 0 0 0,0 0 1 0 0,0-1-1 0 0,0 1 0 0 0,1-1 0 0 0,-1 0 0 0 0,0 0 1 0 0,1 0-1 0 0,0 1 0 0 0,0-1 0 0 0,0 0 0 0 0,0 0 1 0 0,0-1-1 0 0,1 1 0 0 0,-1 0 0 0 0,1 0 0 0 0,0 0 0 0 0,0 0 1 0 0,0-1-1 0 0,0 1 0 0 0,0 0 0 0 0,1 0 0 0 0,-1 0 1 0 0,3-5-1 0 0,1-4-2 0 0,1 0 0 0 0,0 1 0 0 0,1-1 0 0 0,1 1 0 0 0,0 1 0 0 0,0-1 0 0 0,1 1 0 0 0,0 0 0 0 0,11-9 0 0 0,0 1-20 0 0,1 1 1 0 0,1 1-1 0 0,28-16 1 0 0,-40 26 16 0 0,0 1 0 0 0,1 0 0 0 0,0 1 0 0 0,0 0 0 0 0,0 0 0 0 0,0 1 0 0 0,14-2 0 0 0,-18 4 0 0 0,32-5-60 0 0,-31 7 60 0 0,1-1 0 0 0,0 2 0 0 0,-1-1 1 0 0,1 1-1 0 0,-1 0 0 0 0,0 0 0 0 0,1 1 0 0 0,-1 0 1 0 0,-1 1-1 0 0,1-1 0 0 0,0 1 0 0 0,-1 0 1 0 0,0 1-1 0 0,7 5 0 0 0,1 3-3 0 0,0 1-1 0 0,-1 0 1 0 0,-1 1 0 0 0,13 19-1 0 0,-7-5 95 0 0,-1 0-1 0 0,14 33 1 0 0,-29-57-15 0 0,0-1 1 0 0,0 0-1 0 0,1 0 1 0 0,0 0-1 0 0,-1 0 1 0 0,1-1-1 0 0,1 1 1 0 0,-1-1-1 0 0,1 0 1 0 0,5 5-1 0 0,-2-4-512 0 0,0 0 0 0 0,0 0-1 0 0,0 0 1 0 0,0-1 0 0 0,0 0-1 0 0,10 2 1 0 0,-6-3-1073 0 0,-1 0 0 0 0,1 0 0 0 0,0-1 0 0 0,13 0 0 0 0,-14-1-1017 0 0,-1-1-1 0 0,1 0 1 0 0,-1-1 0 0 0,17-4 0 0 0,7-7-2004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8:48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1423 48 880 0 0,'0'-2'553'0'0,"0"1"-1"0"0,0-1 1 0 0,0 1 0 0 0,0-1-1 0 0,-1 0 1 0 0,1 1-1 0 0,0-1 1 0 0,-1 1-1 0 0,1 0 1 0 0,-1-1-1 0 0,1 1 1 0 0,-1-1 0 0 0,0 1-1 0 0,1 0 1 0 0,-1-1-1 0 0,0 1 1 0 0,-2-2-1 0 0,1 2-66 0 0,0-1 0 0 0,-1 0 1 0 0,1 1-1 0 0,-1 0 0 0 0,1 0 0 0 0,-1 0 0 0 0,1 0 0 0 0,-1 0 0 0 0,-3-1 0 0 0,-14-1 523 0 0,1 1 0 0 0,-1 1 0 0 0,1 1 0 0 0,-31 3 0 0 0,-13-1-305 0 0,-68 6 430 0 0,106-6-1024 0 0,0 0-1 0 0,0 1 0 0 0,0 2 1 0 0,0 0-1 0 0,0 2 0 0 0,1 0 1 0 0,-36 18-1 0 0,-3 5 1 0 0,-85 58-1 0 0,131-76-122 0 0,1 0 1 0 0,-23 23-1 0 0,8-6-16 0 0,25-24 18 0 0,-15 14-24 0 0,21-18 34 0 0,-1-1 0 0 0,1 1 0 0 0,-1 0-1 0 0,1-1 1 0 0,0 1 0 0 0,-1 0 0 0 0,1-1 0 0 0,0 1 0 0 0,-1 0 0 0 0,1 0 0 0 0,0 0 0 0 0,0-1 0 0 0,0 1 0 0 0,0 0 0 0 0,0 0 0 0 0,0 0-1 0 0,0-1 1 0 0,0 1 0 0 0,0 0 0 0 0,0 0 0 0 0,0 0 0 0 0,0-1 0 0 0,0 1 0 0 0,1 0 0 0 0,-1 0 0 0 0,0-1 0 0 0,1 1 0 0 0,-1 0 0 0 0,1 0-1 0 0,0 0 1 0 0,8 8-16 0 0,-7-8 13 0 0,-1 0 1 0 0,0 0-1 0 0,1 0 0 0 0,-1 0 0 0 0,0 1 1 0 0,0-1-1 0 0,0 0 0 0 0,0 1 1 0 0,0-1-1 0 0,0 1 0 0 0,0-1 0 0 0,0 1 1 0 0,-1-1-1 0 0,1 1 0 0 0,-1 0 0 0 0,1-1 1 0 0,-1 1-1 0 0,1 0 0 0 0,-1-1 1 0 0,0 1-1 0 0,0 0 0 0 0,0-1 0 0 0,0 3 1 0 0,-1 3 156 0 0,0 0 1 0 0,0 0 0 0 0,0 0 0 0 0,-1 0-1 0 0,0 0 1 0 0,-1 0 0 0 0,0-1-1 0 0,-5 11 1 0 0,3-6-3 0 0,3-8-119 0 0,1-1 0 0 0,0 1 1 0 0,1 0-1 0 0,-1 0 0 0 0,0 1 0 0 0,1-1 1 0 0,0 0-1 0 0,-1 0 0 0 0,2 4 0 0 0,-1-5-29 0 0,0 1-1 0 0,0 0 1 0 0,-1 0-1 0 0,1-1 0 0 0,0 1 1 0 0,-1 0-1 0 0,1-1 1 0 0,-1 1-1 0 0,-1 2 1 0 0,-20 30-3 0 0,11 0 13 0 0,-11 1 94 0 0,12 9 173 0 0,3-31-196 0 0,0-1 0 0 0,0 1 0 0 0,-1-1 0 0 0,-1-1 0 0 0,0 0 0 0 0,-1 0 0 0 0,0-1 0 0 0,-17 14 0 0 0,1 2 13 0 0,-18 28 24 0 0,-10 2 39 0 0,10 8 66 0 0,15-29-95 0 0,16-21-54 0 0,0 2 1 0 0,1 0-1 0 0,-12 22 1 0 0,-31 49 108 0 0,55-87-183 0 0,0 0 0 0 0,-1-1 0 0 0,1 1-1 0 0,-1 0 1 0 0,1-1 0 0 0,0 1-1 0 0,0 0 1 0 0,-1 0 0 0 0,1-1 0 0 0,0 1-1 0 0,0 0 1 0 0,0 0 0 0 0,0-1 0 0 0,0 1-1 0 0,0 0 1 0 0,0 0 0 0 0,0-1-1 0 0,0 1 1 0 0,0 0 0 0 0,0 0 0 0 0,1-1-1 0 0,-1 1 1 0 0,0 0 0 0 0,0 0-1 0 0,1-1 1 0 0,-1 1 0 0 0,1 0 0 0 0,-1-1-1 0 0,0 1 1 0 0,1 0 0 0 0,-1-1 0 0 0,2 1-1 0 0,23 14-50 0 0,-4-2-100 0 0,-12 0 121 0 0,-8-11 34 0 0,1 0 0 0 0,-1 0 0 0 0,1 0 0 0 0,-1 0 0 0 0,1 0 0 0 0,0-1 0 0 0,-1 1 1 0 0,1 0-1 0 0,0-1 0 0 0,0 1 0 0 0,0-1 0 0 0,0 0 0 0 0,1 1 0 0 0,-1-1 0 0 0,0 0 0 0 0,3 0 0 0 0,13 6 13 0 0,-10-4-18 0 0,1 0 1 0 0,-1 1-1 0 0,0 0 1 0 0,-1 0-1 0 0,1 1 1 0 0,-1-1-1 0 0,12 11 1 0 0,79 79 144 0 0,-91-88-162 0 0,-1-1 1 0 0,1 0-1 0 0,0 0 0 0 0,0 0 1 0 0,0-1-1 0 0,1 0 1 0 0,0 0-1 0 0,9 2 1 0 0,40 21-109 0 0,-27-10 71 0 0,32 12-1 0 0,9 5-148 0 0,-56-25 110 0 0,-2 0 0 0 0,20 16 0 0 0,-22-17 108 0 0,0 1 1 0 0,0-1-1 0 0,1-1 0 0 0,18 9 0 0 0,-13-10-75 0 0,-1-2 0 0 0,25 4 0 0 0,9 3-128 0 0,-15-5 185 0 0,1-1 1 0 0,-1-2 0 0 0,47-1 0 0 0,-14 0 54 0 0,43 2 29 0 0,235 22 7 0 0,-253-15-52 0 0,-49-8-23 0 0,47 11-1 0 0,61 20-1 0 0,-74-17 20 0 0,-14-6 14 0 0,-42-7-14 0 0,-10-2-4 0 0,1 0-1 0 0,-1 1 1 0 0,16 6-1 0 0,-17-4-20 0 0,-9-4-14 0 0,0 0 1 0 0,0 0-1 0 0,0 0 0 0 0,0-1 0 0 0,0 1 1 0 0,1-1-1 0 0,-1 1 0 0 0,0-1 0 0 0,0 0 1 0 0,1 0-1 0 0,-1 0 0 0 0,4-1 0 0 0,42-2-122 0 0,-36 2 110 0 0,13 0 47 0 0,-1-2 0 0 0,1 0 1 0 0,35-10-1 0 0,-29 5 3 0 0,0 2 0 0 0,33-2 0 0 0,127-18 62 0 0,-188 25-88 0 0,1 0 1 0 0,-1 0 0 0 0,1-1 0 0 0,-1 1-1 0 0,1-1 1 0 0,-1 0 0 0 0,0 1 0 0 0,0-2 0 0 0,4-2-1 0 0,21-11 87 0 0,-12 9-53 0 0,-9 5-19 0 0,0-1 0 0 0,0 0 1 0 0,-1 0-1 0 0,11-7 0 0 0,-7 0-8 0 0,-8 8-12 0 0,1 0 0 0 0,-1 1 1 0 0,0-1-1 0 0,0 0 1 0 0,1 0-1 0 0,-1 1 1 0 0,1 0-1 0 0,0-1 1 0 0,3 0-1 0 0,42-26 120 0 0,-25 13-95 0 0,-18 13-28 0 0,-4 1 3 0 0,0 1-1 0 0,1 0 1 0 0,-1-1 0 0 0,0 1-1 0 0,0 0 1 0 0,0-1-1 0 0,0 0 1 0 0,0 1-1 0 0,0-1 1 0 0,0 0-1 0 0,0 1 1 0 0,0-1-1 0 0,-1 0 1 0 0,1 0-1 0 0,0 0 1 0 0,0 0-1 0 0,-1 0 1 0 0,1 0-1 0 0,0 0 1 0 0,-1 0-1 0 0,1 0 1 0 0,-1 0-1 0 0,1 0 1 0 0,-1 0 0 0 0,0 0-1 0 0,0 0 1 0 0,1-2-1 0 0,-1 2 3 0 0,0-1 0 0 0,0 1 0 0 0,1 0 0 0 0,-1-1 1 0 0,0 1-1 0 0,1 0 0 0 0,-1-1 0 0 0,1 1 0 0 0,0 0 0 0 0,-1-1 0 0 0,1 1 0 0 0,0 0 0 0 0,0 0 0 0 0,0 0 0 0 0,0 0 0 0 0,0 0 0 0 0,0 0 1 0 0,0 0-1 0 0,0 0 0 0 0,0 0 0 0 0,3-1 0 0 0,5-6 9 0 0,24-32 68 0 0,-33 39-79 0 0,1 1 0 0 0,0-1 0 0 0,-1 0-1 0 0,1 0 1 0 0,-1 0 0 0 0,1 1 0 0 0,-1-1 0 0 0,1 0 0 0 0,-1 0-1 0 0,0 0 1 0 0,1 0 0 0 0,-1 0 0 0 0,0 0 0 0 0,0 0 0 0 0,0 0-1 0 0,0 0 1 0 0,1 0 0 0 0,-1 0 0 0 0,-1-1 0 0 0,1 1-1 0 0,0 0-1 0 0,0 1 1 0 0,0-1 0 0 0,0 0 0 0 0,0 0 0 0 0,0 1 0 0 0,0-1-1 0 0,1 0 1 0 0,-1 0 0 0 0,0 0 0 0 0,0 1 0 0 0,1-1-1 0 0,-1 0 1 0 0,0 1 0 0 0,1-1 0 0 0,-1 0 0 0 0,2-1-1 0 0,8-6 11 0 0,-9 7-8 0 0,0 0 0 0 0,1 0 0 0 0,-1 0-1 0 0,0 0 1 0 0,0 0 0 0 0,0 0 0 0 0,0 0-1 0 0,0 0 1 0 0,0 0 0 0 0,0-1 0 0 0,-1 1-1 0 0,1 0 1 0 0,0-1 0 0 0,-1 1-1 0 0,1 0 1 0 0,-1-1 0 0 0,1 1 0 0 0,-1-1-1 0 0,1 1 1 0 0,-1-1 0 0 0,0 1 0 0 0,0-1-1 0 0,0 1 1 0 0,0-3 0 0 0,0-57-15 0 0,0 60 11 0 0,0 1 0 0 0,0 0 0 0 0,0-1 0 0 0,0 1 0 0 0,0 0 0 0 0,0-1 1 0 0,0 1-1 0 0,0 0 0 0 0,-1-1 0 0 0,1 1 0 0 0,0-1 0 0 0,0 1 1 0 0,0 0-1 0 0,0-1 0 0 0,-1 1 0 0 0,1 0 0 0 0,0 0 0 0 0,0-1 1 0 0,0 1-1 0 0,-1 0 0 0 0,1-1 0 0 0,0 1 0 0 0,-1 0 0 0 0,1 0 1 0 0,0 0-1 0 0,-1-1 0 0 0,1 1 0 0 0,-1 0 0 0 0,-4-4-5 0 0,3 4 4 0 0,1-1 0 0 0,0 1 1 0 0,-1-1-1 0 0,1 1 0 0 0,0-1 1 0 0,0 0-1 0 0,0 0 0 0 0,0 0 1 0 0,0 0-1 0 0,0 0 0 0 0,0 0 1 0 0,0 0-1 0 0,0 0 0 0 0,0 0 0 0 0,1 0 1 0 0,-1 0-1 0 0,0-1 0 0 0,1 1 1 0 0,-1 0-1 0 0,1-1 0 0 0,-1 1 1 0 0,1 0-1 0 0,0-1 0 0 0,-1 1 0 0 0,1 0 1 0 0,0-3-1 0 0,0 2 1 0 0,0 1-1 0 0,0-1 0 0 0,0 0 1 0 0,-1 1-1 0 0,1-1 1 0 0,-1 1-1 0 0,1-1 0 0 0,-1 0 1 0 0,1 1-1 0 0,-1 0 1 0 0,0-1-1 0 0,0 1 0 0 0,0-1 1 0 0,0 1-1 0 0,0 0 1 0 0,0-1-1 0 0,0 1 0 0 0,0 0 1 0 0,-3-2-1 0 0,-7-10-25 0 0,10 11 27 0 0,0-1 0 0 0,0 1-1 0 0,0-1 1 0 0,0 1 0 0 0,1-1 0 0 0,-1 0 0 0 0,1 1-1 0 0,0-1 1 0 0,0 0 0 0 0,0-4 0 0 0,0 2-1 0 0,0 1 0 0 0,0 0 0 0 0,-1-1 0 0 0,1 1 0 0 0,-1 0 0 0 0,-2-6 0 0 0,-19-39-64 0 0,11 6-1 0 0,0 23 55 0 0,9 18 11 0 0,0-1 0 0 0,1 1 0 0 0,-1-1 0 0 0,1 0-1 0 0,-1 0 1 0 0,1 0 0 0 0,0 0 0 0 0,0 0 0 0 0,0 0 0 0 0,1 0 0 0 0,-1 0-1 0 0,0-5 1 0 0,1 6-1 0 0,0 1-1 0 0,0 0 0 0 0,0-1 1 0 0,0 1-1 0 0,0-1 0 0 0,-1 1 1 0 0,1 0-1 0 0,-1-1 1 0 0,1 1-1 0 0,-1 0 0 0 0,1-1 1 0 0,-1 1-1 0 0,0 0 0 0 0,1 0 1 0 0,-1 0-1 0 0,0 0 0 0 0,0 0 1 0 0,0 0-1 0 0,0 0 0 0 0,0 0 1 0 0,0 0-1 0 0,0 0 1 0 0,0 0-1 0 0,-2-1 0 0 0,2 2 4 0 0,0-1-1 0 0,0 1 1 0 0,0-1-1 0 0,0 0 1 0 0,0 1-1 0 0,0-1 1 0 0,0 0-1 0 0,0 0 1 0 0,1 0-1 0 0,-1 0 1 0 0,0 0-1 0 0,1 0 1 0 0,-1 0-1 0 0,0 0 1 0 0,1 0-1 0 0,-1 0 1 0 0,1 0-1 0 0,0 0 1 0 0,-1-1-1 0 0,1 1 1 0 0,0 0-1 0 0,0 0 1 0 0,0 0-1 0 0,0-2 1 0 0,0-4 17 0 0,0 6-16 0 0,1-1 1 0 0,-1 0-1 0 0,0 0 1 0 0,0 1 0 0 0,0-1-1 0 0,0 0 1 0 0,0 1-1 0 0,0-1 1 0 0,0 0 0 0 0,0 1-1 0 0,-1-1 1 0 0,1 0-1 0 0,-1 1 1 0 0,1-1-1 0 0,-1 1 1 0 0,0-1 0 0 0,0 1-1 0 0,-1-3 1 0 0,-5 1 4 0 0,6 3-5 0 0,0 0 0 0 0,0 0 0 0 0,0-1 0 0 0,0 1 0 0 0,0 0 0 0 0,0-1 0 0 0,0 1 0 0 0,1 0 1 0 0,-1-1-1 0 0,0 1 0 0 0,0-1 0 0 0,0 1 0 0 0,1-1 0 0 0,-1 1 0 0 0,0-1 0 0 0,1 0 0 0 0,-1 1 0 0 0,0-1 0 0 0,1 0 0 0 0,-1 0 0 0 0,1 1 0 0 0,-1-1 0 0 0,1 0 0 0 0,-1 0 0 0 0,1 0 0 0 0,0 0 0 0 0,-1 0 0 0 0,1-1 0 0 0,-1 1-1 0 0,1 0 0 0 0,-1 0 0 0 0,0 0 0 0 0,0 0 0 0 0,0 0-1 0 0,1 0 1 0 0,-1 0 0 0 0,0 1 0 0 0,0-1 0 0 0,0 0 0 0 0,0 0-1 0 0,0 1 1 0 0,-1-1 0 0 0,1 1 0 0 0,0-1 0 0 0,0 1-1 0 0,0-1 1 0 0,0 1 0 0 0,-1 0 0 0 0,1-1 0 0 0,-2 1 0 0 0,0-1 7 0 0,-22-20 62 0 0,6 1-87 0 0,-35-33-116 0 0,-12-17 120 0 0,66 69 13 0 0,-1 0 0 0 0,0 0 0 0 0,1 0 0 0 0,-1 0 0 0 0,1 0 0 0 0,-1-1 0 0 0,1 1 0 0 0,0 0 0 0 0,-1-1 0 0 0,1 1 0 0 0,0 0 0 0 0,0 0 0 0 0,0-1 0 0 0,0-1 0 0 0,0 1 0 0 0,0 1 0 0 0,0 0 0 0 0,0-1 0 0 0,0 1 0 0 0,0 0 0 0 0,0 0 0 0 0,-1-1 0 0 0,1 1 0 0 0,0 0 0 0 0,-1-1 0 0 0,1 1 0 0 0,-1 0 0 0 0,0 0 0 0 0,0-2 0 0 0,-12-12 21 0 0,1 1 0 0 0,-1 0 1 0 0,-1 1-1 0 0,-27-19 0 0 0,36 29 7 0 0,0-1-1 0 0,1 1 1 0 0,-1 0-1 0 0,1-1 0 0 0,0 0 1 0 0,-6-7-1 0 0,-18-16 75 0 0,13 16-57 0 0,1-1 1 0 0,1-1-1 0 0,0 0 0 0 0,-18-25 1 0 0,23 27-36 0 0,7 8-10 0 0,-1 0 0 0 0,1 1 0 0 0,-1-1 1 0 0,0 1-1 0 0,0-1 0 0 0,0 1 0 0 0,-1 0 1 0 0,1 0-1 0 0,0 0 0 0 0,-1 0 0 0 0,1 0 1 0 0,-4-1-1 0 0,1-1 2 0 0,0 1 0 0 0,1-1 0 0 0,-1 0 0 0 0,1 0 0 0 0,-7-8 0 0 0,7 7 23 0 0,0 1 0 0 0,0-1-1 0 0,0 1 1 0 0,-1 0-1 0 0,-6-4 1 0 0,-4-2 43 0 0,8 7-49 0 0,0-1-1 0 0,0-1 0 0 0,1 1 1 0 0,-12-11-1 0 0,13 8-15 0 0,0 0-1 0 0,-1 0 1 0 0,0 1 0 0 0,-10-7-1 0 0,13 10-37 0 0,1 0 0 0 0,-1-1 1 0 0,0 1-1 0 0,1-1 0 0 0,0 1 0 0 0,0-1 0 0 0,0 0 0 0 0,0 1 0 0 0,0-1 0 0 0,1 0 0 0 0,0 0 0 0 0,-2-5 0 0 0,-7-20-311 0 0,9 27 330 0 0,0 0 0 0 0,-1 0 0 0 0,1 0 0 0 0,-1 0 0 0 0,0 0 0 0 0,0 0 0 0 0,0 0 0 0 0,-3-2 0 0 0,2 1 13 0 0,2 2-2 0 0,0 0 1 0 0,0 0-1 0 0,-1 0 0 0 0,1 0 0 0 0,0 0 0 0 0,0 0 0 0 0,0 0 0 0 0,-1 0 1 0 0,1 1-1 0 0,0-1 0 0 0,-1 0 0 0 0,1 1 0 0 0,-1-1 0 0 0,1 1 0 0 0,-1 0 0 0 0,1-1 1 0 0,-1 1-1 0 0,-2 0 0 0 0,-1 0-116 0 0,-1-1-293 0 0,4 1-756 0 0,0 1 720 0 0,0-1 0 0 0,0 0 0 0 0,0 1 0 0 0,0-1 0 0 0,0 0 0 0 0,0 0 0 0 0,0 0-1 0 0,-1-1 1 0 0,-2 0 0 0 0,-18-1-2322 0 0,-91-5-9474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9:44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1 366 960 0 0,'7'-1'607'0'0,"-6"1"-510"0"0,0 1 1 0 0,0-1 0 0 0,0 0 0 0 0,0 0-1 0 0,-1 0 1 0 0,1 0 0 0 0,0-1 0 0 0,0 1 0 0 0,0 0-1 0 0,0 0 1 0 0,0-1 0 0 0,0 1 0 0 0,0 0 0 0 0,0-1-1 0 0,0 1 1 0 0,-1-1 0 0 0,1 1 0 0 0,0-1-1 0 0,0 1 1 0 0,-1-1 0 0 0,1 0 0 0 0,0 1 0 0 0,-1-1-1 0 0,1 0 1 0 0,0 1 0 0 0,-1-1 0 0 0,1 0-1 0 0,-1 0 1 0 0,1 0 0 0 0,-1 0 0 0 0,0 0 0 0 0,1 1-1 0 0,-1-1 1 0 0,0-2 0 0 0,0 3-20 0 0,0-1 0 0 0,0 0 0 0 0,0 1 0 0 0,0-1 0 0 0,0 0 0 0 0,0 1 0 0 0,1-1 0 0 0,-1 0 1 0 0,0 1-1 0 0,0-1 0 0 0,0 1 0 0 0,1-1 0 0 0,-1 0 0 0 0,0 1 0 0 0,1-1 0 0 0,-1 1 0 0 0,0-1 0 0 0,1 1 0 0 0,-1-1 0 0 0,1 1 0 0 0,-1-1 0 0 0,1 1 1 0 0,-1 0-1 0 0,1-1 0 0 0,-1 1 0 0 0,1-1 0 0 0,-1 1 0 0 0,1 0 0 0 0,-1 0 0 0 0,1-1 0 0 0,0 1 0 0 0,-1 0 0 0 0,1 0 0 0 0,-1 0 0 0 0,1 0 0 0 0,0-1 0 0 0,-1 1 1 0 0,1 0-1 0 0,0 0 0 0 0,0 0 48 0 0,0 0 0 0 0,-1 0 1 0 0,1 0-1 0 0,0 0 0 0 0,-1 0 1 0 0,1 0-1 0 0,0 0 1 0 0,-1 0-1 0 0,1-1 0 0 0,0 1 1 0 0,-1 0-1 0 0,1 0 0 0 0,0-1 1 0 0,-1 1-1 0 0,1-1 0 0 0,-1 1 1 0 0,1 0-1 0 0,-1-1 0 0 0,1 1 1 0 0,-1-1-1 0 0,1 1 1 0 0,-1-1-1 0 0,1 1 0 0 0,-1-1 1 0 0,0 0-1 0 0,1 1 0 0 0,-1-1 1 0 0,0 1-1 0 0,0-1 0 0 0,1 0 1 0 0,-1 1-1 0 0,0-1 1 0 0,0 0-1 0 0,0 1 0 0 0,0-1 1 0 0,0 0-1 0 0,0 0 0 0 0,0 1 1 0 0,0-2-1 0 0,-1 1 11 0 0,0 0 1 0 0,0 0-1 0 0,0 0 0 0 0,0 0 1 0 0,0 0-1 0 0,0 0 0 0 0,0 1 0 0 0,0-1 1 0 0,0 0-1 0 0,0 1 0 0 0,0-1 1 0 0,-1 0-1 0 0,1 1 0 0 0,0 0 1 0 0,-1-1-1 0 0,1 1 0 0 0,0 0 0 0 0,-1-1 1 0 0,1 1-1 0 0,-2 0 0 0 0,2 0 101 0 0,-5-1 1070 0 0,1 1-148 0 0,5 0-940 0 0,-15 0-51 0 0,14 0-78 0 0,1 0-1 0 0,-1 0 1 0 0,1 0-1 0 0,0 0 0 0 0,-1 0 1 0 0,1 0-1 0 0,-1 0 1 0 0,1 0-1 0 0,-1 0 0 0 0,1 0 1 0 0,-1 0-1 0 0,1-1 0 0 0,-1 1 1 0 0,1 0-1 0 0,0 0 1 0 0,-1 0-1 0 0,1-1 0 0 0,-1 1 1 0 0,1 0-1 0 0,0-1 1 0 0,-1 1-1 0 0,1 0 0 0 0,0-1 1 0 0,0 1-1 0 0,-1 0 0 0 0,1-1 1 0 0,0 1-1 0 0,0-1 1 0 0,-1 1-1 0 0,1 0 0 0 0,0-2 1 0 0,1 1-51 0 0,0 0-1 0 0,0-1 1 0 0,0 1 0 0 0,0 0 0 0 0,0 0 0 0 0,1-1 0 0 0,-1 1-1 0 0,0 0 1 0 0,1 0 0 0 0,-1 0 0 0 0,1 1 0 0 0,-1-1 0 0 0,1 0 0 0 0,-1 1-1 0 0,1-1 1 0 0,1 0 0 0 0,0 0 70 0 0,3-3 103 0 0,0-1-1 0 0,0 1 1 0 0,-1-1 0 0 0,10-11 0 0 0,-11 11-111 0 0,1 0 0 0 0,-1 1 0 0 0,1-1 0 0 0,10-6 0 0 0,-2 3 16 0 0,-1 1-2 0 0,-1 1 0 0 0,-1-2 0 0 0,1 0 0 0 0,-1 0 0 0 0,15-16 0 0 0,-14-1 137 0 0,44-31 467 0 0,-54 54-678 0 0,0 0 0 0 0,0 0 0 0 0,0-1 0 0 0,-1 1 0 0 0,1 0 0 0 0,0-1 0 0 0,-1 1 0 0 0,1 0 0 0 0,-1-1-1 0 0,0 1 1 0 0,0 0 0 0 0,0-1 0 0 0,0 1 0 0 0,0 0 0 0 0,-1-4 0 0 0,0-2 61 0 0,1 8-101 0 0,0 0 0 0 0,0-1 1 0 0,0 1-1 0 0,0 0 0 0 0,0 0 0 0 0,0 0 1 0 0,0-1-1 0 0,0 1 0 0 0,0 0 0 0 0,0 0 0 0 0,0-1 1 0 0,0 1-1 0 0,0 0 0 0 0,0 0 0 0 0,0 0 1 0 0,0-1-1 0 0,1 1 0 0 0,-1 0 0 0 0,0 0 0 0 0,0 0 1 0 0,0-1-1 0 0,0 1 0 0 0,0 0 0 0 0,1 0 1 0 0,-1 0-1 0 0,0 0 0 0 0,0-1 0 0 0,0 1 0 0 0,0 0 1 0 0,1 0-1 0 0,-1 0 0 0 0,0 0 0 0 0,0 0 1 0 0,0 0-1 0 0,1 0 0 0 0,-1 0 0 0 0,0 0 0 0 0,0 0 1 0 0,1 0-1 0 0,-1 0 0 0 0,0 0 0 0 0,13-3 44 0 0,-14 3-52 0 0,-11 2-47 0 0,12-2 35 0 0,-1 0 0 0 0,1 1 1 0 0,-1-1-1 0 0,1 1 0 0 0,-1-1 0 0 0,1 1 0 0 0,0-1 0 0 0,-1 1 1 0 0,1-1-1 0 0,-1 1 0 0 0,1-1 0 0 0,0 1 0 0 0,0-1 0 0 0,-1 1 1 0 0,1 0-1 0 0,0-1 0 0 0,0 1 0 0 0,0 0 0 0 0,0-1 0 0 0,-1 1 1 0 0,1 0-1 0 0,0-1 0 0 0,0 1 0 0 0,0 0 0 0 0,0-1 1 0 0,1 1-1 0 0,-1-1 0 0 0,0 1 0 0 0,0 0 0 0 0,1 1 0 0 0,-1 1-16 0 0,-1 8 126 0 0,0 1 0 0 0,0 0 0 0 0,-2-1 0 0 0,1 1 0 0 0,-6 14 0 0 0,-3 13 63 0 0,0 34-48 0 0,0-35-114 0 0,7-28 13 0 0,1 0 1 0 0,0 0 0 0 0,1 0 0 0 0,0 1-1 0 0,1-1 1 0 0,0 12 0 0 0,0-5 60 0 0,-1 0 0 0 0,-1 0 1 0 0,-7 28-1 0 0,5-28 39 0 0,1 0 0 0 0,1 0 0 0 0,-2 32 0 0 0,4-34-198 0 0,0-1-1 0 0,-2 1 0 0 0,0 0 1 0 0,0-1-1 0 0,-1 0 0 0 0,-1 0 1 0 0,-8 18-1 0 0,7-19-763 0 0,1 1 0 0 0,0-1 0 0 0,1 1 0 0 0,0 0 0 0 0,1 0 0 0 0,1 0-1 0 0,-1 19 1 0 0,3-26-320 0 0,0-1 0 0 0,0 1 0 0 0,-1 0 0 0 0,0-1 0 0 0,-3 13 0 0 0,3-16 141 0 0,-1 0 0 0 0,0 0 0 0 0,0 0 0 0 0,0 0 0 0 0,0 0 0 0 0,-1 0 0 0 0,1-1 0 0 0,-1 1 1 0 0,-5 3-1 0 0,8-6 992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9:44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1 320 0 0,'0'0'179'0'0,"0"1"1"0"0,0-1-1 0 0,0 1 0 0 0,0-1 1 0 0,0 1-1 0 0,0-1 0 0 0,1 1 1 0 0,-1-1-1 0 0,0 1 0 0 0,0-1 0 0 0,0 1 1 0 0,0-1-1 0 0,1 0 0 0 0,-1 1 1 0 0,0-1-1 0 0,0 1 0 0 0,1-1 1 0 0,-1 1-1 0 0,0-1 0 0 0,1 0 1 0 0,-1 1-1 0 0,1-1 0 0 0,-1 0 0 0 0,1 1 1 0 0,16 0 944 0 0,-13-1-555 0 0,2 0 885 0 0,-1 0-320 0 0,121-6 1201 0 0,-124 6-2341 0 0,1 0 1 0 0,-1 0-1 0 0,1 0 0 0 0,0 1 1 0 0,-1-1-1 0 0,1 1 1 0 0,-1 0-1 0 0,1-1 1 0 0,-1 1-1 0 0,0 0 1 0 0,1 1-1 0 0,-1-1 1 0 0,0 0-1 0 0,3 2 1 0 0,26 15-73 0 0,251 90 12 0 0,-260-101 178 0 0,6 1-216 0 0,0 2 1 0 0,48 23-1 0 0,-69-29 148 0 0,0 0 0 0 0,0 1 0 0 0,-1 0 0 0 0,1 0 0 0 0,-1 0 0 0 0,7 9 0 0 0,-10-11 49 0 0,-1 0 0 0 0,0 1 1 0 0,0-1-1 0 0,0 0 0 0 0,0 1 0 0 0,-1-1 0 0 0,1 1 1 0 0,-1-1-1 0 0,0 1 0 0 0,0 0 0 0 0,0-1 0 0 0,0 1 1 0 0,-1 0-1 0 0,1 4 0 0 0,-1-4 57 0 0,0 0 0 0 0,-1-1 0 0 0,1 1 0 0 0,-1 0 0 0 0,0-1 1 0 0,0 1-1 0 0,0-1 0 0 0,0 1 0 0 0,0-1 0 0 0,-1 1 0 0 0,0-1 0 0 0,1 0 0 0 0,-1 0 0 0 0,-1 0 0 0 0,1 0 0 0 0,0 0 0 0 0,-1 0 0 0 0,-4 4 0 0 0,1-3 60 0 0,0 0-1 0 0,-1 0 0 0 0,1 0 0 0 0,-1-1 0 0 0,0 0 1 0 0,0 0-1 0 0,0 0 0 0 0,-12 2 0 0 0,-3-2-99 0 0,1 0 0 0 0,-1-1-1 0 0,0-1 1 0 0,-39-3 0 0 0,58 2-239 0 0,0 0 0 0 0,0-1 0 0 0,0 1 0 0 0,0-1 0 0 0,0 0 0 0 0,0 0 0 0 0,0 0 0 0 0,0 0 1 0 0,0 0-1 0 0,0-1 0 0 0,1 1 0 0 0,-1-1 0 0 0,0 0 0 0 0,1 0 0 0 0,-1 0 0 0 0,1 0 0 0 0,-3-4 1 0 0,-22-16-1981 0 0,-23-9-2720 0 0,13-4-1814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9:45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 2961 0 0,'-9'2'822'0'0,"-42"11"2297"0"0,14 1 2745 0 0,-50 13-275 0 0,87-26-5500 0 0,-1 0 0 0 0,0 0 0 0 0,1-1 0 0 0,-1 1 0 0 0,1 0 0 0 0,-1 0 0 0 0,1 0 0 0 0,-1 0-1 0 0,1 0 1 0 0,0 0 0 0 0,-1 0 0 0 0,1 0 0 0 0,0 0 0 0 0,0 0 0 0 0,0 0 0 0 0,0 0 0 0 0,0 1 0 0 0,0-1 0 0 0,0 0 0 0 0,0 0 0 0 0,0 0 0 0 0,0 0-1 0 0,1 0 1 0 0,-1 0 0 0 0,0 0 0 0 0,1 0 0 0 0,-1 0 0 0 0,1 0 0 0 0,-1 0 0 0 0,1 0 0 0 0,-1-1 0 0 0,2 3 0 0 0,20 9 978 0 0,-21-11-1030 0 0,-1-1 1 0 0,0 0-1 0 0,1 0 0 0 0,-1 1 0 0 0,1-1 1 0 0,-1 0-1 0 0,0 1 0 0 0,1-1 1 0 0,-1 0-1 0 0,0 1 0 0 0,1-1 1 0 0,-1 0-1 0 0,0 1 0 0 0,0-1 1 0 0,1 1-1 0 0,-1-1 0 0 0,0 1 1 0 0,0-1-1 0 0,0 0 0 0 0,1 1 1 0 0,-1-1-1 0 0,0 1 0 0 0,0-1 1 0 0,0 1-1 0 0,0-1 0 0 0,0 1 0 0 0,0-1 1 0 0,0 1-1 0 0,0 0-23 0 0,0-1 1 0 0,0 1-1 0 0,0-1 0 0 0,0 0 0 0 0,0 1 0 0 0,0-1 1 0 0,0 0-1 0 0,0 1 0 0 0,0-1 0 0 0,0 0 0 0 0,0 1 1 0 0,0-1-1 0 0,0 0 0 0 0,0 1 0 0 0,1-1 0 0 0,-1 0 1 0 0,0 0-1 0 0,0 1 0 0 0,0-1 0 0 0,0 0 0 0 0,1 1 1 0 0,-1-1-1 0 0,0 0 0 0 0,0 0 0 0 0,1 1 0 0 0,-1-1 1 0 0,0 0-1 0 0,1 0 0 0 0,12 6 325 0 0,1-2-1 0 0,0 0 1 0 0,0 0-1 0 0,25 2 1 0 0,-14-1 22 0 0,138 36 360 0 0,-103-24-6257 0 0,-60-17 5334 0 0,1 0 0 0 0,-1 1 0 0 0,0-1 0 0 0,1 0 0 0 0,-1 0 0 0 0,0 1 0 0 0,1-1 1 0 0,-1 0-1 0 0,0 0 0 0 0,1 1 0 0 0,-1-1 0 0 0,0 0 0 0 0,0 1 0 0 0,0-1 0 0 0,1 1 0 0 0,-1-1 1 0 0,0 0-1 0 0,0 1 0 0 0,0-1 0 0 0,0 1 0 0 0,1-1 0 0 0,-1 1 0 0 0,0-1 0 0 0,0 0 0 0 0,0 1 1 0 0,0-1-1 0 0,0 1 0 0 0,0-1 0 0 0,0 1 0 0 0,0-1 0 0 0,-1 0 0 0 0,1 1 0 0 0,0-1 1 0 0,0 1-1 0 0,0-1 0 0 0,0 0 0 0 0,0 1 0 0 0,-1-1 0 0 0,1 1 0 0 0,0-1 0 0 0,0 0 0 0 0,-1 1 1 0 0,1-1-1 0 0,0 0 0 0 0,-1 1 0 0 0,1-1 0 0 0,0 0 0 0 0,-1 0 0 0 0,1 1 0 0 0,0-1 0 0 0,-1 0 1 0 0,-26 7-5349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9:46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1 800 0 0,'0'69'14807'0'0,"0"-69"-14770"0"0,0 1 0 0 0,0 0 0 0 0,1-1-1 0 0,-1 1 1 0 0,0-1 0 0 0,0 1 0 0 0,1 0 0 0 0,-1-1-1 0 0,1 1 1 0 0,-1-1 0 0 0,0 1 0 0 0,1-1-1 0 0,-1 1 1 0 0,1-1 0 0 0,-1 0 0 0 0,1 1 0 0 0,-1-1-1 0 0,1 0 1 0 0,0 1 0 0 0,-1-1 0 0 0,1 0 0 0 0,-1 1-1 0 0,1-1 1 0 0,0 0 0 0 0,-1 0 0 0 0,1 0 0 0 0,-1 0-1 0 0,1 0 1 0 0,0 0 0 0 0,-1 0 0 0 0,1 0 0 0 0,0 0-1 0 0,0 0 1 0 0,0 0-11 0 0,-1 0 0 0 0,1 0 0 0 0,0 0 0 0 0,-1 0 0 0 0,1 0 0 0 0,-1 0 0 0 0,1 0 0 0 0,-1 0 0 0 0,1 0 0 0 0,-1 0-1 0 0,1 0 1 0 0,0 0 0 0 0,-1 1 0 0 0,1-1 0 0 0,-1 0 0 0 0,1 0 0 0 0,-1 1 0 0 0,1-1 0 0 0,-1 0 0 0 0,0 1 0 0 0,1-1 0 0 0,-1 0 0 0 0,1 1 0 0 0,-1-1 0 0 0,0 1-1 0 0,1-1 1 0 0,-1 0 0 0 0,0 1 0 0 0,1-1 0 0 0,-1 1 0 0 0,0 0 0 0 0,6-1 561 0 0,194-17 2923 0 0,-183 16-3458 0 0,40 0 74 0 0,88 9 0 0 0,33 17-5114 0 0,-107-10-2162 0 0,-33-1 320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9:47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65 530 1441 0 0,'-6'-2'1194'0'0,"0"-1"1"0"0,0 1-1 0 0,0-1 1 0 0,1 0-1 0 0,-1 0 1 0 0,-7-7-1 0 0,1 2-431 0 0,12 8-743 0 0,0 0 0 0 0,-1 0 0 0 0,1 0 0 0 0,0 0 0 0 0,0 0 0 0 0,0 0 0 0 0,-1-1 0 0 0,1 1 0 0 0,0 0 0 0 0,0 0 0 0 0,0 0 0 0 0,0 0 0 0 0,-1 0 0 0 0,1 0 0 0 0,0 0 0 0 0,0-1 0 0 0,0 1 0 0 0,0 0 0 0 0,0 0 0 0 0,0 0 0 0 0,-1 0 0 0 0,1-1 0 0 0,0 1 0 0 0,0 0 0 0 0,0 0 0 0 0,0 0 0 0 0,0-1 0 0 0,0 1 0 0 0,0 0 0 0 0,0 0 0 0 0,0 0 0 0 0,0-1 0 0 0,0 1 0 0 0,0 0 0 0 0,0 0 0 0 0,0 0 0 0 0,0 0 0 0 0,0-1 0 0 0,0 1 0 0 0,0 0 0 0 0,0 0 0 0 0,0 0 0 0 0,0-1 0 0 0,0 1 0 0 0,1 0 0 0 0,-1 0 0 0 0,0 0 0 0 0,0 0 0 0 0,0-1 0 0 0,0 1 0 0 0,0 0 0 0 0,0 0 0 0 0,1 0 0 0 0,-1 0 0 0 0,0 0 0 0 0,0 0 0 0 0,0-1 0 0 0,0 1 0 0 0,1 0 0 0 0,-1 0 0 0 0,0 0 0 0 0,0 0 0 0 0,0 0 0 0 0,0 0 0 0 0,1 0 0 0 0,5-4 287 0 0,-5 4-249 0 0,1-1 0 0 0,-1 1 0 0 0,0-1 1 0 0,0 0-1 0 0,0 1 0 0 0,0-1 0 0 0,1 0 0 0 0,-1 0 0 0 0,0 0 0 0 0,0 0 1 0 0,0 0-1 0 0,-1 0 0 0 0,1 0 0 0 0,0 0 0 0 0,0 0 0 0 0,-1 0 0 0 0,1-1 0 0 0,0 1 1 0 0,-1 0-1 0 0,1-1 0 0 0,-1 1 0 0 0,0 0 0 0 0,1-1 0 0 0,-1 1 0 0 0,0 0 0 0 0,0-1 1 0 0,0-1-1 0 0,1-2 27 0 0,0 0 1 0 0,0 1-1 0 0,1-1 1 0 0,-1 0 0 0 0,1 1-1 0 0,0-1 1 0 0,0 1-1 0 0,1 0 1 0 0,-1-1-1 0 0,1 1 1 0 0,0 1 0 0 0,0-1-1 0 0,0 0 1 0 0,1 1-1 0 0,-1-1 1 0 0,7-4 0 0 0,9-11 153 0 0,-11 11-170 0 0,0 1 0 0 0,0 0 0 0 0,1 0 0 0 0,0 1 0 0 0,16-9 0 0 0,-14 8-49 0 0,1 0 0 0 0,-2 0-1 0 0,21-19 1 0 0,-19 15-20 0 0,-7 5 0 0 0,0 1 0 0 0,0 0 0 0 0,1 0 0 0 0,0 1 0 0 0,0 0 0 0 0,0 0 0 0 0,0 0 0 0 0,8-3 0 0 0,18-4-18 0 0,-20 8 8 0 0,-1 0-1 0 0,1-2 1 0 0,-1 1 0 0 0,0-2 0 0 0,14-8-1 0 0,-20 12-13 0 0,0 0 0 0 0,0 1-1 0 0,0 0 1 0 0,0-1 0 0 0,1 2-1 0 0,-1-1 1 0 0,0 1 0 0 0,0-1-1 0 0,1 2 1 0 0,-1-1 0 0 0,0 0-1 0 0,1 1 1 0 0,-1 0 0 0 0,0 0-1 0 0,0 1 1 0 0,9 3 0 0 0,-3 20-216 0 0,-10-21 219 0 0,3 4-29 0 0,0 1 0 0 0,-1-1 1 0 0,0 1-1 0 0,-1 0 0 0 0,0-1 0 0 0,0 1 1 0 0,-1 0-1 0 0,0 0 0 0 0,0 0 1 0 0,-1 0-1 0 0,-1 0 0 0 0,0 10 1 0 0,-2-12 26 0 0,0 1 0 0 0,0 0 0 0 0,-1-1 0 0 0,0 0 0 0 0,0 0 0 0 0,-7 9 1 0 0,-12 22 48 0 0,12-5 14 0 0,-16 5 1468 0 0,27-39-1478 0 0,0 0 0 0 0,0 1 0 0 0,0-1 0 0 0,0 0 0 0 0,0 1 1 0 0,-1-1-1 0 0,1 1 0 0 0,0-1 0 0 0,0 0 0 0 0,-1 1 0 0 0,1-1 0 0 0,0 1 1 0 0,-1-1-1 0 0,1 1 0 0 0,0-1 0 0 0,-1 1 0 0 0,1-1 0 0 0,-1 1 1 0 0,1-1-1 0 0,-1 1 0 0 0,1 0 0 0 0,-1-1 0 0 0,1 1 0 0 0,-1 0 0 0 0,1-1 1 0 0,-1 1-1 0 0,0 0 0 0 0,1 0 0 0 0,-1 0 0 0 0,0-1 0 0 0,1 1 1 0 0,-1 0-1 0 0,0 0 0 0 0,0 0-14 0 0,0 0 1 0 0,0 0-1 0 0,0 0 1 0 0,1-1-1 0 0,-1 1 1 0 0,0 0-1 0 0,0-1 0 0 0,0 1 1 0 0,0-1-1 0 0,1 1 1 0 0,-1-1-1 0 0,0 1 1 0 0,1-1-1 0 0,-1 1 1 0 0,0-1-1 0 0,1 1 0 0 0,-1-1 1 0 0,0 0-1 0 0,1 0 1 0 0,-1 1-1 0 0,1-1 1 0 0,0 0-1 0 0,-1 0 1 0 0,1 0-1 0 0,0 1 0 0 0,-1-1 1 0 0,1 0-1 0 0,0 0 1 0 0,0 0-1 0 0,-1 0 1 0 0,1 0-1 0 0,0 1 1 0 0,0-1-1 0 0,0-1 0 0 0,0 0 11 0 0,1 0 0 0 0,-1 0-1 0 0,0 0 1 0 0,0 0 0 0 0,1 0-1 0 0,-1 0 1 0 0,1 0 0 0 0,-1 0 0 0 0,1 0-1 0 0,0 0 1 0 0,0 1 0 0 0,0-1-1 0 0,0 0 1 0 0,2-2 0 0 0,52-62 439 0 0,16-37-39 0 0,-53 82-421 0 0,2 0-1 0 0,1 1 0 0 0,1 1 1 0 0,0 1-1 0 0,1 2 0 0 0,1 0 0 0 0,26-13 1 0 0,-22 14-108 0 0,1 2 1 0 0,1 0 0 0 0,-1 2-1 0 0,2 2 1 0 0,0 0 0 0 0,37-4-1 0 0,-60 12 24 0 0,0 0-1 0 0,1 1 0 0 0,-1 0 0 0 0,0 1 1 0 0,1 0-1 0 0,-1 0 0 0 0,13 4 0 0 0,-18-4 32 0 0,1 0 0 0 0,-1 0-1 0 0,1 0 1 0 0,-1 1 0 0 0,0 0-1 0 0,0-1 1 0 0,0 1 0 0 0,0 0-1 0 0,0 1 1 0 0,0-1 0 0 0,0 0-1 0 0,0 1 1 0 0,-1 0 0 0 0,0 0-1 0 0,4 5 1 0 0,-5-6 31 0 0,0-1 1 0 0,-1 1-1 0 0,1 0 0 0 0,-1 0 0 0 0,0 0 0 0 0,1 0 1 0 0,-1 0-1 0 0,0 0 0 0 0,0 0 0 0 0,0 0 1 0 0,-1-1-1 0 0,1 1 0 0 0,0 0 0 0 0,-1 0 1 0 0,1 0-1 0 0,-1 0 0 0 0,0 0 0 0 0,1-1 1 0 0,-1 1-1 0 0,0 0 0 0 0,-2 2 0 0 0,-41 61-237 0 0,28-25 119 0 0,15-36 129 0 0,0-1 0 0 0,0 1 0 0 0,0-1 0 0 0,-1 1 0 0 0,0-1-1 0 0,1 0 1 0 0,-1 0 0 0 0,0 0 0 0 0,0 0 0 0 0,-1 0 0 0 0,1 0 0 0 0,-5 3 0 0 0,-53 38 418 0 0,51-32-270 0 0,8-11-114 0 0,0 1 0 0 0,0-1 0 0 0,0 0-1 0 0,0 1 1 0 0,0-1 0 0 0,0 0 0 0 0,-1 0 0 0 0,1 0 0 0 0,0 0 0 0 0,-1 0 0 0 0,1 0-1 0 0,0 0 1 0 0,-1 0 0 0 0,1-1 0 0 0,-1 1 0 0 0,0 0 0 0 0,1-1 0 0 0,-1 0 0 0 0,-2 1 0 0 0,-5 0 243 0 0,0 0 0 0 0,0 0 0 0 0,0-1 0 0 0,-10-1 0 0 0,24-1-61 0 0,-4 2-191 0 0,-1 0-1 0 0,1-1 0 0 0,0 1 0 0 0,0 0 1 0 0,-1 0-1 0 0,1 0 0 0 0,0-1 1 0 0,0 1-1 0 0,-1 0 0 0 0,1 0 0 0 0,0-1 1 0 0,-1 1-1 0 0,1-1 0 0 0,0 1 1 0 0,-1-1-1 0 0,1 1 0 0 0,-1-1 1 0 0,1 1-1 0 0,-1-1 0 0 0,1 0 0 0 0,-1 1 1 0 0,1-1-1 0 0,-1 1 0 0 0,0-1 1 0 0,1 0-1 0 0,-1 0 0 0 0,0 1 0 0 0,1-1 1 0 0,-1 0-1 0 0,0 0 0 0 0,0 1 1 0 0,0-1-1 0 0,0-1 0 0 0,0 1-5 0 0,0 0 0 0 0,1 0-1 0 0,-1 0 1 0 0,0 0 0 0 0,1 0-1 0 0,-1 0 1 0 0,0 0 0 0 0,1 0-1 0 0,-1 0 1 0 0,1 0 0 0 0,0 0-1 0 0,-1 0 1 0 0,1 0 0 0 0,0 0-1 0 0,-1 0 1 0 0,1 1 0 0 0,0-1-1 0 0,0 0 1 0 0,0 0 0 0 0,0 1 0 0 0,-1-1-1 0 0,1 1 1 0 0,0-1 0 0 0,0 1-1 0 0,2-1 1 0 0,6-5 57 0 0,24-35 169 0 0,-19 21-173 0 0,-11 16-63 0 0,-1 1 0 0 0,1-1-1 0 0,0 0 1 0 0,0 1 0 0 0,0 0 0 0 0,4-4 0 0 0,13-8-13 0 0,0 0 1 0 0,0 1 0 0 0,25-12-1 0 0,-35 21-42 0 0,0 0 0 0 0,0 1 0 0 0,1 0 0 0 0,-1 1 0 0 0,1 0-1 0 0,0 1 1 0 0,0 0 0 0 0,18-1 0 0 0,-25 3 21 0 0,0 1 1 0 0,0-1-1 0 0,0 1 0 0 0,0 0 0 0 0,-1 0 1 0 0,1 0-1 0 0,0 0 0 0 0,0 1 0 0 0,-1-1 1 0 0,1 1-1 0 0,-1 0 0 0 0,1 0 0 0 0,-1 1 1 0 0,0-1-1 0 0,0 0 0 0 0,0 1 0 0 0,0 0 1 0 0,0 0-1 0 0,-1 0 0 0 0,1 0 1 0 0,-1 0-1 0 0,0 1 0 0 0,0-1 0 0 0,0 1 1 0 0,0-1-1 0 0,-1 1 0 0 0,1 0 0 0 0,1 7 1 0 0,1 4-17 0 0,-1 1 1 0 0,0 0 0 0 0,-1 0 0 0 0,0 0-1 0 0,-2 17 1 0 0,1-27 58 0 0,-1-1 1 0 0,0 1-1 0 0,0-1 1 0 0,-1 1-1 0 0,0-1 0 0 0,1 1 1 0 0,-2-1-1 0 0,1 1 0 0 0,-1-1 1 0 0,0 0-1 0 0,0 1 0 0 0,0-1 1 0 0,-1 0-1 0 0,0-1 0 0 0,0 1 1 0 0,0 0-1 0 0,-5 5 0 0 0,4-6-40 0 0,1 0 0 0 0,-1 1-1 0 0,1-1 1 0 0,1 0-1 0 0,-1 1 1 0 0,0 0 0 0 0,1-1-1 0 0,0 1 1 0 0,0 0-1 0 0,1 0 1 0 0,-1 0 0 0 0,1 1-1 0 0,0-1 1 0 0,1 0 0 0 0,-1 0-1 0 0,1 1 1 0 0,0-1-1 0 0,1 6 1 0 0,-1-10-112 0 0,0 0-1 0 0,0 1 1 0 0,0-1-1 0 0,0 0 0 0 0,0 1 1 0 0,1-1-1 0 0,-1 0 1 0 0,0 0-1 0 0,1 1 1 0 0,-1-1-1 0 0,1 0 1 0 0,-1 0-1 0 0,1 0 1 0 0,0 0-1 0 0,-1 0 1 0 0,1 1-1 0 0,0-1 1 0 0,0-1-1 0 0,0 1 1 0 0,0 0-1 0 0,0 0 1 0 0,0 0-1 0 0,0 0 1 0 0,0-1-1 0 0,0 1 1 0 0,0 0-1 0 0,0-1 1 0 0,1 1-1 0 0,-1-1 1 0 0,0 1-1 0 0,2-1 1 0 0,0 1-506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9:48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517 69 160 0 0,'-4'-20'4841'0'0,"-7"14"-1297"0"0,4 4-4019 0 0,7 2 511 0 0,0 0-1 0 0,-1 0 0 0 0,1 0 0 0 0,0 0 1 0 0,0-1-1 0 0,-1 1 0 0 0,1 0 0 0 0,0 0 1 0 0,0 0-1 0 0,0 0 0 0 0,-1-1 0 0 0,1 1 1 0 0,0 0-1 0 0,0 0 0 0 0,0 0 0 0 0,0-1 1 0 0,-1 1-1 0 0,1 0 0 0 0,0 0 1 0 0,0-1-1 0 0,0 1 0 0 0,0 0 0 0 0,0 0 1 0 0,0-1-1 0 0,0 1 0 0 0,0 0 0 0 0,0 0 1 0 0,-1-1-1 0 0,1 1 0 0 0,0 0 0 0 0,0-1 1 0 0,1 1-1 0 0,-1 0 0 0 0,0 0 0 0 0,0-1 1 0 0,0 1-1 0 0,0 0 0 0 0,0-1 30 0 0,0 1 0 0 0,0-1 0 0 0,0 1 0 0 0,0 0 0 0 0,0-1 0 0 0,0 1 0 0 0,0-1 0 0 0,0 1 0 0 0,0 0 0 0 0,0-1 0 0 0,0 1 0 0 0,0 0 0 0 0,0-1 0 0 0,0 1 0 0 0,0-1-1 0 0,0 1 1 0 0,-1 0 0 0 0,1-1 0 0 0,0 1 0 0 0,0 0 0 0 0,0-1 0 0 0,-1 1 0 0 0,1 0 0 0 0,0 0 0 0 0,0-1 0 0 0,-1 1 0 0 0,1 0 0 0 0,0-1 0 0 0,-1 1 0 0 0,1 0 0 0 0,0 0 0 0 0,-1 0 0 0 0,0-1 0 0 0,-8-3 249 0 0,0 1 1 0 0,0 0 0 0 0,0 0 0 0 0,-1 1 0 0 0,0 0 0 0 0,1 0-1 0 0,-1 1 1 0 0,0 1 0 0 0,0-1 0 0 0,1 2 0 0 0,-1-1-1 0 0,0 1 1 0 0,0 1 0 0 0,-13 4 0 0 0,-3 5 46 0 0,-38 22 0 0 0,23-10-203 0 0,14-9 34 0 0,0 2 0 0 0,1 1 0 0 0,0 0 1 0 0,-26 26-1 0 0,48-40-166 0 0,1 1 0 0 0,-1 0 1 0 0,1 0-1 0 0,0 0 1 0 0,0 0-1 0 0,1 1 0 0 0,-1-1 1 0 0,1 1-1 0 0,0-1 0 0 0,0 1 1 0 0,-2 8-1 0 0,2-3 29 0 0,1 1-1 0 0,0 0 0 0 0,2 21 1 0 0,-1-7 104 0 0,1-16-148 0 0,-1 0 0 0 0,2-1 0 0 0,-1 1 0 0 0,1-1 0 0 0,1 0 0 0 0,-1 0 0 0 0,1 0 0 0 0,1 0 0 0 0,-1 0 0 0 0,1 0 0 0 0,1-1 0 0 0,-1 0 0 0 0,1 0 0 0 0,1 0 0 0 0,-1-1 0 0 0,10 9 0 0 0,-11-11-21 0 0,1 0-1 0 0,-1-1 1 0 0,1 1-1 0 0,0-1 1 0 0,-1 0-1 0 0,1-1 1 0 0,0 1 0 0 0,1-1-1 0 0,-1 0 1 0 0,0-1-1 0 0,1 1 1 0 0,-1-1-1 0 0,1 0 1 0 0,9 1 0 0 0,-7-1-21 0 0,9 1-18 0 0,1-1-1 0 0,-1 0 1 0 0,0-1-1 0 0,1-1 1 0 0,-1-1-1 0 0,0 0 0 0 0,0-2 1 0 0,0 0-1 0 0,0 0 1 0 0,0-2-1 0 0,-1 0 1 0 0,0-1-1 0 0,30-17 1 0 0,29-28 395 0 0,-74 51-341 0 0,10-6 89 0 0,0 0 0 0 0,0-1 0 0 0,0 0 1 0 0,-1-1-1 0 0,0 0 0 0 0,-1 0 1 0 0,0-1-1 0 0,-1 0 0 0 0,15-23 1 0 0,37-69 1545 0 0,-60 100-1588 0 0,1 0-1 0 0,0 0 0 0 0,-1 0 1 0 0,0 0-1 0 0,1 0 0 0 0,-1 0 1 0 0,0 0-1 0 0,0 0 0 0 0,0 0 1 0 0,0 0-1 0 0,-1 0 1 0 0,1 0-1 0 0,0 0 0 0 0,-1 0 1 0 0,0 0-1 0 0,1 0 0 0 0,-1 0 1 0 0,0 0-1 0 0,0 0 0 0 0,0 1 1 0 0,0-1-1 0 0,0 0 0 0 0,0 1 1 0 0,-1-1-1 0 0,1 1 0 0 0,-3-3 1 0 0,-4-7 242 0 0,5-8 178 0 0,3 18-435 0 0,0-1 1 0 0,0 1 0 0 0,0 0-1 0 0,0 0 1 0 0,0 0 0 0 0,-1 0-1 0 0,1-1 1 0 0,0 1 0 0 0,0 0-1 0 0,-1 0 1 0 0,1 0 0 0 0,-1 0-1 0 0,1 0 1 0 0,-1 0 0 0 0,1 0-1 0 0,-1 0 1 0 0,0 0 0 0 0,-1-2-1 0 0,-3 1 77 0 0,-1 0-1 0 0,0-1 0 0 0,1 2 1 0 0,-1-1-1 0 0,0 1 1 0 0,0 0-1 0 0,-8-1 0 0 0,3 8 288 0 0,4-6-355 0 0,6 0-42 0 0,0 0 0 0 0,1-1 0 0 0,-1 1 0 0 0,0 0 1 0 0,1 0-1 0 0,-1 0 0 0 0,1 0 0 0 0,-1 0 0 0 0,0 0 1 0 0,1 0-1 0 0,-1 0 0 0 0,0 0 0 0 0,1 1 0 0 0,-1-1 1 0 0,0 0-1 0 0,1 0 0 0 0,-1 1 0 0 0,1-1 0 0 0,-1 0 1 0 0,0 1-1 0 0,1-1 0 0 0,-1 0 0 0 0,1 1 0 0 0,-1-1 1 0 0,1 1-1 0 0,-1-1 0 0 0,1 1 0 0 0,0-1 0 0 0,-1 1 1 0 0,1-1-1 0 0,0 1 0 0 0,-1-1 0 0 0,1 1 0 0 0,0 0 1 0 0,-1-1-1 0 0,1 1 0 0 0,0-1 0 0 0,0 1 1 0 0,0 0-1 0 0,0-1 0 0 0,0 1 0 0 0,0 1 0 0 0,0-1-9 0 0,-1-1-1 0 0,1 1 1 0 0,0 0 0 0 0,0-1-1 0 0,0 1 1 0 0,-1 0-1 0 0,1-1 1 0 0,0 1 0 0 0,-1-1-1 0 0,1 1 1 0 0,-1 0-1 0 0,1-1 1 0 0,-1 1-1 0 0,1-1 1 0 0,-1 1 0 0 0,1-1-1 0 0,-1 1 1 0 0,1-1-1 0 0,-1 0 1 0 0,1 1-1 0 0,-1-1 1 0 0,0 0 0 0 0,1 1-1 0 0,-1-1 1 0 0,0 0-1 0 0,1 0 1 0 0,-1 0-1 0 0,0 1 1 0 0,1-1 0 0 0,-1 0-1 0 0,-1 0 1 0 0,1 0-10 0 0,1 0 0 0 0,-1 0 0 0 0,0 0 0 0 0,1 0 0 0 0,-1 0 0 0 0,0 0 0 0 0,1 1 0 0 0,-1-1 0 0 0,0 0 0 0 0,1 0 0 0 0,-1 1 0 0 0,1-1 0 0 0,-1 0 0 0 0,0 1 0 0 0,1-1 0 0 0,-1 1 0 0 0,1-1 0 0 0,-1 1 0 0 0,1-1 0 0 0,-1 1 0 0 0,1-1 0 0 0,0 1 0 0 0,-1-1 0 0 0,1 1 0 0 0,0-1 0 0 0,-1 1 0 0 0,1 0 0 0 0,0-1 0 0 0,-1 1 0 0 0,1 0 0 0 0,0 0 0 0 0,0 0-12 0 0,0 0 0 0 0,0 0 0 0 0,0-1 0 0 0,0 1 0 0 0,0 0 1 0 0,0 0-1 0 0,1-1 0 0 0,-1 1 0 0 0,0 0 0 0 0,1 0 0 0 0,-1-1 1 0 0,0 1-1 0 0,1 0 0 0 0,-1-1 0 0 0,0 1 0 0 0,1 0 0 0 0,-1-1 0 0 0,1 1 1 0 0,0-1-1 0 0,-1 1 0 0 0,1-1 0 0 0,-1 1 0 0 0,1-1 0 0 0,0 1 0 0 0,-1-1 1 0 0,1 0-1 0 0,0 1 0 0 0,-1-1 0 0 0,1 0 0 0 0,0 0 0 0 0,0 1 0 0 0,-1-1 1 0 0,1 0-1 0 0,1 0 0 0 0,8 4-100 0 0,7 16-47 0 0,12 0 106 0 0,-17-13 26 0 0,0 1 0 0 0,-1 0 0 0 0,0 0 0 0 0,0 1 0 0 0,17 20 0 0 0,-23-22 18 0 0,-1 1 1 0 0,0 0-1 0 0,0-1 1 0 0,0 1-1 0 0,-1 0 1 0 0,0 1-1 0 0,-1-1 1 0 0,0 0-1 0 0,2 13 1 0 0,4 17-75 0 0,-1-17 46 0 0,-5-16 36 0 0,0 1 0 0 0,-1-1 0 0 0,1 1 0 0 0,-1-1 1 0 0,1 11-1 0 0,-3-10 3 0 0,0 1 1 0 0,0-1-1 0 0,0 1 1 0 0,-1-1-1 0 0,-2 7 1 0 0,-3 8-33 0 0,0 14-57 0 0,6-28 92 0 0,0 0-1 0 0,0 0 1 0 0,-1 0-1 0 0,0 0 1 0 0,-1 0-1 0 0,0 0 1 0 0,0-1 0 0 0,0 1-1 0 0,0-1 1 0 0,-1 0-1 0 0,-6 8 1 0 0,-12 7 14 0 0,0 0 0 0 0,-1-2-1 0 0,-1-1 1 0 0,-1-1 0 0 0,0-1 0 0 0,-46 21 0 0 0,23-14 102 0 0,-6 4 370 0 0,-79 27 0 0 0,117-49-343 0 0,1-1 0 0 0,-1 0 0 0 0,1-1 0 0 0,-1-1-1 0 0,0 0 1 0 0,0-1 0 0 0,0-1 0 0 0,0 0 0 0 0,-31-6 0 0 0,45 6-127 0 0,-1-1 0 0 0,0 1 0 0 0,1-1 0 0 0,-1 0 0 0 0,1 0 0 0 0,-1 0 0 0 0,1 0 0 0 0,0-1 0 0 0,-1 1-1 0 0,-1-2 1 0 0,3 2 7 0 0,1 1-1 0 0,-1-1 0 0 0,1 1 0 0 0,-1-1 1 0 0,1 0-1 0 0,-1 1 0 0 0,1-1 1 0 0,0 0-1 0 0,-1 0 0 0 0,1 1 0 0 0,0-1 1 0 0,-1 0-1 0 0,1 0 0 0 0,0 0 1 0 0,0 1-1 0 0,0-1 0 0 0,0 0 0 0 0,0 0 1 0 0,0 0-1 0 0,0 1 0 0 0,0-1 1 0 0,0 0-1 0 0,0-1 0 0 0,2-2 40 0 0,0-1 1 0 0,1 1-1 0 0,-1 0 0 0 0,1 0 1 0 0,0 0-1 0 0,0 0 0 0 0,0 0 0 0 0,1 1 1 0 0,-1-1-1 0 0,1 1 0 0 0,5-3 1 0 0,48-39-47 0 0,2 2 1 0 0,88-46 0 0 0,147-60-1987 0 0,-123 65-783 0 0,25-2-7828 0 0,-126 58 1707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14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647 359 1040 0 0,'-1'-2'1903'0'0,"7"-1"-1418"0"0,22 2 3837 0 0,-29 1-4277 0 0,1 0 1 0 0,0 0-1 0 0,0 0 0 0 0,0 1 0 0 0,0-1 1 0 0,0 0-1 0 0,0 0 0 0 0,0 0 0 0 0,-1 0 1 0 0,1 1-1 0 0,0-1 0 0 0,0 0 0 0 0,0 0 0 0 0,0 0 1 0 0,0 1-1 0 0,0-1 0 0 0,0 0 0 0 0,0 0 1 0 0,0 0-1 0 0,0 1 0 0 0,0-1 0 0 0,0 0 0 0 0,0 0 1 0 0,0 0-1 0 0,0 1 0 0 0,1-1 0 0 0,-1 0 1 0 0,0 0-1 0 0,0 0 0 0 0,0 1 0 0 0,0-1 1 0 0,0 0-1 0 0,0 0 0 0 0,0 0 0 0 0,0 0 0 0 0,1 0 1 0 0,-1 1-1 0 0,0-1 0 0 0,0 0 0 0 0,0 0 1 0 0,0 0-1 0 0,1 0 0 0 0,-1 0 0 0 0,0 0 1 0 0,0 0-1 0 0,0 0 0 0 0,1 1 0 0 0,-1-1 0 0 0,0 0 1 0 0,0 0-1 0 0,0 0 0 0 0,1 0 0 0 0,-1 0 1 0 0,0 0-1 0 0,0 0 0 0 0,0 0 0 0 0,1 0 1 0 0,-1 0-1 0 0,0 0 0 0 0,0-1 0 0 0,0 1 0 0 0,0 0 1 0 0,1 0-1 0 0,21 4 835 0 0,-17-3-13 0 0,-5-1-819 0 0,1 1 0 0 0,-1-1 0 0 0,0 0 0 0 0,0 0 0 0 0,0 0 0 0 0,0 1 0 0 0,0-1 1 0 0,0 0-1 0 0,0 0 0 0 0,0 0 0 0 0,0 1 0 0 0,1-1 0 0 0,-1 0 0 0 0,0 0 0 0 0,0 1 0 0 0,0-1 0 0 0,0 0 0 0 0,0 0 0 0 0,0 0 0 0 0,0 1 0 0 0,0-1 0 0 0,-1 0 0 0 0,1 0 0 0 0,0 0 0 0 0,0 1 0 0 0,0-1 0 0 0,0 0 0 0 0,0 0 0 0 0,0 0 0 0 0,0 1 0 0 0,0-1 0 0 0,-1 0 0 0 0,1 0 0 0 0,0 0 0 0 0,0 1 0 0 0,0-1 0 0 0,0 0 0 0 0,0 0 0 0 0,-1 0 0 0 0,1 0 0 0 0,0 0 0 0 0,0 0 0 0 0,0 0 0 0 0,-1 1 0 0 0,1-1 0 0 0,0 0 0 0 0,0 0 0 0 0,-1 0 0 0 0,1 0 0 0 0,0 0 0 0 0,0 0 0 0 0,0 0 1 0 0,-1 0-1 0 0,1 0 0 0 0,0 0 0 0 0,0 0 0 0 0,-1 0 0 0 0,1 0 0 0 0,0 0 0 0 0,-22 0 499 0 0,17 0 520 0 0,-1 0-987 0 0,-8-1-24 0 0,17-1-36 0 0,0 3-15 0 0,-17 2 7 0 0,14-3-10 0 0,0 0-1 0 0,0 0 0 0 0,-1 0 1 0 0,1 0-1 0 0,0 0 0 0 0,0 0 1 0 0,0 0-1 0 0,-1 0 1 0 0,1 0-1 0 0,0 0 0 0 0,0 0 1 0 0,0 0-1 0 0,-1 0 0 0 0,1 0 1 0 0,0 0-1 0 0,0 0 0 0 0,0 1 1 0 0,0-1-1 0 0,-1 0 1 0 0,1 0-1 0 0,0 0 0 0 0,0 0 1 0 0,0 0-1 0 0,0 1 0 0 0,0-1 1 0 0,-1 0-1 0 0,1 0 1 0 0,0 0-1 0 0,0 1 0 0 0,0-1 1 0 0,0 0-1 0 0,0 0 0 0 0,0 0 1 0 0,0 1-1 0 0,0-1 1 0 0,0 0-1 0 0,0 1 0 0 0,-6 8 27 0 0,0-5-11 0 0,5-3-15 0 0,-1 0 0 0 0,1 0 0 0 0,-1 0 0 0 0,1 0 0 0 0,0 0 0 0 0,0 0 0 0 0,-1 0 0 0 0,1 0 0 0 0,0 1 0 0 0,0-1 0 0 0,0 0 0 0 0,0 1 0 0 0,1-1 0 0 0,-1 1 0 0 0,0-1 0 0 0,1 1 0 0 0,-1-1 0 0 0,1 1 0 0 0,-1-1 0 0 0,1 1 0 0 0,0 0 0 0 0,-1-1 0 0 0,1 1 0 0 0,0 2 0 0 0,0-3-2 0 0,0 0 1 0 0,0 0 0 0 0,0-1-1 0 0,0 1 1 0 0,-1 0-1 0 0,1 0 1 0 0,0-1 0 0 0,-1 1-1 0 0,1 0 1 0 0,0 0-1 0 0,-1-1 1 0 0,1 1 0 0 0,-1 0-1 0 0,1-1 1 0 0,-1 1-1 0 0,1 0 1 0 0,-1-1-1 0 0,0 1 1 0 0,1-1 0 0 0,-1 1-1 0 0,0-1 1 0 0,1 1-1 0 0,-1-1 1 0 0,0 0 0 0 0,0 1-1 0 0,1-1 1 0 0,-1 0-1 0 0,0 0 1 0 0,0 1 0 0 0,1-1-1 0 0,-3 0 1 0 0,-17 9 7 0 0,-34 23 178 0 0,49-22-130 0 0,5-10-51 0 0,0 1-1 0 0,0-1 1 0 0,0 0 0 0 0,0 0 0 0 0,0 1-1 0 0,0-1 1 0 0,0 0 0 0 0,0 0-1 0 0,0 0 1 0 0,0 1 0 0 0,0-1-1 0 0,0 0 1 0 0,0 0 0 0 0,-1 1 0 0 0,1-1-1 0 0,0 0 1 0 0,0 0 0 0 0,0 0-1 0 0,0 1 1 0 0,0-1 0 0 0,-1 0 0 0 0,1 0-1 0 0,0 0 1 0 0,0 0 0 0 0,0 1-1 0 0,0-1 1 0 0,-1 0 0 0 0,1 0 0 0 0,0 0-1 0 0,0 0 1 0 0,0 0 0 0 0,-1 0-1 0 0,1 0 1 0 0,0 0 0 0 0,0 1-1 0 0,-1-1 1 0 0,1 0 0 0 0,0 0 0 0 0,0 0-1 0 0,-1 0 1 0 0,1 0 0 0 0,-27 0 408 0 0,21 5-26 0 0,-16 3-242 0 0,16-5-98 0 0,0 0 0 0 0,0-1 0 0 0,0 0 0 0 0,0 0 0 0 0,-7 1 0 0 0,-47 2 660 0 0,55 2-467 0 0,-11-4-217 0 0,11-2-26 0 0,0 0 1 0 0,0 0-1 0 0,0 0 1 0 0,0 1-1 0 0,0 0 1 0 0,1 0-1 0 0,-1 0 1 0 0,-6 4-1 0 0,-43 22 110 0 0,43-15-54 0 0,-3-6-18 0 0,1 1 0 0 0,0 0-1 0 0,0 1 1 0 0,-21 20 0 0 0,33-28-33 0 0,1 0 1 0 0,-1 0-1 0 0,1 0 1 0 0,-1 0-1 0 0,1 0 1 0 0,-1 0 0 0 0,1 0-1 0 0,0 0 1 0 0,-1 0-1 0 0,1 0 1 0 0,0 0 0 0 0,0 1-1 0 0,0-1 1 0 0,0 0-1 0 0,0 0 1 0 0,0 0-1 0 0,0 0 1 0 0,1 2 0 0 0,-1-2-3 0 0,0-1 1 0 0,0 1 0 0 0,0 0-1 0 0,1 0 1 0 0,-1 0 0 0 0,0 0-1 0 0,0 0 1 0 0,0 0 0 0 0,0-1-1 0 0,-1 1 1 0 0,1 0 0 0 0,0 0-1 0 0,0 0 1 0 0,0 0 0 0 0,-1 0-1 0 0,1-1 1 0 0,-1 1 0 0 0,1 0 0 0 0,0 0-1 0 0,-1-1 1 0 0,1 1 0 0 0,-1 0-1 0 0,1-1 1 0 0,-1 1 0 0 0,-1 1-1 0 0,-4 1 30 0 0,5-2-32 0 0,0-1 1 0 0,-1 1-1 0 0,1-1 1 0 0,0 1-1 0 0,0 0 1 0 0,0 0-1 0 0,0 0 0 0 0,-1-1 1 0 0,1 1-1 0 0,0 0 1 0 0,1 0-1 0 0,-1 0 0 0 0,0 0 1 0 0,0 1-1 0 0,0-1 1 0 0,1 0-1 0 0,-1 0 0 0 0,0 0 1 0 0,1 1-1 0 0,-1-1 1 0 0,1 0-1 0 0,0 1 0 0 0,-1-1 1 0 0,1 0-1 0 0,0 1 1 0 0,0 1-1 0 0,0-2 0 0 0,0 0-1 0 0,0 0 1 0 0,0 0-1 0 0,0 0 1 0 0,-1 0-1 0 0,1 0 1 0 0,0 0-1 0 0,0 0 1 0 0,-1 0 0 0 0,1 0-1 0 0,0 0 1 0 0,-1 0-1 0 0,1 0 1 0 0,-1 0-1 0 0,0 0 1 0 0,1-1 0 0 0,-1 1-1 0 0,0 0 1 0 0,1 0-1 0 0,-1-1 1 0 0,0 1-1 0 0,0-1 1 0 0,1 1 0 0 0,-1 0-1 0 0,0-1 1 0 0,0 1-1 0 0,0-1 1 0 0,-1 1-1 0 0,1-1 6 0 0,0 1 0 0 0,0-1 0 0 0,0 1 0 0 0,0-1 0 0 0,0 1 0 0 0,0-1 0 0 0,0 1 0 0 0,1 0-1 0 0,-1-1 1 0 0,0 1 0 0 0,0 0 0 0 0,1 0 0 0 0,-1 0 0 0 0,0 0 0 0 0,1 0 0 0 0,-1-1 0 0 0,1 1-1 0 0,-1 0 1 0 0,1 0 0 0 0,-1 0 0 0 0,1 1 0 0 0,0-1 0 0 0,0 0 0 0 0,-1 0 0 0 0,1 0 0 0 0,0 0 0 0 0,0 0-1 0 0,0 2 1 0 0,0-1 10 0 0,0 1 1 0 0,-1 0-1 0 0,1 0 0 0 0,-1 0 0 0 0,0-1 0 0 0,0 1 1 0 0,0 0-1 0 0,0 0 0 0 0,0-1 0 0 0,0 1 0 0 0,-4 3 1 0 0,-4 11 54 0 0,0 17 12 0 0,-3-18-72 0 0,11-14-20 0 0,-1-1 1 0 0,1 1 0 0 0,-1 0-1 0 0,1 0 1 0 0,0 1 0 0 0,-1-1-1 0 0,1 0 1 0 0,0 0 0 0 0,1 0-1 0 0,-1 1 1 0 0,0-1 0 0 0,1 0 0 0 0,-1 1-1 0 0,1-1 1 0 0,-1 4 0 0 0,1 84 251 0 0,1-87-250 0 0,0-1-1 0 0,-1 1 1 0 0,1-1 0 0 0,0 1 0 0 0,0-1 0 0 0,0 1-1 0 0,0-1 1 0 0,1 0 0 0 0,-1 0 0 0 0,1 0 0 0 0,-1 0 0 0 0,1 0-1 0 0,0 0 1 0 0,0 0 0 0 0,0 0 0 0 0,0-1 0 0 0,3 3-1 0 0,-2-1 4 0 0,1 0 0 0 0,-1 0 0 0 0,0 0 0 0 0,0 0 0 0 0,0 0 0 0 0,-1 1 0 0 0,4 4 0 0 0,-5-5 28 0 0,0 0 0 0 0,-1 0 0 0 0,1 0 0 0 0,-1 0 0 0 0,1 0 0 0 0,-1 0-1 0 0,0 6 1 0 0,0-5 2 0 0,0-1 0 0 0,0 1 0 0 0,0-1 0 0 0,1 1 0 0 0,-1 0 0 0 0,1-1-1 0 0,0 1 1 0 0,2 4 0 0 0,6 9-15 0 0,-6-13-22 0 0,-1-1 0 0 0,0 1 0 0 0,0-1 0 0 0,-1 1 0 0 0,1 0 0 0 0,-1 0 0 0 0,0-1 0 0 0,0 1 0 0 0,0 0 0 0 0,0 0 0 0 0,0 8 0 0 0,-1-9 13 0 0,0 0-1 0 0,0 0 0 0 0,1 0 1 0 0,-1 0-1 0 0,1 0 1 0 0,0 0-1 0 0,0 0 0 0 0,0-1 1 0 0,0 1-1 0 0,0 0 1 0 0,0-1-1 0 0,1 1 1 0 0,0 0-1 0 0,-1-1 0 0 0,5 5 1 0 0,2 4-1 0 0,1 2 3 0 0,-8-11 0 0 0,0 1-1 0 0,1-1 1 0 0,0 0 0 0 0,-1 0 0 0 0,1 0 0 0 0,0 0 0 0 0,0 0 0 0 0,0 0 0 0 0,0 0 0 0 0,0-1 0 0 0,1 1 0 0 0,-1-1 0 0 0,3 2 0 0 0,26 21 54 0 0,-28-21-64 0 0,0 0 1 0 0,0 0-1 0 0,0 0 1 0 0,1 0-1 0 0,0-1 1 0 0,-1 1-1 0 0,8 2 0 0 0,17 5 9 0 0,0-1 0 0 0,47 7 0 0 0,-71-15 7 0 0,-1 0 0 0 0,1 0 0 0 0,-1 1 0 0 0,1-1-1 0 0,-1 1 1 0 0,0 0 0 0 0,1-1 0 0 0,-1 1-1 0 0,3 4 1 0 0,22 10 85 0 0,-4-6-92 0 0,-1-1 0 0 0,28 6 0 0 0,69 18 0 0 0,-109-30 0 0 0,17 9 1 0 0,9 2-15 0 0,-22-11-8 0 0,6 2 43 0 0,-1-2-1 0 0,21 1 1 0 0,7-3 161 0 0,29-1 10 0 0,-59-2-171 0 0,-3 2 23 0 0,0-2-1 0 0,-1 1 1 0 0,1-2-1 0 0,-1 0 1 0 0,1-1-1 0 0,-1 0 1 0 0,0-1 0 0 0,15-9-1 0 0,-18 9 4 0 0,0-1 0 0 0,-1-1-1 0 0,-1 1 1 0 0,1-2 0 0 0,-1 1-1 0 0,0-2 1 0 0,15-17 0 0 0,-18 16-1 0 0,0-1 1 0 0,0 0 0 0 0,3-12-1 0 0,-18 5 42 0 0,2 7-29 0 0,5 6-30 0 0,1 0-1 0 0,0 0 1 0 0,-1 0 0 0 0,2-1-1 0 0,-1 1 1 0 0,1 0-1 0 0,0 0 1 0 0,0-1-1 0 0,0 1 1 0 0,1 0 0 0 0,0 0-1 0 0,0-1 1 0 0,3-8-1 0 0,7-19 68 0 0,27-55-1 0 0,0-1-139 0 0,-33 74 106 0 0,1 1 1 0 0,16-27-1 0 0,-21 37-37 0 0,1 0 1 0 0,-1 0-1 0 0,0 0 1 0 0,0-1-1 0 0,0 1 1 0 0,-1 0-1 0 0,1 0 1 0 0,-1-1-1 0 0,0 1 0 0 0,0 0 1 0 0,-2-9-1 0 0,1-4-10 0 0,1-322 465 0 0,0 335-473 0 0,-1 1 1 0 0,1-1-1 0 0,-1 1 0 0 0,0 0 0 0 0,0-1 0 0 0,0 1 0 0 0,-1 0 1 0 0,1 0-1 0 0,-1 0 0 0 0,0 0 0 0 0,0 0 0 0 0,0 0 1 0 0,0 0-1 0 0,0 1 0 0 0,-1-1 0 0 0,1 1 0 0 0,-1-1 0 0 0,-4-2 1 0 0,-23-27 2 0 0,24 24-11 0 0,-4-7 12 0 0,-1 0 0 0 0,-1 1 1 0 0,0 0-1 0 0,-1 1 0 0 0,-27-22 1 0 0,0 8-2 0 0,13 9-36 0 0,1-1 1 0 0,-38-35-1 0 0,-121-142-294 0 0,179 190 288 0 0,1 0 0 0 0,0 0 0 0 0,0-1 0 0 0,-6-10 0 0 0,7 8-21 0 0,4 8 27 0 0,-1 0 0 0 0,1 0 0 0 0,0 0 0 0 0,-1 0 0 0 0,1-1 0 0 0,-1 1 0 0 0,1 0 0 0 0,-1 0 0 0 0,1 1 0 0 0,-1-1 0 0 0,0 0 0 0 0,1 0 0 0 0,-1 0 0 0 0,0 0 0 0 0,0 0 0 0 0,0 1 0 0 0,0-1 0 0 0,1 0 0 0 0,-1 1 0 0 0,0-1 0 0 0,0 1 0 0 0,0-1 0 0 0,0 1 0 0 0,-1-1 0 0 0,1 1 0 0 0,0 0 0 0 0,0 0 0 0 0,0-1 0 0 0,0 1 0 0 0,0 0 0 0 0,0 0 0 0 0,0 0 0 0 0,-1 0 0 0 0,1 0 0 0 0,0 0 0 0 0,0 1 0 0 0,-2-1 0 0 0,-24 0-2602 0 0,19 4-6160 0 0,5 0 6465 0 0,-24 9-4507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48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714 571 80 0 0,'0'0'4309'0'0,"0"-1"-4225"0"0,0 1 1 0 0,0 0 0 0 0,0 0 0 0 0,1-1-1 0 0,-1 1 1 0 0,0 0 0 0 0,0-1 0 0 0,0 1 0 0 0,0 0-1 0 0,0 0 1 0 0,0-1 0 0 0,0 1 0 0 0,0 0-1 0 0,0-1 1 0 0,0 1 0 0 0,0 0 0 0 0,0-1-1 0 0,0 1 1 0 0,0 0 0 0 0,0-1 0 0 0,0 1-1 0 0,0 0 1 0 0,0 0 0 0 0,-1-1 0 0 0,1 1-1 0 0,0 0 1 0 0,0-1 0 0 0,0 1 0 0 0,0 0 0 0 0,-1 0-1 0 0,1-1 1 0 0,0 1 0 0 0,0 0 0 0 0,0 0-1 0 0,-1 0 1 0 0,1-1 0 0 0,0 1 0 0 0,-1 0-1 0 0,1 0 1 0 0,0 0 0 0 0,0 0 0 0 0,-1 0-1 0 0,1 0 1 0 0,0-1 0 0 0,-1 1 0 0 0,1 0-1 0 0,-1 0 1 0 0,-2 0 121 0 0,2 0-165 0 0,1 1-1 0 0,-1-1 1 0 0,0 0 0 0 0,0 0 0 0 0,0 0 0 0 0,0 0-1 0 0,0 0 1 0 0,0 0 0 0 0,0 0 0 0 0,0 0 0 0 0,0-1-1 0 0,0 1 1 0 0,0 0 0 0 0,0-1 0 0 0,0 1 0 0 0,0 0-1 0 0,1-1 1 0 0,-1 1 0 0 0,0-1 0 0 0,0 1 0 0 0,0-1-1 0 0,1 0 1 0 0,-1 1 0 0 0,0-1 0 0 0,1 0 0 0 0,-2-1-1 0 0,1 1-4 0 0,1 0 0 0 0,-1 0 0 0 0,0 0 0 0 0,0 1 0 0 0,0-1 0 0 0,0 0 0 0 0,0 0 0 0 0,0 0 0 0 0,0 1 0 0 0,0-1 0 0 0,0 1 0 0 0,0-1 0 0 0,0 1 0 0 0,-1-1 0 0 0,1 1 0 0 0,0 0 0 0 0,0-1 0 0 0,0 1 0 0 0,-1 0 0 0 0,1 0-1 0 0,0 0 1 0 0,-3 0 0 0 0,-1-1 85 0 0,-14-4 37 0 0,0-2 0 0 0,1 0 0 0 0,0-1 0 0 0,1 0 0 0 0,0-2 0 0 0,-22-15 0 0 0,29 19-131 0 0,-50-41 147 0 0,55 38-117 0 0,5 8-52 0 0,0 1 1 0 0,0 0-1 0 0,0 0 1 0 0,0 0-1 0 0,0 0 1 0 0,0-1-1 0 0,0 1 1 0 0,0 0-1 0 0,0 0 1 0 0,0 0-1 0 0,0-1 1 0 0,0 1-1 0 0,0 0 0 0 0,0 0 1 0 0,-1 0-1 0 0,1 0 1 0 0,0-1-1 0 0,0 1 1 0 0,0 0-1 0 0,0 0 1 0 0,0 0-1 0 0,0 0 1 0 0,0-1-1 0 0,-1 1 1 0 0,1 0-1 0 0,0 0 1 0 0,0 0-1 0 0,0 0 1 0 0,0 0-1 0 0,-1 0 1 0 0,1 0-1 0 0,0 0 1 0 0,0 0-1 0 0,0-1 1 0 0,0 1-1 0 0,-1 0 1 0 0,1 0-1 0 0,0 0 1 0 0,0 0-1 0 0,0 0 1 0 0,-1 0-1 0 0,1 0 1 0 0,0 0-1 0 0,0 0 1 0 0,0 0-1 0 0,-1 0 0 0 0,1 1 1 0 0,-22 4 141 0 0,14 2 71 0 0,0 3-156 0 0,-9-1 32 0 0,10-6-28 0 0,0 1 1 0 0,0 0 0 0 0,0 0-1 0 0,0 1 1 0 0,1 0 0 0 0,0 0-1 0 0,0 0 1 0 0,0 1 0 0 0,-5 7-1 0 0,8-9-16 0 0,-12 16 133 0 0,1 1 1 0 0,-14 27-1 0 0,22-33-77 0 0,4-11-68 0 0,0 1-1 0 0,0-1 1 0 0,0 0 0 0 0,0 0-1 0 0,-1 1 1 0 0,0-2 0 0 0,1 1 0 0 0,-1 0-1 0 0,-1 0 1 0 0,-3 3 0 0 0,2-2 17 0 0,0 1-1 0 0,1 0 1 0 0,-1 0 0 0 0,-5 11 0 0 0,7-11-11 0 0,0-1 0 0 0,0 0 0 0 0,0 0 0 0 0,-1 0 0 0 0,0-1 0 0 0,0 1 1 0 0,-8 7-1 0 0,6-8-13 0 0,4-3-3 0 0,0 0 0 0 0,0 0 0 0 0,1 0 0 0 0,-1 0 0 0 0,0 1 0 0 0,1-1 0 0 0,-1 0 0 0 0,1 1 0 0 0,0-1 0 0 0,-1 1 0 0 0,1 0 0 0 0,0-1 0 0 0,0 1 0 0 0,0 0 0 0 0,0 0 0 0 0,0 0 0 0 0,0 0 0 0 0,1 0 0 0 0,-1-1 0 0 0,1 1 0 0 0,-1 0 0 0 0,1 0 0 0 0,0 1 0 0 0,0-1 0 0 0,0 0 0 0 0,0 2 0 0 0,0-3-19 0 0,0 1 1 0 0,0-1 0 0 0,0 0 0 0 0,0 0 0 0 0,0 0 0 0 0,-1 0-1 0 0,1 0 1 0 0,0 0 0 0 0,-1 0 0 0 0,1 0 0 0 0,-1 0-1 0 0,1 0 1 0 0,-1 0 0 0 0,1 0 0 0 0,-1 0 0 0 0,0 0-1 0 0,1 0 1 0 0,-1 0 0 0 0,0 0 0 0 0,0-1 0 0 0,0 1-1 0 0,1 0 1 0 0,-1-1 0 0 0,0 1 0 0 0,0 0 0 0 0,-2 0-1 0 0,2-1 1 0 0,0 1 0 0 0,0 0 0 0 0,0-1 0 0 0,0 1 0 0 0,0 0 0 0 0,0 0 0 0 0,0-1 0 0 0,0 1 0 0 0,0 0 0 0 0,0 0 0 0 0,1 0 0 0 0,-1 0 0 0 0,0 0 0 0 0,1 0 0 0 0,-1 0 0 0 0,1 1 0 0 0,-1-1 0 0 0,1 0 0 0 0,-1 0 0 0 0,1 0 0 0 0,0 0-1 0 0,0 1 1 0 0,-1-1 0 0 0,1 0 0 0 0,0 0 0 0 0,0 3 0 0 0,1 10 337 0 0,-1-8-183 0 0,0 0 0 0 0,0 0 0 0 0,0 1 0 0 0,-1-1-1 0 0,0 0 1 0 0,-3 11 0 0 0,-6 6 89 0 0,7-18-208 0 0,1 1-1 0 0,-1 0 1 0 0,1 0-1 0 0,0 0 1 0 0,1 0-1 0 0,-1 1 1 0 0,1-1-1 0 0,0 13 1 0 0,1 2 58 0 0,1-11-44 0 0,-1 0-1 0 0,0 0 0 0 0,-1 0 1 0 0,0 0-1 0 0,-4 16 0 0 0,-4 0 27 0 0,6-17-61 0 0,-1 1 0 0 0,1-1 1 0 0,1 1-1 0 0,0-1 0 0 0,0 1 0 0 0,0 17 0 0 0,2 3 18 0 0,-1-14 22 0 0,1 0-1 0 0,0 0 1 0 0,2 0-1 0 0,2 16 1 0 0,18 26 83 0 0,-11-4 66 0 0,0-26-86 0 0,-8-23-98 0 0,-1 1 0 0 0,1 0 0 0 0,-1 0-1 0 0,-1 0 1 0 0,1 0 0 0 0,-1 0 0 0 0,0 0 0 0 0,0 8 0 0 0,-1-11-20 0 0,0 1 0 0 0,1-1 0 0 0,-1 0 0 0 0,1 0 0 0 0,-1 0 0 0 0,1 0 0 0 0,0 0 0 0 0,0 0 0 0 0,0 0 0 0 0,1-1 0 0 0,-1 1 0 0 0,1 0 0 0 0,-1 0 0 0 0,1-1 0 0 0,0 1 0 0 0,3 2 0 0 0,2 1 52 0 0,0 0 1 0 0,1 0 0 0 0,16 10-1 0 0,7 4 114 0 0,-6-3-95 0 0,0-2 0 0 0,1-1 1 0 0,0 0-1 0 0,41 13 1 0 0,113 27 197 0 0,-171-52-251 0 0,51 12 139 0 0,119 10 1 0 0,-64-12-87 0 0,314 43 160 0 0,-217-28-54 0 0,213 20 42 0 0,-325-39-116 0 0,163 6 3 0 0,445 0-9 0 0,-580-8 185 0 0,107 1 272 0 0,173-1-69 0 0,239 21 347 0 0,-642-26-829 0 0,88 7 385 0 0,0 4 0 0 0,-1 4 0 0 0,124 39 0 0 0,-115-26 236 0 0,189 31 1 0 0,319-24 6 0 0,5-53-373 0 0,-185-9-27 0 0,-141 24-53 0 0,-162 3-54 0 0,113 7-106 0 0,-104-6 20 0 0,170-4 53 0 0,532-74 60 0 0,-520 37-301 0 0,-302 37 135 0 0,337-33 153 0 0,-320 31-181 0 0,62 2 1 0 0,-64 2 23 0 0,1 0 1 0 0,0-2-1 0 0,0-1 0 0 0,-1-2 0 0 0,41-11 1 0 0,-23 6 67 0 0,115-32-5 0 0,109-12-106 0 0,385-27 0 0 0,-233 39 253 0 0,-115-12-286 0 0,-10-23-202 0 0,-135 29 448 0 0,-160 47-153 0 0,50-16-59 0 0,-50 16 34 0 0,-1-1 0 0 0,0 1-1 0 0,0-1 1 0 0,0 0 0 0 0,0 1 0 0 0,0-1 0 0 0,-1-1 0 0 0,1 1 0 0 0,-1 0 0 0 0,1-1 0 0 0,-1 1 0 0 0,3-5 0 0 0,6-22 32 0 0,0 15 24 0 0,-10 11-35 0 0,1 1-1 0 0,0 0 1 0 0,-1 0 0 0 0,1-1-1 0 0,-1 1 1 0 0,0-1-1 0 0,1 1 1 0 0,-1-1 0 0 0,0 1-1 0 0,-1-1 1 0 0,1 0-1 0 0,0 1 1 0 0,-1-1-1 0 0,0 0 1 0 0,1-5 0 0 0,-1 8-2 0 0,-1-1 0 0 0,1 0 0 0 0,0 1 0 0 0,0-1 0 0 0,0 1 0 0 0,0-1 0 0 0,0 1 0 0 0,-1-1 0 0 0,1 1 0 0 0,0-1 0 0 0,-1 1 0 0 0,1-1 0 0 0,0 1 0 0 0,-1-1 0 0 0,1 1 0 0 0,0-1 0 0 0,-1 1 0 0 0,1-1 0 0 0,-1 1 0 0 0,1 0 0 0 0,-1-1 0 0 0,1 1 0 0 0,-1 0 0 0 0,1 0 0 0 0,-1-1 0 0 0,1 1 0 0 0,-1 0 0 0 0,1 0 0 0 0,-1 0 1 0 0,0 0-1 0 0,1-1 0 0 0,-1 1 0 0 0,1 0 0 0 0,-1 0 0 0 0,-1 0 0 0 0,2 0 0 0 0,-1 1 0 0 0,0-2 0 0 0,1 1 0 0 0,-1 0 1 0 0,0 0-1 0 0,1 0 0 0 0,-1 0 0 0 0,0 0 0 0 0,1 0 0 0 0,-1-1 0 0 0,0 1 1 0 0,1 0-1 0 0,-1-1 0 0 0,0 1 0 0 0,1 0 0 0 0,-1-1 0 0 0,1 1 1 0 0,-1-1-1 0 0,1 1 0 0 0,-1-1 0 0 0,1 1 0 0 0,-1-1 0 0 0,1 1 1 0 0,-1-1-1 0 0,1 0 0 0 0,0 1 0 0 0,-1-1 0 0 0,1 1 0 0 0,0-1 1 0 0,0 0-1 0 0,-1 1 0 0 0,1-1 0 0 0,0 0 0 0 0,0 0 0 0 0,0 1 1 0 0,0-2-1 0 0,0 1-1 0 0,0-1 0 0 0,-1 1 0 0 0,1 0 0 0 0,0 0 0 0 0,-1 0 0 0 0,1 0 0 0 0,0 0 0 0 0,-1 0 0 0 0,0 0 0 0 0,1 0 0 0 0,-1 0 0 0 0,0 0 0 0 0,1 0 0 0 0,-1 0 0 0 0,0 0 0 0 0,0 0 0 0 0,0 1 0 0 0,1-1 0 0 0,-1 0 0 0 0,0 1 0 0 0,0-1 0 0 0,0 1 0 0 0,0-1 0 0 0,0 1 0 0 0,-1-1 0 0 0,0 0 0 0 0,-11-6 0 0 0,-27-21-1 0 0,16 11-5 0 0,-42-37-1 0 0,60 48-6 0 0,0 1 1 0 0,0 1-1 0 0,-1-1 0 0 0,0 1 0 0 0,1 0 0 0 0,-1 0 0 0 0,-1 1 0 0 0,-12-5 0 0 0,9 4-14 0 0,0 0-1 0 0,0-1 0 0 0,-14-9 1 0 0,11 6 23 0 0,0 0 0 0 0,-19-7 0 0 0,21 10 14 0 0,0-1 0 0 0,1 0 1 0 0,-1 0-1 0 0,-11-10 1 0 0,8 5-18 0 0,-1 0 0 0 0,-1 1 1 0 0,0 0-1 0 0,-1 2 0 0 0,-24-9 1 0 0,-68-27-213 0 0,58 22 95 0 0,-57-16 0 0 0,-239-52 257 0 0,200 47-44 0 0,-208-58-206 0 0,116 38 225 0 0,-86-12-81 0 0,-28-1 26 0 0,-97-55-133 0 0,350 96-33 0 0,-118-59-1 0 0,-197-82-226 0 0,407 172 334 0 0,-79-27 106 0 0,-176-38 0 0 0,176 56 89 0 0,-151-2 0 0 0,202 13-141 0 0,-362 15 124 0 0,281-6-210 0 0,-183 16 255 0 0,-104 5 59 0 0,-27 3 10 0 0,272-16-412 0 0,89-8 160 0 0,0 3-1 0 0,1 3 1 0 0,-105 33-1 0 0,-47 36-167 0 0,80-24 327 0 0,-4 0 121 0 0,92-43-191 0 0,-83 11-1 0 0,88-18-20 0 0,-201 34 45 0 0,181-31-236 0 0,-247 32 31 0 0,-81-28 5 0 0,299-13 122 0 0,-26 3 75 0 0,5-1-181 0 0,42-3-6 0 0,23 0 81 0 0,-60-9 0 0 0,20 1-7 0 0,-63-5-84 0 0,122 13 9 0 0,0-3 1 0 0,1-1 0 0 0,-63-13-1 0 0,70 12 60 0 0,-1 0-1 0 0,-50 1 1 0 0,-17-1 44 0 0,6-2 0 0 0,-20-1-143 0 0,-144-28-1 0 0,144 11 244 0 0,-201-19 0 0 0,49 13-533 0 0,181 15 303 0 0,45 7 40 0 0,-1 1 0 0 0,-68-3 0 0 0,99 10 25 0 0,4 1 5 0 0,0-1 1 0 0,0 0 0 0 0,0 0 0 0 0,0 0-1 0 0,0 1 1 0 0,-1-1 0 0 0,1 0 0 0 0,0 0-1 0 0,0 0 1 0 0,0-1 0 0 0,0 1-1 0 0,0 0 1 0 0,0 0 0 0 0,0-1 0 0 0,0 1-1 0 0,0 0 1 0 0,0-1 0 0 0,0 1 0 0 0,0-1-1 0 0,0 0 1 0 0,0 1 0 0 0,0-1 0 0 0,0 0-1 0 0,-1-1 1 0 0,2 1 52 0 0,-1 4-989 0 0,1-2 922 0 0,0-1 1 0 0,0 1-1 0 0,0 0 0 0 0,0-1 0 0 0,0 1 1 0 0,0-1-1 0 0,0 1 0 0 0,0-1 0 0 0,0 1 1 0 0,0-1-1 0 0,0 1 0 0 0,0-1 1 0 0,0 1-1 0 0,-1-1 0 0 0,1 1 0 0 0,0-1 1 0 0,0 1-1 0 0,0-1 0 0 0,-1 1 0 0 0,1-1 1 0 0,0 1-1 0 0,-1-1 0 0 0,1 0 0 0 0,-1 1 1 0 0,1-1-1 0 0,-1 1 0 0 0,-8 6-223 0 0,1 2 1 0 0,0-1-1 0 0,1 1 0 0 0,-1 0 0 0 0,2 0 1 0 0,-1 1-1 0 0,1 0 0 0 0,1 0 0 0 0,0 0 0 0 0,0 1 1 0 0,1 0-1 0 0,0 0 0 0 0,1 0 0 0 0,1 0 1 0 0,-3 22-1 0 0,4-20-548 0 0,1 13-2722 0 0,6-14-2366 0 0,21-4-6693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25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0 80 0 0,'-33'0'960'0'0,"-32"13"1"0"0,32-5-321 0 0,0-2-480 0 0,-32 21-880 0 0,65-12-721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26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27 210 400 0 0,'0'0'1174'0'0,"0"0"-1120"0"0,0 0 0 0 0,0 0 0 0 0,0-1 0 0 0,0 1 0 0 0,0 0 0 0 0,0 0 0 0 0,0 0 0 0 0,-1 0 0 0 0,1-1 0 0 0,0 1 0 0 0,0 0 0 0 0,0 0 0 0 0,0 0 0 0 0,0-1 0 0 0,0 1 0 0 0,0 0 0 0 0,0 0 0 0 0,0 0 0 0 0,0-1 0 0 0,0 1 0 0 0,0 0 0 0 0,0 0 0 0 0,0 0 0 0 0,0-1 0 0 0,0 1 0 0 0,0 0 0 0 0,1 0 0 0 0,-1 0 0 0 0,0 0 0 0 0,0-1 0 0 0,0 1 0 0 0,0 0-1 0 0,0 0 1 0 0,0 0 0 0 0,0 0 0 0 0,1-1 0 0 0,-1 1 0 0 0,0 0 0 0 0,0 0 0 0 0,0 0 0 0 0,0 0 0 0 0,1 0 0 0 0,-1 0 0 0 0,0 0 0 0 0,0 0 0 0 0,0-1 0 0 0,0 1 0 0 0,1 0 0 0 0,-1 0 0 0 0,0 0 0 0 0,0 0 0 0 0,0 0 0 0 0,1 0 0 0 0,-1 0 0 0 0,0 0 0 0 0,0 0 0 0 0,0 0 0 0 0,1 0 0 0 0,-1 0 0 0 0,0 0 0 0 0,0 0 0 0 0,0 1 0 0 0,1-1 0 0 0,53-23 2356 0 0,-16 6-1525 0 0,-34 15-758 0 0,0 0-1 0 0,0 0 1 0 0,-1-1 0 0 0,1 1 0 0 0,-1-1-1 0 0,0 1 1 0 0,0-1 0 0 0,0 0 0 0 0,3-4 0 0 0,23-19 672 0 0,18-1 209 0 0,69-29-1 0 0,-78 35-767 0 0,-16 17-160 0 0,-22 4-78 0 0,0 0-1 0 0,1 0 1 0 0,-1 0 0 0 0,0 0 0 0 0,0 0-1 0 0,1 0 1 0 0,-1 0 0 0 0,0 0 0 0 0,0 1 0 0 0,1-1-1 0 0,-1 0 1 0 0,0 0 0 0 0,0 0 0 0 0,1 0-1 0 0,-1 0 1 0 0,0 1 0 0 0,0-1 0 0 0,0 0 0 0 0,1 0-1 0 0,-1 0 1 0 0,0 0 0 0 0,0 1 0 0 0,0-1-1 0 0,0 0 1 0 0,0 0 0 0 0,1 1 0 0 0,-1-1-1 0 0,0 0 1 0 0,0 0 0 0 0,0 1 0 0 0,0-1 0 0 0,0 0-1 0 0,0 0 1 0 0,0 1 0 0 0,0-1 0 0 0,0 0-1 0 0,0 0 1 0 0,0 1 0 0 0,0-1 0 0 0,0 0 0 0 0,0 0-1 0 0,0 1 1 0 0,0-1 0 0 0,-6 17 53 0 0,-2 0 34 0 0,-3 4 99 0 0,1 1 0 0 0,2-1 0 0 0,-10 33 0 0 0,14-28 7 0 0,3-17-114 0 0,0-1 0 0 0,-1 1 0 0 0,0-1 0 0 0,-4 11 0 0 0,-24 29 239 0 0,11-20-173 0 0,-24 55 133 0 0,-121 153 77 0 0,138-200-381 0 0,16-23-94 0 0,5-7-98 0 0,0 0 1 0 0,0 0 0 0 0,0 0-1 0 0,1 1 1 0 0,0-1-1 0 0,1 1 1 0 0,-1 0-1 0 0,1 0 1 0 0,1 0-1 0 0,-1 0 1 0 0,1 1 0 0 0,0-1-1 0 0,-1 15 1 0 0,3-21-21 0 0,0 0 1 0 0,0 0-1 0 0,0 1 1 0 0,0-1 0 0 0,0 0-1 0 0,0 0 1 0 0,0 1-1 0 0,0-1 1 0 0,0 0 0 0 0,1 0-1 0 0,-1 0 1 0 0,0 0-1 0 0,1 1 1 0 0,-1-1 0 0 0,1 0-1 0 0,1 2 1 0 0,19 0-4727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26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295 213 640 0 0,'-44'19'634'0'0,"2"-3"110"0"0,0 3 1 0 0,-48 30 0 0 0,85-46-526 0 0,0 0-1 0 0,-1 1 0 0 0,1 0 0 0 0,0 0 0 0 0,1 0 1 0 0,-1 1-1 0 0,1-1 0 0 0,0 1 0 0 0,0 0 1 0 0,0 0-1 0 0,1 1 0 0 0,-1-1 0 0 0,1 1 1 0 0,1 0-1 0 0,-1-1 0 0 0,1 1 0 0 0,0 1 0 0 0,0-1 1 0 0,1 0-1 0 0,0 0 0 0 0,0 0 0 0 0,0 1 1 0 0,1-1-1 0 0,0 9 0 0 0,1-9-32 0 0,0-1 0 0 0,0 0 0 0 0,0 1 1 0 0,1-1-1 0 0,-1 0 0 0 0,1 0 0 0 0,0 0 0 0 0,1 0 0 0 0,-1-1 0 0 0,1 1 0 0 0,0-1 0 0 0,0 1 0 0 0,1-1 1 0 0,-1 0-1 0 0,1 0 0 0 0,0 0 0 0 0,0-1 0 0 0,0 1 0 0 0,6 3 0 0 0,12 7 352 0 0,0 0 0 0 0,45 19 0 0 0,-44-23-454 0 0,1 0 1 0 0,0-2-1 0 0,1-1 1 0 0,0-1-1 0 0,0-2 1 0 0,0 0-1 0 0,0-1 1 0 0,29-1-1 0 0,-28-4-44 0 0,0-1 0 0 0,0-1 0 0 0,-1-1 0 0 0,0-1 0 0 0,0-2 0 0 0,0 0 0 0 0,-1-2 0 0 0,34-18 0 0 0,-48 22-61 0 0,0 0 0 0 0,-1 0 0 0 0,0-1 0 0 0,-1 0 0 0 0,1-1 0 0 0,-1 0 0 0 0,-1 0 0 0 0,0-1 0 0 0,0 0 0 0 0,0 0 0 0 0,-1 0 0 0 0,-1-1 0 0 0,7-16 0 0 0,-9 20 9 0 0,0-1 0 0 0,-1 1 1 0 0,0-1-1 0 0,-1 1 0 0 0,1-1 1 0 0,-1 0-1 0 0,-1 0 1 0 0,1 0-1 0 0,-1 1 0 0 0,0-1 1 0 0,-1 0-1 0 0,0 0 1 0 0,0 0-1 0 0,0 1 0 0 0,-1-1 1 0 0,0 0-1 0 0,0 1 0 0 0,0-1 1 0 0,-1 1-1 0 0,0 0 1 0 0,-1 0-1 0 0,1 0 0 0 0,-8-9 1 0 0,-43-41-229 0 0,37 34 97 0 0,-15-16-181 0 0,10 21 90 0 0,1 1-1 0 0,-2 2 1 0 0,-28-15 0 0 0,-76-30-950 0 0,104 50 120 0 0,0 1 0 0 0,-1 1 0 0 0,-37-7 1 0 0,-4 7-2779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8:43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6 2721 0 0,'1'-1'4281'0'0,"-2"-4"-1919"0"0,-4 5 1453 0 0,-9 6-1306 0 0,26-2-302 0 0,51 2 537 0 0,-26-2-2694 0 0,24 2 171 0 0,100 16 79 0 0,-138-17-298 0 0,35 7 77 0 0,95 34 0 0 0,-142-43-65 0 0,0 2-1 0 0,-1 0 1 0 0,1 0 0 0 0,14 11-1 0 0,-23-15-12 0 0,0 0 0 0 0,0 1 0 0 0,0-1-1 0 0,0 0 1 0 0,0 1 0 0 0,-1 0 0 0 0,1 0 0 0 0,-1-1-1 0 0,1 1 1 0 0,-1 0 0 0 0,0 0 0 0 0,1 0-1 0 0,-1 0 1 0 0,0 0 0 0 0,0 1 0 0 0,-1-1 0 0 0,1 0-1 0 0,0 0 1 0 0,-1 1 0 0 0,1-1 0 0 0,-1 0-1 0 0,0 1 1 0 0,0-1 0 0 0,0 0 0 0 0,0 1 0 0 0,0-1-1 0 0,0 0 1 0 0,-1 1 0 0 0,1-1 0 0 0,-1 0-1 0 0,-1 4 1 0 0,-4 5 28 0 0,-1 1 0 0 0,-14 18-1 0 0,-5 6 60 0 0,5-5 14 0 0,-1 0 1 0 0,-2-2 0 0 0,-1-1 0 0 0,-1-1-1 0 0,-57 45 1 0 0,41-41 56 0 0,-1-2 1 0 0,-2-2-1 0 0,-80 37 0 0 0,106-56-34 0 0,0-1-1 0 0,0-1 0 0 0,-1 0 0 0 0,0-2 0 0 0,0 0 0 0 0,-36 1 0 0 0,48-4-60 0 0,0-2 0 0 0,0 1-1 0 0,0-1 1 0 0,0-1 0 0 0,0 1 0 0 0,0-1 0 0 0,1 0 0 0 0,-1-1 0 0 0,-7-3 0 0 0,11 3-38 0 0,-1 1 0 0 0,1-1 0 0 0,0 0-1 0 0,0 0 1 0 0,0-1 0 0 0,1 1 0 0 0,-1-1 0 0 0,1 1 0 0 0,0-1-1 0 0,0 0 1 0 0,0-1 0 0 0,0 1 0 0 0,1 0 0 0 0,-1-1 0 0 0,-1-7-1 0 0,1 5-23 0 0,1-1 0 0 0,1 1 0 0 0,0-1 0 0 0,0 0-1 0 0,0 1 1 0 0,1-1 0 0 0,0 0 0 0 0,0 0-1 0 0,1 0 1 0 0,0 1 0 0 0,1-1 0 0 0,-1 1 0 0 0,1-1-1 0 0,1 1 1 0 0,0-1 0 0 0,0 1 0 0 0,6-11 0 0 0,-3 7 10 0 0,1 1 1 0 0,0 0 0 0 0,0 0 0 0 0,1 1 0 0 0,1 0 0 0 0,-1 0-1 0 0,1 1 1 0 0,1 0 0 0 0,0 1 0 0 0,12-8 0 0 0,-18 12-24 0 0,0 1 0 0 0,0 1 0 0 0,0-1 1 0 0,0 1-1 0 0,0-1 0 0 0,1 1 0 0 0,-1 0 0 0 0,0 1 1 0 0,0-1-1 0 0,1 1 0 0 0,-1 0 0 0 0,0 0 1 0 0,1 0-1 0 0,-1 0 0 0 0,0 1 0 0 0,1 0 0 0 0,-1 0 1 0 0,0 0-1 0 0,6 2 0 0 0,-2 1-22 0 0,0 1 0 0 0,0-1 0 0 0,0 1 0 0 0,0 0 0 0 0,-1 1 0 0 0,0 0 0 0 0,13 13 0 0 0,1 6 73 0 0,0 1 0 0 0,-2 1 0 0 0,-1 1 0 0 0,21 43 0 0 0,-27-27 29 0 0,-7-22-58 0 0,16 33-78 0 0,-15-36-56 0 0,-5-14 52 0 0,0 0 1 0 0,1 0 0 0 0,-1 0 0 0 0,1-1 0 0 0,0 1 0 0 0,1-1 0 0 0,3 6-1 0 0,-4-8-148 0 0,0 0 0 0 0,0 0-1 0 0,0 0 1 0 0,0 0-1 0 0,1-1 1 0 0,-1 1-1 0 0,1-1 1 0 0,-1 0-1 0 0,1 0 1 0 0,-1 0-1 0 0,1 0 1 0 0,0 0-1 0 0,-1-1 1 0 0,1 1 0 0 0,0-1-1 0 0,5 1 1 0 0,30-1-5117 0 0,22-5-2028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8:44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66 309 80 0 0,'-40'-13'4610'0'0,"39"12"-4402"0"0,-1 1 0 0 0,1-1 0 0 0,-1 0 0 0 0,1 1-1 0 0,-1-1 1 0 0,1 0 0 0 0,0 0 0 0 0,0 0 0 0 0,-1 0 0 0 0,1 0 0 0 0,0 0-1 0 0,0 0 1 0 0,0-1 0 0 0,0 1 0 0 0,0 0 0 0 0,1 0 0 0 0,-1-1 0 0 0,0 1 0 0 0,0-1-1 0 0,1 1 1 0 0,-1-1 0 0 0,0-2 0 0 0,1 3-157 0 0,0-9 877 0 0,0 0 0 0 0,1 0 1 0 0,2-15-1 0 0,-2 21-827 0 0,1 0 0 0 0,-1 1 0 0 0,1-1 0 0 0,-1 0 0 0 0,1 1 0 0 0,0 0 0 0 0,0-1 0 0 0,1 1 0 0 0,-1 0 0 0 0,1 0 0 0 0,5-5 0 0 0,25-26 509 0 0,-25 25-507 0 0,0 0-1 0 0,1 0 1 0 0,1 0 0 0 0,-1 1 0 0 0,17-10 0 0 0,67-23 84 0 0,-82 36-190 0 0,1 0 0 0 0,0 1 0 0 0,0 1 0 0 0,1 0 0 0 0,-1 0 0 0 0,1 1 0 0 0,-1 1 0 0 0,16 0 0 0 0,-25 0 5 0 0,-1 1 1 0 0,1 0-1 0 0,0 0 1 0 0,-1 0-1 0 0,1 0 0 0 0,0 1 1 0 0,0-1-1 0 0,-1 1 1 0 0,1-1-1 0 0,-1 1 1 0 0,1 0-1 0 0,0 0 0 0 0,-1 0 1 0 0,0 1-1 0 0,1-1 1 0 0,-1 0-1 0 0,0 1 1 0 0,1 0-1 0 0,-1-1 0 0 0,0 1 1 0 0,0 0-1 0 0,-1 0 1 0 0,1 0-1 0 0,0 0 1 0 0,-1 0-1 0 0,1 1 0 0 0,-1-1 1 0 0,1 1-1 0 0,-1-1 1 0 0,0 1-1 0 0,0-1 1 0 0,0 3-1 0 0,1 4 137 0 0,-2-1 1 0 0,1 1-1 0 0,-1 0 0 0 0,0-1 1 0 0,-1 1-1 0 0,0-1 0 0 0,-1 1 1 0 0,-2 8-1 0 0,1-7 128 0 0,-1 0 0 0 0,0 0-1 0 0,0-1 1 0 0,-1 0 0 0 0,0 0 0 0 0,-1 0 0 0 0,0-1 0 0 0,-12 14 0 0 0,-14 21 826 0 0,31-40-1027 0 0,0-1 0 0 0,-1 1 1 0 0,1-1-1 0 0,-1 1 0 0 0,1-1 1 0 0,-1 0-1 0 0,0 0 0 0 0,0 1 1 0 0,0-1-1 0 0,0-1 0 0 0,-1 1 1 0 0,1 0-1 0 0,-3 1 0 0 0,0 0 20 0 0,-1 0 484 0 0,6-7 26 0 0,1-6-322 0 0,-2-4 235 0 0,1 12-480 0 0,-1-1 0 0 0,1 0 0 0 0,-1 1 0 0 0,1-1 0 0 0,0 1 0 0 0,0-1 1 0 0,1 1-1 0 0,-1-1 0 0 0,0 1 0 0 0,1-1 0 0 0,0 1 0 0 0,-1-1 0 0 0,1 1 0 0 0,0-1 0 0 0,2-3 0 0 0,19-14 118 0 0,-15 11-99 0 0,-5 7-39 0 0,0 0 1 0 0,-1-1 0 0 0,1 1-1 0 0,0 0 1 0 0,0 0 0 0 0,0 0-1 0 0,1 0 1 0 0,-1 1 0 0 0,0-1-1 0 0,1 1 1 0 0,-1-1 0 0 0,4 0-1 0 0,13-8-39 0 0,0 1 0 0 0,1 1-1 0 0,0 0 1 0 0,0 2 0 0 0,0 1-1 0 0,1 0 1 0 0,0 1 0 0 0,0 1-1 0 0,0 2 1 0 0,28 0 0 0 0,-46 1 1 0 0,1 1 0 0 0,0 0 0 0 0,0 0 1 0 0,-1 0-1 0 0,1 0 0 0 0,-1 1 0 0 0,1-1 0 0 0,-1 1 1 0 0,0 0-1 0 0,1 0 0 0 0,-1 0 0 0 0,0 1 0 0 0,0-1 1 0 0,-1 1-1 0 0,1-1 0 0 0,0 1 0 0 0,-1 0 1 0 0,4 5-1 0 0,-6-7 23 0 0,1 0 1 0 0,-1 0-1 0 0,1-1 0 0 0,-1 1 1 0 0,0 0-1 0 0,1 0 1 0 0,-1 0-1 0 0,0 0 0 0 0,0-1 1 0 0,1 1-1 0 0,-1 0 1 0 0,0 0-1 0 0,0 0 0 0 0,0 0 1 0 0,0 0-1 0 0,0 0 1 0 0,0 0-1 0 0,-1-1 0 0 0,1 1 1 0 0,0 0-1 0 0,0 0 1 0 0,-1 0-1 0 0,1 0 1 0 0,-1 1-1 0 0,-14 19-4 0 0,7-10 26 0 0,0 7 47 0 0,8-16-45 0 0,-1 1 0 0 0,0-1 0 0 0,-1 1 1 0 0,1-1-1 0 0,0 1 0 0 0,-1-1 1 0 0,1 0-1 0 0,-1 1 0 0 0,0-1 1 0 0,0 0-1 0 0,0 0 0 0 0,0-1 1 0 0,0 1-1 0 0,0 0 0 0 0,0-1 1 0 0,-3 2-1 0 0,-81 43 876 0 0,86-46-878 0 0,0 0 1 0 0,0 0 0 0 0,-1 0-1 0 0,1 0 1 0 0,0 1 0 0 0,0-1 0 0 0,0 0-1 0 0,-1 0 1 0 0,1 0 0 0 0,0 0-1 0 0,0 0 1 0 0,0 0 0 0 0,-1 0-1 0 0,1 0 1 0 0,0 0 0 0 0,0 0-1 0 0,-1 0 1 0 0,1 0 0 0 0,0 0 0 0 0,0 0-1 0 0,0 0 1 0 0,-1 0 0 0 0,1 0-1 0 0,0 0 1 0 0,0 0 0 0 0,0 0-1 0 0,-1 0 1 0 0,1-1 0 0 0,0 1 0 0 0,0 0-1 0 0,0 0 1 0 0,0 0 0 0 0,-1 0-1 0 0,1 0 1 0 0,0 0 0 0 0,0-1-1 0 0,0 1 1 0 0,0 0 0 0 0,-1 0-1 0 0,-2-3 77 0 0,-19-4 94 0 0,22 7-175 0 0,-1-1 1 0 0,1 0 0 0 0,-1 1 0 0 0,1-1-1 0 0,-1 1 1 0 0,1-1 0 0 0,-1 0-1 0 0,1 1 1 0 0,-1-1 0 0 0,1 0 0 0 0,0 0-1 0 0,-1 1 1 0 0,1-1 0 0 0,0 0-1 0 0,0 0 1 0 0,0 1 0 0 0,0-1-1 0 0,0 0 1 0 0,-1 0 0 0 0,1 0 0 0 0,1 1-1 0 0,-1-1 1 0 0,0 0 0 0 0,0 0-1 0 0,0 1 1 0 0,0-1 0 0 0,1-1 0 0 0,-1 1 18 0 0,0 0-26 0 0,-1-1 0 0 0,1 0 0 0 0,0 0 0 0 0,0 1 1 0 0,1-1-1 0 0,-1 0 0 0 0,0 0 0 0 0,0 1 0 0 0,1-1 0 0 0,-1 0 1 0 0,1 1-1 0 0,-1-1 0 0 0,1 1 0 0 0,0-1 0 0 0,0 0 1 0 0,0 1-1 0 0,0 0 0 0 0,0-1 0 0 0,0 1 0 0 0,0-1 1 0 0,0 1-1 0 0,0 0 0 0 0,1 0 0 0 0,1-1 0 0 0,7-8 26 0 0,0-1-15 0 0,-8 8-9 0 0,0 1 0 0 0,1-1 0 0 0,-1 1 0 0 0,1-1 0 0 0,0 1 1 0 0,0 0-1 0 0,0 0 0 0 0,3-2 0 0 0,11-6 5 0 0,-13 7-14 0 0,1 0 1 0 0,0 0-1 0 0,0 0 1 0 0,0 1-1 0 0,0 0 1 0 0,0 0-1 0 0,9-2 1 0 0,12-1-47 0 0,0 1 0 0 0,0 1 0 0 0,-1 2 0 0 0,30 1 0 0 0,-51 1 56 0 0,0-1 1 0 0,0 1-1 0 0,-1 1 1 0 0,1-1-1 0 0,-1 0 1 0 0,1 1-1 0 0,-1 0 1 0 0,1-1-1 0 0,-1 1 1 0 0,0 1-1 0 0,4 2 1 0 0,-6-4 12 0 0,1 1 0 0 0,-1-1 0 0 0,1 0 0 0 0,-1 1 0 0 0,0-1 0 0 0,0 1 1 0 0,0-1-1 0 0,0 1 0 0 0,0 0 0 0 0,0-1 0 0 0,0 1 0 0 0,-1 0 0 0 0,1 0 0 0 0,0 0 1 0 0,-1-1-1 0 0,0 1 0 0 0,1 0 0 0 0,-1 0 0 0 0,0 0 0 0 0,0 0 0 0 0,0 0 0 0 0,0 0 1 0 0,0 0-1 0 0,-1-1 0 0 0,1 1 0 0 0,0 0 0 0 0,-2 3 0 0 0,-21 40 396 0 0,16-33-354 0 0,0 1-1 0 0,1 0 1 0 0,-5 15-1 0 0,0 25-409 0 0,0-31-64 0 0,9-20 327 0 0,1-1 0 0 0,-1 1 0 0 0,1 1-1 0 0,0-1 1 0 0,0 0 0 0 0,0 0 0 0 0,0 0 0 0 0,0 1-1 0 0,0-1 1 0 0,0 0 0 0 0,1 1 0 0 0,-1-1 0 0 0,1 0-1 0 0,0 1 1 0 0,0-1 0 0 0,0 1 0 0 0,0-1 0 0 0,0 1-1 0 0,0-1 1 0 0,1 0 0 0 0,-1 1 0 0 0,2 3 0 0 0,-1-4-71 0 0,1 0 0 0 0,0 0 1 0 0,-1 1-1 0 0,1-1 0 0 0,0 0 0 0 0,0-1 1 0 0,0 1-1 0 0,0 0 0 0 0,0-1 1 0 0,1 1-1 0 0,-1-1 0 0 0,0 1 1 0 0,1-1-1 0 0,-1 0 0 0 0,1 0 0 0 0,3 1 1 0 0,0-1-1214 0 0,0 1 0 0 0,0-1 0 0 0,0-1 0 0 0,0 1 0 0 0,0-1 0 0 0,12-1 0 0 0,14-4-7489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8:45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391 275 960 0 0,'-13'-3'1928'0'0,"-1"2"0"0"0,0 0 0 0 0,0 1 0 0 0,0 0 0 0 0,0 1 0 0 0,-20 4 0 0 0,-3 3 682 0 0,-37 14 0 0 0,70-21-2492 0 0,0 0 1 0 0,0 0 0 0 0,1 0-1 0 0,-1 0 1 0 0,0 1 0 0 0,1 0 0 0 0,-1 0-1 0 0,1 0 1 0 0,0 0 0 0 0,-1 1-1 0 0,1-1 1 0 0,0 1 0 0 0,1 0-1 0 0,-4 3 1 0 0,4-1-6 0 0,0 0 1 0 0,0 0-1 0 0,0 1 1 0 0,1-1-1 0 0,0 1 1 0 0,0-1-1 0 0,0 1 0 0 0,1-1 1 0 0,0 1-1 0 0,0 8 1 0 0,1-10-99 0 0,-1 0 0 0 0,1 1 0 0 0,0-1 0 0 0,0 0 0 0 0,0 0-1 0 0,0 1 1 0 0,1-1 0 0 0,0 0 0 0 0,-1-1 0 0 0,2 1 0 0 0,-1 0 0 0 0,0 0 0 0 0,1-1 0 0 0,-1 0 0 0 0,1 1 0 0 0,0-1 0 0 0,0 0 0 0 0,1 0 0 0 0,5 4 0 0 0,5 2-23 0 0,0 0 0 0 0,1-1 0 0 0,28 11 0 0 0,-21-10 40 0 0,-1-1 0 0 0,1-1 0 0 0,40 8 0 0 0,-57-14-52 0 0,1 0 0 0 0,0 0 0 0 0,0-1 0 0 0,0 0 0 0 0,0 0 0 0 0,-1 0-1 0 0,1-1 1 0 0,0 0 0 0 0,0 0 0 0 0,0 0 0 0 0,-1-1 0 0 0,1 1 0 0 0,-1-2 0 0 0,1 1 0 0 0,-1 0 0 0 0,0-1-1 0 0,0 0 1 0 0,0 0 0 0 0,0-1 0 0 0,6-6 0 0 0,-9 8 19 0 0,-1 0 0 0 0,0 0-1 0 0,0-1 1 0 0,-1 1 0 0 0,1 0 0 0 0,0-1-1 0 0,-1 1 1 0 0,1-1 0 0 0,-1 1 0 0 0,0 0-1 0 0,0-1 1 0 0,0 1 0 0 0,0-1 0 0 0,0 1-1 0 0,-1-4 1 0 0,0-11 21 0 0,1 5 32 0 0,-1 0 0 0 0,0 0 0 0 0,0 0 1 0 0,-2 0-1 0 0,1 1 0 0 0,-1-1 0 0 0,-1 1 0 0 0,0 0 0 0 0,-1 0 0 0 0,-8-16 1 0 0,-32-33 534 0 0,34 41-265 0 0,1 7-27 0 0,-11 10 48 0 0,21 19-170 0 0,0-11-167 0 0,0 1-1 0 0,1 0 1 0 0,0 0-1 0 0,0 0 0 0 0,1-1 1 0 0,0 1-1 0 0,0 0 1 0 0,0-1-1 0 0,6 11 0 0 0,5 13 35 0 0,0 1 12 0 0,-6-16-30 0 0,-1 1-1 0 0,0-1 0 0 0,-1 1 0 0 0,-1 0 0 0 0,0 0 0 0 0,1 25 0 0 0,-13 14-49 0 0,3-29 3 0 0,-19 92-130 0 0,20-103 165 0 0,-2-1 1 0 0,1 1-1 0 0,-2-1 0 0 0,0 0 0 0 0,-15 22 0 0 0,13-24-25 0 0,-1-1 0 0 0,-1 1 0 0 0,0-2 0 0 0,0 1 0 0 0,-1-1-1 0 0,-1-1 1 0 0,1-1 0 0 0,-2 1 0 0 0,1-2 0 0 0,-1 0 0 0 0,0-1 0 0 0,0 0 0 0 0,-1-1 0 0 0,-29 7-1 0 0,38-11 22 0 0,0 0 1 0 0,1-1-1 0 0,-1 1 0 0 0,0-1 0 0 0,1 0 0 0 0,-1-1 0 0 0,0 1 0 0 0,1-1 0 0 0,-1 0 0 0 0,0 0 0 0 0,1-1 1 0 0,0 0-1 0 0,-1 0 0 0 0,1 0 0 0 0,0-1 0 0 0,0 1 0 0 0,-5-5 0 0 0,7 5 34 0 0,0-1-1 0 0,0 0 0 0 0,1 0 1 0 0,0 0-1 0 0,-1 0 0 0 0,1-1 1 0 0,0 1-1 0 0,0 0 0 0 0,1-1 1 0 0,-1 0-1 0 0,1 1 1 0 0,0-1-1 0 0,0 0 0 0 0,0 1 1 0 0,0-1-1 0 0,0 0 0 0 0,1 0 1 0 0,0 0-1 0 0,0 0 0 0 0,0 0 1 0 0,0 0-1 0 0,1 0 0 0 0,-1 1 1 0 0,3-8-1 0 0,-1 3 12 0 0,0 1-1 0 0,1-1 1 0 0,0 0 0 0 0,1 1-1 0 0,-1-1 1 0 0,1 1 0 0 0,1 0-1 0 0,-1 1 1 0 0,1-1 0 0 0,11-10-1 0 0,4-2 49 0 0,0 2-1 0 0,24-16 1 0 0,-16 12-31 0 0,537-382-3123 0 0,-391 286-1014 0 0,-21 31-1680 0 0,-45 15-1161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8:36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 3682 0 0,'-5'-1'3828'0'0,"-57"2"6792"0"0,37-1-9194 0 0,19 0 1081 0 0,12 0-2320 0 0,-6 0-164 0 0,2 0-3 0 0,-1 0 0 0 0,0 0 0 0 0,1 0 1 0 0,-1-1-1 0 0,1 2 0 0 0,-1-1 0 0 0,1 0 1 0 0,-1 0-1 0 0,1 0 0 0 0,-1 1 0 0 0,0-1 1 0 0,1 0-1 0 0,-1 1 0 0 0,1-1 0 0 0,-1 1 1 0 0,0 0-1 0 0,2 1 0 0 0,2-1 167 0 0,61 13 600 0 0,206 38 421 0 0,-164-29-1242 0 0,49 12-1887 0 0,-147-33 677 0 0,-1 0 1 0 0,1-1-1 0 0,-1 0 1 0 0,1-1-1 0 0,-1 0 1 0 0,1-1-1 0 0,0 0 1 0 0,11-3-1 0 0,-20 4 1111 0 0,-1 0 1 0 0,0 0-1 0 0,1 0 0 0 0,-1 0 1 0 0,0 0-1 0 0,0 0 0 0 0,1-1 1 0 0,-1 1-1 0 0,0 0 0 0 0,0 0 1 0 0,1 0-1 0 0,-1 0 1 0 0,0-1-1 0 0,0 1 0 0 0,0 0 1 0 0,1 0-1 0 0,-1-1 0 0 0,0 1 1 0 0,0 0-1 0 0,0 0 0 0 0,0-1 1 0 0,1 1-1 0 0,-1 0 0 0 0,0-1 1 0 0,0 1-1 0 0,0 0 0 0 0,0 0 1 0 0,0-1-1 0 0,0 1 0 0 0,0 0 1 0 0,0-1-1 0 0,0 1 0 0 0,0 0 1 0 0,0-1-1 0 0,0 1 0 0 0,0-19-4282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8:37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2481 0 0,'0'21'2721'0'0,"-33"6"-320"0"0,33 21-480 0 0,0 2-640 0 0,0-17-161 0 0,0 8-79 0 0,0 22-1 0 0,0 20 801 0 0,0-2-400 0 0,-32 2-561 0 0,-1-8-479 0 0,33 2-722 0 0,65-15-1039 0 0,-32-14-3042 0 0,-33-21-3522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8:37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40 1441 0 0,'0'0'7817'0'0,"-5"0"-4723"0"0,5 0-3055 0 0,-43 1 7275 0 0,31 0-6716 0 0,13-1-577 0 0,-1 0 0 0 0,0 0 1 0 0,0 0-1 0 0,0 0 1 0 0,0 0-1 0 0,0 0 0 0 0,0 0 1 0 0,0 0-1 0 0,0 0 1 0 0,1 0-1 0 0,-1 0 0 0 0,0 1 1 0 0,0-1-1 0 0,0 0 1 0 0,0 0-1 0 0,0 0 0 0 0,0 0 1 0 0,0 0-1 0 0,0 0 0 0 0,0 1 1 0 0,0-1-1 0 0,0 0 1 0 0,0 0-1 0 0,0 0 0 0 0,0 0 1 0 0,0 0-1 0 0,0 0 1 0 0,0 1-1 0 0,0-1 0 0 0,0 0 1 0 0,0 0-1 0 0,0 0 1 0 0,0 0-1 0 0,0 0 0 0 0,0 0 1 0 0,0 1-1 0 0,0-1 1 0 0,0 0-1 0 0,0 0 0 0 0,0 0 1 0 0,0 0-1 0 0,0 0 1 0 0,0 0-1 0 0,-1 0 0 0 0,1 1 1 0 0,0-1-1 0 0,0 0 1 0 0,0 0-1 0 0,0 0 0 0 0,0 0 1 0 0,0 0-1 0 0,-1 0 0 0 0,23 2 593 0 0,-16-2 293 0 0,-7-1-886 0 0,1 1 0 0 0,0 0 0 0 0,0 0 1 0 0,0-1-1 0 0,0 1 0 0 0,0 0 0 0 0,0 0 0 0 0,0 0 0 0 0,-1-1 0 0 0,1 1 0 0 0,0 0 0 0 0,0 0 0 0 0,0-1 1 0 0,0 1-1 0 0,0 0 0 0 0,0 0 0 0 0,0-1 0 0 0,0 1 0 0 0,0 0 0 0 0,0 0 0 0 0,0-1 0 0 0,1 1 0 0 0,-1 0 1 0 0,0 0-1 0 0,0-1 0 0 0,0 1 0 0 0,0 0 0 0 0,0 0 0 0 0,0 0 0 0 0,0-1 0 0 0,1 1 0 0 0,-1 0 1 0 0,0 0-1 0 0,0 0 0 0 0,0-1 0 0 0,0 1 0 0 0,1 0 0 0 0,-1 0 0 0 0,0 0 0 0 0,0 0 0 0 0,1 0 0 0 0,-1-1 1 0 0,0 1-1 0 0,0 0 0 0 0,0 0 0 0 0,1 0 0 0 0,-1 0 0 0 0,0 0 0 0 0,0 0 0 0 0,1 0 0 0 0,-1 0 0 0 0,0 0 1 0 0,0 0-1 0 0,1 0 0 0 0,183-21 3770 0 0,-119 15-2727 0 0,-27 2-383 0 0,17 3-375 0 0,-23 1-1119 0 0,-46 7-9021 0 0,-1-6 6843 0 0,1-1 0 0 0,-26-3 1 0 0,20 2 1226 0 0,-100-9-6253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8:39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66 392 2081 0 0,'-60'-9'4055'0'0,"60"9"-3985"0"0,0 0 0 0 0,-1 0 1 0 0,1 0-1 0 0,0 0 0 0 0,0-1 0 0 0,-1 1 0 0 0,1 0 0 0 0,0 0 0 0 0,0 0 0 0 0,-1 0 1 0 0,1 0-1 0 0,0 0 0 0 0,0-1 0 0 0,-1 1 0 0 0,1 0 0 0 0,0 0 0 0 0,0 0 0 0 0,0 0 1 0 0,-1-1-1 0 0,1 1 0 0 0,0 0 0 0 0,0 0 0 0 0,0-1 0 0 0,0 1 0 0 0,0 0 0 0 0,-1 0 1 0 0,1-1-1 0 0,0 1 0 0 0,0 0 0 0 0,0 0 0 0 0,0-1 0 0 0,0 1 0 0 0,0 0 0 0 0,0-1 1 0 0,0 1-1 0 0,0 0 0 0 0,0 0 0 0 0,0-1 0 0 0,0 1 0 0 0,0 0 0 0 0,0 0 0 0 0,0-1 1 0 0,0 1-1 0 0,1 0 0 0 0,-1-1 0 0 0,0 1 0 0 0,0 0 0 0 0,0 0 0 0 0,0 0 1 0 0,0-1-1 0 0,1 1 0 0 0,-1 0 0 0 0,0 0 0 0 0,0-1 0 0 0,0 1 0 0 0,1 0 0 0 0,-1 0 1 0 0,0 0-1 0 0,0 0 0 0 0,1 0 0 0 0,-1-1 0 0 0,0 1 0 0 0,0 0 0 0 0,1 0 0 0 0,-1 0 1 0 0,0 0-1 0 0,0 0 0 0 0,1 0 0 0 0,-1 0 0 0 0,9-3 612 0 0,-1 0 1 0 0,0 0-1 0 0,0-1 0 0 0,-1 0 0 0 0,1-1 1 0 0,8-6-1 0 0,-4 3 385 0 0,0 0 0 0 0,25-11 0 0 0,-15 12-485 0 0,-2-2 0 0 0,1 0 0 0 0,-1-2 0 0 0,-1 0 0 0 0,0-1 0 0 0,-1-1 0 0 0,27-23 0 0 0,-44 35-567 0 0,0 0 0 0 0,-1 0 1 0 0,1 0-1 0 0,0 0 1 0 0,-1 0-1 0 0,1 0 0 0 0,-1 0 1 0 0,0 0-1 0 0,1 0 1 0 0,-1 0-1 0 0,0 0 1 0 0,1 0-1 0 0,-1 0 0 0 0,0 0 1 0 0,0 0-1 0 0,0 0 1 0 0,0-2-1 0 0,0 2-7 0 0,0 0 0 0 0,0 0 1 0 0,0 0-1 0 0,0 0 0 0 0,0 0 0 0 0,0 0 0 0 0,0 0 0 0 0,1 0 1 0 0,-1 0-1 0 0,0 0 0 0 0,1 0 0 0 0,-1 0 0 0 0,1 0 1 0 0,0-2-1 0 0,9-6 37 0 0,-9 8-39 0 0,1 0 0 0 0,-1 0 0 0 0,0 0-1 0 0,0 0 1 0 0,1-1 0 0 0,-1 1 0 0 0,0 0 0 0 0,0-1 0 0 0,0 1-1 0 0,-1 0 1 0 0,1-1 0 0 0,0 1 0 0 0,0-1 0 0 0,-1 0-1 0 0,1 1 1 0 0,-1-1 0 0 0,1 1 0 0 0,-1-1 0 0 0,0 0-1 0 0,0 1 1 0 0,1-3 0 0 0,-1-10 41 0 0,1 10-38 0 0,-1 1 1 0 0,1-1 0 0 0,-1 0 0 0 0,0 0-1 0 0,0 0 1 0 0,0 0 0 0 0,-1 1 0 0 0,0-1-1 0 0,1 0 1 0 0,-1 0 0 0 0,0 1 0 0 0,-3-6 0 0 0,-6-1 2 0 0,9 9-20 0 0,-1-1-1 0 0,1 1 0 0 0,0 0 0 0 0,-1-1 0 0 0,1 1 0 0 0,0 0 0 0 0,0-1 0 0 0,0 0 1 0 0,0 1-1 0 0,0-1 0 0 0,0 1 0 0 0,1-1 0 0 0,-1 0 0 0 0,0 0 0 0 0,1 1 0 0 0,0-1 1 0 0,-1 0-1 0 0,1 0 0 0 0,0 0 0 0 0,0-3 0 0 0,1 78-59 0 0,1-35 55 0 0,-3 0 0 0 0,-7 58 0 0 0,-1-42 10 0 0,2-24 13 0 0,3 1 0 0 0,-3 51 0 0 0,7-48-37 0 0,-5 42 1 0 0,-2-36-128 0 0,3-21-26 0 0,2-1 0 0 0,-2 20 0 0 0,5-26-56 0 0,0 1 0 0 0,1-1 0 0 0,5 19 0 0 0,-1-5-341 0 0,-2 2-219 0 0,-3-19 313 0 0,0 1-1 0 0,1-1 0 0 0,0 0 0 0 0,4 9 1 0 0,0-7-642 0 0,0 0 1 0 0,0 0 0 0 0,13 16-1 0 0,-7-12-567 0 0,26 48-7525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8:39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101 144 1441 0 0,'-7'-8'1078'0'0,"0"1"0"0"0,0 0 0 0 0,-1 0 0 0 0,0 1 0 0 0,-1 0 0 0 0,-11-7 0 0 0,-1 0 6 0 0,20 12-984 0 0,0 0-1 0 0,0 0 1 0 0,0 1-1 0 0,0-1 0 0 0,0 0 1 0 0,0 0-1 0 0,0 0 1 0 0,1 0-1 0 0,-1 0 1 0 0,0 0-1 0 0,0 0 1 0 0,1 0-1 0 0,-1 0 0 0 0,1 0 1 0 0,-1-2-1 0 0,1 2-21 0 0,0 0 0 0 0,0 1 0 0 0,0-1 0 0 0,0 0 1 0 0,0 1-1 0 0,0-1 0 0 0,0 1 0 0 0,0-1 0 0 0,0 0 0 0 0,1 1 0 0 0,-1-1 0 0 0,0 1 0 0 0,0-1 0 0 0,1 1 0 0 0,-1-1 0 0 0,0 0 0 0 0,1 1 0 0 0,-1-1 0 0 0,1 1 0 0 0,0-1 0 0 0,22-12 1977 0 0,-22 13-2017 0 0,0 0-9 0 0,-1 0 0 0 0,0 0 0 0 0,0 0 0 0 0,1 0 0 0 0,-1 0 0 0 0,0-1 0 0 0,0 1 0 0 0,1 0 0 0 0,-1 0 1 0 0,0 0-1 0 0,0 0 0 0 0,1-1 0 0 0,-1 1 0 0 0,0 0 0 0 0,0 0 0 0 0,1 0 0 0 0,-1-1 0 0 0,0 1 0 0 0,0 0 0 0 0,0 0 0 0 0,0-1 1 0 0,0 1-1 0 0,1 0 0 0 0,-1 0 0 0 0,0-1 0 0 0,0 1 0 0 0,0 0 0 0 0,0 0 0 0 0,0-1 0 0 0,0 1 0 0 0,0 0 0 0 0,0-1 0 0 0,0 1 1 0 0,5-7 435 0 0,14 1-265 0 0,-1 2 0 0 0,1 0 0 0 0,0 2 0 0 0,0 0 0 0 0,0 0 0 0 0,21 3 0 0 0,28-1 426 0 0,118 17-1 0 0,-152-11-304 0 0,0 2 0 0 0,0 1-1 0 0,-1 1 1 0 0,61 29 0 0 0,-92-38-297 0 0,7 3 73 0 0,0 0 0 0 0,-1 1 1 0 0,0 1-1 0 0,9 6 0 0 0,-16-11-80 0 0,1 0-1 0 0,-1 0 0 0 0,0 0 1 0 0,0 1-1 0 0,0-1 0 0 0,0 0 1 0 0,0 1-1 0 0,0-1 0 0 0,0 0 1 0 0,0 1-1 0 0,-1-1 0 0 0,1 1 1 0 0,0-1-1 0 0,-1 1 0 0 0,1 0 1 0 0,-1-1-1 0 0,0 1 0 0 0,1-1 1 0 0,-1 1-1 0 0,0 0 0 0 0,0-1 1 0 0,0 1-1 0 0,0 0 0 0 0,-1-1 1 0 0,1 1-1 0 0,0 0 0 0 0,-1-1 1 0 0,1 1-1 0 0,-2 2 0 0 0,-1 1 22 0 0,-1-1 0 0 0,0 1 0 0 0,0-1 0 0 0,0 0 0 0 0,-1 0 0 0 0,1-1 0 0 0,-1 1 0 0 0,0-1 0 0 0,0 0 0 0 0,0 0 0 0 0,0-1 0 0 0,0 0 0 0 0,-1 0 0 0 0,-8 2 0 0 0,0 2 19 0 0,-26 10-105 0 0,-50 13-1 0 0,-4-8-2855 0 0,30-12-2325 0 0,-1-1-2068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8:40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133 331 160 0 0,'0'0'3655'0'0,"-5"-1"-2521"0"0,1 0-890 0 0,0 0 1 0 0,0-1 0 0 0,0 1-1 0 0,1-1 1 0 0,-1 0-1 0 0,1 0 1 0 0,-4-3-1 0 0,-20-12 841 0 0,21 12-881 0 0,0 1-1 0 0,1-1 0 0 0,-1 0 1 0 0,1-1-1 0 0,1 1 0 0 0,-1-1 1 0 0,1 0-1 0 0,0 0 0 0 0,0 0 1 0 0,-3-7-1 0 0,3 5-52 0 0,2 4-53 0 0,1 0-1 0 0,0 0 1 0 0,0 0 0 0 0,0 0-1 0 0,0 0 1 0 0,1 0 0 0 0,-1 0-1 0 0,1 0 1 0 0,0 0 0 0 0,0 0-1 0 0,2-6 1 0 0,-2-5 291 0 0,0 10-274 0 0,1 0-1 0 0,-1 0 1 0 0,1 0 0 0 0,0 0 0 0 0,0 0 0 0 0,0 0 0 0 0,1 0-1 0 0,0 0 1 0 0,-1 1 0 0 0,2-1 0 0 0,-1 1 0 0 0,1-1 0 0 0,-1 1-1 0 0,1 0 1 0 0,5-6 0 0 0,-2 4-23 0 0,1 1 0 0 0,-1-1 0 0 0,1 1 0 0 0,0 1 0 0 0,0-1 1 0 0,0 1-1 0 0,1 0 0 0 0,14-5 0 0 0,-3 3 83 0 0,1 1 0 0 0,-1 1 1 0 0,1 0-1 0 0,1 2 0 0 0,-1 0 1 0 0,0 1-1 0 0,32 3 0 0 0,-37 0-75 0 0,-3-2-22 0 0,-1 1 0 0 0,1 0 1 0 0,0 1-1 0 0,0 1 0 0 0,-1 0 0 0 0,1 0 1 0 0,-1 1-1 0 0,0 1 0 0 0,0 0 0 0 0,16 10 1 0 0,-19-11-27 0 0,0 1 0 0 0,-1 0 1 0 0,0 0-1 0 0,0 1 0 0 0,0 0 1 0 0,-1 0-1 0 0,0 1 0 0 0,0 0 1 0 0,-1 0-1 0 0,0 0 0 0 0,0 0 1 0 0,6 12-1 0 0,-11-17-39 0 0,1 0 1 0 0,0 0-1 0 0,-1 0 1 0 0,1 0-1 0 0,-1 0 0 0 0,0 0 1 0 0,0 0-1 0 0,0 0 0 0 0,0 0 1 0 0,0 0-1 0 0,0 0 0 0 0,0 0 1 0 0,0 0-1 0 0,-1 0 1 0 0,1 0-1 0 0,-1 0 0 0 0,0-1 1 0 0,1 1-1 0 0,-1 0 0 0 0,0 0 1 0 0,0 0-1 0 0,0-1 1 0 0,0 1-1 0 0,-1 0 0 0 0,1-1 1 0 0,0 1-1 0 0,-1-1 0 0 0,1 0 1 0 0,-1 1-1 0 0,1-1 0 0 0,-1 0 1 0 0,1 0-1 0 0,-1 0 1 0 0,0 0-1 0 0,0 0 0 0 0,0 0 1 0 0,1-1-1 0 0,-4 2 0 0 0,-7 1 133 0 0,1 0-1 0 0,-1-1 1 0 0,1 0-1 0 0,-23 1 1 0 0,26-3-74 0 0,-16 1 338 0 0,1 0 0 0 0,-1-2 0 0 0,-29-4 0 0 0,47 2-276 0 0,6-2-1 0 0,0 3-66 0 0,163 8 146 0 0,-139-4-170 0 0,0 2 0 0 0,-1 0-1 0 0,1 2 1 0 0,38 14 0 0 0,-53-16-25 0 0,0 0-1 0 0,-1 0 1 0 0,1 1 0 0 0,-1 0 0 0 0,9 7-1 0 0,-17-12-11 0 0,1 0 0 0 0,-1 1-1 0 0,0-1 1 0 0,1 0-1 0 0,-1 0 1 0 0,0 1-1 0 0,0-1 1 0 0,1 0-1 0 0,-1 0 1 0 0,0 1-1 0 0,0-1 1 0 0,0 0-1 0 0,0 1 1 0 0,1-1-1 0 0,-1 0 1 0 0,0 1-1 0 0,0-1 1 0 0,0 0-1 0 0,0 1 1 0 0,0-1-1 0 0,0 0 1 0 0,0 1-1 0 0,0-1 1 0 0,0 1-1 0 0,0-1 1 0 0,0 0-1 0 0,0 1 1 0 0,0-1-1 0 0,0 0 1 0 0,0 1-1 0 0,0-1 1 0 0,0 0-1 0 0,-1 1 1 0 0,1-1-1 0 0,0 0 1 0 0,0 1-1 0 0,0-1 1 0 0,0 0-1 0 0,-1 0 1 0 0,1 1-1 0 0,0-1 1 0 0,0 0-1 0 0,-1 0 1 0 0,1 1-1 0 0,-1-1 1 0 0,-3 3 64 0 0,0-1 1 0 0,0 0-1 0 0,-1 0 1 0 0,1 0-1 0 0,-1-1 1 0 0,-7 2 0 0 0,-68 18 935 0 0,-116 14 0 0 0,149-30-1203 0 0,0-2 0 0 0,0-3 0 0 0,0-1 0 0 0,-59-9 0 0 0,93 8-355 0 0,8 2 375 0 0,1-1 0 0 0,0 1 0 0 0,-1-1 0 0 0,1 0 0 0 0,0-1 1 0 0,-6-1-1 0 0,9 2-34 0 0,0 0-1 0 0,0 1 1 0 0,0-1 0 0 0,-1 0 0 0 0,1 0 0 0 0,0 0-1 0 0,0 0 1 0 0,1 0 0 0 0,-1 0 0 0 0,0 0 0 0 0,0 0-1 0 0,0-1 1 0 0,1 1 0 0 0,-1 0 0 0 0,1 0 0 0 0,-1-1-1 0 0,1 1 1 0 0,-1 0 0 0 0,1-1 0 0 0,0 1 0 0 0,0 0-1 0 0,-1-1 1 0 0,1 1 0 0 0,0-3 0 0 0,0-1-677 0 0,0 0 0 0 0,1 0 0 0 0,-1 0 0 0 0,1 0 0 0 0,0 1 0 0 0,2-8 0 0 0,1 3-863 0 0,1 0 0 0 0,0 0 0 0 0,8-10 0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8:41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36 720 0 0,'-1'-1'155'0'0,"1"0"-1"0"0,-1 0 1 0 0,1 0-1 0 0,-1 0 0 0 0,0 0 1 0 0,1 0-1 0 0,-1 1 1 0 0,0-1-1 0 0,0 0 0 0 0,0 1 1 0 0,1-1-1 0 0,-1 0 1 0 0,0 1-1 0 0,0-1 0 0 0,0 1 1 0 0,0-1-1 0 0,0 1 1 0 0,0 0-1 0 0,0-1 0 0 0,0 1 1 0 0,0 0-1 0 0,0 0 1 0 0,0 0-1 0 0,0 0 0 0 0,-2 0 1 0 0,0-1 486 0 0,-30-12 3801 0 0,15 8 498 0 0,3 2-3864 0 0,10 3 2472 0 0,5 1-3457 0 0,1-1-1 0 0,0 0 1 0 0,-1 1-1 0 0,1-1 1 0 0,0 0-1 0 0,-1 0 0 0 0,1 1 1 0 0,0-1-1 0 0,-1 0 1 0 0,1 0-1 0 0,0 0 1 0 0,-1 0-1 0 0,1 0 1 0 0,0 0-1 0 0,0 0 1 0 0,-1 0-1 0 0,1 0 0 0 0,0 0 1 0 0,-1-1-1 0 0,2 1 1 0 0,21-1 1171 0 0,39 12-155 0 0,77 16-387 0 0,268 63 267 0 0,-374-81-991 0 0,-18-5-144 0 0,0 1 0 0 0,1-2 0 0 0,-1 0 0 0 0,1-1 0 0 0,0 0 0 0 0,22-2 0 0 0,-22-2-616 0 0,-10 2-914 0 0,0-1 0 0 0,0 0 0 0 0,0-1 0 0 0,0 1 0 0 0,7-5 0 0 0,-12 6 1564 0 0,-1 0 0 0 0,0 0 0 0 0,1 0 0 0 0,-1-1-1 0 0,0 1 1 0 0,0 0 0 0 0,0 0 0 0 0,1-1 0 0 0,-1 1 0 0 0,0 0 0 0 0,0 0-1 0 0,0-1 1 0 0,1 1 0 0 0,-1 0 0 0 0,0-1 0 0 0,0 1 0 0 0,0 0-1 0 0,0-1 1 0 0,0 1 0 0 0,0 0 0 0 0,0-1 0 0 0,0 1 0 0 0,0 0 0 0 0,0-1-1 0 0,0 1 1 0 0,0 0 0 0 0,0-1 0 0 0,0 1 0 0 0,0 0 0 0 0,0-1 0 0 0,0 1-1 0 0,0 0 1 0 0,0-1 0 0 0,-1 1 0 0 0,1 0 0 0 0,0 0 0 0 0,0-1 0 0 0,0 1-1 0 0,-1 0 1 0 0,1 0 0 0 0,0-1 0 0 0,0 1 0 0 0,-1 0 0 0 0,1 0-1 0 0,0-1 1 0 0,0 1 0 0 0,-1 0 0 0 0,1 0 0 0 0,0 0 0 0 0,-1-1 0 0 0,-19-11-2338 0 0,14 9 1294 0 0,-26-22-2737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8:42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2881 0 0,'0'0'8244'0'0,"0"-7"-6483"0"0,33 7 320 0 0,-1 0 0 0 0,1-6-320 0 0,32 0-241 0 0,1-3-399 0 0,64-3-241 0 0,-32 4-320 0 0,0 8-399 0 0,-32 0-722 0 0,-1 0-1520 0 0,-33 8-2641 0 0,-5 19-2801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02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92 434 640 0 0,'-5'1'312'0'0,"3"-1"-226"0"0,1 0-1 0 0,-1 0 0 0 0,1 0 1 0 0,-1 0-1 0 0,1 0 0 0 0,-1 1 1 0 0,1-1-1 0 0,-1 1 1 0 0,1-1-1 0 0,0 1 0 0 0,-1-1 1 0 0,1 1-1 0 0,0 0 1 0 0,-1-1-1 0 0,1 1 0 0 0,0 0 1 0 0,0 0-1 0 0,-2 2 1 0 0,-2-2 861 0 0,-21-1 289 0 0,25 1-1035 0 0,-1-1 0 0 0,0 0 0 0 0,1 0 0 0 0,-1 0 1 0 0,0 0-1 0 0,1 0 0 0 0,-1-1 0 0 0,0 1 1 0 0,1 0-1 0 0,-1-1 0 0 0,1 1 0 0 0,-1-1 0 0 0,0 1 1 0 0,1-1-1 0 0,-3-1 0 0 0,4 1 799 0 0,0 0-912 0 0,0 0 0 0 0,0 0 0 0 0,0 0 0 0 0,0 0 0 0 0,0 0 0 0 0,0 0 0 0 0,1 0 0 0 0,-1 1-1 0 0,0-1 1 0 0,0 0 0 0 0,1 0 0 0 0,-1 0 0 0 0,0 0 0 0 0,1 1 0 0 0,-1-1 0 0 0,2-1-1 0 0,39-32 834 0 0,37-41-1 0 0,-63 61-729 0 0,0 0-1 0 0,19-13 0 0 0,-21 18-89 0 0,0-2 0 0 0,-1 0-1 0 0,17-19 1 0 0,-22 22-53 0 0,1 1-1 0 0,0 0 1 0 0,0 0-1 0 0,1 0 1 0 0,-1 1-1 0 0,1 0 1 0 0,19-8-1 0 0,17-12 120 0 0,-32 19-138 0 0,0 0 0 0 0,0 0 0 0 0,1 1 0 0 0,0 1 0 0 0,17-4-1 0 0,-27 8-29 0 0,-1 1-1 0 0,0-1 1 0 0,0 1-1 0 0,0 0 1 0 0,1 0 0 0 0,-1 0-1 0 0,0 1 1 0 0,4 0-1 0 0,8 3 5 0 0,1 2-1 0 0,-2 0 1 0 0,1 0 0 0 0,-1 1 0 0 0,0 1-1 0 0,0 0 1 0 0,-1 1 0 0 0,17 14-1 0 0,-14-9 34 0 0,0 0 0 0 0,-1 2 0 0 0,-1-1 0 0 0,0 1 0 0 0,11 19 0 0 0,-22-30-23 0 0,-1 0 0 0 0,1 0 0 0 0,-1 0 0 0 0,0 0 0 0 0,0 0 0 0 0,-1 0 0 0 0,1 0 0 0 0,-1 1 0 0 0,0-1 0 0 0,-1 1 0 0 0,1-1 0 0 0,-1 1 0 0 0,0-1 0 0 0,-1 1 0 0 0,1-1 0 0 0,-1 0 0 0 0,0 1 0 0 0,0-1 0 0 0,-4 10 0 0 0,-1-2-19 0 0,0-1 1 0 0,-1 0-1 0 0,0 0 1 0 0,-1 0-1 0 0,-18 21 1 0 0,-1-1 232 0 0,25-30-177 0 0,0 1 1 0 0,-1-1-1 0 0,1 0 1 0 0,-1 0-1 0 0,1 0 1 0 0,-1 0-1 0 0,0-1 1 0 0,1 1-1 0 0,-1-1 1 0 0,0 0-1 0 0,0 1 1 0 0,0-1-1 0 0,0-1 1 0 0,0 1-1 0 0,0 0 1 0 0,0-1-1 0 0,0 1 1 0 0,-1-1-1 0 0,1 0 1 0 0,0 0-1 0 0,-5-1 1 0 0,4 1 10 0 0,1-1 0 0 0,-1 1 1 0 0,0-1-1 0 0,0 0 0 0 0,1 0 0 0 0,-1 0 1 0 0,1 0-1 0 0,-1 0 0 0 0,1-1 1 0 0,-1 0-1 0 0,1 0 0 0 0,0 0 1 0 0,0 0-1 0 0,0 0 0 0 0,0-1 0 0 0,0 1 1 0 0,-3-4-1 0 0,5 4-55 0 0,1 1 0 0 0,-1 0-1 0 0,1 0 1 0 0,-1-1 0 0 0,1 1-1 0 0,0 0 1 0 0,-1-1 0 0 0,1 1 0 0 0,0 0-1 0 0,0-1 1 0 0,0 1 0 0 0,0-1-1 0 0,0 1 1 0 0,0 0 0 0 0,0-1 0 0 0,0 1-1 0 0,1 0 1 0 0,-1-1 0 0 0,0 1-1 0 0,1 0 1 0 0,0-2 0 0 0,18-29-38 0 0,-10 17 31 0 0,17-35 28 0 0,-2-1 0 0 0,19-60-1 0 0,-42 107-17 0 0,1-2 20 0 0,0 0-1 0 0,0 0 1 0 0,0 1-1 0 0,1-1 1 0 0,-1 1 0 0 0,8-11-1 0 0,-7 13-35 0 0,1 1-1 0 0,-1-1 1 0 0,1 0 0 0 0,-1 1-1 0 0,1 0 1 0 0,0 0 0 0 0,0 0-1 0 0,0 0 1 0 0,0 1-1 0 0,1 0 1 0 0,5-2 0 0 0,6-1-55 0 0,-2-1-15 0 0,1 2-1 0 0,27-4 1 0 0,-10 7 64 0 0,-26 0 17 0 0,0 0 0 0 0,1 1-1 0 0,-1 0 1 0 0,0 0 0 0 0,0 0 0 0 0,0 1 0 0 0,0 0 0 0 0,0 0 0 0 0,0 1 0 0 0,-1-1 0 0 0,1 1-1 0 0,-1 1 1 0 0,1-1 0 0 0,-1 1 0 0 0,0 0 0 0 0,-1 0 0 0 0,1 0 0 0 0,-1 1 0 0 0,0-1 0 0 0,0 1-1 0 0,0 0 1 0 0,0 0 0 0 0,4 11 0 0 0,-2-4 39 0 0,-1 1 1 0 0,0 0-1 0 0,-1 0 1 0 0,0 0-1 0 0,-1 0 0 0 0,-1 1 1 0 0,2 26-1 0 0,-4-39-43 0 0,0 0 0 0 0,1 1 0 0 0,-1-1 0 0 0,0 1 0 0 0,0-1 0 0 0,0 0 0 0 0,-1 1 0 0 0,1-1 0 0 0,0 0 0 0 0,0 1 0 0 0,-1-1 0 0 0,1 0 0 0 0,-1 0 0 0 0,1 1 0 0 0,-1-1 0 0 0,0 0 0 0 0,1 0 0 0 0,-1 0 0 0 0,0 0 0 0 0,0 0 0 0 0,0 0 0 0 0,1 0 0 0 0,-1 0 0 0 0,0 0 0 0 0,-1 0 0 0 0,1 0 0 0 0,0 0 0 0 0,0-1 0 0 0,0 1 0 0 0,-2 0 0 0 0,-5 4-13 0 0,7-3 21 0 0,0-1 0 0 0,0 0 0 0 0,0 0 1 0 0,0 0-1 0 0,0 0 0 0 0,0 0 1 0 0,-1 0-1 0 0,1 0 0 0 0,0-1 1 0 0,0 1-1 0 0,-1 0 0 0 0,1-1 0 0 0,0 1 1 0 0,-1-1-1 0 0,1 1 0 0 0,-1-1 1 0 0,1 1-1 0 0,-1-1 0 0 0,1 0 0 0 0,-1 0 1 0 0,1 0-1 0 0,-2 0 0 0 0,1 0 2 0 0,2 0-9 0 0,-1-1 1 0 0,1 1 0 0 0,-1 0 0 0 0,1 0 0 0 0,0-1-1 0 0,-1 1 1 0 0,1 0 0 0 0,0-1 0 0 0,-1 1 0 0 0,1-1 0 0 0,0 1-1 0 0,0 0 1 0 0,-1-1 0 0 0,1 1 0 0 0,0-1 0 0 0,0 1-1 0 0,-1-1 1 0 0,1 1 0 0 0,0-1 0 0 0,0 1 0 0 0,0-1-1 0 0,0 1 1 0 0,0-1 0 0 0,0 1 0 0 0,0-1 0 0 0,0 1-1 0 0,0-1 1 0 0,0 0 0 0 0,0-19-19 0 0,1 15 62 0 0,-2-1-35 0 0,1-1-1 0 0,1 1 1 0 0,-1-1 0 0 0,1 1 0 0 0,0-1-1 0 0,1 1 1 0 0,-1-1 0 0 0,1 1 0 0 0,1 0 0 0 0,-1 0-1 0 0,1 0 1 0 0,0 0 0 0 0,0 0 0 0 0,8-9-1 0 0,19-37-32 0 0,-21 34 44 0 0,1 2 0 0 0,12-17 0 0 0,-9 19-13 0 0,0 1-1 0 0,0 1 1 0 0,1 0-1 0 0,1 1 1 0 0,0 1-1 0 0,1 0 0 0 0,0 0 1 0 0,21-8-1 0 0,-26 17-87 0 0,20 5 20 0 0,-25-4 64 0 0,0 1 0 0 0,-1 0 0 0 0,1 0-1 0 0,-1 0 1 0 0,1 0 0 0 0,-1 1 0 0 0,0 0 0 0 0,1 0 0 0 0,-1 0 0 0 0,0 1 0 0 0,0 0-1 0 0,-1 0 1 0 0,1 0 0 0 0,-1 0 0 0 0,1 1 0 0 0,-1 0 0 0 0,0-1 0 0 0,5 8-1 0 0,14 14 161 0 0,-2 1-1 0 0,0 1 1 0 0,28 49-1 0 0,-47-73-132 0 0,-1 1 0 0 0,0 0 1 0 0,0-1-1 0 0,0 1 0 0 0,0-1 0 0 0,0 1 0 0 0,-1 0 1 0 0,0 0-1 0 0,1-1 0 0 0,-1 1 0 0 0,-1 0 0 0 0,1 0 1 0 0,-1-1-1 0 0,1 1 0 0 0,-1 0 0 0 0,0-1 0 0 0,0 1 1 0 0,-1-1-1 0 0,1 1 0 0 0,-1-1 0 0 0,-3 7 0 0 0,-5 11 17 0 0,-1 18-142 0 0,-11-9-292 0 0,11-4-308 0 0,2-17-33 0 0,8-8 703 0 0,1-1 0 0 0,0 0 0 0 0,0 0 0 0 0,-1 0 0 0 0,1 0 0 0 0,0 0 0 0 0,0 0 0 0 0,0 0 0 0 0,-1 1 0 0 0,1-1 0 0 0,0 0 0 0 0,0 0 0 0 0,0 0 0 0 0,-1 1 0 0 0,1-1 0 0 0,0 0 0 0 0,0 0 0 0 0,0 0 0 0 0,0 1 0 0 0,0-1 0 0 0,-1 0 0 0 0,1 0 0 0 0,0 1 0 0 0,0-1 0 0 0,0 0 0 0 0,0 0 0 0 0,0 1 0 0 0,0-1 0 0 0,0 0 0 0 0,0 1 0 0 0,0-1 0 0 0,0 0 0 0 0,0 0 0 0 0,0 1 0 0 0,0-1 0 0 0,0 0 0 0 0,0 0 0 0 0,1 1 0 0 0,23 11-4783 0 0,-2-8 459 0 0,-22-4 4243 0 0,0 0 1 0 0,0 0-1 0 0,1 0 1 0 0,-1 0-1 0 0,0 0 1 0 0,0 0-1 0 0,0 0 1 0 0,0 0-1 0 0,1 0 1 0 0,-1 0-1 0 0,0 0 1 0 0,0 0-1 0 0,0 0 1 0 0,0 0-1 0 0,1 0 1 0 0,-1 0-1 0 0,0 0 1 0 0,0 0-1 0 0,0 0 1 0 0,0 0-1 0 0,1-1 1 0 0,-1 1-1 0 0,0 0 1 0 0,0 0-1 0 0,0 0 1 0 0,0 0-1 0 0,0 0 1 0 0,1 0-1 0 0,-1 0 1 0 0,0-1-1 0 0,0 1 1 0 0,0 0-1 0 0,0 0 1 0 0,0 0-1 0 0,0 0 1 0 0,0 0-1 0 0,0-1 1 0 0,0 1-1 0 0,0 0 1 0 0,0 0-1 0 0,0 0 1 0 0,0 0-1 0 0,0-1 1 0 0,0 1-1 0 0,0 0 1 0 0,0 0-1 0 0,0 0 1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03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1 1040 0 0,'-12'0'550'0'0,"1"0"0"0"0,-1 0-1 0 0,1 2 1 0 0,-1-1 0 0 0,-15 5-1 0 0,24-5-448 0 0,1 0 0 0 0,-1 0 0 0 0,1 0 0 0 0,-1 0 0 0 0,1 1-1 0 0,0-1 1 0 0,-1 1 0 0 0,1-1 0 0 0,0 1 0 0 0,0 0 0 0 0,0 0-1 0 0,0 0 1 0 0,1 0 0 0 0,-1 0 0 0 0,0 0 0 0 0,1 0 0 0 0,-1 1-1 0 0,1-1 1 0 0,0 1 0 0 0,0-1 0 0 0,0 1 0 0 0,0-1 0 0 0,0 1-1 0 0,1-1 1 0 0,-1 1 0 0 0,1 0 0 0 0,-1 0 0 0 0,1-1 0 0 0,0 4-1 0 0,0 11 242 0 0,-1 0-1 0 0,2-1 1 0 0,0 1-1 0 0,2-1 1 0 0,-1 1-1 0 0,2-1 1 0 0,0 0-1 0 0,1 0 1 0 0,9 20-1 0 0,51 95 1540 0 0,-61-125-1806 0 0,0-1 0 0 0,0 0-1 0 0,0 0 1 0 0,0-1 0 0 0,1 1 0 0 0,-1-1 0 0 0,1 0-1 0 0,0 0 1 0 0,1-1 0 0 0,-1 1 0 0 0,1-1-1 0 0,-1-1 1 0 0,1 1 0 0 0,0-1 0 0 0,0 0 0 0 0,0 0-1 0 0,0 0 1 0 0,1-1 0 0 0,-1 0 0 0 0,0 0 0 0 0,1-1-1 0 0,-1 0 1 0 0,0 0 0 0 0,7-1 0 0 0,-1 0-78 0 0,-1 0 1 0 0,0-1-1 0 0,0-1 1 0 0,1 0 0 0 0,-2 0-1 0 0,1-1 1 0 0,0 0 0 0 0,-1-1-1 0 0,0 0 1 0 0,0-1-1 0 0,18-13 1 0 0,-21 14 13 0 0,-1-1 1 0 0,0 0-1 0 0,0-1 0 0 0,0 1 0 0 0,-1-1 1 0 0,0 0-1 0 0,0 0 0 0 0,7-15 0 0 0,-10 16 15 0 0,0 0 0 0 0,0-1 0 0 0,-1 1 0 0 0,1-1 0 0 0,-1 1 0 0 0,-1-1 0 0 0,1 0 0 0 0,-1 1 0 0 0,-1-1 0 0 0,1 0 0 0 0,-3-11 0 0 0,-19-76 361 0 0,19 63-213 0 0,2 23-106 0 0,0 1 1 0 0,0-1-1 0 0,0 1 0 0 0,-4-9 1 0 0,4 13-38 0 0,0 1-1 0 0,0-1 1 0 0,0 1 0 0 0,-1 0 0 0 0,1 0 0 0 0,-1 0 0 0 0,1 0 0 0 0,-1 0 0 0 0,0 0 0 0 0,0 0-1 0 0,0 0 1 0 0,0 1 0 0 0,0-1 0 0 0,0 1 0 0 0,0-1 0 0 0,-3 0 0 0 0,-4-2 149 0 0,0 1 0 0 0,0 1 0 0 0,-1 0 0 0 0,1 0 0 0 0,-1 0 0 0 0,1 1 0 0 0,-13 1 0 0 0,15 3 1135 0 0,3 0-1095 0 0,0-3-95 0 0,3 0-116 0 0,0 0 1 0 0,1 0-1 0 0,-1 0 0 0 0,0 0 1 0 0,0 0-1 0 0,0 0 0 0 0,1 0 0 0 0,-1 0 1 0 0,0 0-1 0 0,0 1 0 0 0,1-1 1 0 0,-1 0-1 0 0,0 0 0 0 0,1 1 0 0 0,-1-1 1 0 0,0 0-1 0 0,0 1 0 0 0,1-1 1 0 0,-1 1-1 0 0,1-1 0 0 0,-1 1 0 0 0,1-1 1 0 0,-1 1-1 0 0,0 0 0 0 0,1-1 1 0 0,0 1-1 0 0,-1-1 0 0 0,1 1 0 0 0,-1 0 1 0 0,1-1-1 0 0,0 1 0 0 0,-1 0 1 0 0,1 0-1 0 0,0-1 0 0 0,0 1 0 0 0,0 0 1 0 0,0 0-1 0 0,-1-1 0 0 0,1 1 1 0 0,0 0-1 0 0,0 0 0 0 0,1 0 0 0 0,-1-1 1 0 0,0 1-1 0 0,0 0 0 0 0,0 0 0 0 0,0-1 1 0 0,1 1-1 0 0,-1 0 0 0 0,0-1 1 0 0,1 1-1 0 0,-1 0 0 0 0,1 1 0 0 0,19 44 185 0 0,1-1-1 0 0,3 0 1 0 0,36 52-1 0 0,-46-78-163 0 0,12 13-40 0 0,-3 1 1 0 0,-1 2-1 0 0,-1 0 1 0 0,-2 1 0 0 0,18 47-1 0 0,-20-39 54 0 0,-11-30-69 0 0,0-1-1 0 0,-1 1 1 0 0,-1 0 0 0 0,0 1 0 0 0,-1-1-1 0 0,1 19 1 0 0,-5-19 55 0 0,-1 0 1 0 0,-1 0-1 0 0,0 1 0 0 0,-1-1 1 0 0,0-1-1 0 0,-1 1 0 0 0,-1-1 1 0 0,0 0-1 0 0,-1 0 0 0 0,-12 17 1 0 0,8-17-167 0 0,-1-1 1 0 0,-1 0 0 0 0,-1-1 0 0 0,1-1 0 0 0,-1 0-1 0 0,-1-1 1 0 0,0 0 0 0 0,0-1 0 0 0,-1-1 0 0 0,-32 10-1 0 0,13-6 26 0 0,-1-2-1 0 0,-1-1 0 0 0,1-2 0 0 0,-46 2 1 0 0,-98-6 967 0 0,153-3-615 0 0,0-2 0 0 0,0-1 0 0 0,0 0 0 0 0,-38-13 0 0 0,60 15-206 0 0,-1 0-1 0 0,1 0 0 0 0,-1-1 0 0 0,1 1 1 0 0,0-1-1 0 0,0 0 0 0 0,0-1 1 0 0,1 1-1 0 0,-1-1 0 0 0,1 0 0 0 0,0 0 1 0 0,-4-5-1 0 0,6 6-15 0 0,0 0 0 0 0,0 0-1 0 0,1 0 1 0 0,-1 0 0 0 0,1 0 0 0 0,0 0 0 0 0,0-1-1 0 0,0 1 1 0 0,0 0 0 0 0,1-1 0 0 0,-1 1 0 0 0,1-1-1 0 0,0 1 1 0 0,0-1 0 0 0,0 1 0 0 0,1-5 0 0 0,2-1 5 0 0,0 0 0 0 0,0 0 1 0 0,1 1-1 0 0,0-1 0 0 0,0 1 1 0 0,1 0-1 0 0,0 0 0 0 0,1 0 1 0 0,0 1-1 0 0,0 0 0 0 0,1 0 1 0 0,-1 1-1 0 0,1-1 0 0 0,1 1 0 0 0,7-5 1 0 0,87-50 140 0 0,-58 36-145 0 0,42-25-99 0 0,193-99-485 0 0,41 30-1671 0 0,-108 56-5123 0 0,-103 34-1594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07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 1441 0 0,'0'0'295'0'0,"0"1"0"0"0,0 0 0 0 0,0-1 0 0 0,0 1 0 0 0,-1 0 0 0 0,1-1 0 0 0,0 1 0 0 0,0-1 0 0 0,-1 1 0 0 0,1 0 0 0 0,0-1 0 0 0,-1 1 0 0 0,1-1 0 0 0,-1 1 0 0 0,1-1 0 0 0,0 1 0 0 0,-1-1 0 0 0,1 1 0 0 0,-1-1 0 0 0,1 0 0 0 0,-1 1 0 0 0,0-1 0 0 0,1 0 0 0 0,-1 1 0 0 0,1-1 0 0 0,-1 0 0 0 0,-1 1 0 0 0,-24 4 1884 0 0,-7 3 1775 0 0,6-2-2007 0 0,6-1 1410 0 0,22-4-3305 0 0,0 0 1 0 0,0 0 0 0 0,0 0 0 0 0,0 0 0 0 0,1 0 0 0 0,-1-1 0 0 0,0 1 0 0 0,1 0 0 0 0,-1-1 0 0 0,1 1 0 0 0,-1-1 0 0 0,1 1 0 0 0,-1-1-1 0 0,1 0 1 0 0,-1 1 0 0 0,1-1 0 0 0,2 0 0 0 0,132 41 187 0 0,-18-13-133 0 0,127 31 0 0 0,-214-49-643 0 0,0 2 0 0 0,45 22-1 0 0,5 11-4143 0 0,-60-33 2765 0 0,44 28-5382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07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1 140 240 0 0,'0'6'14407'0'0,"65"-12"-12967"0"0,0-9-319 0 0,99-12-161 0 0,90-21-79 0 0,-25 7-1602 0 0,-66 33-3521 0 0,-32 22-4001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08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483 70 240 0 0,'1'-2'35'0'0,"-1"1"-1"0"0,1 0 1 0 0,-1 0 0 0 0,1 0-1 0 0,-1 0 1 0 0,1 0 0 0 0,-1 0-1 0 0,1 0 1 0 0,0 0 0 0 0,0 0-1 0 0,0 0 1 0 0,-1 0 0 0 0,1 1-1 0 0,0-1 1 0 0,0 0-1 0 0,0 1 1 0 0,0-1 0 0 0,0 0-1 0 0,0 1 1 0 0,0-1 0 0 0,1 1-1 0 0,-1 0 1 0 0,0-1 0 0 0,0 1-1 0 0,2 0 1 0 0,43-11 337 0 0,-18 5-124 0 0,6-3-143 0 0,1 1-1 0 0,-1 2 1 0 0,1 1 0 0 0,0 2 0 0 0,1 1 0 0 0,44 4-1 0 0,-68-1-56 0 0,0 0 0 0 0,-1 0-1 0 0,1 1 1 0 0,0 1 0 0 0,-1 0-1 0 0,17 6 1 0 0,-26-8-26 0 0,0 1-1 0 0,1-1 1 0 0,-1 0-1 0 0,0 0 1 0 0,0 1 0 0 0,0-1-1 0 0,0 1 1 0 0,0 0-1 0 0,0-1 1 0 0,-1 1 0 0 0,1 0-1 0 0,-1 0 1 0 0,1 0-1 0 0,-1 1 1 0 0,0-1 0 0 0,1 0-1 0 0,-1 0 1 0 0,0 1-1 0 0,1 3 1 0 0,-1 2 71 0 0,0-1 1 0 0,0 1-1 0 0,0-1 1 0 0,-2 15-1 0 0,1-8 35 0 0,1-7-102 0 0,-1 0 0 0 0,0 0 0 0 0,0 0 0 0 0,-1 0 0 0 0,1 0 0 0 0,-1 0 0 0 0,-1 0 0 0 0,0 0 0 0 0,0 0-1 0 0,0 0 1 0 0,0-1 0 0 0,-1 1 0 0 0,0-1 0 0 0,-1 0 0 0 0,0 0 0 0 0,0 0 0 0 0,-5 7 0 0 0,-46 37-16 0 0,37-35 39 0 0,-29 31-1 0 0,6 7 149 0 0,24-29-29 0 0,-28 28 0 0 0,25-33-54 0 0,-1 0 1 0 0,0-1-1 0 0,-2-2 0 0 0,0 0 0 0 0,0-1 0 0 0,-1-2 0 0 0,-1 0 0 0 0,-29 10 0 0 0,0-2 420 0 0,-1-3 0 0 0,-80 16-1 0 0,106-30-234 0 0,0-1 0 0 0,0-2 0 0 0,-1-1-1 0 0,-49-6 1 0 0,76 6-295 0 0,-1-1 0 0 0,1 1 0 0 0,-1-1 0 0 0,1 0 0 0 0,0 0-1 0 0,0-1 1 0 0,0 1 0 0 0,0-1 0 0 0,0 1 0 0 0,0-1 0 0 0,0 0 0 0 0,0 0 0 0 0,0 0-1 0 0,1-1 1 0 0,-1 1 0 0 0,1 0 0 0 0,0-1 0 0 0,0 0 0 0 0,0 0 0 0 0,0 1-1 0 0,0-1 1 0 0,0 0 0 0 0,1-1 0 0 0,0 1 0 0 0,-1 0 0 0 0,1 0 0 0 0,0-1 0 0 0,1 1-1 0 0,-1 0 1 0 0,0-5 0 0 0,1 6-9 0 0,0 0-1 0 0,0 0 0 0 0,1 1 1 0 0,-1-1-1 0 0,0 0 0 0 0,1 1 1 0 0,-1-1-1 0 0,1 1 0 0 0,0-1 1 0 0,-1 0-1 0 0,1 1 0 0 0,0-1 1 0 0,0 1-1 0 0,0 0 1 0 0,0-1-1 0 0,0 1 0 0 0,0 0 1 0 0,0-1-1 0 0,1 1 0 0 0,-1 0 1 0 0,0 0-1 0 0,2-1 0 0 0,5-5-24 0 0,25-21-50 0 0,-27 24 76 0 0,-1 1 0 0 0,1 0 0 0 0,0 0 0 0 0,0 0 0 0 0,0 1 0 0 0,0 0 0 0 0,0 0 0 0 0,1 0-1 0 0,-1 1 1 0 0,1 0 0 0 0,8 0 0 0 0,1-1 0 0 0,-2 0 20 0 0,0-1 1 0 0,1 2 0 0 0,-1 0-1 0 0,0 1 1 0 0,1 0 0 0 0,-1 1-1 0 0,0 1 1 0 0,0 0 0 0 0,0 1-1 0 0,0 1 1 0 0,14 5 0 0 0,11 3 163 0 0,-1 2 0 0 0,0 1 0 0 0,-1 2 0 0 0,-1 2 0 0 0,37 25 0 0 0,-57-32-48 0 0,-1 0-1 0 0,20 20 0 0 0,-30-26-119 0 0,-1-1 1 0 0,0 1 0 0 0,0-1-1 0 0,0 1 1 0 0,0 1-1 0 0,-1-1 1 0 0,0 0 0 0 0,4 11-1 0 0,3 37-132 0 0,12-6-547 0 0,-11-13-1360 0 0,-8-31 1541 0 0,0-1 0 0 0,0 1 0 0 0,0 0 0 0 0,1-1 0 0 0,-1 0 0 0 0,5 4 0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09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68 477 1040 0 0,'-55'-15'1334'0'0,"54"14"-1307"0"0,1 1 0 0 0,-1-1 0 0 0,0 1-1 0 0,0-1 1 0 0,0 1 0 0 0,1-1 0 0 0,-1 0-1 0 0,0 0 1 0 0,0 1 0 0 0,1-1 0 0 0,-1 0-1 0 0,1 0 1 0 0,-1 0 0 0 0,1 0 0 0 0,-1 0-1 0 0,1 0 1 0 0,0 0 0 0 0,-1 0 0 0 0,1 0-1 0 0,0 0 1 0 0,0 0 0 0 0,0 0-1 0 0,-1 0 1 0 0,1 0 0 0 0,0 0 0 0 0,1-1-1 0 0,-1 0 4 0 0,0-1-1 0 0,0 1 1 0 0,1-1-1 0 0,-1 0 1 0 0,1 1-1 0 0,0 0 1 0 0,0-1-1 0 0,2-3 1 0 0,19-27 210 0 0,-17 22-148 0 0,0 1 0 0 0,1-1 0 0 0,0 1 0 0 0,1 0 1 0 0,11-11-1 0 0,0-2 75 0 0,-6 7-42 0 0,-2 3-15 0 0,0 0 1 0 0,1 0-1 0 0,1 1 0 0 0,0 0 1 0 0,24-18-1 0 0,-23 21-64 0 0,-3 1-4 0 0,0 1 1 0 0,1 0-1 0 0,0 1 0 0 0,0 0 1 0 0,1 1-1 0 0,-1 0 0 0 0,1 0 1 0 0,23-4-1 0 0,20 7 11 0 0,-48 3-50 0 0,-1-1 0 0 0,1 1 0 0 0,0 1 1 0 0,0-1-1 0 0,-1 1 0 0 0,1 0 0 0 0,-1 0 0 0 0,1 1 0 0 0,-1 0 0 0 0,0 0 0 0 0,0 1 0 0 0,0-1 0 0 0,-1 1 0 0 0,1 0 1 0 0,-1 1-1 0 0,9 9 0 0 0,-7-5 19 0 0,-1 0 1 0 0,-1 0 0 0 0,1 0 0 0 0,-1 0 0 0 0,-1 1-1 0 0,0 0 1 0 0,0 0 0 0 0,-1 0 0 0 0,2 12-1 0 0,-4-18 19 0 0,0 0 0 0 0,0 0 1 0 0,-1 0-1 0 0,1 0 0 0 0,-1 0 0 0 0,0 1 0 0 0,-1-1 0 0 0,1 0 0 0 0,-1 0 0 0 0,1 0 0 0 0,-1 0 0 0 0,0 0 0 0 0,-1 0 0 0 0,1 0 0 0 0,-1 0 0 0 0,0 0 0 0 0,0 0 0 0 0,0-1 0 0 0,0 1 0 0 0,0-1 1 0 0,-1 1-1 0 0,0-1 0 0 0,0 0 0 0 0,0 0 0 0 0,-4 3 0 0 0,-13 17 519 0 0,19-22-501 0 0,1 0-1 0 0,-1 0 1 0 0,0 1 0 0 0,1-2 0 0 0,-1 1 0 0 0,0 0-1 0 0,1 0 1 0 0,-1 0 0 0 0,0 0 0 0 0,0 0 0 0 0,0-1-1 0 0,0 1 1 0 0,0 0 0 0 0,0-1 0 0 0,0 1 0 0 0,0 0-1 0 0,0-1 1 0 0,0 0 0 0 0,0 1 0 0 0,0-1-1 0 0,-1 0 1 0 0,1 1 0 0 0,0-1 0 0 0,0 0 0 0 0,0 0-1 0 0,-1 0 1 0 0,0 0 0 0 0,-3 0 122 0 0,-2-4 787 0 0,3 0-882 0 0,-5 0-1 0 0,4 3-51 0 0,1-1 0 0 0,-1 0-1 0 0,1 0 1 0 0,-1-1 0 0 0,1 1 0 0 0,0-1-1 0 0,-6-4 1 0 0,9 5-23 0 0,0 1 1 0 0,0-1-1 0 0,0 1 0 0 0,0-1 0 0 0,0 1 0 0 0,0-1 1 0 0,0 1-1 0 0,1-1 0 0 0,-1 0 0 0 0,1 0 0 0 0,-1 1 1 0 0,1-1-1 0 0,-1 0 0 0 0,1 0 0 0 0,0 1 1 0 0,0-1-1 0 0,0 0 0 0 0,0 0 0 0 0,0 0 0 0 0,0 1 1 0 0,1-1-1 0 0,-1 0 0 0 0,1 0 0 0 0,-1 1 1 0 0,1-1-1 0 0,-1 0 0 0 0,1 1 0 0 0,2-4 0 0 0,9-18 173 0 0,23-30 0 0 0,5-10 62 0 0,-38 58-239 0 0,1 0 0 0 0,0 1 1 0 0,1-1-1 0 0,-1 1 0 0 0,1 0 0 0 0,-1 0 0 0 0,1 0 1 0 0,0 1-1 0 0,1-1 0 0 0,-1 1 0 0 0,1 0 1 0 0,-1 0-1 0 0,1 1 0 0 0,5-3 0 0 0,6-1 9 0 0,-1 1 0 0 0,1 1 0 0 0,21-3 0 0 0,-22 4-15 0 0,1 2-25 0 0,-1 0 0 0 0,1 0-1 0 0,0 2 1 0 0,0 0-1 0 0,30 6 1 0 0,-41-6 27 0 0,0 0-1 0 0,0 1 1 0 0,0 0 0 0 0,-1 0 0 0 0,1 0 0 0 0,-1 1 0 0 0,1-1 0 0 0,-1 1 0 0 0,0 0 0 0 0,0 0-1 0 0,0 1 1 0 0,0-1 0 0 0,-1 1 0 0 0,1 0 0 0 0,-1 0 0 0 0,4 6 0 0 0,-6-8 1 0 0,7 6 53 0 0,-1 2-1 0 0,0-1 1 0 0,-1 1 0 0 0,0 0-1 0 0,0 0 1 0 0,6 19 0 0 0,-10-25-9 0 0,-1-1-1 0 0,0 1 1 0 0,0 0 0 0 0,-1 0 0 0 0,1 0 0 0 0,-1 0 0 0 0,0 0 0 0 0,0 0-1 0 0,0 0 1 0 0,0 1 0 0 0,-1-1 0 0 0,0-1 0 0 0,0 1 0 0 0,0 0-1 0 0,0 0 1 0 0,0 0 0 0 0,-1 0 0 0 0,0-1 0 0 0,0 1 0 0 0,0-1 0 0 0,0 1-1 0 0,0-1 1 0 0,-1 0 0 0 0,1 0 0 0 0,-6 4 0 0 0,-6 8 362 0 0,12-12-232 0 0,-1 0 1 0 0,0 0-1 0 0,0 0 1 0 0,-1 0-1 0 0,1 0 1 0 0,0 0-1 0 0,-1-1 0 0 0,0 0 1 0 0,1 0-1 0 0,-1 0 1 0 0,0 0-1 0 0,0-1 0 0 0,-8 3 1 0 0,-37 4 661 0 0,48-8-819 0 0,1 0-1 0 0,-1 0 1 0 0,1 0-1 0 0,-1 0 1 0 0,1 0-1 0 0,-1 0 0 0 0,1 0 1 0 0,0 0-1 0 0,-1 0 1 0 0,1-1-1 0 0,-1 1 1 0 0,1 0-1 0 0,-1 0 1 0 0,1 0-1 0 0,-1 0 1 0 0,1-1-1 0 0,0 1 1 0 0,-1 0-1 0 0,1 0 1 0 0,-1-1-1 0 0,1 1 1 0 0,0 0-1 0 0,-1-1 0 0 0,1 1 1 0 0,0 0-1 0 0,0-1 1 0 0,-1 1-1 0 0,1-1 1 0 0,0 1-1 0 0,0-1 1 0 0,-1 1-1 0 0,1 0 1 0 0,0-1-1 0 0,0 1 1 0 0,0-1-1 0 0,0 1 1 0 0,0-1-1 0 0,0 1 1 0 0,0-1-1 0 0,0 1 0 0 0,0-1 1 0 0,-4-7 0 0 0,-2 4-6 0 0,5 4-12 0 0,0-1 0 0 0,0 1 0 0 0,0 0-1 0 0,0-1 1 0 0,0 1 0 0 0,0-1 0 0 0,0 1 0 0 0,0-1 0 0 0,0 0-1 0 0,0 1 1 0 0,1-1 0 0 0,-1 0 0 0 0,0 0 0 0 0,0 1-1 0 0,1-1 1 0 0,-1 0 0 0 0,1 0 0 0 0,-1 0 0 0 0,1 0-1 0 0,-1 0 1 0 0,1 0 0 0 0,-1 0 0 0 0,1 0 0 0 0,0 0-1 0 0,-1 0 1 0 0,1 0 0 0 0,0 0 0 0 0,0 0 0 0 0,0 0-1 0 0,0 0 1 0 0,0 0 0 0 0,0 0 0 0 0,0 0 0 0 0,0 0-1 0 0,1 0 1 0 0,-1 0 0 0 0,0 0 0 0 0,1 0 0 0 0,-1 0-1 0 0,0 0 1 0 0,2-2 0 0 0,6-13 6 0 0,2-1 1 0 0,0 1-1 0 0,1 1 1 0 0,1 0-1 0 0,0 1 0 0 0,23-22 1 0 0,-8 9 4 0 0,-10 9-12 0 0,11-13 5 0 0,39-31 1 0 0,-56 52-20 0 0,2 1 0 0 0,-1 1-1 0 0,1 0 1 0 0,0 0 0 0 0,1 2 0 0 0,0-1 0 0 0,18-4 0 0 0,-12 7 15 0 0,1 1 0 0 0,-1 0 0 0 0,1 2 0 0 0,0 0 0 0 0,0 2 0 0 0,-1 0 1 0 0,1 1-1 0 0,0 1 0 0 0,-1 1 0 0 0,0 1 0 0 0,0 1 0 0 0,21 9 0 0 0,-30-11 85 0 0,-1 1 1 0 0,1 0-1 0 0,-1 1 1 0 0,0 0-1 0 0,-1 1 1 0 0,0 0-1 0 0,0 0 1 0 0,15 17-1 0 0,-19-19 2 0 0,-1 0-1 0 0,0 1 0 0 0,0 0 0 0 0,0 0 0 0 0,0 0 1 0 0,-1 0-1 0 0,0 1 0 0 0,0-1 0 0 0,-1 1 0 0 0,0 0 1 0 0,0 0-1 0 0,-1-1 0 0 0,0 1 0 0 0,1 11 0 0 0,-3-8 8 0 0,0-1-1 0 0,-1 1 1 0 0,-1-1-1 0 0,1 0 0 0 0,-1 0 1 0 0,-1 0-1 0 0,-7 14 1 0 0,-11 33 185 0 0,19-42-336 0 0,0-2 72 0 0,0 1-1 0 0,-1-1 0 0 0,0 0 0 0 0,-8 16 0 0 0,10-25-115 0 0,1 0 0 0 0,-1-1 0 0 0,0 1 0 0 0,1-1 0 0 0,-1 0 0 0 0,0 1 0 0 0,-1-1 0 0 0,1 0 0 0 0,0 0 0 0 0,-1 0 0 0 0,1-1 0 0 0,-1 1-1 0 0,1-1 1 0 0,-1 1 0 0 0,0-1 0 0 0,1 0 0 0 0,-1 0 0 0 0,0 0 0 0 0,0 0 0 0 0,0 0 0 0 0,0-1 0 0 0,0 1 0 0 0,-5-1 0 0 0,7-1-170 0 0,0 0-1 0 0,1 0 1 0 0,-1 1-1 0 0,1-1 1 0 0,-1 0 0 0 0,1 0-1 0 0,-1 0 1 0 0,1 0 0 0 0,0 0-1 0 0,-1 0 1 0 0,1 0-1 0 0,0 0 1 0 0,0 0 0 0 0,0 0-1 0 0,0 0 1 0 0,0 0-1 0 0,0 0 1 0 0,0 0 0 0 0,0 0-1 0 0,0 0 1 0 0,1-2-1 0 0,-1-1-976 0 0,0 0 660 0 0,1 0 0 0 0,-1 0 0 0 0,1 0 0 0 0,0 1 0 0 0,0-1 0 0 0,0 0-1 0 0,1 1 1 0 0,-1-1 0 0 0,1 1 0 0 0,2-4 0 0 0,4-10-1223 0 0,-7 13 1394 0 0,0 1-1 0 0,0 0 1 0 0,-1-1-1 0 0,1 1 1 0 0,-1-1-1 0 0,1 1 1 0 0,-2-5-1 0 0,1 7 383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10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38 960 0 0,'-8'-5'485'0'0,"0"0"-1"0"0,0 1 0 0 0,-1 0 0 0 0,1 0 1 0 0,-1 1-1 0 0,0 0 0 0 0,0 0 0 0 0,0 1 0 0 0,-1 1 1 0 0,1-1-1 0 0,0 1 0 0 0,-1 1 0 0 0,1 0 1 0 0,0 0-1 0 0,-1 1 0 0 0,1 0 0 0 0,0 1 0 0 0,-1 0 1 0 0,-8 3-1 0 0,12-3-186 0 0,1 0 0 0 0,0 1 0 0 0,-1-1 1 0 0,1 1-1 0 0,0 0 0 0 0,1 0 0 0 0,-1 1 0 0 0,0 0 0 0 0,1-1 1 0 0,-6 8-1 0 0,-1-1 264 0 0,-2 2 8 0 0,9-10-419 0 0,1 1-1 0 0,-1-1 1 0 0,1 1 0 0 0,0 0 0 0 0,0 1 0 0 0,0-1 0 0 0,0 0 0 0 0,0 1 0 0 0,1 0 0 0 0,0-1 0 0 0,0 1 0 0 0,0 0 0 0 0,0 0-1 0 0,0 1 1 0 0,1-1 0 0 0,-1 0 0 0 0,1 0 0 0 0,1 1 0 0 0,-2 7 0 0 0,2-10-107 0 0,0 1 1 0 0,1-1 0 0 0,-1 1-1 0 0,1-1 1 0 0,-1 0-1 0 0,1 1 1 0 0,0-1-1 0 0,-1 0 1 0 0,1 1 0 0 0,1-1-1 0 0,-1 0 1 0 0,0 0-1 0 0,0 0 1 0 0,1 0-1 0 0,-1 0 1 0 0,1 0-1 0 0,0 0 1 0 0,0 0 0 0 0,-1-1-1 0 0,1 1 1 0 0,0-1-1 0 0,0 1 1 0 0,1-1-1 0 0,-1 0 1 0 0,0 0-1 0 0,0 0 1 0 0,5 2 0 0 0,11 6 134 0 0,80 54 248 0 0,-82-53-428 0 0,-7-4 10 0 0,0 0-1 0 0,1 0 1 0 0,0-1-1 0 0,0 0 0 0 0,1-1 1 0 0,-1 0-1 0 0,13 3 1 0 0,238 71-153 0 0,-207-60-166 0 0,6-6-37 0 0,-60-12 343 0 0,0 1 0 0 0,1-1 0 0 0,-1 0 0 0 0,0 0 0 0 0,0 0 0 0 0,0 0 0 0 0,0 0 0 0 0,0 0 0 0 0,0 0 0 0 0,1 0 0 0 0,-1 0 0 0 0,0 1 0 0 0,0-1 0 0 0,0 0 0 0 0,0 0 0 0 0,1 0 0 0 0,-1 0 0 0 0,0 0-1 0 0,0 0 1 0 0,0 0 0 0 0,0 0 0 0 0,1 0 0 0 0,-1 0 0 0 0,0 0 0 0 0,0 0 0 0 0,0 0 0 0 0,0-1 0 0 0,0 1 0 0 0,1 0 0 0 0,-1 0 0 0 0,0 0 0 0 0,0 0 0 0 0,0 0 0 0 0,0 0 0 0 0,0 0 0 0 0,1 0 0 0 0,-1 0-1 0 0,0 0 1 0 0,0-1 0 0 0,0 1 0 0 0,0 0 0 0 0,0 0 0 0 0,0 0 0 0 0,0 0 0 0 0,0 0 0 0 0,0-1 0 0 0,1 1 0 0 0,-1 0 0 0 0,0 0 0 0 0,0 0 0 0 0,0 0 0 0 0,0-1 0 0 0,0 1 0 0 0,0 0 0 0 0,0 0 0 0 0,0 0-1 0 0,0 0 1 0 0,0 0 0 0 0,0-1 0 0 0,0 1 0 0 0,0 0 0 0 0,0 0 0 0 0,0 0 0 0 0,-1 0 0 0 0,1-1 0 0 0,0 1 0 0 0,0 0 0 0 0,0 0 0 0 0,0-8-170 0 0,0 7 175 0 0,0 0 0 0 0,-1 0 0 0 0,1 0 0 0 0,0 0 0 0 0,0 0 0 0 0,0 0 0 0 0,-1 0 0 0 0,1 0 0 0 0,0 0 0 0 0,-1 1 0 0 0,1-1 0 0 0,-1 0 0 0 0,1 0 0 0 0,-1 1 0 0 0,1-1 1 0 0,-1 0-1 0 0,0 0 0 0 0,1 1 0 0 0,-1-1 0 0 0,0 1 0 0 0,0-1 0 0 0,1 0 0 0 0,-1 1 0 0 0,0 0 0 0 0,0-1 0 0 0,0 1 0 0 0,0-1 0 0 0,-1 1 3 0 0,1-1 0 0 0,0 1 1 0 0,0-1-1 0 0,0 1 0 0 0,0-1 0 0 0,1 0 0 0 0,-1 1 1 0 0,0-1-1 0 0,0 0 0 0 0,0 0 0 0 0,0 1 0 0 0,1-1 1 0 0,-1 0-1 0 0,0 0 0 0 0,1 0 0 0 0,-1 0 0 0 0,1 0 1 0 0,-1 0-1 0 0,1 0 0 0 0,-1 0 0 0 0,1 0 0 0 0,0 0 1 0 0,-1-1-1 0 0,1 1 0 0 0,0 0 0 0 0,0 0 0 0 0,0-2 1 0 0,0 1 2 0 0,0 0 0 0 0,-1-1-1 0 0,1 1 1 0 0,-1 0 0 0 0,1 0 0 0 0,-1 0 0 0 0,0 0 0 0 0,1 0 0 0 0,-1-1 0 0 0,0 2 0 0 0,-1-1 0 0 0,1 0 0 0 0,0 0 0 0 0,-1 0 0 0 0,1 0 0 0 0,-1 1 0 0 0,-2-3 0 0 0,-4-6 14 0 0,-25-39 126 0 0,22 22-107 0 0,1 16-12 0 0,8 10-26 0 0,1 0 0 0 0,0 0 0 0 0,-1 0 0 0 0,1 0 0 0 0,0-1 0 0 0,0 1 0 0 0,0 0 0 0 0,0-1 0 0 0,0 1 0 0 0,0 0 0 0 0,1-1-1 0 0,-1 1 1 0 0,0-1 0 0 0,1 1 0 0 0,-1-1 0 0 0,1 0 0 0 0,0 1 0 0 0,-1-1 0 0 0,1-2 0 0 0,0 3-2 0 0,0 0 0 0 0,0 0 0 0 0,-1 0 0 0 0,1-1 0 0 0,0 1 0 0 0,-1 0 0 0 0,1 0 0 0 0,-1 0 0 0 0,1 0 0 0 0,-1 0 0 0 0,1 0 0 0 0,-1 0 0 0 0,0 0 0 0 0,1 0 0 0 0,-1 1 1 0 0,0-1-1 0 0,0 0 0 0 0,0 0 0 0 0,0 0 0 0 0,0 1 0 0 0,0-1 0 0 0,0 1 0 0 0,0-1 0 0 0,0 0 0 0 0,0 1 0 0 0,0 0 0 0 0,0-1 0 0 0,-2 1 0 0 0,-2-3 12 0 0,4 3-9 0 0,1-1 1 0 0,-1 1-1 0 0,1 0 0 0 0,-1-1 0 0 0,1 1 1 0 0,0-1-1 0 0,-1 1 0 0 0,1-1 0 0 0,-1 1 0 0 0,1-1 1 0 0,0 1-1 0 0,0-1 0 0 0,-1 0 0 0 0,1 1 1 0 0,0-1-1 0 0,0 1 0 0 0,0-1 0 0 0,-1 0 0 0 0,1 1 1 0 0,0-2-1 0 0,1 0-81 0 0,-1 7-5 0 0,6-3 16 0 0,10-3 67 0 0,0 1 0 0 0,0 0 0 0 0,0 2 1 0 0,0 0-1 0 0,0 0 0 0 0,0 2 0 0 0,17 5 0 0 0,-20-5-14 0 0,68 31-66 0 0,-50-21 53 0 0,-2 2 0 0 0,42 30 1 0 0,-58-35 9 0 0,-1 0 0 0 0,0 1 0 0 0,-1 0 0 0 0,17 26 0 0 0,-22-31 8 0 0,4 8-21 0 0,1-1 1 0 0,-2 2-1 0 0,9 16 0 0 0,-15-23 16 0 0,0 0 1 0 0,0 0 0 0 0,-1 1-1 0 0,0-1 1 0 0,0 0-1 0 0,-1 1 1 0 0,0 17 0 0 0,-1 169-161 0 0,0-184 172 0 0,0-1 0 0 0,-1 0 0 0 0,-1 0-1 0 0,0 1 1 0 0,0-1 0 0 0,-1 0 0 0 0,0-1 0 0 0,-1 1 0 0 0,0 0 0 0 0,-8 13-1 0 0,3-11 30 0 0,0 0-1 0 0,-1-1 0 0 0,0 0 1 0 0,0-1-1 0 0,-2 0 0 0 0,1-1 1 0 0,-21 14-1 0 0,6-5 251 0 0,-2-2 0 0 0,-37 19 0 0 0,51-29-105 0 0,0-1-1 0 0,-1-1 0 0 0,1-1 0 0 0,-1 1 0 0 0,0-2 1 0 0,-1 0-1 0 0,-18 0 0 0 0,18-2-168 0 0,0-2 0 0 0,-1 0 0 0 0,1 0 0 0 0,0-2 0 0 0,0 0 0 0 0,0-1 0 0 0,-25-9 0 0 0,37 11-8 0 0,0 1 1 0 0,0-1-1 0 0,0 0 1 0 0,0 0-1 0 0,0-1 1 0 0,0 1-1 0 0,1-1 1 0 0,-1 0-1 0 0,1 0 1 0 0,-1 0-1 0 0,1 0 1 0 0,0-1-1 0 0,1 1 1 0 0,-1-1-1 0 0,0 0 1 0 0,1 1-1 0 0,0-1 1 0 0,0 0-1 0 0,0-1 1 0 0,1 1-1 0 0,-1 0 1 0 0,1 0-1 0 0,0-1 1 0 0,0 1-1 0 0,0-1 1 0 0,1 1-1 0 0,0-1 1 0 0,-1 1-1 0 0,2-1 1 0 0,-1 1-1 0 0,2-9 1 0 0,1 1-18 0 0,0 0 0 0 0,1 0 0 0 0,0 1 0 0 0,1-1 0 0 0,0 1 0 0 0,1 0 0 0 0,0 0 0 0 0,1 1 0 0 0,10-14 0 0 0,11-7-48 0 0,53-47 0 0 0,188-140-2122 0 0,-137 115-859 0 0,37-44-4165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9:57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69 418 1521 0 0,'0'-1'227'0'0,"0"-1"0"0"0,1 0 0 0 0,-1 0 0 0 0,0 1 0 0 0,0-1 0 0 0,0 0 0 0 0,-1 1 1 0 0,1-1-1 0 0,0 0 0 0 0,-1 0 0 0 0,1 1 0 0 0,-1-1 0 0 0,1 1 0 0 0,-1-1 0 0 0,0 0 0 0 0,1 1 1 0 0,-1-1-1 0 0,0 1 0 0 0,0 0 0 0 0,0-1 0 0 0,-1 1 0 0 0,1 0 0 0 0,0-1 0 0 0,0 1 1 0 0,-1 0-1 0 0,1 0 0 0 0,0 0 0 0 0,-1 0 0 0 0,1 0 0 0 0,-1 1 0 0 0,0-1 0 0 0,1 0 0 0 0,-1 1 1 0 0,0-1-1 0 0,1 1 0 0 0,-1-1 0 0 0,0 1 0 0 0,-2 0 0 0 0,2 0-142 0 0,-21-9 1946 0 0,23 9-1966 0 0,-1-1 0 0 0,1 1-1 0 0,-1-1 1 0 0,1 1 0 0 0,-1-1-1 0 0,1 1 1 0 0,0-1 0 0 0,-1 1-1 0 0,1-1 1 0 0,0 0 0 0 0,-1 1 0 0 0,1-1-1 0 0,0 0 1 0 0,0 1 0 0 0,-1-1-1 0 0,1 0 1 0 0,0 0 0 0 0,0 1-1 0 0,0-1 1 0 0,0 0 0 0 0,0 1-1 0 0,0-1 1 0 0,0 0 0 0 0,0 1-1 0 0,1-1 1 0 0,-1 0 0 0 0,0 0-1 0 0,0 1 1 0 0,1-1 0 0 0,-1 0-1 0 0,0 1 1 0 0,0-1 0 0 0,1 1 0 0 0,-1-1-1 0 0,1 0 1 0 0,-1 1 0 0 0,1-1-1 0 0,-1 1 1 0 0,1-1 0 0 0,-1 1-1 0 0,1 0 1 0 0,-1-1 0 0 0,2 0-1 0 0,20-20 737 0 0,-12 8-554 0 0,1 0 0 0 0,1 1 0 0 0,0 1 0 0 0,0-1 0 0 0,24-14 0 0 0,12-12 192 0 0,-13 10-222 0 0,1 2 1 0 0,1 1 0 0 0,0 2 0 0 0,2 2 0 0 0,55-22 0 0 0,-73 37-119 0 0,0 2 0 0 0,0 0 1 0 0,0 0-1 0 0,0 2 0 0 0,1 1 0 0 0,0 1 1 0 0,-1 0-1 0 0,38 7 0 0 0,-28-4-45 0 0,9 0 37 0 0,0 2 1 0 0,-1 1-1 0 0,1 2 1 0 0,-2 2-1 0 0,1 2 1 0 0,62 27-1 0 0,-68-26-47 0 0,-22-10-18 0 0,0 1 0 0 0,0 1 1 0 0,-1 0-1 0 0,1 1 0 0 0,-1 0 0 0 0,0 0 0 0 0,8 8 1 0 0,-15-11-9 0 0,0-1 0 0 0,-1 0 0 0 0,1 1 0 0 0,-1 0 0 0 0,0-1 0 0 0,1 1 1 0 0,-1 0-1 0 0,-1 0 0 0 0,1 0 0 0 0,0 0 0 0 0,-1 1 0 0 0,0-1 0 0 0,2 4 1 0 0,-2 2 38 0 0,0-1 1 0 0,0 1-1 0 0,-1 17 1 0 0,0-11-35 0 0,-1-6 9 0 0,0 1 0 0 0,0-1 0 0 0,-1 0 0 0 0,0 1 1 0 0,-1-1-1 0 0,0 0 0 0 0,-1-1 0 0 0,0 1 0 0 0,0 0 1 0 0,0-1-1 0 0,-1 0 0 0 0,-10 12 0 0 0,-1 5-64 0 0,2-5 53 0 0,0-1 0 0 0,-1-1-1 0 0,-2 0 1 0 0,-24 22 0 0 0,-83 58 118 0 0,55-45-8 0 0,57-43-110 0 0,-12 10 30 0 0,-1-2-1 0 0,-50 29 1 0 0,-82 22 123 0 0,138-61-134 0 0,-1-1 0 0 0,0-1 0 0 0,0 0 0 0 0,-1-2 0 0 0,-24 3 0 0 0,33-6-79 0 0,0 0 0 0 0,-1-1 1 0 0,1 0-1 0 0,-1-1 0 0 0,1-1 1 0 0,-1 0-1 0 0,1 0 0 0 0,0-1 1 0 0,-15-7-1 0 0,25 10 35 0 0,0-1 0 0 0,-1 0 1 0 0,1 0-1 0 0,0-1 0 0 0,0 1 0 0 0,0 0 0 0 0,0-1 0 0 0,0 1 1 0 0,1-1-1 0 0,-1 0 0 0 0,0 0 0 0 0,1 0 0 0 0,-1 1 0 0 0,1-1 1 0 0,-1 0-1 0 0,1-1 0 0 0,0 1 0 0 0,-1-3 0 0 0,1 0 10 0 0,-1-1 0 0 0,2 0 0 0 0,-1 1 0 0 0,1-1 0 0 0,-1 0 0 0 0,2-5 0 0 0,-1-3-15 0 0,0 12 4 0 0,0 0-1 0 0,0 0 1 0 0,0 0-1 0 0,1 0 1 0 0,-1 0-1 0 0,1 0 1 0 0,-1 0-1 0 0,1 0 1 0 0,-1 0-1 0 0,1 0 1 0 0,0 0-1 0 0,0 1 1 0 0,0-1-1 0 0,0 0 1 0 0,0 0-1 0 0,1 1 1 0 0,-1-1-1 0 0,0 1 0 0 0,1-1 1 0 0,2-1-1 0 0,4-5-11 0 0,-5 5 12 0 0,1 0 1 0 0,-1 1 0 0 0,0-1 0 0 0,1 0 0 0 0,-1 1-1 0 0,1 0 1 0 0,0 0 0 0 0,0 0 0 0 0,0 1 0 0 0,0-1-1 0 0,0 1 1 0 0,0 0 0 0 0,0 0 0 0 0,1 0-1 0 0,-1 1 1 0 0,0-1 0 0 0,6 1 0 0 0,5 1 16 0 0,-1 1 1 0 0,1 0 0 0 0,-1 0-1 0 0,0 2 1 0 0,23 8 0 0 0,35 15 89 0 0,-1 4 0 0 0,75 44 0 0 0,-134-66-88 0 0,1-1 0 0 0,-1 2 0 0 0,0-1 0 0 0,-1 2 0 0 0,-1 0 0 0 0,1 0 0 0 0,12 18 0 0 0,-13-15-32 0 0,-6-10 14 0 0,0 1 0 0 0,0 0-1 0 0,0-1 1 0 0,1 0 0 0 0,-1 0 0 0 0,1 0 0 0 0,0-1 0 0 0,1 1 0 0 0,-1-1-1 0 0,8 3 1 0 0,-9-5-147 0 0,-1 0 0 0 0,1 0-1 0 0,-1 0 1 0 0,1 0-1 0 0,0-1 1 0 0,-1 1 0 0 0,1-1-1 0 0,0 0 1 0 0,-1-1 0 0 0,1 1-1 0 0,-1 0 1 0 0,1-1 0 0 0,-1 0-1 0 0,1 0 1 0 0,-1 0 0 0 0,1 0-1 0 0,-1-1 1 0 0,5-1-1 0 0,1-3-1050 0 0,1 0-1 0 0,-1 0 0 0 0,0-1 0 0 0,0 0 1 0 0,10-10-1 0 0,14-23-4360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9:57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69 640 0 0,'-98'-22'11179'0'0,"95"22"-10803"0"0,2 0-265 0 0,0 0 0 0 0,-1 0 0 0 0,1 0 0 0 0,0 0 0 0 0,-1 0 0 0 0,1 0 0 0 0,0 0 0 0 0,0-1 0 0 0,-1 1 0 0 0,1 0 0 0 0,0-1 0 0 0,0 1 0 0 0,-1-1 1 0 0,1 1-1 0 0,0-1 0 0 0,0 1 0 0 0,0-1 0 0 0,0 0 0 0 0,0 0 0 0 0,0 1 0 0 0,0-1 0 0 0,0 0 0 0 0,-1-2 0 0 0,2 2-37 0 0,1 0 0 0 0,-1 1 0 0 0,1-1 0 0 0,-1 0 0 0 0,1 0 0 0 0,-1 1 0 0 0,1-1 0 0 0,-1 0 0 0 0,1 1-1 0 0,0-1 1 0 0,0 1 0 0 0,-1-1 0 0 0,1 1 0 0 0,0-1 0 0 0,0 1 0 0 0,0 0 0 0 0,-1-1 0 0 0,1 1 0 0 0,0 0 0 0 0,0-1 0 0 0,0 1 0 0 0,0 0 0 0 0,1 0 0 0 0,31-7 519 0 0,-19 5-160 0 0,15-3-77 0 0,1 1-1 0 0,-1 2 1 0 0,35 1-1 0 0,-15 0-176 0 0,294 0-953 0 0,-224 5-1764 0 0,-38 5-3608 0 0,-53-7 2185 0 0,-23-2 279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9:58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1 320 0 0,'-33'27'4722'0'0,"0"-7"-2241"0"0,33 16-960 0 0,0-9 240 0 0,0 6-80 0 0,0 17-161 0 0,0-2-239 0 0,0 12 80 0 0,0 2-241 0 0,0-14-400 0 0,33 8-399 0 0,-33-8-81 0 0,33-12-80 0 0,-33-3 80 0 0,32 2-160 0 0,1-2-960 0 0,-33 3-2562 0 0,0-3-4642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01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35 80 0 0,'-8'0'889'0'0,"-1"-1"0"0"0,0 0 0 0 0,0 0 0 0 0,0-1-1 0 0,1 0 1 0 0,-1-1 0 0 0,-13-6 0 0 0,-20-6 2965 0 0,37 14-2173 0 0,-43 8 3150 0 0,36-5-4246 0 0,12-2-533 0 0,0 1 0 0 0,0-1-1 0 0,0 0 1 0 0,1 0 0 0 0,-1 0 0 0 0,0 0 0 0 0,0 0 0 0 0,0 0 0 0 0,0 0 0 0 0,0 1 0 0 0,0-1 0 0 0,0 0 0 0 0,0 0 0 0 0,0 0 0 0 0,0 0 0 0 0,1 0 0 0 0,-1 1 0 0 0,0-1-1 0 0,0 0 1 0 0,0 0 0 0 0,0 0 0 0 0,0 0 0 0 0,0 0 0 0 0,0 1 0 0 0,0-1 0 0 0,0 0 0 0 0,0 0 0 0 0,0 0 0 0 0,0 0 0 0 0,0 1 0 0 0,0-1 0 0 0,-1 0 0 0 0,1 0 0 0 0,0 0-1 0 0,0 0 1 0 0,0 0 0 0 0,0 1 0 0 0,0-1 0 0 0,0 0 0 0 0,0 0 0 0 0,0 0 0 0 0,0 0 0 0 0,-1 0 0 0 0,1 0 0 0 0,0 0 0 0 0,0 1 0 0 0,74 7 521 0 0,1-3 1 0 0,119-6 0 0 0,-86-4-370 0 0,207-3 232 0 0,-312 8-466 0 0,3-1-435 0 0,0 1 0 0 0,0 0 0 0 0,0 0 0 0 0,0 1 0 0 0,0-1 0 0 0,-1 1 0 0 0,1 1 0 0 0,9 2 0 0 0,-14-3 189 0 0,-1-1 1 0 0,1 0 0 0 0,-1 1-1 0 0,1-1 1 0 0,-1 1 0 0 0,0-1-1 0 0,1 0 1 0 0,-1 1 0 0 0,0-1-1 0 0,1 1 1 0 0,-1-1 0 0 0,0 1-1 0 0,0 0 1 0 0,0-1 0 0 0,1 1-1 0 0,-1-1 1 0 0,0 1 0 0 0,0-1-1 0 0,0 1 1 0 0,0-1 0 0 0,0 1-1 0 0,0 0 1 0 0,0-1 0 0 0,0 1-1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21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28 176 480 0 0,'-6'-1'480'0'0,"-15"-4"1"0"0,21 5-464 0 0,0 0 1 0 0,0 0-1 0 0,0 0 1 0 0,0 0 0 0 0,1 0-1 0 0,-1 0 1 0 0,0 0-1 0 0,0 0 1 0 0,0-1 0 0 0,0 1-1 0 0,0 0 1 0 0,1 0-1 0 0,-1 0 1 0 0,0 0 0 0 0,0 0-1 0 0,0-1 1 0 0,0 1-1 0 0,0 0 1 0 0,0 0 0 0 0,0 0-1 0 0,0 0 1 0 0,0-1-1 0 0,1 1 1 0 0,-1 0 0 0 0,0 0-1 0 0,0 0 1 0 0,0 0-1 0 0,0-1 1 0 0,0 1-1 0 0,0 0 1 0 0,0 0 0 0 0,0 0-1 0 0,0-1 1 0 0,0 1-1 0 0,-1 0 1 0 0,1 0 0 0 0,0 0-1 0 0,0 0 1 0 0,0-1-1 0 0,0 1 1 0 0,0 0 0 0 0,0 0-1 0 0,0 0 1 0 0,0 0-1 0 0,0-1 1 0 0,-1 1 0 0 0,1 0-1 0 0,0 0 1 0 0,0 0-1 0 0,0 0 1 0 0,0 0 0 0 0,0 0-1 0 0,-1 0 1 0 0,1-1-1 0 0,0 1 1 0 0,0 0 0 0 0,0 0-1 0 0,0 0 1 0 0,-1 0-1 0 0,2 0 48 0 0,3-3-74 0 0,-2 2 134 0 0,-1 0 0 0 0,1 0 0 0 0,-1 0 0 0 0,1 1 0 0 0,-1-2 0 0 0,0 1 0 0 0,0 0 0 0 0,1 0 0 0 0,-1 0 0 0 0,0-1 0 0 0,0 1 0 0 0,0 0 0 0 0,0-1 0 0 0,0 1 0 0 0,-1-1-1 0 0,1 1 1 0 0,0-1 0 0 0,-1 1 0 0 0,1-1 0 0 0,-1 0 0 0 0,1 1 0 0 0,-1-1 0 0 0,0 0 0 0 0,0 1 0 0 0,0-1 0 0 0,0 0 0 0 0,0 0 0 0 0,0-2 0 0 0,5 2 422 0 0,17-4 27 0 0,-17 5 53 0 0,1 0 40 0 0,74-19 2410 0 0,24-5-1712 0 0,12 5-81 0 0,160-17 566 0 0,-238 34-1641 0 0,0 3 0 0 0,43 4 0 0 0,-70-2-165 0 0,-1 0 0 0 0,0 1 0 0 0,0 0 0 0 0,0 1 0 0 0,-1 0 0 0 0,1 1 0 0 0,-1 0 0 0 0,0 0 0 0 0,0 1-1 0 0,-1 0 1 0 0,0 1 0 0 0,0 0 0 0 0,0 0 0 0 0,-1 0 0 0 0,0 1 0 0 0,0 0 0 0 0,-1 1 0 0 0,0 0 0 0 0,-1-1 0 0 0,1 2-1 0 0,-2-1 1 0 0,1 1 0 0 0,3 12 0 0 0,-7-18-32 0 0,0-1 0 0 0,-1 0 0 0 0,1 0 0 0 0,-1 1 0 0 0,0-1 0 0 0,0 0 0 0 0,0 1 0 0 0,0-1 0 0 0,0 0 0 0 0,-1 1 0 0 0,1-1 0 0 0,-1 0 0 0 0,0 0 0 0 0,0 0 0 0 0,0 1 0 0 0,-1-1 0 0 0,1 0 0 0 0,-1 0 0 0 0,-2 4 0 0 0,-7 13 15 0 0,0 8 51 0 0,9-21-68 0 0,0 0 0 0 0,-1 0 0 0 0,0-1-1 0 0,-1 1 1 0 0,0-1 0 0 0,-5 8 0 0 0,-29 39 135 0 0,28-36-78 0 0,-2 0 0 0 0,0-1 0 0 0,-1-1 0 0 0,0 0 0 0 0,-19 15 0 0 0,9-15-59 0 0,0-1 0 0 0,-2-1 0 0 0,1-1 0 0 0,-2-2 0 0 0,-28 9 0 0 0,-21 9 10 0 0,65-23-35 0 0,3-2 13 0 0,0 1 0 0 0,0-1 0 0 0,0-1 0 0 0,0 1 0 0 0,0-1 0 0 0,0 0 0 0 0,-1-1 0 0 0,1 0 0 0 0,-1 0 1 0 0,1-1-1 0 0,-1 0 0 0 0,1 0 0 0 0,-1 0 0 0 0,1-1 0 0 0,-15-4 0 0 0,8 3-42 0 0,-125-23 52 0 0,120 19 29 0 0,-33-17 1 0 0,25 11-27 0 0,27 12-9 0 0,0 0 0 0 0,0 0 0 0 0,-1 0 0 0 0,1 0 0 0 0,0 0-1 0 0,0 0 1 0 0,0 0 0 0 0,-1 0 0 0 0,1 0 0 0 0,0 0 0 0 0,0 0-1 0 0,0 0 1 0 0,-1 0 0 0 0,1 0 0 0 0,0 0 0 0 0,0-1 0 0 0,0 1 0 0 0,-1 0-1 0 0,1 0 1 0 0,0 0 0 0 0,0 0 0 0 0,0 0 0 0 0,-1 0 0 0 0,1 0 0 0 0,0-1-1 0 0,0 1 1 0 0,0 0 0 0 0,0 0 0 0 0,0 0 0 0 0,-1 0 0 0 0,1-1-1 0 0,0 1 1 0 0,0 0 0 0 0,0 0 0 0 0,0 0 0 0 0,0-1 0 0 0,0 1 0 0 0,0 0-1 0 0,0 0 1 0 0,0 0 0 0 0,0-1 0 0 0,0 1 0 0 0,0 0 0 0 0,0 0 0 0 0,0 0-1 0 0,0-1 1 0 0,0 1 0 0 0,0 0 0 0 0,0 0 0 0 0,0-1 0 0 0,0 1-1 0 0,0 0 1 0 0,0 0 0 0 0,0 0 0 0 0,0 0 0 0 0,0-1 0 0 0,0 1 0 0 0,1 0-1 0 0,-1 0 1 0 0,0 0 0 0 0,0-1 0 0 0,0 1 0 0 0,0 0 0 0 0,1 0-1 0 0,-1 0 1 0 0,0 0 0 0 0,0 0 0 0 0,0 0-1 0 0,0 0 1 0 0,0-1 0 0 0,0 1 0 0 0,0 0-1 0 0,0 0 1 0 0,1 0 0 0 0,-1 0 0 0 0,0 0-1 0 0,0 0 1 0 0,0 0 0 0 0,0-1 0 0 0,0 1 0 0 0,0 0-1 0 0,0 0 1 0 0,0 0 0 0 0,0 0 0 0 0,0 0-1 0 0,0-1 1 0 0,0 1 0 0 0,0 0 0 0 0,0 0-1 0 0,0 0 1 0 0,0 0 0 0 0,0 0 0 0 0,0 0-1 0 0,0-1 1 0 0,0 1 0 0 0,0 0 0 0 0,0 0 0 0 0,0 0-1 0 0,0 0 1 0 0,0 0 0 0 0,0 0 0 0 0,-1-1-1 0 0,1 1 1 0 0,0 0 0 0 0,0 0 0 0 0,0 0-1 0 0,0 0 1 0 0,0 0 0 0 0,0 0 0 0 0,0 0 0 0 0,-1-1-1 0 0,-26-6-4 0 0,34 3-27 0 0,-5 4 29 0 0,-1 0-1 0 0,1 0 0 0 0,-1-1 0 0 0,0 1 1 0 0,1-1-1 0 0,-1 1 0 0 0,0-1 0 0 0,1 1 1 0 0,-1-1-1 0 0,0 0 0 0 0,1 0 0 0 0,1-1 1 0 0,-3 1 3 0 0,1 0 0 0 0,0 0 0 0 0,-1 0 0 0 0,1 0 0 0 0,0 1 0 0 0,-1-1 0 0 0,1 0 0 0 0,0 0 0 0 0,0 1 0 0 0,0-1 0 0 0,0 0 0 0 0,-1 1 0 0 0,1-1 0 0 0,0 1 0 0 0,0-1 0 0 0,0 1 0 0 0,0 0 0 0 0,0-1 0 0 0,1 1 0 0 0,-1 0 0 0 0,0 0 0 0 0,0-1 0 0 0,0 1 0 0 0,2 0 0 0 0,0 0 0 0 0,9-4 20 0 0,-1 0 0 0 0,1 2 0 0 0,0-1 0 0 0,0 1 0 0 0,1 1 0 0 0,-1 0 0 0 0,0 1 0 0 0,0 1 0 0 0,0-1 0 0 0,19 5 0 0 0,12 5 150 0 0,73 26 0 0 0,-112-34-165 0 0,51 17 199 0 0,93 46 0 0 0,-143-63-267 0 0,10 7-679 0 0,0 0 0 0 0,28 10 0 0 0,-7-13-3185 0 0,-33-6 3251 0 0,0 0-1 0 0,-1 0 0 0 0,1-1 1 0 0,0 0-1 0 0,-1 1 0 0 0,1-1 1 0 0,0 0-1 0 0,-1 0 0 0 0,1 0 0 0 0,3-3 1 0 0,21-9-3126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21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34 1681 0 0,'-1'-1'211'0'0,"1"0"0"0"0,-1 1 0 0 0,0-1 0 0 0,0 0 0 0 0,0 1 0 0 0,0-1 0 0 0,0 1 0 0 0,0-1 0 0 0,0 1 0 0 0,0 0 0 0 0,0-1 0 0 0,0 1 0 0 0,0 0 0 0 0,0-1 1 0 0,0 1-1 0 0,0 0 0 0 0,0 0 0 0 0,0 0 0 0 0,0 0 0 0 0,0 0 0 0 0,0 0 0 0 0,0 0 0 0 0,0 1 0 0 0,-2 0 0 0 0,-3 0 4817 0 0,5-1-4991 0 0,1 0 1 0 0,0 1-1 0 0,0-1 0 0 0,0 0 0 0 0,0 0 1 0 0,0 0-1 0 0,0 0 0 0 0,0 1 0 0 0,0-1 0 0 0,0 0 1 0 0,0 0-1 0 0,0 0 0 0 0,0 0 0 0 0,0 0 0 0 0,0 1 1 0 0,0-1-1 0 0,0 0 0 0 0,0 0 0 0 0,0 0 0 0 0,0 0 1 0 0,0 1-1 0 0,0-1 0 0 0,0 0 0 0 0,0 0 0 0 0,1 0 1 0 0,-1 0-1 0 0,0 0 0 0 0,0 0 0 0 0,0 1 1 0 0,0-1-1 0 0,0 0 0 0 0,0 0 0 0 0,0 0 0 0 0,0 0 1 0 0,1 0-1 0 0,-1 0 0 0 0,0 0 0 0 0,0 0 0 0 0,0 1 1 0 0,0-1-1 0 0,0 0 0 0 0,1 0 0 0 0,-1 0 0 0 0,0 0 1 0 0,0 0-1 0 0,0 0 0 0 0,0 0 0 0 0,1 0 0 0 0,-1 0 1 0 0,0 0-1 0 0,0 0 0 0 0,0 0 0 0 0,0 0 1 0 0,0 0-1 0 0,1 0 0 0 0,-1 0 0 0 0,0 0 0 0 0,0-1 1 0 0,0 1-1 0 0,0 0 0 0 0,0 0 0 0 0,1 0 0 0 0,-1 0 1 0 0,379-16 4503 0 0,19-1-8749 0 0,-376 17 1300 0 0,43 5 0 0 0,-59-4-667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22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1 160 0 0,'0'198'9245'0'0,"0"98"-5617"0"0,0-291-3607 0 0,-1 0 0 0 0,1 0 1 0 0,-1 0-1 0 0,0 0 1 0 0,-1 0-1 0 0,1 0 0 0 0,-1 0 1 0 0,0 0-1 0 0,-5 8 1 0 0,5-9-33 0 0,-1 0 0 0 0,1 0 0 0 0,1 0 1 0 0,-1 0-1 0 0,1 1 0 0 0,-1-1 1 0 0,1 1-1 0 0,1-1 0 0 0,-2 8 0 0 0,2-10-41 0 0,0 0 0 0 0,0 0 0 0 0,0-1 0 0 0,0 1 0 0 0,0 0 0 0 0,-1-1 0 0 0,1 1 0 0 0,-1 0 0 0 0,1-1 0 0 0,-1 1 0 0 0,0-1 0 0 0,0 1 0 0 0,0-1 0 0 0,0 1 0 0 0,0-1 0 0 0,0 1 0 0 0,0-1 0 0 0,0 0 0 0 0,0 0 0 0 0,0 1 0 0 0,-1-1 0 0 0,1 0 0 0 0,-1 0 0 0 0,-1 1 0 0 0,-3 2-368 0 0,-5 5-2315 0 0,-16-3-2908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22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21 400 0 0,'0'-1'152'0'0,"0"0"0"0"0,0 0-1 0 0,-1 0 1 0 0,1 0 0 0 0,0 1-1 0 0,0-1 1 0 0,-1 0 0 0 0,1 0-1 0 0,0 0 1 0 0,-1 1 0 0 0,1-1 0 0 0,-1 0-1 0 0,1 0 1 0 0,-1 1 0 0 0,1-1-1 0 0,-1 0 1 0 0,1 1 0 0 0,-1-1-1 0 0,0 1 1 0 0,1-1 0 0 0,-1 0 0 0 0,0 1-1 0 0,0 0 1 0 0,1-1 0 0 0,-1 1-1 0 0,0-1 1 0 0,0 1 0 0 0,0 0-1 0 0,0 0 1 0 0,-1-1 0 0 0,-7 0 7444 0 0,30 6-6302 0 0,-42-4-814 0 0,20-1-470 0 0,1 0-1 0 0,0 0 0 0 0,0 0 1 0 0,0 0-1 0 0,0 0 0 0 0,0 0 1 0 0,-1 0-1 0 0,1 0 1 0 0,0 0-1 0 0,0 0 0 0 0,0 0 1 0 0,0 0-1 0 0,-1 0 0 0 0,1 0 1 0 0,0 0-1 0 0,0 0 1 0 0,0 0-1 0 0,0 0 0 0 0,-1 0 1 0 0,1 0-1 0 0,0 0 0 0 0,0 0 1 0 0,0 0-1 0 0,0 0 0 0 0,-1 0 1 0 0,1 0-1 0 0,0 0 1 0 0,0 0-1 0 0,0 0 0 0 0,0 0 1 0 0,0 1-1 0 0,0-1 0 0 0,-1 0 1 0 0,1 0-1 0 0,0 0 0 0 0,0 0 1 0 0,0 0-1 0 0,0 0 1 0 0,0 1-1 0 0,0-1 0 0 0,0 0 1 0 0,0 0-1 0 0,0 0 0 0 0,0 0 1 0 0,0 1-1 0 0,0-1 0 0 0,0 0 1 0 0,0 0-1 0 0,-1 0 1 0 0,1 0-1 0 0,0 1 0 0 0,1-1 1 0 0,-1 0-1 0 0,0 0 0 0 0,0 0 1 0 0,0 0-1 0 0,0 1 1 0 0,0-1-1 0 0,0 0 0 0 0,0 0 1 0 0,6 3 6555 0 0,81 14-6048 0 0,1-4 0 0 0,0-3 0 0 0,133-4 0 0 0,-58-12-504 0 0,-158 6-563 0 0,16 0 869 0 0,-21 0-522 0 0,0 0 0 0 0,1 0 0 0 0,-1 0 0 0 0,0-1 0 0 0,1 1 0 0 0,-1 0 0 0 0,0 0 0 0 0,0 0-1 0 0,1 0 1 0 0,-1 0 0 0 0,0 0 0 0 0,1 0 0 0 0,-1-1 0 0 0,0 1 0 0 0,0 0 0 0 0,1 0 0 0 0,-1 0 0 0 0,0-1 0 0 0,0 1 0 0 0,0 0 0 0 0,1 0 0 0 0,-1-1-1 0 0,0 1 1 0 0,0 0 0 0 0,0 0 0 0 0,0-1 0 0 0,0 1 0 0 0,1 0 0 0 0,-1-1 0 0 0,-6 1-4826 0 0,-21 0-827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23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6 320 0 0,'11'-2'764'0'0,"0"-1"443"0"0,-1 2 10949 0 0,-4 6-9035 0 0,59-4 0 0 0,93 6-1893 0 0,71 1-3723 0 0,-182-8-41 0 0,63 5-9334 0 0,-72-4 7014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27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19 960 0 0,'-72'37'6569'0'0,"46"-23"-3680"0"0,-16-1 745 0 0,24-8-2252 0 0,38-6 3592 0 0,14-5-4733 0 0,-29 4-181 0 0,1 0 0 0 0,-1 0-1 0 0,1 1 1 0 0,-1 0-1 0 0,11-1 1 0 0,17-3 63 0 0,243-38 277 0 0,-145 25-400 0 0,-117 16 0 0 0,0 1 0 0 0,0 0 0 0 0,0 1 0 0 0,14 1 0 0 0,-14 1 0 0 0,-7-2-1 0 0,0 0 0 0 0,-1 1-1 0 0,1 0 1 0 0,-1 1 0 0 0,1-1 0 0 0,-1 1 0 0 0,0 0-1 0 0,0 1 1 0 0,0 0 0 0 0,0 0 0 0 0,0 0 0 0 0,0 0 0 0 0,-1 1-1 0 0,0 0 1 0 0,1 0 0 0 0,5 7 0 0 0,-8-7 6 0 0,0 0 1 0 0,0 0-1 0 0,-1 0 0 0 0,0 1 1 0 0,1-1-1 0 0,-1 1 1 0 0,-1-1-1 0 0,1 1 0 0 0,-1 0 1 0 0,1-1-1 0 0,-1 1 1 0 0,-1 0-1 0 0,1 0 0 0 0,-1 0 1 0 0,0 0-1 0 0,0 0 1 0 0,0 0-1 0 0,-1 0 0 0 0,0 0 1 0 0,-1 5-1 0 0,-2 4 29 0 0,-1 0-1 0 0,0-1 0 0 0,-1 1 0 0 0,-1-1 1 0 0,0-1-1 0 0,-1 1 0 0 0,-12 15 1 0 0,5-9-41 0 0,-1-1 0 0 0,-1-1 1 0 0,-31 26-1 0 0,-186 125 421 0 0,209-152-414 0 0,-2-2 0 0 0,0-1 0 0 0,0-2 0 0 0,-29 10-1 0 0,35-15-370 0 0,1-1-1 0 0,-1-1 1 0 0,0 0-1 0 0,0-2 1 0 0,0 0-1 0 0,-39-2 1 0 0,47-2 61 0 0,0-1 0 0 0,0 0 0 0 0,0-1 1 0 0,1-1-1 0 0,0 1 0 0 0,-1-2 0 0 0,2 0 1 0 0,-14-9-1 0 0,24 14 304 0 0,0 0 1 0 0,0 0 0 0 0,1 0 0 0 0,-1-1 0 0 0,1 1-1 0 0,-1-1 1 0 0,1 1 0 0 0,-1 0 0 0 0,1-1-1 0 0,0 1 1 0 0,-1-1 0 0 0,1 1 0 0 0,0-1-1 0 0,0 1 1 0 0,0 0 0 0 0,0-1 0 0 0,0 1-1 0 0,1-1 1 0 0,-1 1 0 0 0,0-1 0 0 0,1 1-1 0 0,-1-1 1 0 0,1 1 0 0 0,-1 0 0 0 0,1-1-1 0 0,0 1 1 0 0,1-2 0 0 0,6-1-14 0 0,1 1 1 0 0,0 0-1 0 0,0 1 1 0 0,0 0-1 0 0,14-1 1 0 0,-3 0-44 0 0,-15 2 41 0 0,0 1 1 0 0,0 0 0 0 0,0 0 0 0 0,0 0 0 0 0,0 1 0 0 0,0 0 0 0 0,0 0-1 0 0,0 0 1 0 0,-1 0 0 0 0,7 4 0 0 0,0-2 41 0 0,5 4 204 0 0,1 1-1 0 0,-1 0 1 0 0,-1 1-1 0 0,0 1 0 0 0,0 0 1 0 0,-1 1-1 0 0,0 1 0 0 0,0 0 1 0 0,-2 1-1 0 0,19 23 0 0 0,-29-34-180 0 0,-1-1 0 0 0,0 1 0 0 0,0 0 0 0 0,0 0-1 0 0,0 0 1 0 0,-1 0 0 0 0,1 0 0 0 0,0 0 0 0 0,-1 0 0 0 0,0 0-1 0 0,1 0 1 0 0,-1 0 0 0 0,0 4 0 0 0,0-5-46 0 0,0 0 0 0 0,1 0-1 0 0,-1-1 1 0 0,0 1 0 0 0,1 0 0 0 0,-1 0 0 0 0,0-1-1 0 0,1 1 1 0 0,-1-1 0 0 0,1 1 0 0 0,-1 0 0 0 0,1-1-1 0 0,-1 1 1 0 0,1-1 0 0 0,-1 1 0 0 0,1-1 0 0 0,0 1-1 0 0,-1-1 1 0 0,1 1 0 0 0,0-1 0 0 0,0 0 0 0 0,-1 1-1 0 0,1-1 1 0 0,0 0 0 0 0,0 0 0 0 0,-1 1 0 0 0,1-1-1 0 0,0 0 1 0 0,0 0 0 0 0,-1 0 0 0 0,1 0 0 0 0,0 0-1 0 0,0 0 1 0 0,0 0 0 0 0,-1-1 0 0 0,1 1 0 0 0,0 0-1 0 0,0 0 1 0 0,1-1 0 0 0,-1 1-57 0 0,5 0-674 0 0,-1 0-588 0 0,16-1-1897 0 0,1 0 0 0 0,-1-1-1 0 0,40-10 1 0 0,-28-1-517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28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69 330 960 0 0,'-13'-7'1690'0'0,"0"1"0"0"0,-21-16-1 0 0,33 20-1563 0 0,0 0-1 0 0,0 1 0 0 0,0-1 0 0 0,0 0 0 0 0,1 0 0 0 0,-1 0 0 0 0,0 0 0 0 0,1 1 0 0 0,0-1 0 0 0,-1 0 0 0 0,1 0 1 0 0,0 0-1 0 0,0 0 0 0 0,0 0 0 0 0,0 0 0 0 0,0 0 0 0 0,1 0 0 0 0,0-2 0 0 0,-1-7 580 0 0,1 9-628 0 0,-1 0 1 0 0,1 0-1 0 0,-1-1 1 0 0,1 1-1 0 0,0 0 1 0 0,0 0-1 0 0,0 0 1 0 0,0-1-1 0 0,0 1 1 0 0,0 0-1 0 0,0 0 1 0 0,1 1-1 0 0,-1-1 1 0 0,1 0-1 0 0,0 0 0 0 0,-1 1 1 0 0,1-1-1 0 0,0 1 1 0 0,0-1-1 0 0,0 1 1 0 0,0 0-1 0 0,0 0 1 0 0,4-2-1 0 0,9-3-47 0 0,0 0-1 0 0,25-6 0 0 0,-15 5 105 0 0,-7 1-159 0 0,1 1 1 0 0,0 0-1 0 0,-1 1 1 0 0,2 1 0 0 0,22 0-1 0 0,-29 2-4 0 0,0 1 1 0 0,0 0-1 0 0,0 1 0 0 0,16 2 1 0 0,-24-2 15 0 0,1 1 0 0 0,0-1 1 0 0,-1 1-1 0 0,0 0 1 0 0,1 0-1 0 0,-1 0 1 0 0,0 1-1 0 0,0 0 1 0 0,0 0-1 0 0,-1 0 0 0 0,1 0 1 0 0,5 6-1 0 0,-10-8 21 0 0,1 0 0 0 0,0-1 0 0 0,-1 1 1 0 0,1 0-1 0 0,-1 0 0 0 0,1 0 0 0 0,-1 0 0 0 0,1 0 0 0 0,-1 0 0 0 0,1 0 0 0 0,-1 0 0 0 0,0 0 0 0 0,1 0 0 0 0,-1 0 0 0 0,0 0 0 0 0,0 0 0 0 0,0 0 0 0 0,0 0 0 0 0,0 0 1 0 0,0 0-1 0 0,0 0 0 0 0,0 0 0 0 0,-1 0 0 0 0,1 0 0 0 0,0 0 0 0 0,-1 0 0 0 0,1 0 0 0 0,0 0 0 0 0,-1 0 0 0 0,1 0 0 0 0,-1 0 0 0 0,0 1 0 0 0,-21 18 248 0 0,20-18-217 0 0,-4 7 262 0 0,1-3 24 0 0,-17 1-18 0 0,17-6 93 0 0,5-3-388 0 0,-1 0 0 0 0,1 0-1 0 0,1 0 1 0 0,-1 0 0 0 0,0 0 0 0 0,0 1-1 0 0,1-1 1 0 0,-1 0 0 0 0,1 0-1 0 0,0 0 1 0 0,-1 0 0 0 0,1 1-1 0 0,0-1 1 0 0,0 0 0 0 0,0 1-1 0 0,0-1 1 0 0,1 1 0 0 0,-1-1-1 0 0,0 1 1 0 0,3-2 0 0 0,7-10-17 0 0,3-11-73 0 0,-12 19 59 0 0,1 1-1 0 0,-1 0 1 0 0,1-1-1 0 0,0 2 1 0 0,0-1 0 0 0,5-5-1 0 0,5-3-5 0 0,0 1 1 0 0,1 1-1 0 0,1 0 0 0 0,-1 2 0 0 0,2-1 0 0 0,24-9 1 0 0,4-6 0 0 0,-38 19 9 0 0,1 1-1 0 0,0 0 1 0 0,-1 1-1 0 0,1 0 1 0 0,0 0 0 0 0,0 0-1 0 0,11-1 1 0 0,-1 0 17 0 0,7-2-55 0 0,42-3 0 0 0,-61 8 49 0 0,0 1 1 0 0,0-1-1 0 0,1 1 0 0 0,-1 1 0 0 0,0-1 1 0 0,0 1-1 0 0,0 0 0 0 0,0 0 0 0 0,0 0 1 0 0,0 1-1 0 0,0-1 0 0 0,0 1 0 0 0,-1 1 1 0 0,8 4-1 0 0,-4-1 7 0 0,-6-5 16 0 0,-1 0 1 0 0,1 0 0 0 0,-1 0-1 0 0,0 0 1 0 0,1 0 0 0 0,-1 0-1 0 0,0 1 1 0 0,0-1 0 0 0,0 0-1 0 0,0 1 1 0 0,0-1 0 0 0,0 1-1 0 0,0 0 1 0 0,-1-1 0 0 0,1 1-1 0 0,-1-1 1 0 0,1 1 0 0 0,-1 0-1 0 0,1 0 1 0 0,-1-1 0 0 0,0 1-1 0 0,0 0 1 0 0,0-1 0 0 0,0 1-1 0 0,0 0 1 0 0,0 2-1 0 0,0 49 862 0 0,0-52-774 0 0,-1-2-95 0 0,1 0 1 0 0,0 0 0 0 0,0 0 0 0 0,0 0-1 0 0,0 0 1 0 0,0 0 0 0 0,0 0 0 0 0,0 0-1 0 0,0 0 1 0 0,0 0 0 0 0,0 0 0 0 0,1 1-1 0 0,-1-1 1 0 0,0 0 0 0 0,0 0 0 0 0,1 0 0 0 0,-1 0-1 0 0,1 0 1 0 0,-1 1 0 0 0,1-1 0 0 0,-1 0-1 0 0,2-1 1 0 0,6-3-3 0 0,0 1 1 0 0,1-1-1 0 0,-1 2 1 0 0,1-1-1 0 0,0 1 0 0 0,0 0 1 0 0,0 1-1 0 0,14-2 0 0 0,-6 2 1 0 0,-2 0-12 0 0,1 1-1 0 0,31 1 0 0 0,-43 1 34 0 0,0 0 0 0 0,0-1-1 0 0,0 1 1 0 0,1 1 0 0 0,-1-1-1 0 0,0 1 1 0 0,0-1-1 0 0,0 1 1 0 0,-1 0 0 0 0,1 1-1 0 0,0-1 1 0 0,-1 1-1 0 0,0-1 1 0 0,6 7 0 0 0,-8-8-10 0 0,0 1 1 0 0,0 0 0 0 0,0-1 0 0 0,0 1-1 0 0,-1 0 1 0 0,1-1 0 0 0,-1 1 0 0 0,1 0-1 0 0,-1 0 1 0 0,0 0 0 0 0,0 0 0 0 0,0 0-1 0 0,0-1 1 0 0,0 1 0 0 0,0 0 0 0 0,-1 3-1 0 0,1 4-155 0 0,1-8 79 0 0,0 0 0 0 0,0 0 1 0 0,0-1-1 0 0,0 1 0 0 0,0 0 0 0 0,0-1 0 0 0,0 1 0 0 0,0-1 0 0 0,0 1 1 0 0,0-1-1 0 0,0 0 0 0 0,1 1 0 0 0,-1-1 0 0 0,0 0 0 0 0,0 0 0 0 0,1 0 0 0 0,-1 0 1 0 0,0 0-1 0 0,0 0 0 0 0,0 0 0 0 0,1 0 0 0 0,1-1 0 0 0,1 1-228 0 0,94 0-7134 0 0,-65 0 4014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28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 1681 0 0,'-7'0'474'0'0,"0"1"1"0"0,0 0-1 0 0,0 0 1 0 0,0 1-1 0 0,0 0 1 0 0,0 0 0 0 0,1 1-1 0 0,-1 0 1 0 0,1 0-1 0 0,-1 1 1 0 0,-10 8-1 0 0,14-11-351 0 0,0 1-1 0 0,1 0 0 0 0,0 0 1 0 0,-1 0-1 0 0,1 0 1 0 0,0 0-1 0 0,0 1 1 0 0,0-1-1 0 0,0 1 0 0 0,0-1 1 0 0,1 1-1 0 0,-1 0 1 0 0,1 0-1 0 0,0-1 0 0 0,-1 1 1 0 0,1 0-1 0 0,1 0 1 0 0,-1 0-1 0 0,0 1 0 0 0,1-1 1 0 0,0 0-1 0 0,-1 0 1 0 0,1 0-1 0 0,0 0 0 0 0,1 0 1 0 0,-1 0-1 0 0,1 0 1 0 0,0 4-1 0 0,21 34 598 0 0,-21-37-678 0 0,1 0 1 0 0,0 0-1 0 0,0 0 0 0 0,0-1 0 0 0,0 1 0 0 0,0-1 0 0 0,1 0 0 0 0,-1 1 1 0 0,1-1-1 0 0,0 0 0 0 0,0-1 0 0 0,1 1 0 0 0,-1 0 0 0 0,0-1 0 0 0,1 0 0 0 0,-1 0 1 0 0,6 3-1 0 0,-1-2 74 0 0,-1 1 0 0 0,0 1 0 0 0,0 0-1 0 0,0-1 1 0 0,6 8 0 0 0,10 16 685 0 0,-22-26-747 0 0,0 0 0 0 0,0 0 0 0 0,0 0 0 0 0,0-1 0 0 0,1 1 0 0 0,-1 0 0 0 0,1 0 0 0 0,-1-1 0 0 0,1 1 0 0 0,0-1 0 0 0,-1 1 0 0 0,1-1 0 0 0,0 0 0 0 0,0 0 0 0 0,3 2 0 0 0,-1-2-72 0 0,0 0 0 0 0,0-1 0 0 0,0 1 0 0 0,-1-1 0 0 0,1 0 0 0 0,0 0 1 0 0,0 0-1 0 0,0 0 0 0 0,0-1 0 0 0,5-1 0 0 0,13-2-62 0 0,-22 3 79 0 0,1 1 0 0 0,0-1 1 0 0,-1 1-1 0 0,1-1 0 0 0,-1 1 0 0 0,1-1 1 0 0,-1 1-1 0 0,0-1 0 0 0,1 0 1 0 0,-1 1-1 0 0,1-1 0 0 0,-1 0 0 0 0,0 0 1 0 0,0 1-1 0 0,1-1 0 0 0,-1 0 1 0 0,0 1-1 0 0,0-1 0 0 0,0 0 1 0 0,0 0-1 0 0,0 1 0 0 0,0-1 0 0 0,0-1 1 0 0,4-11 17 0 0,5 7-21 0 0,-8 6 1 0 0,0-1 0 0 0,0 1 0 0 0,0-1-1 0 0,0 1 1 0 0,0-1 0 0 0,0 0 0 0 0,0 0-1 0 0,0 1 1 0 0,0-1 0 0 0,0 0 0 0 0,0 0 0 0 0,-1 0-1 0 0,1 0 1 0 0,0 0 0 0 0,-1 0 0 0 0,1 0 0 0 0,-1 0-1 0 0,1-1 1 0 0,-1 1 0 0 0,1 0 0 0 0,-1 0 0 0 0,0 0-1 0 0,1-1 1 0 0,-1 1 0 0 0,0 0 0 0 0,0 0-1 0 0,0-3 1 0 0,0-57-224 0 0,0 60 222 0 0,0 0-1 0 0,1 0 1 0 0,-1 0-1 0 0,0 0 0 0 0,1 0 1 0 0,-1 0-1 0 0,1 0 0 0 0,-1 0 1 0 0,1 0-1 0 0,-1 1 1 0 0,1-1-1 0 0,0 0 0 0 0,-1 0 1 0 0,1 0-1 0 0,0 1 0 0 0,0-1 1 0 0,0 0-1 0 0,-1 1 1 0 0,1-1-1 0 0,0 1 0 0 0,0-1 1 0 0,0 1-1 0 0,0-1 0 0 0,0 1 1 0 0,0 0-1 0 0,0 0 1 0 0,0-1-1 0 0,0 1 0 0 0,0 0 1 0 0,0 0-1 0 0,1 0 0 0 0,2-1-8 0 0,-1 1 0 0 0,1 0 0 0 0,-1 0 0 0 0,1 0 0 0 0,-1 0 0 0 0,1 1 0 0 0,-1-1 0 0 0,1 1 0 0 0,5 2 0 0 0,0 2 70 0 0,0 0 0 0 0,-1 1-1 0 0,0 1 1 0 0,0-1-1 0 0,-1 1 1 0 0,1 0-1 0 0,-2 1 1 0 0,1 0 0 0 0,-1 0-1 0 0,0 0 1 0 0,5 10-1 0 0,-6-10 38 0 0,-1 1 0 0 0,1-1 0 0 0,-1 1-1 0 0,-1 0 1 0 0,0 0 0 0 0,0 0-1 0 0,3 19 1 0 0,-3 1 120 0 0,-1 43 1 0 0,-2-69-209 0 0,0 4 39 0 0,-1 1 0 0 0,0-1 0 0 0,0 1 0 0 0,-1-1 0 0 0,0 0 0 0 0,0 0 0 0 0,-1 1 0 0 0,-4 8 0 0 0,-1 3 134 0 0,3-6-31 0 0,5-10-117 0 0,-1-1 1 0 0,1 1 0 0 0,-1-1-1 0 0,0 0 1 0 0,0 1 0 0 0,0-1-1 0 0,0 0 1 0 0,-1 0 0 0 0,-2 3-1 0 0,0-1 20 0 0,-1 0-1 0 0,0 0 0 0 0,0-1 0 0 0,0 0 1 0 0,-1 0-1 0 0,1 0 0 0 0,-1-1 0 0 0,1 1 1 0 0,-1-1-1 0 0,-9 1 0 0 0,2 0 43 0 0,0 0 0 0 0,0-2-1 0 0,0 1 1 0 0,-20-2 0 0 0,26 0-51 0 0,-27-1 356 0 0,1-1-1 0 0,0-2 1 0 0,-40-9-1 0 0,73 12-373 0 0,-1 1 0 0 0,0 0 0 0 0,1-1-1 0 0,-1 1 1 0 0,0-1 0 0 0,1 1 0 0 0,-1-1 0 0 0,0 1 0 0 0,1-1-1 0 0,-1 1 1 0 0,1-1 0 0 0,-1 0 0 0 0,1 1 0 0 0,-1-1-1 0 0,1 0 1 0 0,0 1 0 0 0,-1-1 0 0 0,1 0 0 0 0,0 0 0 0 0,0 1-1 0 0,-1-1 1 0 0,1 0 0 0 0,0 0 0 0 0,0 1 0 0 0,0-1-1 0 0,0 0 1 0 0,0 0 0 0 0,0 0 0 0 0,0 1 0 0 0,0-2 0 0 0,7-18-77 0 0,3 9-37 0 0,1 0-1 0 0,0 1 1 0 0,0 1 0 0 0,20-13-1 0 0,-7 5-131 0 0,225-146-6180 0 0,-118 96-1388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29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3041 0 0,'-33'13'3922'0'0,"33"-5"-1361"0"0,0-1-160 0 0,33-1-1760 0 0,0-6 239 0 0,32 8 81 0 0,33 5-1 0 0,91-5-240 0 0,72-8-1920 0 0,-97-15-3282 0 0,-34 9-2561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29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0 720 0 0,'0'15'1361'0'0,"0"-3"640"0"0,0 9 160 0 0,0 21 400 0 0,-32-1-640 0 0,32-5-400 0 0,32 5-481 0 0,-32-1-400 0 0,0 10-159 0 0,33-11-161 0 0,-33 3 320 0 0,0-7-560 0 0,65-14-1921 0 0,-32-15-3361 0 0,32-6-2962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31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34 236 560 0 0,'0'2'80'0'0,"0"0"-1"0"0,0 0 1 0 0,0 0-1 0 0,0 0 1 0 0,-1 0-1 0 0,1 0 0 0 0,0 0 1 0 0,-1 0-1 0 0,0 0 1 0 0,1 0-1 0 0,-1-1 1 0 0,0 1-1 0 0,0 0 1 0 0,0-1-1 0 0,0 1 1 0 0,-1 0-1 0 0,1-1 1 0 0,0 1-1 0 0,-3 1 0 0 0,2-1 37 0 0,1-1-1 0 0,0 0 0 0 0,-1 1 1 0 0,1-1-1 0 0,0 1 0 0 0,0 0 1 0 0,0-1-1 0 0,0 1 0 0 0,0 0 0 0 0,0 0 1 0 0,0-1-1 0 0,1 1 0 0 0,-1 0 1 0 0,1 0-1 0 0,-1 0 0 0 0,1 0 0 0 0,0 0 1 0 0,0 0-1 0 0,0 3 0 0 0,0-4 272 0 0,0-18 235 0 0,0 16-602 0 0,-1 0 0 0 0,1 0 0 0 0,0 0 0 0 0,0 0 0 0 0,0 0 0 0 0,0 0 0 0 0,0 0 0 0 0,0 0 0 0 0,0 0-1 0 0,0 0 1 0 0,0-1 0 0 0,0 1 0 0 0,1 0 0 0 0,-1 0 0 0 0,0 0 0 0 0,1 0 0 0 0,-1 0 0 0 0,1 0 0 0 0,-1 0 0 0 0,1 1 0 0 0,-1-1 0 0 0,2-2 0 0 0,13-9 162 0 0,-8 7-111 0 0,0-1 0 0 0,0 0 0 0 0,11-13 1 0 0,-7 2-60 0 0,-10 14-12 0 0,1 0 1 0 0,-1 1-1 0 0,1-1 0 0 0,0 1 0 0 0,0 0 0 0 0,0-1 0 0 0,0 1 0 0 0,0 0 0 0 0,0 0 0 0 0,1 0 0 0 0,4-2 0 0 0,1-1 0 0 0,6-6 0 0 0,1 2 0 0 0,0 0 0 0 0,1 1 0 0 0,0 0 0 0 0,1 1 0 0 0,-1 1 0 0 0,35-8 0 0 0,-25 11-21 0 0,1 0 0 0 0,30 1 0 0 0,-46 3 21 0 0,-1-1-1 0 0,1 2 1 0 0,-1-1-1 0 0,0 1 1 0 0,1 1 0 0 0,-1 0-1 0 0,0 0 1 0 0,0 1 0 0 0,15 8-1 0 0,-6 0 60 0 0,72 49 81 0 0,-83-55-4 0 0,0 0 1 0 0,0 1-1 0 0,-1 0 1 0 0,0 1-1 0 0,-1 0 1 0 0,0 0 0 0 0,0 0-1 0 0,7 15 1 0 0,-12-21-25 0 0,0 1 0 0 0,0 0 0 0 0,0 0 0 0 0,0 0 0 0 0,-1 0 0 0 0,1-1 0 0 0,-1 1 0 0 0,0 0 1 0 0,0 6-1 0 0,0-2 221 0 0,-6-5-120 0 0,4-1-205 0 0,0-1 1 0 0,0 0-1 0 0,-1 0 1 0 0,1 0-1 0 0,0-1 1 0 0,0 1-1 0 0,0 0 0 0 0,-1-1 1 0 0,1 1-1 0 0,0-1 1 0 0,-3-1-1 0 0,5 2-8 0 0,0-1 0 0 0,0 1-1 0 0,-1 0 1 0 0,1 0 0 0 0,0 0-1 0 0,0-1 1 0 0,0 1 0 0 0,0 0 0 0 0,0 0-1 0 0,0 0 1 0 0,0-1 0 0 0,0 1 0 0 0,0 0-1 0 0,0 0 1 0 0,0-1 0 0 0,0 1-1 0 0,0 0 1 0 0,0 0 0 0 0,0 0 0 0 0,0-1-1 0 0,0 1 1 0 0,0 0 0 0 0,0 0-1 0 0,0 0 1 0 0,1-1 0 0 0,-1 1 0 0 0,0 0-1 0 0,0 0 1 0 0,0 0 0 0 0,0 0 0 0 0,0-1-1 0 0,1 1 1 0 0,-1 0 0 0 0,0 0-1 0 0,0 0 1 0 0,1-2 16 0 0,-1 1-11 0 0,-1 0 0 0 0,1 0 0 0 0,-1 0 0 0 0,1 0 0 0 0,-1 0 0 0 0,0 0 0 0 0,1 0 1 0 0,-1 0-1 0 0,0 0 0 0 0,0 1 0 0 0,0-1 0 0 0,0 0 0 0 0,0 0 0 0 0,1 1 0 0 0,-1-1 0 0 0,0 0 0 0 0,-1 1 1 0 0,1-1-1 0 0,0 1 0 0 0,0 0 0 0 0,-1-1 0 0 0,-6-3 16 0 0,7 2-24 0 0,0-1 0 0 0,0 1 0 0 0,0 0-1 0 0,0 0 1 0 0,0 0 0 0 0,0-1 0 0 0,1 1 0 0 0,-1 0 0 0 0,1-1-1 0 0,0 1 1 0 0,0 0 0 0 0,0-1 0 0 0,0 1 0 0 0,0-4 0 0 0,8-33-110 0 0,-2 28 87 0 0,1-1 0 0 0,0 2-1 0 0,0-1 1 0 0,1 1 0 0 0,1 0 0 0 0,13-13 0 0 0,-7 10-5 0 0,0 0 0 0 0,1 1 0 0 0,30-19 0 0 0,-27 22 45 0 0,1 1-1 0 0,-1 1 0 0 0,2 1 1 0 0,25-5-1 0 0,-25 7-11 0 0,1 1 0 0 0,-1 1 1 0 0,1 1-1 0 0,-1 1 0 0 0,23 3 0 0 0,-32-3-2 0 0,1 1-9 0 0,1 1 0 0 0,-1 0 1 0 0,0 0-1 0 0,0 2 0 0 0,19 6 0 0 0,-30-9 19 0 0,0-1 1 0 0,1 1 0 0 0,-1 0-1 0 0,0 0 1 0 0,0 0-1 0 0,0 0 1 0 0,0 1-1 0 0,0-1 1 0 0,-1 0-1 0 0,1 1 1 0 0,0-1-1 0 0,-1 1 1 0 0,1 0 0 0 0,-1-1-1 0 0,1 1 1 0 0,-1 0-1 0 0,2 4 1 0 0,-1-2 33 0 0,-1 0 1 0 0,-1 0 0 0 0,1 0 0 0 0,0 0 0 0 0,-1 0-1 0 0,0 1 1 0 0,-1 5 0 0 0,1 4 47 0 0,0-12-53 0 0,-1-1 0 0 0,0 1 0 0 0,1-1 0 0 0,-1 1 0 0 0,0 0 1 0 0,0-1-1 0 0,0 1 0 0 0,0-1 0 0 0,0 0 0 0 0,0 1 0 0 0,-1-1 0 0 0,1 0 0 0 0,0 0 0 0 0,-1 0 0 0 0,1 0 0 0 0,-1 0 0 0 0,1 0 0 0 0,-1 0 0 0 0,1 0 0 0 0,-1 0 0 0 0,0-1 0 0 0,1 1 1 0 0,-1-1-1 0 0,-3 1 0 0 0,-46 11 961 0 0,44-11-776 0 0,1 2 60 0 0,5-4 15 0 0,2-10-148 0 0,-1 9-146 0 0,-1-1 1 0 0,1 0-1 0 0,0 1 1 0 0,0-1-1 0 0,0 0 1 0 0,0 1-1 0 0,0-1 1 0 0,1 1 0 0 0,-1-1-1 0 0,1 0 1 0 0,0 1-1 0 0,0-1 1 0 0,0 1-1 0 0,0-1 1 0 0,0 1-1 0 0,0 0 1 0 0,0 0-1 0 0,1-1 1 0 0,-1 1-1 0 0,1 0 1 0 0,0 0-1 0 0,0 0 1 0 0,0 0-1 0 0,0 1 1 0 0,0-1-1 0 0,0 1 1 0 0,0-1-1 0 0,4-1 1 0 0,14-8-14 0 0,1 1-1 0 0,0 1 1 0 0,1 0 0 0 0,0 2-1 0 0,0 1 1 0 0,1 0 0 0 0,44-4-1 0 0,-54 9 9 0 0,0 1 0 0 0,1 0 0 0 0,-1 1 0 0 0,1 1 0 0 0,15 3 0 0 0,-24-4 18 0 0,0 0-1 0 0,0 0 1 0 0,0 1-1 0 0,0 0 0 0 0,0 0 1 0 0,0 0-1 0 0,-1 1 1 0 0,1-1-1 0 0,-1 1 0 0 0,0 0 1 0 0,0 0-1 0 0,0 1 1 0 0,0-1-1 0 0,-1 1 1 0 0,1 0-1 0 0,-1 0 0 0 0,0 0 1 0 0,3 5-1 0 0,-2-2 13 0 0,-1 1-1 0 0,0-1 1 0 0,-1 1 0 0 0,1 0-1 0 0,-1-1 1 0 0,-1 1-1 0 0,0 0 1 0 0,0 0 0 0 0,0 14-1 0 0,-1-21-39 0 0,0-1 0 0 0,0 1 1 0 0,0 0-1 0 0,0-1 0 0 0,0 1 0 0 0,0-1 0 0 0,0 1 0 0 0,0 0 0 0 0,0-1 0 0 0,0 1 1 0 0,0-1-1 0 0,-1 1 0 0 0,1 0 0 0 0,0-1 0 0 0,0 1 0 0 0,-1-1 0 0 0,1 1 1 0 0,0-1-1 0 0,-1 1 0 0 0,1-1 0 0 0,0 1 0 0 0,-1-1 0 0 0,1 0 0 0 0,-1 1 0 0 0,1-1 1 0 0,-1 1-1 0 0,1-1 0 0 0,-1 0 0 0 0,1 1 0 0 0,-1-1 0 0 0,1 0 0 0 0,-1 0 0 0 0,0 1 1 0 0,1-1-1 0 0,-1 0 0 0 0,1 0 0 0 0,-1 0 0 0 0,1 0 0 0 0,-1 0 0 0 0,0 0 0 0 0,1 0 1 0 0,-1 0-1 0 0,0 0 0 0 0,1 0 0 0 0,-1 0 0 0 0,1 0 0 0 0,-1 0 0 0 0,1-1 1 0 0,-2 1-1 0 0,-5-1-7367 0 0,34-5 4749 0 0,5-1-80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31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1 640 0 0,'-29'6'2283'0'0,"23"-5"-1946"0"0,0 0 0 0 0,0 0 1 0 0,0 0-1 0 0,1 1 0 0 0,-1 0 1 0 0,1 0-1 0 0,-1 0 0 0 0,1 1 1 0 0,0 0-1 0 0,0 0 0 0 0,0 0 1 0 0,0 1-1 0 0,0 0 0 0 0,1-1 1 0 0,0 2-1 0 0,-7 7 0 0 0,8-8-159 0 0,-1 0 0 0 0,1 0 0 0 0,1 0 0 0 0,-1 1 0 0 0,1-1 0 0 0,-1 1 0 0 0,1 0 0 0 0,1 0 0 0 0,-1 0 0 0 0,1 0-1 0 0,-2 9 1 0 0,3-10-138 0 0,0-1 0 0 0,0 1 0 0 0,1-1 0 0 0,0 1 0 0 0,-1-1 0 0 0,1 0 0 0 0,0 1 0 0 0,0-1 0 0 0,1 0 0 0 0,-1 0 0 0 0,1 0 0 0 0,0 0 0 0 0,0 0 0 0 0,0 0 0 0 0,0 0 0 0 0,0 0 0 0 0,0-1 0 0 0,5 4 0 0 0,35 47 1161 0 0,-19-34-745 0 0,-16-14-289 0 0,0 0 1 0 0,0 0-1 0 0,-1 1 0 0 0,0 0 0 0 0,0 0 1 0 0,8 12-1 0 0,-7-4 178 0 0,-6-12-327 0 0,-1-1 1 0 0,1 1-1 0 0,0-1 0 0 0,-1 1 0 0 0,1-1 1 0 0,0 0-1 0 0,0 1 0 0 0,0-1 1 0 0,0 0-1 0 0,0 0 0 0 0,0 0 1 0 0,0 0-1 0 0,0 0 0 0 0,0 0 0 0 0,1 0 1 0 0,-1 0-1 0 0,0 0 0 0 0,1 0 1 0 0,-1-1-1 0 0,0 1 0 0 0,1 0 0 0 0,-1-1 1 0 0,1 0-1 0 0,-1 1 0 0 0,1-1 1 0 0,0 0-1 0 0,-1 0 0 0 0,1 1 0 0 0,1-2 1 0 0,14 3 17 0 0,-1 0 1 0 0,1-2 0 0 0,26-2-1 0 0,-16-4-142 0 0,5-13 79 0 0,-31 17 32 0 0,0 0 1 0 0,0 1-1 0 0,0-1 1 0 0,0 0-1 0 0,0 1 0 0 0,-1-1 1 0 0,1 0-1 0 0,-1 0 1 0 0,0 0-1 0 0,1 1 0 0 0,-1-1 1 0 0,0 0-1 0 0,0 0 1 0 0,0 0-1 0 0,0 0 0 0 0,0 0 1 0 0,-1 0-1 0 0,0-2 1 0 0,1-2 38 0 0,0 4-37 0 0,0 0 1 0 0,0 0 0 0 0,-1 0 0 0 0,1 0 0 0 0,-1 0-1 0 0,1 0 1 0 0,-1 0 0 0 0,1 0 0 0 0,-1 0-1 0 0,0 0 1 0 0,0 0 0 0 0,0 0 0 0 0,0 1-1 0 0,-1-1 1 0 0,1 0 0 0 0,0 1 0 0 0,-3-3 0 0 0,2 2-6 0 0,1 0 1 0 0,-1 1-1 0 0,1-1 1 0 0,0 0 0 0 0,-1 1-1 0 0,1-1 1 0 0,0 0-1 0 0,0 0 1 0 0,0 0 0 0 0,0 0-1 0 0,1 0 1 0 0,-1 0-1 0 0,0 0 1 0 0,1-1 0 0 0,0 1-1 0 0,-1 0 1 0 0,1-4-1 0 0,0 4 2 0 0,0-1-1 0 0,0 1 1 0 0,-1 0 0 0 0,1-1-1 0 0,-1 1 1 0 0,1 0-1 0 0,-1 0 1 0 0,0-1-1 0 0,0 1 1 0 0,0 0-1 0 0,0 0 1 0 0,0 0-1 0 0,-1 0 1 0 0,1 0-1 0 0,0 0 1 0 0,-4-2-1 0 0,4 2 3 0 0,-1 1 0 0 0,1-1 0 0 0,0 0 0 0 0,-1 0 0 0 0,1 1 0 0 0,0-1-1 0 0,0 0 1 0 0,0 0 0 0 0,0 0 0 0 0,0 0 0 0 0,1 0 0 0 0,-1-1 0 0 0,1 1 0 0 0,-1 0 0 0 0,1 0 0 0 0,0-3 0 0 0,-1 3 17 0 0,1 0 1 0 0,0-1 0 0 0,0 1 0 0 0,0 0 0 0 0,0 0 0 0 0,0 0-1 0 0,1 0 1 0 0,-1 0 0 0 0,1 0 0 0 0,-1 1 0 0 0,1-1 0 0 0,0 0-1 0 0,1-3 1 0 0,-1 4-16 0 0,0 1 0 0 0,1-1 0 0 0,-1 1 0 0 0,0-1 0 0 0,0 1 0 0 0,1 0 0 0 0,-1-1 0 0 0,0 1 0 0 0,1 0 0 0 0,-1 0 0 0 0,0 0 0 0 0,1 0 0 0 0,-1 0 0 0 0,0 0 0 0 0,1 0 0 0 0,-1 1 0 0 0,0-1 0 0 0,0 0 0 0 0,2 1 0 0 0,32 8 185 0 0,0 1 0 0 0,-1 2 1 0 0,-1 1-1 0 0,0 2 0 0 0,49 29 0 0 0,-67-35-111 0 0,13 6 66 0 0,73 44 436 0 0,-88-51-486 0 0,-1 2 0 0 0,0 0 0 0 0,-1 1 0 0 0,0 0 0 0 0,19 24 0 0 0,-26-28-61 0 0,1 0 0 0 0,-1 0 0 0 0,0 1-1 0 0,0 0 1 0 0,-1 0 0 0 0,0 0 0 0 0,-1 0-1 0 0,3 16 1 0 0,-2-3 98 0 0,-2 0 1 0 0,-1 24-1 0 0,0-16-5 0 0,0-18-81 0 0,0 1-1 0 0,-1-1 0 0 0,0 0 0 0 0,0 0 1 0 0,-1 0-1 0 0,-1 0 0 0 0,0-1 1 0 0,0 1-1 0 0,-1-1 0 0 0,-1 1 0 0 0,0-1 1 0 0,0-1-1 0 0,-1 1 0 0 0,0-1 0 0 0,0 0 1 0 0,-1 0-1 0 0,0 0 0 0 0,-1-1 1 0 0,0-1-1 0 0,-15 13 0 0 0,-135 88 352 0 0,149-101-403 0 0,-1-1 0 0 0,-1-1 0 0 0,1 1 0 0 0,-1-2 0 0 0,-17 6 0 0 0,23-9-33 0 0,1 0 0 0 0,-1-1 0 0 0,0 1-1 0 0,1-1 1 0 0,-1 0 0 0 0,0-1 0 0 0,1 1-1 0 0,-1-1 1 0 0,1 1 0 0 0,-1-2-1 0 0,0 1 1 0 0,1 0 0 0 0,0-1 0 0 0,-1 0-1 0 0,1 0 1 0 0,0 0 0 0 0,0 0 0 0 0,-4-4-1 0 0,2 3-25 0 0,1-1 0 0 0,0 0-1 0 0,0-1 1 0 0,0 1 0 0 0,0-1 0 0 0,1 0-1 0 0,-7-8 1 0 0,9 9 31 0 0,1 0 1 0 0,-1 0-1 0 0,0 0 1 0 0,1 0-1 0 0,0 0 1 0 0,0 0-1 0 0,0-1 1 0 0,1 1-1 0 0,-1 0 1 0 0,1 0-1 0 0,0-1 0 0 0,0 1 1 0 0,0 0-1 0 0,1-1 1 0 0,1-6-1 0 0,3-9-210 0 0,1 1 1 0 0,1-1-1 0 0,0 1 0 0 0,2 1 0 0 0,0-1 0 0 0,1 2 0 0 0,0-1 0 0 0,2 1 1 0 0,16-18-1 0 0,19-18-2215 0 0,71-62 0 0 0,-37 38-935 0 0,22-30-2279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42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28 212 640 0 0,'-1'0'108'0'0,"-1"0"1"0"0,1 0-1 0 0,0-1 0 0 0,-1 1 0 0 0,1-1 0 0 0,0 0 1 0 0,-1 1-1 0 0,1-1 0 0 0,0 0 0 0 0,0 0 0 0 0,-1 1 1 0 0,1-1-1 0 0,0 0 0 0 0,0 0 0 0 0,0 0 0 0 0,0-1 0 0 0,0 1 1 0 0,0 0-1 0 0,1 0 0 0 0,-1 0 0 0 0,0-1 0 0 0,1 1 1 0 0,-1 0-1 0 0,1-1 0 0 0,-2-2 0 0 0,3 2 51 0 0,1-1 1 0 0,-1 1-1 0 0,0 0 0 0 0,0 0 1 0 0,1 0-1 0 0,0 0 0 0 0,-1 0 1 0 0,1 0-1 0 0,0 0 0 0 0,0 0 0 0 0,0 1 1 0 0,0-1-1 0 0,0 0 0 0 0,3-1 1 0 0,14-11 787 0 0,0 0-287 0 0,0 0-1 0 0,1 0 0 0 0,0 2 0 0 0,1 1 1 0 0,0 0-1 0 0,42-13 0 0 0,35 0 317 0 0,-58 17-531 0 0,75-3 0 0 0,-84 10-274 0 0,1 2 0 0 0,59 9-1 0 0,-66-6-69 0 0,0 2 0 0 0,24 9 0 0 0,-39-12-50 0 0,0 0 0 0 0,0 1 0 0 0,0 1 0 0 0,11 7 0 0 0,-19-12-27 0 0,0 1 0 0 0,1 0 0 0 0,-1 0 0 0 0,0 0 0 0 0,0 0 0 0 0,0 0 0 0 0,-1 0-1 0 0,1 0 1 0 0,0 1 0 0 0,-1-1 0 0 0,1 0 0 0 0,-1 1 0 0 0,0 0 0 0 0,0-1 0 0 0,0 1 0 0 0,0 0 0 0 0,0-1 0 0 0,-1 1 0 0 0,1 4 0 0 0,-2-2 29 0 0,0 0-1 0 0,0 0 1 0 0,0 0-1 0 0,-1 0 1 0 0,0 0 0 0 0,0-1-1 0 0,0 1 1 0 0,0-1-1 0 0,-1 1 1 0 0,0-1-1 0 0,0 0 1 0 0,0 0 0 0 0,0 0-1 0 0,-5 4 1 0 0,-10 10 297 0 0,-28 22-1 0 0,38-34-249 0 0,-15 12 44 0 0,-1-2 0 0 0,0 0 0 0 0,-1-2 0 0 0,-1-1 1 0 0,0 0-1 0 0,-1-2 0 0 0,0-1 0 0 0,-1-2 1 0 0,0 0-1 0 0,0-2 0 0 0,-1-1 0 0 0,0-1 1 0 0,0-2-1 0 0,1-1 0 0 0,-32-2 0 0 0,54 1-126 0 0,0 0 1 0 0,0-1-1 0 0,0 0 0 0 0,0 0 0 0 0,0 0 0 0 0,0-1 1 0 0,1 1-1 0 0,-1-1 0 0 0,0-1 0 0 0,-6-3 0 0 0,3 3 82 0 0,-11-2 96 0 0,-5-2-132 0 0,24 7-68 0 0,1 0-1 0 0,-1 0 1 0 0,1-1-1 0 0,0 1 1 0 0,-1 0-1 0 0,1 0 1 0 0,-1-1-1 0 0,1 1 1 0 0,0-1-1 0 0,-1 1 1 0 0,1 0-1 0 0,0-1 1 0 0,0 1-1 0 0,-1-1 0 0 0,1 1 1 0 0,0-1-1 0 0,0 1 1 0 0,0-1-1 0 0,0 1 1 0 0,-1-1-1 0 0,1 1 1 0 0,0-1-1 0 0,0 1 1 0 0,0-1-1 0 0,0 1 1 0 0,0-1-1 0 0,0 1 1 0 0,0-1-1 0 0,0 1 0 0 0,0-1 1 0 0,1 1-1 0 0,-1 0 1 0 0,0-1-1 0 0,0 1 1 0 0,0-1-1 0 0,0 1 1 0 0,1-1-1 0 0,-1 1 1 0 0,0-1-1 0 0,1 1 1 0 0,-1 0-1 0 0,0-1 0 0 0,1 1 1 0 0,-1 0-1 0 0,0-1 1 0 0,1 1-1 0 0,-1 0 1 0 0,1-1-1 0 0,0 1 1 0 0,20-8-76 0 0,15-5 42 0 0,-19 8 70 0 0,-1 1 1 0 0,1 0 0 0 0,34-3 0 0 0,-6 6 214 0 0,84 10 0 0 0,-21 6 157 0 0,0 4 1 0 0,143 46 0 0 0,-215-54-794 0 0,1-2 0 0 0,73 9 0 0 0,-89-17-1040 0 0,0-1 0 0 0,29-2-1 0 0,-31-1-1567 0 0,1 0-1 0 0,36-13 1 0 0,3-3-1805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33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0 119 160 0 0,'4'-1'232'0'0,"-1"0"1"0"0,1 0-1 0 0,-1 0 0 0 0,1-1 1 0 0,-1 1-1 0 0,0-1 0 0 0,1 0 1 0 0,-1 0-1 0 0,4-3 0 0 0,20-12 1207 0 0,12 3 327 0 0,47-12 0 0 0,-15 6-509 0 0,-52 15-1038 0 0,0 1 1 0 0,1 0 0 0 0,-1 2-1 0 0,0 0 1 0 0,22 1-1 0 0,23-1 144 0 0,-60 1-346 0 0,118-2 278 0 0,-109 4-181 0 0,0 0 1 0 0,0 1-1 0 0,0 0 1 0 0,0 1-1 0 0,-1 0 1 0 0,0 1-1 0 0,23 11 1 0 0,-32-13-57 0 0,0 0 1 0 0,-1 0 0 0 0,1 0-1 0 0,0 1 1 0 0,-1-1-1 0 0,0 1 1 0 0,0 0 0 0 0,0 0-1 0 0,0-1 1 0 0,0 1 0 0 0,0 1-1 0 0,-1-1 1 0 0,1 0-1 0 0,-1 0 1 0 0,0 1 0 0 0,0-1-1 0 0,0 0 1 0 0,0 1 0 0 0,-1-1-1 0 0,0 1 1 0 0,1-1-1 0 0,-1 1 1 0 0,0-1 0 0 0,-1 1-1 0 0,0 4 1 0 0,0 0 40 0 0,0 0 0 0 0,-1-1 0 0 0,0 1 0 0 0,0 0 1 0 0,0-1-1 0 0,-1 1 0 0 0,0-1 0 0 0,-1 0 0 0 0,0 0 0 0 0,-7 10 0 0 0,1-6-14 0 0,-1 0-1 0 0,0-1 1 0 0,0-1-1 0 0,-1 1 1 0 0,0-2-1 0 0,-1 0 1 0 0,0 0-1 0 0,-19 8 1 0 0,-17 13 323 0 0,42-24-373 0 0,1-1 1 0 0,-1 0 0 0 0,0 0 0 0 0,-1 0-1 0 0,-11 3 1 0 0,17-6-48 0 0,-1-1-1 0 0,1 0 1 0 0,-1 1-1 0 0,0-1 1 0 0,1 0-1 0 0,-1-1 1 0 0,1 1-1 0 0,-1 0 1 0 0,1-1-1 0 0,-1 1 1 0 0,1-1-1 0 0,-1 0 1 0 0,1 0-1 0 0,0 0 1 0 0,-1 0-1 0 0,1 0 1 0 0,0 0-1 0 0,0-1 1 0 0,0 1-1 0 0,-4-4 1 0 0,-27-29-442 0 0,32 33 432 0 0,0-1 1 0 0,0 0-1 0 0,0 0 0 0 0,0 0 1 0 0,1 0-1 0 0,-1 0 0 0 0,1 0 0 0 0,-1 0 1 0 0,1 0-1 0 0,-1 0 0 0 0,1 0 1 0 0,0 0-1 0 0,0-4 0 0 0,3-7 69 0 0,-3 13-38 0 0,0 0 0 0 0,0 0 0 0 0,0-1 0 0 0,0 1 1 0 0,0 0-1 0 0,0 0 0 0 0,0 0 0 0 0,0 0 0 0 0,0 0 0 0 0,0 0 0 0 0,0-1 0 0 0,0 1 1 0 0,0 0-1 0 0,1 0 0 0 0,-1 0 0 0 0,0 0 0 0 0,0 0 0 0 0,0 0 0 0 0,0 0 1 0 0,0 0-1 0 0,0 0 0 0 0,1 0 0 0 0,-1-1 0 0 0,0 1 0 0 0,0 0 0 0 0,0 0 0 0 0,0 0 1 0 0,0 0-1 0 0,0 0 0 0 0,1 0 0 0 0,-1 0 0 0 0,0 0 0 0 0,0 0 0 0 0,0 0 1 0 0,0 0-1 0 0,0 0 0 0 0,1 0 0 0 0,-1 0 0 0 0,0 0 0 0 0,0 0 0 0 0,0 1 0 0 0,0-1 1 0 0,0 0-1 0 0,0 0 0 0 0,1 0 0 0 0,-1 0 0 0 0,0 0 0 0 0,0 0 0 0 0,0 0 0 0 0,0 0 1 0 0,0 0-1 0 0,0 1 0 0 0,12 10 294 0 0,1 0 1 0 0,0-1-1 0 0,14 9 1 0 0,23 18 483 0 0,-34-21-496 0 0,0 1 0 0 0,-1 0 1 0 0,-1 2-1 0 0,-1-1 0 0 0,15 28 0 0 0,-23-37-309 0 0,1 0-1 0 0,1-1 1 0 0,-1 1-1 0 0,1-1 1 0 0,0-1-1 0 0,1 1 0 0 0,14 10 1 0 0,-15-14-489 0 0,-1 0 1 0 0,1 0-1 0 0,0-1 0 0 0,0 0 1 0 0,0 0-1 0 0,9 2 0 0 0,-15-5 267 0 0,-1 0 0 0 0,0 0 0 0 0,1 0-1 0 0,-1-1 1 0 0,1 1 0 0 0,-1 0 0 0 0,0-1-1 0 0,1 1 1 0 0,-1 0 0 0 0,0 0 0 0 0,1-1-1 0 0,-1 1 1 0 0,0-1 0 0 0,0 1 0 0 0,1 0-1 0 0,-1-1 1 0 0,0 1 0 0 0,0-1 0 0 0,1 1-1 0 0,-1 0 1 0 0,0-1 0 0 0,0 1 0 0 0,0-1-1 0 0,0 1 1 0 0,0-1 0 0 0,0 1 0 0 0,0-1-1 0 0,0 1 1 0 0,0 0 0 0 0,0-1 0 0 0,0 1-1 0 0,0-1 1 0 0,0 1 0 0 0,0-1 0 0 0,0 1-1 0 0,-1-1 1 0 0,1 1 0 0 0,0-1 0 0 0,0-1-1022 0 0,0-13-3207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34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 1121 0 0,'0'-6'4402'0'0,"0"-2"-2241"0"0,32 8-241 0 0,1-7-239 0 0,0 1-320 0 0,32-8-401 0 0,-32 7-239 0 0,32 7-241 0 0,-6-8-240 0 0,39 2-320 0 0,-33 6-480 0 0,0 0-401 0 0,-32 6-800 0 0,0-6-720 0 0,-1 8-640 0 0,1-1-241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34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1 160 0 0,'0'21'2161'0'0,"0"26"1681"0"0,33 28 0 0 0,-33-12-1601 0 0,0-16-961 0 0,0 1-559 0 0,33 2-401 0 0,-33-17-160 0 0,0 3-480 0 0,0-24-881 0 0,32 3-1200 0 0,-32-1-1361 0 0,0-7-720 0 0</inkml:trace>
  <inkml:trace contextRef="#ctx0" brushRef="#br0" timeOffset="1">778 344 2001 0 0,'0'8'3121'0'0,"-33"-8"2562"0"0,33 6-3442 0 0,0 1 1121 0 0,33 1-1282 0 0,-1-2-1439 0 0,1-6-161 0 0,-1 0-160 0 0,34 6-320 0 0,-34 3-480 0 0,34-3-1121 0 0,-34 0-2000 0 0,1 0-1682 0 0,0 3 1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35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1841 0 0,'0'0'9284'0'0,"27"0"-8163"0"0,5-8-161 0 0,1 8-160 0 0,32 0-239 0 0,0 0-881 0 0,66 0-2322 0 0,65 8-3921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35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2 118 1201 0 0,'-1'-16'747'0'0,"1"12"-497"0"0,0 1 0 0 0,0-1 0 0 0,0 0 0 0 0,0 1 0 0 0,1-1 0 0 0,-1 1 0 0 0,1-1 0 0 0,1-4 0 0 0,-1 6-204 0 0,0 0-1 0 0,1 0 0 0 0,-1 1 0 0 0,0-1 0 0 0,1 1 0 0 0,-1-1 0 0 0,1 1 0 0 0,-1 0 1 0 0,1-1-1 0 0,0 1 0 0 0,0 0 0 0 0,0 0 0 0 0,-1 0 0 0 0,1 0 0 0 0,0 0 0 0 0,0 1 0 0 0,0-1 1 0 0,4 0-1 0 0,41-11 225 0 0,1 2 1 0 0,0 2-1 0 0,0 3 1 0 0,1 1 0 0 0,-1 3-1 0 0,78 7 1 0 0,-126-6-268 0 0,17 2 62 0 0,-1 1 0 0 0,19 4 1 0 0,-31-5-40 0 0,-1-1 1 0 0,1 0 0 0 0,0 1 0 0 0,0-1-1 0 0,0 1 1 0 0,-1 0 0 0 0,1 0 0 0 0,-1 1 0 0 0,0-1-1 0 0,1 1 1 0 0,-1-1 0 0 0,0 1 0 0 0,-1 0-1 0 0,6 7 1 0 0,-8-9 6 0 0,1 0 0 0 0,-1 1 0 0 0,1-1-1 0 0,-1 0 1 0 0,0 1 0 0 0,1-1 0 0 0,-1 1 0 0 0,0-1 0 0 0,0 0-1 0 0,0 1 1 0 0,0-1 0 0 0,0 1 0 0 0,0-1 0 0 0,-1 1 0 0 0,1-1-1 0 0,0 0 1 0 0,-1 1 0 0 0,1-1 0 0 0,-1 0 0 0 0,1 1 0 0 0,-1-1 0 0 0,0 0-1 0 0,1 0 1 0 0,-1 1 0 0 0,-2 1 0 0 0,-4 6 258 0 0,-1-1 1 0 0,0 0 0 0 0,0 0-1 0 0,-1 0 1 0 0,-18 11-1 0 0,-51 29 1218 0 0,77-48-1499 0 0,-25 15 434 0 0,-1-1 1 0 0,-1-2-1 0 0,0-1 0 0 0,0-1 1 0 0,-1-1-1 0 0,-33 5 0 0 0,56-12-379 0 0,-11 2 75 0 0,-9 3 145 0 0,1-2 0 0 0,-1 0 0 0 0,-37 1 0 0 0,34-5-131 0 0,24 1-140 0 0,11 0-75 0 0,1-1 49 0 0,-1-1 1 0 0,1-1-1 0 0,-1 1 0 0 0,0-1 1 0 0,11-2-1 0 0,32-5 95 0 0,92 0-3 0 0,-1 5 1 0 0,209 23-1 0 0,-238-1-133 0 0,-103-18 61 0 0,0 1 0 0 0,0 1 0 0 0,0 0 0 0 0,-1 0 0 0 0,1 0 0 0 0,-1 1-1 0 0,1 0 1 0 0,-1 1 0 0 0,9 7 0 0 0,-11-7 108 0 0,-1 0-1 0 0,-1 0 1 0 0,1 0 0 0 0,-1 0-1 0 0,0 0 1 0 0,0 1-1 0 0,0 0 1 0 0,2 8 0 0 0,-25 29 1741 0 0,13-30-1220 0 0,5-9-537 0 0,-1-1 0 0 0,1 1 0 0 0,-1-1 0 0 0,0 0 0 0 0,0 0 0 0 0,0-1 0 0 0,0 1 0 0 0,0 0 0 0 0,-1-1 0 0 0,1 0 0 0 0,-5 3 0 0 0,-44 17 643 0 0,51-22-738 0 0,-39 15 489 0 0,-61 21 252 0 0,-83 8-472 0 0,52-13-388 0 0,-55 13-1642 0 0,121-28-1879 0 0,-1-1-4273 0 0,35-7-749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36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35 196 880 0 0,'0'0'67'0'0,"-1"-1"0"0"0,1 1 0 0 0,-1-1 0 0 0,1 0 0 0 0,-1 1 0 0 0,1-1 0 0 0,-1 1 0 0 0,0 0 0 0 0,1-1 0 0 0,-1 1 0 0 0,0-1 0 0 0,1 1-1 0 0,-1 0 1 0 0,0-1 0 0 0,1 1 0 0 0,-1 0 0 0 0,0 0 0 0 0,1 0 0 0 0,-1 0 0 0 0,-1 0 0 0 0,-17-9 324 0 0,19 8-380 0 0,0 1-1 0 0,-1-1 0 0 0,1 1 1 0 0,0-1-1 0 0,0 1 1 0 0,0-1-1 0 0,0 0 1 0 0,-1 1-1 0 0,1-1 1 0 0,0 0-1 0 0,0 1 1 0 0,0-1-1 0 0,0 1 1 0 0,0-1-1 0 0,0 0 1 0 0,1 1-1 0 0,-1-1 1 0 0,0 1-1 0 0,0-1 1 0 0,0 0-1 0 0,1 1 1 0 0,-1-1-1 0 0,0 1 1 0 0,0-1-1 0 0,1 1 1 0 0,-1-1-1 0 0,1 1 1 0 0,-1-1-1 0 0,0 1 1 0 0,1-1-1 0 0,-1 1 1 0 0,1-1-1 0 0,-1 1 1 0 0,1 0-1 0 0,0-1 1 0 0,12-14 137 0 0,-7 7-52 0 0,0 1-1 0 0,0 0 1 0 0,1 0 0 0 0,15-10 0 0 0,20-13 204 0 0,-31 21-165 0 0,0 1 1 0 0,0 1-1 0 0,1-1 1 0 0,0 2 0 0 0,1 0-1 0 0,-1 0 1 0 0,1 1 0 0 0,18-5-1 0 0,-15 9-32 0 0,0-1 0 0 0,0 2 0 0 0,0 0-1 0 0,0 1 1 0 0,-1 1 0 0 0,1 0-1 0 0,0 1 1 0 0,-1 1 0 0 0,28 10 0 0 0,-31-7-24 0 0,-2 1 1 0 0,1 0 0 0 0,-1 0 0 0 0,0 1 0 0 0,-1 0 0 0 0,0 1 0 0 0,12 17 0 0 0,-20-25-66 0 0,27 41 551 0 0,-27-41-512 0 0,1 0 0 0 0,-1 0 0 0 0,-1 0 0 0 0,1 0 0 0 0,0 0 1 0 0,0 0-1 0 0,-1 0 0 0 0,0 1 0 0 0,1-1 0 0 0,-1 0 0 0 0,0 0 0 0 0,0 1 1 0 0,0-1-1 0 0,0 0 0 0 0,0 0 0 0 0,-1 1 0 0 0,1-1 0 0 0,-1 0 1 0 0,1 0-1 0 0,-2 4 0 0 0,0-4 41 0 0,-1 0 0 0 0,1 0 0 0 0,0 1 0 0 0,0-2 0 0 0,-1 1 0 0 0,1 0 0 0 0,-6 2 0 0 0,6-3-31 0 0,0 0 0 0 0,0 0 0 0 0,0 0 1 0 0,1 0-1 0 0,-1 0 0 0 0,0 0 1 0 0,1 0-1 0 0,-1 1 0 0 0,1-1 1 0 0,-1 1-1 0 0,1-1 0 0 0,0 1 0 0 0,-1-1 1 0 0,1 1-1 0 0,0 0 0 0 0,0 0 1 0 0,0-1-1 0 0,0 1 0 0 0,1 0 1 0 0,-2 2-1 0 0,2-3-42 0 0,0-1 0 0 0,0 1 0 0 0,0-1 0 0 0,-1 0 0 0 0,1 1 0 0 0,0-1-1 0 0,0 1 1 0 0,-1-1 0 0 0,1 0 0 0 0,0 1 0 0 0,0-1 0 0 0,-1 0 0 0 0,1 1 0 0 0,0-1 0 0 0,-1 0 0 0 0,1 1 0 0 0,-1-1 0 0 0,1 0 0 0 0,0 0 0 0 0,-1 1 0 0 0,1-1 0 0 0,-1 0 0 0 0,1 0-1 0 0,-1 0 1 0 0,1 0 0 0 0,-1 0 0 0 0,1 0 0 0 0,0 0 0 0 0,-1 0 0 0 0,1 0 0 0 0,-1 0 0 0 0,0 0 0 0 0,-14 0 155 0 0,15 0-123 0 0,-5 0 214 0 0,4-8-219 0 0,1 6-41 0 0,-1 0 0 0 0,1 0 0 0 0,0 0 0 0 0,0 1 0 0 0,0-1 0 0 0,0 0 0 0 0,0 0 0 0 0,0 0 0 0 0,1 1 0 0 0,-1-1 0 0 0,1 0 0 0 0,-1 0 0 0 0,1 1 0 0 0,-1-1 0 0 0,1 0 0 0 0,0 1 0 0 0,1-3-1 0 0,7-4 25 0 0,31-30 259 0 0,-37 35-285 0 0,0 0 0 0 0,0 0 1 0 0,0 0-1 0 0,0 1 1 0 0,1 0-1 0 0,-1 0 0 0 0,1 0 1 0 0,-1 0-1 0 0,1 0 0 0 0,0 1 1 0 0,0-1-1 0 0,0 1 1 0 0,0 0-1 0 0,0 0 0 0 0,0 1 1 0 0,0-1-1 0 0,6 1 1 0 0,21-5 57 0 0,-14 0-42 0 0,0 2 0 0 0,0 0 0 0 0,0 2 0 0 0,0-1 0 0 0,21 3 0 0 0,-25-1-1 0 0,60 4-9 0 0,-46 0 26 0 0,1 0-1 0 0,35 12 1 0 0,-61-16-18 0 0,-1 1 1 0 0,1-1-1 0 0,0 1 1 0 0,0 0 0 0 0,-1-1-1 0 0,1 1 1 0 0,-1 0 0 0 0,1 0-1 0 0,0 0 1 0 0,-1 0 0 0 0,0 0-1 0 0,1 0 1 0 0,-1 1 0 0 0,0-1-1 0 0,1 0 1 0 0,-1 1-1 0 0,1 2 1 0 0,0 0 89 0 0,-1-1 1 0 0,-1 1-1 0 0,1 0 0 0 0,-1 0 0 0 0,1-1 1 0 0,-1 1-1 0 0,-1 6 0 0 0,1-5-3 0 0,0-4-86 0 0,0 0-1 0 0,0 0 0 0 0,0 0 0 0 0,-1-1 0 0 0,1 1 0 0 0,-1 0 1 0 0,1 0-1 0 0,0 0 0 0 0,-1 0 0 0 0,0 0 0 0 0,1-1 1 0 0,-1 1-1 0 0,1 0 0 0 0,-1 0 0 0 0,0-1 0 0 0,0 1 0 0 0,1 0 1 0 0,-1-1-1 0 0,0 1 0 0 0,0-1 0 0 0,0 1 0 0 0,0-1 0 0 0,0 0 1 0 0,1 1-1 0 0,-1-1 0 0 0,0 0 0 0 0,0 0 0 0 0,0 1 0 0 0,0-1 1 0 0,0 0-1 0 0,0 0 0 0 0,-1 0 0 0 0,-2 1 55 0 0,-1 0 167 0 0,-1-4-95 0 0,5 3-142 0 0,-1-1 0 0 0,1 1 0 0 0,-1-1 0 0 0,0 0 0 0 0,1 0-1 0 0,0 0 1 0 0,-1 0 0 0 0,1 0 0 0 0,0 0 0 0 0,-1-1 0 0 0,1 1 0 0 0,0 0 0 0 0,0-1-1 0 0,-1-1 1 0 0,0 0 3 0 0,1-1 0 0 0,0 1 0 0 0,1-1 0 0 0,-1 0 0 0 0,0 1 0 0 0,1-1 0 0 0,0 0-1 0 0,0-4 1 0 0,1 3-1 0 0,0-1 0 0 0,0 1 0 0 0,0 0 0 0 0,0 0 0 0 0,1 0 0 0 0,0 0 0 0 0,0 1 0 0 0,0-1 0 0 0,1 0 0 0 0,-1 1 0 0 0,1 0 0 0 0,0 0 0 0 0,6-7 0 0 0,0 2 4 0 0,-1 0 1 0 0,1 1-1 0 0,0 0 1 0 0,1 1 0 0 0,10-7-1 0 0,-13 11-10 0 0,0 0 0 0 0,0 0 1 0 0,0 0-1 0 0,0 1 0 0 0,0 0 0 0 0,1 0 0 0 0,-1 1 0 0 0,12-1 1 0 0,-2 0 10 0 0,-9 1 28 0 0,1 0-1 0 0,-1 1 0 0 0,1 0 0 0 0,-1 0 1 0 0,1 1-1 0 0,-1 0 0 0 0,0 1 1 0 0,1 0-1 0 0,-1 0 0 0 0,0 0 0 0 0,12 6 1 0 0,-7-1 153 0 0,1 1 1 0 0,-1 1-1 0 0,0-1 1 0 0,0 2-1 0 0,14 14 0 0 0,-25-22-168 0 0,11 10 328 0 0,-1 0 0 0 0,21 26 1 0 0,-29-33-276 0 0,-1 0 0 0 0,0 1 0 0 0,0-1 0 0 0,-1 1 0 0 0,1-1 0 0 0,-1 1 0 0 0,0 0 0 0 0,-1 0 0 0 0,1 0-1 0 0,-1 0 1 0 0,0 0 0 0 0,-1 9 0 0 0,-3 19 246 0 0,3-33-316 0 0,0 0 1 0 0,-1 0-1 0 0,1 0 0 0 0,0 0 0 0 0,-1 0 0 0 0,1 0 0 0 0,-1 0 0 0 0,1 0 1 0 0,-1 0-1 0 0,0 0 0 0 0,1 0 0 0 0,-1 0 0 0 0,0-1 0 0 0,0 1 0 0 0,0 0 0 0 0,-1 0 1 0 0,-1 0-120 0 0,0 0 0 0 0,0-1 0 0 0,-1 1 1 0 0,1-1-1 0 0,0 0 0 0 0,0 0 0 0 0,-1 0 0 0 0,1 0 1 0 0,0-1-1 0 0,-1 1 0 0 0,1-1 0 0 0,0 0 1 0 0,-5-2-1 0 0,3 2-240 0 0,4 1 246 0 0,1 0-1 0 0,-1 0 0 0 0,0 0 1 0 0,0 0-1 0 0,0 0 1 0 0,0 0-1 0 0,0-1 1 0 0,0 1-1 0 0,0 0 0 0 0,1-1 1 0 0,-1 1-1 0 0,0 0 1 0 0,0-1-1 0 0,0 1 0 0 0,1-1 1 0 0,-1 1-1 0 0,0-1 1 0 0,1 0-1 0 0,-1 1 1 0 0,0-1-1 0 0,1 0 0 0 0,-1 1 1 0 0,1-1-1 0 0,-1 0 1 0 0,1 0-1 0 0,-1 1 1 0 0,1-1-1 0 0,-1 0 0 0 0,1 0 1 0 0,0 0-1 0 0,0 0 1 0 0,-1 0-1 0 0,1 0 0 0 0,0 1 1 0 0,0-3-1 0 0,0 2-99 0 0,0-1-1 0 0,0 1 0 0 0,-1-1 0 0 0,1 0 0 0 0,-1 1 0 0 0,1-1 1 0 0,-1 1-1 0 0,1-1 0 0 0,-1 1 0 0 0,0-1 0 0 0,0 1 1 0 0,1 0-1 0 0,-1-1 0 0 0,0 1 0 0 0,0 0 0 0 0,0 0 1 0 0,-1 0-1 0 0,-1-3 0 0 0,-9-9-1546 0 0,11 10 1401 0 0,0 0-1 0 0,0 1 1 0 0,0-1 0 0 0,0 0 0 0 0,1 1 0 0 0,-1-1 0 0 0,1 0-1 0 0,0 0 1 0 0,0-5 0 0 0,0-25-3250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37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1040 0 0,'1'2'2280'0'0,"-8"2"-1692"0"0,6-4-575 0 0,0 0 159 0 0,-1 0 0 0 0,1 0 0 0 0,-1 1 1 0 0,0-1-1 0 0,1 0 0 0 0,-1 1 0 0 0,1 0 0 0 0,-1-1 0 0 0,1 1 0 0 0,-1 0 0 0 0,1 0 0 0 0,0 0 0 0 0,-1 0 1 0 0,1 0-1 0 0,-2 1 0 0 0,3 0-64 0 0,-1 0 1 0 0,1-1 0 0 0,0 1 0 0 0,-1 0-1 0 0,1 0 1 0 0,0 0 0 0 0,0 0 0 0 0,0 0-1 0 0,0 0 1 0 0,0-1 0 0 0,1 1-1 0 0,-1 0 1 0 0,0 0 0 0 0,1 0 0 0 0,-1 0-1 0 0,1-1 1 0 0,0 1 0 0 0,0 0 0 0 0,0-1-1 0 0,0 1 1 0 0,0 0 0 0 0,0-1 0 0 0,2 3-1 0 0,12 18 501 0 0,1-1 1 0 0,1 0-1 0 0,0-1 0 0 0,2 0 0 0 0,22 17 0 0 0,41 19 365 0 0,-33-8-520 0 0,-38-39-426 0 0,1-1 0 0 0,0 0 0 0 0,1-1 0 0 0,0 0 0 0 0,0-1 0 0 0,0-1 0 0 0,1 0 0 0 0,0 0 0 0 0,23 3 0 0 0,-33-8-49 0 0,-1 0 1 0 0,1-1 0 0 0,0 1-1 0 0,-1-1 1 0 0,1 0 0 0 0,-1 0-1 0 0,1 0 1 0 0,-1 0-1 0 0,1-1 1 0 0,-1 1 0 0 0,0-1-1 0 0,0 0 1 0 0,0 0 0 0 0,0 0-1 0 0,0 0 1 0 0,0-1 0 0 0,0 1-1 0 0,2-4 1 0 0,-4 4 0 0 0,1-1-1 0 0,-1 1 1 0 0,-1 0 0 0 0,1-1-1 0 0,0 1 1 0 0,0 0 0 0 0,-1-1-1 0 0,0 1 1 0 0,1-1 0 0 0,-1 1 0 0 0,0-1-1 0 0,0 1 1 0 0,0-1 0 0 0,-1 1-1 0 0,1-1 1 0 0,0 1 0 0 0,-1 0-1 0 0,0-1 1 0 0,0 1 0 0 0,1 0 0 0 0,-1-1-1 0 0,-2-1 1 0 0,-18-26-7 0 0,10-7 41 0 0,-11 3 66 0 0,15 20-11 0 0,6 11-54 0 0,0 1 0 0 0,0 0-1 0 0,0-1 1 0 0,-1 1 0 0 0,1 0 0 0 0,0 0-1 0 0,-1 0 1 0 0,0 0 0 0 0,1 0 0 0 0,-1 0-1 0 0,0 1 1 0 0,0-1 0 0 0,0 0 0 0 0,0 1-1 0 0,0 0 1 0 0,-4-2 0 0 0,5 2-15 0 0,-9-4 157 0 0,0-1 0 0 0,0 1-1 0 0,-19-5 1 0 0,23 8-10 0 0,8 3-127 0 0,0 0 1 0 0,-1-1 0 0 0,1 0 0 0 0,-1 1 0 0 0,1-1 0 0 0,0 0-1 0 0,-1 0 1 0 0,1 0 0 0 0,0 0 0 0 0,-1 0 0 0 0,3-1 0 0 0,7 1 62 0 0,-2 1-9 0 0,0 1 1 0 0,0 0-1 0 0,0 0 0 0 0,0 1 1 0 0,0 0-1 0 0,12 7 0 0 0,59 25 307 0 0,101 47 172 0 0,-166-75-519 0 0,-1 1 0 0 0,0 1 0 0 0,-1 0 1 0 0,0 1-1 0 0,0 0 0 0 0,20 23 0 0 0,-25-24-26 0 0,0 2-1 0 0,-1-1 1 0 0,-1 1-1 0 0,0 0 1 0 0,0 0-1 0 0,-1 1 1 0 0,0-1-1 0 0,4 17 1 0 0,-8-22-3 0 0,-1-1 1 0 0,1 0-1 0 0,0 0 1 0 0,-1 0-1 0 0,0 0 1 0 0,-1 0-1 0 0,1 0 0 0 0,-1 1 1 0 0,0-1-1 0 0,0 0 1 0 0,0 0-1 0 0,-1 0 1 0 0,0-1-1 0 0,-4 9 1 0 0,-4 15 72 0 0,7-19-50 0 0,1 0 0 0 0,-2 1 1 0 0,1-2-1 0 0,-9 16 0 0 0,8-19-24 0 0,0 0-1 0 0,0-1 1 0 0,0 1 0 0 0,-1-1-1 0 0,0 0 1 0 0,1 0-1 0 0,-1-1 1 0 0,-7 4-1 0 0,-6 3 20 0 0,0-1-1 0 0,-1-1 0 0 0,0-1 1 0 0,0 0-1 0 0,-1-2 0 0 0,-22 4 1 0 0,39-8-20 0 0,-16 3-5 0 0,-1-1 0 0 0,1-1 0 0 0,-1 0-1 0 0,0-2 1 0 0,-34-2 0 0 0,49 1-14 0 0,1 1 0 0 0,0-1 0 0 0,-1 0 0 0 0,1 0 1 0 0,0 0-1 0 0,-1-1 0 0 0,1 1 0 0 0,0-1 0 0 0,-5-3 0 0 0,7 4 19 0 0,1 0 0 0 0,0 0-1 0 0,0 0 1 0 0,1 0 0 0 0,-1 0 0 0 0,0 0 0 0 0,0 0-1 0 0,0 0 1 0 0,1 0 0 0 0,-1 0 0 0 0,0 0 0 0 0,1 0 0 0 0,-1-1-1 0 0,1 1 1 0 0,-1 0 0 0 0,1 0 0 0 0,0-1 0 0 0,0 1-1 0 0,-1 0 1 0 0,1-1 0 0 0,0-1 0 0 0,2-4 20 0 0,0-1 1 0 0,1 0-1 0 0,-1 1 0 0 0,1 0 1 0 0,1 0-1 0 0,-1 0 0 0 0,1 0 1 0 0,7-9-1 0 0,11-21-136 0 0,8-14-1852 0 0,2 1-1 0 0,59-68 1 0 0,7-1-5345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38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54 1841 0 0,'-6'10'4345'0'0,"-10"-1"-2495"0"0,10-7-588 0 0,3 1-441 0 0,0 0 1 0 0,0 0 0 0 0,-1-1 0 0 0,1 0 0 0 0,-1 1 0 0 0,-6 1 0 0 0,8-3-519 0 0,1-1-213 0 0,1 0 1 0 0,0 0 0 0 0,-1 1 0 0 0,1-1 0 0 0,0 0-1 0 0,0 0 1 0 0,-1 0 0 0 0,1 0 0 0 0,0 0 0 0 0,0 1-1 0 0,-1-1 1 0 0,1 0 0 0 0,0 0 0 0 0,0 1 0 0 0,-1-1-1 0 0,1 0 1 0 0,0 0 0 0 0,0 1 0 0 0,0-1 0 0 0,0 0-1 0 0,-1 0 1 0 0,1 1 0 0 0,0-1 0 0 0,0 0 0 0 0,0 1-1 0 0,0-1 1 0 0,0 0 0 0 0,0 0 0 0 0,0 1 0 0 0,0-1-1 0 0,0 0 1 0 0,0 1 0 0 0,0-1 0 0 0,0 0-1 0 0,0 1 1 0 0,0-1 0 0 0,0 0 0 0 0,0 1 0 0 0,0-1-1 0 0,0 0 1 0 0,0 0 0 0 0,1 1 0 0 0,-1-1 0 0 0,0 0-1 0 0,0 1 1 0 0,0-1 0 0 0,0 0 0 0 0,1 0 0 0 0,-1 1-1 0 0,0-1 1 0 0,0 0 0 0 0,1 0 0 0 0,-1 0 0 0 0,0 0-1 0 0,0 1 1 0 0,1-1 0 0 0,-1 0 0 0 0,0 0 0 0 0,1 0-1 0 0,-1 0 1 0 0,1 0 0 0 0,41-2 1229 0 0,51-9 0 0 0,-32 2-1039 0 0,-31 5-247 0 0,543-58-1388 0 0,-350 43-5743 0 0,-164 16-517 0 0,-42 3 5157 0 0,16 0-2079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39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2401 0 0,'0'77'4642'0'0,"0"-15"-1680"0"0,0-8-801 0 0,0 3 240 0 0,0 11-240 0 0,-33 7-80 0 0,33 2-721 0 0,33-2-719 0 0,-33 0-401 0 0,32-7-80 0 0,1-26-480 0 0,32-13-1521 0 0,-32-29-3682 0 0,65-15-4241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39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93 161 2001 0 0,'-61'-14'5197'0'0,"42"12"-858"0"0,7 2 3626 0 0,141-14-4545 0 0,-31 6-2878 0 0,245-48-1094 0 0,-115 10-6539 0 0,-162 27-1100 0 0,-61 18 3923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40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21 720 0 0,'-33'0'3202'0'0,"1"0"1600"0"0,64 0 5923 0 0,1 0-9124 0 0,32 0-321 0 0,-32 0-239 0 0,32-6-241 0 0,-6 6-240 0 0,39-6-320 0 0,0 6-79 0 0,0-9-562 0 0,33 9-2240 0 0,32 0-3362 0 0,-33 0-3441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41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78 240 0 0,'0'-1'321'0'0,"0"0"-1"0"0,0 0 1 0 0,0 0-1 0 0,0 0 1 0 0,1 0-1 0 0,-1 1 1 0 0,0-1 0 0 0,0 0-1 0 0,1 0 1 0 0,-1 0-1 0 0,0 0 1 0 0,1 0-1 0 0,-1 1 1 0 0,0-1-1 0 0,1 0 1 0 0,0 0 0 0 0,-1 1-1 0 0,1-1 1 0 0,-1 0-1 0 0,1 1 1 0 0,0-1-1 0 0,-1 1 1 0 0,1-1-1 0 0,0 1 1 0 0,0-1-1 0 0,-1 1 1 0 0,2-1 0 0 0,28-4 341 0 0,-7 2 638 0 0,260-38 1568 0 0,-235 37-2772 0 0,1 1 1 0 0,-1 2-1 0 0,1 3 0 0 0,82 12 0 0 0,-128-13-67 0 0,0-1 0 0 0,-1 1 1 0 0,1 0-1 0 0,0 0 1 0 0,-1 0-1 0 0,1 0 1 0 0,-1 0-1 0 0,5 3 0 0 0,-7-3-14 0 0,1-1 0 0 0,-1 1-1 0 0,1-1 1 0 0,-1 1 0 0 0,1-1-1 0 0,-1 1 1 0 0,1-1 0 0 0,-1 1-1 0 0,0 0 1 0 0,1-1-1 0 0,-1 1 1 0 0,0-1 0 0 0,0 1-1 0 0,1 0 1 0 0,-1-1 0 0 0,0 1-1 0 0,0 0 1 0 0,0-1 0 0 0,0 1-1 0 0,0 0 1 0 0,0 0 0 0 0,0-1-1 0 0,0 2 1 0 0,-1 0 18 0 0,0 1-1 0 0,0-1 1 0 0,-1 1 0 0 0,1-1 0 0 0,-1 0 0 0 0,0 0 0 0 0,0 0-1 0 0,1 0 1 0 0,-1 0 0 0 0,0 0 0 0 0,-1 0 0 0 0,1 0-1 0 0,0-1 1 0 0,0 1 0 0 0,-1-1 0 0 0,-2 1 0 0 0,5-1-32 0 0,-18 9 121 0 0,0 0 0 0 0,0-1-1 0 0,-1 0 1 0 0,0-2 0 0 0,0 0 0 0 0,-39 7-1 0 0,-108 2 74 0 0,-37 4 424 0 0,182-16-496 0 0,16-3-55 0 0,0 0 0 0 0,0-1 1 0 0,0 1-1 0 0,0-1 0 0 0,0 0 0 0 0,-9 0 0 0 0,14 0-65 0 0,0-1-1 0 0,1 1 0 0 0,-1 0 1 0 0,0 0-1 0 0,0 0 0 0 0,0 0 1 0 0,0 0-1 0 0,1 0 0 0 0,-1 0 1 0 0,0 0-1 0 0,0-1 0 0 0,0 1 1 0 0,0 0-1 0 0,0 0 0 0 0,0 0 1 0 0,0 0-1 0 0,1 0 0 0 0,-1-1 1 0 0,0 1-1 0 0,0 0 0 0 0,0 0 1 0 0,0 0-1 0 0,0 0 0 0 0,0-1 1 0 0,0 1-1 0 0,0 0 0 0 0,0 0 1 0 0,0 0-1 0 0,0-1 0 0 0,0 1 1 0 0,0 0-1 0 0,0 0 0 0 0,0 0 1 0 0,0 0-1 0 0,0-1 0 0 0,0 1 1 0 0,0 0-1 0 0,0 0 0 0 0,0 0 1 0 0,0 0-1 0 0,-1-1 0 0 0,1 1 1 0 0,0 0-1 0 0,0 0 1 0 0,0 0-1 0 0,0 0 0 0 0,0 0 1 0 0,0-1-1 0 0,-1 1 0 0 0,1 0 1 0 0,0 0-1 0 0,0 0 0 0 0,0 0 1 0 0,0 0-1 0 0,0 0 0 0 0,-1 0 1 0 0,9-4-14 0 0,-5 3 12 0 0,0 0 0 0 0,-1 0 0 0 0,1 0 1 0 0,0 0-1 0 0,-1 1 0 0 0,1-1 0 0 0,0 1 0 0 0,5-1 1 0 0,90-9 144 0 0,93-3 41 0 0,-72 10 107 0 0,0 5-1 0 0,202 30 1 0 0,-308-30-274 0 0,0 0 0 0 0,0 1 0 0 0,0 1 0 0 0,-1 0 0 0 0,22 11 0 0 0,-32-14-11 0 0,-1 1 0 0 0,1-1 0 0 0,-1 0 1 0 0,0 1-1 0 0,1 0 0 0 0,-1-1 1 0 0,0 1-1 0 0,0 0 0 0 0,0-1 1 0 0,0 1-1 0 0,0 0 0 0 0,-1 0 0 0 0,1 0 1 0 0,0 0-1 0 0,-1 0 0 0 0,1 0 1 0 0,-1 0-1 0 0,0 0 0 0 0,0 0 0 0 0,0 0 1 0 0,0 0-1 0 0,0 0 0 0 0,0 0 1 0 0,0 0-1 0 0,-1 0 0 0 0,1 0 1 0 0,-1 0-1 0 0,0 0 0 0 0,1 0 0 0 0,-1-1 1 0 0,0 1-1 0 0,-1 2 0 0 0,-2 1 80 0 0,0 0 0 0 0,-1-1-1 0 0,1 0 1 0 0,-1 1 0 0 0,0-2 0 0 0,0 1-1 0 0,-1 0 1 0 0,1-1 0 0 0,-1 0-1 0 0,0-1 1 0 0,1 1 0 0 0,-8 1-1 0 0,-7 5 187 0 0,-16 7 114 0 0,0-2 1 0 0,-2-1 0 0 0,-73 15 0 0 0,39-11 38 0 0,-3 0-207 0 0,-91 10 0 0 0,131-24-1003 0 0,1-1 0 0 0,-1-2 0 0 0,0-1 0 0 0,-69-13 0 0 0,98 13 339 0 0,-1 0-33 0 0,0-1 0 0 0,0 1-1 0 0,0-1 1 0 0,-10-5-1 0 0,17 7 374 0 0,-1-1 0 0 0,0 1-1 0 0,0 0 1 0 0,1-1 0 0 0,-1 1-1 0 0,0-1 1 0 0,1 1-1 0 0,-1-1 1 0 0,0 1 0 0 0,1-1-1 0 0,-1 1 1 0 0,1-1-1 0 0,-1 0 1 0 0,1 1 0 0 0,-1-1-1 0 0,1 0 1 0 0,0 1 0 0 0,-1-1-1 0 0,1 0 1 0 0,0 0-1 0 0,-1 1 1 0 0,1-1 0 0 0,0 0-1 0 0,0 0 1 0 0,0 0 0 0 0,0 1-1 0 0,0-1 1 0 0,0 0-1 0 0,0 0 1 0 0,0 0 0 0 0,0 1-1 0 0,0-1 1 0 0,0 0-1 0 0,0 0 1 0 0,1 0 0 0 0,-1 1-1 0 0,0-1 1 0 0,1 0 0 0 0,-1 1-1 0 0,0-1 1 0 0,1 0-1 0 0,-1 0 1 0 0,1 1 0 0 0,-1-1-1 0 0,1 1 1 0 0,-1-1-1 0 0,1 1 1 0 0,-1-1 0 0 0,1 1-1 0 0,1-2 1 0 0,6-4-1127 0 0,-1 0 0 0 0,2 1 0 0 0,-1 0 0 0 0,14-6 0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41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0 2801 0 0,'-11'4'699'0'0,"-45"17"2525"0"0,20 2 1791 0 0,27-18-4065 0 0,8-4-743 0 0,0-1 0 0 0,0 0 0 0 0,0 1 0 0 0,0-1-1 0 0,0 1 1 0 0,0-1 0 0 0,0 1 0 0 0,0-1 0 0 0,0 1 0 0 0,1 0 0 0 0,-1 0 0 0 0,0-1 0 0 0,0 1-1 0 0,1 0 1 0 0,-1 0 0 0 0,0 0 0 0 0,1 0 0 0 0,-1 0 0 0 0,1 0 0 0 0,-1 0 0 0 0,1 0 0 0 0,-1 0-1 0 0,1 0 1 0 0,0 0 0 0 0,0 0 0 0 0,-1 2 0 0 0,7-2 1434 0 0,168 6 2467 0 0,252 20-2264 0 0,-123-21-1620 0 0,-109-1-1419 0 0,-3 11-4053 0 0,-87-1-942 0 0,-6 5-2227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43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0 252 720 0 0,'0'-13'5489'0'0,"0"-19"3060"0"0,4 5-6811 0 0,-3 22-1733 0 0,0 1 1 0 0,1-1-1 0 0,0 1 0 0 0,0 0 0 0 0,0 0 1 0 0,0 0-1 0 0,1 0 0 0 0,-1 0 1 0 0,1 0-1 0 0,6-5 0 0 0,2-4 27 0 0,2 1 0 0 0,0 0-1 0 0,0 1 1 0 0,1 1 0 0 0,0 0-1 0 0,0 1 1 0 0,19-9 0 0 0,-20 12-69 0 0,1 0 0 0 0,-1 1 1 0 0,1 1-1 0 0,0 0 0 0 0,0 1 1 0 0,1 1-1 0 0,19-2 0 0 0,-30 4 39 0 0,1 0 0 0 0,-1 1 0 0 0,1-1 0 0 0,-1 1 0 0 0,1 0 0 0 0,-1 0 0 0 0,1 0 0 0 0,-1 1 0 0 0,0 0-1 0 0,0-1 1 0 0,0 1 0 0 0,0 1 0 0 0,0-1 0 0 0,0 1 0 0 0,0-1 0 0 0,3 5 0 0 0,-1-3 19 0 0,11 7 125 0 0,-2 1 1 0 0,1 0 0 0 0,-2 2 0 0 0,26 28 0 0 0,-34-35-19 0 0,0 1 1 0 0,-1 0-1 0 0,0 1 1 0 0,0-1 0 0 0,-1 1-1 0 0,0 0 1 0 0,-1 0-1 0 0,0 0 1 0 0,0 0 0 0 0,-1 0-1 0 0,0 1 1 0 0,-1-1-1 0 0,1 17 1 0 0,-2-2 307 0 0,1-17-280 0 0,-1-1 0 0 0,1 0 1 0 0,-2 1-1 0 0,1-1 0 0 0,-1 0 0 0 0,1 1 0 0 0,-2-1 0 0 0,-2 9 0 0 0,-8 0 272 0 0,10-14-376 0 0,1 0 1 0 0,0 0 0 0 0,0 0-1 0 0,0 1 1 0 0,0-1-1 0 0,0 0 1 0 0,0 0-1 0 0,0 1 1 0 0,0-1-1 0 0,1 0 1 0 0,-1 1 0 0 0,0-1-1 0 0,1 1 1 0 0,-1-1-1 0 0,1 1 1 0 0,0-1-1 0 0,-1 4 1 0 0,1-5-46 0 0,0 0 0 0 0,0 0 0 0 0,0 0 0 0 0,0 0 0 0 0,0 0 0 0 0,0 1 0 0 0,0-1 1 0 0,0 0-1 0 0,0 0 0 0 0,0 0 0 0 0,0 0 0 0 0,0 0 0 0 0,-1 0 0 0 0,1 0 0 0 0,0 1 0 0 0,0-1 0 0 0,0 0 0 0 0,0 0 1 0 0,0 0-1 0 0,0 0 0 0 0,0 0 0 0 0,0 0 0 0 0,0 0 0 0 0,-1 0 0 0 0,1 0 0 0 0,0 0 0 0 0,0 0 0 0 0,0 0 0 0 0,0 1 0 0 0,0-1 1 0 0,0 0-1 0 0,0 0 0 0 0,-1 0 0 0 0,1 0 0 0 0,0 0 0 0 0,0 0 0 0 0,0 0 0 0 0,0 0 0 0 0,0 0 0 0 0,0 0 0 0 0,-1 0 0 0 0,1 0 1 0 0,0 0-1 0 0,0-1 0 0 0,0 1 0 0 0,0 0 0 0 0,0 0 0 0 0,0 0 0 0 0,0 0 0 0 0,-1 0 0 0 0,1 0 0 0 0,0 0 0 0 0,0 0 1 0 0,0 0-1 0 0,0 0 0 0 0,0 0 0 0 0,0 0 0 0 0,0-1 0 0 0,0 1 0 0 0,0 0 0 0 0,0 0 0 0 0,0 0 0 0 0,-1 0 0 0 0,-51-20 467 0 0,50 19-467 0 0,-1 0 0 0 0,1 0-1 0 0,0 0 1 0 0,-1 0 0 0 0,1 0-1 0 0,0-1 1 0 0,0 1 0 0 0,0-1-1 0 0,0 0 1 0 0,0 0-1 0 0,0 0 1 0 0,0 0 0 0 0,0 0-1 0 0,1 0 1 0 0,-1 0 0 0 0,1 0-1 0 0,0 0 1 0 0,-1-1 0 0 0,1 1-1 0 0,-1-5 1 0 0,1-17 48 0 0,0 20-54 0 0,0 0 0 0 0,1 0 0 0 0,0 0 0 0 0,0-1 0 0 0,0 1 0 0 0,0 0-1 0 0,1 0 1 0 0,-1 0 0 0 0,1-1 0 0 0,0 1 0 0 0,1 0 0 0 0,1-5 0 0 0,1 1-17 0 0,1 1 0 0 0,-1 1 0 0 0,1-1 0 0 0,0 1 0 0 0,1-1 0 0 0,0 2 0 0 0,0-1 0 0 0,0 1 0 0 0,7-6 0 0 0,-6 7 3 0 0,0 1 0 0 0,0-1 0 0 0,1 1 1 0 0,-1 0-1 0 0,1 1 0 0 0,-1 0 0 0 0,1 0 0 0 0,0 1 1 0 0,0 0-1 0 0,0 0 0 0 0,0 1 0 0 0,-1 0 0 0 0,1 0 1 0 0,0 0-1 0 0,0 1 0 0 0,0 1 0 0 0,0-1 1 0 0,-1 2-1 0 0,1-1 0 0 0,-1 1 0 0 0,1 0 0 0 0,-1 0 1 0 0,9 5-1 0 0,-10-4 26 0 0,11 5 61 0 0,-1 1-1 0 0,0 0 0 0 0,20 17 1 0 0,-35-25-50 0 0,0 0 1 0 0,0 0-1 0 0,0 0 0 0 0,-1 0 1 0 0,1-1-1 0 0,0 1 1 0 0,-1 0-1 0 0,0 0 1 0 0,1 0-1 0 0,-1 0 0 0 0,0 1 1 0 0,0-1-1 0 0,0 0 1 0 0,0 0-1 0 0,-1 3 1 0 0,1 1 51 0 0,0-6-75 0 0,0 0 1 0 0,0 0 0 0 0,0 0 0 0 0,0 0-1 0 0,-1 0 1 0 0,1 1 0 0 0,0-1 0 0 0,0 0-1 0 0,0 0 1 0 0,0 0 0 0 0,0 0 0 0 0,0 0-1 0 0,0 0 1 0 0,0 1 0 0 0,0-1 0 0 0,0 0 0 0 0,0 0-1 0 0,0 0 1 0 0,0 0 0 0 0,-1 0 0 0 0,1 0-1 0 0,0 0 1 0 0,0 0 0 0 0,0 0 0 0 0,0 1-1 0 0,0-1 1 0 0,0 0 0 0 0,-1 0 0 0 0,1 0-1 0 0,0 0 1 0 0,0 0 0 0 0,0 0 0 0 0,0 0-1 0 0,0 0 1 0 0,0 0 0 0 0,-1 0 0 0 0,1 0 0 0 0,0 0-1 0 0,0 0 1 0 0,0 0 0 0 0,0 0 0 0 0,0 0-1 0 0,-1 0 1 0 0,1 0 0 0 0,0 0 0 0 0,0 0-1 0 0,0 0 1 0 0,0-1 0 0 0,0 1 0 0 0,0 0-1 0 0,-1 0 1 0 0,1 0 0 0 0,-61-4 83 0 0,59 4-85 0 0,0-1 1 0 0,0 0-1 0 0,0 0 1 0 0,0 0-1 0 0,0 0 1 0 0,0 0 0 0 0,1 0-1 0 0,-1 0 1 0 0,0 0-1 0 0,1-1 1 0 0,-3-1 0 0 0,-8-7 54 0 0,11 9-54 0 0,-1 0 0 0 0,1 0 0 0 0,0 0 0 0 0,-1-1 0 0 0,1 1 0 0 0,0 0 0 0 0,0 0 0 0 0,-1-1 0 0 0,1 1 0 0 0,0 0 0 0 0,0-1 0 0 0,1 1 0 0 0,-2-3 0 0 0,2 3-1 0 0,1-1 0 0 0,-1 1 0 0 0,1 0 0 0 0,-1 0 0 0 0,1 0 0 0 0,-1 0 0 0 0,1 0 0 0 0,0 0 0 0 0,-1 0 0 0 0,1 0-1 0 0,0 0 1 0 0,0 0 0 0 0,0 0 0 0 0,0 1 0 0 0,0-1 0 0 0,0 0 0 0 0,0 1 0 0 0,0-1 0 0 0,0 0 0 0 0,0 1 0 0 0,0 0 0 0 0,0-1 0 0 0,0 1 0 0 0,3-1 0 0 0,44-19-87 0 0,99-27 1 0 0,-113 38 30 0 0,1 1 1 0 0,0 2 0 0 0,0 1 0 0 0,1 2-1 0 0,-1 2 1 0 0,54 4 0 0 0,-50 0 118 0 0,-1 2 0 0 0,0 2 1 0 0,69 21-1 0 0,-96-24-27 0 0,11 3 128 0 0,0 1-1 0 0,-1 1 1 0 0,0 1-1 0 0,29 18 1 0 0,-49-26-121 0 0,1 1 0 0 0,-1-1 0 0 0,1 0 0 0 0,-1 1 0 0 0,0-1 0 0 0,0 1 0 0 0,0-1 0 0 0,0 1 0 0 0,0-1 0 0 0,-1 1 0 0 0,1 0 0 0 0,-1-1 0 0 0,0 1 0 0 0,0 0 0 0 0,0-1 0 0 0,0 1 0 0 0,0 0 0 0 0,0 0 0 0 0,-2 2 0 0 0,2 10 71 0 0,-1-14-118 0 0,0-1 1 0 0,1 1 0 0 0,-1 0 0 0 0,1-1 0 0 0,-1 1-1 0 0,0 0 1 0 0,0-1 0 0 0,1 1 0 0 0,-1-1 0 0 0,0 0-1 0 0,0 1 1 0 0,0-1 0 0 0,0 1 0 0 0,0-1-1 0 0,0 0 1 0 0,1 0 0 0 0,-1 1 0 0 0,0-1 0 0 0,0 0-1 0 0,0 0 1 0 0,0 0 0 0 0,0 0 0 0 0,0 0 0 0 0,-2-1-1 0 0,-30 1-299 0 0,29 0 140 0 0,-34-7-1985 0 0,26 6 2211 0 0,-19-2-2568 0 0,26 3 1508 0 0,0-1 0 0 0,0 0 0 0 0,0 0 0 0 0,1 0 0 0 0,-1 0 0 0 0,1-1 0 0 0,-6-2 0 0 0,9 3 893 0 0,1 1-1 0 0,0 0 1 0 0,0 0 0 0 0,-1 0-1 0 0,1 0 1 0 0,0-1-1 0 0,0 1 1 0 0,0 0 0 0 0,-1 0-1 0 0,1-1 1 0 0,0 1 0 0 0,0 0-1 0 0,0 0 1 0 0,-1-1 0 0 0,1 1-1 0 0,0 0 1 0 0,0 0 0 0 0,0-1-1 0 0,0 1 1 0 0,0 0-1 0 0,0-1 1 0 0,0 1 0 0 0,0 0-1 0 0,0 0 1 0 0,0-1 0 0 0,0 1-1 0 0,0 0 1 0 0,0-1 0 0 0,0 1-1 0 0,0 0 1 0 0,0-1-1 0 0,0 1 1 0 0,0 0 0 0 0,0-1-1 0 0,0 1 1 0 0,0 0 0 0 0,1 0-1 0 0,-1-1 1 0 0,0 1 0 0 0,0 0-1 0 0,0 0 1 0 0,0-1-1 0 0,1 1 1 0 0,-1 0 0 0 0,0 0-1 0 0,0 0 1 0 0,1-1 0 0 0,-1 1-1 0 0,0 0 1 0 0,1 0 0 0 0,26-13-4752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44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521 447 480 0 0,'21'0'1276'0'0,"-36"0"-4"0"0,8-3 661 0 0,3 0-1505 0 0,-9-2 301 0 0,-1 2 1 0 0,0 0-1 0 0,0 0 0 0 0,0 1 0 0 0,-26 0 0 0 0,-69 4 1579 0 0,106-1-2249 0 0,-116 11 1641 0 0,100-9-1418 0 0,-1-1-14 0 0,3 0-2 0 0,1 0 1 0 0,-27 9-1 0 0,39-10-225 0 0,1 0 0 0 0,-1 0 0 0 0,1 1-1 0 0,-1-1 1 0 0,1 1 0 0 0,-1 0 0 0 0,1 0-1 0 0,0 0 1 0 0,0 1 0 0 0,0-1 0 0 0,0 1-1 0 0,1 0 1 0 0,-1-1 0 0 0,1 1 0 0 0,-1 1-1 0 0,1-1 1 0 0,-3 5 0 0 0,5-7-26 0 0,-1 1-1 0 0,1 0 1 0 0,-1 0 0 0 0,1 0 0 0 0,-1-1-1 0 0,1 1 1 0 0,0 0 0 0 0,0 0 0 0 0,0 0 0 0 0,0 0-1 0 0,0 0 1 0 0,1 0 0 0 0,-1-1 0 0 0,0 1-1 0 0,1 0 1 0 0,-1 0 0 0 0,1 0 0 0 0,0-1-1 0 0,0 1 1 0 0,-1 0 0 0 0,1-1 0 0 0,0 1-1 0 0,0-1 1 0 0,1 1 0 0 0,1 1 0 0 0,3 3 28 0 0,0 0 1 0 0,1 0 0 0 0,0-1-1 0 0,9 6 1 0 0,-8-5 8 0 0,24 16 107 0 0,-5-3 48 0 0,56 30 0 0 0,-12-19 113 0 0,134 35 0 0 0,24-10 222 0 0,-192-50-530 0 0,0-1 0 0 0,-1-1-1 0 0,1-2 1 0 0,44-5 0 0 0,-59 2-70 0 0,-1-2 0 0 0,23-5 0 0 0,-41 8 40 0 0,-1 1 0 0 0,0-1-1 0 0,0 0 1 0 0,0 1 0 0 0,0-1-1 0 0,0 0 1 0 0,0 0-1 0 0,0 0 1 0 0,-1-1 0 0 0,1 1-1 0 0,0 0 1 0 0,0-1 0 0 0,-1 1-1 0 0,1-1 1 0 0,-1 1 0 0 0,1-1-1 0 0,-1 0 1 0 0,0 1-1 0 0,0-1 1 0 0,0 0 0 0 0,0 0-1 0 0,1-2 1 0 0,8-14-200 0 0,-4 14 167 0 0,10-9 2 0 0,-16 13 48 0 0,0 0 0 0 0,0-1 1 0 0,1 1-1 0 0,-1 0 0 0 0,0 0 0 0 0,0 0 1 0 0,1-1-1 0 0,-1 1 0 0 0,0 0 0 0 0,0 0 1 0 0,1-1-1 0 0,-1 1 0 0 0,0 0 0 0 0,0-1 1 0 0,0 1-1 0 0,0 0 0 0 0,0-1 0 0 0,0 1 1 0 0,0 0-1 0 0,1-1 0 0 0,-1 1 1 0 0,0 0-1 0 0,0-1 0 0 0,0 1 0 0 0,0 0 1 0 0,0-1-1 0 0,0 1 0 0 0,-1 0 0 0 0,1-1 1 0 0,0 1-1 0 0,0 0 0 0 0,0-1 0 0 0,0 1 1 0 0,0 0-1 0 0,0 0 0 0 0,-1-1 1 0 0,1 1-1 0 0,0 0 0 0 0,0-1 0 0 0,0 1 1 0 0,-1 0-1 0 0,1 0 0 0 0,0-1 0 0 0,-1 1 1 0 0,-216-123 253 0 0,202 117-215 0 0,2-1 0 0 0,-1 0-1 0 0,1-1 1 0 0,0-1 0 0 0,-17-14 0 0 0,24 14 29 0 0,7 10-67 0 0,0 0 1 0 0,1 0 0 0 0,-1 0 0 0 0,0 0-1 0 0,1 0 1 0 0,-1 0 0 0 0,0 0-1 0 0,1-1 1 0 0,-1 1 0 0 0,1-1 0 0 0,-1 1-1 0 0,1-1 1 0 0,-1 1 0 0 0,1-1 0 0 0,-1 0-1 0 0,1 0 1 0 0,0 0 0 0 0,-1 0 0 0 0,3 0-1 0 0,3 1 12 0 0,42 6 61 0 0,114 22 254 0 0,-67-4 60 0 0,-1 4 0 0 0,128 58 0 0 0,-205-77-333 0 0,-1-1 0 0 0,0 2 0 0 0,-1 0 1 0 0,0 1-1 0 0,0 1 0 0 0,-2 1 0 0 0,1 0 0 0 0,-2 0 0 0 0,0 2 0 0 0,-1-1 1 0 0,0 2-1 0 0,-1-1 0 0 0,-1 2 0 0 0,-1-1 0 0 0,0 1 0 0 0,6 21 0 0 0,-12-26-38 0 0,0-1-1 0 0,-1 1 1 0 0,-1 0 0 0 0,0-1-1 0 0,0 1 1 0 0,-1 0-1 0 0,-1-1 1 0 0,0 1-1 0 0,-1 0 1 0 0,0-1-1 0 0,-7 21 1 0 0,4-17-78 0 0,-1-1 0 0 0,-1 1-1 0 0,-1-1 1 0 0,0 0 0 0 0,0-1 0 0 0,-2 0-1 0 0,0 0 1 0 0,-17 17 0 0 0,7-11-139 0 0,-1-1 1 0 0,-1-1-1 0 0,-1-1 1 0 0,0-2-1 0 0,-2 0 1 0 0,-44 20-1 0 0,-160 48-723 0 0,216-79 891 0 0,-71 21 118 0 0,-1-4 1 0 0,-2-4-1 0 0,0-3 0 0 0,-168 4 1 0 0,225-19 268 0 0,1-1 1 0 0,-46-8 0 0 0,68 8-272 0 0,0 1 1 0 0,0-1-1 0 0,0 0 0 0 0,0-1 1 0 0,0 0-1 0 0,1 0 0 0 0,-1 0 1 0 0,1-1-1 0 0,0 0 0 0 0,0 0 1 0 0,0-1-1 0 0,-9-9 0 0 0,13 12-52 0 0,0-1 0 0 0,1 0-1 0 0,-1 0 1 0 0,1-1 0 0 0,-1 1-1 0 0,1 0 1 0 0,0 0 0 0 0,0-1-1 0 0,1 1 1 0 0,-1-1 0 0 0,1 1-1 0 0,-1 0 1 0 0,1-1 0 0 0,0 1 0 0 0,1-1-1 0 0,-1 1 1 0 0,0-1 0 0 0,1 1-1 0 0,1-6 1 0 0,2-8 38 0 0,1 0 1 0 0,0 0-1 0 0,1 1 0 0 0,1-1 1 0 0,16-29-1 0 0,-5 18-52 0 0,1 1 0 0 0,40-44 0 0 0,273-228-357 0 0,-234 218 80 0 0,-43 34 39 0 0,283-244-2989 0 0,-23-21-5285 0 0,-115 84 11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54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654 71 320 0 0,'0'-1'89'0'0,"0"0"-1"0"0,0 0 1 0 0,0 1-1 0 0,0-1 1 0 0,0 0-1 0 0,-1 0 1 0 0,1 0 0 0 0,0 1-1 0 0,-1-1 1 0 0,1 0-1 0 0,0 0 1 0 0,-1 1-1 0 0,1-1 1 0 0,-1 0-1 0 0,1 1 1 0 0,-1-1 0 0 0,1 0-1 0 0,-1 1 1 0 0,0-1-1 0 0,1 1 1 0 0,-1-1-1 0 0,0 1 1 0 0,1-1-1 0 0,-1 1 1 0 0,0-1 0 0 0,1 1-1 0 0,-1 0 1 0 0,0 0-1 0 0,0-1 1 0 0,0 1-1 0 0,1 0 1 0 0,-1 0-1 0 0,0 0 1 0 0,0 0 0 0 0,-1 0-1 0 0,-5-2 326 0 0,7 2-377 0 0,-1 0-1 0 0,1 0 1 0 0,0 0 0 0 0,0 0 0 0 0,-1 0-1 0 0,1 0 1 0 0,0-1 0 0 0,0 1 0 0 0,-1 0-1 0 0,1 0 1 0 0,0 0 0 0 0,0 0-1 0 0,-1-1 1 0 0,1 1 0 0 0,0 0 0 0 0,0 0-1 0 0,0 0 1 0 0,-1-1 0 0 0,1 1 0 0 0,0 0-1 0 0,0 0 1 0 0,0-1 0 0 0,0 1 0 0 0,0 0-1 0 0,-1 0 1 0 0,1-1 0 0 0,0 1 0 0 0,0 0-1 0 0,0-1 1 0 0,0 1 0 0 0,0 0 0 0 0,0 0-1 0 0,0-1 1 0 0,-5-6 888 0 0,-6 2-198 0 0,1 0-106 0 0,0 1 0 0 0,0 0 0 0 0,0 0 0 0 0,0 1 0 0 0,-1 0 0 0 0,1 1 0 0 0,-1 1 0 0 0,1-1 0 0 0,-12 1 0 0 0,-25 1 472 0 0,13-1-492 0 0,1 1-1 0 0,-44 6 0 0 0,44-4-151 0 0,30-2-420 0 0,-1 0 0 0 0,1 0 1 0 0,0 0-1 0 0,-1 0 0 0 0,1 1 1 0 0,0-1-1 0 0,-1 1 0 0 0,1 0 1 0 0,0 0-1 0 0,0 0 0 0 0,-4 2 1 0 0,-6 3 62 0 0,6-4-60 0 0,1 1 1 0 0,-1-1-1 0 0,1 2 1 0 0,0-1-1 0 0,0 0 1 0 0,0 1-1 0 0,1 0 1 0 0,-1 1-1 0 0,1-1 1 0 0,0 1-1 0 0,0 0 1 0 0,1 0-1 0 0,-7 9 1 0 0,-43 72 300 0 0,53-85-324 0 0,0 0 0 0 0,1 1 1 0 0,-1-1-1 0 0,1 1 0 0 0,-1-1 0 0 0,1 1 0 0 0,-1-1 0 0 0,1 1 0 0 0,0-1 1 0 0,0 1-1 0 0,0-1 0 0 0,0 4 0 0 0,0-4-6 0 0,0 0-1 0 0,0 0 0 0 0,0 0 1 0 0,0 0-1 0 0,0 0 1 0 0,-1 0-1 0 0,1 1 0 0 0,0-1 1 0 0,0 0-1 0 0,-1 0 1 0 0,1 0-1 0 0,-1 0 0 0 0,1 0 1 0 0,-1 0-1 0 0,1 0 1 0 0,-2 1-1 0 0,-20 12 11 0 0,22-13-6 0 0,-1-1-1 0 0,1 0 1 0 0,0 1-1 0 0,-1-1 1 0 0,1 0-1 0 0,-1 1 0 0 0,1-1 1 0 0,0 0-1 0 0,-1 1 1 0 0,1-1-1 0 0,0 0 1 0 0,0 1-1 0 0,-1-1 0 0 0,1 1 1 0 0,0-1-1 0 0,0 1 1 0 0,-1-1-1 0 0,1 1 0 0 0,0-1 1 0 0,0 1-1 0 0,0-1 1 0 0,0 1-1 0 0,0-1 1 0 0,0 1-1 0 0,0-1 0 0 0,0 1 1 0 0,0-1-1 0 0,0 1 1 0 0,0-1-1 0 0,0 1 0 0 0,0-1 1 0 0,1 1-1 0 0,-1 0 4 0 0,0-1 1 0 0,0 1-1 0 0,0-1 0 0 0,1 1 0 0 0,-1-1 0 0 0,0 1 0 0 0,0-1 1 0 0,0 1-1 0 0,0-1 0 0 0,0 1 0 0 0,0-1 0 0 0,0 1 0 0 0,0-1 0 0 0,-1 1 1 0 0,1-1-1 0 0,0 1 0 0 0,0-1 0 0 0,0 1 0 0 0,0-1 0 0 0,-1 1 1 0 0,1-1-1 0 0,0 0 0 0 0,-1 1 0 0 0,1-1 0 0 0,0 1 0 0 0,-1-1 0 0 0,1 0 1 0 0,0 1-1 0 0,-1-1 0 0 0,1 0 0 0 0,0 1 0 0 0,-2-1 0 0 0,-4 4 24 0 0,5-4-8 0 0,0 1 0 0 0,-1 0 0 0 0,1 0 0 0 0,0 0 0 0 0,-1-1 0 0 0,1 1 0 0 0,0 0 0 0 0,0 0 0 0 0,0 1 0 0 0,0-1 0 0 0,0 0 0 0 0,0 0 0 0 0,0 0 0 0 0,0 1 0 0 0,1-1 0 0 0,-1 0 0 0 0,0 1 0 0 0,1-1 0 0 0,-1 1 0 0 0,1-1 0 0 0,0 1 0 0 0,-1-1 0 0 0,1 1 0 0 0,0-1 0 0 0,0 1-1 0 0,0-1 1 0 0,0 1 0 0 0,0 2 0 0 0,0 3 117 0 0,-1-5-109 0 0,1 0 0 0 0,0 0 0 0 0,0 0 0 0 0,0 0 0 0 0,0 1 1 0 0,0-1-1 0 0,1 0 0 0 0,-1 0 0 0 0,1 0 0 0 0,-1 0 0 0 0,1 0 0 0 0,0 0 0 0 0,-1 0 0 0 0,3 2 0 0 0,9 12 151 0 0,0 1 189 0 0,1 0 0 0 0,1-1 0 0 0,0-1-1 0 0,1 0 1 0 0,1-2 0 0 0,18 14-1 0 0,-14-16-255 0 0,-15-8-91 0 0,0 0 0 0 0,1 1 0 0 0,-1-1 0 0 0,-1 1 0 0 0,1 0 0 0 0,0 0 0 0 0,5 8 0 0 0,45 45 373 0 0,-50-50-364 0 0,0 1 1 0 0,0-1-1 0 0,-1 1 0 0 0,7 15 1 0 0,2 6 74 0 0,9-1-30 0 0,-11 1-28 0 0,11 4 147 0 0,-11 2 13 0 0,11 5-133 0 0,-15-22-96 0 0,-5-12 16 0 0,1 0 1 0 0,-1 0-1 0 0,1 0 0 0 0,1-1 1 0 0,-1 1-1 0 0,1-1 1 0 0,6 8-1 0 0,-2-1 101 0 0,0 1-1 0 0,0 0 1 0 0,-1 1-1 0 0,-1-1 1 0 0,8 25-1 0 0,-6-14-36 0 0,-5-17-66 0 0,-2 1 0 0 0,1-1 1 0 0,-1 0-1 0 0,0 1 0 0 0,-1-1 0 0 0,0 1 0 0 0,-1 13 0 0 0,0 5 177 0 0,1-24-170 0 0,0-1 0 0 0,0 1 1 0 0,1-1-1 0 0,-1 1 0 0 0,1-1 0 0 0,-1 1 0 0 0,1-1 0 0 0,-1 1 0 0 0,1-1 0 0 0,0 0 1 0 0,0 1-1 0 0,0-1 0 0 0,-1 0 0 0 0,1 0 0 0 0,0 0 0 0 0,1 0 0 0 0,-1 1 0 0 0,2 0 1 0 0,-1-1-6 0 0,-1 0 0 0 0,0 1 1 0 0,1-1-1 0 0,-1 0 1 0 0,0 1-1 0 0,0-1 1 0 0,0 1-1 0 0,0-1 1 0 0,0 1-1 0 0,0-1 1 0 0,0 1-1 0 0,0-1 1 0 0,-1 1-1 0 0,1 0 1 0 0,-1 0-1 0 0,1-1 0 0 0,-1 1 1 0 0,0 0-1 0 0,1 2 1 0 0,-2 3 17 0 0,0 29 117 0 0,0-35-135 0 0,1 1 1 0 0,0 0-1 0 0,0-1 1 0 0,0 1-1 0 0,1 0 1 0 0,-1-1-1 0 0,0 1 0 0 0,1 0 1 0 0,-1 0-1 0 0,1-1 1 0 0,-1 1-1 0 0,1-1 1 0 0,0 1-1 0 0,-1-1 0 0 0,3 3 1 0 0,4 0-15 0 0,-6-3 17 0 0,0-1 0 0 0,1 1 0 0 0,-1 0 1 0 0,0 0-1 0 0,0-1 0 0 0,0 1 0 0 0,1 0 0 0 0,-1 0 0 0 0,0 0 0 0 0,0 1 0 0 0,0-1 1 0 0,0 0-1 0 0,-1 0 0 0 0,1 0 0 0 0,0 1 0 0 0,0-1 0 0 0,-1 0 0 0 0,1 1 1 0 0,-1-1-1 0 0,1 1 0 0 0,-1-1 0 0 0,0 1 0 0 0,0-1 0 0 0,1 0 0 0 0,-1 1 0 0 0,0-1 1 0 0,0 1-1 0 0,0-1 0 0 0,-1 3 0 0 0,1 3 25 0 0,-1-5-25 0 0,1 0 0 0 0,-1 0 0 0 0,1 0 0 0 0,0 1 0 0 0,0-1 0 0 0,0 0 1 0 0,0 0-1 0 0,1 1 0 0 0,-1-1 0 0 0,0 0 0 0 0,1 0 0 0 0,0 0 0 0 0,-1 1 0 0 0,1-1 0 0 0,0 0 0 0 0,2 3 0 0 0,18 7 50 0 0,-20-11-50 0 0,-1-1 0 0 0,1 0 0 0 0,-1 1-1 0 0,1-1 1 0 0,-1 1 0 0 0,1-1 0 0 0,-1 1 0 0 0,1-1-1 0 0,-1 1 1 0 0,0-1 0 0 0,1 1 0 0 0,-1-1 0 0 0,0 1-1 0 0,1-1 1 0 0,-1 1 0 0 0,0 0 0 0 0,0-1 0 0 0,0 1-1 0 0,0-1 1 0 0,0 1 0 0 0,1 0 0 0 0,-1-1-1 0 0,0 1 1 0 0,0 0 0 0 0,-1-1 0 0 0,1 1 0 0 0,0-1-1 0 0,0 1 1 0 0,0 0 0 0 0,-1 0 0 0 0,1 0-1 0 0,0-1 0 0 0,0 1 0 0 0,0-1 0 0 0,0 1-1 0 0,0 0 1 0 0,-1-1 0 0 0,1 1 0 0 0,0-1 0 0 0,0 1 0 0 0,0-1 0 0 0,0 1 0 0 0,1 0 0 0 0,-1-1 0 0 0,0 1 0 0 0,0-1 0 0 0,0 1 0 0 0,0-1 0 0 0,1 1 0 0 0,-1-1 0 0 0,0 1 0 0 0,0-1 0 0 0,1 1 0 0 0,-1-1-1 0 0,0 1 1 0 0,1-1 0 0 0,-1 0 0 0 0,0 1 0 0 0,1-1 0 0 0,-1 1 0 0 0,1-1 0 0 0,54 30-55 0 0,-44-17 53 0 0,1-10 27 0 0,0 0 0 0 0,0-1 0 0 0,0 0 0 0 0,21 0 1 0 0,0 0 89 0 0,120 10 475 0 0,-111-11-463 0 0,4 1 121 0 0,59-7 0 0 0,-55 2-137 0 0,61-2 46 0 0,0 1 88 0 0,178-30 1 0 0,-258 28-248 0 0,2-1 0 0 0,39-14 0 0 0,-64 19 0 0 0,0-1 0 0 0,-1 0 0 0 0,1 0 0 0 0,0-1 0 0 0,12-8 0 0 0,13-30 0 0 0,-31 36-2 0 0,-1 0 0 0 0,1 1 0 0 0,-1-1 0 0 0,-1 0 0 0 0,1 1 0 0 0,-1-1 0 0 0,0 0 1 0 0,0 0-1 0 0,0 0 0 0 0,-1 1 0 0 0,0-1 0 0 0,0 0 0 0 0,-3-6 0 0 0,-18-68-145 0 0,11-14-39 0 0,-1 45 138 0 0,8 37 49 0 0,1 1 1 0 0,1 0-1 0 0,-1-1 1 0 0,0-22 0 0 0,3 27-16 0 0,-1-1 0 0 0,0 0 0 0 0,0 0 0 0 0,0 1 1 0 0,-1-1-1 0 0,-1 1 0 0 0,-4-13 0 0 0,4 13 3 0 0,0 0 0 0 0,1 0-1 0 0,-1-1 1 0 0,2 1 0 0 0,-1-1 0 0 0,1 1 0 0 0,0-14-1 0 0,1-87 199 0 0,-1 107-184 0 0,1 0 1 0 0,0-1-1 0 0,0 1 0 0 0,-1 0 0 0 0,1 0 0 0 0,0-1 1 0 0,-1 1-1 0 0,1 0 0 0 0,-1 0 0 0 0,0-1 1 0 0,1 1-1 0 0,-1 0 0 0 0,0 0 0 0 0,0 0 0 0 0,0 0 1 0 0,0 0-1 0 0,0 0 0 0 0,0 0 0 0 0,0 0 0 0 0,0 1 1 0 0,0-1-1 0 0,0 0 0 0 0,0 0 0 0 0,0 1 0 0 0,-1-1 1 0 0,1 1-1 0 0,0-1 0 0 0,-1 1 0 0 0,1 0 0 0 0,0 0 1 0 0,0-1-1 0 0,-1 1 0 0 0,-2 0 0 0 0,-2-1 22 0 0,-60-15 242 0 0,-77-6 0 0 0,75 13-148 0 0,-94-17-10 0 0,-138-17-111 0 0,224 38-605 0 0,0 3 0 0 0,0 4 0 0 0,-108 15 0 0 0,59-8-3341 0 0,121-8 847 0 0,11 1 1742 0 0,17 0-544 0 0,106-1-4407 0 0,-43 6 2388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0:56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1202 27 1281 0 0,'-158'0'6696'0'0,"-220"-18"-1362"0"0,262 10-4692 0 0,89 8-219 0 0,-46 5 1 0 0,-17 1 290 0 0,75-5-610 0 0,0-1 0 0 0,0 2 0 0 0,0 0 1 0 0,0 1-1 0 0,0 0 0 0 0,1 1 0 0 0,0 1 1 0 0,0 0-1 0 0,-14 8 0 0 0,6 0-45 0 0,1 0-1 0 0,0 1 0 0 0,1 1 0 0 0,-30 30 1 0 0,42-38-45 0 0,6-5 20 0 0,0-1-1 0 0,0 1 1 0 0,0 0 0 0 0,0 0 0 0 0,1-1 0 0 0,-1 1 0 0 0,1 0 0 0 0,-1 0 0 0 0,1 1 0 0 0,0-1 0 0 0,0 0 0 0 0,0 0 0 0 0,0 1 0 0 0,0-1 0 0 0,0 0-1 0 0,0 1 1 0 0,1-1 0 0 0,-1 1 0 0 0,1-1 0 0 0,0 1 0 0 0,0 4 0 0 0,-1 3 86 0 0,0 0 0 0 0,0 0 0 0 0,-1-1 0 0 0,0 1 0 0 0,-7 15 0 0 0,5-15-91 0 0,1 0 0 0 0,1 0 0 0 0,-1 0 0 0 0,1 1 0 0 0,-1 18 0 0 0,3 255 1331 0 0,1-280-1335 0 0,-1 0 0 0 0,0 0-1 0 0,1-1 1 0 0,0 1 0 0 0,0 0-1 0 0,0-1 1 0 0,0 1-1 0 0,1-1 1 0 0,-1 1 0 0 0,1-1-1 0 0,4 5 1 0 0,5 13 106 0 0,-7-7-74 0 0,8 14 6 0 0,37 18 44 0 0,92 92 507 0 0,-125-125-494 0 0,33 24 1 0 0,-35-28-82 0 0,0 1 1 0 0,-1 0 0 0 0,0 1 0 0 0,0 1 0 0 0,13 17 0 0 0,-17-19-22 0 0,-2 0 23 0 0,0 0 0 0 0,1 0 0 0 0,0-1 0 0 0,1-1 0 0 0,0 1 0 0 0,0-2 0 0 0,1 1 0 0 0,12 7 0 0 0,5-2 39 0 0,-21-7-54 0 0,-1-3 28 0 0,-4-2-51 0 0,1-1-3 0 0,-1 0 0 0 0,0 0 0 0 0,1 1-1 0 0,-1-1 1 0 0,0 1 0 0 0,1-1 0 0 0,-1 1 0 0 0,0-1 0 0 0,0 1 0 0 0,1 0-1 0 0,-1 0 1 0 0,0 0 0 0 0,0-1 0 0 0,0 1 0 0 0,0 0 0 0 0,0 0 0 0 0,0 0 0 0 0,0 0-1 0 0,-1 1 1 0 0,1-1 0 0 0,0 0 0 0 0,0 2 0 0 0,0-2-2 0 0,-1 0 0 0 0,0 0-1 0 0,0-1 1 0 0,0 1 0 0 0,1 0 0 0 0,-1 0 0 0 0,0 0 0 0 0,1-1 0 0 0,-1 1 0 0 0,0 0 0 0 0,1-1-1 0 0,-1 1 1 0 0,1 0 0 0 0,-1-1 0 0 0,1 1 0 0 0,0-1 0 0 0,-1 1 0 0 0,1 0 0 0 0,0-1 0 0 0,-1 0-1 0 0,1 1 1 0 0,0-1 0 0 0,-1 1 0 0 0,1-1 0 0 0,0 0 0 0 0,0 1 0 0 0,-1-1 0 0 0,1 0 0 0 0,2 0-1 0 0,7 5 13 0 0,1 12 70 0 0,10 0 54 0 0,-6 1-50 0 0,-13-15-75 0 0,1 0 1 0 0,-1 0-1 0 0,1 0 1 0 0,0 0-1 0 0,0 0 1 0 0,0 0-1 0 0,7 3 1 0 0,-1-2 2 0 0,-9-4-9 0 0,1 0-1 0 0,0 0 1 0 0,0 0 0 0 0,0 0-1 0 0,0 1 1 0 0,-1-1-1 0 0,1 0 1 0 0,0 1 0 0 0,0-1-1 0 0,-1 0 1 0 0,1 1 0 0 0,0-1-1 0 0,0 1 1 0 0,-1-1-1 0 0,1 1 1 0 0,0 0 0 0 0,-1-1-1 0 0,1 1 1 0 0,-1-1 0 0 0,1 1-1 0 0,-1 0 1 0 0,1 0-1 0 0,-1-1 1 0 0,0 1 0 0 0,1 0-1 0 0,-1 0 1 0 0,0 0-1 0 0,1-1 1 0 0,-1 1 0 0 0,0 1-1 0 0,1-1 2 0 0,-1 1 0 0 0,1-1 0 0 0,0 0-1 0 0,-1 0 1 0 0,1 1 0 0 0,0-1-1 0 0,0 0 1 0 0,0 0 0 0 0,0 0 0 0 0,0 0-1 0 0,0 0 1 0 0,0-1 0 0 0,0 1 0 0 0,1 0-1 0 0,-1 0 1 0 0,0-1 0 0 0,0 1-1 0 0,1-1 1 0 0,-1 1 0 0 0,0-1 0 0 0,3 1-1 0 0,-2 0 9 0 0,19 11 7 0 0,1 0 1 0 0,-1-2 0 0 0,2 0 0 0 0,-1-2-1 0 0,2 0 1 0 0,23 4 0 0 0,143 15 116 0 0,-136-21-103 0 0,234 19 527 0 0,-206-24-336 0 0,0-4 0 0 0,0-3 0 0 0,-1-3 0 0 0,141-36 0 0 0,-6-26-170 0 0,-177 57-28 0 0,136-63-12 0 0,-143 67-22 0 0,-23 8 17 0 0,-1-1-1 0 0,1 0 1 0 0,-1 0 0 0 0,0 0 0 0 0,0-1 0 0 0,-1-1-1 0 0,1 1 1 0 0,-1-1 0 0 0,13-10 0 0 0,72-58 204 0 0,-88 70-212 0 0,-1 0 1 0 0,0 0-1 0 0,0-1 0 0 0,0 1 1 0 0,0 0-1 0 0,0-1 0 0 0,-1 0 0 0 0,4-6 1 0 0,-4 4-2 0 0,0 0 1 0 0,0 0-1 0 0,0 0 1 0 0,-1 0-1 0 0,0 0 1 0 0,0 0-1 0 0,0 0 1 0 0,-1-1-1 0 0,0-8 1 0 0,-1 5-2 0 0,0 1 1 0 0,-1-1 0 0 0,0 0-1 0 0,-1 1 1 0 0,0 0 0 0 0,0-1-1 0 0,-1 1 1 0 0,0 0 0 0 0,-9-14-1 0 0,2 7 26 0 0,0 0 0 0 0,-1 2 0 0 0,-1-1 1 0 0,0 2-1 0 0,-1 0 0 0 0,0 0 0 0 0,-29-18 0 0 0,-94-51 136 0 0,91 57-95 0 0,0 3 0 0 0,-78-26 1 0 0,34 21-98 0 0,-2 3-1 0 0,-123-16 1 0 0,-35 7-129 0 0,49 17-475 0 0,76 10-1398 0 0,87 4 954 0 0,18 2-592 0 0,0-2 0 0 0,0 0 0 0 0,-39-10 0 0 0,54 10 716 0 0,0 0 0 0 0,1 0 1 0 0,-1 0-1 0 0,1-1 0 0 0,0 0 0 0 0,-8-6 1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01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10467 800 0 0,'0'1'39'0'0,"0"-1"-1"0"0,-1 1 1 0 0,1 0-1 0 0,0-1 1 0 0,0 1-1 0 0,-1-1 1 0 0,1 1-1 0 0,0-1 0 0 0,-1 1 1 0 0,1-1-1 0 0,-1 1 1 0 0,1-1-1 0 0,-1 1 1 0 0,1-1-1 0 0,0 0 1 0 0,-1 1-1 0 0,1-1 0 0 0,-1 0 1 0 0,0 1-1 0 0,1-1 1 0 0,-1 0-1 0 0,1 0 1 0 0,-1 0-1 0 0,1 1 1 0 0,-1-1-1 0 0,0 0 1 0 0,1 0-1 0 0,-1 0 0 0 0,0 0 1 0 0,1 0-1 0 0,-1 0 1 0 0,0 0-1 0 0,0 0-23 0 0,0 0 0 0 0,1-1 0 0 0,-1 1 0 0 0,1 0 0 0 0,-1 0 0 0 0,0 1 0 0 0,1-1-1 0 0,-1 0 1 0 0,1 0 0 0 0,-1 0 0 0 0,0 0 0 0 0,1 0 0 0 0,-1 1 0 0 0,1-1 0 0 0,-1 0 0 0 0,1 1 0 0 0,-1-1 0 0 0,1 0-1 0 0,-1 1 1 0 0,1-1 0 0 0,-1 0 0 0 0,1 1 0 0 0,-1-1 0 0 0,1 1 0 0 0,0-1 0 0 0,-1 1 0 0 0,1-1 0 0 0,0 1 0 0 0,-1-1-1 0 0,1 1 1 0 0,0 0 0 0 0,-1 0 0 0 0,1 0 18 0 0,0-1-1 0 0,0 1 0 0 0,0 0 1 0 0,0-1-1 0 0,0 1 1 0 0,0-1-1 0 0,0 1 1 0 0,0 0-1 0 0,-1-1 0 0 0,1 1 1 0 0,0-1-1 0 0,0 1 1 0 0,-1-1-1 0 0,1 1 1 0 0,0-1-1 0 0,-1 1 1 0 0,1-1-1 0 0,-1 1 0 0 0,1-1 1 0 0,-1 1-1 0 0,1-1 1 0 0,0 0-1 0 0,-1 1 1 0 0,-1 0-1 0 0,2-1 0 0 0,-1 0 0 0 0,0 1 0 0 0,0-1 0 0 0,0 0 0 0 0,0 0 0 0 0,0 1 0 0 0,0-1 0 0 0,0 0 0 0 0,0 0 0 0 0,0 0 0 0 0,0 0 0 0 0,0-1 0 0 0,1 1 0 0 0,-1 0 0 0 0,0 0 0 0 0,0 0 0 0 0,0-1 0 0 0,0 1 0 0 0,0 0 0 0 0,0-1 0 0 0,-1 0 0 0 0,-1-6 1601 0 0,1 6-1527 0 0,1 1 0 0 0,0-1 1 0 0,0 0-1 0 0,-1 1 0 0 0,1-1 0 0 0,0 1 0 0 0,-1-1 0 0 0,1 1 0 0 0,-1 0 0 0 0,1 0 0 0 0,-1-1 0 0 0,1 1 0 0 0,-1 0 1 0 0,1 0-1 0 0,0 0 0 0 0,-1 0 0 0 0,0 2 1723 0 0,3-1-1801 0 0,1-1 0 0 0,0 1 1 0 0,-1 0-1 0 0,1 0 0 0 0,-1 0 0 0 0,1 1 0 0 0,-1-1 0 0 0,0 0 1 0 0,1 1-1 0 0,-1-1 0 0 0,0 0 0 0 0,0 1 0 0 0,0 0 0 0 0,0-1 0 0 0,0 1 1 0 0,0 0-1 0 0,0-1 0 0 0,-1 1 0 0 0,1 0 0 0 0,-1 0 0 0 0,1-1 1 0 0,-1 1-1 0 0,1 3 0 0 0,-1 73 105 0 0,-1-77-130 0 0,1 0 0 0 0,-1 0 0 0 0,1-1-1 0 0,-1 1 1 0 0,0 0 0 0 0,1 0-1 0 0,-1 0 1 0 0,0-1 0 0 0,1 1 0 0 0,-1 0-1 0 0,0-1 1 0 0,0 1 0 0 0,0 0 0 0 0,1-1-1 0 0,-1 1 1 0 0,0-1 0 0 0,0 0 0 0 0,0 1-1 0 0,0-1 1 0 0,0 0 0 0 0,0 1 0 0 0,0-1-1 0 0,0 0 1 0 0,0 0 0 0 0,0 0 0 0 0,0 0-1 0 0,0 0 1 0 0,-2 0 0 0 0,1 0 11 0 0,2 1-9 0 0,-1 0 0 0 0,0 1 1 0 0,0-1-1 0 0,0 0 1 0 0,1 1-1 0 0,-1-1 0 0 0,1 1 1 0 0,-1-1-1 0 0,1 1 0 0 0,0-1 1 0 0,-1 1-1 0 0,1-1 0 0 0,0 1 1 0 0,0-1-1 0 0,0 1 1 0 0,0-1-1 0 0,0 1 0 0 0,1-1 1 0 0,-1 1-1 0 0,1 1 0 0 0,-1 1 3 0 0,0 44 272 0 0,0-47-275 0 0,0-1-1 0 0,0 1 1 0 0,-1 0-1 0 0,1-1 1 0 0,0 1 0 0 0,0 0-1 0 0,-1-1 1 0 0,1 1 0 0 0,0-1-1 0 0,-1 1 1 0 0,1 0 0 0 0,-1-1-1 0 0,1 1 1 0 0,-1-1 0 0 0,1 1-1 0 0,-1-1 1 0 0,1 1 0 0 0,-1-1-1 0 0,1 0 1 0 0,-1 1 0 0 0,0-1-1 0 0,1 0 1 0 0,-1 1 0 0 0,0-1-1 0 0,1 0 1 0 0,-1 0 0 0 0,0 0-1 0 0,1 1 1 0 0,-1-1-1 0 0,0 0 1 0 0,-1 0 0 0 0,2 0 7 0 0,-1 0 0 0 0,0 0 0 0 0,1 0 0 0 0,-1 0 0 0 0,0 0 0 0 0,1 0 0 0 0,-1 1 0 0 0,0-1 0 0 0,1 0 0 0 0,-1 0 0 0 0,1 1 0 0 0,-1-1 0 0 0,0 0 0 0 0,1 1 0 0 0,-1-1 0 0 0,1 1 0 0 0,-1-1 0 0 0,1 1 0 0 0,-1-1 0 0 0,1 1 0 0 0,-1-1 0 0 0,1 1 0 0 0,0-1 0 0 0,-1 1 0 0 0,1-1 0 0 0,0 1 0 0 0,-1 0 0 0 0,1-1 0 0 0,0 1 0 0 0,0 0 0 0 0,-1 0 0 0 0,2 0 81 0 0,-1 0 0 0 0,0 0-1 0 0,0 0 1 0 0,0 0-1 0 0,0 0 1 0 0,0 0-1 0 0,0 1 1 0 0,0-1-1 0 0,0 0 1 0 0,0 0-1 0 0,0 0 1 0 0,-1 0 0 0 0,1 0-1 0 0,0 0 1 0 0,-1 0-1 0 0,1 0 1 0 0,-1-1-1 0 0,1 1 1 0 0,-1 0-1 0 0,1 0 1 0 0,-1 0-1 0 0,0 0 1 0 0,1-1 0 0 0,-1 1-1 0 0,0 0 1 0 0,0 0-1 0 0,0-1 1 0 0,1 1-1 0 0,-1-1 1 0 0,0 1-1 0 0,0-1 1 0 0,0 1-1 0 0,0-1 1 0 0,-2 1-1 0 0,-7 4 178 0 0,5 5 404 0 0,5-3 728 0 0,5-5 550 0 0,27-5-1005 0 0,0-3 0 0 0,0 0 1 0 0,57-21-1 0 0,-70 20-578 0 0,-1 0 0 0 0,18-11 0 0 0,0 0-22 0 0,-8 2-100 0 0,0-1 1 0 0,-1-1 0 0 0,-1-1 0 0 0,-1-1-1 0 0,0-2 1 0 0,34-38 0 0 0,-42 43-183 0 0,-1 0 0 0 0,-1-1 0 0 0,0-1 1 0 0,-1 0-1 0 0,-1-1 0 0 0,-1-1 0 0 0,-1 0 0 0 0,12-30 1 0 0,-13 21-58 0 0,9-17 97 0 0,-3-1-1 0 0,-1-1 1 0 0,12-81 0 0 0,-23 89-64 0 0,0-5 21 0 0,3 0 0 0 0,15-58-1 0 0,-8 46-118 0 0,11-84-1 0 0,1-11-93 0 0,-15 102 87 0 0,-2 0 1 0 0,-3-1-1 0 0,1-76 1 0 0,-2-8-97 0 0,6 61 64 0 0,-5 39 103 0 0,-1 0 0 0 0,-1-1 0 0 0,-3 1 1 0 0,-1-1-1 0 0,-5-46 0 0 0,-4 32-80 0 0,2 14-14 0 0,2 0 0 0 0,-1-44 0 0 0,5 54 85 0 0,-1 0 0 0 0,0 0 0 0 0,-3-1-1 0 0,0 2 1 0 0,-13-39 0 0 0,17 63 3 0 0,-8-28 45 0 0,-8-40 0 0 0,9 20 22 0 0,4 19-37 0 0,-1 0-1 0 0,-16-50 1 0 0,-103-297 257 0 0,91 273-282 0 0,25 78-44 0 0,1-1 0 0 0,1 1 0 0 0,1-2 1 0 0,2 1-1 0 0,-1-38 0 0 0,3 31-28 0 0,-2-1 0 0 0,-9-38 0 0 0,6 38 25 0 0,1 1 1 0 0,0-40-1 0 0,5 70 35 0 0,-4-142-18 0 0,1 122 44 0 0,0 0 1 0 0,-2 0 0 0 0,-13-43 0 0 0,12 48-19 0 0,-2-1 0 0 0,0 1-1 0 0,-1 1 1 0 0,-2 0 0 0 0,1 0-1 0 0,-2 1 1 0 0,-22-27 0 0 0,22 30-92 0 0,0-2 0 0 0,-10-16 0 0 0,-3-6-267 0 0,7 12 170 0 0,1 0 0 0 0,1-2 0 0 0,-25-59 1 0 0,-5-56 296 0 0,40 118-68 0 0,1 0 1 0 0,1 0-1 0 0,0-46 1 0 0,4 41 17 0 0,3 0 1 0 0,0 0 0 0 0,2 0-1 0 0,9-31 1 0 0,46-116 147 0 0,-47 143-199 0 0,1-2-26 0 0,3 0 1 0 0,1 1-1 0 0,31-46 0 0 0,-29 50-16 0 0,-2-1 0 0 0,-1-1-1 0 0,25-70 1 0 0,-7 25 18 0 0,-10 25 30 0 0,-14 16 25 0 0,11-4-80 0 0,-11-6 27 0 0,-4 32 1 0 0,0 0 1 0 0,2 1 0 0 0,0 0 0 0 0,0 0-1 0 0,17-18 1 0 0,-13 16 56 0 0,-1-1 0 0 0,16-27-1 0 0,-27 41-36 0 0,1 0 0 0 0,-1 0-1 0 0,0 0 1 0 0,0 0-1 0 0,-1 0 1 0 0,1-1 0 0 0,-1 1-1 0 0,0 0 1 0 0,0 0 0 0 0,-1-6-1 0 0,1 5-15 0 0,0 0 0 0 0,0 0 0 0 0,0 0 0 0 0,0 0-1 0 0,1 0 1 0 0,1-8 0 0 0,5-3 3 0 0,0 0 0 0 0,12-20 0 0 0,3-6-20 0 0,49-81-152 0 0,-12 24 34 0 0,-54 90 47 0 0,0 0 0 0 0,-1 0 0 0 0,0 0 1 0 0,-1-1-1 0 0,0 0 0 0 0,0 0 0 0 0,-1 0 0 0 0,0 0 1 0 0,-1 0-1 0 0,0-18 0 0 0,0 15-22 0 0,0-1 0 0 0,1 1 0 0 0,0-1 0 0 0,8-24 0 0 0,1-4 188 0 0,-6 14-15 0 0,-4 17-32 0 0,1 0 0 0 0,0 0 0 0 0,5-11-1 0 0,36-73 45 0 0,-39 81-77 0 0,-1 0-1 0 0,2-25 1 0 0,-1 5-26 0 0,8-24-45 0 0,-7 41 97 0 0,-2 0 1 0 0,1 0-1 0 0,-2 0 1 0 0,0 0-1 0 0,-2 0 1 0 0,1 0-1 0 0,-2 0 1 0 0,-5-31-1 0 0,0 30 11 0 0,-1-1-1 0 0,0 1 0 0 0,-14-22 1 0 0,2 3-13 0 0,8 16 49 0 0,-1 0 0 0 0,-30-38-1 0 0,26 38-40 0 0,1 0 0 0 0,-19-36 0 0 0,16 18-151 0 0,9 19 67 0 0,-1 0 1 0 0,0 1 0 0 0,-14-19 0 0 0,-32-22 185 0 0,38 41 21 0 0,-22-27 0 0 0,-3-16 81 0 0,-11 0-146 0 0,10-5-106 0 0,25 42 30 0 0,5 7 8 0 0,0 0 1 0 0,2 0-1 0 0,0-2 1 0 0,-9-21-1 0 0,4 6-1 0 0,-31-49-1 0 0,29 54-114 0 0,-28-61 1 0 0,37 71 59 0 0,0-1 0 0 0,-2 1 0 0 0,0 1 0 0 0,-20-23 0 0 0,16 21 37 0 0,11 14 2 0 0,0 0 1 0 0,1 0-1 0 0,1 0 0 0 0,-1-1 1 0 0,1 1-1 0 0,0-1 0 0 0,0 0 1 0 0,-1-11-1 0 0,-6-16-33 0 0,1 9-3 0 0,5 18 4 0 0,1 0 1 0 0,1 0-1 0 0,-1 0 1 0 0,1 0-1 0 0,1-1 1 0 0,-1 1-1 0 0,1-15 0 0 0,1-274-1323 0 0,0 293 1364 0 0,0 0 0 0 0,-1 1 0 0 0,1-1 0 0 0,-1 0 0 0 0,0 1 1 0 0,0-1-1 0 0,0 1 0 0 0,-1-1 0 0 0,1 1 0 0 0,-1-1 0 0 0,0 1 0 0 0,-3-4 1 0 0,3 4-11 0 0,0 0 1 0 0,1 0 0 0 0,-1 0 0 0 0,0-1 0 0 0,1 1 0 0 0,0 0-1 0 0,0-1 1 0 0,0 1 0 0 0,0-1 0 0 0,0 1 0 0 0,1-1 0 0 0,-1-4-1 0 0,1-142-154 0 0,0 148 164 0 0,0-1 0 0 0,1 1 1 0 0,-1 0-1 0 0,0-1 0 0 0,1 1 0 0 0,-1-1 0 0 0,1 1 0 0 0,0 0 0 0 0,0-1 0 0 0,0 1 0 0 0,0 0 0 0 0,0 0 0 0 0,0 0 0 0 0,1 0 0 0 0,-1 0 0 0 0,1 0 0 0 0,2-3 0 0 0,6-6 17 0 0,-10 10-21 0 0,0 1 1 0 0,1-1-1 0 0,-1 1 0 0 0,0-1 1 0 0,1 1-1 0 0,-1-1 0 0 0,0 1 1 0 0,1-1-1 0 0,-1 0 1 0 0,0 1-1 0 0,0-1 0 0 0,0 0 1 0 0,1 1-1 0 0,-1-1 1 0 0,0 0-1 0 0,0 1 0 0 0,0-1 1 0 0,0 1-1 0 0,0-1 1 0 0,0 0-1 0 0,-1 1 0 0 0,1-1 1 0 0,0 0-1 0 0,0 1 1 0 0,0-1-1 0 0,-1 0 0 0 0,1 1 1 0 0,0-1-1 0 0,0 1 1 0 0,-1-1-1 0 0,1 1 0 0 0,-1-1 1 0 0,1 0-1 0 0,-11-3-1 0 0,10 4 0 0 0,1-1-1 0 0,-1 1 1 0 0,0 0-1 0 0,0 0 1 0 0,1 0-1 0 0,-1 0 1 0 0,0-1-1 0 0,0 1 1 0 0,1 0-1 0 0,-1-1 1 0 0,0 1-1 0 0,1-1 1 0 0,-1 1-1 0 0,1-1 1 0 0,-1 1-1 0 0,0-1 1 0 0,1 1-1 0 0,-1-1 1 0 0,1 1-1 0 0,-1-1 1 0 0,1 0-1 0 0,0 1 1 0 0,-1-1-1 0 0,1 0 1 0 0,0 0-1 0 0,-1 1 1 0 0,1-1-1 0 0,0 0 1 0 0,0 1-1 0 0,0-1 1 0 0,-1 0-1 0 0,1 0 1 0 0,0 0-1 0 0,0 0 1 0 0,-1 0 6 0 0,1 0 1 0 0,-1 0-1 0 0,0 0 0 0 0,0 0 1 0 0,0 0-1 0 0,0 0 1 0 0,-1 0-1 0 0,1 0 1 0 0,0 0-1 0 0,0 1 1 0 0,0-1-1 0 0,-1 1 0 0 0,1-1 1 0 0,0 1-1 0 0,-1-1 1 0 0,1 1-1 0 0,0 0 1 0 0,-1-1-1 0 0,-1 1 0 0 0,1 0 7 0 0,-12-6-24 0 0,12 6 8 0 0,1 0 0 0 0,0 0 0 0 0,0 0 0 0 0,0-1 0 0 0,0 1 0 0 0,0 0 0 0 0,0-1 0 0 0,0 1 0 0 0,0-1 0 0 0,0 1 1 0 0,0-1-1 0 0,1 1 0 0 0,-1-1 0 0 0,0 1 0 0 0,0-1 0 0 0,0 0 0 0 0,0 0 0 0 0,1 1 0 0 0,-1-1 0 0 0,0 0 0 0 0,1 0 1 0 0,-1 0-1 0 0,1 0 0 0 0,-1 0 0 0 0,1 0 0 0 0,-1 0 0 0 0,1 0 0 0 0,0 0 0 0 0,-1 0 0 0 0,1-1 0 0 0,0 1 4 0 0,0 0-1 0 0,0 0 1 0 0,0 0-1 0 0,0 0 1 0 0,-1 1-1 0 0,1-1 1 0 0,0 0-1 0 0,0 0 1 0 0,-1 1 0 0 0,1-1-1 0 0,-1 0 1 0 0,1 0-1 0 0,0 1 1 0 0,-1-1-1 0 0,1 0 1 0 0,-1 1-1 0 0,0-1 1 0 0,1 0-1 0 0,-1 1 1 0 0,1-1-1 0 0,-1 1 1 0 0,0-1-1 0 0,0 1 1 0 0,1 0-1 0 0,-1-1 1 0 0,0 1-1 0 0,0 0 1 0 0,1-1-1 0 0,-3 1 1 0 0,2 0 0 0 0,1-1 0 0 0,-1 1 0 0 0,0 0 0 0 0,0-1 0 0 0,0 1 0 0 0,0 0 0 0 0,0-1 0 0 0,1 1 0 0 0,-1-1 0 0 0,0 0 0 0 0,0 1 0 0 0,1-1 0 0 0,-1 1 0 0 0,1-1 0 0 0,-1 0 0 0 0,0 0 0 0 0,1 1 1 0 0,-1-1-1 0 0,1 0 0 0 0,-1 0 0 0 0,1 0 0 0 0,0 0 0 0 0,-1 1 0 0 0,1-1 0 0 0,0 0 0 0 0,0 0 0 0 0,0 0 0 0 0,-1 0 0 0 0,1 0 0 0 0,0-1 0 0 0,-1-16 0 0 0,1 15 5 0 0,-1 0 0 0 0,1 1 1 0 0,0-1-1 0 0,0 0 1 0 0,0 0-1 0 0,0 0 0 0 0,0 1 1 0 0,1-1-1 0 0,-1 0 0 0 0,1 0 1 0 0,0 1-1 0 0,0-1 0 0 0,0 1 1 0 0,2-5-1 0 0,19-23 62 0 0,-12-9-41 0 0,12 1 41 0 0,-19 32-57 0 0,-1 0 0 0 0,1 1 0 0 0,0 0 0 0 0,0-1 0 0 0,1 1 0 0 0,0 0 0 0 0,7-7 0 0 0,-11 11-9 0 0,1 1 0 0 0,-1-1 0 0 0,1 0 0 0 0,-1 1 0 0 0,1-1 0 0 0,-1 0 0 0 0,1 1 0 0 0,-1-1 0 0 0,0 0 0 0 0,1 0 0 0 0,-1 1 0 0 0,0-1-1 0 0,0 0 1 0 0,0 0 0 0 0,1 1 0 0 0,-1-1 0 0 0,0 0 0 0 0,0 0 0 0 0,0 0 0 0 0,0 0 1 0 0,0 0 0 0 0,0 0 0 0 0,0 0-1 0 0,0 1 1 0 0,0-1 0 0 0,0 0 0 0 0,0 0 0 0 0,0 1-1 0 0,1-1 1 0 0,-1 0 0 0 0,0 0 0 0 0,1 1 0 0 0,-1-1-1 0 0,0 0 1 0 0,1 1 0 0 0,-1-1 0 0 0,1 0 0 0 0,0 0 0 0 0,35-30-49 0 0,-25 22 45 0 0,1-1 1 0 0,-2 1-1 0 0,13-16 0 0 0,-12 10 16 0 0,1 1-1 0 0,0 0 0 0 0,1 1 1 0 0,1 1-1 0 0,22-18 0 0 0,-23 21 31 0 0,0-1-1 0 0,-1-1 1 0 0,15-16-1 0 0,1-1 37 0 0,-28 28-77 0 0,1-1-1 0 0,-1 1 1 0 0,1-1 0 0 0,-1 1 0 0 0,0-1 0 0 0,1 1 0 0 0,-1-1-1 0 0,0 0 1 0 0,1 1 0 0 0,-1-1 0 0 0,0 1 0 0 0,0-1 0 0 0,0 0-1 0 0,1 1 1 0 0,-1-1 0 0 0,0 0 0 0 0,0 1 0 0 0,0-1 0 0 0,0 0-1 0 0,0 0 1 0 0,0 0 1 0 0,0 0 0 0 0,0 1 0 0 0,0-1 0 0 0,0 0 0 0 0,0 1 0 0 0,0-1 0 0 0,0 0 0 0 0,0 1 0 0 0,0-1 0 0 0,1 0 0 0 0,-1 1 0 0 0,0-1 0 0 0,0 1 0 0 0,1-1 0 0 0,-1 1 0 0 0,1-1 0 0 0,-1 0 0 0 0,0 1 0 0 0,1-1-1 0 0,-1 1 1 0 0,2-1 0 0 0,6-5 29 0 0,-6 6-26 0 0,-1-1 1 0 0,0 1 0 0 0,0-1-1 0 0,0 0 1 0 0,0 0 0 0 0,0 1-1 0 0,0-1 1 0 0,0 0-1 0 0,0 0 1 0 0,0 0 0 0 0,0 0-1 0 0,-1 0 1 0 0,1 0 0 0 0,0 0-1 0 0,0 0 1 0 0,-1 0-1 0 0,1-1 1 0 0,-1 1 0 0 0,1 0-1 0 0,-1 0 1 0 0,0 0-1 0 0,1-1 1 0 0,-1 1 0 0 0,0 0-1 0 0,0 0 1 0 0,0-1 0 0 0,0 1-1 0 0,0-2 1 0 0,0-70 445 0 0,0 72-451 0 0,0 0 0 0 0,-1 0 0 0 0,1 0 0 0 0,0 0 0 0 0,0 0 0 0 0,-1 0 0 0 0,1 1 0 0 0,0-1 0 0 0,-1 0 0 0 0,1 0 0 0 0,-1 0 0 0 0,1 1 0 0 0,-1-1 0 0 0,0 0 0 0 0,1 1 0 0 0,-1-1 0 0 0,1 1 0 0 0,-1-1 0 0 0,0 0 0 0 0,0 1 0 0 0,1-1-1 0 0,-1 1 1 0 0,0 0 0 0 0,0-1 0 0 0,0 1 0 0 0,0 0 0 0 0,1-1 0 0 0,-1 1 0 0 0,0 0 0 0 0,0 0 0 0 0,0 0 0 0 0,-1 0 0 0 0,-4-2 13 0 0,5 2-13 0 0,1 0-1 0 0,0 0 0 0 0,-1-1 0 0 0,1 1 0 0 0,0 0 0 0 0,-1 0 1 0 0,1 0-1 0 0,0-1 0 0 0,-1 1 0 0 0,1 0 0 0 0,0-1 0 0 0,0 1 1 0 0,-1 0-1 0 0,1 0 0 0 0,0-1 0 0 0,0 1 0 0 0,0 0 0 0 0,0-1 1 0 0,-1 1-1 0 0,1-1 0 0 0,0 1 0 0 0,0 0 0 0 0,0-1 1 0 0,0 1-1 0 0,0 0 0 0 0,0-1 0 0 0,0 1 0 0 0,0-1 0 0 0,0 1 1 0 0,0 0-1 0 0,0-1 0 0 0,0 1 0 0 0,0 0 0 0 0,1-2 0 0 0,-1 2 6 0 0,0 0 0 0 0,0 0 0 0 0,0-1 0 0 0,0 1-1 0 0,0 0 1 0 0,0-1 0 0 0,0 1 0 0 0,0 0 0 0 0,0-1-1 0 0,0 1 1 0 0,0 0 0 0 0,0 0 0 0 0,0-1 0 0 0,0 1-1 0 0,0 0 1 0 0,0-1 0 0 0,0 1 0 0 0,0 0 0 0 0,0-1-1 0 0,-1 1 1 0 0,1 0 0 0 0,0 0 0 0 0,0-1 0 0 0,0 1-1 0 0,0 0 1 0 0,-1 0 0 0 0,1-1 0 0 0,0 1 0 0 0,0 0-1 0 0,0 0 1 0 0,-1 0 0 0 0,1-1 0 0 0,0 1 0 0 0,-1 0 0 0 0,1 0-1 0 0,0 0 1 0 0,0 0 0 0 0,-1 0 0 0 0,1 0 0 0 0,0-1-1 0 0,-1 1 1 0 0,1 0 0 0 0,-37-11 181 0 0,36 11-182 0 0,0-1-1 0 0,-1 0 0 0 0,1 1 0 0 0,0-1 1 0 0,-1 0-1 0 0,1 0 0 0 0,0 0 0 0 0,0 0 1 0 0,-1 0-1 0 0,1 0 0 0 0,0 0 1 0 0,0 0-1 0 0,0-1 0 0 0,1 1 0 0 0,-1 0 1 0 0,0-1-1 0 0,0 1 0 0 0,1 0 0 0 0,-1-1 1 0 0,1 1-1 0 0,-1-1 0 0 0,1 1 1 0 0,-1-1-1 0 0,1-1 0 0 0,0 2-5 0 0,-1-1 0 0 0,1 1 0 0 0,0 0 0 0 0,-1 0-1 0 0,1 0 1 0 0,-1 0 0 0 0,1 0 0 0 0,-1 0 0 0 0,1 0 0 0 0,-1 0 0 0 0,0 0-1 0 0,1 0 1 0 0,-1 0 0 0 0,0 1 0 0 0,0-1 0 0 0,0 0 0 0 0,0 0 0 0 0,0 1 0 0 0,0-1-1 0 0,0 1 1 0 0,0-1 0 0 0,0 1 0 0 0,0-1 0 0 0,-2 0 0 0 0,-4-3-10 0 0,-6-5 5 0 0,-1 0 0 0 0,1 1 0 0 0,-1 1 0 0 0,-1 0 0 0 0,-27-8 0 0 0,22 7 48 0 0,-8-3 110 0 0,-42-24 1 0 0,70 35-154 0 0,-1 0-1 0 0,1-1 1 0 0,0 1 0 0 0,-1 0-1 0 0,1 0 1 0 0,0 0 0 0 0,-1-1 0 0 0,1 1-1 0 0,0 0 1 0 0,-1 0 0 0 0,1-1-1 0 0,0 1 1 0 0,0 0 0 0 0,0-1 0 0 0,-1 1-1 0 0,1 0 1 0 0,0-1 0 0 0,0 1-1 0 0,0 0 1 0 0,-1-1 0 0 0,1 1 0 0 0,0-1-1 0 0,0 1 1 0 0,0 0 0 0 0,0-1-1 0 0,0 1 1 0 0,0-1 0 0 0,0 1 0 0 0,0 0-1 0 0,0-1 1 0 0,0 1 0 0 0,0-1-1 0 0,0 1 1 0 0,1-1 0 0 0,-1 1-1 0 0,0-1 0 0 0,0 1 0 0 0,0 0 0 0 0,0-1 1 0 0,0 1-1 0 0,0-1 0 0 0,0 1 0 0 0,0 0 0 0 0,0-1 0 0 0,0 1 0 0 0,0-1 1 0 0,0 1-1 0 0,0 0 0 0 0,0-1 0 0 0,0 1 0 0 0,0 0 0 0 0,-1-1 0 0 0,1 1 1 0 0,0-1-1 0 0,0 1 0 0 0,0 0 0 0 0,-1-1 0 0 0,1 1 0 0 0,0 0 0 0 0,0 0 1 0 0,-1-1-1 0 0,1 1 0 0 0,0 0 0 0 0,-1 0 0 0 0,1-1 0 0 0,0 1 0 0 0,-1 0 1 0 0,1 0-1 0 0,-1-1 0 0 0,-6-2 57 0 0,6 2-40 0 0,-1 1-1 0 0,1-1 1 0 0,0 1 0 0 0,-1-1-1 0 0,1 0 1 0 0,0 1 0 0 0,-1-1-1 0 0,1 0 1 0 0,0 0 0 0 0,0 0-1 0 0,0 0 1 0 0,0 0 0 0 0,0 0-1 0 0,0 0 1 0 0,-1-2 0 0 0,2 3-18 0 0,0 1 0 0 0,0-1 0 0 0,0 1 0 0 0,0-1 0 0 0,0 1 0 0 0,0-1 0 0 0,0 1 0 0 0,0-1 0 0 0,0 1 0 0 0,0-1 0 0 0,1 1 0 0 0,-1-1 0 0 0,0 1 0 0 0,0-1 0 0 0,0 1 0 0 0,1-1 0 0 0,-1 0 0 0 0,0 1 0 0 0,0-1 0 0 0,1 1 0 0 0,-1-1 0 0 0,1 0 0 0 0,-1 1 0 0 0,0-1 0 0 0,1 0 0 0 0,-1 1 0 0 0,1-1 0 0 0,-1 0 0 0 0,0 0 0 0 0,1 0 0 0 0,-1 1 0 0 0,1-1 0 0 0,22 0 51 0 0,-16-1-32 0 0,314-39 463 0 0,-282 36-473 0 0,35-4-17 0 0,140 4 0 0 0,-163 6 10 0 0,-19-2 0 0 0,47 7 0 0 0,10 7-40 0 0,143 41 0 0 0,-172-41-39 0 0,-42-11 79 0 0,0 1-1 0 0,22 9 0 0 0,29-3 143 0 0,-46-7-123 0 0,10-2-6 0 0,22-1 40 0 0,-51 0-39 0 0,-5-8 137 0 0,0-1 1 0 0,1 0 0 0 0,0 1 0 0 0,0-1-1 0 0,1 0 1 0 0,0 1 0 0 0,4-16-1 0 0,17-10-17 0 0,-11-5-41 0 0,-1 18-52 0 0,-7 17-37 0 0,-1 0-1 0 0,0 0 1 0 0,0-1-1 0 0,0 1 1 0 0,-1-1 0 0 0,1 1-1 0 0,-1-1 1 0 0,0 1-1 0 0,-1-1 1 0 0,1-6-1 0 0,-1 7 0 0 0,1 0-1 0 0,-1 1 1 0 0,1-1-1 0 0,0 1 0 0 0,0-1 1 0 0,0 1-1 0 0,0 0 1 0 0,1-1-1 0 0,-1 1 0 0 0,4-4 1 0 0,3-15 37 0 0,-17 2-22 0 0,7 18-11 0 0,1 0-1 0 0,0 0 0 0 0,-1-1 0 0 0,1 1 1 0 0,0 0-1 0 0,0-1 0 0 0,0 1 0 0 0,0-1 1 0 0,1 1-1 0 0,-1-1 0 0 0,0-3 0 0 0,1-29 8 0 0,0 34-23 0 0,-1 0 1 0 0,1 0 0 0 0,-1 0 0 0 0,0 0-1 0 0,1 0 1 0 0,-1 0 0 0 0,0 1-1 0 0,1-1 1 0 0,-1 0 0 0 0,0 0 0 0 0,0 1-1 0 0,0-1 1 0 0,0 1 0 0 0,0-1-1 0 0,0 1 1 0 0,0-1 0 0 0,0 1 0 0 0,0-1-1 0 0,0 1 1 0 0,0 0 0 0 0,0-1-1 0 0,0 1 1 0 0,0 0 0 0 0,0 0 0 0 0,0 0-1 0 0,0 0 1 0 0,0 0 0 0 0,-2 0-1 0 0,-2 0-97 0 0,-5-2-356 0 0,1 0 1 0 0,0 1-1 0 0,-1 1 1 0 0,1 0-1 0 0,-1 0 1 0 0,-17 3 0 0 0,2 0-818 0 0,-127 12-6778 0 0,-38 17-3215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03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1072 1 240 0 0,'-5'0'143'0'0,"-1"1"-1"0"0,0 0 1 0 0,0 0 0 0 0,1 0-1 0 0,-9 3 1 0 0,-3 1 215 0 0,16-4-330 0 0,1-1 0 0 0,0 0 0 0 0,-1 0 1 0 0,1 0-1 0 0,0 0 0 0 0,0 0 0 0 0,-1 0 0 0 0,1 0 0 0 0,0 0 0 0 0,-1 1 1 0 0,1-1-1 0 0,0 0 0 0 0,0 0 0 0 0,0 0 0 0 0,-1 1 0 0 0,1-1 0 0 0,0 0 0 0 0,0 0 1 0 0,0 1-1 0 0,-1-1 0 0 0,1 0 0 0 0,0 0 0 0 0,0 1 0 0 0,0-1 0 0 0,0 0 1 0 0,0 0-1 0 0,0 1 0 0 0,0-1 0 0 0,0 0 0 0 0,0 1 0 0 0,0-1 0 0 0,0 0 1 0 0,0 1-1 0 0,0-1 0 0 0,0 0 0 0 0,0 0 0 0 0,0 1 0 0 0,0-1 0 0 0,0 0 1 0 0,0 1-1 0 0,0-1 45 0 0,0 0 0 0 0,0 0-1 0 0,0 0 1 0 0,0 1 0 0 0,0-1 0 0 0,0 0 0 0 0,1 0 0 0 0,-1 0 0 0 0,0 0 0 0 0,0 0 0 0 0,0 1 0 0 0,0-1 0 0 0,0 0 0 0 0,0 0 0 0 0,0 0 0 0 0,0 0 0 0 0,0 1 0 0 0,-1-1 0 0 0,1 0 0 0 0,0 0 0 0 0,0 0-1 0 0,0 0 1 0 0,0 0 0 0 0,0 1 0 0 0,0-1 0 0 0,0 0 0 0 0,0 0 0 0 0,0 0 0 0 0,0 0 0 0 0,0 0 0 0 0,-1 1 0 0 0,1-1 0 0 0,0 0 0 0 0,0 0 0 0 0,0 0 0 0 0,0 0 0 0 0,0 0 0 0 0,0 0 0 0 0,-1 0 0 0 0,1 0-1 0 0,0 0 1 0 0,0 0 0 0 0,0 0 0 0 0,0 0 0 0 0,-1 0 0 0 0,1 0 0 0 0,0 0 0 0 0,0 0 0 0 0,0 0 0 0 0,0 0 0 0 0,-1 0 0 0 0,1 0 0 0 0,0 0 0 0 0,0 0 0 0 0,0 0 0 0 0,0 0 0 0 0,0 0 0 0 0,-1 0 0 0 0,1 0-1 0 0,0 0 1 0 0,0 0 0 0 0,0 0 0 0 0,-7-2 236 0 0,-1 0 0 0 0,1 1 0 0 0,0 0 0 0 0,0 1 0 0 0,-12 0 0 0 0,-40 13 1351 0 0,40-10-1341 0 0,-1 1 0 0 0,1 1 1 0 0,1 0-1 0 0,-1 2 0 0 0,-27 13 0 0 0,-96 53 803 0 0,34-19-670 0 0,-109 51 1152 0 0,102-52-846 0 0,93-42-827 0 0,-50 22 128 0 0,65-29-551 0 0,-1-1 0 0 0,0-1-1 0 0,0 1 1 0 0,0-1 0 0 0,0-1 0 0 0,-9 1 0 0 0,17-2 393 0 0,-1 0 1 0 0,1 0-1 0 0,0 0 1 0 0,0 0-1 0 0,-1 0 1 0 0,1 0-1 0 0,0 0 1 0 0,0 0-1 0 0,0 0 1 0 0,-1 0-1 0 0,1 0 1 0 0,0 0-1 0 0,0 0 1 0 0,0 0-1 0 0,-1 0 1 0 0,1-1-1 0 0,0 1 1 0 0,0 0-1 0 0,0 0 1 0 0,-1 0-1 0 0,1 0 1 0 0,0-1 0 0 0,0 1-1 0 0,0 0 1 0 0,0 0-1 0 0,0 0 1 0 0,-1-1-1 0 0,1 1 1 0 0,0 0-1 0 0,0 0 1 0 0,0 0-1 0 0,0-1 1 0 0,0 1-1 0 0,0 0 1 0 0,0 0-1 0 0,0-1 1 0 0,0 1-1 0 0,0 0 1 0 0,0 0-1 0 0,0-1 1 0 0,0 1-1 0 0,0 0 1 0 0,0 0-1 0 0,0 0 1 0 0,0-1-1 0 0,0 1 1 0 0,0-19-5905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04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582 39 160 0 0,'0'-12'1112'0'0,"1"-10"128"0"0,-1 22-1178 0 0,0 0 0 0 0,-1 0 1 0 0,1 0-1 0 0,0 0 1 0 0,0 0-1 0 0,0 0 0 0 0,0 0 1 0 0,0 0-1 0 0,0 0 1 0 0,-1 1-1 0 0,1-1 0 0 0,0 0 1 0 0,0 0-1 0 0,0 0 1 0 0,0 0-1 0 0,0 0 0 0 0,-1 0 1 0 0,1 0-1 0 0,0 0 1 0 0,0 0-1 0 0,0 0 0 0 0,0 0 1 0 0,0 0-1 0 0,-1-1 1 0 0,1 1-1 0 0,0 0 0 0 0,0 0 1 0 0,0 0-1 0 0,0 0 1 0 0,0 0-1 0 0,0 0 0 0 0,-1 0 1 0 0,1 0-1 0 0,0 0 1 0 0,0 0-1 0 0,0 0 0 0 0,0-1 1 0 0,0 1-1 0 0,0 0 1 0 0,0 0-1 0 0,0 0 0 0 0,0 0 1 0 0,-1 0-1 0 0,1 0 1 0 0,0-1-1 0 0,0 1 1 0 0,0 0-1 0 0,0 0 0 0 0,0 0 1 0 0,0 0-1 0 0,0 0 1 0 0,0-1-1 0 0,0 1 0 0 0,0 0 1 0 0,0 0-1 0 0,0 0 1 0 0,0 0-1 0 0,0-1 0 0 0,0 1 1 0 0,0 0-1 0 0,0 0 1 0 0,1 0-1 0 0,-89 109 2713 0 0,55-67-1995 0 0,-58 56 0 0 0,-13 15-33 0 0,95-103-683 0 0,-10 13 138 0 0,-24 23-1 0 0,-38 23 213 0 0,32-16-14 0 0,0-23 27 0 0,37-18-18 0 0,13-15 62 0 0,-1 1-457 0 0,1 1-1 0 0,0 0 1 0 0,0-1-1 0 0,0 1 1 0 0,0 0-1 0 0,0 0 1 0 0,0 0-1 0 0,0 0 1 0 0,0 0-1 0 0,0 0 1 0 0,1 0-1 0 0,-1 0 1 0 0,0 0-1 0 0,1 1 1 0 0,-1-1-1 0 0,1 0 1 0 0,-1 1-1 0 0,0-1 1 0 0,1 1-1 0 0,-1 0 1 0 0,3-1-1 0 0,6-3 50 0 0,13-8-33 0 0,-1-1 0 0 0,-1-2-1 0 0,0 0 1 0 0,0-1-1 0 0,29-32 1 0 0,26-20-101 0 0,109-83 124 0 0,-143 114-31 0 0,-13 11 60 0 0,52-36 1 0 0,-70 56-64 0 0,-9 5-12 0 0,-1 1 0 0 0,1-1-1 0 0,-1 1 1 0 0,1-1 0 0 0,-1 0-1 0 0,0 1 1 0 0,1-1 0 0 0,-1 0 0 0 0,0 0-1 0 0,0 0 1 0 0,0 0 0 0 0,0 0-1 0 0,0-1 1 0 0,0 1 0 0 0,0 0 0 0 0,0 0-1 0 0,0-1 1 0 0,0 1 0 0 0,-1 0-1 0 0,1-1 1 0 0,0 1 0 0 0,-1-1-1 0 0,0 1 1 0 0,1-3 0 0 0,-1 4-9 0 0,0-1 0 0 0,0 1 0 0 0,1-1 0 0 0,-1 1 0 0 0,0 0 0 0 0,0-1 0 0 0,0 1 0 0 0,0-1 0 0 0,1 1 0 0 0,-1 0 0 0 0,0-1 0 0 0,0 1 0 0 0,1 0 0 0 0,-1-1 0 0 0,0 1 0 0 0,1 0 0 0 0,-1-1 0 0 0,0 1 0 0 0,1 0 0 0 0,-1 0 0 0 0,0-1 0 0 0,1 1 0 0 0,-1 0 0 0 0,0 0 0 0 0,1 0 0 0 0,-1-1 0 0 0,1 1 0 0 0,-1 0 0 0 0,1 0-1 0 0,-1 0 1 0 0,1 0 0 0 0,0 0 0 0 0,14 0-47 0 0,-14 0 31 0 0,-1 0 13 0 0,0 0 0 0 0,0 0 0 0 0,0 0 0 0 0,0 1-1 0 0,-1-1 1 0 0,1 0 0 0 0,0 0 0 0 0,0 0 0 0 0,0 0-1 0 0,0 0 1 0 0,0 0 0 0 0,-1 0 0 0 0,1 1 0 0 0,0-1-1 0 0,0 0 1 0 0,0 0 0 0 0,0 0 0 0 0,0 0 0 0 0,0 0-1 0 0,0 1 1 0 0,0-1 0 0 0,0 0 0 0 0,-1 0 0 0 0,1 0-1 0 0,0 0 1 0 0,0 1 0 0 0,0-1 0 0 0,0 0 0 0 0,0 0-1 0 0,0 0 1 0 0,0 0 0 0 0,0 1 0 0 0,0-1 0 0 0,0 0-1 0 0,0 0 1 0 0,1 0 0 0 0,-1 1 0 0 0,0-1 0 0 0,0 0-1 0 0,0 0 1 0 0,0 0 0 0 0,0 0 0 0 0,0 1 0 0 0,0-1-1 0 0,0 0 1 0 0,0 0 0 0 0,1 0 0 0 0,-1 0 0 0 0,0 0-1 0 0,0 0 1 0 0,0 1 0 0 0,0-1 0 0 0,0 0 0 0 0,1 0-1 0 0,-1 0 1 0 0,0 0 0 0 0,0 0 0 0 0,0 0 0 0 0,-8 4-47 0 0,6-4 40 0 0,0 1 1 0 0,0 0 0 0 0,0 1 0 0 0,1-1 0 0 0,-1 0 0 0 0,1 0-1 0 0,-1 1 1 0 0,1-1 0 0 0,-1 1 0 0 0,1-1 0 0 0,0 1 0 0 0,0-1-1 0 0,0 1 1 0 0,-2 3 0 0 0,-7 8-23 0 0,-56 58 139 0 0,-90 77 0 0 0,111-107-61 0 0,-25 25 62 0 0,15-23 121 0 0,46-31-87 0 0,13-6-40 0 0,-3-5-102 0 0,0-1 0 0 0,0 0 0 0 0,0 0-1 0 0,0 0 1 0 0,0 0 0 0 0,0 0 0 0 0,0-1-1 0 0,0 1 1 0 0,0 0 0 0 0,0 0 0 0 0,0-1 0 0 0,0 1-1 0 0,0 0 1 0 0,0-1 0 0 0,0 1 0 0 0,0-1-1 0 0,0 0 1 0 0,0 1 0 0 0,0-1 0 0 0,0 0 0 0 0,-1 1-1 0 0,1-1 1 0 0,0 0 0 0 0,0 0 0 0 0,-1 0-1 0 0,1 0 1 0 0,-1 1 0 0 0,1-1 0 0 0,0-2 0 0 0,0 2 7 0 0,-1 0 0 0 0,1 0 0 0 0,0-1 0 0 0,0 1 0 0 0,0 0 0 0 0,0 0 0 0 0,0 0 1 0 0,0 0-1 0 0,0 0 0 0 0,0 0 0 0 0,1 0 0 0 0,-1 0 0 0 0,0 1 0 0 0,1-1 1 0 0,-1 0-1 0 0,0 1 0 0 0,1-1 0 0 0,-1 1 0 0 0,1-1 0 0 0,-1 1 0 0 0,2 0 0 0 0,3-2 16 0 0,1-2 32 0 0,1-1 0 0 0,-1 1 0 0 0,1-1 0 0 0,-2 0 0 0 0,11-10 1 0 0,33-24 201 0 0,-34 29-192 0 0,-3 2 18 0 0,0 0-1 0 0,0-1 1 0 0,-1 0 0 0 0,13-14-1 0 0,-17 15-24 0 0,0 1 0 0 0,1 0 0 0 0,0 1 0 0 0,0 0 0 0 0,0 1-1 0 0,1-1 1 0 0,13-4 0 0 0,-20 9-49 0 0,28-19 113 0 0,-20 7 13 0 0,11 7-66 0 0,-22 6-66 0 0,1 0 1 0 0,-1 1-1 0 0,0-1 0 0 0,1 0 0 0 0,-1 0 0 0 0,1 1 0 0 0,-1-1 1 0 0,0 0-1 0 0,1 0 0 0 0,-1 1 0 0 0,0-1 0 0 0,1 1 1 0 0,-1-1-1 0 0,0 0 0 0 0,0 1 0 0 0,1-1 0 0 0,-1 0 1 0 0,0 1-1 0 0,0-1 0 0 0,0 1 0 0 0,0-1 0 0 0,0 1 1 0 0,1-1-1 0 0,-1 1 0 0 0,0-1 0 0 0,0 1 0 0 0,0-1 0 0 0,0 0 1 0 0,0 1-1 0 0,0-1 0 0 0,0 1 0 0 0,-1-1 0 0 0,1 1 1 0 0,0-1-1 0 0,0 1 0 0 0,0 0 0 0 0,-6 19 155 0 0,-1-10-60 0 0,0-1 0 0 0,-1 0-1 0 0,0-1 1 0 0,-11 10 0 0 0,-14 15 266 0 0,16-12-158 0 0,8-9 17 0 0,-1-1 0 0 0,-18 18 0 0 0,27-28-209 0 0,0 0 0 0 0,0 0 0 0 0,0 0 0 0 0,0 0 0 0 0,0-1 0 0 0,0 1-1 0 0,0 0 1 0 0,0-1 0 0 0,0 1 0 0 0,0-1 0 0 0,-1 1 0 0 0,1-1 0 0 0,0 1 0 0 0,0-1 0 0 0,-1 0 0 0 0,1 1 0 0 0,0-1 0 0 0,-1 0 0 0 0,1 0 0 0 0,0 0 0 0 0,-2 0 0 0 0,-3-1 45 0 0,1 1 183 0 0,10-1-147 0 0,17-5-146 0 0,-17 4-14 0 0,-5 1 73 0 0,0 0 0 0 0,0 0-1 0 0,0 0 1 0 0,0 0 0 0 0,1 0 0 0 0,-1 0-1 0 0,0 0 1 0 0,0 0 0 0 0,1 0 0 0 0,-1 0-1 0 0,0 0 1 0 0,1 0 0 0 0,-1 0 0 0 0,1 0-1 0 0,-1 0 1 0 0,1 0 0 0 0,-1 1 0 0 0,1-1-1 0 0,0 0 1 0 0,-1 0 0 0 0,1 1 0 0 0,0-1-1 0 0,0 0 1 0 0,0 1 0 0 0,-1-1 0 0 0,1 1-1 0 0,0-1 1 0 0,0 1 0 0 0,0-1 0 0 0,0 1-1 0 0,0 0 1 0 0,0-1 0 0 0,0 1 0 0 0,1 0-1 0 0,16-8 181 0 0,-15 6-146 0 0,27-18 217 0 0,-28 19-246 0 0,0 0 1 0 0,-1 0-1 0 0,1 0 0 0 0,-1-1 0 0 0,1 1 0 0 0,-1 0 0 0 0,0-1 1 0 0,0 1-1 0 0,1-1 0 0 0,-1 1 0 0 0,0-1 0 0 0,0 0 0 0 0,1-2 1 0 0,3 2-79 0 0,-3 2 58 0 0,-1 0 1 0 0,1 0-1 0 0,-1 0 1 0 0,1 0-1 0 0,-1 0 1 0 0,0 0-1 0 0,1 1 1 0 0,-1-1-1 0 0,1 0 1 0 0,-1 1-1 0 0,0-1 1 0 0,1 1-1 0 0,-1 0 1 0 0,0-1-1 0 0,0 1 0 0 0,3 2 1 0 0,-4-3 6 0 0,0 1 0 0 0,1-1 0 0 0,-1 1 0 0 0,0 0 0 0 0,0-1 0 0 0,1 1 0 0 0,-1 0 0 0 0,0-1 0 0 0,0 1 0 0 0,0 0 0 0 0,0 0 0 0 0,0-1 0 0 0,0 1 0 0 0,0 0 0 0 0,0-1 0 0 0,0 1 0 0 0,0 0 0 0 0,0-1 0 0 0,0 1 1 0 0,-1 1-1 0 0,-14 24 1 0 0,-126 127 135 0 0,125-137-102 0 0,0-1 0 0 0,-1-1 1 0 0,-24 16-1 0 0,6-4 65 0 0,-58 44 210 0 0,88-66-274 0 0,-2 0 120 0 0,7-6-6 0 0,1-6-146 0 0,-1 7 3 0 0,0 0 0 0 0,0 0 0 0 0,0 0 0 0 0,0 0 1 0 0,0-1-1 0 0,1 1 0 0 0,-1 0 0 0 0,0 0 0 0 0,1 0 1 0 0,-1 0-1 0 0,0 0 0 0 0,1-1 0 0 0,-1 1 0 0 0,1 0 1 0 0,0 0-1 0 0,-1 0 0 0 0,1 0 0 0 0,0 1 0 0 0,0-1 1 0 0,-1 0-1 0 0,1 0 0 0 0,0 0 0 0 0,0 1 0 0 0,0-1 1 0 0,0 0-1 0 0,0 1 0 0 0,1-1 0 0 0,0 0-2 0 0,-1 0 0 0 0,0 1 0 0 0,0-1 0 0 0,0 0 0 0 0,0 1 0 0 0,0-1 0 0 0,0 0 0 0 0,-1 0 0 0 0,1 0 0 0 0,0 0 0 0 0,0 0 0 0 0,-1 0 0 0 0,1 0 0 0 0,0 0 0 0 0,-1 0 0 0 0,1 0 0 0 0,-1 0 0 0 0,1 0 0 0 0,-1 0 0 0 0,0 0 0 0 0,1-1 0 0 0,-1 1 0 0 0,0 0 0 0 0,0 0 0 0 0,0-1 0 0 0,0 1 0 0 0,0-1 0 0 0,1-3 6 0 0,0 1 0 0 0,0 0 0 0 0,0 0 0 0 0,1 0 0 0 0,-1 0 1 0 0,1 0-1 0 0,0 0 0 0 0,0 0 0 0 0,1 1 0 0 0,-1-1 0 0 0,1 1 0 0 0,0-1 0 0 0,0 1 0 0 0,0 0 0 0 0,0 0 0 0 0,0 0 0 0 0,5-2 0 0 0,13-16 7 0 0,-16 16-7 0 0,9-10 36 0 0,0 0 0 0 0,0 1-1 0 0,2 1 1 0 0,19-14 0 0 0,-8 9 9 0 0,-20 4-326 0 0,-8 13 74 0 0,1 8 84 0 0,0-6 112 0 0,-1 0 1 0 0,1 1-1 0 0,0-1 0 0 0,-1 1 0 0 0,1-1 0 0 0,-1 0 0 0 0,0 1 0 0 0,1-1 0 0 0,-1 0 0 0 0,0 1 0 0 0,0-1 1 0 0,0 0-1 0 0,0 0 0 0 0,0 0 0 0 0,0 0 0 0 0,0 0 0 0 0,0 0 0 0 0,0 0 0 0 0,0 0 0 0 0,-1 0 0 0 0,1-1 1 0 0,0 1-1 0 0,-2 0 0 0 0,-13 10-8 0 0,-93 69 108 0 0,-38 32 100 0 0,87-76-131 0 0,56-34-2516 0 0,9-7 277 0 0,13-9-1126 0 0,-15 11 2444 0 0,-3 3 644 0 0,1-1-1 0 0,-1 1 1 0 0,1-1-1 0 0,-1 0 0 0 0,1 1 1 0 0,-1-1-1 0 0,1 0 1 0 0,-1 1-1 0 0,0-1 1 0 0,0 0-1 0 0,1 1 1 0 0,-1-1-1 0 0,0 0 1 0 0,0 0-1 0 0,0 1 1 0 0,0-1-1 0 0,0 0 1 0 0,1 0-1 0 0,-2 1 1 0 0,1-2-1 0 0,0-18-4403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06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57 160 0 0,'-103'6'6897'0'0,"103"-6"-6777"0"0,-2 0-17 0 0,1-1 0 0 0,-1 1 0 0 0,1 0 0 0 0,-1 0 0 0 0,1 0 0 0 0,0 0 0 0 0,-1 0 0 0 0,1 0 0 0 0,-1 1 0 0 0,1-1 0 0 0,-1 0 0 0 0,1 1 0 0 0,0-1 0 0 0,-1 1 0 0 0,1 0 0 0 0,0-1 0 0 0,-2 2 0 0 0,3-1 764 0 0,5-1-133 0 0,23 0 1106 0 0,-28-1-1194 0 0,0 1-633 0 0,-1-1 0 0 0,1 1 0 0 0,0 0 0 0 0,0 0 0 0 0,0 0-1 0 0,0 0 1 0 0,0 0 0 0 0,0-1 0 0 0,0 1 0 0 0,0 0 0 0 0,0 0-1 0 0,0 0 1 0 0,0 0 0 0 0,0-1 0 0 0,0 1 0 0 0,0 0 0 0 0,0 0-1 0 0,0 0 1 0 0,0 0 0 0 0,0-1 0 0 0,0 1 0 0 0,0 0 0 0 0,0 0-1 0 0,0 0 1 0 0,1 0 0 0 0,-1 0 0 0 0,0 0 0 0 0,0-1 0 0 0,0 1-1 0 0,0 0 1 0 0,0 0 0 0 0,0 0 0 0 0,0 0 0 0 0,1 0 0 0 0,-1 0-1 0 0,0 0 1 0 0,0 0 0 0 0,0-1 0 0 0,0 1 0 0 0,0 0 0 0 0,1 0-1 0 0,-1 0 1 0 0,0 0 0 0 0,0 0 0 0 0,0 0 0 0 0,0 0 0 0 0,0 0-1 0 0,1 0 1 0 0,-1 0 0 0 0,0 0 0 0 0,0 0 0 0 0,0 0 0 0 0,0 0-1 0 0,1 0 1 0 0,-1 0 0 0 0,0 0 0 0 0,0 0 0 0 0,0 0 0 0 0,0 0-1 0 0,0 1 1 0 0,1-1 0 0 0,-1 0 0 0 0,0 0 0 0 0,141-1 2068 0 0,201-14-40 0 0,143-23-1788 0 0,-468 35-465 0 0,39-2-2013 0 0,-50 5 1499 0 0,-1 0 0 0 0,0 0 0 0 0,1 1 1 0 0,-1-1-1 0 0,0 1 0 0 0,1 0 0 0 0,8 4 0 0 0,-9 1-3983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07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0 560 0 0,'0'21'1841'0'0,"-33"33"960"0"0,0 15-239 0 0,7-13-1522 0 0,-6-2-720 0 0,-1-4 80 0 0,0 10-160 0 0,1-4-79 0 0,32-2-1 0 0,-33-12-160 0 0,66-28-160 0 0,-1-7-1521 0 0,-32-28-3041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07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1 240 0 0,'-1'0'131'0'0,"1"0"0"0"0,0 1 0 0 0,0-1-1 0 0,0 1 1 0 0,-1-1 0 0 0,1 0 0 0 0,0 1 0 0 0,0-1 0 0 0,-1 1-1 0 0,1-1 1 0 0,0 0 0 0 0,-1 0 0 0 0,1 1 0 0 0,0-1 0 0 0,-1 0-1 0 0,1 0 1 0 0,-1 1 0 0 0,1-1 0 0 0,0 0 0 0 0,-1 0 0 0 0,1 0-1 0 0,-1 0 1 0 0,1 1 0 0 0,0-1 0 0 0,-1 0 0 0 0,1 0 0 0 0,-1 0-1 0 0,1 0 1 0 0,-1 0 0 0 0,1 0 0 0 0,-1 0 0 0 0,-14-1 393 0 0,14 1-193 0 0,-52-3 6070 0 0,45 1-3676 0 0,31 1-1646 0 0,-17 6-145 0 0,72 9-632 0 0,0-4 1 0 0,80 0-1 0 0,-129-10-2330 0 0,-25 0-893 0 0,-30-6-8097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08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2641 0 0,'0'-7'4722'0'0,"26"-1"-2641"0"0,7 8-160 0 0,32 8 80 0 0,33 5 80 0 0,131 35 240 0 0,-1 8-1360 0 0,-97-23-1121 0 0,-40-4-1521 0 0,7-2-4482 0 0,-33-27-3762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10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80 1281 0 0,'-10'3'623'0'0,"-12"0"2182"0"0,21-7 340 0 0,2-11-1488 0 0,-2 13-1520 0 0,1 1 1 0 0,0 0-1 0 0,0 0 1 0 0,0-1-1 0 0,0 1 0 0 0,0 0 1 0 0,0-1-1 0 0,0 1 0 0 0,1 0 1 0 0,-1-1-1 0 0,0 1 1 0 0,1 0-1 0 0,-1 0 0 0 0,1 0 1 0 0,-1-1-1 0 0,1 1 1 0 0,0 0-1 0 0,0 0 0 0 0,-1 0 1 0 0,1 0-1 0 0,0 0 0 0 0,0 0 1 0 0,0 0-1 0 0,0 0 1 0 0,0 0-1 0 0,0 1 0 0 0,0-1 1 0 0,0 0-1 0 0,0 1 1 0 0,1-1-1 0 0,-1 1 0 0 0,0-1 1 0 0,2 0-1 0 0,12-6 621 0 0,-5 3-575 0 0,1 1 0 0 0,0 0 0 0 0,0 0 0 0 0,1 1 0 0 0,-1 1 0 0 0,21-1 0 0 0,-5 0-23 0 0,23-1-158 0 0,1 3 0 0 0,0 1 0 0 0,-1 3-1 0 0,0 2 1 0 0,0 2 0 0 0,61 18 0 0 0,-100-22-18 0 0,-1 0 0 0 0,1 1-1 0 0,-1 0 1 0 0,-1 1 0 0 0,1 0-1 0 0,-1 1 1 0 0,0-1 0 0 0,10 12-1 0 0,-18-17 15 0 0,-1-1 0 0 0,1 1-1 0 0,-1 0 1 0 0,1-1-1 0 0,-1 1 1 0 0,0 0-1 0 0,0 0 1 0 0,1-1 0 0 0,-1 1-1 0 0,0 0 1 0 0,0 0-1 0 0,0 0 1 0 0,0-1-1 0 0,0 1 1 0 0,0 0 0 0 0,0 0-1 0 0,0 0 1 0 0,0 0-1 0 0,0-1 1 0 0,0 1-1 0 0,-1 0 1 0 0,1 0 0 0 0,0-1-1 0 0,0 1 1 0 0,-1 0-1 0 0,1 0 1 0 0,-1-1 0 0 0,0 2-1 0 0,-15 16-5 0 0,11-13 6 0 0,0 0 10 0 0,-1 1 0 0 0,1-1 0 0 0,-1 0 0 0 0,0 0 0 0 0,0 0-1 0 0,-1-1 1 0 0,1 0 0 0 0,-14 6 0 0 0,-58 17 68 0 0,54-20-49 0 0,1 1 137 0 0,1-2 0 0 0,-1-1 0 0 0,0-1 0 0 0,-1-1 0 0 0,1-1 0 0 0,-1-1 0 0 0,1 0 0 0 0,-1-2 0 0 0,-28-5 1 0 0,-8-2 395 0 0,60 8-558 0 0,-1 0 1 0 0,1 0-1 0 0,0 0 1 0 0,0 0-1 0 0,-1 0 1 0 0,1 0-1 0 0,0 0 1 0 0,0 0 0 0 0,-1-1-1 0 0,1 1 1 0 0,0 0-1 0 0,0 0 1 0 0,0 0-1 0 0,-1 0 1 0 0,1 0-1 0 0,0-1 1 0 0,0 1-1 0 0,0 0 1 0 0,0 0-1 0 0,-1 0 1 0 0,1-1-1 0 0,0 1 1 0 0,0 0-1 0 0,0 0 1 0 0,0 0-1 0 0,0-1 1 0 0,0 1-1 0 0,0 0 1 0 0,-1 0 0 0 0,1-1-1 0 0,0 1 1 0 0,0 0-1 0 0,0 0 1 0 0,0-1-1 0 0,0 1 1 0 0,0-1-1 0 0,1 1 1 0 0,-1-1-1 0 0,0 0 0 0 0,0 0 1 0 0,1 0-1 0 0,-1 1 1 0 0,0-1-1 0 0,1 0 0 0 0,-1 0 1 0 0,1 1-1 0 0,-1-1 1 0 0,1 0-1 0 0,-1 1 0 0 0,1-1 1 0 0,-1 1-1 0 0,1-1 1 0 0,0 1-1 0 0,-1-1 0 0 0,1 1 1 0 0,0-1-1 0 0,0 1 1 0 0,-1-1-1 0 0,1 1 0 0 0,0 0 1 0 0,0 0-1 0 0,-1-1 1 0 0,1 1-1 0 0,0 0 0 0 0,0 0 1 0 0,0 0-1 0 0,0 0 0 0 0,-1 0 1 0 0,1 0-1 0 0,0 0 1 0 0,0 0-1 0 0,0 0 0 0 0,0 0 1 0 0,-1 0-1 0 0,3 1 1 0 0,3-1 10 0 0,41-3 20 0 0,1 3 1 0 0,-1 1-1 0 0,67 10 0 0 0,9 9-12 0 0,-108-16-36 0 0,-1-1 1 0 0,0 2-1 0 0,0 0 1 0 0,0 1-1 0 0,20 11 1 0 0,-13-5-65 0 0,-16-9 90 0 0,-10 0 25 0 0,-5 1-18 0 0,7-3-7 0 0,-1 1-1 0 0,0-1 1 0 0,0 0-1 0 0,0 0 1 0 0,1 0-1 0 0,-1 0 1 0 0,0-1-1 0 0,0 1 0 0 0,0-1 1 0 0,-6-1-1 0 0,-18 2 49 0 0,-22 3 27 0 0,-221 10 255 0 0,228-13-219 0 0,24 0-107 0 0,-1-1 1 0 0,1-1 0 0 0,-1 0-1 0 0,-22-6 1 0 0,37 6-57 0 0,1 0-1 0 0,-1 0 1 0 0,1 1 0 0 0,-1-1 0 0 0,0 1 0 0 0,1 0 0 0 0,-1 0 0 0 0,1 1-1 0 0,-1-1 1 0 0,1 1 0 0 0,-6 1 0 0 0,6 1-1127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11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3602 0 0,'-33'0'10004'0'0,"66"0"-8883"0"0,0 0-81 0 0,-1 6-239 0 0,34 0-241 0 0,-8 3-80 0 0,73-3-80 0 0,0 8-320 0 0,32-7-1520 0 0,-65-1-641 0 0,-65-6-801 0 0,-1 0-799 0 0,1 8-241 0 0,-1-8 80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12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 36 160 0 0,'0'-1'86'0'0,"0"1"0"0"0,0-1 0 0 0,0 1-1 0 0,-1 0 1 0 0,1-1 0 0 0,0 1 0 0 0,0-1 0 0 0,0 1 0 0 0,0-1 0 0 0,0 1-1 0 0,0 0 1 0 0,0-1 0 0 0,0 1 0 0 0,0-1 0 0 0,0 1 0 0 0,0-1 0 0 0,0 1-1 0 0,0 0 1 0 0,1-1 0 0 0,-1 1 0 0 0,0-1 0 0 0,0 1 0 0 0,0 0 0 0 0,0-1-1 0 0,1 1 1 0 0,-1-1 0 0 0,0 1 0 0 0,1 0 0 0 0,-1-1 0 0 0,0 1-1 0 0,0 0 1 0 0,1 0 0 0 0,-1-1 0 0 0,1 1 0 0 0,-1 0 0 0 0,0 0 0 0 0,1-1-1 0 0,0 1 1 0 0,48-8 470 0 0,-6 2-151 0 0,-29 3-306 0 0,-1 2 1 0 0,1-1-1 0 0,0 2 1 0 0,-1-1 0 0 0,1 2-1 0 0,26 4 1 0 0,-31-3-15 0 0,1 0 0 0 0,0 0 0 0 0,-1 1 0 0 0,1 1 0 0 0,-1-1 0 0 0,0 2 0 0 0,0-1 0 0 0,-1 1 0 0 0,10 7 0 0 0,-17-11-76 0 0,0 0 0 0 0,-1-1 0 0 0,1 1 0 0 0,-1-1 0 0 0,1 1 0 0 0,-1 0 0 0 0,1-1 0 0 0,-1 1 0 0 0,1 0 0 0 0,-1 0 0 0 0,0-1-1 0 0,1 1 1 0 0,-1 0 0 0 0,0 0 0 0 0,0 0 0 0 0,0 0 0 0 0,0-1 0 0 0,0 1 0 0 0,0 0 0 0 0,0 0 0 0 0,0 0 0 0 0,0 0 0 0 0,0-1 0 0 0,0 1 0 0 0,0 0 0 0 0,0 0 0 0 0,-1 0 0 0 0,1-1 0 0 0,0 1 0 0 0,-1 0 0 0 0,1 0-1 0 0,0-1 1 0 0,-1 1 0 0 0,1 0 0 0 0,-2 1 0 0 0,-22 22 97 0 0,19-20-67 0 0,-10 11 40 0 0,-1-2-1 0 0,-1 0 1 0 0,0-1-1 0 0,-1 0 1 0 0,0-2-1 0 0,-1 0 1 0 0,0-1-1 0 0,-32 11 1 0 0,-177 47 1024 0 0,195-59-980 0 0,0-2 1 0 0,0-1 0 0 0,0-2-1 0 0,-58-2 1 0 0,75-3 149 0 0,-1-1 0 0 0,1-1 1 0 0,0-1-1 0 0,0 0 0 0 0,-29-14 0 0 0,41 17-151 0 0,4 2-111 0 0,0 0 0 0 0,0 0 0 0 0,1 0 0 0 0,-1 0 0 0 0,0 0 0 0 0,0-1 0 0 0,1 1 0 0 0,-1 0 0 0 0,0 0 0 0 0,0 0 0 0 0,0 0 0 0 0,1 0 0 0 0,-1 0 0 0 0,0 0 0 0 0,0-1 0 0 0,1 1 0 0 0,-1 0 0 0 0,0 0 1 0 0,0 0-1 0 0,0-1 0 0 0,0 1 0 0 0,0 0 0 0 0,1 0 0 0 0,-1 0 0 0 0,0-1 0 0 0,0 1 0 0 0,0 0 0 0 0,0 0 0 0 0,0-1 0 0 0,0 1 0 0 0,0 0 0 0 0,0 0 0 0 0,0-1 0 0 0,0 1 0 0 0,0 0 0 0 0,0 0 0 0 0,0-1 1 0 0,0 1-1 0 0,0 0 0 0 0,0 0 0 0 0,0-1 0 0 0,0 1 0 0 0,0 0 0 0 0,0 0 0 0 0,0-1 0 0 0,0 1 0 0 0,0 0 0 0 0,-1 0 0 0 0,1-1 0 0 0,0 1 0 0 0,0 0 0 0 0,0 0 0 0 0,0 0 0 0 0,-1 0 0 0 0,1-1 0 0 0,0 1 1 0 0,0 0-1 0 0,0 0 0 0 0,-1 0 0 0 0,1 0 0 0 0,0 0 0 0 0,0-1 0 0 0,-1 1 0 0 0,1 0 0 0 0,0 0 0 0 0,0 0 0 0 0,-1 0 0 0 0,1 0 0 0 0,0 0 0 0 0,21-1 163 0 0,-14-3 107 0 0,-3 1-256 0 0,0 3-7 0 0,-1 0-1 0 0,1 0 0 0 0,-1 0 0 0 0,1 0 0 0 0,-1 0 0 0 0,1 1 1 0 0,5 1-1 0 0,17 3 19 0 0,-15-3-20 0 0,-1 0 0 0 0,1 1 0 0 0,-1 0 0 0 0,0 0 1 0 0,0 1-1 0 0,16 9 0 0 0,21 9 18 0 0,-25-15-23 0 0,-16-5-8 0 0,0-1 0 0 0,1 2 1 0 0,-1-1-1 0 0,0 1 0 0 0,0-1 0 0 0,0 2 0 0 0,-1-1 0 0 0,7 5 1 0 0,20 20-818 0 0,-25-17 70 0 0,-8-3-4968 0 0,1-12 2697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19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21 400 0 0,'0'-1'101'0'0,"1"0"0"0"0,0 0 0 0 0,0 0 0 0 0,0 0 0 0 0,-1 0 0 0 0,1 1 0 0 0,0-1 0 0 0,0 0 0 0 0,0 0 0 0 0,0 1 0 0 0,0-1 0 0 0,1 1 0 0 0,-1-1 0 0 0,0 1 0 0 0,0-1 0 0 0,0 1 0 0 0,0 0 0 0 0,1-1 0 0 0,-1 1 0 0 0,0 0 0 0 0,0 0 0 0 0,0 0 0 0 0,2 0 0 0 0,-2 0 116 0 0,4-2 2518 0 0,11 2-1174 0 0,-15 0-1523 0 0,-1 0 0 0 0,1 1 0 0 0,-1-1 0 0 0,1 0 0 0 0,-1 0 1 0 0,1 0-1 0 0,-1 0 0 0 0,1 0 0 0 0,-1 1 0 0 0,1-1 0 0 0,-1 0 1 0 0,1 0-1 0 0,-1 0 0 0 0,1 0 0 0 0,-1-1 0 0 0,1 1 0 0 0,-1 0 1 0 0,1 0-1 0 0,-1 0 0 0 0,1 0 0 0 0,-1 0 0 0 0,1-1 0 0 0,-1 1 1 0 0,1 0-1 0 0,-1 0 0 0 0,1-1 0 0 0,-1 1 0 0 0,0 0 0 0 0,1-1 1 0 0,-1 1-1 0 0,0 0 0 0 0,1-1 0 0 0,-1 1 0 0 0,0-1 0 0 0,1 0 1 0 0,-1 0 841 0 0,60 15 4122 0 0,-60-13-4962 0 0,1-1 0 0 0,-1 0 1 0 0,0 0-1 0 0,1 0 0 0 0,-1 0 0 0 0,1 1 0 0 0,-1-1 0 0 0,0 0 0 0 0,1 1 0 0 0,-1-1 0 0 0,0 0 0 0 0,0 0 0 0 0,1 1 0 0 0,-1-1 0 0 0,0 0 0 0 0,0 1 0 0 0,1-1 0 0 0,-1 1 1 0 0,0-1-1 0 0,0 0 0 0 0,0 1 0 0 0,0-1 0 0 0,0 1 0 0 0,0-1 0 0 0,1 0 0 0 0,-1 1 0 0 0,0-1 0 0 0,0 1 0 0 0,4 9 599 0 0,56 27 1149 0 0,-41-18-1246 0 0,-13-13-366 0 0,1 1 1 0 0,0-1-1 0 0,0 0 1 0 0,1 0-1 0 0,8 4 0 0 0,1-1-33 0 0,-11-6-101 0 0,-1-1 0 0 0,0 1 0 0 0,0 1 0 0 0,-1-1 0 0 0,1 1 0 0 0,-1-1 0 0 0,0 1 0 0 0,7 8 0 0 0,-4-7-285 0 0,0-1 0 0 0,1 0 0 0 0,-1-1 0 0 0,1 1 0 0 0,0-1 1 0 0,12 3-1 0 0,2 1-2046 0 0,-22-7 2000 0 0,1 1 0 0 0,-1-1 0 0 0,1 0 0 0 0,-1 1 0 0 0,0-1 0 0 0,1 0 0 0 0,-1 1-1 0 0,1-1 1 0 0,-1 1 0 0 0,0-1 0 0 0,1 1 0 0 0,-1-1 0 0 0,0 1 0 0 0,0-1 0 0 0,1 1 0 0 0,-1-1 0 0 0,0 1 0 0 0,0 0-1 0 0,0-1 1 0 0,0 1 0 0 0,0-1 0 0 0,0 1 0 0 0,0-1 0 0 0,0 1 0 0 0,0 0 0 0 0,0-1 0 0 0,0 1 0 0 0,0-1 0 0 0,0 1 0 0 0,-1 0-1 0 0,1 1-1860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19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0 192 800 0 0,'0'-7'2001'0'0,"0"1"-240"0"0,0-2 80 0 0,0 2-160 0 0,33-1-161 0 0,-33-1-239 0 0,32 2-80 0 0,-32-7-321 0 0,66-1-240 0 0,-34-7-400 0 0,34 6-880 0 0,-34-5-1361 0 0,34 1-1120 0 0,-34-2-401 0 0,1 0 321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20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15 560 0 0,'1'-1'22'0'0,"0"0"0"0"0,0 0-1 0 0,0 1 1 0 0,0-1 0 0 0,0 0-1 0 0,0 1 1 0 0,0-1-1 0 0,1 1 1 0 0,-1-1 0 0 0,0 1-1 0 0,0 0 1 0 0,1-1 0 0 0,-1 1-1 0 0,0 0 1 0 0,0 0 0 0 0,1 0-1 0 0,-1 0 1 0 0,0 0 0 0 0,2 0-1 0 0,-1 0 26 0 0,-2 0-46 0 0,0 0 0 0 0,0 0 0 0 0,0 0 0 0 0,0 0 0 0 0,1 1 0 0 0,-1-1-1 0 0,0 0 1 0 0,0 0 0 0 0,0 0 0 0 0,0 0 0 0 0,0 0 0 0 0,0 0 0 0 0,0 0 0 0 0,0 0-1 0 0,1 0 1 0 0,-1 0 0 0 0,0 0 0 0 0,0 0 0 0 0,0 0 0 0 0,0 0 0 0 0,0 0-1 0 0,0-1 1 0 0,0 1 0 0 0,0 0 0 0 0,1 0 0 0 0,-1 0 0 0 0,0 0 0 0 0,0 0-1 0 0,0 0 1 0 0,0 0 0 0 0,0 0 0 0 0,0 0 0 0 0,0 0 0 0 0,0 0 0 0 0,0 0-1 0 0,0-1 1 0 0,0 1 0 0 0,1 0 0 0 0,-1 0 0 0 0,0 0 0 0 0,0 0 0 0 0,0 0-1 0 0,0 0 1 0 0,0 0 0 0 0,0 0 0 0 0,0-1 0 0 0,0 1 0 0 0,0 0 0 0 0,0 0-1 0 0,0 0 1 0 0,0 0 0 0 0,0 0 0 0 0,0 0 0 0 0,0 0 0 0 0,0 0 0 0 0,0-1-1 0 0,0 1 1 0 0,0 0 0 0 0,0 0 0 0 0,0 0 0 0 0,-1 0 0 0 0,1 0 0 0 0,0 0-1 0 0,3-3 43 0 0,29 2 46 0 0,32 11 538 0 0,-59-9-511 0 0,-1 0-1 0 0,1 0 0 0 0,-1 1 1 0 0,0 0-1 0 0,1 0 0 0 0,-1 0 1 0 0,0 0-1 0 0,6 5 1 0 0,0 0 152 0 0,-10-7-237 0 0,1 0-1 0 0,-1 1 0 0 0,0-1 0 0 0,1 0 0 0 0,-1 1 0 0 0,1-1 0 0 0,-1 0 0 0 0,0 1 0 0 0,1-1 0 0 0,-1 1 0 0 0,0-1 0 0 0,0 1 0 0 0,1-1 0 0 0,-1 1 0 0 0,0-1 0 0 0,0 1 0 0 0,0-1 0 0 0,0 1 1 0 0,1-1-1 0 0,-1 1 0 0 0,0-1 0 0 0,0 1 0 0 0,0-1 0 0 0,0 1 0 0 0,0 0 0 0 0,0 0 11 0 0,-1 0 0 0 0,2-1 0 0 0,-1 1 0 0 0,0 0 0 0 0,0-1 0 0 0,0 1 0 0 0,0 0 0 0 0,0 0 0 0 0,0-1 0 0 0,1 1 0 0 0,-1 0 0 0 0,0-1 0 0 0,1 1 0 0 0,-1-1 0 0 0,0 1 0 0 0,1 0 0 0 0,-1-1 0 0 0,2 2 0 0 0,1 0 129 0 0,17 13 738 0 0,-19-14-860 0 0,-1-1 1 0 0,1 1-1 0 0,-1-1 0 0 0,0 1 1 0 0,1-1-1 0 0,-1 1 0 0 0,0 0 0 0 0,1-1 1 0 0,-1 1-1 0 0,0-1 0 0 0,0 1 1 0 0,1 0-1 0 0,-1-1 0 0 0,0 1 0 0 0,0 0 1 0 0,0-1-1 0 0,0 1 0 0 0,0 0 1 0 0,0-1-1 0 0,0 1 0 0 0,0 0 1 0 0,0-1-1 0 0,0 1 0 0 0,0 0 0 0 0,-1-1 1 0 0,1 1-1 0 0,0 0 0 0 0,0-1 1 0 0,-1 1-1 0 0,1-1 0 0 0,0 1 0 0 0,-1 0 1 0 0,1-1-1 0 0,-1 1 0 0 0,1-1 1 0 0,-1 1-1 0 0,1-1 0 0 0,-2 1 1 0 0,-4 5 295 0 0,-3 2 251 0 0,0 0 1 0 0,0-1-1 0 0,-1 0 1 0 0,-11 6-1 0 0,-5 1 22 0 0,8-3-105 0 0,0-2-1 0 0,-1 0 1 0 0,0-1-1 0 0,-33 9 1 0 0,21-11-55 0 0,9 0-201 0 0,-1-1 0 0 0,0-1 0 0 0,0-1 0 0 0,0-1 0 0 0,0-1 0 0 0,-1-1 0 0 0,1-1 0 0 0,-23-5 0 0 0,44 6-253 0 0,0 0 1 0 0,1 0-1 0 0,-1 0 0 0 0,1-1 0 0 0,-1 1 1 0 0,1-1-1 0 0,-1 1 0 0 0,1-1 1 0 0,-1 0-1 0 0,1 1 0 0 0,0-1 0 0 0,-1 0 1 0 0,1 0-1 0 0,0 0 0 0 0,-1 0 0 0 0,1 0 1 0 0,0 0-1 0 0,0 0 0 0 0,-2-3 1 0 0,2 1-48 0 0,0 0 1 0 0,1-1-1 0 0,-1 1 1 0 0,1 0 0 0 0,-1 0-1 0 0,1-1 1 0 0,0 1-1 0 0,1-4 1 0 0,-1-6-99 0 0,-1-10-188 0 0,0 18 254 0 0,0 0 1 0 0,1 0-1 0 0,0-1 1 0 0,0 1-1 0 0,0 0 1 0 0,1-1-1 0 0,0 1 1 0 0,0 0 0 0 0,0 0-1 0 0,3-9 1 0 0,2 5-34 0 0,0 0 1 0 0,1 0-1 0 0,13-14 1 0 0,-17 20 93 0 0,1 0-1 0 0,-1 0 1 0 0,0 0 0 0 0,1 0 0 0 0,0 0 0 0 0,0 1 0 0 0,0 0 0 0 0,0 0 0 0 0,0 0 0 0 0,7-2-1 0 0,-4 3 13 0 0,0 0-1 0 0,-1 1 1 0 0,1 0-1 0 0,0 0 1 0 0,-1 1 0 0 0,1 0-1 0 0,-1 0 1 0 0,1 0-1 0 0,-1 1 1 0 0,0 0-1 0 0,1 0 1 0 0,-1 1-1 0 0,0 0 1 0 0,0 0-1 0 0,0 0 1 0 0,8 7-1 0 0,-2-1 43 0 0,-1 1 0 0 0,0 0 0 0 0,0 0-1 0 0,-1 1 1 0 0,14 20 0 0 0,-6-5 103 0 0,-2 2 0 0 0,16 35 1 0 0,-31-60-149 0 0,0 0 0 0 0,0 0 0 0 0,-1 0 0 0 0,1 0 0 0 0,-1 0 1 0 0,1 1-1 0 0,-1-1 0 0 0,0 4 0 0 0,0-5-19 0 0,0 0 1 0 0,0 0-1 0 0,0 0 0 0 0,0-1 1 0 0,0 1-1 0 0,1 0 0 0 0,-1 0 1 0 0,1 0-1 0 0,-1 0 0 0 0,1 0 1 0 0,0-1-1 0 0,0 3 0 0 0,3 1-219 0 0,0-1 1 0 0,0 0-1 0 0,0 0 0 0 0,1-1 1 0 0,-1 1-1 0 0,1-1 0 0 0,0 0 1 0 0,7 4-1 0 0,28 12-4288 0 0,-39-19 4481 0 0,30 14-4431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21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523 143 400 0 0,'1'-16'1475'0'0,"-1"13"-1212"0"0,1-1 0 0 0,-1 1 1 0 0,1-1-1 0 0,-1 1 1 0 0,0-1-1 0 0,-1 0 1 0 0,1 1-1 0 0,-1-1 0 0 0,1 1 1 0 0,-1-1-1 0 0,0 1 1 0 0,0-1-1 0 0,-3-3 1 0 0,-2-1 7 0 0,-2-4 417 0 0,20-1-94 0 0,-10 11-547 0 0,-1 0 26 0 0,0 1-1 0 0,0-1 0 0 0,0 0 1 0 0,-1 1-1 0 0,1-1 0 0 0,-1 0 1 0 0,1 1-1 0 0,-1-1 0 0 0,0 0 1 0 0,1 0-1 0 0,-1 0 0 0 0,0-2 1 0 0,-1-7 476 0 0,1 9-271 0 0,0 3-5 0 0,0 0-6 0 0,0 0-160 0 0,0 0-1 0 0,1 0 1 0 0,-1-1 0 0 0,0 1 0 0 0,0 0-1 0 0,0 0 1 0 0,0-1 0 0 0,0 1-1 0 0,0 0 1 0 0,0 0 0 0 0,0-1 0 0 0,0 1-1 0 0,0 0 1 0 0,0 0 0 0 0,0 0-1 0 0,-1-1 1 0 0,1 1 0 0 0,0 0 0 0 0,-1-1-1 0 0,1 1 1 0 0,0 0 0 0 0,-1-1-1 0 0,1 1 1 0 0,-1 0 0 0 0,1-1 0 0 0,-1 1-1 0 0,1-1 1 0 0,-2 1 0 0 0,-4 1 9 0 0,5-2-97 0 0,1 0 1 0 0,-1 0 0 0 0,0 0 0 0 0,0 0-1 0 0,0 1 1 0 0,0-1 0 0 0,0 0 0 0 0,0 0-1 0 0,1 1 1 0 0,-1-1 0 0 0,0 0 0 0 0,0 1-1 0 0,1-1 1 0 0,-1 1 0 0 0,0-1 0 0 0,0 1-1 0 0,1-1 1 0 0,-1 1 0 0 0,0 0-1 0 0,1-1 1 0 0,-1 1 0 0 0,1 0 0 0 0,-1-1-1 0 0,1 1 1 0 0,-1 0 0 0 0,1 0 0 0 0,0 0-1 0 0,-1-1 1 0 0,1 1 0 0 0,0 0 0 0 0,0 0-1 0 0,-1 0 1 0 0,1 1 0 0 0,0-1-12 0 0,0 0 0 0 0,0-1 1 0 0,0 1-1 0 0,0 0 0 0 0,-1-1 1 0 0,1 1-1 0 0,0 0 0 0 0,0-1 1 0 0,-1 1-1 0 0,1-1 0 0 0,0 1 1 0 0,-1 0-1 0 0,1-1 0 0 0,-1 1 1 0 0,1-1-1 0 0,-1 1 0 0 0,1-1 0 0 0,-1 1 1 0 0,1-1-1 0 0,-1 0 0 0 0,1 1 1 0 0,-1-1-1 0 0,1 0 0 0 0,-1 1 1 0 0,0-1-1 0 0,1 0 0 0 0,-1 0 1 0 0,0 1-1 0 0,1-1 0 0 0,-1 0 1 0 0,-1 0-1 0 0,1 0-1 0 0,1 0 0 0 0,-1 0 0 0 0,0 1-1 0 0,0-1 1 0 0,0 0 0 0 0,1 1 0 0 0,-1-1 0 0 0,0 0 0 0 0,0 1 0 0 0,1-1 0 0 0,-1 1 0 0 0,0-1 0 0 0,0 1-1 0 0,1-1 1 0 0,-1 1 0 0 0,1-1 0 0 0,-1 1 0 0 0,1 0 0 0 0,-1-1 0 0 0,1 1 0 0 0,-1 0 0 0 0,1-1-1 0 0,-1 1 1 0 0,1 0 0 0 0,0 0 0 0 0,-1 0 0 0 0,1-1 0 0 0,0 1 0 0 0,0 0 0 0 0,0 0 0 0 0,0 0-1 0 0,0 1 1 0 0,0-1 1 0 0,-1 0 0 0 0,1 0 0 0 0,0 0 0 0 0,0 0 0 0 0,0 0 0 0 0,0 0 0 0 0,-1 0 0 0 0,1 0 0 0 0,-1 0-1 0 0,1 0 1 0 0,0 0 0 0 0,-1-1 0 0 0,0 1 0 0 0,1 0 0 0 0,-1 0 0 0 0,1 0 0 0 0,-1-1 0 0 0,0 1 0 0 0,0 0-1 0 0,1-1 1 0 0,-1 1 0 0 0,0 0 0 0 0,0-1 0 0 0,0 1 0 0 0,0-1 0 0 0,-1 1 0 0 0,1-1 0 0 0,0 1 0 0 0,0-1 0 0 0,0 1-1 0 0,0 0 1 0 0,0-1 0 0 0,0 1 0 0 0,0 0 0 0 0,0-1 0 0 0,0 1 0 0 0,1 0 0 0 0,-1 0 0 0 0,0 0 0 0 0,0 0-1 0 0,1 0 1 0 0,-1 0 0 0 0,1 0 0 0 0,-1 0 0 0 0,1 0 0 0 0,-1 0 0 0 0,1 0 0 0 0,0 0 0 0 0,-1 0 0 0 0,1 0-1 0 0,0 1 1 0 0,0-1 0 0 0,0 2 0 0 0,0-1 18 0 0,-1 0-1 0 0,1 0 1 0 0,-1 0 0 0 0,1 0-1 0 0,-1 0 1 0 0,0 0 0 0 0,0 0-1 0 0,1 0 1 0 0,-2 0 0 0 0,1 0-1 0 0,0-1 1 0 0,0 1 0 0 0,0 0-1 0 0,-1-1 1 0 0,1 1 0 0 0,-1-1-1 0 0,1 1 1 0 0,-1-1 0 0 0,0 0-1 0 0,1 0 1 0 0,-1 0 0 0 0,0 0-1 0 0,0 0 1 0 0,0 0-1 0 0,0 0 1 0 0,0 0 0 0 0,-2 0-1 0 0,-18 10 204 0 0,22-10-215 0 0,-1-1 0 0 0,1 1 0 0 0,-1-1 0 0 0,1 1 0 0 0,-1-1 0 0 0,1 1 0 0 0,0 0 0 0 0,-1-1 0 0 0,1 1 0 0 0,0-1 0 0 0,-1 1 0 0 0,1 0 0 0 0,0-1-1 0 0,0 1 1 0 0,0 0 0 0 0,0-1 0 0 0,-1 1 0 0 0,1 0 0 0 0,0-1 0 0 0,0 1 0 0 0,1 1 0 0 0,-1-2-1 0 0,0 1 1 0 0,0 0-1 0 0,0-1 0 0 0,0 1 1 0 0,0 0-1 0 0,0-1 0 0 0,-1 1 1 0 0,1 0-1 0 0,0-1 0 0 0,0 1 1 0 0,0 0-1 0 0,-1-1 0 0 0,1 1 1 0 0,0 0-1 0 0,-1-1 1 0 0,1 1-1 0 0,0-1 0 0 0,-1 1 1 0 0,1-1-1 0 0,-1 1 0 0 0,0 0 1 0 0,-21 12 159 0 0,22-13-168 0 0,-1 1 0 0 0,1-1 0 0 0,0 1 0 0 0,-1-1 0 0 0,1 1 0 0 0,-1-1 1 0 0,1 1-1 0 0,0-1 0 0 0,-1 1 0 0 0,1 0 0 0 0,0-1 0 0 0,0 1 0 0 0,-1-1 0 0 0,1 1 0 0 0,0 0 0 0 0,0-1 0 0 0,0 1 0 0 0,0-1 1 0 0,0 1-1 0 0,0 1 0 0 0,0 0 2 0 0,-1-1 1 0 0,1 1 0 0 0,0 0 0 0 0,0 0-1 0 0,0 0 1 0 0,0-1 0 0 0,0 1 0 0 0,1 0-1 0 0,-1 0 1 0 0,0-1 0 0 0,1 1 0 0 0,-1 0-1 0 0,1-1 1 0 0,0 1 0 0 0,0 0 0 0 0,-1-1-1 0 0,1 1 1 0 0,0-1 0 0 0,0 1 0 0 0,1-1-1 0 0,-1 0 1 0 0,0 1 0 0 0,0-1 0 0 0,1 0-1 0 0,-1 0 1 0 0,0 0 0 0 0,1 0 0 0 0,-1 0-1 0 0,1 0 1 0 0,3 1 0 0 0,7 6 5 0 0,42 20 54 0 0,-49-25-67 0 0,0 0 0 0 0,0-1 1 0 0,1 1-1 0 0,-1-1 0 0 0,0-1 1 0 0,1 1-1 0 0,-1-1 0 0 0,11 2 1 0 0,3 0-84 0 0,8 1 69 0 0,5-4 1 0 0,-4-4-54 0 0,-21-1-18 0 0,-3 1 77 0 0,4 1-10 0 0,-7 3 17 0 0,0 0-1 0 0,0-1 1 0 0,0 1 0 0 0,0 0-1 0 0,0-1 1 0 0,0 1 0 0 0,0-1-1 0 0,0 1 1 0 0,0-1 0 0 0,0 0 0 0 0,-1 1-1 0 0,1-1 1 0 0,0 0 0 0 0,0 0-1 0 0,-1 1 1 0 0,1-1 0 0 0,0 0-1 0 0,-1 0 1 0 0,1 0 0 0 0,-1 0-1 0 0,1 0 1 0 0,-1 0 0 0 0,0 0-1 0 0,1 0 1 0 0,-1 0 0 0 0,0 0-1 0 0,0 0 1 0 0,1 0 0 0 0,-1 0 0 0 0,0 0-1 0 0,0 0 1 0 0,0 0 0 0 0,0 0-1 0 0,0 0 1 0 0,-1 0 0 0 0,1-2-1 0 0,0 3 3 0 0,0-1-1 0 0,0 1 0 0 0,0-1 0 0 0,1 0 0 0 0,-1 1 0 0 0,0-1 1 0 0,0 1-1 0 0,1-1 0 0 0,-1 1 0 0 0,0-1 0 0 0,1 1 0 0 0,-1-1 0 0 0,1 1 1 0 0,-1 0-1 0 0,0-1 0 0 0,1 1 0 0 0,-1 0 0 0 0,1-1 0 0 0,-1 1 1 0 0,1 0-1 0 0,-1-1 0 0 0,1 1 0 0 0,-1 0 0 0 0,1 0 0 0 0,0 0 1 0 0,-1-1-1 0 0,1 1 0 0 0,-1 0 0 0 0,1 0 0 0 0,-1 0 0 0 0,1 0 1 0 0,0 0-1 0 0,-1 0 0 0 0,1 0 0 0 0,0 0 0 0 0,0 1-2 0 0,-1-1 0 0 0,1 0 0 0 0,-1 0 0 0 0,1 0 0 0 0,0 0 0 0 0,-1 0 0 0 0,1 0 0 0 0,-1 0 0 0 0,1 0 0 0 0,0-1 0 0 0,-1 1 0 0 0,1 0 0 0 0,-1 0 0 0 0,1 0 0 0 0,-1-1 0 0 0,1 1 0 0 0,-1 0 0 0 0,1 0 0 0 0,-1-1 0 0 0,1 1 0 0 0,-1-1 0 0 0,1 1 0 0 0,-1 0 0 0 0,0-1 0 0 0,1 1 0 0 0,-1-1 0 0 0,0 1 0 0 0,1-1 0 0 0,-1 1 0 0 0,0-1 0 0 0,1 1 0 0 0,-1-1 0 0 0,0 1 0 0 0,0-1 0 0 0,0 0 0 0 0,0 5 47 0 0,0 0 1 0 0,-1-1 0 0 0,0 1-1 0 0,0 0 1 0 0,0 0 0 0 0,0-1 0 0 0,-1 1-1 0 0,0 0 1 0 0,1-1 0 0 0,-1 1-1 0 0,0-1 1 0 0,-1 0 0 0 0,1 0-1 0 0,-3 3 1 0 0,-9 13 189 0 0,-143 257 1459 0 0,145-255-1719 0 0,-1-1 1 0 0,-26 33-1 0 0,10-15-154 0 0,-6 15-461 0 0,21-32-294 0 0,0 1 0 0 0,-32 33 0 0 0,-31 21-2394 0 0,-31 33-2561 0 0,37-19 326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2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13 80 0 0,'-28'-7'560'0'0,"22"1"2889"0"0,7 11-975 0 0,4-5-2047 0 0,17 0 146 0 0,-16 0 1148 0 0,-1 11 1288 0 0,17-3-2759 0 0,-11-5 186 0 0,53 19 488 0 0,0 4 0 0 0,-2 2 0 0 0,95 58-1 0 0,-119-65-824 0 0,-26-14-74 0 0,0-1 0 0 0,18 14 0 0 0,-29-19-76 0 0,0 0 1 0 0,-1-1-1 0 0,1 1 1 0 0,0 0-1 0 0,-1 0 1 0 0,1-1-1 0 0,-1 1 1 0 0,1 0-1 0 0,-1 0 1 0 0,0 0-1 0 0,1 0 1 0 0,-1-1-1 0 0,0 1 1 0 0,0 0-1 0 0,1 0 1 0 0,-1 0-1 0 0,0 0 1 0 0,0 0-1 0 0,0 0 1 0 0,0 0-1 0 0,0 0 1 0 0,0 0-1 0 0,-1 0 1 0 0,1-1-1 0 0,0 3 1 0 0,-1 2-1812 0 0,-5-4-1366 0 0,-15-1-414 0 0,15-1 107 0 0,6-4 587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25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36 1601 0 0,'-33'-8'2321'0'0,"33"2"1841"0"0,0 0-1121 0 0,33-3-1920 0 0,0 9-161 0 0,-1-6-320 0 0,34 6-159 0 0,-1 6-642 0 0,-6-6-719 0 0,6 15-1041 0 0,-32-1-1680 0 0,32-1-561 0 0,-32 8 720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28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1040 0 0,'0'0'2295'0'0,"5"0"-121"0"0,-3 1-1768 0 0,-1-1-254 0 0,0 0 0 0 0,0 0 0 0 0,0 0 0 0 0,0 1 0 0 0,0-1 0 0 0,0 0 0 0 0,0 0 0 0 0,0 0 0 0 0,0-1 0 0 0,0 1 0 0 0,0 0 1 0 0,0 0-1 0 0,1-1 0 0 0,-1 1 0 0 0,0 0 0 0 0,0-1 0 0 0,0 1 0 0 0,-1-1 0 0 0,1 1 0 0 0,0-1 0 0 0,0 0 0 0 0,0 1 0 0 0,1-4 1775 0 0,118 18 3995 0 0,-70-12-5546 0 0,0-2 1 0 0,0-2-1 0 0,0-2 0 0 0,54-12 0 0 0,70-9-1664 0 0,-5 9-4014 0 0,-151 15 2929 0 0,0 1-1 0 0,30 4 1 0 0,-34-2 1076 0 0,-4-1-2518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28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0 80 0 0,'-22'3'1297'0'0,"19"-4"-939"0"0,0 1 0 0 0,0 0 0 0 0,-1 1 1 0 0,1-1-1 0 0,0 1 0 0 0,0-1 0 0 0,0 1 0 0 0,0 0 1 0 0,0 0-1 0 0,0 0 0 0 0,0 0 0 0 0,0 1 0 0 0,1-1 1 0 0,-5 4-1 0 0,1 0-114 0 0,1 0 1 0 0,0 0-1 0 0,0 1 1 0 0,0 0 0 0 0,1 0-1 0 0,0 0 1 0 0,0 0-1 0 0,1 1 1 0 0,-1-1-1 0 0,2 1 1 0 0,-1 0-1 0 0,1 0 1 0 0,0 0 0 0 0,0 0-1 0 0,0 1 1 0 0,1-1-1 0 0,0 11 1 0 0,2 25 637 0 0,0-25-616 0 0,0 0 1 0 0,-2 0-1 0 0,0 0 1 0 0,-5 27-1 0 0,-3-14-54 0 0,4-16-9 0 0,1 1 0 0 0,1 0 0 0 0,0 0 0 0 0,-1 29 0 0 0,4 227 1238 0 0,0-263-1573 0 0,-1 0-1 0 0,0 0 1 0 0,0 0 0 0 0,-1 0 0 0 0,-1-1-1 0 0,1 1 1 0 0,-1-1 0 0 0,-4 9-1 0 0,0-1-477 0 0,-4 16-2311 0 0,11-32 2652 0 0,-1 1 1 0 0,0 0 0 0 0,0 0-1 0 0,1-1 1 0 0,-1 1 0 0 0,0-1-1 0 0,0 1 1 0 0,0 0 0 0 0,0-1-1 0 0,0 0 1 0 0,1 1 0 0 0,-1-1-1 0 0,0 0 1 0 0,0 1-1 0 0,0-1 1 0 0,-2 0 0 0 0,25-10-5442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29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14 480 0 0,'0'0'1801'0'0,"0"-14"7363"0"0,2 15-9076 0 0,-1 0 0 0 0,0 0 1 0 0,1-1-1 0 0,-1 1 0 0 0,1 0 0 0 0,-1-1 0 0 0,1 1 0 0 0,-1-1 0 0 0,1 0 1 0 0,-1 1-1 0 0,1-1 0 0 0,-1 0 0 0 0,1 0 0 0 0,-1 0 0 0 0,3 0 0 0 0,-2 0 103 0 0,87 31 2729 0 0,-10-2-904 0 0,-15-9-719 0 0,-33-9-818 0 0,2-2 0 0 0,41 8 0 0 0,-57-15-172 0 0,68 9-1580 0 0,-76-10 495 0 0,0-1 0 0 0,0 1 0 0 0,0-2 0 0 0,1 0 0 0 0,-1 0 0 0 0,0 0 0 0 0,10-4 0 0 0,-19 5 552 0 0,1-1-1 0 0,-1 1 0 0 0,1 0 1 0 0,-1-1-1 0 0,1 1 0 0 0,-1-1 1 0 0,0 1-1 0 0,1-1 0 0 0,-1 1 1 0 0,1-1-1 0 0,-1 1 0 0 0,0-1 1 0 0,0 0-1 0 0,1 1 1 0 0,-1-1-1 0 0,0 1 0 0 0,0-1 1 0 0,0 0-1 0 0,0 1 0 0 0,0-1 1 0 0,0 0-1 0 0,0 1 0 0 0,0-1 1 0 0,0 1-1 0 0,0-1 0 0 0,0 0 1 0 0,0 1-1 0 0,0-1 0 0 0,-1-1 1 0 0,1 1-672 0 0,0-7-2850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29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2321 0 0,'0'0'2881'0'0,"-32"6"-560"0"0,64-6 801 0 0,1 9-2002 0 0,0-3 81 0 0,32 0-81 0 0,26 9 81 0 0,40 6 240 0 0,0-7-641 0 0,-1-14-960 0 0,1-21-2401 0 0,-33-8-3682 0 0,-66 2 640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34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1071 227 480 0 0,'131'-14'3068'0'0,"-44"8"3442"0"0,-83 6-1935 0 0,-7-3-4534 0 0,0 0-1 0 0,0 0 0 0 0,0 0 1 0 0,0 1-1 0 0,-1 0 0 0 0,1-1 1 0 0,-1 1-1 0 0,0 0 0 0 0,0 1 1 0 0,-4-2-1 0 0,-9-6-57 0 0,11 5 12 0 0,-1 0 0 0 0,-1 0-1 0 0,1 1 1 0 0,-14-5 0 0 0,-91-26 298 0 0,-173-28 0 0 0,204 53 779 0 0,-117 4-1 0 0,16 1 188 0 0,103 0-504 0 0,-163-18 1025 0 0,236 21-1020 0 0,6-6-640 0 0,1 8-121 0 0,-1-1 0 0 0,1 1 0 0 0,0 0 0 0 0,-1-1 0 0 0,1 1 0 0 0,0-1 0 0 0,-1 1 0 0 0,1-1 0 0 0,0 1 0 0 0,0-1 0 0 0,-1 0 0 0 0,1 1 0 0 0,0-1 0 0 0,0 0 0 0 0,0 0 0 0 0,0 1 0 0 0,-1-1 0 0 0,1 0 0 0 0,0 0 0 0 0,0 0 0 0 0,0 0 0 0 0,0 0 0 0 0,1-1 0 0 0,33 1 44 0 0,-25 0-22 0 0,257 6 506 0 0,276 42 0 0 0,-520-45-500 0 0,5 1 66 0 0,-1 1 0 0 0,31 10 1 0 0,-22-6 15 0 0,-23-7-91 0 0,0 1 0 0 0,0 1 0 0 0,0 0 0 0 0,-1 1 0 0 0,1 0 0 0 0,-1 1 0 0 0,21 13 0 0 0,64 50 369 0 0,-95-67-384 0 0,0 0 0 0 0,1 0 0 0 0,-1 0 0 0 0,0 1 0 0 0,-1-1 0 0 0,1 0 0 0 0,0 1 0 0 0,-1-1 0 0 0,0 1 0 0 0,1 0 0 0 0,-1 0 0 0 0,0-1-1 0 0,1 4 1 0 0,7 17 36 0 0,-1-13-26 0 0,-7-9-10 0 0,0-1 0 0 0,0 1 1 0 0,1 0-1 0 0,-1 0 1 0 0,0 0-1 0 0,-1 0 0 0 0,1 0 1 0 0,0 0-1 0 0,0 0 0 0 0,0 0 1 0 0,0 0-1 0 0,-1 0 0 0 0,1 0 1 0 0,-1 1-1 0 0,1-1 0 0 0,-1 0 1 0 0,1 1-1 0 0,-1-1 0 0 0,0 0 1 0 0,1 0-1 0 0,-1 1 0 0 0,0-1 1 0 0,0 1-1 0 0,0-1 1 0 0,0 0-1 0 0,0 1 0 0 0,-1-1 1 0 0,1 0-1 0 0,0 1 0 0 0,0-1 1 0 0,-2 2-1 0 0,-2 1 19 0 0,0 0 0 0 0,0 0 0 0 0,-1 0 0 0 0,0-1 0 0 0,1 0 0 0 0,-1 0 0 0 0,-1 0 0 0 0,1 0 0 0 0,0-1 0 0 0,-1 0 0 0 0,-10 3 0 0 0,-13 2-96 0 0,-34 4 1 0 0,35-7 23 0 0,-135 20 283 0 0,-251 4 1 0 0,383-29-95 0 0,-45-8 1 0 0,-6 1 234 0 0,76 8-534 0 0,12 0 13 0 0,-6 0 139 0 0,15 0-8 0 0,-15 0 14 0 0,1 0-1 0 0,-1 0 1 0 0,1 0 0 0 0,-1 0-1 0 0,1 0 1 0 0,-1 0 0 0 0,1 0-1 0 0,-1 0 1 0 0,1 0 0 0 0,-1 0 0 0 0,0 0-1 0 0,1-1 1 0 0,-1 1 0 0 0,1 0-1 0 0,-1 0 1 0 0,1 0 0 0 0,-1-1 0 0 0,0 1-1 0 0,1 0 1 0 0,-1-1 0 0 0,0 1-1 0 0,1 0 1 0 0,-1-1 0 0 0,0 1-1 0 0,1 0 1 0 0,-1-1 0 0 0,0 1 0 0 0,1-1-1 0 0,-1 0 1 0 0,1 1 1 0 0,0-1 1 0 0,0 0-1 0 0,0 0 1 0 0,-1 1-1 0 0,1-1 1 0 0,0 1-1 0 0,1-1 0 0 0,-1 1 1 0 0,0-1-1 0 0,0 1 1 0 0,0-1-1 0 0,0 1 1 0 0,0 0-1 0 0,0 0 1 0 0,0-1-1 0 0,1 1 0 0 0,-1 0 1 0 0,0 0-1 0 0,0 0 1 0 0,0 1-1 0 0,3-1 1 0 0,3 0-1 0 0,77-14 13 0 0,-45 6 55 0 0,65-3 0 0 0,-94 11-67 0 0,193-2 121 0 0,-172 4-81 0 0,0 1 0 0 0,0 1 0 0 0,0 2 0 0 0,51 16 0 0 0,-74-19-35 0 0,-1-1-10 0 0,0 0 0 0 0,0 1 0 0 0,0-1 0 0 0,-1 1 0 0 0,1 1 1 0 0,-1-1-1 0 0,0 1 0 0 0,0 0 0 0 0,0 0 0 0 0,-1 1 0 0 0,10 9 0 0 0,-15-13 5 0 0,1 0-1 0 0,-1 0 1 0 0,1-1-1 0 0,-1 1 1 0 0,1 0 0 0 0,-1 0-1 0 0,0 0 1 0 0,0 0-1 0 0,1 0 1 0 0,-1 0-1 0 0,0 0 1 0 0,0-1-1 0 0,0 1 1 0 0,0 0 0 0 0,0 0-1 0 0,0 0 1 0 0,0 0-1 0 0,0 0 1 0 0,0 0-1 0 0,0 0 1 0 0,-1 0-1 0 0,1 0 1 0 0,0 0 0 0 0,-1 0-1 0 0,1-1 1 0 0,0 1-1 0 0,-1 0 1 0 0,1 0-1 0 0,-1 0 1 0 0,0-1-1 0 0,0 2 1 0 0,-3 2 0 0 0,-1-1 0 0 0,1 0 0 0 0,-1 0 1 0 0,1 0-1 0 0,-10 4 0 0 0,-231 97-54 0 0,11-34 201 0 0,208-63-40 0 0,0-2 0 0 0,-1 0-1 0 0,1-2 1 0 0,-49 0 0 0 0,38-5-27 0 0,36 1-89 0 0,1 0-1 0 0,-1 0 1 0 0,0 0 0 0 0,1 0-1 0 0,-1 0 1 0 0,1 0 0 0 0,-1 0-1 0 0,1 0 1 0 0,0 0 0 0 0,-1 0 0 0 0,1 0-1 0 0,0 0 1 0 0,-1 0 0 0 0,1 0-1 0 0,0 0 1 0 0,0 0 0 0 0,0 0-1 0 0,0-1 1 0 0,0 1 0 0 0,1 0 0 0 0,-1 0-1 0 0,0 0 1 0 0,0 0 0 0 0,1 0-1 0 0,-1 0 1 0 0,0 0 0 0 0,1 0 0 0 0,-1 0-1 0 0,1 0 1 0 0,0 0 0 0 0,-1 0-1 0 0,2-1 1 0 0,4-2-18 0 0,-5 4 21 0 0,1-1 0 0 0,-1 0 0 0 0,0 0 0 0 0,1 1 1 0 0,-1-1-1 0 0,0 0 0 0 0,0 0 0 0 0,0 0 0 0 0,0 0 0 0 0,0 0 0 0 0,0 0 1 0 0,0-1-1 0 0,0 1 0 0 0,0 0 0 0 0,-1 0 0 0 0,1-1 0 0 0,0 1 1 0 0,-1 0-1 0 0,1-1 0 0 0,-1 1 0 0 0,0-1 0 0 0,1 1 0 0 0,-1 0 0 0 0,0-3 1 0 0,0 2-14 0 0,1 0 1 0 0,-1 0-1 0 0,0-1 1 0 0,1 1-1 0 0,-1 0 1 0 0,1 0-1 0 0,0 0 1 0 0,-1 0-1 0 0,1 0 1 0 0,0 0 0 0 0,0 0-1 0 0,1 1 1 0 0,-1-1-1 0 0,2-2 1 0 0,-1 2-48 0 0,-1 0 0 0 0,0 0 0 0 0,1 1 0 0 0,-1-1 0 0 0,0 0 0 0 0,0 0 0 0 0,0 0-1 0 0,-1-1 1 0 0,1 1 0 0 0,0 0 0 0 0,-1 0 0 0 0,1 0 0 0 0,-1 0 0 0 0,0-4 0 0 0,0 5 27 0 0,0 1-1 0 0,0 0 0 0 0,0-1 1 0 0,0 1-1 0 0,0 0 0 0 0,0-1 1 0 0,0 1-1 0 0,0-1 0 0 0,0 1 0 0 0,-1 0 1 0 0,1-1-1 0 0,0 1 0 0 0,0 0 1 0 0,0 0-1 0 0,-1-1 0 0 0,1 1 1 0 0,0 0-1 0 0,0-1 0 0 0,-1 1 1 0 0,1 0-1 0 0,0 0 0 0 0,-1-1 1 0 0,1 1-1 0 0,0 0 0 0 0,-1 0 0 0 0,1 0 1 0 0,0 0-1 0 0,-1 0 0 0 0,1-1 1 0 0,-1 1-1 0 0,1 0 0 0 0,0 0 1 0 0,-1 0-1 0 0,1 0 0 0 0,0 0 1 0 0,-1 0-1 0 0,1 0 0 0 0,-1 0 1 0 0,1 0-1 0 0,-1 1 0 0 0,0-1-347 0 0,-1 0 0 0 0,1 0 1 0 0,-1 1-1 0 0,1-1 0 0 0,0 1 0 0 0,-1-1 0 0 0,1 1 0 0 0,0 0 0 0 0,-1 0 1 0 0,1-1-1 0 0,0 1 0 0 0,0 0 0 0 0,-2 2 0 0 0,-24 24-7163 0 0,-6 19-2108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35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654 57 560 0 0,'0'-41'6470'0'0,"5"39"-5363"0"0,17-2-133 0 0,-17 3-80 0 0,-5 1-868 0 0,0 0 0 0 0,0 0 0 0 0,0 0 1 0 0,0-1-1 0 0,-1 1 0 0 0,1 0 1 0 0,0 0-1 0 0,0 0 0 0 0,0 0 0 0 0,0-1 1 0 0,0 1-1 0 0,0 0 0 0 0,0 0 1 0 0,0 0-1 0 0,0 0 0 0 0,0-1 0 0 0,0 1 1 0 0,0 0-1 0 0,0 0 0 0 0,0 0 0 0 0,0-1 1 0 0,0 1-1 0 0,0 0 0 0 0,0 0 1 0 0,0 0-1 0 0,0-1 0 0 0,0 1 0 0 0,0 0 1 0 0,0 0-1 0 0,0 0 0 0 0,0 0 1 0 0,1-1-1 0 0,-1 1 0 0 0,0 0 0 0 0,0 0 1 0 0,0 0-1 0 0,0 0 0 0 0,0 0 1 0 0,0-1-1 0 0,1 1 0 0 0,-1 0 0 0 0,0 0 1 0 0,0 0-1 0 0,0 0 0 0 0,0 0 0 0 0,1 0 1 0 0,-1 0-1 0 0,0 0 0 0 0,0 0 1 0 0,0 0-1 0 0,1 0 0 0 0,-1 0 0 0 0,0 0 1 0 0,0 0-1 0 0,0 0 0 0 0,1 0 1 0 0,-1 0-1 0 0,0 0 0 0 0,0 0 0 0 0,0 0 1 0 0,0 0-1 0 0,1 0 0 0 0,-1 0 1 0 0,0 0-1 0 0,0 0 0 0 0,1 0 0 0 0,20-1 1855 0 0,-86 15 1934 0 0,5-3-2848 0 0,0 3 1 0 0,0 2-1 0 0,2 3 0 0 0,0 2 0 0 0,-92 49 0 0 0,46-8 153 0 0,97-56-1084 0 0,-1 0-1 0 0,1 0 0 0 0,0 1 0 0 0,0 0 0 0 0,1 0 0 0 0,0 1 0 0 0,-5 8 0 0 0,10-14-39 0 0,0 0 0 0 0,0 0 1 0 0,0-1-1 0 0,1 1 0 0 0,-1 0 0 0 0,1 0 1 0 0,0 0-1 0 0,-1 0 0 0 0,1 0 1 0 0,0 0-1 0 0,0 4 0 0 0,0-4 5 0 0,0 1-1 0 0,0-1 0 0 0,0 1 1 0 0,0-1-1 0 0,-1 1 1 0 0,1-1-1 0 0,-1 0 0 0 0,1 1 1 0 0,-1-1-1 0 0,-1 3 1 0 0,-7 9-12 0 0,7-10-8 0 0,-1-1 0 0 0,1 0 1 0 0,1 0-1 0 0,-1 1 0 0 0,0-1 1 0 0,1 1-1 0 0,0 0 0 0 0,0-1 1 0 0,0 1-1 0 0,0 0 0 0 0,0 0 1 0 0,0 5-1 0 0,1 124 99 0 0,1-127-80 0 0,0 0-1 0 0,0 1 0 0 0,0-1 1 0 0,1 0-1 0 0,0 0 1 0 0,0 1-1 0 0,0-1 1 0 0,1-1-1 0 0,0 1 1 0 0,0 0-1 0 0,1-1 0 0 0,-1 1 1 0 0,1-1-1 0 0,0 0 1 0 0,1-1-1 0 0,7 8 1 0 0,9 6 15 0 0,1 0 1 0 0,38 21 0 0 0,-52-33-80 0 0,-1-2 38 0 0,1 0 0 0 0,0 0 0 0 0,0-1 0 0 0,0 0 1 0 0,0 0-1 0 0,1-1 0 0 0,-1 0 0 0 0,1-1 1 0 0,-1 1-1 0 0,1-2 0 0 0,13 1 0 0 0,-4-2-11 0 0,0-1 0 0 0,-1-1 1 0 0,1 0-1 0 0,27-10 0 0 0,-43 13 32 0 0,0-1 0 0 0,0 1 0 0 0,0-1-1 0 0,0 1 1 0 0,0-1 0 0 0,0 0 0 0 0,0 0 0 0 0,0 0 0 0 0,0 0 0 0 0,-1 0 0 0 0,1-1-1 0 0,0 1 1 0 0,1-3 0 0 0,-1 1 6 0 0,-1 0-1 0 0,-1 0 1 0 0,1 0-1 0 0,0 0 1 0 0,-1-1-1 0 0,0 1 1 0 0,1 0-1 0 0,-1 0 1 0 0,-1-5-1 0 0,1-6 28 0 0,1 10-19 0 0,-1 0 1 0 0,1 0-1 0 0,-1 0 0 0 0,-1 0 1 0 0,1 0-1 0 0,0 0 1 0 0,-1 0-1 0 0,0-1 1 0 0,0 2-1 0 0,0-1 1 0 0,-1 0-1 0 0,1 0 1 0 0,-4-5-1 0 0,-8-7 5 0 0,-1 1-1 0 0,0 1 0 0 0,-1 0 1 0 0,-1 1-1 0 0,0 0 0 0 0,0 2 1 0 0,-2 0-1 0 0,1 0 0 0 0,-29-11 1 0 0,19 15-68 0 0,0 1 0 0 0,-1 1 0 0 0,0 2 0 0 0,0 0 0 0 0,-49 3 0 0 0,69 0-49 0 0,2 0-804 0 0,12 0-494 0 0,134-3-7078 0 0,74-13 44 0 0,-84 2 4566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36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49 2721 0 0,'-68'-24'5820'0'0,"57"20"-4489"0"0,0-1 0 0 0,-1 1 0 0 0,1 1 0 0 0,-1 0 0 0 0,-21-2 1 0 0,24 5-1101 0 0,0 0 0 0 0,0 1 1 0 0,1 0-1 0 0,-1 0 1 0 0,0 1-1 0 0,1 0 1 0 0,-1 1-1 0 0,1 0 1 0 0,0 0-1 0 0,-1 1 0 0 0,2 0 1 0 0,-1 0-1 0 0,0 1 1 0 0,1 0-1 0 0,0 0 1 0 0,0 1-1 0 0,1 0 0 0 0,-1 0 1 0 0,-10 14-1 0 0,0 1 33 0 0,1-1 0 0 0,-23 37-1 0 0,35-50-217 0 0,0 0 0 0 0,1 0 1 0 0,0 0-1 0 0,0 1 1 0 0,1-1-1 0 0,0 1 0 0 0,0-1 1 0 0,1 1-1 0 0,-1 15 0 0 0,1 11 151 0 0,0-20-107 0 0,0 0 0 0 0,1 0 0 0 0,3 20 0 0 0,-2-31-84 0 0,0 1 0 0 0,0 0 0 0 0,0-1 0 0 0,0 1 0 0 0,0-1 1 0 0,1 1-1 0 0,-1-1 0 0 0,1 0 0 0 0,0 1 0 0 0,0-1 0 0 0,0 0 0 0 0,1-1 1 0 0,-1 1-1 0 0,1 0 0 0 0,0 0 0 0 0,-1-1 0 0 0,6 4 0 0 0,12 5 15 0 0,1 0-1 0 0,0-2 0 0 0,0 0 1 0 0,1-1-1 0 0,0-1 1 0 0,1-1-1 0 0,-1-1 0 0 0,1-2 1 0 0,0 0-1 0 0,43 0 0 0 0,-13-5-276 0 0,0-2 0 0 0,1-2 0 0 0,85-22 0 0 0,-114 22 142 0 0,36-14 1 0 0,-59 19 111 0 0,0 0 0 0 0,0 1 0 0 0,0-1 0 0 0,0 0 0 0 0,0 0 0 0 0,-1 0 0 0 0,1-1 0 0 0,0 1 0 0 0,0 0 0 0 0,-1-1 0 0 0,1 1 0 0 0,-1-1 0 0 0,1 0 0 0 0,-1 1 0 0 0,0-1 0 0 0,0 0 0 0 0,1 0 0 0 0,-1 0 0 0 0,1-2 0 0 0,8-14 2 0 0,-4 10-1 0 0,-5 8 2 0 0,0-1 0 0 0,-1 1 0 0 0,1-1 0 0 0,0 0 0 0 0,-1 1 1 0 0,1-1-1 0 0,-1 0 0 0 0,1 1 0 0 0,-1-1 0 0 0,0 0 0 0 0,1 1 0 0 0,-1-1 0 0 0,0 0 0 0 0,1 0 0 0 0,-1 0 0 0 0,0 1 0 0 0,0-1 1 0 0,0 0-1 0 0,0-1 0 0 0,-18-18 58 0 0,-11-12 24 0 0,24 25-68 0 0,-1 0 0 0 0,1 1 0 0 0,-1 0 0 0 0,0 0 0 0 0,-8-6 1 0 0,-15-4 36 0 0,0 1 0 0 0,-2 1 0 0 0,0 2 0 0 0,-44-13 0 0 0,63 22-46 0 0,-5-3-50 0 0,-1 0-1 0 0,0 2 1 0 0,-1 0-1 0 0,1 2 1 0 0,0 0 0 0 0,-1 0-1 0 0,0 2 1 0 0,-36 4-1 0 0,31 1-290 0 0,23-5 223 0 0,1 0 0 0 0,-1 0 0 0 0,0 1 0 0 0,0-1 0 0 0,1 0 0 0 0,-1 0 0 0 0,0 1 0 0 0,1-1 0 0 0,-1 0 0 0 0,0 1 0 0 0,1-1 0 0 0,-1 1 0 0 0,1-1 0 0 0,-1 1 0 0 0,1-1 0 0 0,-1 1 0 0 0,1-1 0 0 0,-1 1 0 0 0,1 0 0 0 0,-1-1 0 0 0,1 1 0 0 0,0 0 0 0 0,-1-1 0 0 0,1 2 0 0 0,5-1-2822 0 0,153-1-8712 0 0,-93 0 8031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37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224 298 160 0 0,'-8'2'103'0'0,"0"0"1"0"0,-1 0-1 0 0,1 0 1 0 0,0 1-1 0 0,0 0 0 0 0,1 1 1 0 0,-1 0-1 0 0,1 0 0 0 0,-10 8 1 0 0,13-10-97 0 0,-6 13 419 0 0,-39 6 602 0 0,47-19-922 0 0,0 0 1 0 0,-1-1 0 0 0,1 1-1 0 0,-1-1 1 0 0,1 0 0 0 0,-1 1 0 0 0,0-1-1 0 0,1-1 1 0 0,-1 1 0 0 0,-5 1-1 0 0,8-2-79 0 0,0 0 0 0 0,0 0 0 0 0,0 0 0 0 0,-1 0 0 0 0,1 0 0 0 0,0 0-1 0 0,0 0 1 0 0,0 0 0 0 0,-1 0 0 0 0,1 0 0 0 0,0 0 0 0 0,0 0 0 0 0,0 0-1 0 0,-1 0 1 0 0,1 0 0 0 0,0 0 0 0 0,0 0 0 0 0,0 1 0 0 0,0-1-1 0 0,-1 0 1 0 0,1 0 0 0 0,0 0 0 0 0,0 0 0 0 0,0 0 0 0 0,0 1 0 0 0,0-1-1 0 0,0 0 1 0 0,-1 0 0 0 0,1 0 0 0 0,0 0 0 0 0,0 1 0 0 0,0-1 0 0 0,0 0-1 0 0,0 0 1 0 0,0 0 0 0 0,0 1 0 0 0,0-1 0 0 0,0 0 0 0 0,0 1 0 0 0,-5 5 1139 0 0,-17 1-45 0 0,16-6 3574 0 0,6-8-357 0 0,0 5-4250 0 0,-1 1 1 0 0,1 0 0 0 0,0-1-1 0 0,0 1 1 0 0,0 0-1 0 0,0-1 1 0 0,0 1 0 0 0,0 0-1 0 0,0-1 1 0 0,1 1-1 0 0,-1 0 1 0 0,0-1 0 0 0,1 1-1 0 0,-1 0 1 0 0,1 0-1 0 0,-1 0 1 0 0,1-1 0 0 0,0 1-1 0 0,1-2 1 0 0,20-12 244 0 0,-12-11 1 0 0,21-8 110 0 0,-3 6-114 0 0,75-86 826 0 0,-81 90-952 0 0,-13 14-99 0 0,-1 0 0 0 0,-1-1 0 0 0,7-11 0 0 0,8-12 129 0 0,-21 33-224 0 0,-1 0 0 0 0,1 1 0 0 0,0-1 0 0 0,-1 0 0 0 0,1 0 0 0 0,-1 0 0 0 0,0 0 0 0 0,1 0 0 0 0,-1 0 0 0 0,0 0 0 0 0,0 0 0 0 0,1 0 0 0 0,-1 0 0 0 0,0 1 0 0 0,0-1 0 0 0,0-2 0 0 0,0 3-4 0 0,0 0-1 0 0,0-1 1 0 0,0 1 0 0 0,0-1 0 0 0,0 1-1 0 0,0-1 1 0 0,0 1 0 0 0,0-1 0 0 0,0 1 0 0 0,0-1-1 0 0,0 1 1 0 0,0-1 0 0 0,1 1 0 0 0,-1-1-1 0 0,0 1 1 0 0,0-1 0 0 0,1 1 0 0 0,-1 0 0 0 0,0-1-1 0 0,1 1 1 0 0,-1 0 0 0 0,0-1 0 0 0,1 1-1 0 0,-1 0 1 0 0,1-1 0 0 0,32-15 608 0 0,-11 16-668 0 0,-14 0 27 0 0,-6 0 30 0 0,-1-1 0 0 0,1 1 0 0 0,-1 0 1 0 0,1 0-1 0 0,-1 0 0 0 0,1 0 1 0 0,-1 0-1 0 0,1 1 0 0 0,-1-1 1 0 0,1 0-1 0 0,-1 1 0 0 0,0-1 1 0 0,1 1-1 0 0,-1-1 0 0 0,2 2 0 0 0,-2 0 23 0 0,0 0 0 0 0,0 0 0 0 0,-1 0-1 0 0,1 0 1 0 0,-1 0 0 0 0,1 1 0 0 0,-1-1 0 0 0,0 0-1 0 0,0 0 1 0 0,0 0 0 0 0,0 1 0 0 0,0 2-1 0 0,-1 5 48 0 0,0 0 0 0 0,0 0 0 0 0,-1 1 0 0 0,-1-1-1 0 0,1 0 1 0 0,-2-1 0 0 0,1 1 0 0 0,-1 0 0 0 0,-9 14-1 0 0,-13 34 188 0 0,15-15-127 0 0,-11 5-146 0 0,11 6 79 0 0,-10 1 94 0 0,10 0 54 0 0,0-26-123 0 0,8-21-70 0 0,0 0 1 0 0,0 0-1 0 0,1 0 0 0 0,0 1 0 0 0,1-1 1 0 0,-2 16-1 0 0,3-11-18 0 0,0 20 34 0 0,0-32-36 0 0,0-1-1 0 0,0 1 0 0 0,0-1 1 0 0,-1 1-1 0 0,1-1 1 0 0,0 1-1 0 0,0-1 1 0 0,0 1-1 0 0,0-1 0 0 0,0 1 1 0 0,0-1-1 0 0,1 1 1 0 0,-1 0-1 0 0,0-1 0 0 0,0 1 1 0 0,0-1-1 0 0,0 0 1 0 0,1 1-1 0 0,-1-1 0 0 0,0 1 1 0 0,0-1-1 0 0,1 1 1 0 0,-1-1-1 0 0,0 1 0 0 0,1-1 1 0 0,-1 0-1 0 0,0 1 1 0 0,1-1-1 0 0,-1 0 0 0 0,1 1 1 0 0,0-1-1 0 0,20-10 97 0 0,0-1 1 0 0,-1-1-1 0 0,0-1 0 0 0,-1 0 0 0 0,-1-2 0 0 0,21-19 1 0 0,118-145 262 0 0,-118 141-302 0 0,-24 26-43 0 0,-1-2 0 0 0,-1 1-1 0 0,0-2 1 0 0,-1 0 0 0 0,13-21-1 0 0,-23 31-50 0 0,-1 1 0 0 0,0-1 0 0 0,1 1 0 0 0,-2-1 0 0 0,1 1 0 0 0,0-1 0 0 0,-1 0-1 0 0,0 1 1 0 0,0-1 0 0 0,-2-7 0 0 0,2-7-380 0 0,-1 18 354 0 0,1 1 1 0 0,0-1 0 0 0,0 1-1 0 0,0-1 1 0 0,-1 1 0 0 0,1-1-1 0 0,0 1 1 0 0,-1-1 0 0 0,1 1-1 0 0,0-1 1 0 0,-1 1-1 0 0,1-1 1 0 0,0 1 0 0 0,-1-1-1 0 0,1 1 1 0 0,-1 0 0 0 0,1-1-1 0 0,-1 1 1 0 0,1 0 0 0 0,-1-1-1 0 0,1 1 1 0 0,-1 0 0 0 0,0 0-1 0 0,1-1 1 0 0,-1 1-1 0 0,1 0 1 0 0,-1 0 0 0 0,0 0-1 0 0,1 0 1 0 0,-1 0 0 0 0,1 0-1 0 0,-1 0 1 0 0,0 0 0 0 0,0 0-1 0 0,0 0-59 0 0,1 0 1 0 0,-1 0-1 0 0,0 0 0 0 0,1 0 0 0 0,-1 0 0 0 0,1 0 0 0 0,-1 0 1 0 0,1 0-1 0 0,-1 0 0 0 0,0 0 0 0 0,1 0 0 0 0,-1 0 1 0 0,1 0-1 0 0,-1-1 0 0 0,1 1 0 0 0,-1 0 0 0 0,1 0 0 0 0,-1-1 1 0 0,1 1-1 0 0,-1 0 0 0 0,1-1 0 0 0,0 1 0 0 0,-1-1 1 0 0,1 1-1 0 0,-1-1 0 0 0,1 1 0 0 0,0 0 0 0 0,-1-1 0 0 0,1 1 1 0 0,0-1-1 0 0,0 1 0 0 0,-1-1 0 0 0,1 0 0 0 0,0 0 0 0 0,-6-6-4665 0 0,-13 5 2219 0 0,11 2 996 0 0,-30-3-3284 0 0,-22 7 746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1:41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1686 7 1761 0 0,'-136'-7'3348'0'0,"-75"15"-814"0"0,174-6-1917 0 0,1 3 0 0 0,-1 1 0 0 0,-54 16 0 0 0,82-20-480 0 0,2 0 0 0 0,-1 1-1 0 0,0 0 1 0 0,0 1 0 0 0,1-1 0 0 0,0 1-1 0 0,0 1 1 0 0,0 0 0 0 0,0 0 0 0 0,1 0-1 0 0,-11 11 1 0 0,6-5 59 0 0,-1-2 0 0 0,1 1 0 0 0,-2-2 1 0 0,1 1-1 0 0,-1-2 0 0 0,-25 12 0 0 0,22-12-155 0 0,9-3 39 0 0,0 0 0 0 0,0 1 0 0 0,-12 10 0 0 0,-17 11 267 0 0,3-7 287 0 0,-59 44-1 0 0,84-56-550 0 0,-1-1 1 0 0,1-1-1 0 0,-1 0 0 0 0,-1 0 0 0 0,1-1 0 0 0,-1 0 1 0 0,1 0-1 0 0,-16 3 0 0 0,-2 1 142 0 0,-38 22 162 0 0,-33 10-214 0 0,94-38-163 0 0,0 0 0 0 0,0 0 0 0 0,0 0 1 0 0,1 1-1 0 0,-1 0 0 0 0,1 0 0 0 0,-1 0 0 0 0,1 0 0 0 0,-3 4 0 0 0,-21 18 36 0 0,-16 11 205 0 0,1 1 0 0 0,-41 49 0 0 0,56-57-150 0 0,-61 44 459 0 0,87-71-557 0 0,-1 0 0 0 0,1 0 1 0 0,0 1-1 0 0,0-1 0 0 0,-1 0 0 0 0,1 1 1 0 0,1-1-1 0 0,-1 1 0 0 0,0-1 0 0 0,1 1 1 0 0,-1-1-1 0 0,1 1 0 0 0,0-1 0 0 0,-1 1 0 0 0,2 0 1 0 0,-1 3-1 0 0,-4 26-5 0 0,-5-11 3 0 0,6-15 6 0 0,0 0 0 0 0,1 0 1 0 0,0 0-1 0 0,0 0 1 0 0,0 0-1 0 0,1 0 0 0 0,0 1 1 0 0,-1 11-1 0 0,2 1 4 0 0,1-13-11 0 0,-1 1 1 0 0,0 0-1 0 0,0 0 0 0 0,-1 0 0 0 0,1 0 1 0 0,-2 0-1 0 0,-2 8 0 0 0,-5 7 25 0 0,7-18-8 0 0,-1 1-1 0 0,1 0 1 0 0,-1 0-1 0 0,2 0 0 0 0,-1 1 1 0 0,0-1-1 0 0,1 0 1 0 0,0 1-1 0 0,0-1 0 0 0,1 1 1 0 0,0-1-1 0 0,0 1 1 0 0,0-1-1 0 0,0 1 0 0 0,1-1 1 0 0,0 1-1 0 0,3 8 1 0 0,0-4 10 0 0,1-1 0 0 0,0-1 1 0 0,8 12-1 0 0,-7-12 22 0 0,-1 1 1 0 0,1 0-1 0 0,4 12 0 0 0,1 22 125 0 0,11 3-14 0 0,-14-23-75 0 0,-6-15-55 0 0,1 0 0 0 0,0 0-1 0 0,1 0 1 0 0,0 0 0 0 0,0-1 0 0 0,6 8-1 0 0,23 32-11 0 0,-19-25-1 0 0,1 0 0 0 0,0-2 0 0 0,2 0 0 0 0,1-1 0 0 0,33 29 0 0 0,49 16 139 0 0,-31-22-5 0 0,44 17 10 0 0,-74-41-28 0 0,54 34 0 0 0,-66-33-179 0 0,-10-7 60 0 0,1 0 1 0 0,1-1-1 0 0,0-1 1 0 0,21 8 0 0 0,80 24 91 0 0,-92-32-48 0 0,1 0-1 0 0,0-2 1 0 0,59 8-1 0 0,90-1 308 0 0,-133-12-226 0 0,192 4 392 0 0,-23-1-48 0 0,1046 56 1318 0 0,-1072-56-1585 0 0,48 4 248 0 0,-224-9-449 0 0,922 65 1517 0 0,-885-64-1420 0 0,-1 3-1 0 0,77 16 0 0 0,191 47 663 0 0,-115-29-308 0 0,-163-34-3 0 0,0 2-1 0 0,55 19 1 0 0,-46-14-199 0 0,1-1 1 0 0,1-3-1 0 0,-1-1 1 0 0,1-3 0 0 0,90-4-1 0 0,21-1-187 0 0,110-7 153 0 0,-25-6-43 0 0,-184 11-221 0 0,328-13 294 0 0,-177 7-33 0 0,-66 3-67 0 0,-122 6-147 0 0,56-5 1 0 0,-27 0-259 0 0,1-3 1 0 0,100-27-1 0 0,-99 21-7 0 0,1 3-1 0 0,89-7 1 0 0,11-1 222 0 0,-141 16 76 0 0,-1 2 0 0 0,23 0 0 0 0,1-1 30 0 0,14-1-66 0 0,-34 3 9 0 0,0-1 0 0 0,0-1 1 0 0,0 0-1 0 0,21-7 0 0 0,97-24 208 0 0,82-22 27 0 0,-166 39-174 0 0,36-8 66 0 0,-55 16-9 0 0,0-1 0 0 0,-1-2 0 0 0,55-26-1 0 0,-57 19-53 0 0,-2-2 0 0 0,0 0-1 0 0,-1-3 1 0 0,23-24 0 0 0,-43 40-73 0 0,1 1 1 0 0,-1 1-1 0 0,1-1 0 0 0,14-6 1 0 0,-17 9-2 0 0,-1 0-1 0 0,1 1 1 0 0,0-2-1 0 0,-1 1 1 0 0,1 0 0 0 0,-1-1-1 0 0,0 0 1 0 0,0 0-1 0 0,-1 0 1 0 0,6-8 0 0 0,-7 10-5 0 0,0 0 1 0 0,0 0 0 0 0,0 0 0 0 0,0 0 0 0 0,0 0 0 0 0,0 0 0 0 0,1 1 0 0 0,-1-1 0 0 0,6-2-1 0 0,-6 3-1 0 0,0 1 0 0 0,0-1-1 0 0,0-1 1 0 0,0 1-1 0 0,0 0 1 0 0,-1 0-1 0 0,1-1 1 0 0,0 1-1 0 0,0-1 1 0 0,-1 0 0 0 0,1 1-1 0 0,-1-1 1 0 0,0 0-1 0 0,1 0 1 0 0,-1 0-1 0 0,0 0 1 0 0,0 0-1 0 0,0 0 1 0 0,-1 0-1 0 0,1 0 1 0 0,0 0 0 0 0,-1-1-1 0 0,1 1 1 0 0,-1 0-1 0 0,0 0 1 0 0,0-1-1 0 0,0 1 1 0 0,0 0-1 0 0,0-3 1 0 0,0 3-3 0 0,0 1 0 0 0,-1 0 0 0 0,1-1 0 0 0,0 1 0 0 0,-1 0 0 0 0,1 0 0 0 0,0-1 0 0 0,-1 1 0 0 0,0 0 0 0 0,1 0 0 0 0,-1 0 0 0 0,0-1 0 0 0,1 1 0 0 0,-1 0 0 0 0,0 0 0 0 0,0 0 0 0 0,0 0 0 0 0,0 1 0 0 0,0-1 0 0 0,0 0 0 0 0,0 0 0 0 0,0 0 0 0 0,0 1 0 0 0,-1-1 0 0 0,-1 0 0 0 0,-9-7 0 0 0,-30-29 0 0 0,-79-63 0 0 0,51 44 0 0 0,-18-12 0 0 0,72 56 0 0 0,-6-2 0 0 0,-20-2 0 0 0,25 10 0 0 0,1-1 0 0 0,-1 0 0 0 0,-21-14 0 0 0,10 7 0 0 0,-1 1 0 0 0,-46-13 0 0 0,55 19 0 0 0,-181-68 0 0 0,98 44 0 0 0,-1 4 0 0 0,-2 4 0 0 0,-173-14 0 0 0,190 31 0 0 0,-241-25 0 0 0,228 14 0 0 0,1-4 0 0 0,-147-50 0 0 0,171 43 0 0 0,-118-47 0 0 0,164 61 0 0 0,1-2 0 0 0,1 0 0 0 0,1-3 0 0 0,-34-26 0 0 0,18 11 0 0 0,-3 2 0 0 0,-84-45 0 0 0,104 65 0 0 0,-2 0 0 0 0,-47-11 0 0 0,45 14 0 0 0,-70-16 0 0 0,1 2 0 0 0,-2-6 0 0 0,-177-45 0 0 0,235 63 0 0 0,-55-23 0 0 0,14 4 0 0 0,57 23 0 0 0,-1 1 0 0 0,0 2 0 0 0,-41-2 0 0 0,3 1 0 0 0,-161-17 0 0 0,33 8 0 0 0,35 13 0 0 0,-132 1 0 0 0,265 1 0 0 0,-304 8 0 0 0,306-13 0 0 0,12 1 0 0 0,-14 1 0 0 0,-300 2 0 0 0,-58-19 0 0 0,254 6 0 0 0,125 12 0 0 0,-37-2 0 0 0,-6 6 0 0 0,-147-7 0 0 0,97 4 0 0 0,-252-10 0 0 0,287 6 0 0 0,-68-6 0 0 0,99 4 0 0 0,1 4 0 0 0,-66-9 0 0 0,-33 2 0 0 0,53 6 0 0 0,37 2 0 0 0,-63 4 0 0 0,93-2 5 0 0,-1-1 1 0 0,1 0-1 0 0,-19-2 0 0 0,-63-2-111 0 0,85 0-2749 0 0,0-4 334 0 0,-47-22-7497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37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8 1281 0 0,'-4'-6'7867'0'0,"-5"5"-6148"0"0,-5 2-1554 0 0,-57 12 4263 0 0,40-8-2187 0 0,-36 3 5310 0 0,67-9-7445 0 0,6-4-92 0 0,11 0 20 0 0,0 2 0 0 0,1 0 1 0 0,-1 0-1 0 0,1 2 0 0 0,-1 0 1 0 0,19 2-1 0 0,14-1 59 0 0,-3-2 52 0 0,-1 2 0 0 0,0 2 0 0 0,1 2 0 0 0,-1 2 0 0 0,-1 2 1 0 0,1 2-1 0 0,50 18 0 0 0,-89-26-120 0 0,-1 0 0 0 0,0 1 0 0 0,1-1 0 0 0,-1 1 1 0 0,-1 1-1 0 0,1-1 0 0 0,0 1 0 0 0,-1 0 0 0 0,0 0 1 0 0,0 1-1 0 0,0-1 0 0 0,0 1 0 0 0,-1 0 0 0 0,1 0 1 0 0,-1 1-1 0 0,-1-1 0 0 0,5 10 0 0 0,-7-13-20 0 0,0 0-1 0 0,-1 1 0 0 0,1-1 1 0 0,-1 0-1 0 0,0 1 0 0 0,0-1 1 0 0,0 1-1 0 0,0-1 1 0 0,0 0-1 0 0,-1 1 0 0 0,1-1 1 0 0,0 0-1 0 0,-1 1 0 0 0,0-1 1 0 0,0 0-1 0 0,0 0 1 0 0,0 1-1 0 0,0-1 0 0 0,0 0 1 0 0,0 0-1 0 0,-1 0 1 0 0,1 0-1 0 0,-1-1 0 0 0,1 1 1 0 0,-1 0-1 0 0,0-1 0 0 0,1 1 1 0 0,-1-1-1 0 0,0 1 1 0 0,0-1-1 0 0,0 0 0 0 0,-3 1 1 0 0,-8 6 33 0 0,-1-2 0 0 0,0 0-1 0 0,-28 8 1 0 0,30-10-14 0 0,-72 21 263 0 0,0-3 0 0 0,-2-4 0 0 0,-144 11 0 0 0,201-27-391 0 0,47-3-126 0 0,-13 1-130 0 0,1 0-14 0 0,174 3 481 0 0,0 6 0 0 0,189 37 0 0 0,-368-46-107 0 0,17 3 15 0 0,-1 0 0 0 0,0 1 0 0 0,0 1 1 0 0,0 1-1 0 0,0 0 0 0 0,25 14 0 0 0,0-3-104 0 0,-33-14 73 0 0,0 0 1 0 0,-1 1 0 0 0,1 0 0 0 0,-1 0-1 0 0,1 1 1 0 0,-1 0 0 0 0,0 0 0 0 0,12 12-1 0 0,-13-10 51 0 0,-7-7-30 0 0,1 0 0 0 0,0 1 1 0 0,-1-1-1 0 0,1 1 0 0 0,-1-1 1 0 0,1 1-1 0 0,-1-1 0 0 0,1 1 1 0 0,-1-1-1 0 0,0 1 0 0 0,1-1 1 0 0,-1 1-1 0 0,0 0 0 0 0,1-1 1 0 0,-1 1-1 0 0,0 0 0 0 0,0-1 1 0 0,0 1-1 0 0,1 0 0 0 0,-1-1 1 0 0,0 2-1 0 0,-1-1 16 0 0,0 1-1 0 0,-1-1 1 0 0,1 1 0 0 0,0-1 0 0 0,-1 0-1 0 0,1 1 1 0 0,-1-1 0 0 0,1 0-1 0 0,-1 0 1 0 0,1 0 0 0 0,-4 1 0 0 0,-9 5 181 0 0,-1 0 0 0 0,0-1 1 0 0,0-1-1 0 0,-1 0 0 0 0,1-1 1 0 0,-1-1-1 0 0,-27 2 0 0 0,-4 2 87 0 0,-70 11-338 0 0,0-5 0 0 0,-132-3 0 0 0,135-7-2253 0 0,58-1-1373 0 0,3-1-4381 0 0,80 5-7431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37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8 80 0 0,'0'0'173'0'0,"0"-1"1"0"0,0 1-1 0 0,1-1 1 0 0,-1 1-1 0 0,0 0 0 0 0,0-1 1 0 0,1 1-1 0 0,-1 0 1 0 0,0-1-1 0 0,0 1 0 0 0,1 0 1 0 0,-1-1-1 0 0,1 1 1 0 0,-1 0-1 0 0,0 0 0 0 0,1-1 1 0 0,-1 1-1 0 0,0 0 0 0 0,1 0 1 0 0,-1 0-1 0 0,1-1 1 0 0,-1 1-1 0 0,1 0 0 0 0,-1 0 1 0 0,0 0-1 0 0,1 0 1 0 0,-1 0-1 0 0,1 0 0 0 0,-1 0 1 0 0,1 0-1 0 0,0 0 1 0 0,20 1 8030 0 0,-27-1-7804 0 0,-3 1-174 0 0,0 0 0 0 0,0 0 0 0 0,1 1 0 0 0,-1 1 0 0 0,0-1 0 0 0,1 1 0 0 0,-1 1 0 0 0,-13 8 0 0 0,0 0 688 0 0,1 2 0 0 0,-28 22 0 0 0,46-34-865 0 0,1 0 1 0 0,-1 1-1 0 0,1-1 1 0 0,0 0-1 0 0,-1 1 1 0 0,1 0 0 0 0,0-1-1 0 0,0 1 1 0 0,1 0-1 0 0,-1 0 1 0 0,1 0-1 0 0,-1 0 1 0 0,1 0-1 0 0,0 0 1 0 0,0 1-1 0 0,0-1 1 0 0,1 0 0 0 0,-1 1-1 0 0,1-1 1 0 0,0 7-1 0 0,-1-7-42 0 0,1 1-1 0 0,0 0 1 0 0,-1-1 0 0 0,0 1-1 0 0,0-1 1 0 0,0 1 0 0 0,0-1-1 0 0,0 0 1 0 0,-1 1 0 0 0,1-1-1 0 0,-1 0 1 0 0,-3 4 0 0 0,3-4 13 0 0,0 0 0 0 0,0 0 0 0 0,1 0 0 0 0,-1 0 0 0 0,1 1 0 0 0,-1-1 0 0 0,1 0 0 0 0,0 1 0 0 0,1-1 0 0 0,-1 1 0 0 0,0 0 0 0 0,1 4 0 0 0,0-4 0 0 0,-1-1 0 0 0,1 1 0 0 0,-1 0 0 0 0,1 0 0 0 0,-1 0 0 0 0,0-1 0 0 0,-1 1 0 0 0,1-1 0 0 0,-1 1 0 0 0,0-1 0 0 0,1 1 0 0 0,-5 4 0 0 0,-3 7 40 0 0,-2 16 34 0 0,2-16-59 0 0,6-12-24 0 0,1 1 0 0 0,0-1-1 0 0,0 0 1 0 0,1 1-1 0 0,-1-1 1 0 0,1 1-1 0 0,0 0 1 0 0,0-1 0 0 0,0 1-1 0 0,0 0 1 0 0,0 0-1 0 0,1 4 1 0 0,0 136 296 0 0,0-142-302 0 0,0 0 1 0 0,1-1-1 0 0,-1 1 1 0 0,1 0-1 0 0,-1-1 1 0 0,1 1-1 0 0,0 0 1 0 0,-1-1-1 0 0,1 1 1 0 0,0-1-1 0 0,0 0 1 0 0,0 1-1 0 0,1-1 1 0 0,-1 0-1 0 0,0 1 1 0 0,0-1-1 0 0,1 0 1 0 0,-1 0-1 0 0,0 0 1 0 0,1 0-1 0 0,2 1 1 0 0,42 19 106 0 0,-17-9-118 0 0,24 25-88 0 0,-42-29 142 0 0,0 1 0 0 0,0-2 0 0 0,1 1 0 0 0,25 10 0 0 0,-21-13-152 0 0,0 0 1 0 0,1-1-1 0 0,-1 0 0 0 0,1-2 0 0 0,0 0 1 0 0,0-1-1 0 0,0 0 0 0 0,29-4 0 0 0,-45 2 78 0 0,-1 1 0 0 0,1-1 0 0 0,-1 1 0 0 0,1-1 0 0 0,-1 1-1 0 0,1-1 1 0 0,-1 1 0 0 0,0-1 0 0 0,1 0 0 0 0,-1 1-1 0 0,0-1 1 0 0,1 1 0 0 0,-1-1 0 0 0,0 0 0 0 0,0 1-1 0 0,0-1 1 0 0,0 0 0 0 0,1 0 0 0 0,-1 1 0 0 0,0-1-1 0 0,0 0 1 0 0,0 1 0 0 0,-1-2 0 0 0,1-24-92 0 0,0 19 104 0 0,-1 2 40 0 0,1 1 0 0 0,-1 0 0 0 0,1 0 0 0 0,-1 0 0 0 0,0-1 1 0 0,-1 1-1 0 0,1 0 0 0 0,-1 1 0 0 0,0-1 0 0 0,0 0 0 0 0,0 0 0 0 0,0 1 0 0 0,0-1 0 0 0,-1 1 0 0 0,-4-5 0 0 0,-3-2 194 0 0,-2 0-1 0 0,-23-17 1 0 0,24 19-82 0 0,-4-1-143 0 0,0 0-1 0 0,0 0 1 0 0,0 1-1 0 0,-1 1 1 0 0,0 1-1 0 0,-1 0 1 0 0,1 2-1 0 0,-1-1 1 0 0,0 2-1 0 0,0 0 1 0 0,0 1 0 0 0,-1 1-1 0 0,1 1 1 0 0,0 0-1 0 0,-1 1 1 0 0,1 1-1 0 0,0 0 1 0 0,0 2-1 0 0,0 0 1 0 0,0 1-1 0 0,-16 7 1 0 0,31-12-128 0 0,0 1-1 0 0,0-1 1 0 0,0 1-1 0 0,1 0 1 0 0,-1-1-1 0 0,0 1 1 0 0,1 0 0 0 0,-1 0-1 0 0,0 0 1 0 0,1 0-1 0 0,-1 1 1 0 0,1-1 0 0 0,0 0-1 0 0,-1 1 1 0 0,1-1-1 0 0,0 1 1 0 0,0-1-1 0 0,0 1 1 0 0,0 0 0 0 0,0-1-1 0 0,0 1 1 0 0,0 0-1 0 0,0 2 1 0 0,1-2-95 0 0,1-1 0 0 0,-1 1 0 0 0,1 0 1 0 0,0-1-1 0 0,-1 1 0 0 0,1-1 0 0 0,0 1 0 0 0,0-1 0 0 0,0 0 0 0 0,0 1 1 0 0,0-1-1 0 0,0 0 0 0 0,1 0 0 0 0,-1 0 0 0 0,0 0 0 0 0,1 0 0 0 0,-1 0 0 0 0,0 0 1 0 0,1 0-1 0 0,-1 0 0 0 0,1-1 0 0 0,0 1 0 0 0,1 0 0 0 0,5 2-986 0 0,-1 0 1 0 0,1-1-1 0 0,0 0 0 0 0,0 0 0 0 0,0-1 0 0 0,16 2 0 0 0,36-2-2441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38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42 1761 0 0,'0'0'185'0'0,"0"-1"0"0"0,0 1 0 0 0,0-1 0 0 0,0 0 0 0 0,-1 1 0 0 0,1-1 0 0 0,0 1 0 0 0,0-1 0 0 0,-1 1 0 0 0,1-1 0 0 0,0 1 0 0 0,-1-1 0 0 0,1 1 0 0 0,0 0 0 0 0,-1-1 0 0 0,1 1 0 0 0,-1-1 0 0 0,1 1 0 0 0,-1 0 0 0 0,1-1 1 0 0,-1 1-1 0 0,0 0 0 0 0,-20-8 1452 0 0,19 8-1154 0 0,-15-3 1098 0 0,1 1 0 0 0,-1 1-1 0 0,0 0 1 0 0,0 1 0 0 0,-24 3-1 0 0,24-1-647 0 0,1 1 0 0 0,-23 5-1 0 0,35-6-792 0 0,0-1 0 0 0,0 0 0 0 0,0 1 0 0 0,0-1-1 0 0,0 1 1 0 0,0 0 0 0 0,0 1 0 0 0,1-1 0 0 0,-1 1-1 0 0,1-1 1 0 0,0 1 0 0 0,-6 6 0 0 0,5 0-28 0 0,0-1 1 0 0,0 1-1 0 0,0 0 1 0 0,1 0-1 0 0,1 0 0 0 0,-4 18 1 0 0,8-17-103 0 0,0-1 0 0 0,1 1 0 0 0,0-1 0 0 0,0 1 0 0 0,1-1 0 0 0,0 0 0 0 0,1 0 0 0 0,0-1 0 0 0,0 1 0 0 0,1-1 0 0 0,7 8 0 0 0,1-2 41 0 0,0-1 0 0 0,1-1 0 0 0,20 13 0 0 0,-15-12 25 0 0,11 7-36 0 0,1-2 0 0 0,1 0 0 0 0,1-3 0 0 0,0-1 0 0 0,51 14 0 0 0,-65-23-89 0 0,0-1-1 0 0,0 0 0 0 0,0-2 1 0 0,0-1-1 0 0,24 0 1 0 0,-30-2-14 0 0,-6 2 41 0 0,1-1 0 0 0,-1 0 0 0 0,1-1-1 0 0,-1 0 1 0 0,0-1 0 0 0,1 1 0 0 0,-1-2 0 0 0,0 1 0 0 0,13-6 0 0 0,-14 5 30 0 0,-4 2 11 0 0,-1 0 0 0 0,1 0 0 0 0,0-1 0 0 0,-1 1 0 0 0,0 0 0 0 0,1-1 1 0 0,-1 0-1 0 0,0 1 0 0 0,0-1 0 0 0,1 0 0 0 0,-1 0 0 0 0,-1 0 0 0 0,4-5 1 0 0,-4 5 1 0 0,0-1 0 0 0,0 1 1 0 0,-1-1-1 0 0,0 1 1 0 0,1-1-1 0 0,-1 0 1 0 0,0 1-1 0 0,0-1 0 0 0,0 1 1 0 0,0-1-1 0 0,-1 1 1 0 0,1-1-1 0 0,-1 1 1 0 0,1-1-1 0 0,-1 1 0 0 0,0-1 1 0 0,-1-2-1 0 0,-2-3-42 0 0,0 0 0 0 0,0-1 0 0 0,0 2-1 0 0,-1-1 1 0 0,-1 0 0 0 0,1 1 0 0 0,-1 0 0 0 0,0 1-1 0 0,-12-11 1 0 0,-6-2-375 0 0,-41-24-1 0 0,52 35 255 0 0,-42-25-1701 0 0,-87-37 0 0 0,-73-8-8251 0 0,84 42 1357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44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16 240 0 0,'-33'0'2948'0'0,"33"-2"-1354"0"0,0 2-1479 0 0,1-1-1 0 0,-1 1 1 0 0,0 0 0 0 0,0-1 0 0 0,0 1 0 0 0,0 0 0 0 0,0-1-1 0 0,0 1 1 0 0,0 0 0 0 0,0-1 0 0 0,0 1 0 0 0,0-1 0 0 0,0 1-1 0 0,0 0 1 0 0,0-1 0 0 0,-1 1 0 0 0,1 0 0 0 0,0-1 0 0 0,0 1 0 0 0,0 0-1 0 0,0-1 1 0 0,-1 1 0 0 0,1 0 0 0 0,0-1 0 0 0,0 1 0 0 0,0 0-1 0 0,-1 0 1 0 0,1-1 0 0 0,0 1 0 0 0,-1 0 0 0 0,1 0 0 0 0,0 0-1 0 0,-1-1 1 0 0,1 1 0 0 0,0 0 0 0 0,-1 0 0 0 0,-2-1 452 0 0,-9-1-726 0 0,0 4 5353 0 0,12-2-5045 0 0,-1 1 1 0 0,1-1-1 0 0,0 1 0 0 0,0-1 0 0 0,0 1 0 0 0,0 0 0 0 0,0-1 0 0 0,0 1 0 0 0,0-1 1 0 0,0 1-1 0 0,1-1 0 0 0,-1 1 0 0 0,0-1 0 0 0,0 1 0 0 0,0-1 0 0 0,1 1 0 0 0,-1-1 0 0 0,0 1 1 0 0,0-1-1 0 0,1 1 0 0 0,-1-1 0 0 0,0 1 0 0 0,1-1 0 0 0,-1 0 0 0 0,1 1 0 0 0,-1-1 1 0 0,1 1-1 0 0,64 13 1571 0 0,-15 0-664 0 0,-2 3 0 0 0,0 2 0 0 0,74 39 0 0 0,-68-31-531 0 0,-16-9-238 0 0,-23-12-198 0 0,1 2 0 0 0,-1 0 1 0 0,-1 0-1 0 0,18 14 1 0 0,-24-16-71 0 0,0 0 0 0 0,1-1 0 0 0,-1 0 0 0 0,1-1 0 0 0,10 4 0 0 0,-10-5-9 0 0,-1 1 0 0 0,1 0 0 0 0,-1 1 0 0 0,0 0-1 0 0,14 11 1 0 0,-10-8-18 0 0,-1 0 0 0 0,1-1 0 0 0,0-1 0 0 0,1 0-1 0 0,0-1 1 0 0,0 0 0 0 0,14 3 0 0 0,17 7-1247 0 0,-38-10-361 0 0,-39-4-19872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44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3602 0 0,'33'0'8323'0'0,"-1"-6"-4401"0"0,-32-9-400 0 0,33-5-481 0 0,0-7-720 0 0,32-9-800 0 0,0 3-641 0 0,0-9-399 0 0,-6 7-641 0 0,6 14-1121 0 0,1 3-1520 0 0,-1 9-2162 0 0,33 18-1520 0 0,0 24-2401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45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 2561 0 0,'0'8'3042'0'0,"-32"5"719"0"0,-1 28 1442 0 0,0 28-801 0 0,1-1-2081 0 0,32-5-1361 0 0,0 5-239 0 0,32-5-81 0 0,1-1-80 0 0,32-8-320 0 0,59 2-400 0 0,-26-8-1761 0 0,33-6-4642 0 0,0-28-4402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45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1 158 960 0 0,'3'-24'6222'0'0,"-2"22"-5954"0"0,0 1 0 0 0,0-1 0 0 0,0 1 0 0 0,0 0 0 0 0,0-1 0 0 0,0 1 0 0 0,0 0-1 0 0,0 0 1 0 0,1 0 0 0 0,-1-1 0 0 0,0 1 0 0 0,2 0 0 0 0,5-5 312 0 0,-7 5-472 0 0,-1 0-1 0 0,1 1 1 0 0,0-1 0 0 0,-1 0-1 0 0,1 0 1 0 0,-1 1 0 0 0,1-1-1 0 0,-1 0 1 0 0,1 0-1 0 0,-1 0 1 0 0,0 0 0 0 0,1 0-1 0 0,-1 0 1 0 0,0 0 0 0 0,0 1-1 0 0,0-1 1 0 0,0 0-1 0 0,0 0 1 0 0,0 0 0 0 0,0 0-1 0 0,0 0 1 0 0,0 0 0 0 0,0 0-1 0 0,0 0 1 0 0,0 0-1 0 0,-1-1 1 0 0,1 1-29 0 0,-1 0 0 0 0,1 1 0 0 0,0-1 0 0 0,0 0 0 0 0,-1 0 0 0 0,1 0 0 0 0,0 0 0 0 0,0 0 1 0 0,0 0-1 0 0,0 0 0 0 0,1 0 0 0 0,-1 0 0 0 0,0 0 0 0 0,0 0 0 0 0,0 0 0 0 0,1 0 0 0 0,-1 0 0 0 0,1 1 0 0 0,-1-1 0 0 0,1 0 0 0 0,-1 0 0 0 0,1 0 0 0 0,-1 0 0 0 0,2-1 0 0 0,20-11 1042 0 0,-22 13-1082 0 0,1 0 1 0 0,-1 0-1 0 0,0-1 1 0 0,1 1-1 0 0,-1 0 0 0 0,0 0 1 0 0,1-1-1 0 0,-1 1 1 0 0,0 0-1 0 0,1-1 0 0 0,-1 1 1 0 0,0 0-1 0 0,1-1 1 0 0,-1 1-1 0 0,0 0 0 0 0,0-1 1 0 0,0 1-1 0 0,1-1 1 0 0,-1 1-1 0 0,0-1 0 0 0,0 1 1 0 0,0 0-1 0 0,0-1 1 0 0,0 1-1 0 0,0-1 0 0 0,0 1 1 0 0,0-2-1 0 0,0 2-23 0 0,0 0-1 0 0,0-1 0 0 0,0 1 1 0 0,0 0-1 0 0,0-1 1 0 0,0 1-1 0 0,0 0 0 0 0,0-1 1 0 0,0 1-1 0 0,0 0 0 0 0,1-1 1 0 0,-1 1-1 0 0,0 0 1 0 0,0-1-1 0 0,0 1 0 0 0,0 0 1 0 0,1-1-1 0 0,-1 1 1 0 0,0 0-1 0 0,0 0 0 0 0,0-1 1 0 0,1 1-1 0 0,-1 0 0 0 0,0 0 1 0 0,0 0-1 0 0,1-1 1 0 0,0 1-1 0 0,2-1 140 0 0,-1 1-117 0 0,-1-1 0 0 0,0 1 0 0 0,1 0 0 0 0,-1-1 1 0 0,0 1-1 0 0,1-1 0 0 0,-1 1 0 0 0,0-1 0 0 0,0 1 1 0 0,0-1-1 0 0,1 0 0 0 0,-1 0 0 0 0,0 0 0 0 0,0 1 1 0 0,0-1-1 0 0,0 0 0 0 0,0 0 0 0 0,1-2 0 0 0,-1 1 11 0 0,0 1-1 0 0,0 0 0 0 0,0 0 0 0 0,1 0 1 0 0,-1 0-1 0 0,0 0 0 0 0,1 0 1 0 0,-1 0-1 0 0,1 0 0 0 0,-1 0 0 0 0,1 1 1 0 0,-1-1-1 0 0,1 1 0 0 0,-1-1 0 0 0,1 1 1 0 0,0 0-1 0 0,-1-1 0 0 0,1 1 1 0 0,-1 0-1 0 0,3 0 0 0 0,24 0 1006 0 0,-28 1-951 0 0,1-1 0 0 0,-1 0 0 0 0,1 1 0 0 0,-1-1 1 0 0,1 1-1 0 0,-1-1 0 0 0,1 1 0 0 0,-1 0 0 0 0,0-1 0 0 0,1 1 0 0 0,-1-1 1 0 0,0 1-1 0 0,1 0 0 0 0,-1-1 0 0 0,0 1 0 0 0,0 0 0 0 0,0-1 0 0 0,1 1 1 0 0,-1 0-1 0 0,0-1 0 0 0,0 1 0 0 0,0 0 0 0 0,0-1 0 0 0,0 1 0 0 0,0 0 0 0 0,-1 0 1 0 0,1-1-1 0 0,0 1 0 0 0,0 0 0 0 0,-1 0 0 0 0,1 2 395 0 0,0 22 542 0 0,2 0 1 0 0,0 0-1 0 0,7 27 1 0 0,-5-36-960 0 0,1 1 0 0 0,0-1 1 0 0,1-1-1 0 0,1 1 1 0 0,0-1-1 0 0,1 0 0 0 0,1-1 1 0 0,0 0-1 0 0,16 19 1 0 0,-20-27-393 0 0,1-1 0 0 0,0 1 0 0 0,0-1 1 0 0,0-1-1 0 0,0 1 0 0 0,1-1 0 0 0,13 7 1 0 0,-13-8-873 0 0,1 0 0 0 0,0-1 0 0 0,0 1 1 0 0,0-2-1 0 0,0 1 0 0 0,13 0 1 0 0,38-7-10530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46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232 173 1681 0 0,'-18'-2'2244'0'0,"-1"0"0"0"0,1-2 0 0 0,0 0 0 0 0,0-1 0 0 0,-21-8 1 0 0,6 2 390 0 0,22 7-574 0 0,0-1 0 0 0,0 0 0 0 0,-16-10 0 0 0,26 15-1970 0 0,1-1-1 0 0,-1 1 1 0 0,1 0-1 0 0,-1-1 1 0 0,1 1-1 0 0,-1 0 1 0 0,1-1-1 0 0,0 1 1 0 0,-1-1-1 0 0,1 1 1 0 0,-1-1-1 0 0,1 1 1 0 0,0-1-1 0 0,-1 1 1 0 0,1-1-1 0 0,0 1 1 0 0,0-1-1 0 0,0 1 1 0 0,-1-1-1 0 0,1 0 1 0 0,0 1-1 0 0,0-1 1 0 0,0 1-1 0 0,0-1 1 0 0,0 0-1 0 0,0 1 1 0 0,0-1-1 0 0,0 1 1 0 0,0-1-1 0 0,0 0 1 0 0,0 1-1 0 0,0-1 1 0 0,1 1-1 0 0,-1-1 1 0 0,0 1-1 0 0,0-1 1 0 0,0 1-1 0 0,1-1 0 0 0,-1 1 1 0 0,0-1-1 0 0,1 1 1 0 0,-1-1-1 0 0,1 1 1 0 0,-1-1-1 0 0,0 1 1 0 0,1-1-1 0 0,-1 1 1 0 0,1 0-1 0 0,-1-1 1 0 0,1 1-1 0 0,1-1 1 0 0,24-14 1059 0 0,7 2-1045 0 0,0 2 0 0 0,1 1 0 0 0,0 2 0 0 0,0 1 1 0 0,1 1-1 0 0,0 2 0 0 0,43 1 0 0 0,-60 4-505 0 0,0 0 1 0 0,0 1-1 0 0,0 0 1 0 0,0 2 0 0 0,20 6-1 0 0,-27-6-521 0 0,0 1 0 0 0,0-1 0 0 0,13 9 0 0 0,-18-9-143 0 0,-1 0 1 0 0,1 0-1 0 0,0 1 0 0 0,-1 0 1 0 0,0 0-1 0 0,4 5 0 0 0,-9-9 1013 0 0,2 1-663 0 0,-1 0 1 0 0,0 0 0 0 0,1 0-1 0 0,-1-1 1 0 0,1 1 0 0 0,-1 0-1 0 0,1 0 1 0 0,0-1-1 0 0,0 1 1 0 0,0-1 0 0 0,0 0-1 0 0,0 1 1 0 0,0-1 0 0 0,0 0-1 0 0,0 0 1 0 0,3 0 0 0 0,0 6-4463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46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15 240 0 0,'-6'-1'1596'0'0,"-14"-3"398"0"0,13-5 7155 0 0,7 18-1190 0 0,0 0-5686 0 0,1 2-1981 0 0,-1 0 1 0 0,2 0-1 0 0,-1 1 1 0 0,1-1 0 0 0,1 0-1 0 0,0-1 1 0 0,1 1-1 0 0,0 0 1 0 0,0-1-1 0 0,1 0 1 0 0,0 0 0 0 0,1 0-1 0 0,0-1 1 0 0,14 16-1 0 0,2 1-12 0 0,-16-20-198 0 0,0 1 1 0 0,-1 0-1 0 0,0 0 0 0 0,0 0 1 0 0,6 11-1 0 0,3 26 80 0 0,-12-34-172 0 0,1-1-1 0 0,0 1 1 0 0,7 13-1 0 0,13 16-61 0 0,-14-25-64 0 0,-1 1 0 0 0,11 25 0 0 0,-15-27-38 0 0,-3-9-77 0 0,0-1-1 0 0,0 1 1 0 0,0-1-1 0 0,1 1 1 0 0,-1-1-1 0 0,1 0 1 0 0,-1 1-1 0 0,1-1 0 0 0,0 0 1 0 0,1 0-1 0 0,-1 0 1 0 0,0-1-1 0 0,6 6 1 0 0,-3-2-5632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47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523 89 480 0 0,'8'-2'209'0'0,"-7"3"-106"0"0,0-1 0 0 0,0 0 1 0 0,0 0-1 0 0,0 0 0 0 0,0 0 1 0 0,0-1-1 0 0,0 1 0 0 0,0 0 1 0 0,-1 0-1 0 0,1-1 1 0 0,0 1-1 0 0,0 0 0 0 0,0-1 1 0 0,0 1-1 0 0,0-1 0 0 0,0 1 1 0 0,-1-1-1 0 0,1 1 0 0 0,0-1 1 0 0,0 0-1 0 0,-1 1 0 0 0,1-1 1 0 0,0 0-1 0 0,-1 0 0 0 0,1 0 1 0 0,-1 1-1 0 0,1-1 0 0 0,-1 0 1 0 0,1 0-1 0 0,-1 0 0 0 0,0 0 1 0 0,1 0-1 0 0,-1 0 0 0 0,0 0 1 0 0,0 0-1 0 0,0 0 0 0 0,0 0 1 0 0,0 0-1 0 0,0 0 0 0 0,0 0 1 0 0,0-1-1 0 0,0 1-32 0 0,0 0 0 0 0,1 0 0 0 0,-1 0 1 0 0,0 0-1 0 0,1 0 0 0 0,-1 1 0 0 0,1-1 0 0 0,-1 0 0 0 0,1 0 0 0 0,-1 0 0 0 0,1 1 1 0 0,0-1-1 0 0,-1 0 0 0 0,1 1 0 0 0,0-1 0 0 0,0 0 0 0 0,-1 1 0 0 0,1-1 1 0 0,0 1-1 0 0,0-1 0 0 0,0 1 0 0 0,0-1 0 0 0,0 1 0 0 0,0 0 0 0 0,0 0 1 0 0,-1-1-1 0 0,1 1 0 0 0,0 0 0 0 0,2 0 0 0 0,2-2 356 0 0,6-11 2121 0 0,44-1 333 0 0,-46 11-2580 0 0,2 1 0 0 0,-1 0 0 0 0,0 0 0 0 0,20 0 0 0 0,3 0-18 0 0,-22 1-130 0 0,1 1 0 0 0,-1 1 0 0 0,20 3 1 0 0,-5 0 140 0 0,-18-3-172 0 0,-1 1 0 0 0,0 0 0 0 0,0 0 0 0 0,-1 1 0 0 0,1 0 0 0 0,0 0 0 0 0,-1 0 0 0 0,0 1 1 0 0,0 0-1 0 0,0 0 0 0 0,0 1 0 0 0,-1-1 0 0 0,1 1 0 0 0,-1 1 0 0 0,6 7 0 0 0,-6-7-53 0 0,0 0 0 0 0,0 1 1 0 0,-1 0-1 0 0,0 0 0 0 0,0 0 0 0 0,0 1 0 0 0,-1-1 0 0 0,0 1 0 0 0,-1 0 1 0 0,1-1-1 0 0,-2 1 0 0 0,1 1 0 0 0,0 7 0 0 0,-4-6-58 0 0,0 0-1 0 0,-1 0 0 0 0,0 0 1 0 0,0-1-1 0 0,-1 1 1 0 0,0-1-1 0 0,-1 0 0 0 0,0 0 1 0 0,-9 12-1 0 0,4-5 20 0 0,5-7 14 0 0,-1-1 0 0 0,0-1 0 0 0,-1 1 0 0 0,1-1 0 0 0,-2 0 0 0 0,1-1 0 0 0,-1 0 1 0 0,0 0-1 0 0,0 0 0 0 0,0-1 0 0 0,-1 0 0 0 0,0-1 0 0 0,-12 5 0 0 0,8-3 19 0 0,-14 6 75 0 0,-1-2 1 0 0,0 0-1 0 0,-1-2 0 0 0,0-1 1 0 0,0-2-1 0 0,0 0 0 0 0,-1-2 1 0 0,-49-1-1 0 0,40-4-130 0 0,1-2 0 0 0,-1-1 1 0 0,1-2-1 0 0,0-2 0 0 0,-72-26 0 0 0,95 29-31 0 0,-1-1 0 0 0,1 0 0 0 0,1-1 0 0 0,-1-1 0 0 0,2 0 0 0 0,-1-1 0 0 0,1-1 0 0 0,-14-13 1 0 0,21 17-4 0 0,0 0 1 0 0,1 0-1 0 0,-1-1 1 0 0,1 0-1 0 0,1 0 1 0 0,-1 0-1 0 0,1 0 1 0 0,1 0-1 0 0,0-1 1 0 0,0 0-1 0 0,0 0 1 0 0,1 0 0 0 0,1 0-1 0 0,-1 0 1 0 0,1-15-1 0 0,1 20 24 0 0,0-1 0 0 0,0 1 0 0 0,0 0 0 0 0,0 0 0 0 0,1 0 0 0 0,0 0 0 0 0,0 0 0 0 0,2-5 0 0 0,-2 7-11 0 0,0 0 0 0 0,1 0 0 0 0,-1 0 0 0 0,1 0 0 0 0,0 1 0 0 0,-1-1-1 0 0,1 0 1 0 0,0 1 0 0 0,0-1 0 0 0,0 1 0 0 0,0 0 0 0 0,1-1 0 0 0,-1 1 0 0 0,0 0 0 0 0,0 0 0 0 0,1 1 0 0 0,3-2 0 0 0,17-3-142 0 0,0 1-1 0 0,0 1 1 0 0,1 1 0 0 0,-1 0 0 0 0,1 2-1 0 0,-1 1 1 0 0,1 1 0 0 0,-1 1 0 0 0,0 1 0 0 0,26 8-1 0 0,180 65-644 0 0,-171-56 649 0 0,-1 2 0 0 0,78 44-1 0 0,-5-2 46 0 0,-127-64 70 0 0,1 2-415 0 0,1 0-1 0 0,0-1 0 0 0,0 0 0 0 0,0 1 1 0 0,0-2-1 0 0,1 1 0 0 0,-1-1 1 0 0,0 1-1 0 0,1-2 0 0 0,-1 1 1 0 0,7 0-1 0 0,20-1-5137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48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516 23 1841 0 0,'0'0'1814'0'0,"6"0"-133"0"0,-6 0-1504 0 0,1-1-36 0 0,1 1 0 0 0,-1 0 1 0 0,1 0-1 0 0,-1 0 0 0 0,1 0 1 0 0,-1 0-1 0 0,1 0 0 0 0,-1 0 1 0 0,0 0-1 0 0,1 1 0 0 0,-1-1 1 0 0,1 1-1 0 0,-1-1 1 0 0,0 1-1 0 0,1-1 0 0 0,-1 1 1 0 0,2 2 1840 0 0,-3-8-1075 0 0,-6 4 3735 0 0,-25-1-2436 0 0,0-1 0 0 0,-39-9 0 0 0,57 9-1421 0 0,5 2-511 0 0,0 0-1 0 0,1 0 0 0 0,-1 1 0 0 0,-9 1 0 0 0,-6 0 149 0 0,17 5-262 0 0,0-4-149 0 0,5-2-9 0 0,0 0 0 0 0,1 0 1 0 0,-1 0-1 0 0,0 0 0 0 0,0 0 1 0 0,0 0-1 0 0,0 1 0 0 0,0-1 0 0 0,1 0 1 0 0,-1 1-1 0 0,0-1 0 0 0,0 0 1 0 0,0 1-1 0 0,1-1 0 0 0,-1 1 0 0 0,0-1 1 0 0,1 1-1 0 0,-1 0 0 0 0,0-1 1 0 0,1 1-1 0 0,-1 0 0 0 0,1-1 1 0 0,-1 1-1 0 0,1 0 0 0 0,-1 0 0 0 0,1-1 1 0 0,0 1-1 0 0,-1 0 0 0 0,1 0 1 0 0,0 0-1 0 0,0 0 0 0 0,-1 0 1 0 0,1-1-1 0 0,0 1 0 0 0,0 2 0 0 0,0 48 198 0 0,0-50-205 0 0,0 1 0 0 0,0-1 0 0 0,0 0 0 0 0,1 0 0 0 0,-1 0 0 0 0,0 0 0 0 0,1 0-1 0 0,-1 0 1 0 0,1 0 0 0 0,-1 0 0 0 0,1 0 0 0 0,-1 0 0 0 0,1 0 0 0 0,-1 0-1 0 0,1 0 1 0 0,0 0 0 0 0,0 0 0 0 0,0 0 0 0 0,-1-1 0 0 0,1 1 0 0 0,0 0-1 0 0,0 0 1 0 0,0-1 0 0 0,0 1 0 0 0,0-1 0 0 0,0 1 0 0 0,0-1 0 0 0,0 0 0 0 0,3 1-1 0 0,1 2-40 0 0,1 0 17 0 0,0-1-1 0 0,0 1 0 0 0,0-1 0 0 0,0 0 0 0 0,0-1 0 0 0,0 0 1 0 0,0 0-1 0 0,0 0 0 0 0,9 0 0 0 0,20 4-45 0 0,1 1 99 0 0,46 3-1 0 0,22 3-3 0 0,-86-9-16 0 0,56 15-249 0 0,-73-18 244 0 0,-1 0-1 0 0,1 0 1 0 0,-1 0-1 0 0,0 1 0 0 0,1-1 1 0 0,-1 0-1 0 0,0 0 1 0 0,1 1-1 0 0,-1-1 0 0 0,0 0 1 0 0,1 1-1 0 0,-1-1 1 0 0,0 0-1 0 0,1 1 0 0 0,-1-1 1 0 0,0 1-1 0 0,0-1 1 0 0,0 0-1 0 0,1 1 0 0 0,-1-1 1 0 0,0 1-1 0 0,0-1 1 0 0,0 1-1 0 0,0-1 0 0 0,0 0 1 0 0,0 1-1 0 0,0-1 1 0 0,0 1-1 0 0,4 9-45 0 0,2-6 24 0 0,10 7-22 0 0,-15-11 45 0 0,-1 1 1 0 0,1-1-1 0 0,-1 1 1 0 0,0-1-1 0 0,1 1 1 0 0,-1-1-1 0 0,0 1 1 0 0,0-1-1 0 0,0 1 0 0 0,1-1 1 0 0,-1 1-1 0 0,0 0 1 0 0,0-1-1 0 0,0 1 1 0 0,0-1-1 0 0,0 1 0 0 0,0-1 1 0 0,0 1-1 0 0,0 0 1 0 0,0-1-1 0 0,0 1 1 0 0,0-1-1 0 0,-1 1 0 0 0,1-1 1 0 0,0 1-1 0 0,0 0 1 0 0,0-1-1 0 0,-1 1 1 0 0,1-1-1 0 0,0 1 0 0 0,-1-1 1 0 0,1 1-1 0 0,-1 0 1 0 0,-21 22 172 0 0,12 0 85 0 0,9-21-225 0 0,1 1 1 0 0,-1 0 0 0 0,-1-1 0 0 0,1 1 0 0 0,0-1 0 0 0,0 0 0 0 0,-1 1-1 0 0,0-1 1 0 0,1 0 0 0 0,-1 0 0 0 0,0 0 0 0 0,0 0 0 0 0,0 0 0 0 0,0 0 0 0 0,0 0-1 0 0,-1-1 1 0 0,-3 3 0 0 0,-30 12 226 0 0,0-1 0 0 0,-1-2 1 0 0,-71 14-1 0 0,-50-1-1394 0 0,143-25 345 0 0,-1 0 1 0 0,0-2-1 0 0,0 0 1 0 0,1-1-1 0 0,-1 0 1 0 0,1-1-1 0 0,0-1 1 0 0,-29-12-1 0 0,22 9-1701 0 0,1-2 0 0 0,-29-16 0 0 0,32 13-740 0 0,0-1 0 0 0,-16-15 0 0 0,33 27 3142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49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0 1201 0 0,'-60'12'1800'0'0,"53"-8"-499"0"0,3 0-948 0 0,3-4-128 0 0,-1 0-119 0 0,1-1 0 0 0,-1 1 0 0 0,0 0 0 0 0,1 1 0 0 0,-1-1 0 0 0,1 0 0 0 0,-1 0 0 0 0,1 1 0 0 0,-1-1 0 0 0,1 1 0 0 0,-1-1 0 0 0,1 1 0 0 0,0-1 0 0 0,-4 4 4428 0 0,-33 2-2413 0 0,15-3-1330 0 0,0 1-1 0 0,1 1 0 0 0,-35 11 1 0 0,38-11-385 0 0,19-5-367 0 0,-1 0 0 0 0,1 1 1 0 0,-1-1-1 0 0,1 0 0 0 0,-1 0 1 0 0,1 0-1 0 0,-1 0 1 0 0,1 0-1 0 0,-1 0 0 0 0,1 0 1 0 0,0 0-1 0 0,-1 0 1 0 0,1 0-1 0 0,-1 0 0 0 0,1 0 1 0 0,-1 0-1 0 0,1 0 0 0 0,-1 0 1 0 0,1 0-1 0 0,-1 0 1 0 0,1-1-1 0 0,-1 1 0 0 0,1 0 1 0 0,0 0-1 0 0,-1-1 1 0 0,1 1-1 0 0,-1 0 0 0 0,1 0 1 0 0,-1-2 1426 0 0,7 2-1265 0 0,203 17 1807 0 0,-109-5-1229 0 0,-80-10-628 0 0,716 97 3527 0 0,-62 28-3278 0 0,-656-123-679 0 0,33 3-936 0 0,-22-9-2387 0 0,-29 2 3359 0 0,1 0-1 0 0,-1 0 0 0 0,0 0 1 0 0,1-1-1 0 0,-1 1 1 0 0,1 0-1 0 0,-1 0 0 0 0,0-1 1 0 0,1 1-1 0 0,-1 0 0 0 0,0-1 1 0 0,0 1-1 0 0,1 0 0 0 0,-1-1 1 0 0,0 1-1 0 0,0 0 0 0 0,1-1 1 0 0,-1 1-1 0 0,0-1 1 0 0,0 1-1 0 0,0 0 0 0 0,0-1 1 0 0,0 1-1 0 0,0-1 0 0 0,0 1 1 0 0,1 0-1 0 0,-1-1 0 0 0,0 1 1 0 0,0-1-1 0 0,-1 1 0 0 0,1-1 1 0 0,0 1-1 0 0,0-1 0 0 0,0 1 1 0 0,0-1-1 0 0,-6-13-4658 0 0,-21-7-1060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50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126 179 400 0 0,'-65'15'1734'0'0,"37"-15"841"0"0,21-4-300 0 0,4 1-1722 0 0,-19 1 927 0 0,22 2-1420 0 0,0 0-1 0 0,0 0 0 0 0,0 0 0 0 0,0 0 1 0 0,0 0-1 0 0,1-1 0 0 0,-1 1 0 0 0,0 0 0 0 0,0 0 1 0 0,0 0-1 0 0,0 0 0 0 0,0 0 0 0 0,0 0 0 0 0,0-1 1 0 0,0 1-1 0 0,0 0 0 0 0,0 0 0 0 0,0 0 1 0 0,0 0-1 0 0,0 0 0 0 0,0 0 0 0 0,0-1 0 0 0,0 1 1 0 0,0 0-1 0 0,0 0 0 0 0,0 0 0 0 0,0 0 0 0 0,0 0 1 0 0,0-1-1 0 0,0 1 0 0 0,0 0 0 0 0,0 0 1 0 0,0 0-1 0 0,0 0 0 0 0,-1 0 0 0 0,1 0 0 0 0,0-1 1 0 0,0 1-1 0 0,0 0 0 0 0,0 0 0 0 0,22-1 1008 0 0,-22 1-906 0 0,1 0 0 0 0,-1-1 0 0 0,0 1 0 0 0,1 0 0 0 0,-1-1 0 0 0,1 1 0 0 0,-1 0 0 0 0,0-1 0 0 0,1 1 0 0 0,-1 0 0 0 0,0-1 0 0 0,1 1 0 0 0,-1-1 0 0 0,0 1 0 0 0,1-1 1 0 0,-1 1-1 0 0,0-1 0 0 0,0 1 0 0 0,0-1 0 0 0,0 1 0 0 0,1-1 0 0 0,-1 1 0 0 0,0-1 0 0 0,0 0 0 0 0,3-7 482 0 0,57-16 1131 0 0,-29 6-1111 0 0,-20 11-348 0 0,2 0-1 0 0,-1 0 1 0 0,25-8-1 0 0,88-38 887 0 0,-110 46-1061 0 0,0 2 0 0 0,1 0 0 0 0,30-6 0 0 0,-45 11-136 0 0,-1 0 0 0 0,0 0 1 0 0,0 0-1 0 0,1 0 0 0 0,-1 0 0 0 0,0 0 0 0 0,0 0 0 0 0,1 0 0 0 0,-1 0 1 0 0,0 0-1 0 0,0 0 0 0 0,1 0 0 0 0,-1 0 0 0 0,0 0 0 0 0,0 0 1 0 0,1 0-1 0 0,-1 0 0 0 0,0 0 0 0 0,0 0 0 0 0,0 0 0 0 0,1 1 1 0 0,-1-1-1 0 0,0 0 0 0 0,0 0 0 0 0,1 0 0 0 0,-1 0 0 0 0,0 0 0 0 0,0 1 1 0 0,0-1-1 0 0,0 0 0 0 0,1 0 0 0 0,-1 0 0 0 0,0 1 0 0 0,0-1 1 0 0,3 4 22 0 0,0-3-15 0 0,-1 1-1 0 0,0-1 0 0 0,0 1 0 0 0,0 0 0 0 0,0 0 0 0 0,-1 0 1 0 0,1 0-1 0 0,0 0 0 0 0,-1 0 0 0 0,1 0 0 0 0,-1 0 0 0 0,0 1 1 0 0,0-1-1 0 0,0 0 0 0 0,0 1 0 0 0,0-1 0 0 0,0 1 0 0 0,-1-1 0 0 0,1 5 1 0 0,3 6 45 0 0,21 42 264 0 0,-20-47-263 0 0,0 1-1 0 0,-1-1 0 0 0,0 1 0 0 0,0 0 0 0 0,-1 0 1 0 0,0 0-1 0 0,-1 1 0 0 0,0-1 0 0 0,1 13 0 0 0,-3-18-55 0 0,0-1 0 0 0,0 0 0 0 0,1 0 0 0 0,-1 0 0 0 0,1 0 0 0 0,0 0 0 0 0,0 0 0 0 0,0 0 0 0 0,0 0 0 0 0,0 0 0 0 0,1 0 0 0 0,0 0 0 0 0,2 3 0 0 0,8 15 10 0 0,-9-9-30 0 0,-1-1 0 0 0,0 1 0 0 0,-1 0 0 0 0,0-1-1 0 0,-1 1 1 0 0,-2 21 0 0 0,0 6-562 0 0,2-38 488 0 0,0 0-1 0 0,0-1 0 0 0,0 1 0 0 0,0 0 1 0 0,0 0-1 0 0,0 0 0 0 0,0-1 0 0 0,0 1 1 0 0,0 0-1 0 0,0 0 0 0 0,0 0 1 0 0,0 0-1 0 0,0-1 0 0 0,1 1 0 0 0,-1 0 1 0 0,0 0-1 0 0,1-1 0 0 0,-1 1 0 0 0,1 0 1 0 0,-1 0-1 0 0,1-1 0 0 0,-1 1 0 0 0,1-1 1 0 0,-1 1-1 0 0,1 0 0 0 0,-1-1 0 0 0,1 1 1 0 0,0-1-1 0 0,-1 1 0 0 0,1-1 1 0 0,0 0-1 0 0,0 1 0 0 0,-1-1 0 0 0,1 0 1 0 0,0 1-1 0 0,0-1 0 0 0,0 0 0 0 0,-1 0 1 0 0,1 0-1 0 0,1 1 0 0 0,3-2-1366 0 0,-1 0 1 0 0,1 0-1 0 0,-1 0 0 0 0,0-1 1 0 0,1 0-1 0 0,4-2 0 0 0,3-1-1069 0 0,20-10-2167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50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354 180 880 0 0,'-204'78'13425'0'0,"159"-63"-11363"0"0,-15 7 246 0 0,59-22-2274 0 0,1 1 0 0 0,-1-1-1 0 0,1 0 1 0 0,-1 0 0 0 0,0 1 0 0 0,1-1-1 0 0,-1 1 1 0 0,1-1 0 0 0,-1 0-1 0 0,1 1 1 0 0,-1-1 0 0 0,1 1 0 0 0,-1-1-1 0 0,1 1 1 0 0,0 0 0 0 0,-1-1 0 0 0,1 1-1 0 0,0-1 1 0 0,-1 1 0 0 0,1 0-1 0 0,0-1 1 0 0,0 1 0 0 0,0-1 0 0 0,-1 1-1 0 0,1 0 1 0 0,0-1 0 0 0,0 1-1 0 0,0 0 1 0 0,0 0 0 0 0,0 0-14 0 0,0-1 1 0 0,0 1-1 0 0,0-1 0 0 0,0 1 1 0 0,0-1-1 0 0,0 1 0 0 0,0-1 1 0 0,0 0-1 0 0,0 1 0 0 0,0-1 1 0 0,0 1-1 0 0,-1-1 0 0 0,1 1 1 0 0,0-1-1 0 0,0 1 0 0 0,0-1 1 0 0,-1 0-1 0 0,1 1 0 0 0,0-1 1 0 0,-1 0-1 0 0,1 1 0 0 0,0-1 1 0 0,-1 0-1 0 0,1 1 0 0 0,0-1 1 0 0,-1 0-1 0 0,-3 2 96 0 0,-16 10 313 0 0,19-12-410 0 0,1 1 0 0 0,-1-1 0 0 0,1 1-1 0 0,0-1 1 0 0,-1 1 0 0 0,1-1 0 0 0,0 1 0 0 0,-1 0 0 0 0,1-1 0 0 0,0 1 0 0 0,0 0-1 0 0,0-1 1 0 0,-1 1 0 0 0,1 0 0 0 0,0-1 0 0 0,0 1 0 0 0,0 0 0 0 0,0-1-1 0 0,0 1 1 0 0,0 0 0 0 0,0-1 0 0 0,0 1 0 0 0,1 0 0 0 0,-1-1 0 0 0,0 1-1 0 0,0 0 1 0 0,1-1 0 0 0,-1 1 0 0 0,0-1 0 0 0,1 1 0 0 0,-1 0 0 0 0,0-1-1 0 0,1 1 1 0 0,-1-1 0 0 0,1 1 0 0 0,-1-1 0 0 0,1 1 0 0 0,0 0 0 0 0,5 3 60 0 0,1 1 0 0 0,-1-1 1 0 0,1 0-1 0 0,0-1 0 0 0,0 1 1 0 0,0-1-1 0 0,1-1 0 0 0,14 4 1 0 0,-7-1 33 0 0,45 11 144 0 0,0-3 1 0 0,1-2 0 0 0,0-3 0 0 0,0-3 0 0 0,114-5 0 0 0,-143-2-311 0 0,0-2-1 0 0,35-8 1 0 0,-64 11 70 0 0,0 1 1 0 0,0-1 0 0 0,-1 0-1 0 0,1 1 1 0 0,0-1-1 0 0,0-1 1 0 0,-1 1-1 0 0,1 0 1 0 0,-1-1 0 0 0,1 1-1 0 0,2-3 1 0 0,-4 3 7 0 0,0-1 0 0 0,-1 1-1 0 0,1 0 1 0 0,-1 0 0 0 0,1 0 0 0 0,-1 0 0 0 0,1-1 0 0 0,-1 1 0 0 0,0 0 0 0 0,0 0 0 0 0,0-1 0 0 0,0 1 0 0 0,0 0 0 0 0,0-1 0 0 0,0 1 0 0 0,0 0-1 0 0,0 0 1 0 0,0-1 0 0 0,-1 1 0 0 0,1 0 0 0 0,-1 0 0 0 0,1-1 0 0 0,-1 1 0 0 0,1 0 0 0 0,-1 0 0 0 0,1 0 0 0 0,-1 0 0 0 0,-1-2 0 0 0,-8-10 144 0 0,0 1 1 0 0,-1 0-1 0 0,0 1 1 0 0,-1 0 0 0 0,0 0-1 0 0,-26-16 1 0 0,7 5-143 0 0,-2 1-1 0 0,0 1 1 0 0,-1 2 0 0 0,-1 1-1 0 0,-1 2 1 0 0,0 1 0 0 0,-63-14-1 0 0,85 25-216 0 0,-5 0-893 0 0,0-2-1 0 0,-32-12 0 0 0,50 17 931 0 0,0 0 0 0 0,0 0-1 0 0,0-1 1 0 0,0 1 0 0 0,1 0 0 0 0,-1 0 0 0 0,0-1 0 0 0,0 1 0 0 0,0-1 0 0 0,0 1 0 0 0,0-1 0 0 0,0 1 0 0 0,1-1 0 0 0,-1 0 0 0 0,0 1 0 0 0,0-1-1 0 0,1 0 1 0 0,-1 0 0 0 0,0 1 0 0 0,1-1 0 0 0,-1 0 0 0 0,1 0 0 0 0,-1 0 0 0 0,1 0 0 0 0,0 0 0 0 0,-1-1 0 0 0,2-1-296 0 0,0 1 1 0 0,0 0-1 0 0,1-1 1 0 0,-1 1-1 0 0,1 0 0 0 0,0 0 1 0 0,-1 0-1 0 0,1 1 1 0 0,0-1-1 0 0,2-2 1 0 0,-3 4 297 0 0,38-32-6252 0 0,20 4 280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51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66 320 0 0,'0'-4'6465'0'0,"0"8"-4539"0"0,5-4-1099 0 0,0 0-552 0 0,-4 0-190 0 0,0 0 1 0 0,-1 0-1 0 0,1 1 0 0 0,0-1 1 0 0,0 0-1 0 0,-1 0 1 0 0,1 0-1 0 0,0 0 1 0 0,0 0-1 0 0,-1 0 0 0 0,1 0 1 0 0,0-1-1 0 0,0 1 1 0 0,-1 0-1 0 0,1 0 1 0 0,0 0-1 0 0,-1-1 0 0 0,1 1 1 0 0,0 0-1 0 0,-1-1 1 0 0,1 1-1 0 0,-1-1 0 0 0,1 1 1 0 0,0-1-1 0 0,-1 1 1 0 0,1-1-1 0 0,-1 1 1 0 0,1-1-1 0 0,-1 1 0 0 0,0-1 1 0 0,1 0-1 0 0,-1 1 1 0 0,0-1-1 0 0,1 0 1 0 0,-1 1-1 0 0,0-1 0 0 0,0 0 1 0 0,1 1-1 0 0,-1-1 1 0 0,0 0-1 0 0,0 0 1 0 0,0 1-1 0 0,0-1 0 0 0,0 0 1 0 0,0 0-1 0 0,0 1 1 0 0,0-2-1 0 0,-6 0 809 0 0,2 1-638 0 0,3 1-204 0 0,0 0 0 0 0,0 0 0 0 0,0 0-1 0 0,0 0 1 0 0,0 0 0 0 0,1 0 0 0 0,-1-1-1 0 0,0 1 1 0 0,0 0 0 0 0,0 0 0 0 0,0-1-1 0 0,0 1 1 0 0,1-1 0 0 0,-1 1 0 0 0,0 0-1 0 0,0-1 1 0 0,1 0 0 0 0,-1 1 0 0 0,0-1-1 0 0,1 1 1 0 0,-1-1 0 0 0,0 0-1 0 0,1 1 1 0 0,-1-1 0 0 0,1 0 0 0 0,-1 0-1 0 0,1 0 1 0 0,0 1 0 0 0,-1-1 0 0 0,1 0-1 0 0,0 0 1 0 0,-1 0 0 0 0,1 0 0 0 0,0-1-1 0 0,0 1-36 0 0,0 1-1 0 0,0 0 1 0 0,0-1-1 0 0,-1 1 0 0 0,1-1 1 0 0,0 1-1 0 0,0 0 1 0 0,0-1-1 0 0,0 1 1 0 0,-1-1-1 0 0,1 1 0 0 0,0 0 1 0 0,0-1-1 0 0,-1 1 1 0 0,1 0-1 0 0,0 0 0 0 0,-1-1 1 0 0,1 1-1 0 0,0 0 1 0 0,-1 0-1 0 0,1-1 1 0 0,0 1-1 0 0,-1 0 0 0 0,1 0 1 0 0,0 0-1 0 0,-1-1 1 0 0,1 1-1 0 0,-1 0 0 0 0,1 0 1 0 0,0 0-1 0 0,-1 0 1 0 0,1 0-1 0 0,-1 0 1 0 0,1 0-1 0 0,-1 0 0 0 0,1 0 1 0 0,0 0-1 0 0,-1 0 1 0 0,1 0-1 0 0,-1 0 1 0 0,1 1-1 0 0,0-1 0 0 0,-1 0 1 0 0,0 0 6 0 0,1 1 1 0 0,-1-1-1 0 0,1 0 1 0 0,-1 0 0 0 0,0 0-1 0 0,1 0 1 0 0,-1 0-1 0 0,1 0 1 0 0,-1 0 0 0 0,1 0-1 0 0,-1 0 1 0 0,0 0-1 0 0,1 0 1 0 0,-1 0 0 0 0,1 0-1 0 0,-1-1 1 0 0,1 1-1 0 0,-1 0 1 0 0,0 0 0 0 0,1-1-1 0 0,-1 1 1 0 0,1 0-1 0 0,-1 0 1 0 0,1-1-1 0 0,0 1 1 0 0,-1-1 0 0 0,1 1-1 0 0,-1 0 1 0 0,1-1-1 0 0,0 1 1 0 0,-1-1 0 0 0,1 1-1 0 0,0-1 1 0 0,-1 1-1 0 0,1-1 1 0 0,0 1 0 0 0,0-1-1 0 0,0 0 1 0 0,-1 1-1 0 0,1-1 1 0 0,0 1-1 0 0,0-1 1 0 0,0 1 0 0 0,0-1-1 0 0,0-1 1 0 0,1 0 2150 0 0,-1 9-929 0 0,0-6-1167 0 0,0 0-1 0 0,0 0 1 0 0,0 1 0 0 0,0-1 0 0 0,0 0 0 0 0,-1 0 0 0 0,1 0 0 0 0,0 0-1 0 0,-1 1 1 0 0,1-1 0 0 0,-1 0 0 0 0,1 0 0 0 0,-1 0 0 0 0,0 0 0 0 0,0 1 0 0 0,-29 18 535 0 0,24-16-524 0 0,-1-1 1 0 0,1 1 0 0 0,1 0 0 0 0,-1 1-1 0 0,0 0 1 0 0,1-1 0 0 0,0 2 0 0 0,-6 7-1 0 0,0 19 33 0 0,1-14-83 0 0,8-15-32 0 0,0 0-1 0 0,0 1 0 0 0,0 0 1 0 0,0-1-1 0 0,1 1 0 0 0,-1 0 1 0 0,1 0-1 0 0,0 0 0 0 0,0-1 1 0 0,1 1-1 0 0,-1 0 0 0 0,1 5 1 0 0,-2 26 42 0 0,1-26-28 0 0,0 1-1 0 0,1-1 1 0 0,0 0-1 0 0,0 1 0 0 0,1-1 1 0 0,0 0-1 0 0,1 0 1 0 0,3 11-1 0 0,1-9 9 0 0,0-1 0 0 0,0 0-1 0 0,1 0 1 0 0,12 12 0 0 0,-3-2 12 0 0,-6-9-23 0 0,0-1-1 0 0,0 0 0 0 0,1 0 0 0 0,1-1 0 0 0,-1-1 0 0 0,1 0 0 0 0,1 0 0 0 0,0-1 0 0 0,15 5 0 0 0,-7-3 3 0 0,2-1 0 0 0,-1-1 0 0 0,1-1 0 0 0,46 6 0 0 0,-44-12 8 0 0,-1 0 1 0 0,1-2 0 0 0,-1-1-1 0 0,0 0 1 0 0,44-14 0 0 0,-64 16-21 0 0,1 0 0 0 0,-1 0 0 0 0,1-1 0 0 0,-1 1 1 0 0,0-1-1 0 0,0 0 0 0 0,1-1 0 0 0,-2 1 0 0 0,1-1 0 0 0,0 1 1 0 0,0-1-1 0 0,-1 0 0 0 0,1-1 0 0 0,4-5 0 0 0,-7 6-2 0 0,1 0-1 0 0,-1 0 1 0 0,0-1-1 0 0,0 1 1 0 0,-1 0-1 0 0,1 0 1 0 0,-1-1-1 0 0,1 1 1 0 0,-1 0-1 0 0,0-1 1 0 0,0 1-1 0 0,-1 0 1 0 0,1-1-1 0 0,-1 1 1 0 0,1 0-1 0 0,-1 0 1 0 0,0-1 0 0 0,0 1-1 0 0,-1 0 1 0 0,1 0-1 0 0,-1 0 1 0 0,-1-3-1 0 0,-6-8-121 0 0,0 0-1 0 0,0 1 1 0 0,-1 0-1 0 0,-1 1 1 0 0,0 0-1 0 0,0 1 1 0 0,-24-18-1 0 0,12 11-547 0 0,-2 2-1 0 0,1 1 0 0 0,-43-20 0 0 0,37 24-844 0 0,-55-15-1 0 0,66 21 578 0 0,1 0 0 0 0,-1-1 0 0 0,-33-17 0 0 0,41 17-312 0 0,0-1 0 0 0,1-1 1 0 0,0 0-1 0 0,0 0 1 0 0,-9-10-1 0 0,-14-22-3490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52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7 480 0 0,'0'0'294'0'0,"-4"0"-334"0"0,-6 0 74 0 0,12 0-146 0 0,-1 0 146 0 0,-1 1-1 0 0,1-1 1 0 0,9-7 12562 0 0,-10 7-12569 0 0,0 0 0 0 0,0 1 0 0 0,1-1 0 0 0,-1 1 0 0 0,0-1 1 0 0,0 1-1 0 0,0-1 0 0 0,1 0 0 0 0,-1 1 0 0 0,0-1 0 0 0,1 1 0 0 0,-1-1 0 0 0,0 0 1 0 0,1 1-1 0 0,-1-1 0 0 0,0 0 0 0 0,1 0 0 0 0,-1 1 0 0 0,1-1 0 0 0,-1 0 0 0 0,0 0 0 0 0,1 0 1 0 0,-1 1-1 0 0,1-1 0 0 0,-1 0 0 0 0,1 0 0 0 0,-1 0 0 0 0,1 0 0 0 0,0 0 0 0 0,36 16 276 0 0,-1 1-1 0 0,-1 2 1 0 0,0 2-1 0 0,-2 1 0 0 0,0 1 1 0 0,-2 2-1 0 0,-1 1 0 0 0,48 53 1 0 0,34 31 160 0 0,-76-77-31 0 0,-2 1 1 0 0,40 51 0 0 0,2 28 500 0 0,-29-53-462 0 0,-14-17 201 0 0,39 63-1 0 0,-45-59 115 0 0,26 68-1 0 0,-45-96-624 0 0,-1 1-1 0 0,0 1 1 0 0,-2-1-1 0 0,-1 1 1 0 0,0 0 0 0 0,0 29-1 0 0,-6-28-188 0 0,-1 0 0 0 0,-1 0-1 0 0,-1-1 1 0 0,0 1 0 0 0,-15 32 0 0 0,5-10-443 0 0,10-29-134 0 0,0-1 1 0 0,-1 0 0 0 0,-1 0-1 0 0,0-1 1 0 0,-1 0-1 0 0,0 0 1 0 0,-1 0 0 0 0,0-1-1 0 0,-1-1 1 0 0,0 0 0 0 0,-1 0-1 0 0,-19 14 1 0 0,-67 46-8027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57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125 153 1681 0 0,'-48'-7'5882'0'0,"4"1"-2827"0"0,43 4-2969 0 0,0 1 0 0 0,0 0 0 0 0,0 0 0 0 0,1 0 0 0 0,-1-1 0 0 0,1 1 0 0 0,-1 0 0 0 0,1-1-1 0 0,-1 1 1 0 0,1-1 0 0 0,0 1 0 0 0,0 0 0 0 0,-1-1 0 0 0,1 1 0 0 0,0-1 0 0 0,0 1 0 0 0,1 0 0 0 0,-1-1 0 0 0,0 1-1 0 0,1-3 1 0 0,-1 1 71 0 0,0-2 17 0 0,0 1 1 0 0,0 0-1 0 0,0-1 0 0 0,0 1 1 0 0,1 0-1 0 0,0-1 0 0 0,-1 1 1 0 0,2 0-1 0 0,-1 0 0 0 0,0 0 1 0 0,1 0-1 0 0,2-4 0 0 0,-1 5-90 0 0,0 0-1 0 0,0 1 1 0 0,0-1-1 0 0,0 1 1 0 0,0 0-1 0 0,1 0 1 0 0,-1 0-1 0 0,1 0 1 0 0,-1 0-1 0 0,1 1 0 0 0,0 0 1 0 0,-1-1-1 0 0,1 1 1 0 0,0 1-1 0 0,4-1 1 0 0,-1-1 27 0 0,17-3 381 0 0,-1 1 0 0 0,25 0 0 0 0,-7 2 112 0 0,0 1-1 0 0,0 3 1 0 0,54 8 0 0 0,117 37 1370 0 0,-203-45-1820 0 0,1 0 0 0 0,-1 1 0 0 0,0 1 0 0 0,-1-1 0 0 0,1 2 0 0 0,-1-1 0 0 0,1 1 0 0 0,-1 0 0 0 0,-1 1 0 0 0,10 8 0 0 0,-16-14-133 0 0,-1 1 0 0 0,1-1 0 0 0,-1 1-1 0 0,0-1 1 0 0,1 1 0 0 0,-1-1 0 0 0,0 1 0 0 0,1-1 0 0 0,-1 1 0 0 0,0-1 0 0 0,0 1-1 0 0,0 0 1 0 0,1-1 0 0 0,-1 1 0 0 0,0-1 0 0 0,0 1 0 0 0,0 0 0 0 0,0-1-1 0 0,0 1 1 0 0,0-1 0 0 0,0 1 0 0 0,0 0 0 0 0,-1-1 0 0 0,1 1 0 0 0,0-1 0 0 0,0 1-1 0 0,0-1 1 0 0,-1 1 0 0 0,1 0 0 0 0,0-1 0 0 0,-1 1 0 0 0,1-1 0 0 0,0 1 0 0 0,-1-1-1 0 0,0 1 1 0 0,-19 12 439 0 0,13-10-324 0 0,-147 69 1230 0 0,112-55-1078 0 0,21-9-188 0 0,0-1-1 0 0,-1-1 1 0 0,0-1-1 0 0,-32 4 1 0 0,-89-3 176 0 0,579 16-209 0 0,-370-12-72 0 0,0 2 1 0 0,79 27-1 0 0,-64-12 19 0 0,-79-27-12 0 0,0 1 0 0 0,0 0 0 0 0,0-1 1 0 0,0 1-1 0 0,0 0 0 0 0,-1 0 0 0 0,1 0 0 0 0,0 0 1 0 0,0 1-1 0 0,-1-1 0 0 0,1 0 0 0 0,0 1 1 0 0,-1-1-1 0 0,0 1 0 0 0,1-1 0 0 0,-1 1 0 0 0,0 0 1 0 0,0 0-1 0 0,0-1 0 0 0,0 1 0 0 0,0 0 1 0 0,0 0-1 0 0,0 0 0 0 0,-1 0 0 0 0,1 0 0 0 0,-1 0 1 0 0,0 0-1 0 0,1 0 0 0 0,-1 3 0 0 0,0-4-1 0 0,0-1 0 0 0,0 1 0 0 0,0-1 0 0 0,0 1 0 0 0,0 0-1 0 0,0-1 1 0 0,0 1 0 0 0,0-1 0 0 0,0 1 0 0 0,-1 0 0 0 0,1-1-1 0 0,0 1 1 0 0,0-1 0 0 0,-1 1 0 0 0,1-1 0 0 0,0 1 0 0 0,0-1-1 0 0,-1 1 1 0 0,1-1 0 0 0,-1 1 0 0 0,1-1 0 0 0,0 0 0 0 0,-1 1-1 0 0,1-1 1 0 0,-1 1 0 0 0,1-1 0 0 0,-1 0 0 0 0,1 0 0 0 0,-1 1-1 0 0,0-1 1 0 0,0 0 0 0 0,-119 41 346 0 0,64-25-135 0 0,-1-3 1 0 0,-1-2-1 0 0,-65 4 0 0 0,91-11-181 0 0,-45 2-143 0 0,-132-6 0 0 0,-70-24-2985 0 0,276 24 2826 0 0,0 0-1 0 0,1 0 1 0 0,-1-1 0 0 0,0 1 0 0 0,0-1 0 0 0,1 0 0 0 0,-1 0 0 0 0,0 0-1 0 0,1 0 1 0 0,-1 0 0 0 0,-2-2 0 0 0,5 3 151 0 0,-1-1 0 0 0,1 1 0 0 0,0-1 0 0 0,0 1 0 0 0,0 0 0 0 0,-1-1 0 0 0,1 1 0 0 0,0-1 0 0 0,0 1 0 0 0,0 0 1 0 0,0-1-1 0 0,0 1 0 0 0,0-1 0 0 0,0 1 0 0 0,0-1 0 0 0,0 1 0 0 0,0 0 0 0 0,0-1 0 0 0,0 1 0 0 0,0-1 0 0 0,1 1 0 0 0,-1-1 0 0 0,0 1 0 0 0,0 0 0 0 0,0-1 0 0 0,1 1 0 0 0,-1 0 0 0 0,0-1 0 0 0,0 1 0 0 0,1 0 1 0 0,-1-1-1 0 0,0 1 0 0 0,0 0 0 0 0,1-1 0 0 0,-1 1 0 0 0,1 0 0 0 0,-1 0 0 0 0,0 0 0 0 0,1-1 0 0 0,7-4-1202 0 0,1 0 1 0 0,-1 0-1 0 0,1 1 0 0 0,15-5 1 0 0,36-10-2254 0 0,5-11-921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57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15 400 0 0,'60'-8'7764'0'0,"-49"3"-4683"0"0,11 4-253 0 0,-77 6 2388 0 0,55-5-5177 0 0,0 0 0 0 0,0 0 0 0 0,-1 0 0 0 0,1 0 0 0 0,0 0 0 0 0,0 0-1 0 0,-1 0 1 0 0,1 0 0 0 0,0 0 0 0 0,0 1 0 0 0,-1-1 0 0 0,1 0 0 0 0,0 0 0 0 0,0 0 0 0 0,-1 0 0 0 0,1 1 0 0 0,0-1 0 0 0,0 0 0 0 0,0 0 0 0 0,-1 0 0 0 0,1 1 0 0 0,0-1 0 0 0,0 0 0 0 0,0 0 0 0 0,0 1-1 0 0,0-1 1 0 0,-1 0 0 0 0,1 0 0 0 0,0 1 0 0 0,0-1 0 0 0,0 0 0 0 0,0 0 0 0 0,0 1 0 0 0,0-1 0 0 0,0 0 0 0 0,0 0 0 0 0,0 1 0 0 0,0-1 0 0 0,-4 12 523 0 0,-16 7-149 0 0,2 1 1 0 0,0 1-1 0 0,1 1 1 0 0,-24 42-1 0 0,-2 29 494 0 0,21-59-480 0 0,11 0-147 0 0,-11 0-26 0 0,12 0 26 0 0,0-18-184 0 0,8-14-82 0 0,0 0 0 0 0,0 1 0 0 0,1-1-1 0 0,-1 1 1 0 0,1-1 0 0 0,-1 1 0 0 0,1 0-1 0 0,0 0 1 0 0,0-1 0 0 0,0 1 0 0 0,0 0-1 0 0,1 0 1 0 0,-1 0 0 0 0,1 0 0 0 0,0 0-1 0 0,0 0 1 0 0,0 0 0 0 0,0 0 0 0 0,0 0-1 0 0,1 0 1 0 0,-1 0 0 0 0,1 0 0 0 0,0-1-1 0 0,2 7 1 0 0,6 5 77 0 0,-7-11-85 0 0,0 1 0 0 0,0-1 1 0 0,0 0-1 0 0,0 1 1 0 0,-1-1-1 0 0,1 1 0 0 0,-1 0 1 0 0,0-1-1 0 0,0 1 0 0 0,0 0 1 0 0,-1 0-1 0 0,1 5 1 0 0,-1 6 12 0 0,-1-10-2 0 0,1-1 0 0 0,0 1 0 0 0,0 0 0 0 0,0-1 0 0 0,1 1 1 0 0,0-1-1 0 0,0 1 0 0 0,2 8 0 0 0,19 26 223 0 0,-14-20-167 0 0,-6-14-75 0 0,0 1 0 0 0,0-1 0 0 0,0 0 0 0 0,1-1-1 0 0,0 1 1 0 0,0 0 0 0 0,0-1 0 0 0,7 8 0 0 0,14 13-13 0 0,-11-10 95 0 0,1-1 0 0 0,31 26 1 0 0,-40-36-100 0 0,1-1 1 0 0,0 1 0 0 0,0-1-1 0 0,0 0 1 0 0,1-1-1 0 0,-1 1 1 0 0,1-1-1 0 0,0 0 1 0 0,-1-1-1 0 0,1 0 1 0 0,0 0 0 0 0,11 0-1 0 0,33 0-107 0 0,-49-1 118 0 0,4-2-18 0 0,-5 1 23 0 0,0 1-1 0 0,-1-1 1 0 0,1 1 0 0 0,-1-1-1 0 0,1 1 1 0 0,-1-1-1 0 0,1 1 1 0 0,-1-1 0 0 0,0 1-1 0 0,1-1 1 0 0,-1 0-1 0 0,0 1 1 0 0,1-1 0 0 0,-1 0-1 0 0,0 1 1 0 0,0-1-1 0 0,0 0 1 0 0,1 0 0 0 0,-1 1-1 0 0,0-1 1 0 0,0 0 0 0 0,0 1-1 0 0,0-1 1 0 0,0 0-1 0 0,0 0 1 0 0,-1 1 0 0 0,1-1-1 0 0,0 0 1 0 0,-7-23-59 0 0,-3 10 38 0 0,-1 1-1 0 0,0 0 1 0 0,-1 1-1 0 0,0 1 1 0 0,-28-21-1 0 0,19 18 37 0 0,-1 0 0 0 0,0 1-1 0 0,0 1 1 0 0,-2 2 0 0 0,1 0-1 0 0,-1 1 1 0 0,-25-5 0 0 0,27 9-49 0 0,0 2 0 0 0,0 0 1 0 0,0 1-1 0 0,0 2 0 0 0,0 0 1 0 0,-1 1-1 0 0,-24 5 0 0 0,47-6 37 0 0,-3 0-34 0 0,0 0 0 0 0,0 1 0 0 0,0-1 0 0 0,0 1 0 0 0,0-1 0 0 0,1 1 0 0 0,-1 0 0 0 0,-4 2 0 0 0,6-2-79 0 0,0 1 1 0 0,0-1 0 0 0,0 0 0 0 0,1 0 0 0 0,-1 0 0 0 0,1 0 0 0 0,-1 0 0 0 0,1 1 0 0 0,-1-1 0 0 0,1 0 0 0 0,-1 1 0 0 0,1-1 0 0 0,0 0 0 0 0,0 1 0 0 0,0-1 0 0 0,0 0 0 0 0,0 1 0 0 0,0-1-1 0 0,0 2 1 0 0,0-3 112 0 0,0 0-33 0 0,0 0-1 0 0,1 1 0 0 0,-1-1 0 0 0,0 0 0 0 0,0 1 0 0 0,0-1 1 0 0,0 0-1 0 0,0 1 0 0 0,0-1 0 0 0,1 0 0 0 0,-1 0 0 0 0,0 1 1 0 0,0-1-1 0 0,1 0 0 0 0,-1 0 0 0 0,0 1 0 0 0,0-1 0 0 0,1 0 0 0 0,-1 0 1 0 0,0 1-1 0 0,0-1 0 0 0,1 0 0 0 0,-1 0 0 0 0,0 0 0 0 0,1 0 1 0 0,-1 0-1 0 0,0 0 0 0 0,1 1 0 0 0,-1-1 0 0 0,0 0 0 0 0,1 0 1 0 0,-1 0-1 0 0,0 0 0 0 0,1 0 0 0 0,-1 0 0 0 0,1 0 0 0 0,-1 0 1 0 0,0-1-1 0 0,1 1 0 0 0,-1 0 0 0 0,27 1-1559 0 0,0 0 1 0 0,0-2-1 0 0,0-2 0 0 0,29-5 0 0 0,63-16-3689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58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8 800 0 0,'5'0'930'0'0,"-4"0"-745"0"0,0 0 1 0 0,0 1-1 0 0,1-1 0 0 0,-1 0 1 0 0,0 0-1 0 0,0 0 0 0 0,0 0 0 0 0,0 0 1 0 0,0 0-1 0 0,0 0 0 0 0,0 0 1 0 0,1-1-1 0 0,-1 1 0 0 0,0 0 1 0 0,0-1-1 0 0,0 1 0 0 0,0 0 1 0 0,0-1-1 0 0,6-5 7978 0 0,-7 7-8104 0 0,0-1-1 0 0,0 0 1 0 0,0 0 0 0 0,0 0 0 0 0,0 1-1 0 0,0-1 1 0 0,0 0 0 0 0,0 0 0 0 0,0 1-1 0 0,0-1 1 0 0,0 0 0 0 0,0 0 0 0 0,0 1-1 0 0,0-1 1 0 0,0 0 0 0 0,0 0 0 0 0,0 1-1 0 0,0-1 1 0 0,0 0 0 0 0,0 0 0 0 0,0 1 0 0 0,0-1-1 0 0,0 0 1 0 0,-1 0 0 0 0,1 0 0 0 0,0 1-1 0 0,0-1 1 0 0,0 0 0 0 0,0 0 0 0 0,-1 0-1 0 0,1 0 1 0 0,0 1 0 0 0,0-1 0 0 0,0 0-1 0 0,-1 0 1 0 0,1 0 0 0 0,0 0 0 0 0,0 0-1 0 0,0 0 1 0 0,-1 0 0 0 0,1 0 0 0 0,0 1-1 0 0,0-1 1 0 0,-1 0 0 0 0,1 0 0 0 0,0 0-1 0 0,-1 0 1 0 0,1 0 155 0 0,-2 0-99 0 0,1-1-1 0 0,0 2 1 0 0,0-1-1 0 0,-1 0 1 0 0,1 0 0 0 0,0 0-1 0 0,0 0 1 0 0,-1 1-1 0 0,1-1 1 0 0,0 1-1 0 0,0-1 1 0 0,0 1 0 0 0,-1-1-1 0 0,1 1 1 0 0,0-1-1 0 0,0 1 1 0 0,0 0-1 0 0,0 0 1 0 0,0 0 0 0 0,0 0-1 0 0,-1 1 1 0 0,2-1-37 0 0,-1 0 0 0 0,1 0 1 0 0,-1 0-1 0 0,0 0 0 0 0,1 0 1 0 0,-1-1-1 0 0,0 1 1 0 0,1 0-1 0 0,-1 0 0 0 0,0-1 1 0 0,0 1-1 0 0,0-1 0 0 0,0 1 1 0 0,1-1-1 0 0,-1 1 0 0 0,0-1 1 0 0,0 1-1 0 0,0-1 1 0 0,0 0-1 0 0,0 1 0 0 0,0-1 1 0 0,0 0-1 0 0,0 0 0 0 0,0 0 1 0 0,-2 0-1 0 0,-7 3 406 0 0,-3 4-92 0 0,1 0 0 0 0,-1 1 0 0 0,1 0 1 0 0,0 1-1 0 0,1 1 0 0 0,0-1 0 0 0,1 2 0 0 0,0 0 0 0 0,-11 14 1 0 0,19-20-345 0 0,1 0 0 0 0,0-1 1 0 0,-1 1-1 0 0,1 0 0 0 0,1 0 1 0 0,-1 0-1 0 0,1 0 0 0 0,0 0 1 0 0,0 0-1 0 0,0 0 1 0 0,1 0-1 0 0,0-1 0 0 0,0 1 1 0 0,0 0-1 0 0,3 8 0 0 0,18 21 166 0 0,-12-13-99 0 0,-8-15-84 0 0,1 0 0 0 0,0 0 1 0 0,0 0-1 0 0,0 0 0 0 0,1-1 0 0 0,6 8 0 0 0,10 9 66 0 0,1-1-1 0 0,1-2 0 0 0,1 0 1 0 0,0-1-1 0 0,2-1 0 0 0,0-1 1 0 0,0-2-1 0 0,39 16 0 0 0,-45-22-101 0 0,0-1 0 0 0,0-1 0 0 0,0 0 0 0 0,1-2 0 0 0,0 0 0 0 0,0-1-1 0 0,0-1 1 0 0,0-1 0 0 0,0-1 0 0 0,0-1 0 0 0,0-1 0 0 0,39-8 0 0 0,-55 9 0 0 0,0 0 0 0 0,0 0 0 0 0,-1 0 0 0 0,1-1 0 0 0,0 1 1 0 0,-1-1-1 0 0,1 0 0 0 0,-1 0 0 0 0,0-1 0 0 0,0 1 0 0 0,0 0 1 0 0,0-1-1 0 0,0 0 0 0 0,0 0 0 0 0,-1 0 0 0 0,1 0 0 0 0,-1 0 1 0 0,0-1-1 0 0,0 1 0 0 0,0-1 0 0 0,-1 1 0 0 0,3-7 0 0 0,-2 2-5 0 0,-1 1-1 0 0,0-1 1 0 0,0 0-1 0 0,-1 1 1 0 0,0-1-1 0 0,-1 0 1 0 0,0 1-1 0 0,0-1 1 0 0,0 0-1 0 0,-3-9 1 0 0,1 10 13 0 0,0-1 0 0 0,0 0 0 0 0,-1 1 0 0 0,0 0 0 0 0,0 0 0 0 0,-1 0 0 0 0,0 0 1 0 0,0 1-1 0 0,0 0 0 0 0,-1 0 0 0 0,0 0 0 0 0,0 0 0 0 0,0 1 0 0 0,-1 0 0 0 0,0 1 0 0 0,0-1 0 0 0,0 1 0 0 0,-15-5 1 0 0,-11-4-772 0 0,0 2 0 0 0,-1 1 0 0 0,-40-6 0 0 0,20 5-3249 0 0,53 11 3836 0 0,1 0-1 0 0,0-1 1 0 0,-1 1 0 0 0,1 0-1 0 0,0 0 1 0 0,0 0 0 0 0,-1-1-1 0 0,1 1 1 0 0,0 0-1 0 0,0 0 1 0 0,-1-1 0 0 0,1 1-1 0 0,0 0 1 0 0,0 0 0 0 0,0-1-1 0 0,0 1 1 0 0,-1 0 0 0 0,1-1-1 0 0,0 1 1 0 0,0 0 0 0 0,0-1-1 0 0,0 1 1 0 0,0 0 0 0 0,0-1-1 0 0,0 1 1 0 0,0 0-1 0 0,0-1 1 0 0,0 1 0 0 0,0 0-1 0 0,0-1 1 0 0,0 1 0 0 0,26-3-13171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58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8 880 0 0,'-1'-8'10762'0'0,"8"26"-6610"0"0,5-1-3099 0 0,1-1 0 0 0,1-1 0 0 0,0 0 0 0 0,1-1 0 0 0,1 0 0 0 0,20 13 0 0 0,113 62 1489 0 0,-71-45-2077 0 0,-26-17-756 0 0,1-3 0 0 0,0-2-1 0 0,66 17 1 0 0,-102-34-345 0 0,-10-3-287 0 0,12 4-470 0 0,-12 1-3894 0 0,-7-3 399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59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33 427 1841 0 0,'-33'0'4882'0'0,"33"-6"-2001"0"0,0-9-960 0 0,0-5-80 0 0,0-28 320 0 0,92-62 1201 0 0,-27 6-1842 0 0,0 50-1440 0 0,1 18-400 0 0,-34 15-480 0 0,34 9-1921 0 0,-1 18-2562 0 0,0 0-1120 0 0,-32 3 1761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59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33 345 720 0 0,'0'-110'15487'0'0,"0"108"-15386"0"0,0 1 0 0 0,0 0-1 0 0,0 0 1 0 0,0-1 0 0 0,-1 1-1 0 0,1 0 1 0 0,0 0-1 0 0,-1 0 1 0 0,1-1 0 0 0,-1 1-1 0 0,1 0 1 0 0,-1 0 0 0 0,0 0-1 0 0,1 0 1 0 0,-1 0-1 0 0,0 0 1 0 0,0 0 0 0 0,0 0-1 0 0,0 0 1 0 0,0 0 0 0 0,0 1-1 0 0,0-1 1 0 0,-1-1-1 0 0,0 2-36 0 0,1-1-1 0 0,0 0 0 0 0,0 0 1 0 0,0 0-1 0 0,0 1 0 0 0,0-1 1 0 0,0 0-1 0 0,0-1 0 0 0,0 1 1 0 0,0 0-1 0 0,1 0 0 0 0,-1 0 1 0 0,0 0-1 0 0,1-1 1 0 0,-1 1-1 0 0,0 0 0 0 0,1-1 1 0 0,0 1-1 0 0,-1 0 0 0 0,1-1 1 0 0,0 1-1 0 0,0 0 0 0 0,0-3 1 0 0,0-173 3244 0 0,0 175-2721 0 0,1 2-533 0 0,1 1 1 0 0,-1-1-1 0 0,0 0 1 0 0,1 1-1 0 0,-1 0 0 0 0,1-1 1 0 0,-1 1-1 0 0,0 0 1 0 0,0-1-1 0 0,1 1 1 0 0,-1 0-1 0 0,0 0 1 0 0,0 0-1 0 0,0 0 1 0 0,0 0-1 0 0,0 0 1 0 0,0 1-1 0 0,0-1 1 0 0,0 0-1 0 0,-1 0 1 0 0,1 1-1 0 0,0-1 0 0 0,0 3 1 0 0,9 62 1399 0 0,-6-35-879 0 0,4 17 678 0 0,1 70 0 0 0,-9 180 575 0 0,1-288-1939 0 0,-1 0 0 0 0,1 1 0 0 0,1-1 0 0 0,0 0 1 0 0,0 0-1 0 0,1 0 0 0 0,5 11 0 0 0,4 5-1874 0 0,21 33 0 0 0,-31-56 1786 0 0,-1-1 14 0 0,25 49-5713 0 0,-24-44 4378 0 0,-1-1-1 0 0,0 1 0 0 0,0-1 1 0 0,-1 1-1 0 0,0 9 0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5:00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 3922 0 0,'-98'70'11125'0'0,"32"-16"-6643"0"0,1-6-4082 0 0,65 8-320 0 0,0-2 400 0 0,33-6-79 0 0,32-6-1282 0 0,33-15-2000 0 0,0-19-3922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5:01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28 139 1681 0 0,'0'-1'107'0'0,"0"1"0"0"0,0 0 0 0 0,0 0 0 0 0,0 0 0 0 0,0 0 0 0 0,1 0 0 0 0,-1-1 1 0 0,0 1-1 0 0,0 0 0 0 0,0 0 0 0 0,0 0 0 0 0,0 0 0 0 0,0-1 0 0 0,0 1 0 0 0,0 0 0 0 0,0 0 0 0 0,0 0 1 0 0,0 0-1 0 0,0-1 0 0 0,0 1 0 0 0,0 0 0 0 0,0 0 0 0 0,0 0 0 0 0,0 0 0 0 0,0-1 0 0 0,0 1 0 0 0,0 0 0 0 0,0 0 1 0 0,0 0-1 0 0,0 0 0 0 0,-1-1 0 0 0,1 1 0 0 0,0 0 0 0 0,0 0 0 0 0,0 0 0 0 0,0 0 0 0 0,0 0 0 0 0,0-1 1 0 0,-1 1-1 0 0,1 0 0 0 0,0 0 0 0 0,0 0 0 0 0,0 0 0 0 0,0 0 0 0 0,0 0 0 0 0,-1 0 0 0 0,1 0 0 0 0,0 0 1 0 0,0 0-1 0 0,0-1 0 0 0,0 1 0 0 0,-1 0 0 0 0,1 0 0 0 0,0 0 0 0 0,0 0 0 0 0,0 0 0 0 0,-1 0 0 0 0,1 0 0 0 0,0 1 1 0 0,0-1-1 0 0,0 0 0 0 0,0 0 0 0 0,-1 0 0 0 0,1 0 0 0 0,0 0 0 0 0,0 0 0 0 0,0 0 0 0 0,0 0 0 0 0,-1 0 1 0 0,-13-2 723 0 0,6 0-344 0 0,9 0 542 0 0,9-3-834 0 0,0-1 0 0 0,1 0 0 0 0,-2 0-1 0 0,16-13 1 0 0,-15 13-77 0 0,1-1 0 0 0,0 2 0 0 0,0 0 0 0 0,1 0-1 0 0,-1 1 1 0 0,18-4 0 0 0,34-14 564 0 0,-50 17-574 0 0,1 1 0 0 0,1 0 0 0 0,-1 1 0 0 0,0 1 0 0 0,1 0 0 0 0,0 1 0 0 0,-1 0-1 0 0,1 1 1 0 0,18 3 0 0 0,9 2 167 0 0,69 18-1 0 0,-80-14-50 0 0,-1 1 0 0 0,0 1-1 0 0,54 30 1 0 0,-64-30-119 0 0,-5-4-25 0 0,-1 0 0 0 0,0 2 0 0 0,-1 0 0 0 0,0 0 0 0 0,0 1 1 0 0,-1 1-1 0 0,0 0 0 0 0,18 22 0 0 0,-27-29-72 0 0,0-1 2 0 0,0 0 0 0 0,-1 0-1 0 0,1 0 1 0 0,-1 0 0 0 0,0 1 0 0 0,1-1-1 0 0,-2 1 1 0 0,1-1 0 0 0,0 1-1 0 0,-1 0 1 0 0,1 0 0 0 0,-1 0-1 0 0,0 0 1 0 0,-1 0 0 0 0,1 0-1 0 0,0 5 1 0 0,-1-6 2 0 0,0 0 0 0 0,1-1 1 0 0,-1 1-1 0 0,1 0 0 0 0,-1-1 0 0 0,1 1 0 0 0,0 0 0 0 0,0-1 1 0 0,0 1-1 0 0,1-1 0 0 0,-1 1 0 0 0,3 2 0 0 0,-3-4 3 0 0,0 1-1 0 0,0-1 1 0 0,0 1 0 0 0,-1 0-1 0 0,1-1 1 0 0,0 1-1 0 0,0 0 1 0 0,-1-1 0 0 0,1 1-1 0 0,-1 0 1 0 0,1 2 0 0 0,-10 19 167 0 0,1-6-58 0 0,0 9 54 0 0,6-19-144 0 0,0-1-1 0 0,0 1 1 0 0,-1-1-1 0 0,1 0 1 0 0,-2 0 0 0 0,1 0-1 0 0,0 0 1 0 0,-6 6 0 0 0,-2 1-20 0 0,0 0 0 0 0,-1 0 1 0 0,-1-1-1 0 0,0-1 0 0 0,0 0 1 0 0,-1-1-1 0 0,-1 0 0 0 0,1-1 1 0 0,-2-1-1 0 0,1 0 1 0 0,-1-1-1 0 0,-22 6 0 0 0,9-4-181 0 0,-1-2-1 0 0,0-1 0 0 0,0-1 0 0 0,-52 0 0 0 0,-124-10 274 0 0,178 2 35 0 0,35 1-66 0 0,41 3-38 0 0,39 6 150 0 0,0 4 0 0 0,124 34-1 0 0,-200-42-148 0 0,12 3 68 0 0,0 0-1 0 0,-1 2 0 0 0,0 1 0 0 0,0 1 0 0 0,-1 0 0 0 0,26 18 0 0 0,7 19 238 0 0,-42-35-369 0 0,0-1 0 0 0,1 0 0 0 0,1-2 0 0 0,22 14 0 0 0,-25-17-512 0 0,0 0 0 0 0,1-1 0 0 0,-1-1 0 0 0,1 0 0 0 0,24 5 0 0 0,-35-9 378 0 0,0 1 0 0 0,0-1 0 0 0,1 0 0 0 0,-1 0 0 0 0,0 0 0 0 0,0 0-1 0 0,0 0 1 0 0,1-1 0 0 0,-1 1 0 0 0,0 0 0 0 0,0 0 0 0 0,0-1 0 0 0,0 1 0 0 0,1-1-1 0 0,-1 1 1 0 0,0-1 0 0 0,0 0 0 0 0,0 1 0 0 0,0-1 0 0 0,0 0 0 0 0,0 1 0 0 0,0-1-1 0 0,-1 0 1 0 0,1 0 0 0 0,0 0 0 0 0,0 0 0 0 0,-1 0 0 0 0,1 0 0 0 0,0-2 0 0 0,0 1-119 0 0,0 0 0 0 0,-1-1 1 0 0,1 1-1 0 0,-1-1 1 0 0,0 1-1 0 0,0 0 1 0 0,0-1-1 0 0,0 1 1 0 0,0-1-1 0 0,0 1 0 0 0,-1-1 1 0 0,1 1-1 0 0,-1 0 1 0 0,0-1-1 0 0,0 1 1 0 0,0 0-1 0 0,-1-3 0 0 0,-25-34-3215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5:01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876 9 880 0 0,'5'0'661'0'0,"-4"0"-529"0"0,0 1 0 0 0,0-1 0 0 0,0 0 0 0 0,0 0 0 0 0,0 0 0 0 0,0 1 0 0 0,0-1 0 0 0,1-1 0 0 0,-1 1 0 0 0,0 0 0 0 0,0 0 0 0 0,0 0 0 0 0,0 0 1 0 0,0-1-1 0 0,0 1 0 0 0,0-1 0 0 0,0 1 0 0 0,0-1 0 0 0,0 1 0 0 0,0-1 0 0 0,4-4 6626 0 0,-5 7-5481 0 0,0-2-1228 0 0,0 0 1 0 0,0 1-1 0 0,0-1 0 0 0,0 0 1 0 0,0 0-1 0 0,0 0 0 0 0,0 1 1 0 0,0-1-1 0 0,0 0 1 0 0,0 0-1 0 0,0 0 0 0 0,0 1 1 0 0,0-1-1 0 0,0 0 0 0 0,0 0 1 0 0,0 0-1 0 0,0 0 1 0 0,0 1-1 0 0,0-1 0 0 0,0 0 1 0 0,0 0-1 0 0,0 0 0 0 0,0 1 1 0 0,0-1-1 0 0,0 0 0 0 0,0 0 1 0 0,0 0-1 0 0,1 0 1 0 0,-1 1-1 0 0,0-1 0 0 0,0 0 1 0 0,0 0-1 0 0,0 0 0 0 0,0 0 1 0 0,1 0-1 0 0,-1 1 1 0 0,0-1-1 0 0,0 0 0 0 0,0 0 1 0 0,0 0-1 0 0,1 0 0 0 0,-1 0 1 0 0,0 0-1 0 0,0 0 1 0 0,0 0-1 0 0,1 0 0 0 0,-1 0 1 0 0,0 0-1 0 0,0 0 0 0 0,0 0 1 0 0,1 0-1 0 0,-1 0 0 0 0,0 0 1 0 0,0 0-1 0 0,1 0 1 0 0,-1 0 97 0 0,2 0-49 0 0,-1 0 1 0 0,1 0-1 0 0,-1 0 1 0 0,1 0-1 0 0,-1 1 1 0 0,1-1-1 0 0,-1 0 1 0 0,1 1 0 0 0,-1-1-1 0 0,0 1 1 0 0,1 0-1 0 0,-1-1 1 0 0,0 1-1 0 0,1 0 1 0 0,-1 0-1 0 0,0 0 1 0 0,2 1-1 0 0,2 0 689 0 0,32 4-22 0 0,-2-2-343 0 0,-9 1-74 0 0,1-1-255 0 0,1-4-26 0 0,-23-4-41 0 0,-6-1 952 0 0,-4 1-257 0 0,-15 3-712 0 0,13 2 191 0 0,-31-1 574 0 0,-61 8 0 0 0,87-7-595 0 0,0 2 0 0 0,0 0 0 0 0,1 0 1 0 0,-1 1-1 0 0,1 0 0 0 0,-1 1 1 0 0,1 0-1 0 0,-14 10 0 0 0,22-13-134 0 0,0 0 0 0 0,0 1 0 0 0,1-1 0 0 0,-1 0 0 0 0,1 1 0 0 0,-1 0 0 0 0,1-1 0 0 0,0 1 0 0 0,0 0 0 0 0,0 0 0 0 0,1 0 0 0 0,-1 0 0 0 0,1 1 0 0 0,-2 4 0 0 0,1 0 17 0 0,1 1 0 0 0,0-1-1 0 0,0 1 1 0 0,1 12 0 0 0,1-8-32 0 0,-1-8-8 0 0,1 0 1 0 0,0 0-1 0 0,1 0 0 0 0,-1 0 0 0 0,1 0 1 0 0,0 0-1 0 0,1 0 0 0 0,-1 0 0 0 0,1 0 1 0 0,0-1-1 0 0,0 0 0 0 0,0 1 0 0 0,0-1 0 0 0,1 0 1 0 0,0-1-1 0 0,6 6 0 0 0,3 2-36 0 0,0-1-1 0 0,1 0 1 0 0,29 16-1 0 0,71 24 201 0 0,-37-26-145 0 0,-72-23-134 0 0,27 0 20 0 0,17 4 5 0 0,-32-4 62 0 0,29 2 48 0 0,-1 2 0 0 0,0 3 1 0 0,0 0-1 0 0,-1 3 0 0 0,56 22 0 0 0,-87-29-23 0 0,-9-3-11 0 0,0 1 0 0 0,0-1-1 0 0,0 1 1 0 0,0 0 0 0 0,0 0 0 0 0,6 4 0 0 0,-9-5 1 0 0,0 0 0 0 0,0 0 0 0 0,0 0 0 0 0,0 0-1 0 0,0 0 1 0 0,-1 0 0 0 0,1 0 0 0 0,0 0 0 0 0,-1 1 0 0 0,1-1 0 0 0,-1 0 0 0 0,1 0 0 0 0,-1 1 0 0 0,1-1 0 0 0,-1 0 0 0 0,0 1 0 0 0,0-1 0 0 0,0 0 0 0 0,0 1 0 0 0,0-1 0 0 0,0 0 0 0 0,0 1 0 0 0,0-1 0 0 0,0 0 0 0 0,-1 1 0 0 0,1-1 0 0 0,-1 0 0 0 0,0 3 0 0 0,-1 1 25 0 0,-1 1-1 0 0,0-1 1 0 0,0 0 0 0 0,0 0 0 0 0,-1 0 0 0 0,1-1-1 0 0,-1 1 1 0 0,0-1 0 0 0,-1 0 0 0 0,1 0 0 0 0,-10 7-1 0 0,-5 1 71 0 0,-41 20 0 0 0,-221 97 274 0 0,197-95-900 0 0,-132 34-1 0 0,-101-8-3462 0 0,-7-31-3635 0 0,95-26 844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5:12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84 560 0 0,'0'-1'182'0'0,"0"1"-1"0"0,0-1 0 0 0,0 1 1 0 0,0 0-1 0 0,-1-1 1 0 0,1 1-1 0 0,0-1 1 0 0,0 1-1 0 0,0-1 0 0 0,-1 1 1 0 0,1 0-1 0 0,0-1 1 0 0,0 1-1 0 0,-1-1 0 0 0,1 1 1 0 0,0 0-1 0 0,-1 0 1 0 0,1-1-1 0 0,0 1 0 0 0,-1 0 1 0 0,1-1-1 0 0,-1 1 1 0 0,1 0-1 0 0,0 0 1 0 0,-1-1-1 0 0,-17-3 1624 0 0,16 4-1137 0 0,-5-4 3559 0 0,3 1-3451 0 0,2 2-315 0 0,1 1-308 0 0,-1 0 0 0 0,1 0 0 0 0,-1 0 0 0 0,1-1 0 0 0,0 1 0 0 0,-1-1 0 0 0,1 1 0 0 0,0-1 0 0 0,0 1 0 0 0,-1-1 0 0 0,1 0 0 0 0,0 1 0 0 0,0-1 0 0 0,0 0 0 0 0,0 0 0 0 0,0 0 0 0 0,0 0 0 0 0,0 0 0 0 0,-1-2 0 0 0,1 3-97 0 0,1-1 0 0 0,0 1 0 0 0,0-1 0 0 0,0 1-1 0 0,-1-1 1 0 0,1 1 0 0 0,0-1 0 0 0,-1 1 0 0 0,1-1 0 0 0,0 1-1 0 0,-1 0 1 0 0,1-1 0 0 0,-1 1 0 0 0,1-1 0 0 0,0 1 0 0 0,-1 0 0 0 0,1-1-1 0 0,-1 1 1 0 0,1 0 0 0 0,-1 0 0 0 0,1-1 0 0 0,-1 1 0 0 0,1 0-1 0 0,-1 0 1 0 0,0 0 0 0 0,1 0 0 0 0,-1 0 0 0 0,1 0 0 0 0,-1 0-1 0 0,1 0 1 0 0,-1 0 0 0 0,0 0 0 0 0,0 0 0 0 0,0 0-14 0 0,1 0 0 0 0,-1 0 0 0 0,1 0 1 0 0,-1 0-1 0 0,0 0 0 0 0,1 0 0 0 0,-1 0 0 0 0,0 0 0 0 0,1 0 1 0 0,-1 0-1 0 0,1 0 0 0 0,-1 0 0 0 0,0-1 0 0 0,1 1 1 0 0,-1 0-1 0 0,1-1 0 0 0,-1 1 0 0 0,1 0 0 0 0,-1-1 0 0 0,1 1 1 0 0,-1 0-1 0 0,1-1 0 0 0,-1 1 0 0 0,1-1 0 0 0,0 1 0 0 0,-1-1 1 0 0,1 1-1 0 0,0-1 0 0 0,-1 1 0 0 0,1-1 0 0 0,0 1 0 0 0,0-1 1 0 0,-1 1-1 0 0,1-2 0 0 0,0 1 29 0 0,0 1-1 0 0,-1-1 1 0 0,1 0-1 0 0,0 1 1 0 0,0-1 0 0 0,0 0-1 0 0,0 1 1 0 0,0-1-1 0 0,0 0 1 0 0,0 0 0 0 0,0 1-1 0 0,0-1 1 0 0,0 0 0 0 0,1 1-1 0 0,-1-1 1 0 0,0 0-1 0 0,0 1 1 0 0,1-1 0 0 0,-1 0-1 0 0,0 1 1 0 0,1-1-1 0 0,-1 1 1 0 0,0-1 0 0 0,1 0-1 0 0,-1 1 1 0 0,1-1-1 0 0,-1 1 1 0 0,1 0 0 0 0,0-1-1 0 0,-1 1 1 0 0,1-1-1 0 0,-1 1 1 0 0,1 0 0 0 0,0-1-1 0 0,-1 1 1 0 0,1 0 0 0 0,0 0-1 0 0,-1-1 1 0 0,1 1-1 0 0,0 0 1 0 0,-1 0 0 0 0,1 0-1 0 0,0 0 1 0 0,-1 0-1 0 0,1 0 1 0 0,0 0 0 0 0,1 0-1 0 0,6 0 23 0 0,25-5 854 0 0,-22 10-454 0 0,10-4-239 0 0,-20-1-232 0 0,-1 0 0 0 0,1 0-1 0 0,-1 1 1 0 0,1-1 0 0 0,-1 0 0 0 0,1 0 0 0 0,-1 0 0 0 0,0 1 0 0 0,1-1 0 0 0,-1 0 0 0 0,1 1 0 0 0,-1-1 0 0 0,0 0 0 0 0,1 1 0 0 0,-1-1-1 0 0,0 1 1 0 0,0-1 0 0 0,1 0 0 0 0,-1 1 0 0 0,0-1 0 0 0,0 1 0 0 0,0-1 0 0 0,0 1 0 0 0,1-1 0 0 0,-1 1 0 0 0,2 4 115 0 0,15 8 138 0 0,-14-12-235 0 0,1 1-1 0 0,-1 0 0 0 0,0 0 1 0 0,-1 1-1 0 0,1-1 1 0 0,0 1-1 0 0,-1-1 0 0 0,1 1 1 0 0,-1 0-1 0 0,0 0 1 0 0,0 0-1 0 0,0 0 0 0 0,2 4 1 0 0,7 45 467 0 0,0-23-274 0 0,-8-22-181 0 0,-1 0 1 0 0,1-1-1 0 0,-1 1 1 0 0,0 0-1 0 0,-1 0 1 0 0,0 0 0 0 0,1 11-1 0 0,-2 238 989 0 0,0-255-1038 0 0,0 0 0 0 0,0 0 0 0 0,0 0 0 0 0,0 0-1 0 0,-1 0 1 0 0,1-1 0 0 0,0 1 0 0 0,0 0 0 0 0,-1 0 0 0 0,1 0 0 0 0,-1 0 0 0 0,1 0 0 0 0,-1-1 0 0 0,1 1 0 0 0,-1 0 0 0 0,1 0 0 0 0,-1-1 0 0 0,1 1 0 0 0,-1 0 0 0 0,0-1 0 0 0,0 1-1 0 0,1-1 1 0 0,-1 1 0 0 0,0-1 0 0 0,0 1 0 0 0,0-1 0 0 0,1 1 0 0 0,-1-1 0 0 0,0 0 0 0 0,-1 1 0 0 0,1-1-3 0 0,0 0 1 0 0,0 0 0 0 0,1 1-1 0 0,-1-1 1 0 0,0 0-1 0 0,0 1 1 0 0,1-1-1 0 0,-1 1 1 0 0,0-1-1 0 0,1 0 1 0 0,-1 1-1 0 0,0 0 1 0 0,1-1-1 0 0,-1 1 1 0 0,1-1-1 0 0,-1 1 1 0 0,1 0-1 0 0,-1-1 1 0 0,1 1-1 0 0,-1 0 1 0 0,1 0-1 0 0,0-1 1 0 0,-1 1-1 0 0,1 0 1 0 0,0 0-1 0 0,0 0 1 0 0,-1-1-1 0 0,1 1 1 0 0,0 2-1 0 0,0-1 7 0 0,1 0-1 0 0,-1 0 1 0 0,0 0-1 0 0,1 0 1 0 0,-1 0-1 0 0,1 0 1 0 0,0 0-1 0 0,0-1 1 0 0,0 1-1 0 0,0 0 0 0 0,0 0 1 0 0,0 0-1 0 0,0-1 1 0 0,0 1-1 0 0,1-1 1 0 0,1 3-1 0 0,3 4-62 0 0,-17 4-64 0 0,28-10 93 0 0,0-1 0 0 0,0-1 1 0 0,19-2-1 0 0,7-4 27 0 0,83-22 0 0 0,-111 25 12 0 0,-1-2-1 0 0,0 1 1 0 0,1-2 0 0 0,-2 0-1 0 0,1-1 1 0 0,-1 0 0 0 0,14-10-1 0 0,-5 1 8 0 0,-14 11-13 0 0,0 0-1 0 0,-1-1 0 0 0,1 0 1 0 0,-1-1-1 0 0,0 1 0 0 0,0-1 1 0 0,-1 0-1 0 0,7-10 0 0 0,-3-18-5 0 0,1 18 0 0 0,-9 15 0 0 0,0-1 0 0 0,-1 1 0 0 0,1-1 0 0 0,0 1 0 0 0,-1-1 0 0 0,0 0 0 0 0,0 0 0 0 0,0 1 0 0 0,0-1 0 0 0,0 0 0 0 0,-1 0 0 0 0,1 0 0 0 0,-1 0 0 0 0,1-4 0 0 0,-1-116-80 0 0,0 122 80 0 0,0 0 0 0 0,0-1 0 0 0,0 1 0 0 0,0 0 0 0 0,0-1 0 0 0,1 1 0 0 0,-1 0 0 0 0,0-1 0 0 0,1 1 0 0 0,-1 0 0 0 0,1-1 0 0 0,0 1 0 0 0,-1 0 0 0 0,1 0 0 0 0,0 0 0 0 0,0 0 0 0 0,0 0 0 0 0,0 0 0 0 0,0 0 0 0 0,0 0 0 0 0,0 0 0 0 0,0 0 0 0 0,0 0 0 0 0,0 0 0 0 0,0 1 0 0 0,1-1 0 0 0,1 0 0 0 0,3-3 0 0 0,-5 4 0 0 0,-1-1-1 0 0,1 0 1 0 0,-1 0 0 0 0,1 1-1 0 0,-1-1 1 0 0,1 0-1 0 0,-1 0 1 0 0,1 0 0 0 0,-1 0-1 0 0,0 0 1 0 0,1 0-1 0 0,-1 0 1 0 0,0 0 0 0 0,0 0-1 0 0,0 0 1 0 0,0-1-1 0 0,-1 21 35 0 0,1 8 30 0 0,5 110 379 0 0,5-83-281 0 0,-6-37-129 0 0,-1 0-1 0 0,-1 0 1 0 0,0 19 0 0 0,-1-9 32 0 0,-1-9 56 0 0,0 0-1 0 0,-5 34 1 0 0,0-27 20 0 0,-1 6 199 0 0,1 1 0 0 0,-1 41 0 0 0,6 33 213 0 0,0 9-428 0 0,0-44-2991 0 0,2-77 1921 0 0,-1 1-1 0 0,1-1 1 0 0,0 1 0 0 0,1 0 0 0 0,-1 0 0 0 0,1 0-1 0 0,0 0 1 0 0,0 0 0 0 0,1 0 0 0 0,-1 1 0 0 0,1-1-1 0 0,4-3 1 0 0,11-15-2201 0 0,14-26-2670 0 0,-1-11-934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5:13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716 90 560 0 0,'6'0'2855'0'0,"-6"0"-2534"0"0,2 0-58 0 0,-1-1 1 0 0,1 1 0 0 0,-1 0 0 0 0,0 0 0 0 0,1 0-1 0 0,-1 0 1 0 0,1 0 0 0 0,-1 0 0 0 0,1 1 0 0 0,-1-1-1 0 0,1 0 1 0 0,-1 1 0 0 0,0-1 0 0 0,1 1 0 0 0,-1 0-1 0 0,3 2 4774 0 0,0-3-4210 0 0,14 0-200 0 0,-14 0-201 0 0,2 0-105 0 0,59-5 252 0 0,-38 4-479 0 0,33 1 292 0 0,-55 0-225 0 0,-5 1 1039 0 0,0-2-320 0 0,-5 1-386 0 0,0 0-335 0 0,0 0 0 0 0,0 0 0 0 0,0 0 0 0 0,1-1 0 0 0,-1 0 0 0 0,0 0 0 0 0,0 0 0 0 0,0-1 0 0 0,1 1 0 0 0,-1-1 0 0 0,-7-4 0 0 0,5 2-69 0 0,0 0 1 0 0,0 1-1 0 0,0 0 1 0 0,0 0-1 0 0,0 1 1 0 0,0 0-1 0 0,-10-1 1 0 0,-37-12 532 0 0,34 8-364 0 0,4 1-20 0 0,-1 0 0 0 0,0 1 0 0 0,0 0 0 0 0,-20-2 0 0 0,31 7 308 0 0,-2 9-105 0 0,6-8-413 0 0,0 0 1 0 0,0 1 0 0 0,1-1-1 0 0,-1 1 1 0 0,1-1 0 0 0,-1 1-1 0 0,1 0 1 0 0,0 0-1 0 0,-1 0 1 0 0,1-1 0 0 0,0 1-1 0 0,0 0 1 0 0,0 0 0 0 0,1 0-1 0 0,-1 1 1 0 0,0-1-1 0 0,1 0 1 0 0,-1 0 0 0 0,1 0-1 0 0,0 0 1 0 0,0 1 0 0 0,0-1-1 0 0,0 0 1 0 0,0 0 0 0 0,0 0-1 0 0,0 1 1 0 0,1-1-1 0 0,-1 0 1 0 0,1 0 0 0 0,1 4-1 0 0,6 20 146 0 0,-3-14-111 0 0,-1 0 1 0 0,-1 1-1 0 0,-1 0 0 0 0,1-1 0 0 0,-1 19 1 0 0,-2-16-36 0 0,0-4-1 0 0,0 1 1 0 0,1-1-1 0 0,2 14 1 0 0,-2-21-18 0 0,0 0 0 0 0,1 0 1 0 0,-1 0-1 0 0,1 0 1 0 0,0 0-1 0 0,0-1 1 0 0,0 1-1 0 0,0-1 0 0 0,1 1 1 0 0,-1-1-1 0 0,7 6 1 0 0,12 16 82 0 0,-20-22-88 0 0,1 1 0 0 0,1-1 0 0 0,-1 0-1 0 0,0 0 1 0 0,1 0 0 0 0,0 0 0 0 0,0 0-1 0 0,-1-1 1 0 0,2 1 0 0 0,-1-1 0 0 0,0 0-1 0 0,0 0 1 0 0,1 0 0 0 0,-1 0 0 0 0,6 1 0 0 0,13-2-73 0 0,-17-1-40 0 0,-1 0 134 0 0,22-2-13 0 0,-11 0-10 0 0,0 1 0 0 0,22 1 0 0 0,-16 2 38 0 0,-1 1 0 0 0,0 1 0 0 0,0 1 0 0 0,0 1 0 0 0,0 0 0 0 0,22 12 0 0 0,-30-13-24 0 0,62 32 41 0 0,-67-33-55 0 0,0 0 0 0 0,0 1-1 0 0,0-1 1 0 0,-1 1 0 0 0,0 1-1 0 0,0-1 1 0 0,9 12 0 0 0,-13-13 1 0 0,0-1 1 0 0,0 1 0 0 0,-1-1-1 0 0,0 1 1 0 0,1 0-1 0 0,0 6 1 0 0,2 6 21 0 0,8 6 15 0 0,-11-19-37 0 0,1-1 1 0 0,-1 0 0 0 0,1 1-1 0 0,-1-1 1 0 0,0 1 0 0 0,0-1-1 0 0,0 1 1 0 0,0 0 0 0 0,0-1-1 0 0,-1 1 1 0 0,1 0-1 0 0,-1 0 1 0 0,0-1 0 0 0,1 1-1 0 0,-1 0 1 0 0,-1 0 0 0 0,1 0-1 0 0,0-1 1 0 0,-1 1 0 0 0,-1 5-1 0 0,-1-2 7 0 0,0 0-1 0 0,-1 0 0 0 0,1 0 1 0 0,-2 0-1 0 0,1-1 0 0 0,0 0 1 0 0,-1 0-1 0 0,0 0 1 0 0,0 0-1 0 0,-1-1 0 0 0,1 0 1 0 0,-1 0-1 0 0,0 0 0 0 0,0-1 1 0 0,0 0-1 0 0,-11 4 0 0 0,-7 1 88 0 0,1-1-1 0 0,-1-1 1 0 0,-46 6-1 0 0,-10-4-167 0 0,0-4-1 0 0,-159-11 1 0 0,177 0-450 0 0,0-2 1 0 0,0-3-1 0 0,1-3 1 0 0,-81-30-1 0 0,129 40 25 0 0,0-1 1 0 0,0 0-1 0 0,0-1 1 0 0,1 0-1 0 0,0-1 0 0 0,0 0 1 0 0,1-1-1 0 0,0 0 0 0 0,-12-13 1 0 0,19 16-8 0 0,0 0-1 0 0,0 0 1 0 0,0 0 0 0 0,0 0 0 0 0,1-1-1 0 0,0 1 1 0 0,0-1 0 0 0,1 0 0 0 0,0 0-1 0 0,0 0 1 0 0,1 0 0 0 0,0 0 0 0 0,0 0-1 0 0,0 0 1 0 0,1-1 0 0 0,0 1 0 0 0,1 0-1 0 0,2-13 1 0 0,4-14-3768 0 0,13-33 1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5:13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91 1601 0 0,'0'0'7723'0'0,"-5"1"-5655"0"0,4-1-1804 0 0,0 0-126 0 0,0 0-1 0 0,-1 0 0 0 0,1 0 0 0 0,0 0 0 0 0,0 0 0 0 0,-1 1 0 0 0,1-1 0 0 0,0 0 1 0 0,0 1-1 0 0,-1-1 0 0 0,1 1 0 0 0,0-1 0 0 0,0 1 0 0 0,0-1 0 0 0,0 1 1 0 0,0 0-1 0 0,0 0 0 0 0,0-1 0 0 0,0 1 0 0 0,0 0 0 0 0,-1 2 0 0 0,1-2-62 0 0,1 0 0 0 0,-1 0 0 0 0,1 0 0 0 0,-1-1 1 0 0,0 1-1 0 0,1 0 0 0 0,-1 0 0 0 0,0 0 0 0 0,0-1 0 0 0,1 1 0 0 0,-1-1 0 0 0,0 1 0 0 0,0 0 0 0 0,0-1 0 0 0,0 1 0 0 0,0-1 0 0 0,0 0 0 0 0,0 1 0 0 0,0-1 0 0 0,0 0 0 0 0,0 0 0 0 0,0 1 0 0 0,0-1 0 0 0,0 0 0 0 0,-1 0 0 0 0,-8 3 362 0 0,5-1-252 0 0,1 0-1 0 0,-1 1 1 0 0,1 0 0 0 0,-1 0-1 0 0,1 0 1 0 0,0 1-1 0 0,0-1 1 0 0,1 1-1 0 0,-1 0 1 0 0,-4 7 0 0 0,-26 47 1410 0 0,20-31-952 0 0,6-14-357 0 0,5-9-219 0 0,1-1 1 0 0,0 1 0 0 0,-1-1 0 0 0,1 1-1 0 0,0 0 1 0 0,1 0 0 0 0,-1 0 0 0 0,1 0-1 0 0,0 0 1 0 0,0 0 0 0 0,0 0 0 0 0,0 0-1 0 0,1 0 1 0 0,0 0 0 0 0,0 1 0 0 0,0-1-1 0 0,0 0 1 0 0,1 0 0 0 0,1 7 0 0 0,7 12 328 0 0,19 32 1 0 0,-5-10-70 0 0,-16-31-232 0 0,1-1-1 0 0,1 0 1 0 0,0 0-1 0 0,1 0 1 0 0,0-1 0 0 0,1-1-1 0 0,1 0 1 0 0,-1 0-1 0 0,2-1 1 0 0,17 11 0 0 0,24 17 139 0 0,2-4 1 0 0,1-1 0 0 0,2-3 0 0 0,95 34-1 0 0,-104-46-197 0 0,2-1 1 0 0,60 10-1 0 0,-85-22-63 0 0,0-2 1 0 0,1-1 0 0 0,0-1 0 0 0,-1-1 0 0 0,47-7-1 0 0,-59 5-67 0 0,1-1-1 0 0,-1-1 1 0 0,1-1-1 0 0,-1 0 1 0 0,0-1-1 0 0,-1 0 1 0 0,20-13-1 0 0,-28 15 25 0 0,1 0 0 0 0,-1 0 0 0 0,0-1 0 0 0,-1 0 0 0 0,1-1 0 0 0,-1 1 0 0 0,0-1 0 0 0,0 0 0 0 0,-1 0 0 0 0,0 0 0 0 0,0-1 0 0 0,0 0 0 0 0,-1 1 0 0 0,0-1 0 0 0,0 0 0 0 0,3-14 0 0 0,-5 11 63 0 0,0 0-1 0 0,0 0 1 0 0,0 1-1 0 0,-1-1 1 0 0,-1 0-1 0 0,0 0 1 0 0,0 0-1 0 0,-1 0 0 0 0,0 1 1 0 0,-1-1-1 0 0,0 1 1 0 0,0 0-1 0 0,-1-1 1 0 0,0 1-1 0 0,-1 1 0 0 0,-10-16 1 0 0,-7-4 373 0 0,0 2-1 0 0,-2 1 1 0 0,-40-35 0 0 0,19 19 345 0 0,-7-6-37 0 0,-3 2 0 0 0,-1 3 0 0 0,-2 2 0 0 0,-80-42 0 0 0,102 64-578 0 0,-1 2 1 0 0,0 1-1 0 0,-1 2 1 0 0,-66-13-1 0 0,75 21-294 0 0,1 1 0 0 0,-1 1-1 0 0,0 1 1 0 0,0 2 0 0 0,0 1 0 0 0,-57 10-1 0 0,39 1-1117 0 0,-73 29-1 0 0,91-30 652 0 0,12-6-647 0 0,0 2-1 0 0,0 0 0 0 0,0 1 1 0 0,1 1-1 0 0,-25 17 0 0 0,40-25 957 0 0,0-1-1 0 0,0 1 1 0 0,0 0-1 0 0,1 0 1 0 0,-1 1-1 0 0,0-1 1 0 0,0 0-1 0 0,1 0 1 0 0,-1 0-1 0 0,1 0 1 0 0,-1 1-1 0 0,1-1 1 0 0,-1 0-1 0 0,1 1 1 0 0,0-1-1 0 0,0 0 1 0 0,-1 1-1 0 0,1-1 1 0 0,0 2-1 0 0,0 8-9462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6:10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1158 400 0 0,'0'60'5723'0'0,"-1"-58"-5500"0"0,1-1 1 0 0,0 0 0 0 0,0 1-1 0 0,0-1 1 0 0,0 1-1 0 0,1-1 1 0 0,-1 1 0 0 0,0-1-1 0 0,0 0 1 0 0,1 1 0 0 0,-1-1-1 0 0,1 1 1 0 0,0-1-1 0 0,-1 0 1 0 0,1 0 0 0 0,0 1-1 0 0,1 0 1 0 0,13 1 1892 0 0,-10-3-1561 0 0,6 5 2460 0 0,10-4-2535 0 0,-20 0-446 0 0,0-1 0 0 0,-1 0 1 0 0,1 1-1 0 0,-1-1 0 0 0,0 1 0 0 0,1-1 0 0 0,-1 1 0 0 0,1-1 0 0 0,-1 1 0 0 0,0-1 1 0 0,1 1-1 0 0,-1 0 0 0 0,0-1 0 0 0,0 1 0 0 0,1-1 0 0 0,-1 1 0 0 0,0 0 0 0 0,0-1 1 0 0,0 1-1 0 0,0 0 0 0 0,0-1 0 0 0,0 1 0 0 0,0 0 0 0 0,0-1 0 0 0,0 1 0 0 0,0 0 1 0 0,0-1-1 0 0,-1 2 0 0 0,1-1 16 0 0,0 0 0 0 0,0 0 0 0 0,0 0 0 0 0,0 0 0 0 0,0 0 0 0 0,0 0 0 0 0,0 0 0 0 0,0 0 0 0 0,1 0 0 0 0,-1-1 1 0 0,0 1-1 0 0,1 0 0 0 0,-1 0 0 0 0,0 0 0 0 0,1 0 0 0 0,0 1 0 0 0,81 26 1564 0 0,-82-28-1598 0 0,1 0 1 0 0,-1 0-1 0 0,1 0 0 0 0,-1 1 1 0 0,0-1-1 0 0,1 0 0 0 0,-1 0 1 0 0,0 1-1 0 0,1-1 0 0 0,-1 0 1 0 0,0 1-1 0 0,1-1 0 0 0,-1 0 1 0 0,0 1-1 0 0,0-1 0 0 0,1 0 1 0 0,-1 1-1 0 0,0-1 0 0 0,0 1 1 0 0,0-1-1 0 0,0 1 0 0 0,1-1 1 0 0,-1 0-1 0 0,0 1 0 0 0,0-1 1 0 0,0 1-1 0 0,0-1 0 0 0,0 1 1 0 0,4 9 203 0 0,2-5-105 0 0,0 0 1 0 0,0 1 0 0 0,-1-1-1 0 0,1 1 1 0 0,-1 0-1 0 0,-1 1 1 0 0,1-1 0 0 0,6 15-1 0 0,0 26 445 0 0,1-22-259 0 0,-10-22-278 0 0,0 0 0 0 0,0 0-1 0 0,0 0 1 0 0,-1 1 0 0 0,0-1 0 0 0,1 1-1 0 0,-1-1 1 0 0,-1 1 0 0 0,1-1 0 0 0,0 1-1 0 0,-1 4 1 0 0,0-5-16 0 0,1 1 0 0 0,-1-1 1 0 0,0 0-1 0 0,1 0 0 0 0,0 0 0 0 0,0 0 1 0 0,0 0-1 0 0,0 0 0 0 0,0 0 0 0 0,0 0 1 0 0,1-1-1 0 0,0 1 0 0 0,3 5 0 0 0,-3-6 1 0 0,0 0 0 0 0,-1 1 0 0 0,1-1 0 0 0,-1 1 0 0 0,1 0 0 0 0,-1-1 0 0 0,0 1 0 0 0,0 0 0 0 0,0 0 0 0 0,-1 0 0 0 0,1-1 0 0 0,-1 1 0 0 0,1 6 0 0 0,-2 1 54 0 0,1-7-32 0 0,0-1 0 0 0,-1 0 1 0 0,1 0-1 0 0,0 1 0 0 0,0-1 1 0 0,0 0-1 0 0,1 0 0 0 0,-1 1 1 0 0,1-1-1 0 0,-1 0 1 0 0,1 0-1 0 0,-1 0 0 0 0,1 0 1 0 0,0 0-1 0 0,1 3 0 0 0,12 7 61 0 0,0 4 205 0 0,-15-17-278 0 0,1 0 0 0 0,-1 0 0 0 0,1 0 0 0 0,-1 1 0 0 0,1-1 0 0 0,-1 0-1 0 0,0 0 1 0 0,1 0 0 0 0,-1 0 0 0 0,0 1 0 0 0,1-1 0 0 0,-1 0 0 0 0,0 1 0 0 0,0-1 0 0 0,0 0-1 0 0,0 1 1 0 0,0-1 0 0 0,0 1 0 0 0,-1-1 0 0 0,-10-7 104 0 0,11 5-91 0 0,0-1-1 0 0,0 1 0 0 0,0 0 1 0 0,0-1-1 0 0,1 0 0 0 0,-1 1 1 0 0,1-1-1 0 0,0 1 0 0 0,0-1 1 0 0,1-4-1 0 0,-1-683 1624 0 0,0 655-1547 0 0,5-47-1 0 0,7 21-32 0 0,-7 37-41 0 0,-1 1 0 0 0,3-49 1 0 0,-7-293 113 0 0,0 366-147 0 0,-1-7 33 0 0,1-1 0 0 0,1 1 1 0 0,-1 0-1 0 0,1-1 0 0 0,3-11 1 0 0,3 1 75 0 0,-6 17-96 0 0,0 0 1 0 0,-1 0 0 0 0,1-1-1 0 0,0 1 1 0 0,-1 0 0 0 0,1-1-1 0 0,-1 1 1 0 0,0 0 0 0 0,1-1-1 0 0,-1 1 1 0 0,0-1 0 0 0,0 1-1 0 0,0 0 1 0 0,0-1 0 0 0,0 1-1 0 0,0-1 1 0 0,0 1 0 0 0,-1-1-1 0 0,1 1 1 0 0,0 0 0 0 0,-1-1-1 0 0,1 1 1 0 0,-1 0 0 0 0,1-1-1 0 0,-1 1 1 0 0,0 0 0 0 0,0 0-1 0 0,0-1 1 0 0,1 1 0 0 0,-1 0-1 0 0,0 0 1 0 0,0 0 0 0 0,-2-1-1 0 0,-4-22 461 0 0,7 23-424 0 0,0 1 0 0 0,0-1-1 0 0,0 0 1 0 0,0 0 0 0 0,0 1-1 0 0,0-1 1 0 0,0 0 0 0 0,0 0-1 0 0,0 1 1 0 0,0-1-1 0 0,0 0 1 0 0,0 1 0 0 0,1-1-1 0 0,-1 0 1 0 0,0 0 0 0 0,1 1-1 0 0,-1-1 1 0 0,0 0-1 0 0,1 1 1 0 0,-1-1 0 0 0,0 1-1 0 0,1-1 1 0 0,-1 1 0 0 0,1-1-1 0 0,0 1 1 0 0,0-2-1 0 0,41-12-16 0 0,-28 7-34 0 0,0 2 0 0 0,1 0-1 0 0,-1 0 1 0 0,23-3 0 0 0,201-18 108 0 0,552 6 333 0 0,-633 13-5802 0 0,-120 7-1241 0 0,-9 7-4096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6:11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458 159 400 0 0,'-1'-2'619'0'0,"1"1"0"0"0,0-1 0 0 0,0 0 0 0 0,0 1 0 0 0,1-1 0 0 0,-1 0 0 0 0,0 0 0 0 0,1 1 0 0 0,-1-1 0 0 0,1 1 0 0 0,-1-1 0 0 0,1 0 0 0 0,1-1 0 0 0,18-8 2884 0 0,-7 5-2906 0 0,10-1-31 0 0,1 1-1 0 0,1 1 1 0 0,-1 1-1 0 0,32-1 1 0 0,-37 4-362 0 0,0 1 0 0 0,1 0 0 0 0,-1 2 0 0 0,28 5 0 0 0,-13-2 43 0 0,-20-3-95 0 0,0 1 0 0 0,21 8-1 0 0,4 0 128 0 0,-34-10-227 0 0,-4-1-34 0 0,1 0 1 0 0,-1 0-1 0 0,1 1 0 0 0,-1-1 1 0 0,1 0-1 0 0,-1 1 0 0 0,1-1 1 0 0,-1 0-1 0 0,1 1 0 0 0,-1 0 1 0 0,1-1-1 0 0,-1 1 0 0 0,0 0 0 0 0,0 0 1 0 0,1 0-1 0 0,-1 0 0 0 0,0 0 1 0 0,2 2-1 0 0,-3-2 462 0 0,-1-2-439 0 0,0 0-1 0 0,0 0 0 0 0,0 0 0 0 0,0 1 1 0 0,-1-1-1 0 0,1 1 0 0 0,0-1 1 0 0,0 0-1 0 0,0 1 0 0 0,-1 0 0 0 0,1-1 1 0 0,0 1-1 0 0,0 0 0 0 0,-1 0 0 0 0,1 0 1 0 0,0 0-1 0 0,-1 0 0 0 0,1 0 1 0 0,-2 0-1 0 0,2 0 61 0 0,-31-10 712 0 0,-57-28 0 0 0,75 32-611 0 0,-14-11 354 0 0,25 14-485 0 0,0 0 0 0 0,-1 1 0 0 0,1 0 0 0 0,-1 0 1 0 0,0 0-1 0 0,-7-2 0 0 0,-81-20 977 0 0,-7 0-456 0 0,92 27-685 0 0,3 0-27 0 0,-10 0-15 0 0,7-3 59 0 0,-1 1 1 0 0,1 1 0 0 0,0-1-1 0 0,0 1 1 0 0,0 1-1 0 0,0-1 1 0 0,0 1 0 0 0,-9 5-1 0 0,5 19-364 0 0,-27 34 66 0 0,29-47 337 0 0,0-1 0 0 0,0 1-1 0 0,1 1 1 0 0,-6 15 0 0 0,4 12 10 0 0,0-27 26 0 0,9-14-2 0 0,-1 0 1 0 0,1 0-1 0 0,0 0 0 0 0,0 1 0 0 0,0-1 0 0 0,0 1 0 0 0,0-1 1 0 0,0 1-1 0 0,0-1 0 0 0,0 1 0 0 0,1-1 0 0 0,-1 1 1 0 0,0-1-1 0 0,1 1 0 0 0,0 0 0 0 0,-1 0 0 0 0,1-1 0 0 0,0 1 1 0 0,0 0-1 0 0,0-1 0 0 0,0 1 0 0 0,0 0 0 0 0,0 0 0 0 0,1-1 1 0 0,-1 1-1 0 0,0 0 0 0 0,2 2 0 0 0,2 2-14 0 0,0 0-1 0 0,0-1 1 0 0,1 1 0 0 0,0-1-1 0 0,0 0 1 0 0,0 0 0 0 0,1-1-1 0 0,-1 1 1 0 0,12 5 0 0 0,6 1-32 0 0,1-1 1 0 0,0 0 0 0 0,1-2-1 0 0,0-1 1 0 0,1-1 0 0 0,-1-1-1 0 0,37 1 1 0 0,89 6 128 0 0,39 22-213 0 0,-136-17 193 0 0,-42-12-54 0 0,-12-5-4 0 0,-1 0-1 0 0,1 0 1 0 0,0 0 0 0 0,0 0-1 0 0,0 0 1 0 0,0 0 0 0 0,0 0-1 0 0,0 1 1 0 0,-1-1-1 0 0,1 0 1 0 0,0 0 0 0 0,0 0-1 0 0,0 0 1 0 0,0 0-1 0 0,0 0 1 0 0,0 0 0 0 0,0 0-1 0 0,0 1 1 0 0,0-1-1 0 0,0 0 1 0 0,-1 0 0 0 0,1 0-1 0 0,0 0 1 0 0,0 0-1 0 0,0 1 1 0 0,0-1 0 0 0,0 0-1 0 0,0 0 1 0 0,0 0 0 0 0,0 0-1 0 0,0 0 1 0 0,0 1-1 0 0,0-1 1 0 0,0 0 0 0 0,0 0-1 0 0,0 0 1 0 0,0 0-1 0 0,1 0 1 0 0,-1 0 0 0 0,0 1-1 0 0,0-1 1 0 0,0 0-1 0 0,0 0 1 0 0,0 0 0 0 0,0 0-1 0 0,0 0 1 0 0,0 0-1 0 0,0 0 1 0 0,0 1 0 0 0,1-1-1 0 0,-1 0 1 0 0,0 0 0 0 0,0 0-1 0 0,0 0 1 0 0,0 0-1 0 0,0 0 1 0 0,1 0 0 0 0,-19 5 336 0 0,-1 0-1 0 0,1-1 1 0 0,-1-2 0 0 0,1 0 0 0 0,-25 0 0 0 0,-262 4 169 0 0,229-6-1104 0 0,-86-10-1 0 0,132 6-143 0 0,-1-1 0 0 0,1-1-1 0 0,1-2 1 0 0,-1-1 0 0 0,-34-15 0 0 0,15-2-4288 0 0,-11 9-2788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6:12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1545 20 1121 0 0,'8'-2'729'0'0,"12"-4"341"0"0,-15-6 2546 0 0,-11 12-2015 0 0,-17 6-778 0 0,0 2-1 0 0,0 0 1 0 0,0 1-1 0 0,1 2 1 0 0,-21 13 0 0 0,-23 20 239 0 0,2 4 1 0 0,-65 62-1 0 0,24-18-127 0 0,8-11-95 0 0,-160 176 0 0 0,-15 75 83 0 0,126-152-458 0 0,9-1 13 0 0,112-143-371 0 0,2 2 1 0 0,2 1-1 0 0,-18 41 0 0 0,32-63-79 0 0,1 1-1 0 0,1 0 1 0 0,0 0 0 0 0,1 0 0 0 0,-2 22 0 0 0,6-32-31 0 0,-1-1 0 0 0,1 0 0 0 0,1 0 0 0 0,-1 1 0 0 0,1-1 0 0 0,1 0 0 0 0,-1 0 0 0 0,1 0 0 0 0,1 0 0 0 0,-1 0 0 0 0,1 0 1 0 0,0-1-1 0 0,0 1 0 0 0,1-1 0 0 0,5 8 0 0 0,-2-7-66 0 0,0 0 1 0 0,0 0-1 0 0,1-1 1 0 0,0 1-1 0 0,0-2 1 0 0,0 1-1 0 0,1-1 1 0 0,0 0-1 0 0,0-1 1 0 0,0 0-1 0 0,15 4 1 0 0,4-1-619 0 0,1 0 1 0 0,57 5-1 0 0,-26-9-2094 0 0,119-8 0 0 0,158-35-7904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6:13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1121 0 0,'10'1'507'0'0,"0"0"0"0"0,0 0 1 0 0,0 1-1 0 0,0 0 1 0 0,0 0-1 0 0,-1 1 1 0 0,1 1-1 0 0,16 8 1 0 0,3 4 623 0 0,39 30 0 0 0,-23-10-150 0 0,-1 1-1 0 0,-2 2 1 0 0,50 61 0 0 0,-31-25-188 0 0,63 101 0 0 0,-105-144-441 0 0,-1 0 0 0 0,-2 2-1 0 0,14 40 1 0 0,22 106 1310 0 0,-46-156-1426 0 0,-1 0 1 0 0,-1 0 0 0 0,2 41 0 0 0,-10-13-8 0 0,-2-1 1 0 0,-2 0-1 0 0,-3 0 0 0 0,-19 55 1 0 0,16-65-140 0 0,-1 0 0 0 0,-35 64 0 0 0,-51 66-319 0 0,101-171 228 0 0,-158 233-1829 0 0,139-210 1061 0 0,0-1-1 0 0,-2 0 1 0 0,0-2-1 0 0,-2 0 0 0 0,0-2 1 0 0,-46 29-1 0 0,56-40-550 0 0,-1 0-1 0 0,-1-1 0 0 0,-19 6 1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6:13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90 960 0 0,'3'-23'4142'0'0,"-1"20"-3941"0"0,-1 0-1 0 0,1 0 1 0 0,-1 1-1 0 0,1-1 1 0 0,0 1-1 0 0,0-1 1 0 0,0 1 0 0 0,0 0-1 0 0,1 0 1 0 0,-1 0-1 0 0,0 0 1 0 0,1 0-1 0 0,0 0 1 0 0,3-1-1 0 0,3-2-10 0 0,1 0 0 0 0,-1 1 0 0 0,1 1-1 0 0,-1 0 1 0 0,1 0 0 0 0,0 0 0 0 0,0 1 0 0 0,0 1-1 0 0,0 0 1 0 0,16 0 0 0 0,0 2-22 0 0,0 1 1 0 0,0 1-1 0 0,33 8 1 0 0,-43-7-62 0 0,-1 1 0 0 0,0 1 0 0 0,0 0 0 0 0,-1 1 0 0 0,18 11 0 0 0,-25-14 18 0 0,0 1 1 0 0,0 1 0 0 0,0-1 0 0 0,-1 1-1 0 0,8 9 1 0 0,-12-12-54 0 0,0 0 0 0 0,0 0-1 0 0,0 0 1 0 0,0 0 0 0 0,-1 0 0 0 0,1 0-1 0 0,-1 1 1 0 0,0-1 0 0 0,1 0 0 0 0,-2 1-1 0 0,1-1 1 0 0,0 1 0 0 0,0 5 0 0 0,-3-1 47 0 0,1 0 0 0 0,-1 0 0 0 0,0 0 0 0 0,-1-1 0 0 0,0 1 0 0 0,0-1 0 0 0,-1 1 0 0 0,0-1 0 0 0,0 0 0 0 0,0-1 0 0 0,-1 1 0 0 0,0-1 0 0 0,-1 0 0 0 0,-10 11 0 0 0,-1-1 223 0 0,-1-1 0 0 0,-1 0 0 0 0,0-1 0 0 0,-24 13 0 0 0,28-18 73 0 0,-1-2 1 0 0,0 0 0 0 0,-1-1 0 0 0,1 0-1 0 0,-28 5 1 0 0,38-10-375 0 0,-1-1 0 0 0,1 1 0 0 0,-1-1-1 0 0,1-1 1 0 0,0 1 0 0 0,-1-1 0 0 0,1 0 0 0 0,0 0 0 0 0,0-1-1 0 0,0 0 1 0 0,0 0 0 0 0,-6-3 0 0 0,-5-2-38 0 0,1 1-8 0 0,-1-1 1 0 0,-19-12-1 0 0,31 16-20 0 0,0 0 0 0 0,0 0-1 0 0,0-1 1 0 0,1 0 0 0 0,-1 0-1 0 0,1 0 1 0 0,0 0 0 0 0,0-1-1 0 0,-5-8 1 0 0,6 8-38 0 0,1 0-1 0 0,0 0 1 0 0,1 0 0 0 0,-1-1-1 0 0,0-9 1 0 0,-3-7-131 0 0,3 15 143 0 0,-1 0-1 0 0,0 0 1 0 0,-1 0-1 0 0,0 0 1 0 0,0 1 0 0 0,-5-7-1 0 0,5 9 61 0 0,1 0 1 0 0,0-1-1 0 0,0 1 0 0 0,0-1 0 0 0,1 1 1 0 0,0-1-1 0 0,-1 0 0 0 0,2 0 0 0 0,-1 0 1 0 0,1 0-1 0 0,-1 0 0 0 0,1-7 0 0 0,1 12-6 0 0,0-1 1 0 0,0 1-1 0 0,0-1 0 0 0,0 0 0 0 0,0 1 0 0 0,0-1 0 0 0,0 1 1 0 0,0-1-1 0 0,0 0 0 0 0,1 1 0 0 0,-1-1 0 0 0,0 1 0 0 0,1-1 1 0 0,-1 1-1 0 0,0-1 0 0 0,1 1 0 0 0,-1-1 0 0 0,0 1 0 0 0,1-1 1 0 0,-1 1-1 0 0,1-1 0 0 0,-1 1 0 0 0,1 0 0 0 0,-1-1 0 0 0,1 1 1 0 0,-1 0-1 0 0,1-1 0 0 0,0 1 0 0 0,-1 0 0 0 0,1 0 0 0 0,-1 0 0 0 0,1-1 1 0 0,0 1-1 0 0,-1 0 0 0 0,2 0 0 0 0,22 4-330 0 0,8 9 137 0 0,50 22 20 0 0,65 49 278 0 0,-122-67 63 0 0,1 1-1 0 0,-2 1 0 0 0,-1 2 1 0 0,25 26-1 0 0,-23-15 542 0 0,29 46 1 0 0,3 5 10 0 0,-39-59-693 0 0,2-1 1 0 0,1-1-1 0 0,0 0 1 0 0,1-2-1 0 0,2-1 1 0 0,40 27-1 0 0,-62-45-255 0 0,21 10 180 0 0,-23-11-69 0 0,1 1 0 0 0,-1-1 1 0 0,0 0-1 0 0,1 0 0 0 0,-1 0 0 0 0,0 1 1 0 0,0-1-1 0 0,1 0 0 0 0,-1 0 1 0 0,0 0-1 0 0,1 0 0 0 0,-1 0 0 0 0,0 0 1 0 0,1 0-1 0 0,-1 0 0 0 0,0 0 1 0 0,1 0-1 0 0,-1 0 0 0 0,0 0 0 0 0,1 0 1 0 0,-1 0-1 0 0,0 0 0 0 0,1 0 0 0 0,-1 0 1 0 0,0 0-1 0 0,1 0 0 0 0,-1 0 1 0 0,0-1-1 0 0,1 1 0 0 0,-1 0 0 0 0,0 0 1 0 0,0 0-1 0 0,1 0 0 0 0,-1-1 1 0 0,0 1-1 0 0,0 0 0 0 0,1 0 0 0 0,-1-1 1 0 0,0 1-1 0 0,0 0 0 0 0,0-1 1 0 0,1 1-1 0 0,-1 0 0 0 0,0 0 0 0 0,0-1 1 0 0,0 1-1 0 0,0 0 0 0 0,0-1 0 0 0,0-23-8223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6:15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23 1281 0 0,'-60'-7'3695'0'0,"60"7"-3626"0"0,-1 0 0 0 0,1 0 0 0 0,0 0 0 0 0,-1-1 0 0 0,1 1 1 0 0,0 0-1 0 0,-1 0 0 0 0,1 0 0 0 0,0 0 0 0 0,0 0 0 0 0,-1-1 1 0 0,1 1-1 0 0,0 0 0 0 0,0 0 0 0 0,-1-1 0 0 0,1 1 0 0 0,0 0 1 0 0,0 0-1 0 0,0-1 0 0 0,-1 1 0 0 0,1 0 0 0 0,0 0 0 0 0,0-1 1 0 0,0 1-1 0 0,0 0 0 0 0,0-1 0 0 0,0 1 0 0 0,0 0 0 0 0,0-1 1 0 0,0 1-1 0 0,-1 0 0 0 0,1-1 0 0 0,0 1 0 0 0,1 0 0 0 0,-1-1 0 0 0,0 1 1 0 0,0 0-1 0 0,0 0 0 0 0,0-1 0 0 0,0 1 0 0 0,0 0 0 0 0,0-1 1 0 0,1 1-1 0 0,4-3 3971 0 0,17 3-3333 0 0,-22 0-695 0 0,0 0-1 0 0,0 0 1 0 0,0 0 0 0 0,0 0 0 0 0,0-1-1 0 0,0 1 1 0 0,0 0 0 0 0,1 0 0 0 0,-1 0 0 0 0,0 0-1 0 0,0 0 1 0 0,0 0 0 0 0,0 0 0 0 0,0 0-1 0 0,0 0 1 0 0,1 0 0 0 0,-1 0 0 0 0,0 0 0 0 0,0 0-1 0 0,0 0 1 0 0,0 0 0 0 0,0 0 0 0 0,0 0-1 0 0,1 0 1 0 0,-1 0 0 0 0,0 0 0 0 0,0 0-1 0 0,0 0 1 0 0,0 0 0 0 0,0 0 0 0 0,0 0 0 0 0,1 0-1 0 0,-1 0 1 0 0,0 0 0 0 0,0 0 0 0 0,0 0-1 0 0,0 0 1 0 0,0 1 0 0 0,0-1 0 0 0,0 0 0 0 0,1 0-1 0 0,-1 0 1 0 0,0 0 0 0 0,0 0 0 0 0,0 0-1 0 0,0 0 1 0 0,0 1 0 0 0,0-1 0 0 0,0 0-1 0 0,0 0 1 0 0,0 0 0 0 0,0 0 0 0 0,0 0 0 0 0,0 0-1 0 0,0 1 1 0 0,0-1 0 0 0,0 0 0 0 0,0 0-1 0 0,0 0 1 0 0,0 0 0 0 0,0 1 0 0 0,0-1-3 0 0,0 0 1 0 0,0 0 0 0 0,0 0 0 0 0,0 0-1 0 0,0 1 1 0 0,0-1 0 0 0,0 0-1 0 0,0 0 1 0 0,0 0 0 0 0,0 0-1 0 0,0 1 1 0 0,0-1 0 0 0,0 0 0 0 0,0 0-1 0 0,0 0 1 0 0,0 0 0 0 0,0 1-1 0 0,0-1 1 0 0,0 0 0 0 0,0 0 0 0 0,1 0-1 0 0,-1 0 1 0 0,0 0 0 0 0,0 1-1 0 0,0-1 1 0 0,0 0 0 0 0,0 0-1 0 0,0 0 1 0 0,1 0 0 0 0,-1 0 0 0 0,0 0-1 0 0,0 0 1 0 0,0 0 0 0 0,0 0-1 0 0,0 1 1 0 0,1-1 0 0 0,-1 0-1 0 0,0 0 1 0 0,0 0 0 0 0,0 0 0 0 0,0 0-1 0 0,1 0 1 0 0,-1 0 0 0 0,0 0-1 0 0,0 0 1 0 0,0 0 0 0 0,0 0 0 0 0,1 0-1 0 0,-1 0 1 0 0,0 0 0 0 0,0 0-1 0 0,0-1 1 0 0,1 1 0 0 0,75 21 1471 0 0,-54-14-1078 0 0,1 0 1 0 0,0-2-1 0 0,28 3 1 0 0,-28-5-296 0 0,-9-1-15 0 0,1 0 0 0 0,-1-2 0 0 0,24-1 0 0 0,319-10-143 0 0,-313 10-100 0 0,158-5-2932 0 0,-148 5 361 0 0,-43 1-814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6:16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49 640 0 0,'0'0'2241'0'0,"0"-7"1521"0"0,33-1-1921 0 0,32 8-160 0 0,66-6 79 0 0,189-7 481 0 0,-26 13-1360 0 0,-98-8-2002 0 0,-66 2-5282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6:35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132 144 1921 0 0,'-1'-6'3820'0'0,"1"6"-3765"0"0,0-1-1 0 0,0 1 1 0 0,-1-1 0 0 0,1 1-1 0 0,0-1 1 0 0,0 0-1 0 0,1 1 1 0 0,-1-1-1 0 0,0 1 1 0 0,0-1-1 0 0,0 1 1 0 0,0-1 0 0 0,0 1-1 0 0,1-1 1 0 0,-1 0-1 0 0,0 1 1 0 0,0-1-1 0 0,1 1 1 0 0,-1 0-1 0 0,0-1 1 0 0,1 1-1 0 0,-1-1 1 0 0,1 1 0 0 0,-1-1-1 0 0,1 1 1 0 0,-1 0-1 0 0,0-1 1 0 0,1 1-1 0 0,2-1 15 0 0,-1 0 6 0 0,-1 1-1 0 0,1-1 1 0 0,-1 0 0 0 0,1 0 0 0 0,-1 1 0 0 0,1-1-1 0 0,-1 0 1 0 0,1 0 0 0 0,-1 0 0 0 0,0 0 0 0 0,0-1 0 0 0,2-1-1 0 0,-2 0 140 0 0,0 0-1 0 0,0 0 1 0 0,0 0-1 0 0,-1 0 0 0 0,1 0 1 0 0,-1 0-1 0 0,0 0 0 0 0,0 0 1 0 0,0-3-1 0 0,0 5-148 0 0,0 0 1 0 0,0 1-1 0 0,0-1 0 0 0,0 0 0 0 0,0 1 1 0 0,0-1-1 0 0,0 0 0 0 0,1 1 0 0 0,-1-1 1 0 0,0 0-1 0 0,0 1 0 0 0,1-1 0 0 0,-1 1 1 0 0,0-1-1 0 0,1 0 0 0 0,-1 1 0 0 0,1-1 0 0 0,-1 1 1 0 0,1-1-1 0 0,-1 1 0 0 0,1 0 0 0 0,-1-1 1 0 0,1 1-1 0 0,-1-1 0 0 0,1 1 0 0 0,0 0 1 0 0,-1 0-1 0 0,1-1 0 0 0,-1 1 0 0 0,1 0 1 0 0,0 0-1 0 0,-1 0 0 0 0,1-1 0 0 0,0 1 1 0 0,-1 0-1 0 0,1 0 0 0 0,0 0 0 0 0,-1 0 1 0 0,1 0-1 0 0,0 1 0 0 0,-1-1 0 0 0,1 0 0 0 0,0 0 1 0 0,-1 0-1 0 0,2 1 0 0 0,3-1 42 0 0,0 0 1814 0 0,-6-1-1835 0 0,-1 0 1 0 0,0 1-1 0 0,1-1 0 0 0,-1 0 0 0 0,0 1 0 0 0,1 0 1 0 0,-1-1-1 0 0,0 1 0 0 0,0 0 0 0 0,1 0 1 0 0,-1 0-1 0 0,-3 0 0 0 0,3 0 74 0 0,-3-1 960 0 0,-1 1-640 0 0,-16 0 1 0 0,17 0 653 0 0,6-1-1102 0 0,-1 0 0 0 0,1 0 0 0 0,0 0 0 0 0,0 0 0 0 0,0 0 0 0 0,0 1 0 0 0,0-1 0 0 0,0 0 0 0 0,0 1 0 0 0,0-1 0 0 0,0 0 0 0 0,0 1 0 0 0,0-1 0 0 0,0 1 0 0 0,0 0 0 0 0,0-1 0 0 0,1 1 0 0 0,-1 0 0 0 0,0 0 0 0 0,0-1 0 0 0,3 1 0 0 0,-2 0 37 0 0,-1 0-68 0 0,-1 0-1 0 0,0 0 0 0 0,0 0 1 0 0,1 0-1 0 0,-1-1 1 0 0,0 1-1 0 0,0 0 1 0 0,1 0-1 0 0,-1 0 0 0 0,0 0 1 0 0,0-1-1 0 0,1 1 1 0 0,-1 0-1 0 0,0 0 1 0 0,0-1-1 0 0,0 1 0 0 0,1 0 1 0 0,-1 0-1 0 0,0-1 1 0 0,0 1-1 0 0,0 0 1 0 0,0-1-1 0 0,0 1 1 0 0,0 0-1 0 0,1 0 0 0 0,-1-1 1 0 0,0 1-1 0 0,0 0 1 0 0,0-1-1 0 0,0 0 1 0 0,0 0-4 0 0,1 0 0 0 0,0 0 0 0 0,0 0 1 0 0,0 1-1 0 0,0-1 0 0 0,0 0 1 0 0,0 0-1 0 0,0 0 0 0 0,0 1 0 0 0,0-1 1 0 0,1 0-1 0 0,-1 1 0 0 0,0-1 1 0 0,0 1-1 0 0,1 0 0 0 0,-1-1 0 0 0,0 1 1 0 0,0 0-1 0 0,1 0 0 0 0,1 0 1 0 0,-1-1-22 0 0,7-3-20 0 0,0 1 0 0 0,0 0 0 0 0,0 0-1 0 0,15-2 1 0 0,-19 4 25 0 0,1 0-74 0 0,-7 1 84 0 0,1 0 1 0 0,0 0-1 0 0,0 0 1 0 0,0 1-1 0 0,0-1 1 0 0,0 0-1 0 0,0 0 1 0 0,0 0-1 0 0,0 0 1 0 0,-1 1-1 0 0,1-1 0 0 0,0 0 1 0 0,0 0-1 0 0,0 0 1 0 0,0 1-1 0 0,0-1 1 0 0,0 0-1 0 0,0 0 1 0 0,0 0-1 0 0,0 1 1 0 0,0-1-1 0 0,0 0 0 0 0,0 0 1 0 0,0 0-1 0 0,0 1 1 0 0,1-1-1 0 0,-1 0 1 0 0,0 0-1 0 0,0 0 1 0 0,0 0-1 0 0,0 1 1 0 0,0-1-1 0 0,0 0 0 0 0,0 0 1 0 0,1 0-1 0 0,-1 0 1 0 0,0 1-1 0 0,0-1 1 0 0,0 0-1 0 0,0 0 1 0 0,0 0-1 0 0,1 0 1 0 0,-1 0-1 0 0,0 0 0 0 0,0 0 1 0 0,0 0-1 0 0,1 0 1 0 0,-1 1-1 0 0,0-1 1 0 0,0 0-1 0 0,0 0 1 0 0,1 0-1 0 0,-1 0 1 0 0,0 0-1 0 0,0 0 1 0 0,0 0-1 0 0,1 0 0 0 0,-1 0 1 0 0,0 0-1 0 0,0-1 1 0 0,0 1-1 0 0,1 0 1 0 0,-1 0-1 0 0,2 0-4 0 0,-1 0 11 0 0,0 0-1 0 0,0 0 1 0 0,0 0-1 0 0,0 0 1 0 0,0 0-1 0 0,0 0 0 0 0,1 1 1 0 0,-1-1-1 0 0,0 0 1 0 0,0 1-1 0 0,0-1 0 0 0,0 0 1 0 0,0 1-1 0 0,0-1 1 0 0,0 1-1 0 0,0 0 0 0 0,-1-1 1 0 0,1 1-1 0 0,0 0 1 0 0,0-1-1 0 0,0 1 0 0 0,-1 0 1 0 0,1 0-1 0 0,0 0 1 0 0,0 1-1 0 0,-1-1 2 0 0,1-1 0 0 0,-1 1 0 0 0,0-1 0 0 0,0 1-1 0 0,0-1 1 0 0,1 1 0 0 0,-1-1 0 0 0,0 1 0 0 0,1-1 0 0 0,-1 1 0 0 0,0-1 0 0 0,1 1 0 0 0,-1-1-1 0 0,1 0 1 0 0,-1 1 0 0 0,1-1 0 0 0,-1 0 0 0 0,1 1 0 0 0,-1-1 0 0 0,1 0 0 0 0,-1 1 0 0 0,1-1-1 0 0,-1 0 1 0 0,1 0 0 0 0,-1 0 0 0 0,1 0 0 0 0,-1 0 0 0 0,1 0 0 0 0,0 0 0 0 0,-1 0 0 0 0,1 0-1 0 0,-1 0 1 0 0,1 0 0 0 0,0 0 0 0 0,0 0 0 0 0,-1 0 0 0 0,1 0 0 0 0,0 0-1 0 0,-1 0 1 0 0,1 0 0 0 0,-1 0 0 0 0,1 0 0 0 0,0 0 0 0 0,-1 0-1 0 0,1 0 1 0 0,-1 0 0 0 0,1 1 0 0 0,-1-1 0 0 0,1 0 0 0 0,0 0-1 0 0,-1 1 1 0 0,1-1 0 0 0,-1 0 0 0 0,1 1 0 0 0,-1-1-1 0 0,1 0 1 0 0,-1 1 0 0 0,0-1 0 0 0,1 1 0 0 0,-1-1 0 0 0,1 1-1 0 0,-1-1 1 0 0,0 1 0 0 0,1-1 0 0 0,-1 1 0 0 0,0-1 0 0 0,0 1-1 0 0,0-1 1 0 0,1 2 0 0 0,-1-1 1 0 0,0 0 0 0 0,0 0 0 0 0,0 0 0 0 0,0 0 0 0 0,0 0 0 0 0,0 0 0 0 0,0-1 0 0 0,0 1 0 0 0,0 0 0 0 0,1 0 0 0 0,-1 0 0 0 0,0 0 0 0 0,1 0 0 0 0,-1 0 0 0 0,1-1 0 0 0,-1 1 0 0 0,1 0 0 0 0,-1 0 0 0 0,1-1 0 0 0,-1 1 0 0 0,1 0 0 0 0,0-1 0 0 0,-1 1 0 0 0,1 0 0 0 0,0-1 0 0 0,0 1 0 0 0,0-1 0 0 0,-1 1 0 0 0,1-1 0 0 0,0 0 0 0 0,2 1 0 0 0,3 2 0 0 0,-6-3 0 0 0,0 0 0 0 0,1 0 0 0 0,-1 1 0 0 0,0-1 0 0 0,0 0 0 0 0,1 0 0 0 0,-1 0 0 0 0,0 1 0 0 0,0-1 0 0 0,0 0 0 0 0,1 0 0 0 0,-1 1 0 0 0,0-1 0 0 0,0 0 0 0 0,0 0 0 0 0,0 1 0 0 0,1-1 0 0 0,-1 0 0 0 0,0 0 0 0 0,0 1 0 0 0,0-1 0 0 0,0 0 0 0 0,0 1 0 0 0,0-1 0 0 0,0 0 0 0 0,0 1 0 0 0,0-1 0 0 0,0 0 0 0 0,0 1 0 0 0,0 0 0 0 0,0-1 0 0 0,0 1 0 0 0,0-1 0 0 0,0 1 0 0 0,0-1 0 0 0,0 1 0 0 0,0-1 0 0 0,0 1 0 0 0,0-1 0 0 0,1 1 0 0 0,-1-1 0 0 0,0 1 0 0 0,0-1 0 0 0,1 1 0 0 0,-1-1 0 0 0,0 1 0 0 0,0-1 0 0 0,1 0 0 0 0,-1 1 0 0 0,0-1 0 0 0,1 1 0 0 0,-1-1 0 0 0,1 1 0 0 0,10 4 13 0 0,-10-5-11 0 0,0 0 0 0 0,0 1 0 0 0,0-1-1 0 0,0 1 1 0 0,0-1 0 0 0,0 1 0 0 0,-1-1 0 0 0,1 1 0 0 0,0 0 0 0 0,0-1 0 0 0,0 1 0 0 0,-1 0 0 0 0,1-1 0 0 0,0 1 0 0 0,-1 0 0 0 0,1 0-1 0 0,-1 0 1 0 0,1 0 0 0 0,-1 0 0 0 0,1 0 0 0 0,-1 0 0 0 0,1 0 0 0 0,-1 0 0 0 0,0 0 0 0 0,0 0 0 0 0,0 0 0 0 0,1 0 0 0 0,-1 0 0 0 0,0 0-1 0 0,0 0 1 0 0,0 0 0 0 0,-1 0 0 0 0,1 0 0 0 0,0 2 0 0 0,-1-1-5 0 0,0 1 0 0 0,0-1-1 0 0,-1 0 1 0 0,1 0 0 0 0,0 0 0 0 0,-1 0-1 0 0,0 0 1 0 0,1 0 0 0 0,-1 0 0 0 0,0 0-1 0 0,0-1 1 0 0,0 1 0 0 0,0 0 0 0 0,0-1-1 0 0,0 0 1 0 0,0 0 0 0 0,-1 1 0 0 0,-2 0-1 0 0,-14 11-81 0 0,4 5 91 0 0,13-15 1 0 0,0-1 0 0 0,0 1 0 0 0,-1 0-1 0 0,1-1 1 0 0,-1 0 0 0 0,0 0 0 0 0,1 0-1 0 0,-6 3 1 0 0,-29 20 27 0 0,11-7 88 0 0,-2-1 0 0 0,-39 19 0 0 0,40-20-101 0 0,25-14-14 0 0,-1 0 1 0 0,1 0-1 0 0,-1-1 0 0 0,0 1 0 0 0,0-1 0 0 0,0 1 0 0 0,0-1 0 0 0,0 0 1 0 0,0 0-1 0 0,0 0 0 0 0,-4 0 0 0 0,-20 0 113 0 0,26-1-120 0 0,1 0 1 0 0,0 0-1 0 0,0 0 0 0 0,-1 0 1 0 0,1 0-1 0 0,0 0 1 0 0,0 0-1 0 0,0 0 0 0 0,-1 0 1 0 0,1 0-1 0 0,0 0 0 0 0,0 0 1 0 0,0 0-1 0 0,-1 0 1 0 0,1 0-1 0 0,0-1 0 0 0,0 1 1 0 0,0 0-1 0 0,0 0 0 0 0,-1 0 1 0 0,1 0-1 0 0,0 0 1 0 0,0 0-1 0 0,0-1 0 0 0,0 1 1 0 0,-1 0-1 0 0,1 0 0 0 0,0 0 1 0 0,0 0-1 0 0,0-1 1 0 0,0 1-1 0 0,0 0 0 0 0,0 0 1 0 0,0 0-1 0 0,0-1 0 0 0,0 1 1 0 0,0 0-1 0 0,0 0 1 0 0,0 0-1 0 0,-1-1 0 0 0,1 1 1 0 0,1 0-1 0 0,-6-8-83 0 0,-1 6 64 0 0,5 1 16 0 0,0 1 1 0 0,-1-1 0 0 0,1 1 0 0 0,0-1 0 0 0,0 1 0 0 0,0-1 0 0 0,-1 0 0 0 0,1 1 0 0 0,0-1-1 0 0,0 0 1 0 0,0 0 0 0 0,0 0 0 0 0,1 0 0 0 0,-1 0 0 0 0,0 0 0 0 0,0 0 0 0 0,0 0 0 0 0,1 0 0 0 0,-1-1-1 0 0,1 1 1 0 0,-1 0 0 0 0,1 0 0 0 0,-1-1 0 0 0,1 1 0 0 0,0 0 0 0 0,0-1 0 0 0,-1 1 0 0 0,1 0 0 0 0,0 0-1 0 0,0-1 1 0 0,0 1 0 0 0,0 0 0 0 0,1-1 0 0 0,-1-1 0 0 0,0 2-65 0 0,6 1-93 0 0,0 0 174 0 0,-1 1 0 0 0,1 0-1 0 0,0 0 1 0 0,0 0 0 0 0,-1 1 0 0 0,1 0-1 0 0,-1 0 1 0 0,0 0 0 0 0,6 4 0 0 0,49 32 506 0 0,-23-13-311 0 0,88 49 191 0 0,-121-71-409 0 0,1 0-1 0 0,-1 0 0 0 0,1 0 1 0 0,0-1-1 0 0,0 0 0 0 0,0 0 0 0 0,0-1 1 0 0,0 1-1 0 0,1-1 0 0 0,5 1 1 0 0,-11-3-45 0 0,1 1 0 0 0,-1 0 0 0 0,0-1 0 0 0,1 1 0 0 0,-1 0 1 0 0,0-1-1 0 0,1 1 0 0 0,-1 0 0 0 0,0-1 0 0 0,1 1 0 0 0,-1-1 1 0 0,0 1-1 0 0,0-1 0 0 0,0 1 0 0 0,1-1 0 0 0,-1 1 0 0 0,0 0 1 0 0,0-1-1 0 0,0 1 0 0 0,0-1 0 0 0,0 1 0 0 0,0-1 0 0 0,0 1 1 0 0,0-1-1 0 0,0 1 0 0 0,0-1 0 0 0,0 1 0 0 0,0-1 0 0 0,0 1 1 0 0,0-1-1 0 0,-1 0 0 0 0,1 0-304 0 0,0-2-56 0 0,0 1 1 0 0,-1-1-1 0 0,1 0 1 0 0,-1 1-1 0 0,1-1 1 0 0,-1 0-1 0 0,0 1 1 0 0,0-1-1 0 0,0 1 0 0 0,-3-4 1 0 0,-45-77-9725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6:36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514 28 560 0 0,'5'-1'1054'0'0,"17"-5"40"0"0,-22 6-1019 0 0,0 0 0 0 0,1 0 1 0 0,-1 0-1 0 0,0 0 0 0 0,1-1 0 0 0,-1 1 1 0 0,0 0-1 0 0,1 0 0 0 0,-1 0 0 0 0,0-1 1 0 0,0 1-1 0 0,1 0 0 0 0,-1 0 0 0 0,0-1 0 0 0,0 1 1 0 0,1 0-1 0 0,-1-1 0 0 0,0 1 0 0 0,0 0 1 0 0,0-1-1 0 0,0 1 0 0 0,1 0 0 0 0,-1-1 1 0 0,0 1-1 0 0,0 0 0 0 0,0-1 0 0 0,0 1 1 0 0,0 0-1 0 0,0-1 0 0 0,0 1 0 0 0,0 0 0 0 0,0-1 1 0 0,0 1-1 0 0,0 0 0 0 0,0-1 0 0 0,0 1 1 0 0,0-1-1 0 0,-1 1 0 0 0,1-1-13 0 0,0 1-1 0 0,0 0 1 0 0,0 0 0 0 0,0 0-1 0 0,0-1 1 0 0,0 1 0 0 0,-1 0-1 0 0,1 0 1 0 0,0-1 0 0 0,0 1-1 0 0,0 0 1 0 0,0 0-1 0 0,0-1 1 0 0,0 1 0 0 0,0 0-1 0 0,0 0 1 0 0,0-1 0 0 0,1 1-1 0 0,-1 0 1 0 0,0 0 0 0 0,0-1-1 0 0,0 1 1 0 0,0 0-1 0 0,0 0 1 0 0,0 0 0 0 0,0-1-1 0 0,1 1 1 0 0,-1 0 0 0 0,0 0-1 0 0,0 0 1 0 0,0-1 0 0 0,0 1-1 0 0,1 0 1 0 0,-1 0-1 0 0,0 0 1 0 0,0 0 0 0 0,0 0-1 0 0,1 0 1 0 0,-1-1 0 0 0,0 1-1 0 0,0 0 1 0 0,1 0 0 0 0,-1 0-1 0 0,0 0 1 0 0,0 0-1 0 0,0 0 1 0 0,1 0 0 0 0,-1 0-1 0 0,1 0 1 0 0,20 0 885 0 0,-15 0-53 0 0,-6 9 787 0 0,0-5-1552 0 0,-1 1-1 0 0,1-1 1 0 0,-1 0 0 0 0,0 1 0 0 0,0-1 0 0 0,0 0 0 0 0,-1 0 0 0 0,1 1 0 0 0,-1-1 0 0 0,0 0 0 0 0,0 0 0 0 0,-4 4 0 0 0,-7 16 422 0 0,-12 34 520 0 0,16-35-805 0 0,0-1 0 0 0,-1 0 0 0 0,-2 0 1 0 0,0-2-1 0 0,-20 26 0 0 0,-35 28 255 0 0,34-39-134 0 0,-46 61-1 0 0,39-35 94 0 0,-45 96 1 0 0,42-61 132 0 0,12-43-254 0 0,21-36-273 0 0,0-1-1 0 0,1 2 1 0 0,0-1 0 0 0,-9 30-1 0 0,17-43-147 0 0,1 0 0 0 0,-1 0 0 0 0,1 0-1 0 0,0-1 1 0 0,0 1 0 0 0,0 0 0 0 0,0 0 0 0 0,1 0 0 0 0,1 5-1 0 0,-2-8 13 0 0,0-1 0 0 0,0 1-1 0 0,0-1 1 0 0,0 1 0 0 0,0-1-1 0 0,0 1 1 0 0,0-1 0 0 0,0 1-1 0 0,1-1 1 0 0,-1 1 0 0 0,0-1-1 0 0,0 1 1 0 0,0-1 0 0 0,1 1-1 0 0,-1-1 1 0 0,0 0 0 0 0,0 1-1 0 0,1-1 1 0 0,-1 1 0 0 0,0-1-1 0 0,1 0 1 0 0,-1 1 0 0 0,1-1-1 0 0,-1 0 1 0 0,0 0 0 0 0,1 1-1 0 0,-1-1 1 0 0,1 0 0 0 0,-1 0-1 0 0,1 0 1 0 0,-1 1 0 0 0,1-1-1 0 0,-1 0 1 0 0,1 0 0 0 0,-1 0-1 0 0,1 0 1 0 0,-1 0 0 0 0,1 0-1 0 0,-1 0 1 0 0,1 0 0 0 0,-1 0-1 0 0,1 0 1 0 0,-1 0 0 0 0,0 0-1 0 0,1 0 1 0 0,-1-1 0 0 0,1 1-1 0 0,-1 0 1 0 0,1 0 0 0 0,-1 0 0 0 0,1-1-1 0 0,-1 1 1 0 0,0 0 0 0 0,1-1-1 0 0,-1 1 1 0 0,1 0 0 0 0,-1-1-1 0 0,0 1 1 0 0,1-1 0 0 0,6-21-3412 0 0,-3 0 827 0 0,23-69-7463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6:37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0 2481 0 0,'-32'8'1761'0'0,"32"-1"-561"0"0,-33-1-319 0 0,0 50 560 0 0,-32 25 880 0 0,32-10-561 0 0,33-23-799 0 0,0-1-481 0 0,0 1-240 0 0,0 8-80 0 0,-32 5-160 0 0,-1 7 400 0 0,0 9 401 0 0,1-14-2882 0 0,-27-22-4562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6:39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808 132 2241 0 0,'8'-3'1081'0'0,"7"-2"16"0"0,-6 5 4755 0 0,-9 2-3206 0 0,0-1-2523 0 0,0-1 0 0 0,0 0 0 0 0,0 1 0 0 0,0-1 0 0 0,-1 0 0 0 0,1 1 0 0 0,0-1 0 0 0,0 0 0 0 0,0 1 0 0 0,0-1 0 0 0,0 0 0 0 0,0 1 0 0 0,0-1 0 0 0,0 0 0 0 0,0 1 0 0 0,0-1 0 0 0,0 0 0 0 0,0 1 0 0 0,1-1 0 0 0,-1 0 0 0 0,0 1 0 0 0,0-1 0 0 0,0 0 0 0 0,0 0 0 0 0,0 1 0 0 0,1-1 0 0 0,-1 0 0 0 0,0 1 0 0 0,0-1 0 0 0,0 0 0 0 0,1 0 0 0 0,-1 0 0 0 0,0 1 0 0 0,1-1 0 0 0,-1 0 0 0 0,0 0 0 0 0,0 0-1 0 0,1 1 1 0 0,-1-1 0 0 0,0 0 0 0 0,1 0 0 0 0,-1 0 0 0 0,1 0 0 0 0,86 6 1558 0 0,-18 3-800 0 0,-17-13-423 0 0,-1-1 1 0 0,61-16 0 0 0,-76 14-235 0 0,-4 1 83 0 0,-32 6-278 0 0,0 0 0 0 0,0 0 0 0 0,0 0 0 0 0,0 0 0 0 0,0-1 0 0 0,-1 1-1 0 0,1 0 1 0 0,0 0 0 0 0,0 0 0 0 0,0 0 0 0 0,0 0 0 0 0,0 0 0 0 0,0-1 0 0 0,0 1 0 0 0,0 0 0 0 0,0 0-1 0 0,0 0 1 0 0,0 0 0 0 0,-1 0 0 0 0,1-1 0 0 0,0 1 0 0 0,0 0 0 0 0,0 0 0 0 0,0 0 0 0 0,0 0 0 0 0,0-1-1 0 0,0 1 1 0 0,0 0 0 0 0,0 0 0 0 0,1 0 0 0 0,-1 0 0 0 0,0-1 0 0 0,0 1 0 0 0,0 0 0 0 0,0 0 0 0 0,0 0-1 0 0,0 0 1 0 0,0 0 0 0 0,0-1 0 0 0,0 1 0 0 0,0 0 0 0 0,0 0 0 0 0,1 0 0 0 0,-1 0 0 0 0,0 0 0 0 0,0 0-1 0 0,0-1 1 0 0,-21-4 372 0 0,13 0 268 0 0,5 1-565 0 0,-49-16 329 0 0,11 6-199 0 0,32 11-166 0 0,0 0-1 0 0,0 0 0 0 0,0 1 1 0 0,-18-2-1 0 0,20 4-36 0 0,1-1-1 0 0,0 0 1 0 0,0 0 0 0 0,0-1 0 0 0,0 0 0 0 0,0 0-1 0 0,0 0 1 0 0,-7-4 0 0 0,6 3 2 0 0,0 0 1 0 0,-1 0-1 0 0,1 1 0 0 0,-1 0 1 0 0,1 1-1 0 0,-1 0 0 0 0,-10-1 1 0 0,-14-2 32 0 0,10 3-52 0 0,17 1 52 0 0,-1 0 14 0 0,-16 0-26 0 0,17 0-108 0 0,5 3-221 0 0,0 0 253 0 0,-1 0 0 0 0,1 0 0 0 0,-1 0 0 0 0,0 0 0 0 0,0 0 0 0 0,0 0 0 0 0,0 0 0 0 0,0 0 1 0 0,0 0-1 0 0,-1-1 0 0 0,0 1 0 0 0,-2 3 0 0 0,-7 13-5 0 0,7 11-64 0 0,4-27 74 0 0,0 0 0 0 0,0 0 0 0 0,0 0 0 0 0,0 0 1 0 0,-1 0-1 0 0,1-1 0 0 0,-1 1 0 0 0,0 0 0 0 0,1 0 1 0 0,-2 0-1 0 0,0 3 0 0 0,-8 7-53 0 0,8-11 73 0 0,0 0 0 0 0,1 0 0 0 0,-1 0 0 0 0,1 0 1 0 0,0 0-1 0 0,-1 0 0 0 0,1 0 0 0 0,0 0 0 0 0,0 1 0 0 0,0-1 1 0 0,1 0-1 0 0,-1 1 0 0 0,1-1 0 0 0,-1 1 0 0 0,1-1 0 0 0,0 1 1 0 0,0 2-1 0 0,0 109 157 0 0,0-112-175 0 0,0 0 0 0 0,0 1 1 0 0,1-1-1 0 0,-1 0 0 0 0,1 0 1 0 0,-1 0-1 0 0,1 0 0 0 0,0 0 0 0 0,0 0 1 0 0,0 0-1 0 0,0 0 0 0 0,0 0 1 0 0,0 0-1 0 0,1-1 0 0 0,-1 1 0 0 0,1 0 1 0 0,-1-1-1 0 0,1 1 0 0 0,0-1 1 0 0,-1 0-1 0 0,1 1 0 0 0,0-1 1 0 0,0 0-1 0 0,0 0 0 0 0,0 0 0 0 0,0 0 1 0 0,3 0-1 0 0,17 13-93 0 0,-14-7 80 0 0,-7-7 28 0 0,-1 1 0 0 0,0-1 0 0 0,1 1 0 0 0,-1-1 0 0 0,1 1 0 0 0,-1-1 0 0 0,1 0 0 0 0,-1 1 0 0 0,1-1 0 0 0,-1 0 0 0 0,1 0 1 0 0,-1 1-1 0 0,1-1 0 0 0,-1 0 0 0 0,1 0 0 0 0,-1 0 0 0 0,1 1 0 0 0,0-1 0 0 0,-1 0 0 0 0,1 0 0 0 0,-1 0 0 0 0,1 0 0 0 0,0 0 0 0 0,-1 0 0 0 0,1-1 0 0 0,-1 1 0 0 0,1 0 0 0 0,0 0 0 0 0,41-2-120 0 0,-31 1 133 0 0,76-19-53 0 0,-55 14 62 0 0,0 2 1 0 0,60 0-1 0 0,-70 4-39 0 0,0 1 0 0 0,-1 2 1 0 0,1 0-1 0 0,-1 1 0 0 0,0 1 1 0 0,0 1-1 0 0,31 13 0 0 0,-49-17 29 0 0,0 0-1 0 0,0 0 1 0 0,1 0-1 0 0,-2 0 1 0 0,1 0-1 0 0,0 1 1 0 0,0-1-1 0 0,4 6 0 0 0,-7-7 0 0 0,1 0-1 0 0,0 0 0 0 0,-1 0 0 0 0,1 0 0 0 0,-1 0 0 0 0,0 0 0 0 0,1 0 0 0 0,-1 0 0 0 0,0 0 0 0 0,0 0 0 0 0,1 0 0 0 0,-1 0 1 0 0,0 0-1 0 0,0 0 0 0 0,0 1 0 0 0,0-1 0 0 0,-1 0 0 0 0,1 0 0 0 0,0 0 0 0 0,0 0 0 0 0,-1 0 0 0 0,1 0 0 0 0,0 0 1 0 0,-1 0-1 0 0,1 0 0 0 0,-1 0 0 0 0,1 0 0 0 0,-1 0 0 0 0,0 0 0 0 0,1 0 0 0 0,-1-1 0 0 0,0 1 0 0 0,0 0 0 0 0,0 0 1 0 0,1-1-1 0 0,-1 1 0 0 0,0 0 0 0 0,0-1 0 0 0,0 1 0 0 0,0-1 0 0 0,0 1 0 0 0,0-1 0 0 0,-2 1 0 0 0,-47 21 302 0 0,-2-2-1 0 0,-64 16 0 0 0,-20-3 476 0 0,-167 17 0 0 0,-153-11-920 0 0,430-37-285 0 0,-1-2 1 0 0,1 0 0 0 0,0-2-1 0 0,0-1 1 0 0,0-1 0 0 0,-40-12-1 0 0,61 15 158 0 0,1-1 0 0 0,0 0 0 0 0,0 0 0 0 0,0 0 0 0 0,0 0-1 0 0,1 0 1 0 0,-1-1 0 0 0,0 0 0 0 0,1 0 0 0 0,0 0 0 0 0,0 0-1 0 0,0 0 1 0 0,0-1 0 0 0,0 1 0 0 0,-3-8 0 0 0,4 7-230 0 0,1-1 1 0 0,-1 0 0 0 0,1 1-1 0 0,0-1 1 0 0,1 0 0 0 0,-1 0-1 0 0,1 0 1 0 0,0 0 0 0 0,0 1-1 0 0,0-1 1 0 0,1 0 0 0 0,0 0-1 0 0,0 0 1 0 0,0 1 0 0 0,3-8-1 0 0,8-18-5200 0 0,29-53-1 0 0,-40 80 5427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9:56:40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1907 37 160 0 0,'-63'-12'3228'0'0,"0"3"-1"0"0,-108-1 1 0 0,121 8-2186 0 0,-84-2 265 0 0,-1 6 1 0 0,1 7-1 0 0,-153 28 0 0 0,247-29-1079 0 0,-66 23 0 0 0,85-24-193 0 0,1 2-1 0 0,0 0 0 0 0,0 1 0 0 0,-36 25 0 0 0,30-16 115 0 0,-54 32 0 0 0,56-37-60 0 0,0 1-56 0 0,1 1 1 0 0,1 1-1 0 0,0 1 0 0 0,2 1 1 0 0,0 1-1 0 0,1 1 0 0 0,-22 31 1 0 0,10-7 41 0 0,-40 53-4 0 0,50-69-39 0 0,2 0 0 0 0,2 1-1 0 0,0 0 1 0 0,2 2-1 0 0,-13 38 1 0 0,14-37-8 0 0,8-16-41 0 0,0 0 1 0 0,0 0 0 0 0,2 0 0 0 0,0 0-1 0 0,1 1 1 0 0,1-1 0 0 0,1 1-1 0 0,1 23 1 0 0,0-33 11 0 0,2 0 1 0 0,-1 0-1 0 0,1 0 0 0 0,1 0 0 0 0,-1-1 1 0 0,1 1-1 0 0,0-1 0 0 0,1 0 0 0 0,0 0 1 0 0,0 0-1 0 0,1 0 0 0 0,9 10 0 0 0,6 7 130 0 0,43 37-1 0 0,-47-47-144 0 0,1-1-1 0 0,0-1 1 0 0,0-1 0 0 0,1-1 0 0 0,1 0-1 0 0,31 12 1 0 0,3-5-85 0 0,64 13 0 0 0,-83-23 83 0 0,863 141 316 0 0,-766-136-238 0 0,0-6 1 0 0,0-6 0 0 0,216-27 0 0 0,-297 20-53 0 0,0-3 0 0 0,0-2 1 0 0,-2-3-1 0 0,0-1 1 0 0,64-31-1 0 0,-95 37 52 0 0,0 1 0 0 0,-1-2 0 0 0,-1 0 0 0 0,1-1 0 0 0,-2-1 0 0 0,24-25 0 0 0,-30 28 21 0 0,0-1 0 0 0,0 0 0 0 0,-1 0 0 0 0,-1 0 1 0 0,0-1-1 0 0,0 0 0 0 0,-1 0 0 0 0,-1-1 0 0 0,0 1 1 0 0,3-15-1 0 0,-6 20-28 0 0,0 0 0 0 0,-1 0 0 0 0,1-1 0 0 0,-1 1 0 0 0,-1 0 0 0 0,1 0 0 0 0,-1 0 0 0 0,0-1 0 0 0,-1 1 0 0 0,0 0 0 0 0,-4-10 0 0 0,-2 0 71 0 0,-2 0-1 0 0,1 1 1 0 0,-14-18 0 0 0,-5-1 158 0 0,-1 0 0 0 0,-64-57-1 0 0,52 54-150 0 0,-73-77 314 0 0,54 67-311 0 0,-1 2 1 0 0,-3 2 0 0 0,-1 4-1 0 0,-126-58 1 0 0,99 58-281 0 0,-3 4 0 0 0,0 4 0 0 0,-177-34 0 0 0,178 52-2438 0 0,-160-2 0 0 0,152 21-3121 0 0,4 3-3055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2:18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348 339 4482 0 0,'0'0'3'0'0,"20"-6"2791"0"0,-27 4-565 0 0,-1 1-1506 0 0,8 0-643 0 0,-1 1 0 0 0,1 0 0 0 0,-1 0 1 0 0,1-1-1 0 0,0 1 0 0 0,-1 0 0 0 0,1-1 0 0 0,0 1 0 0 0,-1-1 0 0 0,1 1 0 0 0,0 0 0 0 0,-1-1 0 0 0,1 1 0 0 0,0-1 0 0 0,0 1 0 0 0,0 0 0 0 0,-1-1 0 0 0,1 1 0 0 0,0-1 0 0 0,0 1 0 0 0,0-1 0 0 0,0 1 0 0 0,0-1 0 0 0,0 1 0 0 0,0-1 0 0 0,0 1 0 0 0,0-1 0 0 0,0 1 0 0 0,0-1 0 0 0,0 1 0 0 0,0-1 1 0 0,0 1-1 0 0,0-1 0 0 0,1 1 0 0 0,-1-1 0 0 0,0 1 0 0 0,0-1 0 0 0,1 1 0 0 0,-1 0 0 0 0,0-1 0 0 0,0 1 0 0 0,1 0 0 0 0,-1-1 0 0 0,1 1 0 0 0,-1 0 0 0 0,0-1 0 0 0,1 1 0 0 0,-1 0 0 0 0,1-1 0 0 0,3-2 75 0 0,-1 2-57 0 0,-1 0 1 0 0,0-1-1 0 0,0 1 1 0 0,0-1-1 0 0,-1 0 1 0 0,1 0 0 0 0,0 0-1 0 0,0 0 1 0 0,-1 0-1 0 0,0 0 1 0 0,1 0 0 0 0,-1 0-1 0 0,0-1 1 0 0,0 1-1 0 0,0 0 1 0 0,0-1 0 0 0,0 1-1 0 0,0-4 1 0 0,10-17 509 0 0,2 0 0 0 0,0 1-1 0 0,2 0 1 0 0,0 1 0 0 0,1 1 0 0 0,21-19 0 0 0,-5-2 86 0 0,-30 39-673 0 0,-1 0 0 0 0,1 0 1 0 0,0 0-1 0 0,0 0 0 0 0,0 0 0 0 0,0 0 1 0 0,0 0-1 0 0,0 1 0 0 0,0-1 1 0 0,1 1-1 0 0,-1-1 0 0 0,1 1 0 0 0,-1 0 1 0 0,5-2-1 0 0,40-6-36 0 0,-26 6 18 0 0,-1-1-24 0 0,0 1 0 0 0,20 0 1 0 0,16-1 95 0 0,-31 4-14 0 0,1 0 0 0 0,0 2 0 0 0,0 0 0 0 0,-1 2 0 0 0,1 1 0 0 0,-1 1 0 0 0,25 10 0 0 0,3 3 132 0 0,0 3 0 0 0,51 30 0 0 0,-92-46-170 0 0,3 1 0 0 0,-1 1 1 0 0,0 1 0 0 0,0 0 0 0 0,0 1 0 0 0,-1 0 0 0 0,-1 1 0 0 0,16 17-1 0 0,-9-7-8 0 0,-12-14 51 0 0,0 0 0 0 0,-1 0 1 0 0,0 1-1 0 0,10 15 0 0 0,-15-20-52 0 0,0 0-1 0 0,0-1 0 0 0,0 1 1 0 0,0 0-1 0 0,0 0 1 0 0,-1 0-1 0 0,1 0 0 0 0,-1 0 1 0 0,0 0-1 0 0,0 0 1 0 0,0 0-1 0 0,0 0 0 0 0,0 0 1 0 0,-1 0-1 0 0,0 0 0 0 0,1 0 1 0 0,-1-1-1 0 0,0 1 1 0 0,0 0-1 0 0,-2 2 0 0 0,-19 26 1 0 0,18-20-13 0 0,4-9 1 0 0,-1 0 0 0 0,0 0 1 0 0,0 0-1 0 0,1 0 0 0 0,-1 0 1 0 0,0 0-1 0 0,0-1 0 0 0,-1 1 1 0 0,1 0-1 0 0,-2 1 0 0 0,-46 32 125 0 0,6-7-40 0 0,20-14-47 0 0,0 0 0 0 0,-1-2 1 0 0,-1-1-1 0 0,-30 10 0 0 0,-110 27 43 0 0,127-38-114 0 0,-572 134 738 0 0,575-136-869 0 0,0-1 0 0 0,-1-2 0 0 0,0-2 0 0 0,0-1 0 0 0,0-2 0 0 0,-69-8 0 0 0,105 8 132 0 0,0 0-1 0 0,0-1 0 0 0,0 1 1 0 0,1 0-1 0 0,-1 0 0 0 0,0 0 1 0 0,0 0-1 0 0,0 0 0 0 0,1 0 1 0 0,-1 0-1 0 0,0-1 0 0 0,0 1 1 0 0,0 0-1 0 0,0 0 0 0 0,1 0 1 0 0,-1-1-1 0 0,0 1 0 0 0,0 0 1 0 0,0 0-1 0 0,0 0 0 0 0,0-1 0 0 0,0 1 1 0 0,0 0-1 0 0,0 0 0 0 0,1 0 1 0 0,-1-1-1 0 0,0 1 0 0 0,0 0 1 0 0,0 0-1 0 0,0-1 0 0 0,0 1 1 0 0,0 0-1 0 0,0 0 0 0 0,0 0 1 0 0,0-1-1 0 0,-1 1 0 0 0,1 0 1 0 0,0 0-1 0 0,0-1 0 0 0,0 1 1 0 0,0 0-1 0 0,0 0 0 0 0,0 0 0 0 0,0-1 1 0 0,0 1-1 0 0,-1 0 0 0 0,1 0 1 0 0,0 0-1 0 0,0 0 0 0 0,0-1 1 0 0,0 1-1 0 0,-1 0 0 0 0,1 0 1 0 0,0 0-1 0 0,0 0 0 0 0,0 0 1 0 0,-1 0-1 0 0,1-1 0 0 0,0 1 1 0 0,9-3-64 0 0,0 0 1 0 0,1-1-1 0 0,16-10 1 0 0,-21 11 106 0 0,0 0-1 0 0,0 1 0 0 0,0 0 1 0 0,0 0-1 0 0,1 0 1 0 0,-1 0-1 0 0,1 1 1 0 0,-1 0-1 0 0,1 0 1 0 0,11 1-1 0 0,15-4-2 0 0,-3 1-10 0 0,-1 1 0 0 0,51 3 0 0 0,-22 5 55 0 0,-1 2 1 0 0,0 2 0 0 0,-1 3-1 0 0,0 2 1 0 0,91 39-1 0 0,-140-51-26 0 0,0 1-1 0 0,1-1 1 0 0,-1 1-1 0 0,-1 0 0 0 0,1 1 1 0 0,-1-1-1 0 0,0 1 1 0 0,0 0-1 0 0,0 1 0 0 0,0-1 1 0 0,5 10-1 0 0,6 6 18 0 0,32 31-99 0 0,-4-5-4843 0 0,-38-36-4321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2:19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1 363 2721 0 0,'42'-63'2812'0'0,"-8"10"104"0"0,53-61 0 0 0,-60 83-2596 0 0,-24 27-292 0 0,0-1-1 0 0,0 0 1 0 0,0 1-1 0 0,1 0 1 0 0,-1 0-1 0 0,1 0 0 0 0,0 0 1 0 0,1 0-1 0 0,-1 1 1 0 0,0 0-1 0 0,1 0 1 0 0,0 0-1 0 0,0 0 1 0 0,0 1-1 0 0,7-3 0 0 0,19-10 148 0 0,-19 10-159 0 0,-1 1-1 0 0,0 0 1 0 0,1 0-1 0 0,0 1 1 0 0,0 1-1 0 0,0 0 1 0 0,0 1-1 0 0,0 0 1 0 0,0 1 0 0 0,0 0-1 0 0,22 3 1 0 0,-28-2-28 0 0,1 0 1 0 0,-1 0 0 0 0,0 1-1 0 0,1 0 1 0 0,-1 0 0 0 0,0 0-1 0 0,0 1 1 0 0,0 0 0 0 0,0 0-1 0 0,-1 0 1 0 0,1 1-1 0 0,-1 0 1 0 0,0 0 0 0 0,0 0-1 0 0,8 10 1 0 0,-4-3-3 0 0,-1 1 0 0 0,0-1 0 0 0,-1 1 0 0 0,-1 1 0 0 0,0-1 0 0 0,5 16 0 0 0,-6-18 33 0 0,-2 0 1 0 0,1 0 0 0 0,-2 1 0 0 0,4 17 0 0 0,-6-23-7 0 0,0 1 0 0 0,-1-1-1 0 0,1 0 1 0 0,-1 0 0 0 0,0-1 0 0 0,0 1 0 0 0,-1 0 0 0 0,1 0 0 0 0,-1 0 0 0 0,0-1 0 0 0,0 1-1 0 0,-5 5 1 0 0,-20 44 134 0 0,24-43-86 0 0,1-6 10 0 0,1 0 0 0 0,-1 0 0 0 0,0 0 0 0 0,0 0-1 0 0,0 0 1 0 0,-1-1 0 0 0,1 1 0 0 0,-1-1 0 0 0,0 1 0 0 0,-4 3-1 0 0,6-8-32 0 0,0-1-1 0 0,1 1 0 0 0,-1-1 0 0 0,1 1 0 0 0,-1-1 1 0 0,1 1-1 0 0,-1-1 0 0 0,1 0 0 0 0,-1 1 0 0 0,1-1 1 0 0,0 0-1 0 0,-1 1 0 0 0,1-1 0 0 0,0 0 0 0 0,0 0 1 0 0,-1 1-1 0 0,1-1 0 0 0,0 0 0 0 0,0 0 0 0 0,0 0 0 0 0,0 1 1 0 0,0-1-1 0 0,0 0 0 0 0,0 0 0 0 0,0 1 0 0 0,0-1 1 0 0,1-1-1 0 0,-1-2-37 0 0,0 0 0 0 0,0-1 0 0 0,0 1-1 0 0,1 0 1 0 0,-1 0 0 0 0,1 0 0 0 0,0 0 0 0 0,3-6 0 0 0,17-34 129 0 0,-1-1 0 0 0,26-87 0 0 0,-43 118-115 0 0,-3 11-7 0 0,0-1 1 0 0,1 1-1 0 0,-1-1 0 0 0,1 1 1 0 0,0-1-1 0 0,0 1 1 0 0,1-1-1 0 0,-1 1 0 0 0,1 0 1 0 0,-1 0-1 0 0,1-1 0 0 0,0 1 1 0 0,0 1-1 0 0,0-1 0 0 0,1 0 1 0 0,-1 0-1 0 0,4-2 1 0 0,0 10 277 0 0,-1 1 1 0 0,0 0 0 0 0,-1 1 0 0 0,1-1 0 0 0,-1 1 0 0 0,5 12-1 0 0,57 146 2530 0 0,-58-147-2703 0 0,-4-11-100 0 0,-1 1-1 0 0,1-1 1 0 0,-1 1-1 0 0,-1 0 1 0 0,0-1-1 0 0,0 1 1 0 0,0 0-1 0 0,-1 0 0 0 0,0 10 1 0 0,-1 8-121 0 0,0 14 593 0 0,0-37-322 0 0,0-5-11 0 0,0-24 68 0 0,0 25-217 0 0,0 0 0 0 0,0-1 0 0 0,-1 1 0 0 0,1-1 0 0 0,0 1 0 0 0,-1 0 0 0 0,1-1 0 0 0,-1 1 1 0 0,0 0-1 0 0,1-1 0 0 0,-1 1 0 0 0,0 0 0 0 0,0 0 0 0 0,0 0 0 0 0,0 0 0 0 0,0 0 0 0 0,0 0 0 0 0,0 0 0 0 0,0 0 0 0 0,-1-1 0 0 0,0 1 6 0 0,1 1-1 0 0,0-1 1 0 0,0 0-1 0 0,0 0 1 0 0,0 0 0 0 0,0 0-1 0 0,0 0 1 0 0,0 0-1 0 0,0 0 1 0 0,1 0-1 0 0,-1 0 1 0 0,0-1-1 0 0,1 1 1 0 0,-1 0-1 0 0,1 0 1 0 0,-1-1-1 0 0,1 1 1 0 0,-1 0-1 0 0,1-1 1 0 0,0 1-1 0 0,0-1 1 0 0,0 1-1 0 0,0 0 1 0 0,0-1-1 0 0,0 1 1 0 0,0-1 0 0 0,0 1-1 0 0,0 0 1 0 0,1-1-1 0 0,-1 1 1 0 0,1 0-1 0 0,-1-1 1 0 0,1 1-1 0 0,0-2 1 0 0,21-41 219 0 0,-11 1-41 0 0,-7 33-141 0 0,0 0-1 0 0,0 0 1 0 0,2 0-1 0 0,-1 1 1 0 0,1-1-1 0 0,0 1 1 0 0,1 1-1 0 0,11-12 0 0 0,-6 11-61 0 0,1 0-1 0 0,0 1 0 0 0,1 0 1 0 0,0 1-1 0 0,0 0 0 0 0,1 1 0 0 0,0 1 1 0 0,0 0-1 0 0,0 1 0 0 0,0 1 1 0 0,1 0-1 0 0,0 1 0 0 0,21 0 0 0 0,-22 2 22 0 0,0 1 1 0 0,-1 0-1 0 0,1 1 0 0 0,0 0 0 0 0,-1 1 0 0 0,1 1 0 0 0,-1 0 0 0 0,0 1 0 0 0,-1 1 0 0 0,1 0 0 0 0,-1 0 0 0 0,0 2 1 0 0,-1 0-1 0 0,14 10 0 0 0,-11-4 305 0 0,0 1 1 0 0,0 0-1 0 0,-2 1 1 0 0,20 30-1 0 0,-31-43-229 0 0,0 1 0 0 0,0 0 0 0 0,-1 0 1 0 0,1 0-1 0 0,-1 0 0 0 0,0 0 0 0 0,-1 0 0 0 0,1 0 0 0 0,0 1 0 0 0,-1-1 0 0 0,0 0 0 0 0,0 0 1 0 0,-1 1-1 0 0,0 5 0 0 0,-2 0 93 0 0,0 0-1 0 0,0 1 1 0 0,-9 16 0 0 0,6-14-118 0 0,4-8-50 0 0,1-1 1 0 0,0 1 0 0 0,0 0 0 0 0,0-1 0 0 0,1 1-1 0 0,0 0 1 0 0,0-1 0 0 0,0 8 0 0 0,0-1-125 0 0,1-11 75 0 0,-1 1 0 0 0,0 0 0 0 0,0 0 0 0 0,-1-1 0 0 0,1 1 0 0 0,0 0-1 0 0,0-1 1 0 0,0 1 0 0 0,0-1 0 0 0,0 1 0 0 0,-1 0 0 0 0,1-1 0 0 0,0 1 0 0 0,-1 0 0 0 0,1-1 0 0 0,0 1 0 0 0,-1-1 0 0 0,1 1 0 0 0,-1-1-1 0 0,1 1 1 0 0,-1-1 0 0 0,1 1 0 0 0,-1-1 0 0 0,1 0 0 0 0,-1 1 0 0 0,1-1 0 0 0,-1 0 0 0 0,0 1 0 0 0,1-1 0 0 0,-1 0 0 0 0,0 1 0 0 0,-2-1-275 0 0,1 0 1 0 0,0 0-1 0 0,-1 1 1 0 0,1-2-1 0 0,-1 1 1 0 0,1 0-1 0 0,0 0 1 0 0,-1-1-1 0 0,-3 0 1 0 0,-1-2-1684 0 0,0 1 0 0 0,0-1 0 0 0,0-1 0 0 0,0 1-1 0 0,-11-9 1 0 0,-14-14-6335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2:48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21 80 0 0,'-33'-6'880'0'0,"33"-3"81"0"0,-32 9-161 0 0,32-6 641 0 0,-33 6-561 0 0,33 6-2961 0 0,-32 15-720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2:59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394 209 1841 0 0,'1'-3'3132'0'0,"-8"-2"-2342"0"0,0 3-98 0 0,6 2-563 0 0,0 0 0 0 0,0 0 0 0 0,1-1 0 0 0,-1 1 0 0 0,0 0 0 0 0,0 0 0 0 0,0 0 0 0 0,1 0 0 0 0,-1-1 0 0 0,0 1 0 0 0,0 0 0 0 0,1-1 0 0 0,-1 1 0 0 0,0-1 0 0 0,1 1 0 0 0,-1-1 0 0 0,0 1 0 0 0,1-1 0 0 0,-1 1 0 0 0,1-1 0 0 0,-1 1 0 0 0,1-1 0 0 0,-1 0 0 0 0,1 1 0 0 0,-1-1 0 0 0,1 0 0 0 0,0 0 0 0 0,-1 1 0 0 0,1-1 0 0 0,0 0 0 0 0,0 0 0 0 0,0 1-1 0 0,-1-1 1 0 0,1 0 0 0 0,0-1 0 0 0,-1 1-4 0 0,1 0-1 0 0,-1 0 0 0 0,0 0 1 0 0,0 0-1 0 0,0 0 0 0 0,0 0 1 0 0,0 0-1 0 0,0 1 0 0 0,0-1 1 0 0,0 0-1 0 0,-1 1 0 0 0,1-1 1 0 0,0 1-1 0 0,0-1 0 0 0,-1 1 1 0 0,1 0-1 0 0,0 0 0 0 0,0-1 1 0 0,-1 1-1 0 0,-1 0 0 0 0,1 0 253 0 0,-31-14 2331 0 0,23 7-373 0 0,4 5-2315 0 0,5 2 111 0 0,-1 0 1 0 0,1-1 0 0 0,0 1 0 0 0,0-1-1 0 0,0 1 1 0 0,-1-1 0 0 0,1 0 0 0 0,0 1-1 0 0,0-1 1 0 0,0 0 0 0 0,0 0 0 0 0,0 0-1 0 0,-1-1 1 0 0,1 0 191 0 0,0 0 0 0 0,1-1 0 0 0,-1 1 0 0 0,0 0-1 0 0,1-1 1 0 0,-1 1 0 0 0,1 0 0 0 0,0-1 0 0 0,0 1 0 0 0,0-4 0 0 0,1 4-276 0 0,0 1 0 0 0,0 0 0 0 0,0 0 0 0 0,0 0 0 0 0,0 0 1 0 0,0 1-1 0 0,0-1 0 0 0,0 0 0 0 0,0 0 0 0 0,1 1 1 0 0,-1-1-1 0 0,0 0 0 0 0,1 1 0 0 0,-1-1 0 0 0,0 1 0 0 0,1 0 1 0 0,-1-1-1 0 0,0 1 0 0 0,3 0 0 0 0,-2-1 77 0 0,3-1 14 0 0,33-15 507 0 0,55-17-1 0 0,-58 24-566 0 0,-17 3-109 0 0,1 2-1 0 0,0 0 0 0 0,0 1 1 0 0,28-1-1 0 0,-41 5-101 0 0,-1 0 39 0 0,-3 0 74 0 0,13 0-9 0 0,-15 0 23 0 0,1 0 0 0 0,-1 0 1 0 0,1 0-1 0 0,-1 0 0 0 0,0 0 0 0 0,1 0 1 0 0,-1 0-1 0 0,1 0 0 0 0,-1 0 0 0 0,0 0 0 0 0,1 0 1 0 0,-1 1-1 0 0,1-1 0 0 0,-1 0 0 0 0,0 0 0 0 0,1 1 1 0 0,-1-1-1 0 0,0 0 0 0 0,1 0 0 0 0,-1 1 1 0 0,0-1-1 0 0,1 0 0 0 0,-1 1 0 0 0,0-1 0 0 0,0 0 1 0 0,0 1-1 0 0,1-1 0 0 0,-1 1 0 0 0,0-1 0 0 0,0 0 1 0 0,0 1-1 0 0,0 0 0 0 0,1-1 0 0 0,-1 1 1 0 0,0-1-1 0 0,0 1 0 0 0,0-1 0 0 0,1 1 0 0 0,-1-1 0 0 0,0 1 1 0 0,0-1-1 0 0,1 1 0 0 0,-1-1 0 0 0,0 0 0 0 0,1 1 1 0 0,-1-1-1 0 0,0 1 0 0 0,1-1 0 0 0,-1 0 0 0 0,1 1 1 0 0,-1-1-1 0 0,1 0 0 0 0,-1 0 0 0 0,1 1 0 0 0,-1-1 1 0 0,1 0-1 0 0,-1 0 0 0 0,1 0 0 0 0,-1 1 0 0 0,1-1 1 0 0,-1 0-1 0 0,1 0 0 0 0,-1 0 0 0 0,1 0 0 0 0,0 0 1 0 0,-1 0-1 0 0,1 0 0 0 0,0-1 0 0 0,-1 1 6 0 0,1 0-1 0 0,0 0 1 0 0,-1 0-1 0 0,1 0 1 0 0,0 0-1 0 0,-1 0 1 0 0,1 0-1 0 0,-1 0 1 0 0,1 0-1 0 0,0 0 1 0 0,-1 1-1 0 0,1-1 1 0 0,-1 0-1 0 0,1 0 1 0 0,-1 1-1 0 0,1-1 1 0 0,0 0-1 0 0,-1 0 1 0 0,1 1-1 0 0,-1-1 1 0 0,1 1 0 0 0,-1-1-1 0 0,0 1 1 0 0,1-1-1 0 0,-1 0 1 0 0,1 1-1 0 0,-1-1 1 0 0,0 1-1 0 0,1 0 1 0 0,-1-1-1 0 0,0 1 1 0 0,0-1-1 0 0,1 1 1 0 0,-1-1-1 0 0,0 1 1 0 0,0 0-1 0 0,0 1 9 0 0,1-1-1 0 0,-1 1 1 0 0,0-1-1 0 0,1 0 0 0 0,-1 1 1 0 0,1-1-1 0 0,-1 0 1 0 0,1 0-1 0 0,0 1 0 0 0,-1-1 1 0 0,1 0-1 0 0,0 0 1 0 0,0 0-1 0 0,0 0 0 0 0,0 0 1 0 0,0 0-1 0 0,0 0 1 0 0,0 0-1 0 0,0 0 0 0 0,1-1 1 0 0,-1 1-1 0 0,2 0 1 0 0,4 5 61 0 0,7 11 166 0 0,-13-15-222 0 0,0 0 0 0 0,0-1-1 0 0,1 1 1 0 0,-1-1 0 0 0,0 1-1 0 0,1-1 1 0 0,-1 0 0 0 0,1 1-1 0 0,0-1 1 0 0,-1 0 0 0 0,3 1-1 0 0,15 8 42 0 0,0 0-1 0 0,40 14 0 0 0,-18-6-124 0 0,-40-18 62 0 0,1 1 1 0 0,-1 0-1 0 0,1 0 0 0 0,-1 0 1 0 0,1 0-1 0 0,-1 0 0 0 0,1 1 1 0 0,-1-1-1 0 0,0 0 0 0 0,0 0 1 0 0,1 1-1 0 0,-1-1 0 0 0,0 1 1 0 0,0 0-1 0 0,-1-1 0 0 0,1 1 1 0 0,0-1-1 0 0,0 1 0 0 0,-1 0 1 0 0,1 2-1 0 0,-2 5-29 0 0,0 1-1 0 0,0-1 1 0 0,-1 0 0 0 0,-1 0-1 0 0,0 0 1 0 0,0 0-1 0 0,0 0 1 0 0,-1-1 0 0 0,-1 1-1 0 0,1-1 1 0 0,-1 0 0 0 0,-9 10-1 0 0,-2 7-9 0 0,-70 99 32 0 0,47-70-101 0 0,31-43 117 0 0,0 0 0 0 0,-1-1 0 0 0,1 0 0 0 0,-2 0 0 0 0,0-1 0 0 0,0 0 0 0 0,-1-1 0 0 0,-18 12 0 0 0,-32 18-3 0 0,-35 19 46 0 0,49-37-230 0 0,-70 22 0 0 0,109-41 179 0 0,0 1 0 0 0,0-1-1 0 0,-1 0 1 0 0,1-1 0 0 0,-1 0-1 0 0,1-1 1 0 0,0 1 0 0 0,-17-5-1 0 0,-20-1-116 0 0,35 6 87 0 0,-3-1-46 0 0,-1-1 0 0 0,1 1 0 0 0,-24-8 1 0 0,37 9 79 0 0,0 0 0 0 0,-1 0 0 0 0,1 0 0 0 0,0 0 0 0 0,-1 0 0 0 0,1-1-1 0 0,0 1 1 0 0,-1 0 0 0 0,1 0 0 0 0,0 0 0 0 0,0-1 0 0 0,-1 1 0 0 0,1 0 0 0 0,0 0 0 0 0,0-1 0 0 0,-1 1 0 0 0,1 0 0 0 0,0 0 0 0 0,0-1 0 0 0,0 1 0 0 0,0 0 0 0 0,0-1 0 0 0,-1 1 0 0 0,1 0 0 0 0,0-1 0 0 0,0 1 0 0 0,0 0 0 0 0,0-1 0 0 0,0 1 0 0 0,0 0 0 0 0,0-1 0 0 0,0 1 0 0 0,0 0 0 0 0,0-1 0 0 0,0 1 0 0 0,0 0 0 0 0,0-1 0 0 0,1 1 6 0 0,-1-1 0 0 0,0 1 0 0 0,0 0 0 0 0,0-1 0 0 0,0 1 0 0 0,0 0 0 0 0,0-1 0 0 0,0 1 0 0 0,0 0 0 0 0,0-1 0 0 0,0 1 0 0 0,0 0 0 0 0,0-1 0 0 0,0 1 0 0 0,-1 0 0 0 0,1-1 0 0 0,0 1 0 0 0,0 0 0 0 0,0-1 0 0 0,0 1 0 0 0,-1 0 0 0 0,1-1 0 0 0,0 1 0 0 0,0 0 0 0 0,0 0 0 0 0,-1-1 0 0 0,1 1 0 0 0,0 0 0 0 0,0 0 0 0 0,-1 0 0 0 0,1-1 0 0 0,0 1 0 0 0,-1 0 0 0 0,1 0 0 0 0,-1 0 0 0 0,-1-1 9 0 0,0 0-4 0 0,1 1-1 0 0,0 0 0 0 0,0 0 0 0 0,0-1 0 0 0,-1 1 0 0 0,1-1 1 0 0,0 1-1 0 0,0-1 0 0 0,0 1 0 0 0,0-1 0 0 0,0 0 0 0 0,0 0 1 0 0,0 1-1 0 0,0-1 0 0 0,0 0 0 0 0,0 0 0 0 0,0 0 0 0 0,0 0 1 0 0,1 0-1 0 0,-1 0 0 0 0,0 0 0 0 0,1 0 0 0 0,-1 0 0 0 0,1-1 1 0 0,-1 1-1 0 0,1 0 0 0 0,-1 0 0 0 0,1 0 0 0 0,0-1 0 0 0,0 1 1 0 0,0 0-1 0 0,-1-1 0 0 0,1 1 0 0 0,1 0 0 0 0,-1 0 0 0 0,0-1 1 0 0,0 1-1 0 0,0 0 0 0 0,1 0 0 0 0,-1-1 0 0 0,0 1 0 0 0,1 0 1 0 0,-1 0-1 0 0,1 0 0 0 0,0 0 0 0 0,-1 0 0 0 0,3-2 0 0 0,10-18 65 0 0,1-1 16 0 0,2 1 1 0 0,33-38 0 0 0,-9 25 7 0 0,-28 25-51 0 0,-1-1 0 0 0,19-19 0 0 0,-20 14-33 0 0,-9 13-12 0 0,0 0-1 0 0,1 0 1 0 0,-1 0-1 0 0,0 0 1 0 0,1 0-1 0 0,0 1 1 0 0,-1-1 0 0 0,1 1-1 0 0,0-1 1 0 0,0 1-1 0 0,0 0 1 0 0,0-1-1 0 0,0 1 1 0 0,0 0-1 0 0,0 0 1 0 0,4-1-1 0 0,28-5-298 0 0,-33 7 293 0 0,0 0-1 0 0,0 0 0 0 0,-1-1 1 0 0,1 1-1 0 0,0 0 1 0 0,0 0-1 0 0,0 0 1 0 0,0 0-1 0 0,0 0 1 0 0,-1 0-1 0 0,1 0 1 0 0,0 1-1 0 0,0-1 0 0 0,0 0 1 0 0,-1 0-1 0 0,1 1 1 0 0,0-1-1 0 0,0 0 1 0 0,0 1-1 0 0,-1-1 1 0 0,1 1-1 0 0,0-1 0 0 0,-1 1 1 0 0,1-1-1 0 0,0 1 1 0 0,-1-1-1 0 0,1 1 1 0 0,-1 0-1 0 0,1-1 1 0 0,-1 1-1 0 0,1 0 1 0 0,-1 0-1 0 0,1-1 0 0 0,-1 1 1 0 0,0 0-1 0 0,0 0 1 0 0,1 1-1 0 0,-1 1 19 0 0,0 1 0 0 0,0 0 0 0 0,1-1-1 0 0,0 1 1 0 0,-1 0 0 0 0,1-1 0 0 0,0 1 0 0 0,1-1 0 0 0,-1 0-1 0 0,1 1 1 0 0,3 4 0 0 0,8 24 73 0 0,-2 41 76 0 0,11-14 13 0 0,-16-34-70 0 0,-5-22-89 0 0,0 1 0 0 0,-1 0-1 0 0,1 0 1 0 0,1-1-1 0 0,-1 1 1 0 0,1-1-1 0 0,-1 0 1 0 0,1 1-1 0 0,0-1 1 0 0,0 0-1 0 0,0 0 1 0 0,1 0-1 0 0,-1 0 1 0 0,1 0-1 0 0,-1-1 1 0 0,1 1-1 0 0,4 2 1 0 0,13 10-13 0 0,0-2 0 0 0,1-1 0 0 0,1 0 0 0 0,0-1 0 0 0,0-2 0 0 0,1 0-1 0 0,38 9 1 0 0,-44-14-186 0 0,1-1 0 0 0,-1-1 0 0 0,1 0 0 0 0,-1-1 0 0 0,1-1 0 0 0,0-1-1 0 0,-1 0 1 0 0,1-1 0 0 0,-1-1 0 0 0,1-1 0 0 0,24-8 0 0 0,25-19-2869 0 0,2-12-3417 0 0,23-21-4400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13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1131 41 160 0 0,'0'0'1481'0'0,"1"-3"-403"0"0,-1-14 7591 0 0,-6 9-8212 0 0,-98-4 3305 0 0,-15 16-1792 0 0,98-2-1726 0 0,-148 14 1317 0 0,129-10-1245 0 0,1 2-1 0 0,-61 21 1 0 0,56-15-89 0 0,0-2 54 0 0,15-5-225 0 0,0 2 0 0 0,0 1 0 0 0,1 1-1 0 0,-41 22 1 0 0,37-15-101 0 0,23-14 42 0 0,1 0 0 0 0,0 1 0 0 0,0 0-1 0 0,-8 6 1 0 0,14-9 3 0 0,0 0 1 0 0,0 0-1 0 0,0 0 1 0 0,0 0-1 0 0,1 0 1 0 0,-1 1-1 0 0,1-1 0 0 0,-1 1 1 0 0,1-1-1 0 0,0 1 1 0 0,0-1-1 0 0,0 1 0 0 0,0-1 1 0 0,1 1-1 0 0,-1 0 1 0 0,1 0-1 0 0,-1-1 1 0 0,1 5-1 0 0,0-5 4 0 0,0 1 0 0 0,0-1 0 0 0,-1 1-1 0 0,1-1 1 0 0,-1 1 0 0 0,1-1 0 0 0,-1 0 0 0 0,0 1 0 0 0,0-1 0 0 0,0 0-1 0 0,0 0 1 0 0,-1 1 0 0 0,1-1 0 0 0,-2 2 0 0 0,1-2-2 0 0,1 0 1 0 0,0-1-1 0 0,-1 1 0 0 0,1 0 1 0 0,0 0-1 0 0,0 1 0 0 0,0-1 1 0 0,1 0-1 0 0,-1 0 1 0 0,0 0-1 0 0,1 1 0 0 0,0-1 1 0 0,-1 0-1 0 0,1 3 0 0 0,0-4 0 0 0,0 1 0 0 0,0 0 0 0 0,-1-1 0 0 0,1 1-1 0 0,0-1 1 0 0,-1 1 0 0 0,1-1 0 0 0,-1 1 0 0 0,0-1-1 0 0,1 1 1 0 0,-1-1 0 0 0,0 0 0 0 0,0 1 0 0 0,0-1 0 0 0,0 0-1 0 0,0 0 1 0 0,0 1 0 0 0,0-1 0 0 0,0 0 0 0 0,0 0-1 0 0,-3 1 1 0 0,-5 7 38 0 0,-24 32 227 0 0,28-34-252 0 0,3-4-13 0 0,-1 0-1 0 0,1 1 1 0 0,-1-1-1 0 0,0-1 1 0 0,0 1-1 0 0,0 0 0 0 0,-5 3 1 0 0,7-6-2 0 0,1 1 0 0 0,-1-1 0 0 0,1 0 0 0 0,0 0 0 0 0,-1 0 0 0 0,1 1 0 0 0,0-1 0 0 0,-1 0 0 0 0,1 1 0 0 0,0-1 0 0 0,-1 0 0 0 0,1 1 0 0 0,0-1 0 0 0,0 0 0 0 0,0 1 0 0 0,-1-1 0 0 0,1 0 0 0 0,0 1 0 0 0,0-1 0 0 0,0 1 0 0 0,0-1 1 0 0,0 0-1 0 0,-1 1 0 0 0,1-1 0 0 0,0 1 0 0 0,0-1 0 0 0,0 1 0 0 0,0-1 0 0 0,0 0 0 0 0,1 1 0 0 0,-1 0 0 0 0,0-1-1 0 0,0 1 1 0 0,0-1-1 0 0,0 1 1 0 0,0-1 0 0 0,0 0-1 0 0,0 1 1 0 0,0-1-1 0 0,0 1 1 0 0,0-1-1 0 0,0 0 1 0 0,0 1-1 0 0,0-1 1 0 0,0 0 0 0 0,0 1-1 0 0,-1-1 1 0 0,1 1-1 0 0,0-1 1 0 0,0 0-1 0 0,0 1 1 0 0,0-1-1 0 0,-1 0 1 0 0,1 1 0 0 0,0-1-1 0 0,0 0 1 0 0,-1 0-1 0 0,1 1 1 0 0,0-1-1 0 0,-1 0 1 0 0,1 0-1 0 0,0 1 1 0 0,-1-1 0 0 0,-5 3 0 0 0,5-2-5 0 0,-1 0 1 0 0,1 0-1 0 0,-1 0 1 0 0,1 0-1 0 0,0 0 1 0 0,-1 0-1 0 0,1 0 1 0 0,0 0 0 0 0,0 0-1 0 0,0 1 1 0 0,0-1-1 0 0,0 1 1 0 0,0-1-1 0 0,0 0 1 0 0,0 1-1 0 0,1 0 1 0 0,-1-1-1 0 0,0 1 1 0 0,1-1 0 0 0,0 1-1 0 0,-1 0 1 0 0,1-1-1 0 0,0 1 1 0 0,0 0-1 0 0,-1-1 1 0 0,2 1-1 0 0,-1 0 1 0 0,0-1 0 0 0,0 3-1 0 0,0 121 312 0 0,1-122-312 0 0,-1 0-1 0 0,0 0 1 0 0,1 0-1 0 0,-1 0 1 0 0,1 0 0 0 0,0 0-1 0 0,0 0 1 0 0,0 0-1 0 0,0 0 1 0 0,1 0 0 0 0,-1 0-1 0 0,1 0 1 0 0,3 3-1 0 0,-3-3-1 0 0,0-1-1 0 0,-1 1 0 0 0,1-1 0 0 0,-1 1 0 0 0,1 0 0 0 0,-1 0 0 0 0,0-1 0 0 0,0 1 0 0 0,0 0 0 0 0,-1 0 0 0 0,1 0 0 0 0,0 0 0 0 0,-1 5 0 0 0,0 114-1419 0 0,0-119 1373 0 0,0 0 0 0 0,0 0 0 0 0,-1 0 0 0 0,1 0 0 0 0,-1 0 0 0 0,0 0 0 0 0,0-1 0 0 0,0 1 0 0 0,0 0 1 0 0,0 0-1 0 0,-1-1 0 0 0,1 1 0 0 0,-1-1 0 0 0,-2 4 0 0 0,2-3 29 0 0,0-1-1 0 0,0 0 1 0 0,1 1 0 0 0,-1-1 0 0 0,1 1 0 0 0,0 0-1 0 0,0-1 1 0 0,0 1 0 0 0,0 0 0 0 0,0 0-1 0 0,1 0 1 0 0,-1 0 0 0 0,1 0 0 0 0,-1 4 0 0 0,1 48-55 0 0,0-53 76 0 0,0-1 0 0 0,0 0 1 0 0,0 1-1 0 0,1-1 1 0 0,-1 0-1 0 0,0 1 1 0 0,0-1-1 0 0,1 0 0 0 0,-1 0 1 0 0,1 1-1 0 0,-1-1 1 0 0,1 0-1 0 0,0 0 1 0 0,-1 1-1 0 0,1-1 0 0 0,0 0 1 0 0,0 0-1 0 0,0 0 1 0 0,0 0-1 0 0,0 0 1 0 0,0 0-1 0 0,1 0 0 0 0,-1 0 8 0 0,-1-1 0 0 0,1 0 0 0 0,-1 1 0 0 0,1-1 0 0 0,-1 1 0 0 0,1-1 0 0 0,-1 1 0 0 0,1-1 0 0 0,-1 1 0 0 0,1 0-1 0 0,-1-1 1 0 0,0 1 0 0 0,1-1 0 0 0,-1 1 0 0 0,0 0 0 0 0,0-1 0 0 0,1 1 0 0 0,-1 0 0 0 0,0-1 0 0 0,0 2 0 0 0,0-1 2 0 0,0 0 0 0 0,-1 0 1 0 0,1 0-1 0 0,-1 0 0 0 0,1 0 1 0 0,-1 0-1 0 0,1 0 0 0 0,-1 0 0 0 0,1 0 1 0 0,-1 0-1 0 0,0-1 0 0 0,1 1 1 0 0,-1 0-1 0 0,0 0 0 0 0,0-1 1 0 0,-1 2-1 0 0,-3 2 20 0 0,5-4-26 0 0,-1 1 1 0 0,1-1-1 0 0,0 0 0 0 0,-1 1 1 0 0,1-1-1 0 0,0 0 0 0 0,-1 1 1 0 0,1-1-1 0 0,0 0 0 0 0,0 1 1 0 0,0-1-1 0 0,-1 1 0 0 0,1-1 1 0 0,0 1-1 0 0,0-1 0 0 0,0 0 1 0 0,0 1-1 0 0,0-1 0 0 0,0 1 1 0 0,0-1-1 0 0,0 1 0 0 0,0-1 1 0 0,0 0-1 0 0,0 1 0 0 0,0-1 0 0 0,0 1 1 0 0,0-1-1 0 0,0 1 0 0 0,0-1 1 0 0,1 0-1 0 0,-1 1 0 0 0,0-1 1 0 0,0 1-1 0 0,1-1 0 0 0,-1 0 1 0 0,0 1-1 0 0,0-1 0 0 0,1 0 1 0 0,-1 1-1 0 0,1-1 0 0 0,3 4-13 0 0,-2-1 5 0 0,0-1-1 0 0,0 0 1 0 0,0 0-1 0 0,0 1 1 0 0,0-1-1 0 0,0 1 1 0 0,-1 0-1 0 0,1 0 1 0 0,-1-1-1 0 0,0 1 1 0 0,0 0-1 0 0,0 0 1 0 0,0 0-1 0 0,0 0 1 0 0,-1 0-1 0 0,0 0 1 0 0,1 0-1 0 0,-1 1 1 0 0,0-1-1 0 0,0 0 1 0 0,-1 3-1 0 0,1-3 10 0 0,0 0 1 0 0,1 0-1 0 0,-1 0 0 0 0,1 0 0 0 0,0 0 1 0 0,0 0-1 0 0,0 0 0 0 0,0 0 0 0 0,0-1 0 0 0,1 1 1 0 0,-1 0-1 0 0,1-1 0 0 0,2 4 0 0 0,-2-3 0 0 0,0-1 0 0 0,0 1-1 0 0,-1-1 1 0 0,1 1 0 0 0,-1 0-1 0 0,0 0 1 0 0,1 0 0 0 0,-1 0-1 0 0,-1 0 1 0 0,1 0 0 0 0,0 0 0 0 0,-1 0-1 0 0,1 4 1 0 0,-2 4-46 0 0,1-8 44 0 0,-1-1-1 0 0,1 0 1 0 0,0 1 0 0 0,0-1-1 0 0,0 1 1 0 0,0-1-1 0 0,1 0 1 0 0,-1 1-1 0 0,1-1 1 0 0,-1 0-1 0 0,1 1 1 0 0,0-1-1 0 0,0 0 1 0 0,1 3-1 0 0,7 3 17 0 0,-7-7-6 0 0,-1-1 0 0 0,0 1-1 0 0,0 0 1 0 0,0 0 0 0 0,0 0-1 0 0,1 0 1 0 0,-1 0-1 0 0,-1 0 1 0 0,1 0 0 0 0,0 0-1 0 0,0 0 1 0 0,0 0 0 0 0,-1 1-1 0 0,1-1 1 0 0,0 0-1 0 0,-1 1 1 0 0,1-1 0 0 0,-1 0-1 0 0,1 1 1 0 0,-1-1-1 0 0,0 0 1 0 0,0 3 0 0 0,0-3-9 0 0,1 0 0 0 0,-1 1 0 0 0,0-1 0 0 0,0 0 0 0 0,1 1 0 0 0,-1-1 0 0 0,1 0 0 0 0,-1 1 0 0 0,1-1 0 0 0,0 0 0 0 0,-1 0 0 0 0,1 0 0 0 0,0 1 0 0 0,0-1 1 0 0,0 0-1 0 0,0 0 0 0 0,0 0 0 0 0,0 0 0 0 0,0 0 0 0 0,0-1 0 0 0,2 2 0 0 0,8 8-1 0 0,-2 15 67 0 0,0-13-156 0 0,-7-11 73 0 0,-1 0 1 0 0,0 1-1 0 0,0-1 1 0 0,0 1-1 0 0,0-1 1 0 0,0 1-1 0 0,0-1 1 0 0,0 1 0 0 0,-1-1-1 0 0,1 1 1 0 0,-1 0-1 0 0,1 0 1 0 0,-1-1-1 0 0,1 1 1 0 0,-1 0-1 0 0,0 0 1 0 0,0 1 0 0 0,0-2 17 0 0,0-1 0 0 0,0 1 0 0 0,1-1 0 0 0,-1 1 0 0 0,0-1 1 0 0,0 1-1 0 0,0-1 0 0 0,1 0 0 0 0,-1 1 0 0 0,0-1 1 0 0,1 1-1 0 0,-1-1 0 0 0,0 1 0 0 0,1-1 0 0 0,-1 0 1 0 0,0 1-1 0 0,1-1 0 0 0,-1 0 0 0 0,1 0 0 0 0,-1 1 0 0 0,1-1 1 0 0,-1 0-1 0 0,1 0 0 0 0,-1 1 0 0 0,1-1 0 0 0,-1 0 1 0 0,1 0-1 0 0,-1 0 0 0 0,1 0 0 0 0,-1 0 0 0 0,1 0 1 0 0,-1 0-1 0 0,1 0 0 0 0,-1 0 0 0 0,1 0 0 0 0,0 0 0 0 0,0 0-4 0 0,-1-1-1 0 0,1 1 0 0 0,-1 0 0 0 0,1 0 0 0 0,0 0 0 0 0,-1 0 0 0 0,1 0 1 0 0,0 1-1 0 0,-1-1 0 0 0,1 0 0 0 0,-1 0 0 0 0,1 0 0 0 0,0 0 0 0 0,-1 1 1 0 0,1-1-1 0 0,-1 0 0 0 0,1 1 0 0 0,-1-1 0 0 0,1 0 0 0 0,-1 1 0 0 0,1-1 0 0 0,-1 1 1 0 0,1-1-1 0 0,-1 0 0 0 0,1 1 0 0 0,-1-1 0 0 0,0 1 0 0 0,1 0 0 0 0,-1-1 1 0 0,0 1-1 0 0,1-1 0 0 0,-1 1 0 0 0,0-1 0 0 0,0 1 0 0 0,0 0 0 0 0,1-1 1 0 0,-1 1-1 0 0,0 0 0 0 0,0 1 6 0 0,-1 0 1 0 0,1 1-1 0 0,0-1 0 0 0,0 0 1 0 0,0 0-1 0 0,1 0 0 0 0,-1 0 1 0 0,0 0-1 0 0,1 0 1 0 0,0 0-1 0 0,-1 0 0 0 0,1 0 1 0 0,0-1-1 0 0,0 1 1 0 0,0 0-1 0 0,0 0 0 0 0,0 0 1 0 0,0-1-1 0 0,1 1 0 0 0,-1-1 1 0 0,0 1-1 0 0,1-1 1 0 0,0 0-1 0 0,-1 1 0 0 0,1-1 1 0 0,0 0-1 0 0,3 2 1 0 0,0 5 90 0 0,-5-8-93 0 0,0 0 4 0 0,0 1 0 0 0,0-1-1 0 0,0 0 1 0 0,0 0 0 0 0,1 1 0 0 0,-1-1 0 0 0,0 0 0 0 0,0 1 0 0 0,0-1 0 0 0,0 0-1 0 0,0 1 1 0 0,0-1 0 0 0,0 0 0 0 0,0 0 0 0 0,1 1 0 0 0,-1-1 0 0 0,0 0 0 0 0,0 0-1 0 0,0 1 1 0 0,1-1 0 0 0,-1 0 0 0 0,0 0 0 0 0,0 0 0 0 0,1 1 0 0 0,-1-1 0 0 0,0 0-1 0 0,0 0 1 0 0,1 0 0 0 0,-1 0 0 0 0,1 1 0 0 0,13 4 26 0 0,-9-4-31 0 0,-1 0 1 0 0,1 1-1 0 0,0 0 1 0 0,-1 0-1 0 0,1 1 1 0 0,7 5 0 0 0,-1 16 346 0 0,-7-20-263 0 0,-1 0 0 0 0,1 0-1 0 0,0 0 1 0 0,0-1 0 0 0,1 1-1 0 0,4 2 1 0 0,13 11 232 0 0,-19-13-302 0 0,1-1 0 0 0,0 0 0 0 0,0 0 0 0 0,0 0 0 0 0,0-1 0 0 0,1 0 0 0 0,-1 1 0 0 0,1-1 0 0 0,-1-1 0 0 0,8 3 0 0 0,56 8 38 0 0,-21-4-45 0 0,1 1 1 0 0,62 3 0 0 0,-52-8 153 0 0,0-4 0 0 0,60-6 0 0 0,11-15 510 0 0,-107 17-553 0 0,5 2 17 0 0,-21 3-108 0 0,0-1 214 0 0,-6-1-160 0 0,0-3 0 0 0,0 3 0 0 0,0 0-50 0 0,0 0 0 0 0,0 0 0 0 0,0 0 0 0 0,1 0 0 0 0,-1 0 0 0 0,1 0 0 0 0,-1 1 0 0 0,1-1 0 0 0,-1 0 0 0 0,1 0 0 0 0,-1 0 0 0 0,1 1 0 0 0,0-1 0 0 0,-1 0 0 0 0,1 1 1 0 0,0-1-1 0 0,0 0 0 0 0,-1 1 0 0 0,1-1 0 0 0,0 1 0 0 0,0-1 0 0 0,0 1 0 0 0,2-1 0 0 0,30-10 118 0 0,-12 5 170 0 0,-6 1-213 0 0,1 1 0 0 0,-1 1 0 0 0,28-3 0 0 0,26-4 129 0 0,62-11-154 0 0,-123 18-197 0 0,1 0 0 0 0,-1-1-1 0 0,0 0 1 0 0,0 0 0 0 0,0 0 0 0 0,-1-1-1 0 0,12-10 1 0 0,-2 3-146 0 0,-16 12 239 0 0,-1-1-1 0 0,1 1 0 0 0,-1-1 0 0 0,1 1 1 0 0,-1-1-1 0 0,1 0 0 0 0,-1 1 1 0 0,0-1-1 0 0,1 1 0 0 0,-1-1 0 0 0,0 0 1 0 0,1 1-1 0 0,-1-1 0 0 0,0 1 0 0 0,0-1 1 0 0,0 0-1 0 0,0 0 0 0 0,0 1 0 0 0,1-1 1 0 0,-1 0-1 0 0,0 1 0 0 0,0-1 0 0 0,-1 0 1 0 0,1 1-1 0 0,0-1 0 0 0,0 0 0 0 0,-1-1 1 0 0,1 2 16 0 0,0-1 1 0 0,0 1 0 0 0,0-1 0 0 0,0 1-1 0 0,-1-1 1 0 0,1 1 0 0 0,0-1 0 0 0,0 1-1 0 0,0-1 1 0 0,0 1 0 0 0,0-1-1 0 0,0 1 1 0 0,0-1 0 0 0,0 1 0 0 0,1-1-1 0 0,-1 1 1 0 0,0-1 0 0 0,0 1 0 0 0,0-1-1 0 0,0 1 1 0 0,1-1 0 0 0,-1 1 0 0 0,0 0-1 0 0,0-1 1 0 0,1 1 0 0 0,-1-1-1 0 0,0 1 1 0 0,1 0 0 0 0,-1-1 0 0 0,1 1-1 0 0,-1 0 1 0 0,0-1 0 0 0,1 1 0 0 0,0-1-1 0 0,2 1 27 0 0,-2 0-14 0 0,0 0 1 0 0,0 0-1 0 0,0 0 1 0 0,0 0-1 0 0,1-1 1 0 0,-1 1-1 0 0,0 0 1 0 0,0 0-1 0 0,-1-1 1 0 0,1 1 0 0 0,0 0-1 0 0,0-1 1 0 0,0 1-1 0 0,0-1 1 0 0,0 1-1 0 0,0-1 1 0 0,0 0-1 0 0,-1 1 1 0 0,1-1-1 0 0,0 0 1 0 0,-1 0 0 0 0,1 1-1 0 0,0-1 1 0 0,-1 0-1 0 0,1 0 1 0 0,-1 0-1 0 0,1-1 1 0 0,-1 1 7 0 0,1-1 1 0 0,-1 1-1 0 0,0 0 0 0 0,1-1 1 0 0,-1 1-1 0 0,1 0 1 0 0,-1-1-1 0 0,1 1 1 0 0,0 0-1 0 0,0 0 0 0 0,-1 0 1 0 0,1 0-1 0 0,0-1 1 0 0,0 1-1 0 0,0 0 0 0 0,0 1 1 0 0,0-1-1 0 0,0 0 1 0 0,0 0-1 0 0,1 0 1 0 0,-1 1-1 0 0,2-2 0 0 0,4-3 52 0 0,21-32 176 0 0,-25 32-214 0 0,0 0-1 0 0,1 0 1 0 0,-1 0 0 0 0,1 0-1 0 0,1 1 1 0 0,-1-1-1 0 0,1 1 1 0 0,7-6 0 0 0,20-12 38 0 0,-18 13-60 0 0,-1-1 0 0 0,21-9 0 0 0,-9 5-30 0 0,-21 11 16 0 0,0 0 1 0 0,0 1-1 0 0,0 0 1 0 0,1-1-1 0 0,0 1 0 0 0,-1 1 1 0 0,10-3-1 0 0,8 1-44 0 0,-16-2 53 0 0,-6 3 67 0 0,0-6-148 0 0,0 4 50 0 0,0 3 24 0 0,0-1 0 0 0,1 0 0 0 0,-1 1 0 0 0,0-1 0 0 0,0 1-1 0 0,0-1 1 0 0,0 1 0 0 0,-1-1 0 0 0,1 0 0 0 0,0 1 0 0 0,-1-1-1 0 0,1 1 1 0 0,-1-1 0 0 0,1 1 0 0 0,-1 0 0 0 0,0-1 0 0 0,-1-1-1 0 0,-7-4 19 0 0,8 7-5 0 0,-1-1-1 0 0,1 0 0 0 0,0-1 1 0 0,-1 1-1 0 0,1 0 0 0 0,0 0 1 0 0,0 0-1 0 0,0-1 0 0 0,0 1 1 0 0,0-1-1 0 0,0 1 0 0 0,0 0 1 0 0,0-1-1 0 0,1 0 0 0 0,-1 1 0 0 0,1-1 1 0 0,-1 1-1 0 0,1-1 0 0 0,-1 0 1 0 0,1 1-1 0 0,0-1 0 0 0,0 0 1 0 0,0 0-1 0 0,0 1 0 0 0,0-1 1 0 0,0 0-1 0 0,1-1 0 0 0,-1 1 7 0 0,0-1-1 0 0,0 1 1 0 0,0 0-1 0 0,-1-1 0 0 0,1 1 1 0 0,-1 0-1 0 0,1-1 0 0 0,-1 1 1 0 0,0 0-1 0 0,0 0 0 0 0,0 0 1 0 0,0 0-1 0 0,0 0 0 0 0,-1 0 1 0 0,1 0-1 0 0,-1 0 0 0 0,1 0 1 0 0,-4-2-1 0 0,-3-6 14 0 0,7 9-20 0 0,0 0 0 0 0,1 0 0 0 0,-1 0 0 0 0,0-1 0 0 0,1 1 0 0 0,0 0 0 0 0,-1 0 0 0 0,1-1 0 0 0,0 1 0 0 0,-1 0 0 0 0,1 0 0 0 0,0-1 1 0 0,0 1-1 0 0,0 0 0 0 0,0-2 0 0 0,0 1 1 0 0,0 0 1 0 0,0 1-1 0 0,0-1 1 0 0,0 0 0 0 0,-1 0-1 0 0,1 1 1 0 0,0-1-1 0 0,-1 0 1 0 0,0 0 0 0 0,1 1-1 0 0,-2-3 1 0 0,-20-32 73 0 0,12-16-14 0 0,6 35-48 0 0,-2 1 0 0 0,0-1 0 0 0,0 2 0 0 0,-2-1-1 0 0,0 1 1 0 0,-1 0 0 0 0,0 1 0 0 0,-1 0-1 0 0,-1 0 1 0 0,0 1 0 0 0,-20-19 0 0 0,29 31-16 0 0,-1-1-1 0 0,1 0-1 0 0,0 1 1 0 0,0-1-1 0 0,-1 0 1 0 0,1 0-1 0 0,1-1 1 0 0,-1 1-1 0 0,0 0 1 0 0,0-1-1 0 0,1 1 1 0 0,-1-1-1 0 0,1 0 1 0 0,0 1-1 0 0,0-1 1 0 0,0 0 0 0 0,0 0-1 0 0,0 1 1 0 0,1-1-1 0 0,-1 0 1 0 0,1-3-1 0 0,0 4-1 0 0,0 1 0 0 0,0 0 0 0 0,0 0 0 0 0,0 0 0 0 0,0 0 0 0 0,-1-1 0 0 0,1 1 0 0 0,0 0 0 0 0,-1 0 0 0 0,1 0 0 0 0,0 0 0 0 0,-1 0 0 0 0,0 0 0 0 0,1 0 0 0 0,-1 0 0 0 0,0 0 0 0 0,1 0 0 0 0,-1 0 0 0 0,0 0 0 0 0,0 1 0 0 0,0-1 0 0 0,1 0 0 0 0,-1 0 0 0 0,0 1 0 0 0,0-1 0 0 0,0 1 0 0 0,0-1 0 0 0,-2 0 0 0 0,2 1 0 0 0,0-1 0 0 0,0 1 0 0 0,1 0 0 0 0,-1-1 1 0 0,0 1-1 0 0,0-1 0 0 0,1 1 0 0 0,-1-1 0 0 0,0 1 0 0 0,1-1 0 0 0,-1 0 1 0 0,0 1-1 0 0,1-1 0 0 0,-1 0 0 0 0,1 1 0 0 0,-1-1 0 0 0,1 0 0 0 0,-1 0 1 0 0,1 0-1 0 0,0 1 0 0 0,-1-1 0 0 0,1 0 0 0 0,0 0 0 0 0,0 0 0 0 0,-1 0 1 0 0,1 0-1 0 0,0-1 0 0 0,0 1 0 0 0,0 1-1 0 0,0-1 1 0 0,-1 1 0 0 0,1-1 0 0 0,0 1-1 0 0,-1-1 1 0 0,1 1 0 0 0,0-1-1 0 0,-1 1 1 0 0,1-1 0 0 0,-1 1 0 0 0,1 0-1 0 0,-1-1 1 0 0,1 1 0 0 0,-1 0 0 0 0,1-1-1 0 0,-1 1 1 0 0,1 0 0 0 0,-1 0 0 0 0,1 0-1 0 0,-1-1 1 0 0,1 1 0 0 0,-1 0 0 0 0,1 0-1 0 0,-1 0 1 0 0,0 0 0 0 0,1 0 0 0 0,-1 0-1 0 0,1 0 1 0 0,-1 0 0 0 0,0 0 0 0 0,1 0-1 0 0,-1 0 1 0 0,1 0 0 0 0,-2 1-1 0 0,2-1 2 0 0,-1 0 0 0 0,1 1 0 0 0,-1-1-1 0 0,1 0 1 0 0,-1 0 0 0 0,1 0 0 0 0,-1 0 0 0 0,1 0-1 0 0,-1 0 1 0 0,1 0 0 0 0,-1 0 0 0 0,1 0-1 0 0,-1 0 1 0 0,1 0 0 0 0,0 0 0 0 0,-1-1-1 0 0,1 1 1 0 0,-1 0 0 0 0,1 0 0 0 0,-1 0-1 0 0,1-1 1 0 0,-1 1 0 0 0,1 0 0 0 0,0 0-1 0 0,-1-1 1 0 0,1 1 0 0 0,0 0 0 0 0,-1-1-1 0 0,1 1 1 0 0,0 0 0 0 0,-1-1 0 0 0,1 0-1 0 0,-6 0 122 0 0,5 1-101 0 0,0 0-14 0 0,0 1 1 0 0,0-1-1 0 0,0 0 0 0 0,-1 0 1 0 0,1 0-1 0 0,0 0 1 0 0,0 0-1 0 0,0 0 0 0 0,0 0 1 0 0,0 0-1 0 0,0 0 0 0 0,0-1 1 0 0,0 1-1 0 0,0 0 1 0 0,0-1-1 0 0,0 1 0 0 0,0-1 1 0 0,0 1-1 0 0,0-1 0 0 0,0 1 1 0 0,0-1-1 0 0,0 0 1 0 0,-1-1-1 0 0,-3 0 61 0 0,-17-3-67 0 0,21 5-3 0 0,1-1 1 0 0,-1 1-1 0 0,0-1 0 0 0,1 1 1 0 0,-1-1-1 0 0,1 0 1 0 0,0 1-1 0 0,-1-1 1 0 0,1 0-1 0 0,-1 1 1 0 0,1-1-1 0 0,0 0 1 0 0,0 1-1 0 0,-1-1 1 0 0,1 0-1 0 0,0 0 1 0 0,0 0-1 0 0,0 1 0 0 0,0-1 1 0 0,0 0-1 0 0,0 0 1 0 0,0 1-1 0 0,0-1 1 0 0,0 0-1 0 0,0 0 1 0 0,1 1-1 0 0,-1-2 1 0 0,0 1 6 0 0,0 0 0 0 0,0 0 1 0 0,0 0 0 0 0,0 0-1 0 0,0 0 1 0 0,0 0-1 0 0,-1 0 1 0 0,1 0-1 0 0,0 0 1 0 0,-1 0 0 0 0,1 0-1 0 0,0 0 1 0 0,-1 0-1 0 0,0 0 1 0 0,1 0-1 0 0,-1 1 1 0 0,1-1-1 0 0,-1 0 1 0 0,0 0 0 0 0,1 1-1 0 0,-1-1 1 0 0,0 1-1 0 0,0-1 1 0 0,0 0-1 0 0,0 1 1 0 0,1-1 0 0 0,-1 1-1 0 0,-2-1 1 0 0,2 1-4 0 0,0-1 0 0 0,0 1 0 0 0,0-1 0 0 0,1 1 0 0 0,-1-1 1 0 0,0 1-1 0 0,0-1 0 0 0,0 0 0 0 0,0 1 0 0 0,1-1 0 0 0,-1 0 1 0 0,0 0-1 0 0,0 0 0 0 0,1 1 0 0 0,-1-1 0 0 0,1 0 0 0 0,-1 0 0 0 0,1 0 1 0 0,-1 0-1 0 0,1 0 0 0 0,0 0 0 0 0,-1 0 0 0 0,1 0 0 0 0,0 0 1 0 0,0 0-1 0 0,0 0 0 0 0,0-2 0 0 0,0-61 146 0 0,0 64-147 0 0,-1-1 1 0 0,1 0-1 0 0,0 1 1 0 0,0-1-1 0 0,0 0 0 0 0,-1 1 1 0 0,1-1-1 0 0,0 1 1 0 0,-1-1-1 0 0,1 0 1 0 0,-1 1-1 0 0,1-1 1 0 0,0 1-1 0 0,-1-1 1 0 0,1 1-1 0 0,-1 0 0 0 0,0-1 1 0 0,1 1-1 0 0,-1-1 1 0 0,1 1-1 0 0,-1 0 1 0 0,0-1-1 0 0,1 1 1 0 0,-1 0-1 0 0,1 0 1 0 0,-1-1-1 0 0,0 1 0 0 0,1 0 1 0 0,-1 0-1 0 0,0 0 1 0 0,0 0-1 0 0,0 0 0 0 0,0 0 0 0 0,0 0 0 0 0,1 0 0 0 0,-1 0 0 0 0,0 0 0 0 0,1-1 0 0 0,-1 1 0 0 0,0 0 0 0 0,1 0 0 0 0,-1-1 0 0 0,0 1 0 0 0,1 0 0 0 0,-1-1 0 0 0,1 1 0 0 0,-1 0 0 0 0,0-1 0 0 0,1 1 0 0 0,-1-1 0 0 0,1 1 0 0 0,0-1-1 0 0,-1 1 1 0 0,1-1 0 0 0,-1 0 0 0 0,1 1 0 0 0,0-1 0 0 0,-1 1 0 0 0,1-1 0 0 0,0 0 0 0 0,0 1 0 0 0,-1-1 0 0 0,1-1 0 0 0,-1 1 0 0 0,1 0 0 0 0,-1 0-1 0 0,1 0 1 0 0,-1 1 0 0 0,0-1 0 0 0,1 0-1 0 0,-1 0 1 0 0,0 0 0 0 0,0 1 0 0 0,0-1-1 0 0,0 0 1 0 0,0 1 0 0 0,0-1 0 0 0,0 1-1 0 0,0-1 1 0 0,0 1 0 0 0,0 0 0 0 0,0-1-1 0 0,0 1 1 0 0,0 0 0 0 0,0 0 0 0 0,0 0-1 0 0,0 0 1 0 0,-2 0 0 0 0,0-1-7 0 0,-68-32-60 0 0,64 30 75 0 0,0 0-1 0 0,0 0 1 0 0,0-1-1 0 0,0 0 1 0 0,-6-5-1 0 0,1 1 15 0 0,12 8-22 0 0,0 0 0 0 0,-1 0 1 0 0,1-1-1 0 0,0 1 0 0 0,-1 0 0 0 0,1 0 1 0 0,0 0-1 0 0,-1 0 0 0 0,1 0 1 0 0,0 0-1 0 0,0-1 0 0 0,-1 1 1 0 0,1 0-1 0 0,0 0 0 0 0,0 0 0 0 0,-1-1 1 0 0,1 1-1 0 0,0 0 0 0 0,0 0 1 0 0,0-1-1 0 0,-1 1 0 0 0,1 0 1 0 0,0 0-1 0 0,0-1 0 0 0,0 1 0 0 0,0 0 1 0 0,0-1-1 0 0,0 1 0 0 0,-1 0 1 0 0,1-1-1 0 0,0 1 0 0 0,0 0 1 0 0,0-1-1 0 0,0 1 0 0 0,0 0 0 0 0,0-1 1 0 0,0 1-1 0 0,0 0 0 0 0,1 0 1 0 0,-1-1-1 0 0,0 1 0 0 0,0 0 0 0 0,0-1 1 0 0,0 1-1 0 0,0 0 0 0 0,0-1 1 0 0,1 1-1 0 0,-1 0 0 0 0,0-1 0 0 0,0 1 0 0 0,0 0 0 0 0,1 0 0 0 0,-1 0 0 0 0,0-1 0 0 0,0 1 0 0 0,0 0 0 0 0,0 0 0 0 0,0 0 0 0 0,0-1 0 0 0,0 1 0 0 0,1 0 0 0 0,-1 0 0 0 0,0-1 0 0 0,0 1 0 0 0,0 0 0 0 0,0 0-1 0 0,0-1 1 0 0,0 1 0 0 0,0 0 0 0 0,0 0 0 0 0,0-1 0 0 0,0 1 0 0 0,-1 0 0 0 0,1 0 0 0 0,0-1 0 0 0,0 1 0 0 0,0 0 0 0 0,0 0 0 0 0,0-1 0 0 0,0 1 0 0 0,0 0 0 0 0,-1 0 0 0 0,1-1 0 0 0,-27-15 0 0 0,26 16-1 0 0,1 0 1 0 0,-1 0-1 0 0,1-1 1 0 0,0 1-1 0 0,-1 0 1 0 0,1 0-1 0 0,0-1 0 0 0,-1 1 1 0 0,1 0-1 0 0,0-1 1 0 0,-1 1-1 0 0,1 0 1 0 0,0-1-1 0 0,0 1 0 0 0,-1 0 1 0 0,1-1-1 0 0,0 1 1 0 0,0-1-1 0 0,0 1 0 0 0,-1 0 1 0 0,1-1-1 0 0,0 1 1 0 0,0-1-1 0 0,0 1 1 0 0,0-1-1 0 0,0 1 0 0 0,0 0 1 0 0,0-1-1 0 0,0 1 1 0 0,0-1-1 0 0,0 1 0 0 0,0-1 1 0 0,0 1-1 0 0,1-1 1 0 0,-1 0-24 0 0,0 1 0 0 0,0-1 0 0 0,0 1 1 0 0,0-1-1 0 0,0 1 0 0 0,0-1 0 0 0,0 1 1 0 0,0-1-1 0 0,0 1 0 0 0,0-1 0 0 0,0 0 0 0 0,0 1 1 0 0,0-1-1 0 0,0 1 0 0 0,0-1 0 0 0,0 1 1 0 0,-1-1-1 0 0,1 1 0 0 0,0-1 0 0 0,0 1 0 0 0,-1 0 1 0 0,1-1-1 0 0,0 1 0 0 0,-1-1 0 0 0,1 1 1 0 0,-1 0-1 0 0,1-1 0 0 0,0 1 0 0 0,-1-1 0 0 0,-2-1 170 0 0,-7-4-2897 0 0,-1 0 0 0 0,1 0 0 0 0,-16-6 0 0 0,-7 3-4145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16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19 560 0 0,'0'0'12486'0'0,"1"0"-12420"0"0,-1 1 1 0 0,0-1-1 0 0,0 0 1 0 0,0 0-1 0 0,0 1 0 0 0,0-1 1 0 0,0 0-1 0 0,1 1 1 0 0,-1-1-1 0 0,0 0 1 0 0,0 1-1 0 0,0-1 0 0 0,0 0 1 0 0,0 1-1 0 0,0-1 1 0 0,0 0-1 0 0,0 0 1 0 0,0 1-1 0 0,0-1 0 0 0,-1 0 1 0 0,1 1-1 0 0,0-1 1 0 0,0 0-1 0 0,0 1 0 0 0,0-1 1 0 0,0 0-1 0 0,0 0 1 0 0,-1 1-1 0 0,1-1 1 0 0,0 0-1 0 0,0 0 0 0 0,0 1 1 0 0,-1-1-1 0 0,1 0 1 0 0,0 0-1 0 0,0 0 0 0 0,-1 1 1 0 0,1-1-1 0 0,0 0 1 0 0,-1 0-1 0 0,1 0 1 0 0,0 0-1 0 0,0 0 0 0 0,-1 0 1 0 0,1 0-1 0 0,0 0 1 0 0,-1 1-1 0 0,-26 0 2095 0 0,27 3-1069 0 0,0-7-743 0 0,0 2-109 0 0,44 1 444 0 0,0-2-1 0 0,0-2 1 0 0,52-11-1 0 0,-68 11-474 0 0,0 0-1 0 0,0 2 0 0 0,0 2 0 0 0,56 5 0 0 0,-80-5-289 0 0,-1 0 0 0 0,1 1-1 0 0,0-1 1 0 0,-1 1 0 0 0,1 0 0 0 0,-1 0-1 0 0,0 0 1 0 0,1 1 0 0 0,-1-1 0 0 0,0 1 0 0 0,0-1-1 0 0,4 4 1 0 0,-5-3-254 0 0,0 0 1 0 0,0 0-1 0 0,-1 0 0 0 0,1 0 0 0 0,-1 1 1 0 0,0-1-1 0 0,0 0 0 0 0,0 1 0 0 0,0-1 0 0 0,0 1 1 0 0,0-1-1 0 0,-1 1 0 0 0,1-1 0 0 0,-1 1 0 0 0,1 0 1 0 0,-1-1-1 0 0,0 1 0 0 0,-1 2 0 0 0,1 46-9216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17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0 1601 0 0,'0'6'1681'0'0,"0"1"239"0"0,0 13 401 0 0,0 30 1201 0 0,0 11-80 0 0,0-11-1682 0 0,0-3-879 0 0,-33 16-241 0 0,33-3-320 0 0,0 2-80 0 0,-32 7-240 0 0,-1-7 241 0 0,33-8-322 0 0,0-33-799 0 0,-33-48-11366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18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327 368 880 0 0,'2'-1'931'0'0,"-9"-5"-741"0"0,5 5-120 0 0,0 0-1 0 0,1 0 1 0 0,-1 0 0 0 0,0 0 0 0 0,0 0 0 0 0,1-1-1 0 0,-1 1 1 0 0,1 0 0 0 0,-1-1 0 0 0,1 1-1 0 0,0-1 1 0 0,0 1 0 0 0,-1-1 0 0 0,1 0 0 0 0,0 1-1 0 0,0-1 1 0 0,1 0 0 0 0,-1 0 0 0 0,0 0-1 0 0,0 0 1 0 0,1 0 0 0 0,0 0 0 0 0,-1 0 0 0 0,1 0-1 0 0,0 0 1 0 0,0 0 0 0 0,0 0 0 0 0,0 0-1 0 0,0 0 1 0 0,0 0 0 0 0,1 0 0 0 0,-1 0 0 0 0,1 0-1 0 0,-1 0 1 0 0,1 0 0 0 0,0 0 0 0 0,0 1-1 0 0,1-4 1 0 0,7-6 285 0 0,-7 9-272 0 0,0 0 0 0 0,-1 0 0 0 0,1-1-1 0 0,0 1 1 0 0,-1 0 0 0 0,0 0 0 0 0,0-1 0 0 0,1 1 0 0 0,-1-1 0 0 0,-1 1 0 0 0,1-1-1 0 0,0 1 1 0 0,-1-1 0 0 0,1 0 0 0 0,-1-5 0 0 0,1 5-9 0 0,-1 0 0 0 0,1 0 0 0 0,-1 0 0 0 0,1 0 0 0 0,0 0 0 0 0,0 1 0 0 0,0-1 0 0 0,0 0 0 0 0,1 0 0 0 0,-1 1-1 0 0,1-1 1 0 0,0 1 0 0 0,-1-1 0 0 0,1 1 0 0 0,0 0 0 0 0,1-1 0 0 0,-1 1 0 0 0,0 0 0 0 0,1 0 0 0 0,2-1 0 0 0,-1 0 26 0 0,0 0 0 0 0,-1 0 1 0 0,0-1-1 0 0,1 1 0 0 0,-1-1 0 0 0,2-4 0 0 0,5-9 427 0 0,-8 13-430 0 0,0 0-1 0 0,0 0 1 0 0,0 1 0 0 0,1-1 0 0 0,-1 1-1 0 0,1 0 1 0 0,0 0 0 0 0,0 0 0 0 0,3-3-1 0 0,12-8 312 0 0,0 0 1 0 0,1 1-1 0 0,0 1 0 0 0,29-13 0 0 0,-39 21-287 0 0,0 1 0 0 0,1-1 0 0 0,-1 2 0 0 0,1-1 1 0 0,0 1-1 0 0,-1 0 0 0 0,1 1 0 0 0,0 1 0 0 0,0-1 0 0 0,0 1 0 0 0,0 1 0 0 0,14 2 0 0 0,-22-2-99 0 0,63 17 903 0 0,-61-17-841 0 0,0 1 0 0 0,0 0 0 0 0,0-1 0 0 0,-1 1 0 0 0,1 1-1 0 0,-1-1 1 0 0,1 0 0 0 0,-1 1 0 0 0,0 0 0 0 0,0-1 0 0 0,0 1 0 0 0,-1 1-1 0 0,5 5 1 0 0,-5-6 1 0 0,-1 1 0 0 0,1 0 0 0 0,-1 0 0 0 0,0-1 0 0 0,-1 1 0 0 0,1 0 0 0 0,-1 0 0 0 0,1 0 0 0 0,-1 0 0 0 0,0 0 0 0 0,-1 0 0 0 0,1-1 0 0 0,-2 8-1 0 0,-17 47 636 0 0,11-37-588 0 0,-3 22-38 0 0,-11-1-41 0 0,12 5-53 0 0,-7-4-13 0 0,11-22 77 0 0,4-12-44 0 0,-1 1-1 0 0,0-1 0 0 0,0 0 1 0 0,-1-1-1 0 0,0 1 0 0 0,-8 12 1 0 0,-86 115-74 0 0,92-128 89 0 0,-1 0 1 0 0,0-1-1 0 0,0 1 0 0 0,-1-2 0 0 0,1 1 0 0 0,-1-1 0 0 0,-17 10 0 0 0,-31 23 378 0 0,45-29-335 0 0,0-1-1 0 0,0-1 1 0 0,-1 1-1 0 0,0-2 1 0 0,0 0-1 0 0,-1 0 1 0 0,0-1-1 0 0,0-1 1 0 0,-1 0-1 0 0,1-1 1 0 0,-1 0-1 0 0,0-1 1 0 0,0-1-1 0 0,0 0 1 0 0,-23 0 0 0 0,31-3-113 0 0,0 1 1 0 0,0-1-1 0 0,0 0 1 0 0,1 0 0 0 0,-1-1-1 0 0,0 1 1 0 0,1-1 0 0 0,0-1-1 0 0,-1 1 1 0 0,-6-5-1 0 0,-23-10-267 0 0,30 15 275 0 0,-2 0-11 0 0,1-1 0 0 0,0 1 0 0 0,0-1-1 0 0,0-1 1 0 0,0 1 0 0 0,0-1 0 0 0,1 0 0 0 0,0 0-1 0 0,0-1 1 0 0,0 1 0 0 0,0-1 0 0 0,1 0-1 0 0,-1-1 1 0 0,-5-10 0 0 0,4 5-17 0 0,1-1 1 0 0,0-1-1 0 0,1 1 0 0 0,1-1 1 0 0,0 1-1 0 0,0-1 0 0 0,1 0 0 0 0,1 0 1 0 0,0-17-1 0 0,1 23 80 0 0,0 1 0 0 0,1 0 0 0 0,-1-1 0 0 0,1 1 0 0 0,1 0 0 0 0,-1 0 1 0 0,1-1-1 0 0,0 1 0 0 0,1 0 0 0 0,-1 1 0 0 0,1-1 0 0 0,6-9 0 0 0,-8 13-17 0 0,0-1 7 0 0,1 1 1 0 0,-1-1-1 0 0,1 1 1 0 0,-1-1-1 0 0,1 1 1 0 0,0 0 0 0 0,0 0-1 0 0,0 0 1 0 0,0 0-1 0 0,0 0 1 0 0,0 0-1 0 0,0 0 1 0 0,3-1 0 0 0,0 0-8 0 0,-4 3-4 0 0,1 0-1 0 0,0 0 1 0 0,-1-1-1 0 0,1 1 1 0 0,-1 1-1 0 0,1-1 1 0 0,0 0-1 0 0,-1 0 1 0 0,1 1-1 0 0,-1-1 1 0 0,1 1-1 0 0,-1-1 0 0 0,1 1 1 0 0,-1 0-1 0 0,1-1 1 0 0,-1 1-1 0 0,0 0 1 0 0,2 1-1 0 0,5 2 78 0 0,-1-1 30 0 0,1 1 0 0 0,-1 0 0 0 0,0 0-1 0 0,-1 0 1 0 0,1 1 0 0 0,-1 0 0 0 0,0 0 0 0 0,0 1 0 0 0,0 0 0 0 0,7 10-1 0 0,11 11 272 0 0,-5-7-134 0 0,153 177 664 0 0,-145-158-1379 0 0,-20-23-27 0 0,-7-14 370 0 0,1-1 0 0 0,-1 1 1 0 0,1 0-1 0 0,0-1 0 0 0,-1 1 0 0 0,1-1 1 0 0,0 1-1 0 0,0-1 0 0 0,0 1 0 0 0,0-1 1 0 0,0 0-1 0 0,0 0 0 0 0,1 1 0 0 0,-1-1 1 0 0,0 0-1 0 0,1 0 0 0 0,-1 0 0 0 0,1 0 1 0 0,-1 0-1 0 0,1-1 0 0 0,-1 1 0 0 0,1 0 1 0 0,-1-1-1 0 0,4 1 0 0 0,22 6-2957 0 0,-21-6-854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19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13 560 0 0,'-5'-1'522'0'0,"3"1"-387"0"0,1 0 1 0 0,-1 0-1 0 0,1 0 1 0 0,-1 0-1 0 0,1 0 0 0 0,-1-1 1 0 0,1 1-1 0 0,0 0 1 0 0,-1-1-1 0 0,1 1 1 0 0,-1-1-1 0 0,1 0 0 0 0,0 1 1 0 0,0-1-1 0 0,-1 0 1 0 0,1 0-1 0 0,0 0 1 0 0,-2-3 1386 0 0,3 6-1087 0 0,0 0 0 0 0,0 0 1 0 0,0 0-1 0 0,0 0 0 0 0,0 0 0 0 0,1 0 0 0 0,-1 0 0 0 0,1 0 0 0 0,-1 0 0 0 0,1 0 0 0 0,0-1 0 0 0,1 3 0 0 0,3 1-123 0 0,-2-2-70 0 0,0-1 0 0 0,-1 1 0 0 0,1-1 0 0 0,-1 1 0 0 0,0 0 0 0 0,0 0 0 0 0,0 0-1 0 0,0 0 1 0 0,0 0 0 0 0,-1 1 0 0 0,2 4 0 0 0,57 103 3146 0 0,-50-94-3194 0 0,2 0-1 0 0,-1-1 0 0 0,2 0 1 0 0,0-2-1 0 0,1 1 1 0 0,0-1-1 0 0,22 16 1 0 0,-1-1 6 0 0,16 13 54 0 0,-29-25-81 0 0,29 28 0 0 0,-7 7-40 0 0,48 23-573 0 0,-38-45-5936 0 0,-75-22 53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19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0 311 1441 0 0,'0'8'1921'0'0,"0"-2"79"0"0,0 0-79 0 0,0-12 80 0 0,33 6-80 0 0,-1-14-240 0 0,1 1-80 0 0,32-8-321 0 0,125-62 241 0 0,71-12-1841 0 0,-65 38-3122 0 0,-98 30-2561 0 0,0 13-480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20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1060 75 1281 0 0,'0'1'79'0'0,"0"-1"0"0"0,0 1 0 0 0,0-1 1 0 0,0 1-1 0 0,0-1 0 0 0,1 0 1 0 0,-1 1-1 0 0,0-1 0 0 0,0 1 0 0 0,0-1 1 0 0,1 0-1 0 0,-1 1 0 0 0,0-1 1 0 0,1 0-1 0 0,-1 0 0 0 0,0 1 0 0 0,1-1 1 0 0,-1 0-1 0 0,0 0 0 0 0,1 1 1 0 0,-1-1-1 0 0,0 0 0 0 0,1 0 1 0 0,-1 0-1 0 0,1 1 0 0 0,-1-1 0 0 0,1 0 1 0 0,-1 0-1 0 0,0 0 0 0 0,1 0 1 0 0,-1 0-1 0 0,1 0 0 0 0,14 0 1796 0 0,-13 0-390 0 0,-29 0 3304 0 0,21 0-3669 0 0,-11-2-576 0 0,0 0 0 0 0,0-1-1 0 0,0-1 1 0 0,-30-11 0 0 0,-28-7 619 0 0,-23 0 518 0 0,38 9-94 0 0,55 13-1174 0 0,0 0-353 0 0,1 0-1 0 0,0 1 0 0 0,-1 0 0 0 0,1 0 0 0 0,0 0 0 0 0,0 0 0 0 0,0 1 0 0 0,0 0 0 0 0,0-1 0 0 0,0 2 0 0 0,1-1 0 0 0,-1 0 0 0 0,1 1 0 0 0,-1-1 0 0 0,1 1 0 0 0,0 0 0 0 0,0 0 1 0 0,-5 7-1 0 0,-2 4-69 0 0,0 0 0 0 0,1 1 0 0 0,-9 21 0 0 0,11-20 128 0 0,4-10-103 0 0,-21 50 77 0 0,13 1-172 0 0,1-28 57 0 0,6-20 22 0 0,1 1 1 0 0,0-1-1 0 0,1 1 1 0 0,0-1-1 0 0,1 1 1 0 0,-1 14-1 0 0,2 71 41 0 0,0-92-46 0 0,0 0 0 0 0,1 0 0 0 0,-1 1 0 0 0,1-1 0 0 0,0 0 0 0 0,0 0 0 0 0,0 0 0 0 0,1 0 0 0 0,-1 0 0 0 0,1 0 0 0 0,-1 0 0 0 0,1-1 0 0 0,0 1 0 0 0,0 0 0 0 0,0-1 0 0 0,0 0 0 0 0,1 1 0 0 0,-1-1 0 0 0,1 0 0 0 0,-1 0 0 0 0,1 0 0 0 0,0-1 1 0 0,0 1-1 0 0,0-1 0 0 0,0 1 0 0 0,0-1 0 0 0,0 0 0 0 0,4 1 0 0 0,-4-1-52 0 0,0-1 1 0 0,0 1 0 0 0,0-1 0 0 0,0 1 0 0 0,0-1-1 0 0,0 0 1 0 0,0 0 0 0 0,0-1 0 0 0,0 1 0 0 0,0 0-1 0 0,0-1 1 0 0,0 0 0 0 0,4-1 0 0 0,18-4 177 0 0,4 4 24 0 0,0 1 0 0 0,0 1 1 0 0,0 2-1 0 0,46 8 0 0 0,-70-9-127 0 0,1 0 1 0 0,0 1 0 0 0,-1-1 0 0 0,1 1-1 0 0,-1 0 1 0 0,0 1 0 0 0,10 5-1 0 0,-14-7-5 0 0,1 1 0 0 0,-1-1-1 0 0,1 1 1 0 0,-1-1 0 0 0,0 1-1 0 0,1 0 1 0 0,-1 0 0 0 0,0 0-1 0 0,0-1 1 0 0,0 1 0 0 0,0 0-1 0 0,-1 0 1 0 0,1 0 0 0 0,-1 1-1 0 0,1-1 1 0 0,-1 0 0 0 0,0 0-1 0 0,1 0 1 0 0,-1 0 0 0 0,-1 3 0 0 0,1-1 0 0 0,0-1 1 0 0,-1 1-1 0 0,0 0 1 0 0,1-1 0 0 0,-1 0-1 0 0,-1 1 1 0 0,1-1 0 0 0,0 1-1 0 0,-1-1 1 0 0,0 0 0 0 0,0 0-1 0 0,0 0 1 0 0,0 0 0 0 0,0 0-1 0 0,0-1 1 0 0,-1 1-1 0 0,0 0 1 0 0,1-1 0 0 0,-1 0-1 0 0,0 0 1 0 0,0 0 0 0 0,0 0-1 0 0,0 0 1 0 0,-5 1 0 0 0,-9 5 70 0 0,0-1 0 0 0,-1-2 0 0 0,-27 7 0 0 0,31-9-38 0 0,-60 12-69 0 0,0-4-1 0 0,-1-4 1 0 0,0-2-1 0 0,0-4 1 0 0,-122-13-1 0 0,181 11-346 0 0,1-1-1 0 0,0-1 0 0 0,0 0 0 0 0,0-1 0 0 0,0 0 0 0 0,1-2 1 0 0,-17-7-1 0 0,29 12 224 0 0,1 1 0 0 0,-1-1 0 0 0,1 0 0 0 0,-1 1 0 0 0,1-1 0 0 0,0 0 0 0 0,-1 0 0 0 0,1 0 0 0 0,0 0 0 0 0,0 0 0 0 0,-1 0 0 0 0,1-1 0 0 0,0 1 1 0 0,0 0-1 0 0,0-1 0 0 0,1 1 0 0 0,-1 0 0 0 0,0-1 0 0 0,0 1 0 0 0,1-1 0 0 0,-1 1 0 0 0,1-1 0 0 0,-1 1 0 0 0,1-1 0 0 0,0 0 0 0 0,0-1 0 0 0,1-1-385 0 0,0 0 0 0 0,0 0 0 0 0,1 0 0 0 0,-1 1 0 0 0,1-1 0 0 0,0 1 0 0 0,0-1 0 0 0,1 1 0 0 0,2-4 0 0 0,28-40-6656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21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974 175 3682 0 0,'-15'2'1051'0'0,"0"0"1"0"0,0 1-1 0 0,0 0 1 0 0,-16 7 0 0 0,27-8-812 0 0,-1-1 1 0 0,0 1 0 0 0,1 1 0 0 0,-1-1 0 0 0,1 1-1 0 0,0-1 1 0 0,0 1 0 0 0,0 1 0 0 0,0-1 0 0 0,0 0-1 0 0,1 1 1 0 0,-1 0 0 0 0,1 0 0 0 0,0 0 0 0 0,-4 7 0 0 0,-4 24 812 0 0,1-18-582 0 0,8-14-382 0 0,0-1 1 0 0,0 0-1 0 0,1 1 0 0 0,-1 0 1 0 0,1-1-1 0 0,0 1 0 0 0,-1 0 0 0 0,1 0 1 0 0,1 0-1 0 0,-1-1 0 0 0,0 1 1 0 0,1 0-1 0 0,-1 6 0 0 0,1 168 2552 0 0,0-175-2633 0 0,0 1 0 0 0,0-1 0 0 0,1 1-1 0 0,-1-1 1 0 0,1 1 0 0 0,0-1 0 0 0,-1 0-1 0 0,1 1 1 0 0,0-1 0 0 0,0 0 0 0 0,0 1-1 0 0,1-1 1 0 0,-1 0 0 0 0,1 0 0 0 0,-1 0-1 0 0,1 0 1 0 0,0 0 0 0 0,-1 0 0 0 0,4 2-1 0 0,0-1 0 0 0,0 0-1 0 0,0 0 0 0 0,0 0 0 0 0,0-1 0 0 0,1 1 0 0 0,-1-1 0 0 0,1-1 0 0 0,6 2 0 0 0,6 0-8 0 0,0 0 0 0 0,1-1 0 0 0,-1-2 0 0 0,23 0 0 0 0,-29-2 2 0 0,1 0 0 0 0,-1 0 0 0 0,1-1 0 0 0,-1-1 0 0 0,0 0 0 0 0,14-7 0 0 0,-23 10 0 0 0,7-4 12 0 0,0-1 0 0 0,0 0 0 0 0,0 0-1 0 0,-1-1 1 0 0,0-1 0 0 0,0 0-1 0 0,-1 0 1 0 0,0 0 0 0 0,11-16 0 0 0,-18 23-10 0 0,16-18 54 0 0,0-1 0 0 0,-2-1 0 0 0,-1 0 0 0 0,16-31 0 0 0,-26 44-37 0 0,-1-1 1 0 0,0 0-1 0 0,0 1 0 0 0,0-1 0 0 0,-1 0 0 0 0,-1 0 0 0 0,1-14 1 0 0,-2 17-8 0 0,0 0 1 0 0,0 0 0 0 0,-1 1 0 0 0,0-1 0 0 0,0 0 0 0 0,-1 1 0 0 0,0-1 0 0 0,0 1 0 0 0,0 0 0 0 0,0-1-1 0 0,-1 1 1 0 0,0 0 0 0 0,-5-6 0 0 0,-2-3 15 0 0,-2 1 1 0 0,0 1-1 0 0,-1 0 1 0 0,0 1-1 0 0,0 0 0 0 0,-1 1 1 0 0,0 1-1 0 0,-1 0 1 0 0,0 1-1 0 0,-27-11 0 0 0,7 7-62 0 0,-1 1-1 0 0,-1 1 0 0 0,-73-8 1 0 0,62 14-209 0 0,1 2 1 0 0,-1 2 0 0 0,1 3 0 0 0,-87 15-1 0 0,69-4-882 0 0,1 2-1 0 0,-119 48 0 0 0,146-47-929 0 0,-57 34 1 0 0,-9 22-4402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22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80 0 0,'0'0'814'0'0,"-6"1"146"0"0,-21 4 8485 0 0,27-5-9335 0 0,0 1 1 0 0,0-1 0 0 0,1 1 0 0 0,-1-1 0 0 0,0 0 0 0 0,0 1 0 0 0,1-1 0 0 0,-1 0 0 0 0,0 1 0 0 0,1-1 0 0 0,-1 0 0 0 0,0 1 0 0 0,1-1 0 0 0,-1 0 0 0 0,0 1-1 0 0,1-1 1 0 0,-1 0 0 0 0,0 0 0 0 0,1 0 0 0 0,-1 1 0 0 0,1-1 0 0 0,-1 0 0 0 0,1 0 0 0 0,-1 0 0 0 0,0 0 0 0 0,1 0 0 0 0,-1 0 0 0 0,1 0 0 0 0,-1 0-1 0 0,1 0 1 0 0,0 0 0 0 0,14-1-308 0 0,-15 1 433 0 0,6 0 564 0 0,-12 0-480 0 0,-16 0 27 0 0,17 0 107 0 0,5 1-416 0 0,1 0 1 0 0,-1 0 0 0 0,1 0 0 0 0,-1-1 0 0 0,1 1-1 0 0,-1 0 1 0 0,1 0 0 0 0,-1-1 0 0 0,1 1 0 0 0,0 0-1 0 0,-1-1 1 0 0,1 1 0 0 0,0 0 0 0 0,0-1-1 0 0,0 1 1 0 0,-1-1 0 0 0,1 0 0 0 0,0 1 0 0 0,0-1-1 0 0,0 0 1 0 0,0 1 0 0 0,0-1 0 0 0,0 0 0 0 0,0 0-1 0 0,-1 0 1 0 0,1 0 0 0 0,0 0 0 0 0,0 0-1 0 0,2 0 1 0 0,0 1 105 0 0,4 2-49 0 0,0-1 0 0 0,1 0 0 0 0,-1 0 1 0 0,0 0-1 0 0,10 0 0 0 0,11 1 68 0 0,320 43 1192 0 0,-299-41-1190 0 0,374 40 782 0 0,-365-36-426 0 0,90 28-1 0 0,11 1 574 0 0,-117-31-1665 0 0,-1-2 1 0 0,1-2 0 0 0,51-2 0 0 0,-93-1 392 0 0,1 0 1 0 0,-1 0 0 0 0,1 0 0 0 0,-1 0-1 0 0,1 0 1 0 0,-1 0 0 0 0,1 0-1 0 0,0-1 1 0 0,-1 1 0 0 0,1 0-1 0 0,-1 0 1 0 0,0-1 0 0 0,1 1 0 0 0,-1 0-1 0 0,1-1 1 0 0,-1 1 0 0 0,1 0-1 0 0,-1-1 1 0 0,0 1 0 0 0,1-1 0 0 0,-1 1-1 0 0,0-1 1 0 0,1 1 0 0 0,-1-1-1 0 0,0 1 1 0 0,0-1 0 0 0,1 1-1 0 0,-1-1 1 0 0,0 0 0 0 0,0 1-90 0 0,0-1-1 0 0,0 1 1 0 0,0-1 0 0 0,0 1 0 0 0,0 0 0 0 0,-1-1-1 0 0,1 1 1 0 0,0-1 0 0 0,0 1 0 0 0,0 0 0 0 0,-1-1-1 0 0,1 1 1 0 0,0 0 0 0 0,0 0 0 0 0,-1-1 0 0 0,1 1-1 0 0,0 0 1 0 0,0-1 0 0 0,-1 1 0 0 0,1 0 0 0 0,0 0-1 0 0,-1 0 1 0 0,1-1 0 0 0,-1 1 0 0 0,1 0 0 0 0,0 0-1 0 0,-1 0 1 0 0,1 0 0 0 0,0 0 0 0 0,-1 0 0 0 0,1 0-1 0 0,-1 0 1 0 0,1 0 0 0 0,0 0 0 0 0,-1 0 0 0 0,1 0-1 0 0,-1 0 1 0 0,1 0 0 0 0,0 0 0 0 0,-1 0 0 0 0,-54 5-2788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22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33 144 400 0 0,'-32'10'8185'0'0,"32"-20"-6499"0"0,0 9-1627 0 0,1 0 0 0 0,0 0 0 0 0,0 0 0 0 0,0 0 0 0 0,0 0 0 0 0,0 0 0 0 0,0 0 0 0 0,0 1 0 0 0,0-1 0 0 0,1 0 0 0 0,-1 1 0 0 0,0-1 0 0 0,0 0 0 0 0,1 1 0 0 0,-1 0 0 0 0,0-1 0 0 0,1 1 0 0 0,1-1 0 0 0,1 0 154 0 0,30-29 1355 0 0,-30 25-1372 0 0,1 1 0 0 0,0-1 0 0 0,0 1 0 0 0,11-8 0 0 0,24-18 594 0 0,-36 26-733 0 0,-1 1 0 0 0,1 0 0 0 0,0 0 0 0 0,-1 0 0 0 0,1 0 1 0 0,1 1-1 0 0,-1-1 0 0 0,0 1 0 0 0,9-3 0 0 0,-8 3 36 0 0,-5-4-13 0 0,0 7-76 0 0,0-1 0 0 0,0 0 1 0 0,0 1-1 0 0,1-1 0 0 0,-1 1 0 0 0,0-1 0 0 0,0 0 0 0 0,0 1 0 0 0,0-1 1 0 0,1 0-1 0 0,-1 1 0 0 0,0-1 0 0 0,0 0 0 0 0,1 0 0 0 0,-1 1 0 0 0,0-1 1 0 0,1 0-1 0 0,-1 0 0 0 0,0 1 0 0 0,1-1 0 0 0,-1 0 0 0 0,0 0 1 0 0,1 0-1 0 0,-1 1 0 0 0,0-1 0 0 0,1 0 0 0 0,-1 0 0 0 0,1 0 0 0 0,-1 0 1 0 0,0 0-1 0 0,1 0 0 0 0,-1 0 0 0 0,1 0 0 0 0,-1 0 0 0 0,0 0 0 0 0,1 0 1 0 0,-1 0-1 0 0,1 0 0 0 0,-1 0 0 0 0,0-1 0 0 0,1 1 0 0 0,-1 0 0 0 0,1 0 14 0 0,-1-1 0 0 0,1 1-1 0 0,0 0 1 0 0,-1 0-1 0 0,1 0 1 0 0,-1 0-1 0 0,1 0 1 0 0,0 0 0 0 0,-1 0-1 0 0,1 0 1 0 0,-1 0-1 0 0,1 0 1 0 0,0 0 0 0 0,-1 0-1 0 0,1 0 1 0 0,-1 1-1 0 0,1-1 1 0 0,0 0 0 0 0,-1 0-1 0 0,1 1 1 0 0,-1-1-1 0 0,1 0 1 0 0,-1 1-1 0 0,1-1 1 0 0,-1 0 0 0 0,1 1-1 0 0,-1-1 1 0 0,0 1-1 0 0,1-1 1 0 0,-1 1 0 0 0,0-1-1 0 0,1 1 1 0 0,-1-1-1 0 0,0 1 1 0 0,1-1-1 0 0,-1 1 1 0 0,0-1 0 0 0,0 1-1 0 0,0-1 1 0 0,0 1-1 0 0,1 0 1 0 0,-1-1 0 0 0,0 1-1 0 0,0-1 1 0 0,0 2-1 0 0,-1 13 559 0 0,1-10-425 0 0,-1 0 0 0 0,1 1 0 0 0,0-1 0 0 0,1 0 0 0 0,0 0 0 0 0,-1 0 0 0 0,2 0 0 0 0,1 7 0 0 0,3 5 119 0 0,-2-10-187 0 0,-2-1 0 0 0,1 1-1 0 0,-1 0 1 0 0,0 0 0 0 0,0 0 0 0 0,-1 0 0 0 0,0 0 0 0 0,0 1-1 0 0,-1-1 1 0 0,0 0 0 0 0,0 1 0 0 0,-2 12 0 0 0,-10 10 58 0 0,9-24-126 0 0,1 0 1 0 0,0 0-1 0 0,0-1 1 0 0,0 1-1 0 0,1 0 1 0 0,0 0-1 0 0,0 1 1 0 0,0 5-1 0 0,2 21-30 0 0,0-24-49 0 0,-1 0 1 0 0,1 1 0 0 0,-2-1 0 0 0,1 1 0 0 0,-1-1 0 0 0,-1 0 0 0 0,-3 12 0 0 0,-2-6-282 0 0,6-12 203 0 0,-1 0 0 0 0,1 0 0 0 0,0 0 0 0 0,0 0 0 0 0,0 0 0 0 0,0 0 0 0 0,0 6 0 0 0,1-7-28 0 0,1 0 1 0 0,-1 0-1 0 0,1 1 1 0 0,-1-1-1 0 0,1 0 1 0 0,0 0-1 0 0,0 0 1 0 0,0 0-1 0 0,0 0 1 0 0,2 3-1 0 0,3 6-873 0 0,2 10-1276 0 0,-7-19 1943 0 0,0 0-1 0 0,-1 1 1 0 0,1-1 0 0 0,0 0-1 0 0,0 0 1 0 0,0 0-1 0 0,1 1 1 0 0,-1-1-1 0 0,0 0 1 0 0,1-1 0 0 0,0 1-1 0 0,-1 0 1 0 0,1 0-1 0 0,0-1 1 0 0,0 1-1 0 0,0-1 1 0 0,0 1-1 0 0,3 1 1 0 0,28 7-5400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23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166 108 800 0 0,'0'1'123'0'0,"0"0"0"0"0,-1 0 0 0 0,1 0 0 0 0,-1 0 0 0 0,0 0 1 0 0,1 0-1 0 0,-1 0 0 0 0,0 0 0 0 0,1 0 0 0 0,-1 0 0 0 0,0 0 0 0 0,0-1 0 0 0,0 1 0 0 0,0 0 0 0 0,0-1 0 0 0,0 1 0 0 0,0 0 0 0 0,0-1 0 0 0,0 1 0 0 0,0-1 0 0 0,0 0 0 0 0,-2 1 0 0 0,-9 6 769 0 0,-81 72 4177 0 0,89-75-4835 0 0,0 1-1 0 0,0 0 1 0 0,1 0 0 0 0,0 0-1 0 0,0 0 1 0 0,0 1-1 0 0,0-1 1 0 0,1 1 0 0 0,0 0-1 0 0,0-1 1 0 0,0 1 0 0 0,1 0-1 0 0,-1 8 1 0 0,0 10 846 0 0,1-1 0 0 0,3 29 0 0 0,-1-7 306 0 0,-1-42-1320 0 0,0 0-1 0 0,1 0 1 0 0,-1-1 0 0 0,0 1-1 0 0,1 0 1 0 0,0 0 0 0 0,0 0-1 0 0,0-1 1 0 0,0 1 0 0 0,0 0-1 0 0,1-1 1 0 0,-1 1 0 0 0,1-1-1 0 0,-1 1 1 0 0,1-1 0 0 0,0 0-1 0 0,0 0 1 0 0,0 0 0 0 0,4 3-1 0 0,2 0 79 0 0,-1 0 0 0 0,1 0 0 0 0,0-1 0 0 0,14 5 0 0 0,-9-4 24 0 0,-5-2-12 0 0,8 5 127 0 0,0-2 0 0 0,0 0 0 0 0,1-1 0 0 0,-1 0 0 0 0,30 3 0 0 0,-24-7-219 0 0,1 0 0 0 0,0-2 0 0 0,-1-1 0 0 0,45-9 0 0 0,-64 11-66 0 0,0-1-1 0 0,0 0 1 0 0,-1 0-1 0 0,1 0 1 0 0,-1 0-1 0 0,1 0 1 0 0,-1-1-1 0 0,1 1 0 0 0,-1-1 1 0 0,0 1-1 0 0,1-1 1 0 0,-1 0-1 0 0,0 0 1 0 0,2-3-1 0 0,1-1 25 0 0,-1-1 0 0 0,0 0 0 0 0,-1-1 0 0 0,1 1 0 0 0,3-12 0 0 0,-2 2-11 0 0,-1-1 1 0 0,0 0 0 0 0,-2 0 0 0 0,0-1-1 0 0,0 1 1 0 0,-2 0 0 0 0,0-1 0 0 0,-2 1-1 0 0,-4-29 1 0 0,3 33-192 0 0,0 0-1 0 0,0 0 1 0 0,-2 1 0 0 0,1-1-1 0 0,-2 1 1 0 0,0 1 0 0 0,0-1-1 0 0,-1 1 1 0 0,-1 0 0 0 0,0 0-1 0 0,0 1 1 0 0,-1 0 0 0 0,-1 1-1 0 0,-13-13 1 0 0,11 14-177 0 0,0 1-1 0 0,-1 0 1 0 0,0 1 0 0 0,0 0-1 0 0,0 1 1 0 0,-1 1 0 0 0,0 0-1 0 0,-21-4 1 0 0,26 7 45 0 0,1 0-1 0 0,-1 1 0 0 0,0 1 1 0 0,0-1-1 0 0,1 2 1 0 0,-1-1-1 0 0,0 1 0 0 0,1 0 1 0 0,-1 1-1 0 0,0 0 1 0 0,1 0-1 0 0,0 1 1 0 0,0 0-1 0 0,0 0 0 0 0,-13 8 1 0 0,19-10 109 0 0,0 0 0 0 0,0 0 1 0 0,0 0-1 0 0,0 1 0 0 0,0-1 1 0 0,0 1-1 0 0,1-1 0 0 0,-1 1 1 0 0,0 0-1 0 0,1 0 0 0 0,-1-1 1 0 0,1 1-1 0 0,0 0 0 0 0,-1 0 0 0 0,1 0 1 0 0,0 1-1 0 0,0-1 0 0 0,1 0 1 0 0,-1 0-1 0 0,0 1 0 0 0,1-1 1 0 0,-1 0-1 0 0,1 1 0 0 0,0-1 1 0 0,0 0-1 0 0,0 1 0 0 0,0-1 1 0 0,0 0-1 0 0,0 1 0 0 0,1-1 1 0 0,-1 0-1 0 0,1 1 0 0 0,-1-1 0 0 0,1 0 1 0 0,1 3-1 0 0,25 29-3492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24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69 117 320 0 0,'0'-1'123'0'0,"0"0"0"0"0,0 0-1 0 0,0 0 1 0 0,0 0 0 0 0,0 0-1 0 0,0 0 1 0 0,-1 0 0 0 0,1 0-1 0 0,0 0 1 0 0,0 0 0 0 0,-1 0-1 0 0,1 0 1 0 0,-1 0 0 0 0,1 0 0 0 0,-1 1-1 0 0,1-1 1 0 0,-1 0 0 0 0,1 0-1 0 0,-1 1 1 0 0,0-1 0 0 0,1 0-1 0 0,-1 0 1 0 0,0 1 0 0 0,0-1-1 0 0,1 1 1 0 0,-1-1 0 0 0,0 1 0 0 0,0-1-1 0 0,0 1 1 0 0,0 0 0 0 0,0-1-1 0 0,0 1 1 0 0,0 0 0 0 0,0 0-1 0 0,0-1 1 0 0,0 1 0 0 0,0 0-1 0 0,-1 0 1 0 0,-1 0 188 0 0,-17-5 3849 0 0,7 2-3505 0 0,12 4-525 0 0,1-1-1 0 0,-1 0 0 0 0,1 1 1 0 0,0-1-1 0 0,-1 1 1 0 0,1-1-1 0 0,-1 1 0 0 0,1-1 1 0 0,0 1-1 0 0,-1-1 0 0 0,1 1 1 0 0,0-1-1 0 0,-1 1 0 0 0,1 0 1 0 0,0-1-1 0 0,0 1 0 0 0,0-1 1 0 0,-1 1-1 0 0,1 0 1 0 0,0-1-1 0 0,0 1 0 0 0,0-1 1 0 0,0 1-1 0 0,0 0 0 0 0,0-1 1 0 0,0 1-1 0 0,0-1 0 0 0,1 1 1 0 0,-1 0-1 0 0,0 0 0 0 0,1 0 250 0 0,-3 19 1090 0 0,2-16-1340 0 0,-1 0-1 0 0,1-1 1 0 0,-1 1-1 0 0,1-1 1 0 0,0 1 0 0 0,0 0-1 0 0,1-1 1 0 0,-1 1-1 0 0,1 0 1 0 0,0-1-1 0 0,0 1 1 0 0,0-1 0 0 0,0 1-1 0 0,1-1 1 0 0,-1 0-1 0 0,4 6 1 0 0,44 35 631 0 0,-38-34-646 0 0,1 0 0 0 0,0-1 0 0 0,0 0 0 0 0,0-1 0 0 0,1-1 0 0 0,0 0 0 0 0,1 0 0 0 0,23 7 0 0 0,23 10 61 0 0,-26-11-89 0 0,44 10 0 0 0,-38-11-5 0 0,-20-5-10 0 0,0-2-1 0 0,32 6 1 0 0,-44-10-80 0 0,-1-1 1 0 0,0 0-1 0 0,1-1 0 0 0,-1 1 1 0 0,1-1-1 0 0,-1-1 0 0 0,0 1 0 0 0,10-5 1 0 0,-13 5-64 0 0,0-1 0 0 0,-1 0 1 0 0,1 0-1 0 0,-1 0 0 0 0,1 0 1 0 0,-1-1-1 0 0,0 1 0 0 0,0-1 0 0 0,0 1 1 0 0,0-1-1 0 0,-1 0 0 0 0,1-1 1 0 0,-1 1-1 0 0,0 0 0 0 0,0-1 1 0 0,0 1-1 0 0,0-1 0 0 0,0 1 1 0 0,-1-1-1 0 0,0 0 0 0 0,1 0 0 0 0,-2 0 1 0 0,2-7-1 0 0,-3 0-489 0 0,-1 0 0 0 0,-1 0 1 0 0,-6-20-1 0 0,2 11-157 0 0,2 2-65 0 0,0 2 0 0 0,-2-1 0 0 0,0 1 0 0 0,-13-22 0 0 0,15 30 462 0 0,-1 0 0 0 0,0 1 0 0 0,-1 0 1 0 0,0 0-1 0 0,0 0 0 0 0,0 0 0 0 0,-1 1 1 0 0,0 1-1 0 0,0-1 0 0 0,-9-3 0 0 0,1 0-245 0 0,1 2 0 0 0,-1 0 0 0 0,-1 0-1 0 0,1 2 1 0 0,-1 0 0 0 0,0 1 0 0 0,0 1 0 0 0,-20-2 0 0 0,-50 3-1555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25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778 0 880 0 0,'1'1'45'0'0,"-1"-1"0"0"0,1 1 0 0 0,-1 0 0 0 0,1-1 0 0 0,-1 1 0 0 0,1-1 0 0 0,0 1 0 0 0,-1-1 0 0 0,1 1-1 0 0,0-1 1 0 0,-1 1 0 0 0,1-1 0 0 0,0 1 0 0 0,-1-1 0 0 0,1 0 0 0 0,0 0 0 0 0,0 1 0 0 0,-1-1 0 0 0,1 0-1 0 0,0 0 1 0 0,0 0 0 0 0,0 0 0 0 0,-1 0 0 0 0,1 0 0 0 0,0 0 0 0 0,1 0 0 0 0,33 0 547 0 0,-24-1-209 0 0,198 14 3704 0 0,-196-12-3785 0 0,-3 0 96 0 0,0 0 1 0 0,-1 1 0 0 0,1 0 0 0 0,0 1-1 0 0,-1-1 1 0 0,0 2 0 0 0,1 0-1 0 0,11 6 1 0 0,-20-10-326 0 0,0 1 0 0 0,1 0 1 0 0,-1-1-1 0 0,0 1 0 0 0,0 0 0 0 0,0 0 0 0 0,0-1 1 0 0,1 1-1 0 0,-1 0 0 0 0,0 0 0 0 0,-1 0 0 0 0,1 0 1 0 0,0 1-1 0 0,0-1 0 0 0,0 0 0 0 0,-1 0 0 0 0,1 0 0 0 0,0 1 1 0 0,-1-1-1 0 0,1 3 0 0 0,-1-2 92 0 0,0 0 1 0 0,0 1-1 0 0,-1-1 0 0 0,1 0 1 0 0,-1 1-1 0 0,1-1 0 0 0,-1 0 1 0 0,0 0-1 0 0,-2 4 1 0 0,-5 15 872 0 0,4-2-133 0 0,3-14-684 0 0,0 0 0 0 0,0 0 1 0 0,0 0-1 0 0,-1-1 0 0 0,0 1 1 0 0,-2 4-1 0 0,0-3 3 0 0,-1 0 0 0 0,0 0 0 0 0,0-1 0 0 0,-8 7 0 0 0,-3 4 150 0 0,-11 13 114 0 0,17-17-332 0 0,-2-1 0 0 0,1 1 0 0 0,-1-2 0 0 0,-19 14-1 0 0,-17 9 270 0 0,-2-2-1 0 0,-1-2 0 0 0,0-2 0 0 0,-76 27 0 0 0,48-29 697 0 0,-98 18-1 0 0,153-41-1031 0 0,1-1 0 0 0,-1 0 0 0 0,0-2 0 0 0,0-1 0 0 0,0-1 0 0 0,1-1 0 0 0,-1-1 0 0 0,1-1 0 0 0,0-1 0 0 0,1-1 0 0 0,-29-14 0 0 0,45 19-123 0 0,0-1 1 0 0,1-1 0 0 0,0 1 0 0 0,-1-1 0 0 0,1 0-1 0 0,1 0 1 0 0,-1 0 0 0 0,1-1 0 0 0,0 1 0 0 0,0-1-1 0 0,0 0 1 0 0,-3-11 0 0 0,-4-2-69 0 0,6 10 71 0 0,0 0 0 0 0,1-1 1 0 0,0 0-1 0 0,0 0 0 0 0,1 0 0 0 0,0-1 0 0 0,1 1 1 0 0,1-1-1 0 0,-1 1 0 0 0,1-1 0 0 0,1 0 1 0 0,1-15-1 0 0,-1 24 26 0 0,0-1 1 0 0,1 1 0 0 0,-1-1-1 0 0,0 1 1 0 0,1-1 0 0 0,0 1-1 0 0,-1-1 1 0 0,1 1 0 0 0,0 0-1 0 0,0-1 1 0 0,0 1 0 0 0,1 0-1 0 0,-1 0 1 0 0,0 0 0 0 0,1 0-1 0 0,0 0 1 0 0,-1 0 0 0 0,1 0-1 0 0,0 1 1 0 0,0-1 0 0 0,0 1-1 0 0,0-1 1 0 0,0 1 0 0 0,0 0-1 0 0,0-1 1 0 0,1 1 0 0 0,-1 0-1 0 0,0 1 1 0 0,1-1 0 0 0,-1 0-1 0 0,1 1 1 0 0,-1-1 0 0 0,0 1-1 0 0,1 0 1 0 0,-1 0 0 0 0,1 0-1 0 0,-1 0 1 0 0,1 0 0 0 0,4 1-1 0 0,21 4 6 0 0,37 12 0 0 0,-52-12 43 0 0,-1 1 0 0 0,0 1 0 0 0,12 7-1 0 0,-10-5-6 0 0,45 28 181 0 0,-1 2 0 0 0,97 87-1 0 0,-139-111-227 0 0,1 0-1 0 0,0-2 0 0 0,1 0 0 0 0,29 16 0 0 0,77 26-164 0 0,-97-43 84 0 0,14-1-2569 0 0,-28-10 667 0 0,0 0 0 0 0,-1-1-1 0 0,1 0 1 0 0,0-1 0 0 0,13-3-1 0 0,39-8-8264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26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27 240 0 0,'-86'0'8004'0'0,"75"5"-3642"0"0,4-4-3695 0 0,6-1-563 0 0,0-1 0 0 0,1 1 0 0 0,-1 0 0 0 0,0 0 0 0 0,1 0 0 0 0,-1 0-1 0 0,0 0 1 0 0,1 0 0 0 0,-1 0 0 0 0,0 0 0 0 0,1 0 0 0 0,-1 0-1 0 0,0 0 1 0 0,1 1 0 0 0,-1-1 0 0 0,1 0 0 0 0,-1 0 0 0 0,0 1-1 0 0,1-1 1 0 0,-1 0 0 0 0,1 1 0 0 0,-1-1 0 0 0,1 0 0 0 0,-1 1-1 0 0,1-1 1 0 0,-1 1 0 0 0,1-1 0 0 0,0 1 0 0 0,-1-1 0 0 0,1 1 0 0 0,-1 0-1 0 0,1-1 1 0 0,0 1 0 0 0,0-1 0 0 0,-1 1 0 0 0,1 0 0 0 0,0-1-1 0 0,0 1 1 0 0,0-1 0 0 0,0 1 0 0 0,0 1 0 0 0,0-1 1030 0 0,5 5 573 0 0,4-4-1530 0 0,-1 0-1 0 0,1 0 1 0 0,0-1 0 0 0,0-1 0 0 0,-1 0-1 0 0,12 0 1 0 0,6-1 67 0 0,652-9 2130 0 0,-243-1-5375 0 0,-408 10 233 0 0,0 0 0 0 0,0-2 0 0 0,50-11 0 0 0,-76 13 2498 0 0,0 1 0 0 0,-1 0-1 0 0,1 0 1 0 0,0 0 0 0 0,0 0 0 0 0,-1-1-1 0 0,1 1 1 0 0,0 0 0 0 0,-1-1 0 0 0,1 1 0 0 0,0 0-1 0 0,-1-1 1 0 0,1 1 0 0 0,0-1 0 0 0,-1 1 0 0 0,1-1-1 0 0,-1 1 1 0 0,1-1 0 0 0,-1 0 0 0 0,1 1-1 0 0,-1-1 1 0 0,0 0 0 0 0,1 1 0 0 0,-1-1 0 0 0,0 0-1 0 0,1 1 1 0 0,-1-1 0 0 0,0 0 0 0 0,0 0-1 0 0,0 1 1 0 0,0-1 0 0 0,1 0 0 0 0,-1 0 0 0 0,-1-1-1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26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2481 0 0,'-33'48'3122'0'0,"33"27"-81"0"0,-32-4-1280 0 0,32-11-561 0 0,0 9 321 0 0,32 1 560 0 0,-64 5-320 0 0,32 0-881 0 0,32-13-400 0 0,-32 7-480 0 0,0 0-880 0 0,0-20-1281 0 0,0-9-1201 0 0,0-19-1600 0 0,-32-21-1201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34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99 167 1361 0 0,'0'0'184'0'0,"-1"1"0"0"0,1-1 0 0 0,0 0 0 0 0,0 1 0 0 0,-1-1 0 0 0,1 0 0 0 0,0 1 0 0 0,0-1 0 0 0,-1 1 0 0 0,1-1 0 0 0,-1 0 1 0 0,1 0-1 0 0,0 1 0 0 0,-1-1 0 0 0,1 0 0 0 0,-1 0 0 0 0,1 1 0 0 0,0-1 0 0 0,-1 0 0 0 0,1 0 0 0 0,-1 0 0 0 0,1 0 0 0 0,-1 0 0 0 0,1 0 1 0 0,-1 0-1 0 0,1 0 0 0 0,-1 0 0 0 0,1 0 0 0 0,-1 0 0 0 0,-14 0 911 0 0,15 0-723 0 0,-37 4 5807 0 0,3-3 2919 0 0,34-1-9059 0 0,0 0 0 0 0,0 0 0 0 0,0-1 0 0 0,0 1 0 0 0,0 0 0 0 0,0 0 0 0 0,-1 0 0 0 0,1 0 0 0 0,0-1 0 0 0,0 1 0 0 0,0 0 0 0 0,0 0 0 0 0,0 0 0 0 0,0-1 0 0 0,0 1 0 0 0,1 0 0 0 0,-1 0 0 0 0,0 0 0 0 0,0-1 0 0 0,0 1 0 0 0,0 0 0 0 0,0 0 0 0 0,0 0 0 0 0,0 0 0 0 0,0-1 0 0 0,0 1 0 0 0,0 0 0 0 0,1 0 0 0 0,-1 0 0 0 0,0 0 0 0 0,0 0 0 0 0,0-1 0 0 0,0 1 0 0 0,0 0 0 0 0,1 0 0 0 0,-1 0 0 0 0,0 0 0 0 0,0 0 0 0 0,0 0 0 0 0,0 0 0 0 0,1 0 0 0 0,-1 0 0 0 0,0 0 0 0 0,0 0 0 0 0,0 0 0 0 0,1 0 0 0 0,-1 0 0 0 0,0 0 0 0 0,0 0 0 0 0,0 0 0 0 0,1 0 0 0 0,-1 0 0 0 0,0 0 0 0 0,0 0 0 0 0,18-3 329 0 0,0-2 0 0 0,-1 1 0 0 0,0-2 0 0 0,33-15 1 0 0,-39 15-268 0 0,1 0 0 0 0,-1 1 1 0 0,1 1-1 0 0,0 0 0 0 0,0 1 1 0 0,22-4-1 0 0,25-7 3 0 0,-44 7-47 0 0,-10 6-45 0 0,45-5-27 0 0,-2 0-61 0 0,127-23 18 0 0,-136 18 44 0 0,20-5 15 0 0,1 8-14 0 0,-55 8-54 0 0,-10 10-320 0 0,2-7 393 0 0,1 0 0 0 0,-1 1 0 0 0,1-1 0 0 0,0 0 0 0 0,0 1 0 0 0,0 0 0 0 0,1-1 0 0 0,-1 1 0 0 0,1 0 0 0 0,0 0 0 0 0,0-1 0 0 0,0 1 0 0 0,0 0 0 0 0,1 0 0 0 0,0 0 0 0 0,0 6-1 0 0,1 4 29 0 0,1 0 0 0 0,1-1 0 0 0,5 20 0 0 0,2 5 63 0 0,-8-23 174 0 0,0 0-1 0 0,-1 27 1 0 0,-1-30-70 0 0,0 1-1 0 0,1 0 0 0 0,4 18 1 0 0,4 5-18 0 0,-4-22-137 0 0,-1 2 0 0 0,-1-1 0 0 0,0 0 0 0 0,0 26 0 0 0,-3-2 13 0 0,0 2-516 0 0,0-15-2947 0 0,-5-47-5200 0 0,-23-22-5935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35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36 1761 0 0,'0'-2'215'0'0,"-1"1"-1"0"0,1-1 1 0 0,0 1 0 0 0,0-1 0 0 0,-1 1-1 0 0,1-1 1 0 0,-1 1 0 0 0,1-1 0 0 0,-1 1-1 0 0,0-1 1 0 0,0 1 0 0 0,0-1 0 0 0,1 1 0 0 0,-1 0-1 0 0,0 0 1 0 0,-1-1 0 0 0,1 1 0 0 0,0 0-1 0 0,0 0 1 0 0,0 0 0 0 0,-1 0 0 0 0,1 0-1 0 0,0 1 1 0 0,-1-1 0 0 0,1 0 0 0 0,-1 1-1 0 0,1-1 1 0 0,-1 1 0 0 0,1-1 0 0 0,-1 1 0 0 0,1 0-1 0 0,-1-1 1 0 0,0 1 0 0 0,1 0 0 0 0,-1 0-1 0 0,1 0 1 0 0,-1 0 0 0 0,0 1 0 0 0,1-1-1 0 0,-1 0 1 0 0,1 1 0 0 0,-1-1 0 0 0,1 1-1 0 0,-1-1 1 0 0,1 1 0 0 0,-1 0 0 0 0,1-1 0 0 0,0 1-1 0 0,-2 1 1 0 0,-10 7 2265 0 0,-7 1-318 0 0,20-10-2053 0 0,0 0-1 0 0,-1 0 1 0 0,1 0-1 0 0,0 0 1 0 0,0 0-1 0 0,0 0 1 0 0,-1 0-1 0 0,1 0 1 0 0,0 0-1 0 0,0 0 1 0 0,-1 0-1 0 0,1 0 1 0 0,0 0-1 0 0,0 0 1 0 0,0 0-1 0 0,-1 0 1 0 0,1 1-1 0 0,0-1 1 0 0,0 0-1 0 0,0 0 1 0 0,-1 0-1 0 0,1 0 1 0 0,0 0-1 0 0,0 1 1 0 0,0-1-1 0 0,0 0 1 0 0,0 0-1 0 0,-1 0 1 0 0,1 1-1 0 0,0-1 1 0 0,0 0 0 0 0,0 0-1 0 0,0 0 1 0 0,0 1-1 0 0,0-1 1 0 0,0 0-1 0 0,0 0 1 0 0,0 1-1 0 0,0-1 1 0 0,0 0-1 0 0,0 0 1 0 0,0 0-1 0 0,0 1 1 0 0,0-1-1 0 0,0 0 1 0 0,0 0-1 0 0,0 1 1 0 0,0-1-1 0 0,0 0 1 0 0,0 0-1 0 0,1 1 1 0 0,0-2-61 0 0,-1 0 1 0 0,1 0 0 0 0,0 1-1 0 0,0-1 1 0 0,0 0-1 0 0,0 1 1 0 0,0-1 0 0 0,1 1-1 0 0,-1-1 1 0 0,0 1-1 0 0,0 0 1 0 0,0-1-1 0 0,0 1 1 0 0,0 0 0 0 0,1 0-1 0 0,-1 0 1 0 0,2 0-1 0 0,33-4 243 0 0,-28 4-162 0 0,74-8 211 0 0,117 4 1 0 0,-168 6-356 0 0,0 1-1 0 0,1 2 1 0 0,-1 0-1 0 0,-1 3 1 0 0,0 0 0 0 0,58 25-1 0 0,-63-19 16 0 0,-1 0 0 0 0,-1 2 0 0 0,0 1 0 0 0,-1 0 0 0 0,-1 2 0 0 0,31 35 0 0 0,-48-52 15 0 0,-1 1-1 0 0,0 0 1 0 0,-1 1-1 0 0,1-1 0 0 0,0 0 1 0 0,-1 1-1 0 0,0 0 1 0 0,0-1-1 0 0,3 8 0 0 0,-5-11-7 0 0,0 1 0 0 0,0 0-1 0 0,0 0 1 0 0,0 0-1 0 0,0-1 1 0 0,0 1-1 0 0,0 0 1 0 0,0 0 0 0 0,-1 0-1 0 0,1-1 1 0 0,0 1-1 0 0,0 0 1 0 0,-1 0-1 0 0,1-1 1 0 0,0 1 0 0 0,-1 0-1 0 0,1-1 1 0 0,-1 1-1 0 0,0 1 1 0 0,-23 12 144 0 0,17-10-34 0 0,-1-1-1 0 0,-1 0 0 0 0,1 0 1 0 0,0-1-1 0 0,-1 0 1 0 0,1-1-1 0 0,-1 1 0 0 0,1-2 1 0 0,-1 1-1 0 0,-15-2 1 0 0,-16 0 100 0 0,-65-4 1166 0 0,94 4-1176 0 0,0-1 1 0 0,0 0 0 0 0,0 0 0 0 0,0-1 0 0 0,1 0 0 0 0,-20-9-1 0 0,30 11-206 0 0,-1 1 0 0 0,1 0 0 0 0,-1 0 0 0 0,1-1-1 0 0,0 1 1 0 0,-1 0 0 0 0,1-1 0 0 0,0 1 0 0 0,-1-1-1 0 0,1 1 1 0 0,0 0 0 0 0,-1-1 0 0 0,1 1 0 0 0,0-1-1 0 0,0 1 1 0 0,-1-1 0 0 0,1 1 0 0 0,0 0 0 0 0,0-1-1 0 0,0 1 1 0 0,0-1 0 0 0,0 1 0 0 0,0-1 0 0 0,0 1-1 0 0,0-1 1 0 0,0 1 0 0 0,0-1 0 0 0,0 1 0 0 0,0-1-1 0 0,0 1 1 0 0,0-1 0 0 0,0 1 0 0 0,0-1 0 0 0,1 1-1 0 0,-1-1 1 0 0,0 1 0 0 0,0-1 0 0 0,0 1 0 0 0,1-1-1 0 0,-1 1 1 0 0,0 0 0 0 0,1-1 0 0 0,-1 1 0 0 0,0 0-1 0 0,1-1 1 0 0,-1 1 0 0 0,1 0 0 0 0,-1-1 0 0 0,1 1-1 0 0,65-1 14 0 0,97 9-54 0 0,-69 3-160 0 0,-1 3 0 0 0,0 4 0 0 0,-1 5-1 0 0,101 38 1 0 0,-175-55 278 0 0,-1 1 1 0 0,1 0-1 0 0,-1 2 0 0 0,0 0 0 0 0,-1 1 0 0 0,27 20 0 0 0,1 3 162 0 0,-43-32-232 0 0,0-1 0 0 0,-1 1-1 0 0,1-1 1 0 0,0 1 0 0 0,-1 0-1 0 0,1-1 1 0 0,-1 1 0 0 0,1 0-1 0 0,-1 0 1 0 0,1 0 0 0 0,-1-1-1 0 0,0 1 1 0 0,1 0 0 0 0,-1 0-1 0 0,0 0 1 0 0,0 0 0 0 0,1 0-1 0 0,-1 0 1 0 0,0-1 0 0 0,0 1-1 0 0,0 0 1 0 0,0 0 0 0 0,0 0-1 0 0,0 0 1 0 0,-1 0 0 0 0,1 0-1 0 0,0 0 1 0 0,0 0 0 0 0,-1-1-1 0 0,1 1 1 0 0,0 0 0 0 0,-1 0-1 0 0,0 1 1 0 0,0 0 30 0 0,-1-1 1 0 0,0 1 0 0 0,0 0-1 0 0,0-1 1 0 0,0 0-1 0 0,0 1 1 0 0,-1-1-1 0 0,1 0 1 0 0,0 0-1 0 0,0 0 1 0 0,-1 0 0 0 0,1 0-1 0 0,-4 0 1 0 0,-29 5 565 0 0,0-1 1 0 0,-63-1 0 0 0,-369-18-112 0 0,52-32-2741 0 0,150-4-5308 0 0,134 17-768 0 0,28 5-1067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36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751 13 1040 0 0,'0'0'96'0'0,"0"-1"-1"0"0,-1 1 0 0 0,1-1 1 0 0,0 1-1 0 0,-1 0 0 0 0,1-1 0 0 0,0 1 1 0 0,-1-1-1 0 0,1 1 0 0 0,-1 0 0 0 0,1-1 1 0 0,-1 1-1 0 0,1 0 0 0 0,-1-1 1 0 0,1 1-1 0 0,-1 0 0 0 0,1 0 0 0 0,-1 0 1 0 0,0-1-1 0 0,1 1 0 0 0,-1 0 0 0 0,1 0 1 0 0,-1 0-1 0 0,0 0 0 0 0,1 0 0 0 0,-1 0 1 0 0,1 0-1 0 0,-1 0 0 0 0,1 0 1 0 0,-1 1-1 0 0,0-1 0 0 0,0 0 0 0 0,1 0 2 0 0,-1 0-1 0 0,1 1 1 0 0,-1-1-1 0 0,1 0 1 0 0,-1 0-1 0 0,1 0 1 0 0,-1 0 0 0 0,0 0-1 0 0,1 0 1 0 0,-1 0-1 0 0,1 0 1 0 0,-1 0-1 0 0,1 0 1 0 0,-1 0-1 0 0,1-1 1 0 0,-1 1-1 0 0,1 0 1 0 0,-1 0-1 0 0,1 0 1 0 0,-1-1-1 0 0,1 1 1 0 0,-1 0-1 0 0,1-1 1 0 0,-1 1-1 0 0,1 0 1 0 0,0-1 0 0 0,-1 1-1 0 0,1 0 1 0 0,0-1-1 0 0,-1 0 1 0 0,-5 0 1757 0 0,-12 2-917 0 0,-1 0 1 0 0,1 1-1 0 0,0 2 1 0 0,0-1-1 0 0,-21 9 0 0 0,-86 39 135 0 0,105-42-957 0 0,9-5-44 0 0,0 1 0 0 0,0 0 0 0 0,0 1 1 0 0,1 0-1 0 0,0 0 0 0 0,0 1 0 0 0,1 1 1 0 0,0 0-1 0 0,-10 11 0 0 0,10-10-3 0 0,0 0 1 0 0,-1-1-1 0 0,1 1 0 0 0,-19 10 0 0 0,19-13-35 0 0,0 0-1 0 0,0 1 0 0 0,1 0 0 0 0,-1 0 0 0 0,-13 17 0 0 0,-3 8-64 0 0,-80 108 237 0 0,100-131-201 0 0,0-1 1 0 0,1 1-1 0 0,0-1 0 0 0,0 1 0 0 0,-2 13 0 0 0,-4 8-29 0 0,-1-7-35 0 0,8-19 43 0 0,1 0-1 0 0,0 0 0 0 0,0 0 1 0 0,1 0-1 0 0,-1 0 1 0 0,1 1-1 0 0,0-1 1 0 0,0 0-1 0 0,0 1 0 0 0,0 8 1 0 0,1 305 390 0 0,1-313-330 0 0,-1 0-1 0 0,1 0 1 0 0,0 0-1 0 0,0 0 0 0 0,0-1 1 0 0,1 1-1 0 0,0 0 1 0 0,0-1-1 0 0,0 1 1 0 0,4 5-1 0 0,35 45 39 0 0,-3-4-42 0 0,93 163 348 0 0,-122-202-362 0 0,0 0-1 0 0,1 0 1 0 0,1-1-1 0 0,15 13 1 0 0,1 2 79 0 0,17 26 109 0 0,-13-24-63 0 0,1-1-1 0 0,62 39 0 0 0,-61-43-23 0 0,11 7 175 0 0,1-2 0 0 0,1-2 0 0 0,1-2 0 0 0,1-2 0 0 0,1-2 0 0 0,69 18 0 0 0,302 35 1017 0 0,-265-51-981 0 0,814 80 556 0 0,-643-96-854 0 0,-279-8 1 0 0,-1-2 0 0 0,0-3 1 0 0,0-1-1 0 0,-1-2 0 0 0,44-17 0 0 0,-67 18-84 0 0,-1-1-1 0 0,-1-1 0 0 0,0-1 0 0 0,-1-1 0 0 0,0-1 0 0 0,-1 0 0 0 0,-1-2 1 0 0,0 0-1 0 0,-1-1 0 0 0,19-24 0 0 0,-32 37 45 0 0,0 0 0 0 0,-1 0 1 0 0,1-1-1 0 0,-1 1 0 0 0,0-1 0 0 0,0 0 0 0 0,0 1 0 0 0,-1-1 1 0 0,1 0-1 0 0,-1 0 0 0 0,0 0 0 0 0,-1 0 0 0 0,1 0 1 0 0,-1 0-1 0 0,0 0 0 0 0,0 0 0 0 0,-1 0 0 0 0,1 0 1 0 0,-4-9-1 0 0,-1-2 33 0 0,-1 0-1 0 0,-1 1 1 0 0,-1 0 0 0 0,0 0-1 0 0,-11-13 1 0 0,-7-7-6 0 0,-1 1 0 0 0,-2 2 0 0 0,-34-31 0 0 0,-36-40-228 0 0,73 71 185 0 0,-29-33 165 0 0,-28-5 357 0 0,51 46-238 0 0,-1-5 265 0 0,-2 2 1 0 0,-1 2-1 0 0,-1 1 1 0 0,-61-29 0 0 0,-440-182 2320 0 0,343 156-2607 0 0,64 27-520 0 0,91 36-73 0 0,-66-26-996 0 0,18 19-3280 0 0,7 9-3102 0 0,38 12-3361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00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1707 44 960 0 0,'0'0'76'0'0,"-1"-1"-1"0"0,1 1 1 0 0,0-1-1 0 0,0 1 1 0 0,-1 0-1 0 0,1-1 1 0 0,0 1 0 0 0,-1-1-1 0 0,1 1 1 0 0,0 0-1 0 0,-1 0 1 0 0,1-1-1 0 0,0 1 1 0 0,-1 0-1 0 0,1 0 1 0 0,-1-1-1 0 0,1 1 1 0 0,0 0-1 0 0,-1 0 1 0 0,1 0-1 0 0,-1 0 1 0 0,1-1-1 0 0,-1 1 1 0 0,1 0-1 0 0,-1 0 1 0 0,1 0-1 0 0,-1 0 1 0 0,1 0-1 0 0,-1 1 1 0 0,-14-1 549 0 0,15 0-447 0 0,-142-6 5011 0 0,126 5-4782 0 0,-1-1 0 0 0,-20-5 0 0 0,17 3 195 0 0,-1 1 0 0 0,-31-1 1 0 0,10 0 562 0 0,-31-2-302 0 0,66 6-776 0 0,0 0 0 0 0,1 0-1 0 0,-1 1 1 0 0,1 0-1 0 0,-1 0 1 0 0,1 0-1 0 0,-13 5 1 0 0,-50 23 473 0 0,55-22-538 0 0,0 0 1 0 0,-16 13-1 0 0,-10 5 178 0 0,9-1 212 0 0,28-21-340 0 0,0 0 0 0 0,0 0 0 0 0,-1 0-1 0 0,1 0 1 0 0,-1-1 0 0 0,1 1 0 0 0,-9 2 0 0 0,-18 15 284 0 0,26-17-312 0 0,0 0 1 0 0,0-1-1 0 0,0 1 1 0 0,0-1-1 0 0,0 1 0 0 0,-7 1 1 0 0,3-2 13 0 0,7-2-45 0 0,0 0 0 0 0,-1 0-1 0 0,1 0 1 0 0,0 0-1 0 0,0 0 1 0 0,0 1 0 0 0,0-1-1 0 0,0 0 1 0 0,0 0 0 0 0,0 1-1 0 0,0-1 1 0 0,0 1 0 0 0,0-1-1 0 0,0 1 1 0 0,0-1-1 0 0,1 1 1 0 0,-1 0 0 0 0,0-1-1 0 0,0 1 1 0 0,0 0 0 0 0,1 0-1 0 0,-1 0 1 0 0,0-1 0 0 0,1 1-1 0 0,-2 2 1 0 0,2-2 4 0 0,-1 0-1 0 0,0 0 1 0 0,0 0 0 0 0,0 0 0 0 0,0 0 0 0 0,0-1-1 0 0,0 1 1 0 0,0 0 0 0 0,0 0 0 0 0,0-1-1 0 0,0 1 1 0 0,0-1 0 0 0,0 1 0 0 0,-1-1 0 0 0,1 1-1 0 0,0-1 1 0 0,0 0 0 0 0,-1 1 0 0 0,-1-1 0 0 0,-1 1 47 0 0,-12 11 56 0 0,-6 2-67 0 0,-1-5-40 0 0,13-6-2 0 0,1 0 0 0 0,-1 1 1 0 0,1 1-1 0 0,0-1 0 0 0,-13 11 0 0 0,10-2 14 0 0,10-11-1 0 0,0 1 0 0 0,0-1 0 0 0,-1 0 0 0 0,1 0 0 0 0,-1 0 0 0 0,1 0 0 0 0,-1 0 0 0 0,-4 3 0 0 0,-130 67 376 0 0,112-62-362 0 0,20-9-19 0 0,-1 1-1 0 0,0 0 1 0 0,1 0 0 0 0,-1 1 0 0 0,1 0 0 0 0,0 0 0 0 0,-1 0 0 0 0,2 0 0 0 0,-10 8 0 0 0,3 3 55 0 0,8-8-66 0 0,-1-1 0 0 0,0 0 0 0 0,-1 0-1 0 0,1 0 1 0 0,-1-1 0 0 0,0 1 0 0 0,0-1-1 0 0,0-1 1 0 0,-1 1 0 0 0,-7 4 0 0 0,-10 3-31 0 0,12-7 11 0 0,0 2 0 0 0,0-1 0 0 0,1 2 0 0 0,-1-1-1 0 0,1 1 1 0 0,1 1 0 0 0,-14 13 0 0 0,18-16 17 0 0,0 0 1 0 0,0 0 0 0 0,-1 0 0 0 0,0-1 0 0 0,0 0 0 0 0,0 0 0 0 0,0 0 0 0 0,0-1-1 0 0,-1 0 1 0 0,0 0 0 0 0,-8 2 0 0 0,-3 2 4 0 0,17-5-14 0 0,0-1 0 0 0,0 1 0 0 0,0 0 1 0 0,0 0-1 0 0,1 0 0 0 0,-1 0 0 0 0,1 0 1 0 0,-1 0-1 0 0,1 0 0 0 0,-1 0 0 0 0,1 0 1 0 0,0 0-1 0 0,0 0 0 0 0,0 0 0 0 0,0 0 1 0 0,1 0-1 0 0,-1 0 0 0 0,1 2 0 0 0,0 5-125 0 0,-1 5 115 0 0,1-11-2 0 0,-1 1 1 0 0,1-1 0 0 0,-1 0 0 0 0,0 1-1 0 0,0-1 1 0 0,-1 0 0 0 0,1 1-1 0 0,-1-1 1 0 0,1 0 0 0 0,-1 1 0 0 0,0-1-1 0 0,-3 6 1 0 0,-18 17-65 0 0,12 1 93 0 0,-25 11 212 0 0,-4 4 227 0 0,36-39-411 0 0,1 0-1 0 0,0 0 0 0 0,0 0 1 0 0,1 1-1 0 0,-1-1 0 0 0,1 0 0 0 0,0 1 1 0 0,-1-1-1 0 0,1 1 0 0 0,1 0 0 0 0,-1-1 1 0 0,0 7-1 0 0,1-9-42 0 0,0 1-1 0 0,0-1 1 0 0,0 0 0 0 0,0 1-1 0 0,0-1 1 0 0,-1 0 0 0 0,1 0-1 0 0,0 1 1 0 0,-1-1-1 0 0,1 0 1 0 0,-1 0 0 0 0,0 0-1 0 0,1 0 1 0 0,-1 1 0 0 0,0-1-1 0 0,1 0 1 0 0,-1 0 0 0 0,0 0-1 0 0,0 0 1 0 0,0-1 0 0 0,0 1-1 0 0,0 0 1 0 0,-2 1 0 0 0,-4 7-9 0 0,14 3 68 0 0,-6-11-45 0 0,1 1 1 0 0,-1 0-1 0 0,1 0 0 0 0,-1 0 0 0 0,0 0 0 0 0,0 0 1 0 0,0 0-1 0 0,0 0 0 0 0,0 0 0 0 0,0 1 0 0 0,-1-1 1 0 0,1 0-1 0 0,-1 1 0 0 0,1 3 0 0 0,-1-4-16 0 0,0-1 0 0 0,1 0-1 0 0,-1 1 1 0 0,0-1 0 0 0,1 0-1 0 0,-1 1 1 0 0,0-1 0 0 0,1 0 0 0 0,0 1-1 0 0,-1-1 1 0 0,1 0 0 0 0,0 0-1 0 0,0 0 1 0 0,0 0 0 0 0,0 0-1 0 0,-1 0 1 0 0,1 0 0 0 0,1 0 0 0 0,-1 0-1 0 0,0 0 1 0 0,2 1 0 0 0,7 7-22 0 0,1 16 26 0 0,-4-15 36 0 0,1 0-1 0 0,-1-1 1 0 0,2 0 0 0 0,-1 0-1 0 0,13 9 1 0 0,-5-5-33 0 0,0 1 0 0 0,-1 1-1 0 0,18 23 1 0 0,-15-17 66 0 0,9 14-43 0 0,-16-1-26 0 0,11-6-13 0 0,-11-2-27 0 0,10 1 121 0 0,12 17 158 0 0,-21-17-95 0 0,-11-23-140 0 0,1 1 0 0 0,-1-1 0 0 0,1 0 0 0 0,0 0 0 0 0,1 0 0 0 0,-1 0-1 0 0,1 0 1 0 0,0-1 0 0 0,0 1 0 0 0,6 5 0 0 0,49 37 46 0 0,112 68 0 0 0,-121-84 50 0 0,-28-16-29 0 0,0 0 8 0 0,1-1 0 0 0,0-1 0 0 0,28 11 0 0 0,-27-13-18 0 0,-20-8-71 0 0,0 0 0 0 0,1 0 0 0 0,-1-1 1 0 0,0 0-1 0 0,1 0 0 0 0,-1 0 1 0 0,1 0-1 0 0,6 1 0 0 0,-5-2-150 0 0,1-2 213 0 0,152-52 1602 0 0,-119 34-1460 0 0,-28 14-144 0 0,1 0 0 0 0,0 1 0 0 0,17-6 1 0 0,150-38 268 0 0,-165 43-265 0 0,0-1 0 0 0,0 0-1 0 0,-1-1 1 0 0,0 0 0 0 0,0-1 0 0 0,-1-1 0 0 0,0 0 0 0 0,19-20-1 0 0,-28 26-25 0 0,1 0-1 0 0,-1 0 0 0 0,0-1 0 0 0,0 1 1 0 0,-1-1-1 0 0,1 0 0 0 0,-1 1 0 0 0,0-1 1 0 0,1-6-1 0 0,7-13 76 0 0,1 3-16 0 0,-9 18-69 0 0,0 0 1 0 0,0 0-1 0 0,-1-1 1 0 0,1 1-1 0 0,-1-1 0 0 0,1 1 1 0 0,-1-1-1 0 0,0 1 0 0 0,-1-1 1 0 0,1 0-1 0 0,0-6 0 0 0,-1-163 622 0 0,0 171-637 0 0,0 0 1 0 0,0 0-1 0 0,1 0 1 0 0,-1 0-1 0 0,0 0 1 0 0,1 0 0 0 0,-1 1-1 0 0,1-1 1 0 0,0 0-1 0 0,0 0 1 0 0,0 0-1 0 0,0 1 1 0 0,0-1-1 0 0,0 0 1 0 0,0 1-1 0 0,3-4 1 0 0,9-14-16 0 0,-2-34-69 0 0,-7 36 49 0 0,3-7-14 0 0,-2 0-1 0 0,0-1 1 0 0,1-37-1 0 0,-6 55 71 0 0,1-1-1 0 0,-1 1 1 0 0,1 0-1 0 0,1-1 1 0 0,-1 1-1 0 0,1 0 1 0 0,0 0-1 0 0,1 0 1 0 0,5-12-1 0 0,-1 4 118 0 0,-6 13-136 0 0,0 0-1 0 0,0 0 1 0 0,-1 0 0 0 0,1 0-1 0 0,-1 0 1 0 0,1 0 0 0 0,-1 0 0 0 0,0 0-1 0 0,0 0 1 0 0,0 0 0 0 0,0-1-1 0 0,0 1 1 0 0,-1 0 0 0 0,1 0 0 0 0,-1 0-1 0 0,1 0 1 0 0,-1 0 0 0 0,0 0-1 0 0,0 0 1 0 0,0 0 0 0 0,0 1 0 0 0,0-1-1 0 0,0 0 1 0 0,0 0 0 0 0,0 1-1 0 0,-3-3 1 0 0,2 2-36 0 0,1 0 0 0 0,-1-1 0 0 0,0 1 0 0 0,1-1 0 0 0,-1 0 0 0 0,1 1 0 0 0,0-1 0 0 0,0 0-1 0 0,0 0 1 0 0,0 0 0 0 0,1 0 0 0 0,-1 0 0 0 0,0-4 0 0 0,1 5 40 0 0,0 0 1 0 0,-1 1-1 0 0,1-1 0 0 0,0 0 1 0 0,-1 0-1 0 0,0 0 0 0 0,1 1 1 0 0,-1-1-1 0 0,0 0 0 0 0,0 1 1 0 0,0-1-1 0 0,0 1 0 0 0,0-1 1 0 0,0 1-1 0 0,-1-1 0 0 0,1 1 1 0 0,0 0-1 0 0,-1 0 0 0 0,1-1 1 0 0,-1 1-1 0 0,-2-1 0 0 0,-39-17 206 0 0,22 10-139 0 0,9-8 65 0 0,8 9-70 0 0,-3 1 4 0 0,0 0-1 0 0,0 1 1 0 0,-1 0 0 0 0,0 1 0 0 0,0-1-1 0 0,-14-5 1 0 0,-4-5 127 0 0,3 3-40 0 0,-14-10 35 0 0,5-16-385 0 0,31 38 181 0 0,0 0 0 0 0,1 1 1 0 0,-1-1-1 0 0,1 0 0 0 0,-1 0 0 0 0,1 0 1 0 0,-1 0-1 0 0,1 1 0 0 0,-1-1 1 0 0,1 0-1 0 0,0 0 0 0 0,0 0 0 0 0,-1 0 1 0 0,1 0-1 0 0,0 0 0 0 0,0 0 1 0 0,0 0-1 0 0,0 0 0 0 0,0-1 0 0 0,0 1 4 0 0,0 0-1 0 0,0 0 1 0 0,0 1-1 0 0,0-1 1 0 0,0 0-1 0 0,0 0 1 0 0,0 0-1 0 0,0 1 1 0 0,0-1-1 0 0,-1 0 0 0 0,1 0 1 0 0,0 1-1 0 0,-1-1 1 0 0,1 0-1 0 0,0 1 1 0 0,-1-1-1 0 0,0-1 1 0 0,-9-8-11 0 0,8 9 9 0 0,1 0 0 0 0,-1-1 0 0 0,1 0 0 0 0,0 1 0 0 0,-1-1 0 0 0,1 0 0 0 0,0 1 0 0 0,0-1-1 0 0,0 0 1 0 0,0 0 0 0 0,0 0 0 0 0,0 0 0 0 0,1 0 0 0 0,-1 0 0 0 0,1 0 0 0 0,-1 0 0 0 0,1 0 0 0 0,0 0-1 0 0,0-1 1 0 0,0 1 0 0 0,0 0 0 0 0,1-4 0 0 0,-1 1-3 0 0,0 8-386 0 0,0 2-54 0 0,0-7 280 0 0,0 1 474 0 0,0 1-298 0 0,0-1 0 0 0,0 1 0 0 0,0 0 0 0 0,1-1 1 0 0,-1 1-1 0 0,0-1 0 0 0,0 1 0 0 0,0 0 0 0 0,0-1 0 0 0,0 1 0 0 0,0-1 0 0 0,0 1 0 0 0,0 0 1 0 0,0-1-1 0 0,0 1 0 0 0,0-1 0 0 0,0 1 0 0 0,0 0 0 0 0,0-1 0 0 0,-1 1 0 0 0,1-1 0 0 0,0 1 1 0 0,0 0-1 0 0,0-1 0 0 0,0 1 0 0 0,-1 0 0 0 0,1-1 0 0 0,0 1 0 0 0,0 0 0 0 0,-1-1 0 0 0,1 1 1 0 0,0 0-1 0 0,-1 0 0 0 0,1-1 0 0 0,0 1 0 0 0,-1 0 0 0 0,1 0 0 0 0,0 0 0 0 0,-1-1 0 0 0,0 1 1 0 0,-79-66 256 0 0,55 53-265 0 0,17 10-15 0 0,8 3 9 0 0,-1 0-1 0 0,1 0 1 0 0,-1 0-1 0 0,1 0 1 0 0,0 0-1 0 0,-1-1 1 0 0,1 1-1 0 0,0 0 1 0 0,-1 0-1 0 0,1-1 1 0 0,0 1-1 0 0,-1 0 1 0 0,1 0-1 0 0,0-1 1 0 0,-1 1-1 0 0,1 0 1 0 0,0-1-1 0 0,0 1 1 0 0,0 0 0 0 0,-1-1-1 0 0,1 1 1 0 0,0 0-1 0 0,0-1 1 0 0,0 1-1 0 0,0-1 1 0 0,-1 1-1 0 0,1 0 1 0 0,0-1-1 0 0,0 1 1 0 0,0-1-1 0 0,0 1 1 0 0,0-1-1 0 0,0 1 1 0 0,0 0-1 0 0,0-1 1 0 0,1 1-1 0 0,-1-1 1 0 0,0 1-1 0 0,0 0 1 0 0,0-1 0 0 0,0 1-1 0 0,1-1 1 0 0,0-23-67 0 0,-10 22 106 0 0,1 0 1 0 0,-1 0-1 0 0,1 0 0 0 0,0-1 1 0 0,0 0-1 0 0,-13-8 0 0 0,11 7 21 0 0,-1 0 0 0 0,1 0 1 0 0,-1 1-1 0 0,0 0 0 0 0,0 1 0 0 0,0 0 0 0 0,-15 0 0 0 0,-31-7 225 0 0,-68-10 26 0 0,119 18-452 0 0,5-2-108 0 0,8-1 188 0 0,15 3-81 0 0,-17 1 53 0 0,1-1 14 0 0,41-6-6 0 0,-40 8 66 0 0,-89 10-7144 0 0,-92 20-6775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03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2048 0 560 0 0,'-131'0'8764'0'0,"92"0"-7163"0"0,-56 7-1 0 0,79-4-1438 0 0,0 0 1 0 0,0 1-1 0 0,0 1 0 0 0,0 0 0 0 0,1 1 0 0 0,-17 10 0 0 0,25-12-157 0 0,-9 5 119 0 0,-1 0 0 0 0,0-1 1 0 0,0-1-1 0 0,-33 9 1 0 0,-27 6 823 0 0,56-16-763 0 0,13-2-122 0 0,1 0 0 0 0,-1 0-1 0 0,1 0 1 0 0,0 1 0 0 0,0 0-1 0 0,1 0 1 0 0,0 1 0 0 0,-10 10-1 0 0,-16 13 281 0 0,26-23-271 0 0,-10 6 27 0 0,1 1 0 0 0,1 0 0 0 0,-22 26-1 0 0,29-24-167 0 0,6-13 78 0 0,1 0 0 0 0,-1 0-1 0 0,0-1 1 0 0,0 1 0 0 0,0 0-1 0 0,0-1 1 0 0,0 1-1 0 0,0 0 1 0 0,0-1 0 0 0,-1 1-1 0 0,1-1 1 0 0,0 0 0 0 0,-1 1-1 0 0,1-1 1 0 0,-1 0-1 0 0,0 0 1 0 0,1 0 0 0 0,-1 0-1 0 0,0 0 1 0 0,0-1 0 0 0,1 1-1 0 0,-1 0 1 0 0,0-1-1 0 0,-2 1 1 0 0,-16 3 205 0 0,0 0-1 0 0,0 1 0 0 0,1 1 1 0 0,-22 10-1 0 0,39-15-155 0 0,-1 1 0 0 0,1-1 0 0 0,-1 0 0 0 0,0 0 0 0 0,1 0 0 0 0,-1-1 0 0 0,0 1 0 0 0,1 0 0 0 0,-1-1 0 0 0,0 0 0 0 0,0 0 0 0 0,-5 0 0 0 0,5 0-25 0 0,-1 0 1 0 0,1 0-1 0 0,-1 0 0 0 0,1 0 1 0 0,0 1-1 0 0,-1-1 0 0 0,1 1 1 0 0,-6 2-1 0 0,-20 9 47 0 0,0-2 0 0 0,-38 10 0 0 0,42-13 113 0 0,12 0 1 0 0,-15-1-74 0 0,-18 3-100 0 0,-97 16 267 0 0,-15-17 160 0 0,22-3-267 0 0,38 10 47 0 0,94-15-204 0 0,0 0 1 0 0,1 0 0 0 0,-1 0 0 0 0,0 1 0 0 0,0-1 0 0 0,0 1 0 0 0,0 0 0 0 0,1 1-1 0 0,-1-1 1 0 0,1 1 0 0 0,-1-1 0 0 0,1 1 0 0 0,-1 0 0 0 0,1 0 0 0 0,0 1 0 0 0,0-1-1 0 0,0 1 1 0 0,-3 3 0 0 0,-28 16 589 0 0,-6 4-301 0 0,39-25-308 0 0,-1 0 1 0 0,1 1 0 0 0,-1-1-1 0 0,1 1 1 0 0,-1-1 0 0 0,1 1-1 0 0,0 0 1 0 0,0-1 0 0 0,0 1 0 0 0,0 0-1 0 0,0 0 1 0 0,0 0 0 0 0,0 0-1 0 0,1 0 1 0 0,-1 0 0 0 0,1 0 0 0 0,0 0-1 0 0,-1 2 1 0 0,2 5 36 0 0,-1-7-17 0 0,0 1-1 0 0,0 0 1 0 0,1-1 0 0 0,-1 1 0 0 0,-1-1-1 0 0,1 1 1 0 0,0-1 0 0 0,-1 1 0 0 0,1-1-1 0 0,-1 1 1 0 0,0-1 0 0 0,0 1 0 0 0,-1 3-1 0 0,-7 5 75 0 0,7-9-77 0 0,0-1 0 0 0,1 1 0 0 0,-1 0 0 0 0,1 0 0 0 0,-1 0 0 0 0,1 1 0 0 0,0-1-1 0 0,0 0 1 0 0,0 0 0 0 0,0 1 0 0 0,0-1 0 0 0,0 1 0 0 0,1-1 0 0 0,-1 1 0 0 0,1-1 0 0 0,-1 4 0 0 0,1-5-15 0 0,0 0 0 0 0,0 1 0 0 0,0-1 0 0 0,0 0 0 0 0,0 1 0 0 0,0-1 0 0 0,-1 0 0 0 0,1 0-1 0 0,0 1 1 0 0,-1-1 0 0 0,1 0 0 0 0,-1 0 0 0 0,0 0 0 0 0,1 1 0 0 0,-1-1 0 0 0,0 0 0 0 0,0 0 0 0 0,0 0 0 0 0,0 0 0 0 0,0 0 0 0 0,0-1 0 0 0,0 1 0 0 0,0 0 0 0 0,0 0 0 0 0,-2 0 0 0 0,2 0-4 0 0,0-1 1 0 0,0 1 0 0 0,0 0 0 0 0,0-1-1 0 0,0 1 1 0 0,1 0 0 0 0,-1 0 0 0 0,0 0 0 0 0,0 0-1 0 0,0 0 1 0 0,1 0 0 0 0,-1 0 0 0 0,0 0-1 0 0,1 0 1 0 0,-1 0 0 0 0,1 0 0 0 0,-1 0 0 0 0,1 0-1 0 0,0 0 1 0 0,-1 0 0 0 0,1 1 0 0 0,0-1-1 0 0,0 0 1 0 0,0 0 0 0 0,0 2 0 0 0,-2 24-37 0 0,1-21 77 0 0,1 1 0 0 0,-1-1 1 0 0,1 1-1 0 0,0-1 0 0 0,1 0 0 0 0,-1 1 0 0 0,1-1 0 0 0,1 0 0 0 0,-1 0 0 0 0,3 7 0 0 0,2-4-18 0 0,1-1 1 0 0,0 0-1 0 0,0-1 0 0 0,1 0 1 0 0,0 0-1 0 0,0 0 0 0 0,1-1 1 0 0,-1-1-1 0 0,17 9 0 0 0,19 12-27 0 0,59 48 0 0 0,-54-37 207 0 0,-47-36-212 0 0,1 1 1 0 0,-1 0 0 0 0,0 0 0 0 0,0 0 0 0 0,0 0 0 0 0,0 0 0 0 0,0 0 0 0 0,0 1-1 0 0,0-1 1 0 0,-1 1 0 0 0,1-1 0 0 0,-1 1 0 0 0,1-1 0 0 0,-1 1 0 0 0,0 0 0 0 0,0 0 0 0 0,-1 0-1 0 0,1-1 1 0 0,0 1 0 0 0,-1 0 0 0 0,0 0 0 0 0,0 0 0 0 0,0 5 0 0 0,0-5-141 0 0,6 4-53 0 0,8-4 259 0 0,-11-3-34 0 0,0 0 1 0 0,1 1-1 0 0,-1-1 0 0 0,0 1 0 0 0,0 0 0 0 0,0 0 0 0 0,0 0 0 0 0,0 0 0 0 0,0 0 0 0 0,0 1 0 0 0,3 2 0 0 0,8 13 189 0 0,-12-15-201 0 0,0 1 0 0 0,1 0 1 0 0,-1-1-1 0 0,0 1 0 0 0,1-1 1 0 0,-1 0-1 0 0,6 4 0 0 0,2 0 9 0 0,0 0 0 0 0,1 0-1 0 0,-1-1 1 0 0,1 0 0 0 0,0-1-1 0 0,0-1 1 0 0,13 3 0 0 0,30 12-37 0 0,-4-1 16 0 0,291 59 159 0 0,-240-57-146 0 0,98 15 39 0 0,-136-27-90 0 0,3 1 16 0 0,70-2-1 0 0,-34-2 66 0 0,41-1 99 0 0,-65-6 6 0 0,149-14 22 0 0,-75 2 189 0 0,-131 13-246 0 0,0-1 0 0 0,-1-1 0 0 0,0-1 0 0 0,38-14 0 0 0,67-39 223 0 0,-103 47-337 0 0,-4 1 16 0 0,-1 0 0 0 0,0-1 0 0 0,-1 0 0 0 0,20-20 0 0 0,-31 27-18 0 0,-1 1 0 0 0,1 0-1 0 0,0 0 1 0 0,1 0-1 0 0,-1 0 1 0 0,1 1 0 0 0,-1 0-1 0 0,1 0 1 0 0,-1 1 0 0 0,1-1-1 0 0,9 0 1 0 0,6 1-20 0 0,41 1 0 0 0,-22 2 14 0 0,43 4 113 0 0,-54-3-33 0 0,-1-1-1 0 0,33-2 1 0 0,90-11 75 0 0,268-32-54 0 0,-315 28-79 0 0,-36 1 140 0 0,-58 11-73 0 0,1 0 1 0 0,0 1-1 0 0,14-2 1 0 0,-19 2 170 0 0,-7 2-232 0 0,1 0 0 0 0,0-1-1 0 0,0 1 1 0 0,0 0 0 0 0,0 0 0 0 0,0 0 0 0 0,0 0 0 0 0,0-1 0 0 0,0 1 0 0 0,0 0 0 0 0,0 0 0 0 0,0 0 0 0 0,0 0 0 0 0,1-1-1 0 0,-1 1 1 0 0,0 0 0 0 0,0 0 0 0 0,0 0 0 0 0,0 0 0 0 0,0-1 0 0 0,0 1 0 0 0,0 0 0 0 0,0 0 0 0 0,0 0 0 0 0,1 0-1 0 0,-1 0 1 0 0,0-1 0 0 0,0 1 0 0 0,0 0 0 0 0,0 0 0 0 0,0 0 0 0 0,1 0 0 0 0,-1 0 0 0 0,0 0 0 0 0,0 0 0 0 0,0 0-1 0 0,0 0 1 0 0,1 0 0 0 0,-1 0 0 0 0,0 0 0 0 0,0 0 0 0 0,0 0 0 0 0,1 0 0 0 0,-1 0 0 0 0,0 0 0 0 0,0 0 0 0 0,0 0-1 0 0,0 0 1 0 0,1 0 0 0 0,-1 0 0 0 0,49-8 280 0 0,-40 7-287 0 0,-1 0-1 0 0,1-1 0 0 0,-1 1 1 0 0,0-2-1 0 0,1 1 1 0 0,11-6-1 0 0,-20 7-6 0 0,1 0 0 0 0,0 0 0 0 0,0 0 0 0 0,-1-1 0 0 0,1 1 1 0 0,0 0-1 0 0,-1 0 0 0 0,1 0 0 0 0,-1-1 0 0 0,0 1 0 0 0,1 0 0 0 0,-1-1 0 0 0,0 1 0 0 0,0 0 0 0 0,0-1 0 0 0,0 1 0 0 0,0 0 0 0 0,0-1 1 0 0,0 1-1 0 0,-1 0 0 0 0,1-3 0 0 0,-1-2 34 0 0,2-11 46 0 0,0 11-29 0 0,-1 1 0 0 0,0-1-1 0 0,0 0 1 0 0,0 0 0 0 0,-1 0-1 0 0,1 0 1 0 0,-1 0 0 0 0,-1 0-1 0 0,-1-6 1 0 0,-30-45 410 0 0,28 50-421 0 0,0 0 1 0 0,0 0-1 0 0,0 0 0 0 0,-1 1 1 0 0,0 0-1 0 0,-13-10 0 0 0,-12-14 84 0 0,19 3-53 0 0,8 13-48 0 0,1 8-20 0 0,-1 1-1 0 0,1 0 1 0 0,-1 0 0 0 0,-1 0-1 0 0,1 0 1 0 0,-1 1-1 0 0,1-1 1 0 0,-1 1-1 0 0,-9-5 1 0 0,-22-23 52 0 0,25 17-48 0 0,9 13-13 0 0,1 0 0 0 0,0-1 0 0 0,-1 1 0 0 0,0 1 0 0 0,1-1 0 0 0,-1 0 0 0 0,0 0 0 0 0,0 1 0 0 0,0-1 0 0 0,0 1 0 0 0,0-1 0 0 0,-4-1 0 0 0,-3 0 4 0 0,8 3-1 0 0,0-1 1 0 0,-1 1-1 0 0,1 0 0 0 0,0-1 1 0 0,0 1-1 0 0,0-1 0 0 0,-1 1 1 0 0,1-1-1 0 0,0 1 0 0 0,0-1 1 0 0,0 0-1 0 0,0 1 0 0 0,0-1 1 0 0,0 0-1 0 0,0 0 0 0 0,0 0 0 0 0,1 0 1 0 0,-1 0-1 0 0,0 0 0 0 0,0 0 1 0 0,1 0-1 0 0,-2-3 0 0 0,1 3 3 0 0,1 0 0 0 0,-1 1-1 0 0,0-1 1 0 0,0 0 0 0 0,0 0-1 0 0,0 0 1 0 0,0 0 0 0 0,0 1-1 0 0,0-1 1 0 0,0 0 0 0 0,0 1-1 0 0,0-1 1 0 0,0 1 0 0 0,-1-1-1 0 0,1 1 1 0 0,0 0 0 0 0,0 0-1 0 0,0-1 1 0 0,-1 1 0 0 0,1 0-1 0 0,0 0 1 0 0,-3 0 0 0 0,-1-1 10 0 0,-27-11-1 0 0,-7-3-30 0 0,14 11-11 0 0,14 2 18 0 0,-1 0 0 0 0,1 0 0 0 0,0-1-1 0 0,-12-5 1 0 0,-1 0 8 0 0,-41-9 0 0 0,29 7 0 0 0,-26-6 35 0 0,-16-8-83 0 0,-54-9-408 0 0,117 30 445 0 0,-116-24-69 0 0,47 15 63 0 0,-98-18-46 0 0,107 18 63 0 0,13 5 0 0 0,59 6 0 0 0,-41-5-96 0 0,1-1 0 0 0,0-3 0 0 0,0-2 0 0 0,-41-17 0 0 0,62 20 75 0 0,-55-24 25 0 0,-101-59 0 0 0,172 89 14 0 0,0 0 1 0 0,0 0 0 0 0,0 1 0 0 0,0-1-1 0 0,0 1 1 0 0,-11-2 0 0 0,5 1 10 0 0,5 1-15 0 0,9 0-13 0 0,-2 2-1 0 0,0 0 1 0 0,0 0-1 0 0,0 0 0 0 0,0 0 1 0 0,0 0-1 0 0,0 0 0 0 0,-1 0 1 0 0,1 0-1 0 0,0 0 0 0 0,0-1 1 0 0,0 1-1 0 0,0 0 0 0 0,0 0 1 0 0,0 0-1 0 0,0 0 0 0 0,0 0 1 0 0,0 0-1 0 0,0 0 0 0 0,0 0 1 0 0,0 0-1 0 0,0 0 1 0 0,0 0-1 0 0,0 0 0 0 0,-1-1 1 0 0,1 1-1 0 0,0 0 0 0 0,0 0 1 0 0,0 0-1 0 0,0 0 0 0 0,0 0 1 0 0,0 0-1 0 0,0 0 0 0 0,0 0 1 0 0,0 0-1 0 0,0-1 0 0 0,0 1 1 0 0,0 0-1 0 0,0 0 0 0 0,0 0 1 0 0,1 0-1 0 0,-1 0 0 0 0,0 0 1 0 0,0 0-1 0 0,0 0 0 0 0,0 0 1 0 0,0 0-1 0 0,0-1 1 0 0,0 1-1 0 0,0 0 0 0 0,0 0 1 0 0,0 0-1 0 0,0 0 0 0 0,0 0 1 0 0,0 0-1 0 0,0 0 0 0 0,0 0 1 0 0,1 0-1 0 0,-1 0 0 0 0,0 0 1 0 0,0 0-1 0 0,0 0 0 0 0,0 0 1 0 0,0 0-1 0 0,-39-10 123 0 0,-107-7-3632 0 0,-24 5-2507 0 0,-24 5-5095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08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1681 0 0,'0'0'3041'0'0,"33"0"5923"0"0,-66 7-18488 0 0,0-1 5522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45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165 249 2081 0 0,'0'-5'292'0'0,"0"1"0"0"0,0-1-1 0 0,1 1 1 0 0,0 0 0 0 0,0-1 0 0 0,0 1-1 0 0,1 0 1 0 0,-1 0 0 0 0,1 0 0 0 0,0 0 0 0 0,0 0-1 0 0,1 0 1 0 0,-1 1 0 0 0,4-4 0 0 0,1-4 133 0 0,1 0-103 0 0,0 0 0 0 0,0 1 0 0 0,1 0-1 0 0,1 1 1 0 0,0 0 0 0 0,0 0 0 0 0,14-8 0 0 0,-17 12-29 0 0,0-1 1 0 0,-1 1-1 0 0,11-14 1 0 0,-15 17-124 0 0,1-1 1 0 0,-1 0-1 0 0,1 1 1 0 0,-1-1-1 0 0,1 1 0 0 0,0 0 1 0 0,0 0-1 0 0,4-2 1 0 0,-1-3 768 0 0,-6 6-917 0 0,0 1 1 0 0,0 0 0 0 0,0 0-1 0 0,0 0 1 0 0,0-1-1 0 0,0 1 1 0 0,0 0-1 0 0,0 0 1 0 0,0 0-1 0 0,0-1 1 0 0,0 1-1 0 0,0 0 1 0 0,1 0-1 0 0,-1 0 1 0 0,0 0 0 0 0,0-1-1 0 0,0 1 1 0 0,0 0-1 0 0,0 0 1 0 0,0 0-1 0 0,1 0 1 0 0,-1 0-1 0 0,0-1 1 0 0,0 1-1 0 0,0 0 1 0 0,0 0-1 0 0,1 0 1 0 0,-1 0-1 0 0,0 0 1 0 0,0 0 0 0 0,0 0-1 0 0,1 0 1 0 0,-1 0-1 0 0,0 0 1 0 0,0 0-1 0 0,0 0 1 0 0,1 0-1 0 0,-1 0 1 0 0,0 0-1 0 0,12-3 444 0 0,36-4 1283 0 0,83 1-362 0 0,-116 6-1306 0 0,6-1-12 0 0,-1 2 0 0 0,1 0 0 0 0,-1 1-1 0 0,0 0 1 0 0,26 8 0 0 0,-14 0 3 0 0,-25-8-27 0 0,1 0 1 0 0,0 0-1 0 0,-1 1 0 0 0,0 0 1 0 0,1 0-1 0 0,-1 1 0 0 0,0 0 1 0 0,-1 0-1 0 0,1 0 0 0 0,-1 1 1 0 0,0 0-1 0 0,0 1 0 0 0,8 9 1 0 0,-7-8 7 0 0,-2-3-19 0 0,0 0-1 0 0,-1 1 0 0 0,0-1 1 0 0,0 1-1 0 0,0 0 0 0 0,-1 0 1 0 0,1 1-1 0 0,-1-1 0 0 0,0 0 1 0 0,-1 1-1 0 0,1 0 0 0 0,-1 0 1 0 0,0 0-1 0 0,-1 0 0 0 0,1 0 1 0 0,-1 0-1 0 0,0 7 0 0 0,1 21 213 0 0,-1-27-213 0 0,-1 0 0 0 0,1 0-1 0 0,-1 0 1 0 0,-1 1 0 0 0,1-1 0 0 0,-1 0-1 0 0,0 0 1 0 0,-1 0 0 0 0,-2 9 0 0 0,-18 27 607 0 0,11 9 120 0 0,2-30-626 0 0,-1-1 0 0 0,-1 0-1 0 0,-25 36 1 0 0,9-15 105 0 0,0-1-77 0 0,20-32-126 0 0,0 1 0 0 0,0 0 1 0 0,-4 11-1 0 0,8-16-15 0 0,0 0 1 0 0,0 0-1 0 0,0 0 1 0 0,0-1-1 0 0,-1 1 0 0 0,1-1 1 0 0,-1 0-1 0 0,0 0 1 0 0,-1 0-1 0 0,1 0 0 0 0,-8 4 1 0 0,1-1-15 0 0,-1-1 0 0 0,0 0 0 0 0,0-1 0 0 0,-21 6 1 0 0,4-4-48 0 0,-1-1 0 0 0,-1-1 0 0 0,-42 2 0 0 0,54-6-42 0 0,1 0-1 0 0,0-1 1 0 0,-1-1 0 0 0,1-1-1 0 0,0 0 1 0 0,0-1-1 0 0,0-1 1 0 0,0-1-1 0 0,1-1 1 0 0,-31-14-1 0 0,3 1 8 0 0,24 11 118 0 0,1-1-1 0 0,0-1 0 0 0,-36-24 0 0 0,53 32-19 0 0,0 0 0 0 0,1 0 1 0 0,-1 0-1 0 0,0 0 1 0 0,1 0-1 0 0,0-1 0 0 0,0 1 1 0 0,-1-1-1 0 0,-2-5 0 0 0,4 4 0 0 0,0-1-1 0 0,0 1 1 0 0,0 0-1 0 0,0-1 1 0 0,1 1-1 0 0,0-1 1 0 0,0-6-1 0 0,0 10-27 0 0,1 1 1 0 0,-1-1-1 0 0,0 0 0 0 0,1 1 0 0 0,-1-1 0 0 0,1 0 1 0 0,-1 1-1 0 0,0-1 0 0 0,1 1 0 0 0,-1-1 0 0 0,1 1 1 0 0,0-1-1 0 0,-1 1 0 0 0,1-1 0 0 0,-1 1 0 0 0,1-1 1 0 0,0 1-1 0 0,-1 0 0 0 0,1-1 0 0 0,0 1 0 0 0,-1 0 1 0 0,1 0-1 0 0,0-1 0 0 0,0 1 0 0 0,-1 0 1 0 0,1 0-1 0 0,0 0 0 0 0,1 0 0 0 0,31-3-85 0 0,-18 3 79 0 0,39-3 77 0 0,0 2 0 0 0,1 3 1 0 0,96 16-1 0 0,-56 0 255 0 0,93 32 0 0 0,-158-41-249 0 0,-16-6-34 0 0,-1 1 0 0 0,0 0 1 0 0,-1 1-1 0 0,1 0 1 0 0,-1 1-1 0 0,0 0 0 0 0,0 1 1 0 0,-1 1-1 0 0,0 0 0 0 0,16 14 1 0 0,-20-16-34 0 0,0-1 0 0 0,1 0 0 0 0,-1 0 0 0 0,1 0 0 0 0,0-1 0 0 0,1 0 0 0 0,16 4 0 0 0,26 13-405 0 0,4 5-5390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46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51 1601 0 0,'0'-11'1242'0'0,"-1"8"-639"0"0,1 1 0 0 0,0-1 1 0 0,0 0-1 0 0,0 1 0 0 0,1-1 0 0 0,-1 1 1 0 0,0-1-1 0 0,1 1 0 0 0,1-5 1 0 0,-1 6-492 0 0,0 0 0 0 0,0 0 0 0 0,0 0-1 0 0,0 0 1 0 0,0 1 0 0 0,1-1 0 0 0,-1 0 0 0 0,0 1 0 0 0,0-1 0 0 0,0 1 0 0 0,1-1 0 0 0,-1 1 0 0 0,0 0 0 0 0,0 0 0 0 0,1-1 0 0 0,-1 1 0 0 0,0 0 0 0 0,1 0 0 0 0,-1 0 0 0 0,0 0 0 0 0,2 1 0 0 0,52 6 2542 0 0,-55-7-2619 0 0,0 0-1 0 0,0 0 1 0 0,1 0-1 0 0,-1 0 1 0 0,0 0-1 0 0,0 0 1 0 0,1 0-1 0 0,-1 0 1 0 0,0 0-1 0 0,0 0 1 0 0,1 0-1 0 0,-1 0 1 0 0,0 0-1 0 0,0 0 1 0 0,0 0-1 0 0,1 1 1 0 0,-1-1-1 0 0,0 0 1 0 0,0 0 0 0 0,0 0-1 0 0,0 0 1 0 0,1 0-1 0 0,-1 1 1 0 0,0-1-1 0 0,0 0 1 0 0,0 0-1 0 0,0 0 1 0 0,0 1-1 0 0,0-1 1 0 0,1 0-1 0 0,-1 0 1 0 0,0 1-1 0 0,0-1 1 0 0,0 0-1 0 0,0 0 1 0 0,0 0-1 0 0,0 1 1 0 0,0-1-1 0 0,0 0 1 0 0,0 0-1 0 0,0 1 1 0 0,0-1 0 0 0,0 0-1 0 0,0 1 1 0 0,0-1-23 0 0,0 0 1 0 0,-1 0 0 0 0,1 0 0 0 0,0 1 0 0 0,0-1 0 0 0,0 0 0 0 0,0 0 0 0 0,0 0 0 0 0,0 1 0 0 0,0-1 0 0 0,0 0 0 0 0,0 0 0 0 0,0 0 0 0 0,1 0 0 0 0,-1 1 0 0 0,0-1-1 0 0,0 0 1 0 0,0 0 0 0 0,0 0 0 0 0,0 1 0 0 0,0-1 0 0 0,0 0 0 0 0,0 0 0 0 0,0 0 0 0 0,1 0 0 0 0,-1 0 0 0 0,0 1 0 0 0,0-1 0 0 0,0 0 0 0 0,0 0 0 0 0,0 0-1 0 0,1 0 1 0 0,-1 0 0 0 0,0 0 0 0 0,0 0 0 0 0,0 0 0 0 0,0 0 0 0 0,1 0 0 0 0,-1 1 0 0 0,0-1 0 0 0,0 0 0 0 0,0 0 0 0 0,1 0 0 0 0,-1 0 0 0 0,0 0 0 0 0,0 0-1 0 0,1 0 1 0 0,-1 0 14 0 0,14 3 359 0 0,-6-1-95 0 0,-9 0 366 0 0,-23 4-285 0 0,0 1 0 0 0,0 1 0 0 0,1 1 0 0 0,0 0 0 0 0,1 2 0 0 0,-1 1 0 0 0,2 1 0 0 0,-38 29 0 0 0,57-40-354 0 0,-9 7 90 0 0,1 0 1 0 0,0 1-1 0 0,1 0 1 0 0,-15 21-1 0 0,13 4-27 0 0,6-25-79 0 0,-1 0 0 0 0,0-1 0 0 0,-1 1 0 0 0,-8 9 0 0 0,7-11 46 0 0,2 0 0 0 0,-1 1 0 0 0,1-1 0 0 0,1 2 0 0 0,-1-1 0 0 0,-4 12 0 0 0,8-10 125 0 0,0 0-1 0 0,0 1 0 0 0,1-1 0 0 0,1 1 0 0 0,0-1 1 0 0,1 12-1 0 0,0 10 170 0 0,-1 327 405 0 0,0-359-781 0 0,-1 1 1 0 0,1-1-1 0 0,0 1 1 0 0,0-1-1 0 0,0 0 1 0 0,0 1-1 0 0,1-1 1 0 0,-1 0-1 0 0,0 1 1 0 0,1-1-1 0 0,-1 0 1 0 0,0 1-1 0 0,1-1 0 0 0,0 0 1 0 0,-1 1-1 0 0,1-1 1 0 0,0 0-1 0 0,1 2 1 0 0,0-2-100 0 0,0-1 1 0 0,0 1-1 0 0,0-1 0 0 0,0 1 0 0 0,0-1 1 0 0,0 0-1 0 0,0 0 0 0 0,0 0 1 0 0,0 0-1 0 0,0 0 0 0 0,0 0 1 0 0,0 0-1 0 0,3-2 0 0 0,25-4-2708 0 0,-1-1 0 0 0,1-1-1 0 0,44-21 1 0 0,51-28-7297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47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100 186 1040 0 0,'-1'-1'212'0'0,"0"0"-1"0"0,0 0 0 0 0,0 0 0 0 0,0 0 0 0 0,0 0 0 0 0,0 0 0 0 0,0 0 0 0 0,0 1 0 0 0,-1-1 0 0 0,1 0 0 0 0,0 1 0 0 0,0-1 0 0 0,-1 1 0 0 0,1-1 0 0 0,0 1 1 0 0,0-1-1 0 0,-1 1 0 0 0,1 0 0 0 0,-1 0 0 0 0,-1 0 0 0 0,2 0 145 0 0,-64-9 6341 0 0,65 9-6523 0 0,-1 0 0 0 0,1 0 0 0 0,-1-1 0 0 0,1 1 0 0 0,0 0 1 0 0,-1 0-1 0 0,1-1 0 0 0,0 1 0 0 0,-1 0 0 0 0,1-1 0 0 0,0 1 1 0 0,-1 0-1 0 0,1-1 0 0 0,0 1 0 0 0,0 0 0 0 0,0-1 0 0 0,-1 1 0 0 0,1-1 1 0 0,0 1-1 0 0,0 0 0 0 0,0-1 0 0 0,0 1 0 0 0,0-1 0 0 0,0 1 1 0 0,-1-1-1 0 0,1 1 0 0 0,0-1 0 0 0,1 0 0 0 0,-2 0-81 0 0,1 0 0 0 0,0 0 0 0 0,1-1 0 0 0,-1 1 0 0 0,0 0 0 0 0,0 0-1 0 0,0 0 1 0 0,1-1 0 0 0,-1 1 0 0 0,0 0 0 0 0,1 0 0 0 0,-1 0 0 0 0,1 0 0 0 0,0 0 0 0 0,-1 0 0 0 0,2-1-1 0 0,33-12 440 0 0,-30 13-487 0 0,1 0 0 0 0,-1-1-1 0 0,0 0 1 0 0,0 0 0 0 0,0-1-1 0 0,0 1 1 0 0,0-1 0 0 0,6-5-1 0 0,0-5 69 0 0,-9 11-110 0 0,-1 0 0 0 0,1 0 0 0 0,0 1-1 0 0,-1-1 1 0 0,1 0 0 0 0,0 1 0 0 0,0-1 0 0 0,0 1 0 0 0,0-1-1 0 0,0 1 1 0 0,4-2 0 0 0,49-24-83 0 0,-27 9-50 0 0,-24 16 113 0 0,1-6-38 0 0,-5 8 51 0 0,0 0 1 0 0,0 0 0 0 0,0-1 0 0 0,0 1 0 0 0,0 0 0 0 0,0 0 0 0 0,0-1 0 0 0,0 1 0 0 0,0 0 0 0 0,0 0 0 0 0,0 0 0 0 0,1-1 0 0 0,-1 1 0 0 0,0 0 0 0 0,0 0 0 0 0,0 0 0 0 0,0 0 0 0 0,0-1 0 0 0,0 1 0 0 0,0 0-1 0 0,1 0 1 0 0,-1 0 0 0 0,0 0 0 0 0,0 0 0 0 0,0-1 0 0 0,0 1 0 0 0,1 0 0 0 0,-1 0 0 0 0,0 0 0 0 0,0 0 0 0 0,0 0 0 0 0,1 0 0 0 0,-1 0 0 0 0,0 0 0 0 0,0 0 0 0 0,0 0 0 0 0,1 0 0 0 0,-1 0 0 0 0,0 0 0 0 0,0 0 0 0 0,0 0-1 0 0,1 0 1 0 0,21 0-210 0 0,-22 0 204 0 0,0 0-1 0 0,0 0 1 0 0,1 0 0 0 0,-1 0-1 0 0,0 0 1 0 0,0 0 0 0 0,0 0-1 0 0,0 0 1 0 0,1 0 0 0 0,-1 0-1 0 0,0 0 1 0 0,0 0 0 0 0,0 0-1 0 0,0 0 1 0 0,1 0 0 0 0,-1 0-1 0 0,0 0 1 0 0,0 0 0 0 0,0 0-1 0 0,0 0 1 0 0,1 0 0 0 0,-1 0-1 0 0,0 0 1 0 0,0 0 0 0 0,0 1-1 0 0,0-1 1 0 0,0 0 0 0 0,1 0-1 0 0,-1 0 1 0 0,0 0 0 0 0,0 0-1 0 0,0 1 1 0 0,0-1 0 0 0,0 0-1 0 0,0 0 1 0 0,0 0 0 0 0,0 0-1 0 0,0 1 1 0 0,0-1 0 0 0,0 0-1 0 0,0 0 1 0 0,0 0 0 0 0,0 1-1 0 0,1-1 7 0 0,-1 1-1 0 0,0 0 1 0 0,0-1-1 0 0,0 1 1 0 0,1 0-1 0 0,-1-1 1 0 0,0 1 0 0 0,1-1-1 0 0,-1 1 1 0 0,0 0-1 0 0,1-1 1 0 0,-1 1-1 0 0,1-1 1 0 0,-1 1-1 0 0,1-1 1 0 0,-1 1 0 0 0,1-1-1 0 0,-1 0 1 0 0,1 1-1 0 0,0-1 1 0 0,-1 0-1 0 0,1 1 1 0 0,0-1-1 0 0,16 11 234 0 0,-2 1 0 0 0,1 0-1 0 0,-1 1 1 0 0,-1 0 0 0 0,-1 1-1 0 0,1 1 1 0 0,16 26 0 0 0,21 22 587 0 0,-43-55-718 0 0,-1 0 9 0 0,1 1 0 0 0,-2-1 0 0 0,1 1 0 0 0,-1 0 0 0 0,7 14 0 0 0,8 64 639 0 0,23 9-107 0 0,-41-83-529 0 0,0 0 1 0 0,3 25-1 0 0,-2-6 22 0 0,2-6 19 0 0,17 48-1 0 0,-16-58-102 0 0,-2 1 1 0 0,0 0 0 0 0,0 0-1 0 0,-2 0 1 0 0,3 33-1 0 0,-6-48-81 0 0,0-1-1 0 0,1 0 0 0 0,-1 0 1 0 0,0 0-1 0 0,0 0 0 0 0,0 0 0 0 0,-1 0 1 0 0,1 0-1 0 0,0 0 0 0 0,0 0 0 0 0,0 0 1 0 0,-1 0-1 0 0,1 0 0 0 0,-1 0 0 0 0,1 0 1 0 0,-1 0-1 0 0,1 0 0 0 0,-1 0 1 0 0,1 0-1 0 0,-1 0 0 0 0,0-1 0 0 0,0 1 1 0 0,1 0-1 0 0,-1 0 0 0 0,0-1 0 0 0,-1 2 1 0 0,2-2-42 0 0,0 0 0 0 0,-1 0 0 0 0,1 0 0 0 0,0 0 0 0 0,-1 0 1 0 0,1 0-1 0 0,-1 1 0 0 0,1-1 0 0 0,0 0 0 0 0,-1 0 0 0 0,1 0 0 0 0,0 0 0 0 0,-1 0 1 0 0,1-1-1 0 0,0 1 0 0 0,-1 0 0 0 0,1 0 0 0 0,0 0 0 0 0,-1 0 0 0 0,1 0 0 0 0,0 0 1 0 0,-1 0-1 0 0,1-1 0 0 0,0 1 0 0 0,-1 0 0 0 0,1 0 0 0 0,0-1 0 0 0,0 1 0 0 0,-1 0 1 0 0,1 0-1 0 0,0-1 0 0 0,-1 1 0 0 0,23-26-5822 0 0,11-19-3455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47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30 1521 0 0,'-60'-8'8657'0'0,"55"8"-6603"0"0,-1 0-146 0 0,-21 0 1347 0 0,27 5 1026 0 0,0-9-3373 0 0,0 3-695 0 0,98 1 614 0 0,378 40-11 0 0,-240-13-1819 0 0,-176-27-3359 0 0,-60 0 4186 0 0,1 0 0 0 0,-1-1 0 0 0,1 1 1 0 0,-1 0-1 0 0,0-1 0 0 0,1 1 0 0 0,-1 0 0 0 0,0-1 0 0 0,1 1 0 0 0,-1-1 0 0 0,0 1 0 0 0,0-1 0 0 0,1 1 0 0 0,-1 0 0 0 0,0-1 0 0 0,0 1 0 0 0,0-1 0 0 0,0 1 0 0 0,1-1 0 0 0,-1 1 0 0 0,0-1 0 0 0,0 1 0 0 0,0-1 0 0 0,0 1 0 0 0,0-1 0 0 0,0 1 0 0 0,0-1 0 0 0,0 0 0 0 0,-1 1 0 0 0,1-1 0 0 0,0 1 0 0 0,0 0 0 0 0,0-1 1 0 0,-1 1-1 0 0,1-1 0 0 0,0 1 0 0 0,0-1 0 0 0,-1 1 0 0 0,1-1 0 0 0,0 1 0 0 0,-1 0 0 0 0,1-1 0 0 0,0 1 0 0 0,-1 0 0 0 0,1-1 0 0 0,-1 1 0 0 0,-26-23-4826 0 0,-6-22-241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48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4402 0 0,'33'27'3842'0'0,"-1"14"-1201"0"0,34 7 0 0 0,-34 21 160 0 0,34 6-319 0 0,-1 8-481 0 0,-32 0-801 0 0,-7-8-640 0 0,-26-13-320 0 0,32-14 81 0 0,-32-13-481 0 0,0-22-1601 0 0,-32-26-11605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49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163 786 1601 0 0,'6'-7'2521'0'0,"-2"4"-2132"0"0,6-6 1415 0 0,-22 2-608 0 0,10 6-1130 0 0,1 0 34 0 0,0 0 0 0 0,1 0 0 0 0,-1 1 1 0 0,0-1-1 0 0,1 0 0 0 0,-1 0 0 0 0,1 0 0 0 0,0 0 0 0 0,-1 0 1 0 0,1 0-1 0 0,0 0 0 0 0,-1 0 0 0 0,1 0 0 0 0,0 0 1 0 0,0 0-1 0 0,0 0 0 0 0,0 0 0 0 0,0 0 0 0 0,0-1 0 0 0,1-27 1743 0 0,-1 22-1354 0 0,0-30 733 0 0,1 0 0 0 0,9-50 0 0 0,-5 65-1114 0 0,1 1-1 0 0,1 0 0 0 0,0 0 0 0 0,2 1 0 0 0,12-21 0 0 0,-6 9 84 0 0,-2-1 0 0 0,13-42 0 0 0,-22 60-96 0 0,-2 10-79 0 0,-1 0 1 0 0,1-1 0 0 0,0 1 0 0 0,0 0 0 0 0,0 0 0 0 0,1 0 0 0 0,0 1 0 0 0,0-1 0 0 0,0 1 0 0 0,7-9-1 0 0,-8 12-11 0 0,23-31 137 0 0,-17 13-29 0 0,-7 17-102 0 0,0-1 1 0 0,0 1-1 0 0,0 0 1 0 0,0-1-1 0 0,0 1 0 0 0,0 0 1 0 0,1-1-1 0 0,0 1 1 0 0,-1 0-1 0 0,1 0 0 0 0,0 1 1 0 0,0-1-1 0 0,0 0 1 0 0,0 0-1 0 0,0 1 1 0 0,4-3-1 0 0,11-6 31 0 0,-9 6 4 0 0,0-1 0 0 0,0 0 0 0 0,11-10 1 0 0,-16 12-33 0 0,1 0 0 0 0,-1 1 0 0 0,0-1 0 0 0,1 0 1 0 0,0 1-1 0 0,0 0 0 0 0,-1 0 0 0 0,1 0 0 0 0,0 1 0 0 0,1-1 0 0 0,5-1 1 0 0,15-5-12 0 0,3 1-3 0 0,-18 4-1 0 0,-8 2-5 0 0,1 0-1 0 0,-1 0 1 0 0,1 1-1 0 0,-1-1 0 0 0,1 1 1 0 0,-1-1-1 0 0,1 1 1 0 0,-1 0-1 0 0,4 0 1 0 0,37 2-46 0 0,-43-2 51 0 0,1 0 1 0 0,-1 0-1 0 0,1 0 0 0 0,0 0 0 0 0,-1 0 1 0 0,1 0-1 0 0,-1 1 0 0 0,1-1 0 0 0,-1 0 1 0 0,1 0-1 0 0,-1 1 0 0 0,1-1 1 0 0,-1 0-1 0 0,1 1 0 0 0,-1-1 0 0 0,1 1 1 0 0,-1-1-1 0 0,0 1 0 0 0,1-1 0 0 0,-1 0 1 0 0,1 2-1 0 0,15 14 69 0 0,-5-9-33 0 0,33 26 103 0 0,23 46 177 0 0,-4-4 50 0 0,-36-47-121 0 0,-2 1-1 0 0,-1 2 1 0 0,31 51-1 0 0,32 38 317 0 0,-83-113-509 0 0,-1 1-1 0 0,0 0 1 0 0,0-1-1 0 0,2 14 1 0 0,-3-14 2 0 0,-1-1 1 0 0,1 1-1 0 0,0-1 1 0 0,1 1-1 0 0,0-1 1 0 0,4 8-1 0 0,19 26 254 0 0,-23-34-281 0 0,0-1 0 0 0,0 1 1 0 0,0-1-1 0 0,0 1 0 0 0,1-1 0 0 0,0 0 1 0 0,5 5-1 0 0,-8-9-23 0 0,5 19 198 0 0,-6-19-180 0 0,0-1-1 0 0,1 1 1 0 0,-1-1-1 0 0,0 1 0 0 0,0-1 1 0 0,0 1-1 0 0,0-1 0 0 0,0 1 1 0 0,0-1-1 0 0,0 1 1 0 0,0-1-1 0 0,0 1 0 0 0,0-1 1 0 0,0 1-1 0 0,0-1 0 0 0,-1 1 1 0 0,1 0-1 0 0,0-1 1 0 0,0 1-1 0 0,0-1 0 0 0,-1 0 1 0 0,1 1-1 0 0,0-1 0 0 0,-1 1 1 0 0,1-1-1 0 0,0 1 1 0 0,-1-1-1 0 0,1 0 0 0 0,0 1 1 0 0,-1-1-1 0 0,1 0 0 0 0,-1 1 1 0 0,0-1-1 0 0,-227 8 1341 0 0,189-7-1074 0 0,-33 1 517 0 0,-72-8-1 0 0,-182-22-163 0 0,253 23-598 0 0,-91-5 89 0 0,58 7-1117 0 0,101 3-15 0 0,25-2-2878 0 0,-7 1 3183 0 0,95-34-4920 0 0,12 4-160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50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0 320 0 0,'54'24'5995'0'0,"109"51"-2946"0"0,119 79-702 0 0,-226-118-1670 0 0,-2 2 0 0 0,-1 2 1 0 0,62 62-1 0 0,20 22 798 0 0,-52-50-802 0 0,-2 15 434 0 0,-46-51-615 0 0,-17-21-203 0 0,-2 1 1 0 0,1 0-1 0 0,-2 2 0 0 0,-1 0 0 0 0,17 31 0 0 0,13 59 645 0 0,-20-56-612 0 0,-12-28-178 0 0,0 1 0 0 0,-2 0-1 0 0,0 0 1 0 0,9 53 0 0 0,-17-57-310 0 0,-1 0 1 0 0,-1 0 0 0 0,-1 1 0 0 0,-1-1 0 0 0,-1 0-1 0 0,-1 0 1 0 0,-1-1 0 0 0,-2 1 0 0 0,0-1 0 0 0,-1 0-1 0 0,-1-1 1 0 0,-13 25 0 0 0,16-38-379 0 0,0 1 1 0 0,0-1-1 0 0,0 0 1 0 0,-1 0-1 0 0,-1-1 1 0 0,1 0-1 0 0,-11 8 0 0 0,-6 1-3104 0 0,-40 19 0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52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18 180 3041 0 0,'-1'-1'97'0'0,"0"1"-1"0"0,0-1 0 0 0,0 0 0 0 0,0 1 1 0 0,0-1-1 0 0,0 0 0 0 0,0 0 0 0 0,0 0 1 0 0,0 0-1 0 0,0 0 0 0 0,0 0 0 0 0,1 0 1 0 0,-1 0-1 0 0,0 0 0 0 0,1 0 0 0 0,-1 0 1 0 0,1-1-1 0 0,-1 1 0 0 0,1 0 0 0 0,-1 0 0 0 0,1-1 1 0 0,0 1-1 0 0,0 0 0 0 0,-1 0 0 0 0,1-1 1 0 0,0 1-1 0 0,1-2 0 0 0,0 1 75 0 0,1 0 0 0 0,-1 0 0 0 0,1 1 0 0 0,0-1 0 0 0,0 0 0 0 0,0 1 0 0 0,0-1-1 0 0,0 1 1 0 0,0 0 0 0 0,0 0 0 0 0,4-2 0 0 0,13-7 486 0 0,-19 10-619 0 0,1-1 0 0 0,-1 1-1 0 0,0 0 1 0 0,1 0 0 0 0,-1-1 0 0 0,1 1 0 0 0,-1 0 0 0 0,0-1 0 0 0,1 1 0 0 0,-1 0-1 0 0,0-1 1 0 0,1 1 0 0 0,-1-1 0 0 0,0 1 0 0 0,0 0 0 0 0,0-1 0 0 0,1 1-1 0 0,-1-1 1 0 0,0 1 0 0 0,0-1 0 0 0,0 1 0 0 0,0-1 0 0 0,0 1 0 0 0,0-1 0 0 0,0 1-1 0 0,1-1 1 0 0,-2 1 0 0 0,1-1 0 0 0,0 0-23 0 0,0 1 1 0 0,0 0-1 0 0,0-1 1 0 0,0 1-1 0 0,0 0 1 0 0,0-1-1 0 0,0 1 1 0 0,0 0-1 0 0,0-1 1 0 0,0 1-1 0 0,1 0 1 0 0,-1-1-1 0 0,0 1 1 0 0,0 0-1 0 0,0-1 1 0 0,0 1-1 0 0,0 0 1 0 0,1-1-1 0 0,-1 1 1 0 0,0 0-1 0 0,0 0 1 0 0,1-1-1 0 0,-1 1 1 0 0,0 0-1 0 0,0 0 1 0 0,1 0-1 0 0,-1-1 1 0 0,1 1-1 0 0,48-19 1169 0 0,-6 3-260 0 0,-42 16-893 0 0,22-11 471 0 0,0 1 1 0 0,0 0-1 0 0,1 2 1 0 0,0 1-1 0 0,0 1 1 0 0,30-3-1 0 0,-26 8-392 0 0,1 1 0 0 0,-1 1-1 0 0,0 1 1 0 0,1 2 0 0 0,-1 0-1 0 0,-1 2 1 0 0,1 2 0 0 0,40 15-1 0 0,41 28-24 0 0,-93-43-65 0 0,-1 1 1 0 0,0 0-1 0 0,-1 1 1 0 0,24 20-1 0 0,-36-28-10 0 0,0 1-1 0 0,0 0 1 0 0,-1 0 0 0 0,1 0-1 0 0,0-1 1 0 0,-1 2-1 0 0,0-1 1 0 0,0 0 0 0 0,0 0-1 0 0,0 0 1 0 0,0 0-1 0 0,-1 1 1 0 0,1-1 0 0 0,-1 0-1 0 0,0 4 1 0 0,0 1 20 0 0,0 0 1 0 0,-1-1 0 0 0,-1 1-1 0 0,-3 12 1 0 0,-16 36 129 0 0,13-29-80 0 0,7-20-62 0 0,0-1 0 0 0,-1 1 0 0 0,1-1 1 0 0,-1 0-1 0 0,-1 1 0 0 0,0-1 1 0 0,1 0-1 0 0,-2 0 0 0 0,1-1 0 0 0,-1 1 1 0 0,0-1-1 0 0,0 0 0 0 0,0 0 0 0 0,-1 0 1 0 0,1 0-1 0 0,-1-1 0 0 0,-1 0 1 0 0,-5 4-1 0 0,-5 1-90 0 0,-1-1 0 0 0,0-1 0 0 0,0-1-1 0 0,0 0 1 0 0,-1-1 0 0 0,0-1 0 0 0,0-1 0 0 0,-1 0 0 0 0,1-2 0 0 0,-1 0 0 0 0,-20-2 0 0 0,-2-1-15 0 0,0-2-1 0 0,0-1 1 0 0,-75-22 0 0 0,99 21 175 0 0,0 0 1 0 0,1-2-1 0 0,-28-16 1 0 0,2 1 331 0 0,39 21-429 0 0,0 1 0 0 0,0-1 0 0 0,0 0 0 0 0,0 0 0 0 0,1 0 0 0 0,-1 0 1 0 0,1 0-1 0 0,-4-4 0 0 0,2-2-248 0 0,3 3-20 0 0,2 6 272 0 0,0 0 1 0 0,0-1-1 0 0,1 1 1 0 0,-1 0-1 0 0,0-1 1 0 0,0 1-1 0 0,0-1 0 0 0,0 1 1 0 0,1-1-1 0 0,-1 0 1 0 0,0 1-1 0 0,0-1 1 0 0,1 0-1 0 0,-1 0 1 0 0,0 0-1 0 0,0 0 0 0 0,3 0 1 0 0,5 1 19 0 0,27 14 150 0 0,-1 1 70 0 0,2-3 42 0 0,-1 1 0 0 0,0 1 0 0 0,50 31 0 0 0,-34-13 109 0 0,81 68 1 0 0,-106-76-400 0 0,-26-23-163 0 0,1 0-1 0 0,-1-1 1 0 0,1 1 0 0 0,-1-1-1 0 0,1 1 1 0 0,-1-1 0 0 0,1 1-1 0 0,0-1 1 0 0,0 0 0 0 0,0 0-1 0 0,0 0 1 0 0,0 0 0 0 0,0 0-1 0 0,0 0 1 0 0,0-1 0 0 0,0 1-1 0 0,1-1 1 0 0,-1 0 0 0 0,0 1-1 0 0,0-1 1 0 0,0 0 0 0 0,1 0-1 0 0,-1 0 1 0 0,0 0 0 0 0,0-1-1 0 0,0 1 1 0 0,1-1 0 0 0,-1 1-1 0 0,0-1 1 0 0,0 0 0 0 0,2-1-1 0 0,-4 2 102 0 0,1 0-1 0 0,-1 0 0 0 0,0 0 0 0 0,0 0 0 0 0,1 0 1 0 0,-1 0-1 0 0,0 0 0 0 0,0-1 0 0 0,1 1 0 0 0,-1 0 0 0 0,0 0 1 0 0,0 0-1 0 0,0 0 0 0 0,1-1 0 0 0,-1 1 0 0 0,0 0 1 0 0,0 0-1 0 0,0 0 0 0 0,0-1 0 0 0,1 1 0 0 0,-1 0 1 0 0,0 0-1 0 0,0-1 0 0 0,0 1 0 0 0,0 0 0 0 0,0 0 0 0 0,0-1 1 0 0,0 1-1 0 0,0 0 0 0 0,0 0 0 0 0,0-1 0 0 0,0 1 1 0 0,0-1-44 0 0,0 1 1 0 0,0-1 0 0 0,0 1-1 0 0,0 0 1 0 0,0-1-1 0 0,1 1 1 0 0,-1-1 0 0 0,0 1-1 0 0,0 0 1 0 0,0-1 0 0 0,0 1-1 0 0,0 0 1 0 0,1-1 0 0 0,-1 1-1 0 0,0 0 1 0 0,0-1-1 0 0,1 1 1 0 0,-1 0 0 0 0,0 0-1 0 0,0-1 1 0 0,1 1 0 0 0,-1 0-1 0 0,0 0 1 0 0,1-1-1 0 0,-1 1 1 0 0,0 0 0 0 0,1 0-1 0 0,21-13-2949 0 0,-22 12 2929 0 0,1 1 1 0 0,-1 0-1 0 0,1-1 0 0 0,-1 1 0 0 0,0-1 0 0 0,1 1 0 0 0,-1-1 1 0 0,0 1-1 0 0,1-1 0 0 0,-1 1 0 0 0,0-1 0 0 0,0 1 0 0 0,1-1 0 0 0,-1 0 1 0 0,0 1-1 0 0,0-1 0 0 0,0 1 0 0 0,0-1 0 0 0,0 0 0 0 0,0 1 0 0 0,0-2 1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52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581 1 1521 0 0,'-6'0'1534'0'0,"-12"1"-450"0"0,0 2-1 0 0,0 0 1 0 0,0 1 0 0 0,0 1 0 0 0,1 0 0 0 0,0 1 0 0 0,-21 11-1 0 0,0 1 21 0 0,0 1-1 0 0,1 2 0 0 0,1 1 0 0 0,1 2 0 0 0,1 1 0 0 0,-33 33 1 0 0,53-44-981 0 0,0 1 1 0 0,1 1 0 0 0,0 0-1 0 0,1 1 1 0 0,1 1 0 0 0,-13 27 0 0 0,19-34-70 0 0,0 0 1 0 0,2 0 0 0 0,-1 1-1 0 0,1-1 1 0 0,1 1 0 0 0,0 0-1 0 0,1 0 1 0 0,0 0 0 0 0,1 0-1 0 0,0 0 1 0 0,4 24 0 0 0,-1-20-50 0 0,0-1 0 0 0,1 1 0 0 0,1-1 0 0 0,0 0 1 0 0,1 0-1 0 0,1-1 0 0 0,0 1 0 0 0,1-1 0 0 0,0-1 0 0 0,1 0 1 0 0,1 0-1 0 0,0-1 0 0 0,1 0 0 0 0,0-1 0 0 0,1 0 1 0 0,0 0-1 0 0,15 9 0 0 0,1-3-534 0 0,0-1 1 0 0,1-1-1 0 0,1-1 1 0 0,1-2-1 0 0,56 15 0 0 0,-25-13-4208 0 0,126 10 0 0 0,-57-15-1359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53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99 277 1761 0 0,'0'0'320'0'0,"-57"6"7132"0"0,28-10-3858 0 0,29 3-3522 0 0,-1 1-1 0 0,0 0 1 0 0,1-1 0 0 0,-1 1-1 0 0,0 0 1 0 0,0-1-1 0 0,1 1 1 0 0,-1-1 0 0 0,1 1-1 0 0,-1-1 1 0 0,1 0-1 0 0,-1 1 1 0 0,1-1 0 0 0,-1 1-1 0 0,1-1 1 0 0,-1 0-1 0 0,1 0 1 0 0,0 1-1 0 0,-1-1 1 0 0,1 0 0 0 0,0 1-1 0 0,-1-1 1 0 0,1 0-1 0 0,0 0 1 0 0,0 0 0 0 0,0-1-1 0 0,0-6 256 0 0,1 0 0 0 0,0-1 0 0 0,0 1-1 0 0,1 0 1 0 0,0 0 0 0 0,1 0 0 0 0,-1 0 0 0 0,2 0-1 0 0,-1 1 1 0 0,1-1 0 0 0,5-8 0 0 0,-2 5 95 0 0,-1-1 1 0 0,9-23-1 0 0,-10 17-87 0 0,-3 13-251 0 0,-1 0 0 0 0,1-1 0 0 0,0 1 0 0 0,0 0 0 0 0,0 0 0 0 0,1 0-1 0 0,-1 0 1 0 0,1 1 0 0 0,5-7 0 0 0,-7 10-72 0 0,0 1 0 0 0,-1-1 0 0 0,1 1 0 0 0,-1-1 0 0 0,0 0 1 0 0,1 1-1 0 0,-1-1 0 0 0,0 0 0 0 0,1 1 0 0 0,-1-1 0 0 0,0 0 0 0 0,0 0 0 0 0,1 1 0 0 0,-1-1 0 0 0,0 0 0 0 0,0 0 0 0 0,0 1 0 0 0,0-1 0 0 0,0-1 0 0 0,0 1-9 0 0,0 1 0 0 0,0 0-1 0 0,0 0 1 0 0,-1-1-1 0 0,1 1 1 0 0,0 0-1 0 0,0 0 1 0 0,0-1 0 0 0,0 1-1 0 0,1 0 1 0 0,-1 0-1 0 0,0-1 1 0 0,0 1-1 0 0,0 0 1 0 0,0 0 0 0 0,0-1-1 0 0,0 1 1 0 0,0 0-1 0 0,0 0 1 0 0,0-1-1 0 0,1 1 1 0 0,-1 0 0 0 0,0 0-1 0 0,0 0 1 0 0,0-1-1 0 0,1 1 1 0 0,-1 0-1 0 0,0 0 1 0 0,0 0 0 0 0,0 0-1 0 0,1 0 1 0 0,-1-1-1 0 0,0 1 1 0 0,0 0 0 0 0,1 0-1 0 0,-1 0 1 0 0,0 0-1 0 0,0 0 1 0 0,1 0-1 0 0,-1 0 1 0 0,4-1-39 0 0,0 1 0 0 0,0 0 0 0 0,-1 0 0 0 0,1 0 0 0 0,0 0 0 0 0,0 1 1 0 0,0-1-1 0 0,-1 1 0 0 0,1 0 0 0 0,0 0 0 0 0,-1 0 0 0 0,7 4 0 0 0,6 20-4 0 0,9 3 202 0 0,37 31 0 0 0,-2-2 101 0 0,-20-14-2 0 0,38 50 1 0 0,-66-76-289 0 0,-1 0 0 0 0,0 1 0 0 0,-1 0 0 0 0,-1 1 0 0 0,0 0 0 0 0,7 27-1 0 0,-10-19-20 0 0,-6-23 32 0 0,1 1 0 0 0,0-1 0 0 0,0 0-1 0 0,0 0 1 0 0,0 0 0 0 0,1 1 0 0 0,-1-1 0 0 0,1-1 0 0 0,0 1 0 0 0,0 0-1 0 0,1 0 1 0 0,-1-1 0 0 0,1 1 0 0 0,0-1 0 0 0,4 4 0 0 0,13 13-557 0 0,-22-16-124 0 0,-11-5-421 0 0,14 1 1072 0 0,-1 0-1 0 0,0 0 1 0 0,0-1-1 0 0,0 1 1 0 0,0 0 0 0 0,1 0-1 0 0,-1 0 1 0 0,0 0 0 0 0,0 0-1 0 0,0 0 1 0 0,0 0-1 0 0,0 0 1 0 0,1 0 0 0 0,-1 0-1 0 0,0-1 1 0 0,0 1-1 0 0,0 0 1 0 0,0 0 0 0 0,0 0-1 0 0,0 0 1 0 0,0 0 0 0 0,0-1-1 0 0,1 1 1 0 0,-1 0-1 0 0,0 0 1 0 0,0 0 0 0 0,0 0-1 0 0,0 0 1 0 0,0-1 0 0 0,0 1-1 0 0,0 0 1 0 0,0 0-1 0 0,0 0 1 0 0,0 0 0 0 0,0-1-1 0 0,0 1 1 0 0,0 0 0 0 0,0 0-1 0 0,0 0 1 0 0,0 0-1 0 0,0-1 1 0 0,0 1 0 0 0,-1 0-1 0 0,1 0 1 0 0,0 0-1 0 0,0 0 1 0 0,0-1 0 0 0,0 1-1 0 0,0 0 1 0 0,0 0 0 0 0,0 0-1 0 0,0 0 1 0 0,-1 0-1 0 0,1 0 1 0 0,0 0 0 0 0,0 0-1 0 0,0-1 1 0 0,0 1 0 0 0,0 0-1 0 0,-1 0 1 0 0,1 0-1 0 0,0 0 1 0 0,0 0 0 0 0,-1 0-1 0 0,56-34-9490 0 0,-54 33 9256 0 0,-1 0 0 0 0,1 0 0 0 0,-1 0 0 0 0,1 0 0 0 0,-1 0 0 0 0,1 0 0 0 0,-1 0 0 0 0,1 0 0 0 0,-1 0 0 0 0,0 0 0 0 0,0 0 1 0 0,0-1-1 0 0,1 1 0 0 0,-1 0 0 0 0,0 0 0 0 0,-1-2 0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53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224 173 5042 0 0,'-223'43'16821'0'0,"408"-65"-15586"0"0,-115 15-1229 0 0,191-15-700 0 0,-100 14-501 0 0,13-1-1920 0 0,-58-7-6434 0 0,-88 8 5920 0 0,-28 8 3490 0 0,0-1 0 0 0,1 1-1 0 0,-1 0 1 0 0,1-1 0 0 0,-1 1 0 0 0,0-1-1 0 0,1 1 1 0 0,-1-1 0 0 0,0 1 0 0 0,1-1-1 0 0,-1 1 1 0 0,0-1 0 0 0,0 1 0 0 0,1-1-1 0 0,-1 1 1 0 0,0-1 0 0 0,0 1 0 0 0,0-1-1 0 0,0 0 1 0 0,0 1 0 0 0,0-1-1 0 0,0 1 1 0 0,0-1 0 0 0,0 0 0 0 0</inkml:trace>
  <inkml:trace contextRef="#ctx0" brushRef="#br0" timeOffset="1">707 1 3362 0 0,'0'20'3521'0'0,"0"22"241"0"0,0 0-881 0 0,0 5-640 0 0,-33 16-240 0 0,33-9-560 0 0,33 2-401 0 0,0-2-560 0 0,-33 2-319 0 0,0-16 79 0 0,32-11-400 0 0,-32-17-721 0 0,33-12-2400 0 0,32-20-2482 0 0,-32-1-2000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54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745 132 640 0 0,'-2'-3'2278'0'0,"9"-1"-1661"0"0,15 2 904 0 0,-16 2 1907 0 0,-12 0-1561 0 0,-16 0 81 0 0,17 0-107 0 0,1 7 2564 0 0,-8-4-2981 0 0,9-4-1845 0 0,16 1 1589 0 0,-7-2-1235 0 0,-6-3 14 0 0,0 3 213 0 0,0 0-87 0 0,0 0 0 0 0,0 0 1 0 0,-1 0-1 0 0,1 0 0 0 0,0 0 0 0 0,-1-1 0 0 0,0 1 0 0 0,1 0 1 0 0,-1 0-1 0 0,0 0 0 0 0,0 0 0 0 0,0 1 0 0 0,0-1 0 0 0,0 0 0 0 0,-1 0 1 0 0,1 1-1 0 0,0-1 0 0 0,-1 0 0 0 0,0 1 0 0 0,1 0 0 0 0,-1-1 1 0 0,0 1-1 0 0,-3-2 0 0 0,-6-6 159 0 0,0 3-141 0 0,1 1 1 0 0,-1 0-1 0 0,0 0 1 0 0,0 1 0 0 0,0 1-1 0 0,-19-4 1 0 0,5 1-26 0 0,0-2 99 0 0,14 4-88 0 0,-1 0 1 0 0,1 1-1 0 0,-1 0 1 0 0,0 1 0 0 0,-18-1-1 0 0,28 3-100 0 0,-1 0 1 0 0,0 0-1 0 0,1 1 0 0 0,-1-1 0 0 0,1 1 0 0 0,-1-1 1 0 0,0 1-1 0 0,1 0 0 0 0,0 0 0 0 0,-1 0 0 0 0,1 1 1 0 0,-1-1-1 0 0,1 0 0 0 0,0 1 0 0 0,0 0 0 0 0,0-1 1 0 0,0 1-1 0 0,0 0 0 0 0,0 0 0 0 0,1 0 1 0 0,-1 0-1 0 0,1 0 0 0 0,-1 1 0 0 0,1-1 0 0 0,0 0 1 0 0,0 1-1 0 0,0-1 0 0 0,0 1 0 0 0,-1 3 0 0 0,-1 2-18 0 0,1-2 19 0 0,0 0 0 0 0,0 0 0 0 0,1 0 0 0 0,0 0 0 0 0,-1 11 0 0 0,10 39-53 0 0,-5-42 82 0 0,0-1 0 0 0,0 26 1 0 0,-2-32 15 0 0,-1 0 0 0 0,1 1 1 0 0,1-1-1 0 0,-1 0 0 0 0,1 0 0 0 0,0 0 1 0 0,6 11-1 0 0,-5-12-30 0 0,0 1 1 0 0,-1-1-1 0 0,0 0 1 0 0,0 1-1 0 0,-1-1 0 0 0,0 1 1 0 0,1 11-1 0 0,-2 42 74 0 0,103-87-948 0 0,-89 25 969 0 0,-5 0-77 0 0,-1 0 0 0 0,1 1-1 0 0,0 0 1 0 0,13 0-1 0 0,-19 1-11 0 0,0 1 0 0 0,-1-1 0 0 0,1 1 0 0 0,0-1 0 0 0,-1 1 0 0 0,1 0 0 0 0,-1 0 0 0 0,0 0 0 0 0,1 0 0 0 0,-1 0 0 0 0,0 1 0 0 0,1-1 0 0 0,-1 1 0 0 0,0-1 0 0 0,0 1 0 0 0,0 0 0 0 0,0 0 0 0 0,-1 0 0 0 0,1 0 0 0 0,1 3 0 0 0,8 27 228 0 0,-3-16-120 0 0,-6-11-16 0 0,1-1 0 0 0,-1 1 0 0 0,0-1 0 0 0,0 1 0 0 0,-1 0 0 0 0,1 0 0 0 0,-1 0 0 0 0,0 6 0 0 0,-1-9-70 0 0,0 0 0 0 0,0 0 0 0 0,-1 0-1 0 0,1 0 1 0 0,-1 0 0 0 0,0 0 0 0 0,1-1-1 0 0,-1 1 1 0 0,0 0 0 0 0,0 0 0 0 0,0-1-1 0 0,0 1 1 0 0,-1 0 0 0 0,1-1 0 0 0,0 1-1 0 0,-1-1 1 0 0,1 1 0 0 0,-1-1 0 0 0,1 0-1 0 0,-1 0 1 0 0,0 0 0 0 0,1 0 0 0 0,-1 0-1 0 0,0 0 1 0 0,0 0 0 0 0,0 0 0 0 0,-2 0-1 0 0,-23 7-65 0 0,0-2 0 0 0,0 0 0 0 0,0-2 0 0 0,-1-1 0 0 0,0-1 0 0 0,1-1 0 0 0,-31-4 0 0 0,38 1-102 0 0,1-1 0 0 0,0-2-1 0 0,0 1 1 0 0,0-2 0 0 0,-28-13 0 0 0,21 9-210 0 0,-1 0-383 0 0,1-1 0 0 0,1-2 0 0 0,-1 0 1 0 0,-24-19-1 0 0,42 26 249 0 0,0 0 0 0 0,0-1 0 0 0,1 0 1 0 0,0 0-1 0 0,0 0 0 0 0,1-1 0 0 0,0 0 0 0 0,0-1 1 0 0,1 1-1 0 0,0-1 0 0 0,0 0 0 0 0,1-1 0 0 0,0 1 0 0 0,1-1 1 0 0,-4-16-1 0 0,4 6-1301 0 0,1-1 0 0 0,1-24 0 0 0,1-27-3784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55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4 1040 0 0,'-11'-1'1017'0'0,"-1"-1"-1"0"0,0 2 0 0 0,0-1 0 0 0,0 2 0 0 0,0 0 0 0 0,0 0 0 0 0,0 1 0 0 0,1 0 0 0 0,-1 1 0 0 0,-16 6 0 0 0,20-6-723 0 0,0 1 0 0 0,0-1-1 0 0,0 1 1 0 0,1 1 0 0 0,-1-1-1 0 0,1 1 1 0 0,0 1-1 0 0,0-1 1 0 0,1 1 0 0 0,0 0-1 0 0,0 1 1 0 0,0-1 0 0 0,-6 12-1 0 0,11-16-235 0 0,-1 0 0 0 0,1 1 0 0 0,0-1 0 0 0,0 1 1 0 0,0-1-1 0 0,0 1 0 0 0,1 0 0 0 0,-1-1 0 0 0,1 1 0 0 0,0 0 0 0 0,0-1 0 0 0,-1 1 0 0 0,2 0 0 0 0,-1-1 0 0 0,0 1 0 0 0,0 0 1 0 0,1-1-1 0 0,0 1 0 0 0,-1 0 0 0 0,1-1 0 0 0,0 1 0 0 0,0-1 0 0 0,1 1 0 0 0,-1-1 0 0 0,3 4 0 0 0,3 2 69 0 0,0 0 0 0 0,0-1 0 0 0,0 0 0 0 0,1 0-1 0 0,11 7 1 0 0,5 4 116 0 0,3 9 59 0 0,-18-18-197 0 0,1 0-1 0 0,0 0 0 0 0,0-1 0 0 0,0-1 0 0 0,22 13 1 0 0,36 10 25 0 0,111 32 1 0 0,-89-32-29 0 0,-59-19-76 0 0,62 13 0 0 0,-78-22-134 0 0,1 0 0 0 0,0-1 1 0 0,0-1-1 0 0,31-4 0 0 0,-43 3 86 0 0,1 1 0 0 0,-1-1 0 0 0,0 0 0 0 0,1 0 0 0 0,-1 0 0 0 0,0-1 0 0 0,0 0 1 0 0,0 1-1 0 0,0-1 0 0 0,7-5 0 0 0,-10 5 32 0 0,1 1 0 0 0,0-1 0 0 0,-1 0 1 0 0,0 1-1 0 0,1-1 0 0 0,-1 0 1 0 0,0 0-1 0 0,0 0 0 0 0,0 0 1 0 0,0-1-1 0 0,0 1 0 0 0,0 0 1 0 0,-1 0-1 0 0,1 0 0 0 0,-1-1 0 0 0,0 1 1 0 0,1 0-1 0 0,-1 0 0 0 0,0-3 1 0 0,0 3-5 0 0,0 0-1 0 0,-1 0 1 0 0,1 0 0 0 0,0 0 0 0 0,0 1 0 0 0,-1-1 0 0 0,1 0 0 0 0,-1 0 0 0 0,0 1 0 0 0,1-1 0 0 0,-1 0 0 0 0,0 1 0 0 0,0-1-1 0 0,0 1 1 0 0,0-1 0 0 0,0 1 0 0 0,-3-3 0 0 0,-29-17-4 0 0,3 5 3 0 0,-13-12-5 0 0,-10-6 35 0 0,-101-50 0 0 0,123 72-8 0 0,0 0 0 0 0,-1 3 1 0 0,-47-10-1 0 0,62 17-297 0 0,0 0 0 0 0,0 0 0 0 0,0 2 0 0 0,0 0 0 0 0,0 1 0 0 0,0 1-1 0 0,1 0 1 0 0,-29 9 0 0 0,37-9-158 0 0,3-1 139 0 0,0 1-1 0 0,0 0 0 0 0,0 0 1 0 0,0 0-1 0 0,1 0 0 0 0,-6 4 0 0 0,8-4 14 0 0,1-1 0 0 0,-1 1 0 0 0,1-1 0 0 0,-1 1 0 0 0,1-1 0 0 0,0 1-1 0 0,0 0 1 0 0,0 0 0 0 0,0 0 0 0 0,0 0 0 0 0,0 0 0 0 0,0-1 0 0 0,1 2-1 0 0,-1-1 1 0 0,1 0 0 0 0,-1 0 0 0 0,1 0 0 0 0,0 0 0 0 0,0 0 0 0 0,0 3-1 0 0,0 42-6218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55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41 240 0 0,'-4'0'713'0'0,"2"0"-518"0"0,1 1 0 0 0,-1-1 0 0 0,1 0 0 0 0,0 0 0 0 0,-1 0-1 0 0,1 0 1 0 0,-1 0 0 0 0,1 0 0 0 0,-1 0 0 0 0,1-1 0 0 0,0 1 0 0 0,-1 0-1 0 0,-8-6 11487 0 0,16 6-10227 0 0,97-7 1040 0 0,16-2-1640 0 0,446-9 1080 0 0,-201 24-1547 0 0,-204 6-2216 0 0,-59-4-3759 0 0,-73-7-94 0 0,-50-1-308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56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1 130 560 0 0,'2'-6'6001'0'0,"10"-3"-1089"0"0,21-7-3007 0 0,12-9-903 0 0,-12-9 279 0 0,-32 32-1222 0 0,1 0 1 0 0,0 1-1 0 0,0-1 1 0 0,-1 1-1 0 0,1-1 1 0 0,0 1-1 0 0,0-1 1 0 0,1 1-1 0 0,3-2 1 0 0,3-1 78 0 0,-4 1-53 0 0,0 0-1 0 0,0 0 1 0 0,1 1-1 0 0,-1 0 1 0 0,8-3 0 0 0,14 4 128 0 0,-27 2-194 0 0,1-1 0 0 0,-1 0 1 0 0,1 1-1 0 0,-1-1 0 0 0,1 0 1 0 0,-1 1-1 0 0,0-1 0 0 0,1 1 1 0 0,-1-1-1 0 0,0 1 0 0 0,1-1 1 0 0,-1 1-1 0 0,0-1 0 0 0,1 1 1 0 0,-1-1-1 0 0,0 1 0 0 0,0-1 1 0 0,0 1-1 0 0,0 0 0 0 0,1-1 1 0 0,-1 1-1 0 0,0-1 0 0 0,0 1 1 0 0,0 0-1 0 0,0-1 0 0 0,0 1 1 0 0,-1-1-1 0 0,1 1 0 0 0,0 0 1 0 0,0-1-1 0 0,-1 2 0 0 0,1 2 43 0 0,0 0 11 0 0,1-1 0 0 0,-1 1-1 0 0,1 0 1 0 0,0-1 0 0 0,0 1 0 0 0,0-1 0 0 0,1 1 0 0 0,-1-1 0 0 0,1 0-1 0 0,0 0 1 0 0,2 4 0 0 0,7 16 400 0 0,0 24 421 0 0,-1-21-549 0 0,-7-18-283 0 0,0 1 0 0 0,0-1 0 0 0,-1 1 0 0 0,0-1-1 0 0,0 1 1 0 0,-1 0 0 0 0,0 13 0 0 0,0-21-84 0 0,0 0 0 0 0,-1 0 0 0 0,1 0 0 0 0,0 0 0 0 0,0 0 0 0 0,0-1 0 0 0,-1 1 0 0 0,1 0 0 0 0,0 0 0 0 0,0-1 1 0 0,0 1-1 0 0,0-1 0 0 0,0 1 0 0 0,0-1 0 0 0,1 1 0 0 0,-1-1 0 0 0,0 0 0 0 0,0 1 0 0 0,0-1 0 0 0,0 0 0 0 0,0 0 0 0 0,1 0 0 0 0,-1 0 0 0 0,2 0 0 0 0,-2 0-56 0 0,25 5-1682 0 0,1-2 0 0 0,1 0-1 0 0,33-2 1 0 0,3-5-3925 0 0,-9-3 1790 0 0,-17 1 347 0 0</inkml:trace>
  <inkml:trace contextRef="#ctx0" brushRef="#br0" timeOffset="1">556 74 2561 0 0,'-32'50'5163'0'0,"20"-30"-2549"0"0,-1 0 1 0 0,-28 33-1 0 0,38-51-2427 0 0,1 0 0 0 0,0 0 0 0 0,0 1 0 0 0,0-1 0 0 0,0 0 0 0 0,1 1 0 0 0,-1-1 0 0 0,-2 6 0 0 0,4-7-117 0 0,0 0 1 0 0,1 0 0 0 0,-1 0-1 0 0,0 0 1 0 0,0 0-1 0 0,1 0 1 0 0,-1 0-1 0 0,0 0 1 0 0,1 0-1 0 0,-1 0 1 0 0,1 0 0 0 0,0 0-1 0 0,-1 0 1 0 0,1 0-1 0 0,0 0 1 0 0,-1 0-1 0 0,3 1 1 0 0,1 3 164 0 0,5 7 374 0 0,-8-11-553 0 0,0 1 0 0 0,0-1 0 0 0,0 1 0 0 0,0-1-1 0 0,1 1 1 0 0,-1-1 0 0 0,0 0 0 0 0,1 1 0 0 0,-1-1 0 0 0,1 0-1 0 0,0 0 1 0 0,-1 0 0 0 0,1 0 0 0 0,0-1 0 0 0,-1 1 0 0 0,1 0-1 0 0,3 0 1 0 0,22 7 218 0 0,0-1-1 0 0,0-1 1 0 0,1-1 0 0 0,41 2-1 0 0,-51-7-259 0 0,1-1 0 0 0,-1 0 0 0 0,1-1 1 0 0,-1-1-1 0 0,0-1 0 0 0,0-1 0 0 0,29-11 0 0 0,-45 15-5 0 0,1 0-1 0 0,-1 0 1 0 0,1 0-1 0 0,-1 0 1 0 0,0-1-1 0 0,0 1 1 0 0,0-1 0 0 0,0 0-1 0 0,0 1 1 0 0,0-1-1 0 0,0 0 1 0 0,2-4-1 0 0,-3 5-2 0 0,0-1 0 0 0,-1 0-1 0 0,1 1 1 0 0,-1-1-1 0 0,1 0 1 0 0,-1 1 0 0 0,0-1-1 0 0,0 0 1 0 0,0 0-1 0 0,0 0 1 0 0,0 1 0 0 0,0-1-1 0 0,0 0 1 0 0,0 0-1 0 0,-1 1 1 0 0,1-1 0 0 0,-1 0-1 0 0,1 1 1 0 0,-1-1-1 0 0,0 0 1 0 0,0 1 0 0 0,-1-2-1 0 0,-4-6 18 0 0,-1 0 0 0 0,0 0 0 0 0,0 1 0 0 0,-1 0 0 0 0,0 1 0 0 0,0 0 0 0 0,-11-7 0 0 0,-3-4 33 0 0,-4-2 38 0 0,-2 1-1 0 0,-38-20 0 0 0,42 29-134 0 0,17 11-587 0 0,8 0 338 0 0,1 0 0 0 0,-1 0 0 0 0,1 0 0 0 0,-1 0-1 0 0,1 0 1 0 0,0 0 0 0 0,-1 0 0 0 0,1-1-1 0 0,0 1 1 0 0,0 0 0 0 0,-1-1 0 0 0,1 0 0 0 0,0 1-1 0 0,0-1 1 0 0,0 0 0 0 0,2 0 0 0 0,148 15-11742 0 0,-86-8 8096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3:57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314 189 5683 0 0,'-29'13'1994'0'0,"19"-9"-1214"0"0,0 1-1 0 0,0 0 1 0 0,1 0 0 0 0,-1 1-1 0 0,1 0 1 0 0,0 0 0 0 0,1 1-1 0 0,-1 1 1 0 0,-8 9 0 0 0,-3 4 520 0 0,11-11-595 0 0,0 0 0 0 0,-13 18 0 0 0,21-27-655 0 0,1 0 0 0 0,-1 0 0 0 0,1 0 0 0 0,-1 0 0 0 0,1 1 1 0 0,0-1-1 0 0,-1 0 0 0 0,1 0 0 0 0,0 0 0 0 0,0 0 0 0 0,0 0 1 0 0,0 0-1 0 0,0 0 0 0 0,0 1 0 0 0,0-1 0 0 0,0 0 0 0 0,0 0 0 0 0,1 0 1 0 0,-1 0-1 0 0,0 0 0 0 0,1 0 0 0 0,-1 0 0 0 0,1 0 0 0 0,-1 0 1 0 0,2 2-1 0 0,19 18 724 0 0,-16-17-625 0 0,10 7 48 0 0,1 0-1 0 0,0-1 0 0 0,1 0 1 0 0,0-1-1 0 0,0-1 0 0 0,1-1 1 0 0,34 9-1 0 0,-13-7 174 0 0,0-2 0 0 0,62 4 1 0 0,-91-10-381 0 0,-1-1 0 0 0,1-1 1 0 0,-1 1-1 0 0,1-1 1 0 0,-1-1-1 0 0,0 0 0 0 0,15-4 1 0 0,-21 5 19 0 0,-3 1-4 0 0,1 0-1 0 0,-1 0 1 0 0,1 0 0 0 0,-1 0-1 0 0,0 0 1 0 0,1 0 0 0 0,-1 0-1 0 0,1-1 1 0 0,-1 1 0 0 0,1 0-1 0 0,-1 0 1 0 0,0 0 0 0 0,1 0-1 0 0,-1-1 1 0 0,0 1 0 0 0,1 0-1 0 0,-1 0 1 0 0,1-1 0 0 0,-1 1-1 0 0,0 0 1 0 0,0-1 0 0 0,1 1-1 0 0,-1 0 1 0 0,0-1 0 0 0,0 1-1 0 0,1 0 1 0 0,-1-1 0 0 0,0 1-1 0 0,0-1 1 0 0,0 1 0 0 0,0 0-1 0 0,1-1 1 0 0,-1 1 0 0 0,0-1-1 0 0,0 1 1 0 0,0-1 0 0 0,0 1-1 0 0,0 0 1 0 0,0-1 0 0 0,-1-14 115 0 0,0 1 0 0 0,-1 0 0 0 0,-1 0 0 0 0,0 0 0 0 0,-1 0 0 0 0,0 0 0 0 0,-1 1 0 0 0,-1 0 0 0 0,0 0 0 0 0,-1 0 1 0 0,0 1-1 0 0,-15-20 0 0 0,-4-4-88 0 0,-2 2 0 0 0,-1 1 1 0 0,-68-59-1 0 0,86 83-86 0 0,0 0 0 0 0,-1 1-1 0 0,0 1 1 0 0,-1 0 0 0 0,0 0 0 0 0,0 1-1 0 0,0 1 1 0 0,-17-4 0 0 0,-2 2-250 0 0,-1 1 0 0 0,-37-1 0 0 0,35 4-203 0 0,-11 2-3194 0 0,39 2-157 0 0,28 0-1512 0 0,11-1-2114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11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27 1841 0 0,'-5'-1'489'0'0,"4"1"-332"0"0,0 0-1 0 0,0 1 0 0 0,0-1 0 0 0,0-1 0 0 0,0 1 0 0 0,0 0 0 0 0,0 0 0 0 0,0 0 0 0 0,0 0 0 0 0,0-1 0 0 0,0 1 0 0 0,0 0 0 0 0,0-1 0 0 0,0 1 0 0 0,0-1 1 0 0,0 1-1 0 0,1-1 0 0 0,-1 0 0 0 0,0 1 0 0 0,0-1 0 0 0,0 0 0 0 0,1 0 0 0 0,-1 1 0 0 0,0-1 0 0 0,1 0 0 0 0,-1 0 0 0 0,1 0 0 0 0,-1 0 0 0 0,1 0 1 0 0,-1 0-1 0 0,1 0 0 0 0,0 0 0 0 0,-1 0 0 0 0,1 0 0 0 0,0 0 0 0 0,0 0 0 0 0,0 0 0 0 0,0-3 1361 0 0,26 5-1034 0 0,0 1 0 0 0,0 2 1 0 0,0 0-1 0 0,0 2 0 0 0,-1 0 1 0 0,0 2-1 0 0,34 15 0 0 0,-13-1 545 0 0,-2 2 0 0 0,67 47 0 0 0,-84-51-450 0 0,-2 1-1 0 0,0 2 1 0 0,34 39 0 0 0,-16-15 32 0 0,44 43 270 0 0,-11 6-239 0 0,-28-41-426 0 0,72 92 972 0 0,-105-125-983 0 0,0 1 0 0 0,-2 0 1 0 0,0 2-1 0 0,-2-1 0 0 0,10 30 1 0 0,14 55-1339 0 0,22 125 0 0 0,-55-225 554 0 0,-1-1-1 0 0,0 1 1 0 0,0-1 0 0 0,-1 1 0 0 0,-1-1-1 0 0,1 1 1 0 0,-4 11 0 0 0,3-16-199 0 0,0 0 1 0 0,-1 0-1 0 0,0-1 1 0 0,0 1-1 0 0,0-1 1 0 0,0 1-1 0 0,0-1 0 0 0,-1 0 1 0 0,1 0-1 0 0,-6 4 1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13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198 244 1121 0 0,'-5'-9'5364'0'0,"-11"3"-4403"0"0,10 5-30 0 0,-27-20 3231 0 0,32 19-3952 0 0,0 1 0 0 0,0-1 0 0 0,0 0-1 0 0,1 1 1 0 0,-1-1 0 0 0,0 0 0 0 0,1 0 0 0 0,-1 1 0 0 0,1-1 0 0 0,0 0-1 0 0,0 0 1 0 0,-1 0 0 0 0,1 0 0 0 0,0 0 0 0 0,1 1 0 0 0,-1-1 0 0 0,0 0-1 0 0,1-3 1 0 0,0-7 912 0 0,-1-2-449 0 0,-1 8-366 0 0,1-1 1 0 0,0 1-1 0 0,1 0 0 0 0,0-1 1 0 0,1-6-1 0 0,-1 11-259 0 0,0-1 0 0 0,0 1-1 0 0,0 0 1 0 0,1-1 0 0 0,-1 1 0 0 0,0 0-1 0 0,1 0 1 0 0,0 0 0 0 0,-1 0 0 0 0,1 0 0 0 0,0 0-1 0 0,0 0 1 0 0,0 1 0 0 0,0-1 0 0 0,4-1 0 0 0,11-8 77 0 0,-8 5-94 0 0,0 0-1 0 0,1 0 0 0 0,0 1 1 0 0,0 0-1 0 0,0 0 0 0 0,1 1 1 0 0,0 1-1 0 0,-1 0 0 0 0,1 0 1 0 0,0 1-1 0 0,0 0 0 0 0,17 1 1 0 0,5 0-34 0 0,-20 0-7 0 0,1 0 1 0 0,-1 2-1 0 0,0 0 0 0 0,1 0 1 0 0,-1 1-1 0 0,0 1 0 0 0,19 5 1 0 0,7 5-48 0 0,-1-1-44 0 0,-1 1 0 0 0,61 31 0 0 0,-49-2 207 0 0,-33-30 0 0 0,-12-10-58 0 0,-1 0 0 0 0,-1 0 1 0 0,1 0-1 0 0,0 0 0 0 0,0 0 0 0 0,-1 1 0 0 0,1-1 1 0 0,-1 1-1 0 0,0 0 0 0 0,0 0 0 0 0,0 0 0 0 0,0 0 0 0 0,0 0 1 0 0,-1 0-1 0 0,1 0 0 0 0,-1 0 0 0 0,0 1 0 0 0,0-1 1 0 0,0 0-1 0 0,0 1 0 0 0,-1-1 0 0 0,1 7 0 0 0,0 7 296 0 0,-1-11-258 0 0,1-1 1 0 0,-1 1-1 0 0,0-1 0 0 0,-1 1 1 0 0,1-1-1 0 0,-1 0 0 0 0,0 1 0 0 0,-4 9 1 0 0,-16 25 273 0 0,17-26-203 0 0,3-11-119 0 0,0 0 1 0 0,0 0 0 0 0,0 0 0 0 0,0 0 0 0 0,0-1 0 0 0,-1 1 0 0 0,1 0 0 0 0,-3 2 0 0 0,-45 38 468 0 0,28-25-180 0 0,-1 0-1 0 0,-1-1 1 0 0,-41 24 0 0 0,8-12 155 0 0,-1-3 0 0 0,0-2 0 0 0,-111 29 0 0 0,153-49-409 0 0,5-1 8 0 0,-19 6-31 0 0,-58 9 0 0 0,81-17-31 0 0,0 0-1 0 0,0 0 0 0 0,0-1 1 0 0,1 0-1 0 0,-1 0 0 0 0,0-1 1 0 0,0 0-1 0 0,0 0 1 0 0,0 0-1 0 0,1-1 0 0 0,-1 1 1 0 0,1-1-1 0 0,-1-1 0 0 0,1 1 1 0 0,0-1-1 0 0,-6-4 0 0 0,9 5-13 0 0,1-1 0 0 0,0 0 0 0 0,0 0 0 0 0,1 0 0 0 0,-1 0 0 0 0,0 1 0 0 0,1-1 0 0 0,0 0 0 0 0,0 0 0 0 0,0 0-1 0 0,0 0 1 0 0,0 0 0 0 0,0 0 0 0 0,1 0 0 0 0,0 0 0 0 0,-1 0 0 0 0,1 0 0 0 0,3-5 0 0 0,13 4-124 0 0,0 0 0 0 0,1 1 0 0 0,0 0 0 0 0,0 2-1 0 0,-1 0 1 0 0,1 1 0 0 0,0 1 0 0 0,0 0 0 0 0,27 7 0 0 0,20 5-179 0 0,74 26-1 0 0,-98-27 213 0 0,0 2-1 0 0,-1 1 0 0 0,-1 3 1 0 0,0 1-1 0 0,59 39 0 0 0,-87-50-1105 0 0,0 0 1 0 0,0-1-1 0 0,1 0 0 0 0,0-1 1 0 0,1-1-1 0 0,-1 0 0 0 0,1 0 1 0 0,23 4-1 0 0,29-5-7772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14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1521 0 0,'0'9'4002'0'0,"-33"3"1040"0"0,0 3-320 0 0,33-3-880 0 0,33 17 0 0 0,32 40-561 0 0,33-15-2401 0 0,0 2-1280 0 0,0-14 240 0 0,0-3 160 0 0,-39-4-400 0 0,39-14-801 0 0,-65-6-1440 0 0,-33-23-1681 0 0,0 16-1360 0 0,0-16-1522 0 0</inkml:trace>
  <inkml:trace contextRef="#ctx0" brushRef="#br0" timeOffset="1">196 572 5042 0 0,'-32'-6'4883'0'0,"32"-9"1680"0"0,0 1-4322 0 0,32 1-561 0 0,-32-22-319 0 0,66-27 160 0 0,-1-20-161 0 0,66-7-479 0 0,-40 41-561 0 0,-26-2-160 0 0,33 11-480 0 0,0-3-2001 0 0,0 7-5123 0 0,33 2-5442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14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1201 0 0,'17'-6'445'0'0,"-4"-6"4138"0"0,-12 8-3439 0 0,0 1 1 0 0,0 0-1 0 0,-1-1 0 0 0,1 1 0 0 0,-1-1 0 0 0,0 1 0 0 0,-1-8 0 0 0,1-4-345 0 0,0 15-779 0 0,0 0 0 0 0,0-1 0 0 0,0 1 1 0 0,0-1-1 0 0,0 1 0 0 0,0 0 0 0 0,0-1 1 0 0,0 1-1 0 0,1 0 0 0 0,-1-1 0 0 0,0 1 1 0 0,0 0-1 0 0,0-1 0 0 0,0 1 0 0 0,0 0 1 0 0,1-1-1 0 0,-1 1 0 0 0,0 0 0 0 0,0-1 1 0 0,1 1-1 0 0,-1 0 0 0 0,0 0 0 0 0,0-1 0 0 0,1 1 1 0 0,-1 0-1 0 0,0 0 0 0 0,1 0 0 0 0,0-1 1 0 0,3-1 40 0 0,-3 1-26 0 0,1 0 0 0 0,-1 0 0 0 0,1 0 1 0 0,-1 0-1 0 0,1 0 0 0 0,-1 0 0 0 0,0 0 0 0 0,0 0 0 0 0,1 0 0 0 0,-1-1 1 0 0,0 1-1 0 0,0-1 0 0 0,0 1 0 0 0,-1-1 0 0 0,1 1 0 0 0,0-1 0 0 0,0 1 1 0 0,-1-1-1 0 0,1 0 0 0 0,-1 1 0 0 0,1-1 0 0 0,-1 0 0 0 0,0 1 0 0 0,0-1 1 0 0,0 0-1 0 0,0 0 0 0 0,0 1 0 0 0,0-3 0 0 0,5 2 219 0 0,1-1-122 0 0,15-1 1390 0 0,-21 23-162 0 0,2-1-946 0 0,1 0 0 0 0,1 0-1 0 0,0 0 1 0 0,1 0-1 0 0,1-1 1 0 0,1 0 0 0 0,13 25-1 0 0,-5-9 80 0 0,12 28 87 0 0,36 58 0 0 0,-54-102-835 0 0,1-1 0 0 0,1-1 0 0 0,1 0 0 0 0,0-1 0 0 0,0 0 1 0 0,2-1-1 0 0,0 0 0 0 0,18 13 0 0 0,-17-20-5055 0 0,2-8 3022 0 0,-11 0 562 0 0,27-3-5611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15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6003 0 0,'0'68'7203'0'0,"33"-13"-2961"0"0,-33-14-2401 0 0,32 7-961 0 0,1 0-560 0 0,0-7-160 0 0,-1-5-80 0 0,1-9-880 0 0,0-21-2321 0 0,-1-12-3362 0 0,34-7-3122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16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875 120 1841 0 0,'1'-1'309'0'0,"-1"0"-1"0"0,1 0 1 0 0,-1 0 0 0 0,1 0 0 0 0,0 1 0 0 0,-1-1-1 0 0,1 0 1 0 0,0 0 0 0 0,0 1 0 0 0,0-1 0 0 0,-1 0-1 0 0,1 1 1 0 0,0-1 0 0 0,0 1 0 0 0,0-1 0 0 0,0 1-1 0 0,0-1 1 0 0,0 1 0 0 0,0 0 0 0 0,0-1 0 0 0,0 1-1 0 0,1 0 1 0 0,-1 0 0 0 0,0 0 0 0 0,0 0 0 0 0,0 0-1 0 0,2 0 1 0 0,30 1 5345 0 0,-11-1-3170 0 0,-6-1-940 0 0,-16 0-1458 0 0,0 0 0 0 0,0 1 0 0 0,0-1 0 0 0,0 1 0 0 0,0-1 0 0 0,0 1 0 0 0,0-1 0 0 0,0 1 0 0 0,0-1 0 0 0,0 1 0 0 0,0-1 0 0 0,0 1 0 0 0,0-1 0 0 0,-1 1 0 0 0,1-1 0 0 0,0 1 0 0 0,0-1 0 0 0,-1 1 0 0 0,1 0 0 0 0,0-1 0 0 0,-1 1-1 0 0,1-1 1 0 0,0 1 0 0 0,-1 0 0 0 0,1-1 0 0 0,-1 0 0 0 0,-30-9 721 0 0,-31-14 0 0 0,33 12-384 0 0,-1 1-1 0 0,-40-8 1 0 0,48 11-208 0 0,20 7-207 0 0,0 0 1 0 0,0 0-1 0 0,0 0 0 0 0,0 0 1 0 0,-1 0-1 0 0,1 1 0 0 0,0-1 1 0 0,0 1-1 0 0,0 0 0 0 0,-1-1 1 0 0,1 1-1 0 0,0 0 0 0 0,0 0 0 0 0,-1 1 1 0 0,1-1-1 0 0,0 0 0 0 0,0 1 1 0 0,-3 0-1 0 0,-16 5-328 0 0,20-6 294 0 0,1 0 0 0 0,-1 0-1 0 0,1 0 1 0 0,-1 1 0 0 0,1-1 0 0 0,0 0-1 0 0,-1 0 1 0 0,1 1 0 0 0,0-1 0 0 0,-1 0-1 0 0,1 1 1 0 0,0-1 0 0 0,-1 1 0 0 0,1-1-1 0 0,0 0 1 0 0,0 1 0 0 0,0-1 0 0 0,-1 1-1 0 0,1-1 1 0 0,0 1 0 0 0,0-1 0 0 0,0 0 0 0 0,0 1-1 0 0,0-1 1 0 0,0 1 0 0 0,0-1 0 0 0,0 1-1 0 0,0-1 1 0 0,0 1 0 0 0,0-1 0 0 0,0 1-1 0 0,0-1 1 0 0,0 1 0 0 0,0 0 0 0 0,7 14-283 0 0,1-8 204 0 0,-7-6 100 0 0,1 0 0 0 0,-1 0 1 0 0,0 0-1 0 0,1 0 0 0 0,-1 0 0 0 0,0 1 1 0 0,0-1-1 0 0,0 0 0 0 0,0 1 1 0 0,0-1-1 0 0,0 1 0 0 0,0-1 0 0 0,-1 1 1 0 0,1-1-1 0 0,0 1 0 0 0,-1 0 1 0 0,1-1-1 0 0,-1 1 0 0 0,0 0 0 0 0,1-1 1 0 0,-1 1-1 0 0,0 3 0 0 0,-1 11 153 0 0,0-10-108 0 0,0-1 0 0 0,1 0 0 0 0,0 1 0 0 0,0-1-1 0 0,0 1 1 0 0,1-1 0 0 0,-1 0 0 0 0,1 1 0 0 0,1-1 0 0 0,2 9 0 0 0,7-6-3 0 0,-10-8-32 0 0,0 1-1 0 0,0-1 0 0 0,0 0 0 0 0,0 1 1 0 0,0-1-1 0 0,-1 1 0 0 0,1-1 0 0 0,0 1 1 0 0,0 0-1 0 0,0-1 0 0 0,-1 1 0 0 0,1 0 1 0 0,-1-1-1 0 0,1 1 0 0 0,0 0 0 0 0,-1 0 0 0 0,1 0 1 0 0,-1 0-1 0 0,1-1 0 0 0,-1 1 0 0 0,0 0 1 0 0,1 0-1 0 0,-1 0 0 0 0,0 0 0 0 0,0 0 1 0 0,0 0-1 0 0,0 0 0 0 0,0 1 0 0 0,1-1 2 0 0,-1 0 0 0 0,1 0-1 0 0,-1-1 1 0 0,1 1 0 0 0,0 0-1 0 0,-1 0 1 0 0,1-1 0 0 0,0 1-1 0 0,-1 0 1 0 0,1-1 0 0 0,0 1-1 0 0,0 0 1 0 0,-1-1 0 0 0,1 1-1 0 0,0-1 1 0 0,0 0-1 0 0,0 1 1 0 0,0-1 0 0 0,0 0-1 0 0,0 1 1 0 0,0-1 0 0 0,1 0-1 0 0,1 1 12 0 0,1 1-22 0 0,0-1 0 0 0,0 1-1 0 0,0-1 1 0 0,0 0 0 0 0,1 0 0 0 0,-1 0 0 0 0,0-1-1 0 0,0 0 1 0 0,1 1 0 0 0,-1-2 0 0 0,0 1 0 0 0,8-1-1 0 0,-5 0 23 0 0,-1 0-1 0 0,1 1 0 0 0,0 0 0 0 0,12 2 0 0 0,70 12 95 0 0,-35-6-46 0 0,91 26 0 0 0,-93-15-109 0 0,-48-17 42 0 0,0-1 0 0 0,0 1-1 0 0,0 1 1 0 0,0-1 0 0 0,0 1-1 0 0,-1-1 1 0 0,0 1 0 0 0,1 0-1 0 0,3 5 1 0 0,4 19 82 0 0,-2-14-26 0 0,-8-12-41 0 0,1 1 0 0 0,-1 0-1 0 0,1-1 1 0 0,-1 1 0 0 0,0 0 0 0 0,0 0 0 0 0,0 0-1 0 0,0 0 1 0 0,0 0 0 0 0,0 0 0 0 0,0 0-1 0 0,-1 1 1 0 0,1-1 0 0 0,-1 0 0 0 0,0 0-1 0 0,1 0 1 0 0,-1 1 0 0 0,0-1 0 0 0,0 0-1 0 0,0 0 1 0 0,-1 1 0 0 0,1-1 0 0 0,-1 0 0 0 0,0 4-1 0 0,-3 1 25 0 0,1-1 0 0 0,-1 0-1 0 0,0-1 1 0 0,-1 1 0 0 0,1-1-1 0 0,-1 0 1 0 0,0 0 0 0 0,0 0-1 0 0,-1-1 1 0 0,1 1 0 0 0,-1-1-1 0 0,0-1 1 0 0,0 1 0 0 0,-10 3-1 0 0,-13 5 133 0 0,1-1 0 0 0,-32 6-1 0 0,37-10-130 0 0,-14 2-97 0 0,-1-1 1 0 0,-1-2-1 0 0,1-1 0 0 0,-70-2 1 0 0,29-4-459 0 0,-1-3 0 0 0,-134-25 1 0 0,171 20-222 0 0,1-3-1 0 0,-50-21 1 0 0,64 21-829 0 0,0-1 1 0 0,2-1-1 0 0,-49-36 0 0 0,4-12-6236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17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55 960 0 0,'-56'-18'9864'0'0,"26"9"-6441"0"0,29 8-3112 0 0,1 0 0 0 0,-1 1 0 0 0,0-1 0 0 0,1 0 0 0 0,-1 1 0 0 0,1-1 0 0 0,-1 0 0 0 0,1 0 0 0 0,0 1 0 0 0,-1-1 0 0 0,1 0 0 0 0,0 0 0 0 0,-1 0 0 0 0,1 0 0 0 0,0 0 0 0 0,0 0 0 0 0,0 1 0 0 0,0-1 0 0 0,0 0 0 0 0,0 0 0 0 0,0 0 0 0 0,0 0 0 0 0,0 0 0 0 0,0 0 0 0 0,1-1 0 0 0,-1-1 460 0 0,6 2-278 0 0,279 6 36 0 0,0 10-6834 0 0,-267-13 5658 0 0,4-1-2526 0 0,-1 1 0 0 0,0 1 0 0 0,33 9 0 0 0,-21-5-669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17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0 1201 0 0,'-20'7'1692'0'0,"-10"4"337"0"0,29-10-1858 0 0,0-1 0 0 0,0 0-1 0 0,0 1 1 0 0,0-1 0 0 0,0 1-1 0 0,1-1 1 0 0,-1 1-1 0 0,0 0 1 0 0,0-1 0 0 0,1 1-1 0 0,-1 0 1 0 0,0-1 0 0 0,1 1-1 0 0,-1 0 1 0 0,1 0-1 0 0,-1 0 1 0 0,1 0 0 0 0,-1-1-1 0 0,1 1 1 0 0,0 0 0 0 0,-1 0-1 0 0,1 0 1 0 0,0 2-1 0 0,0 1 1022 0 0,1-3-866 0 0,-1 1 0 0 0,0 0 0 0 0,1-1-1 0 0,-1 1 1 0 0,0 0 0 0 0,0 0 0 0 0,0-1 0 0 0,0 1 0 0 0,0 0 0 0 0,-1 0 0 0 0,1-1 0 0 0,-1 1 0 0 0,1 0 0 0 0,-1-1 0 0 0,1 1 0 0 0,-1-1 0 0 0,0 1 0 0 0,0-1 0 0 0,-1 3 0 0 0,2-4-296 0 0,-14 8 1103 0 0,23 0-136 0 0,-4-5-796 0 0,3 1 34 0 0,-1-2 0 0 0,1 1 0 0 0,-1-1 0 0 0,1 0 1 0 0,0-1-1 0 0,0 1 0 0 0,0-2 0 0 0,0 1 0 0 0,0-1 0 0 0,11-1 1 0 0,-7 1-9 0 0,92 0 547 0 0,-10-4-1975 0 0,95-15 1 0 0,88-31-10405 0 0,-169 33 4055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18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263 161 800 0 0,'-5'-2'3695'0'0,"-52"-8"1753"0"0,42 9-3981 0 0,0-1-1 0 0,0-1 0 0 0,0-1 0 0 0,-26-10 1 0 0,21 6-224 0 0,-20-11 1062 0 0,8-8-264 0 0,31 26-1986 0 0,0-1-1 0 0,0 1 1 0 0,0 0 0 0 0,1-1 0 0 0,-1 1 0 0 0,1-1-1 0 0,-1 1 1 0 0,1-1 0 0 0,-1 1 0 0 0,1-1-1 0 0,0 1 1 0 0,0-1 0 0 0,0 1 0 0 0,0-1 0 0 0,0 1-1 0 0,0-1 1 0 0,0 1 0 0 0,0-1 0 0 0,1 1 0 0 0,-1-1-1 0 0,1 1 1 0 0,-1-1 0 0 0,1 1 0 0 0,-1 0-1 0 0,1-1 1 0 0,0 1 0 0 0,1-2 0 0 0,14-3-125 0 0,1 1 1 0 0,0 0-1 0 0,1 1 0 0 0,-1 0 1 0 0,1 2-1 0 0,0 0 0 0 0,-1 1 1 0 0,35 3-1 0 0,-47-1 58 0 0,1 1 0 0 0,-1 0 0 0 0,0 0-1 0 0,0 0 1 0 0,0 1 0 0 0,-1-1 0 0 0,1 1 0 0 0,-1 0 0 0 0,1 1 0 0 0,6 6-1 0 0,-11-10 25 0 0,1 1-1 0 0,-1-1 0 0 0,0 0 1 0 0,0 1-1 0 0,1-1 0 0 0,-1 1 0 0 0,0-1 1 0 0,0 1-1 0 0,1-1 0 0 0,-1 1 0 0 0,0-1 1 0 0,0 1-1 0 0,0-1 0 0 0,0 1 1 0 0,0-1-1 0 0,0 1 0 0 0,0-1 0 0 0,0 1 1 0 0,0-1-1 0 0,0 1 0 0 0,0-1 0 0 0,0 1 1 0 0,0-1-1 0 0,0 1 0 0 0,-1-1 1 0 0,1 1-1 0 0,0-1 0 0 0,0 1 0 0 0,0-1 1 0 0,-1 1-1 0 0,1-1 0 0 0,0 0 1 0 0,-1 1-1 0 0,1-1 0 0 0,0 1 0 0 0,-1-1 1 0 0,0 1-1 0 0,-15 13 279 0 0,12-11-141 0 0,-6 12 434 0 0,9-13-506 0 0,-1 0-1 0 0,1 0 0 0 0,0-1 0 0 0,-1 1 0 0 0,1 0 1 0 0,-1-1-1 0 0,0 1 0 0 0,1-1 0 0 0,-1 1 0 0 0,0-1 1 0 0,0 0-1 0 0,0 0 0 0 0,0 0 0 0 0,0 0 0 0 0,0 0 0 0 0,0 0 1 0 0,-1 0-1 0 0,1-1 0 0 0,-3 1 0 0 0,-19 6 356 0 0,-1 0 1 0 0,1-2-1 0 0,-1-1 0 0 0,-35 1 0 0 0,51-6-754 0 0,17-1-26 0 0,41-3-333 0 0,72-1 5 0 0,-71 10 473 0 0,-1 1 0 0 0,0 3 0 0 0,0 2 1 0 0,75 26-1 0 0,-66-10 57 0 0,-54-23 160 0 0,0-1 0 0 0,-1 1 1 0 0,1-1-1 0 0,-1 1 1 0 0,0 0-1 0 0,0 0 0 0 0,0 1 1 0 0,0-1-1 0 0,0 1 1 0 0,-1-1-1 0 0,3 5 0 0 0,-4-6 22 0 0,-1-1 0 0 0,1 1-1 0 0,-1 0 1 0 0,0 0 0 0 0,1-1-1 0 0,-1 1 1 0 0,0 0 0 0 0,0 0 0 0 0,0-1-1 0 0,0 1 1 0 0,-1 0 0 0 0,1 0-1 0 0,0 0 1 0 0,-1-1 0 0 0,1 1-1 0 0,-1 0 1 0 0,1-1 0 0 0,-1 1-1 0 0,0 0 1 0 0,0-1 0 0 0,0 1-1 0 0,0-1 1 0 0,0 0 0 0 0,0 1-1 0 0,0-1 1 0 0,-2 2 0 0 0,-5 5 310 0 0,-1 0 0 0 0,0-1 0 0 0,-11 8 0 0 0,12-9-52 0 0,-44 27 796 0 0,0-3 0 0 0,-3-1 0 0 0,-66 24 0 0 0,112-49-1083 0 0,-8 2-167 0 0,-1 0 0 0 0,0-1 0 0 0,0-1 0 0 0,0 0 0 0 0,-1-2 0 0 0,1 0-1 0 0,-1-1 1 0 0,-32-3 0 0 0,7-8-4911 0 0,27-2 760 0 0,16 11 4018 0 0,1 1 1 0 0,0-1-1 0 0,-1 0 1 0 0,1 1-1 0 0,0-1 1 0 0,0 0-1 0 0,0 0 1 0 0,0 1-1 0 0,0-1 1 0 0,-1 0-1 0 0,1 1 1 0 0,0-1-1 0 0,1 0 1 0 0,-1 1-1 0 0,0-1 1 0 0,0 0-1 0 0,0 0 1 0 0,0 1-1 0 0,0-1 1 0 0,1 0-1 0 0,-1 1 1 0 0,0-1-1 0 0,1 1 1 0 0,-1-1-1 0 0,0 0 1 0 0,2 0-1 0 0,25-25-8150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20:04:19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775 28 720 0 0,'0'0'3949'0'0,"0"0"-3903"0"0,1 0 1 0 0,-1 0 0 0 0,0 0-1 0 0,0 0 1 0 0,0 0-1 0 0,0-1 1 0 0,0 1 0 0 0,0 0-1 0 0,0 0 1 0 0,0 0-1 0 0,1 0 1 0 0,-1-1-1 0 0,0 1 1 0 0,0 0 0 0 0,0 0-1 0 0,0 0 1 0 0,0-1-1 0 0,0 1 1 0 0,0 0 0 0 0,0 0-1 0 0,0 0 1 0 0,0-1-1 0 0,0 1 1 0 0,0 0 0 0 0,0 0-1 0 0,-1 0 1 0 0,1 0-1 0 0,0-1 1 0 0,0 1-1 0 0,0 0 1 0 0,0 0 0 0 0,0 0-1 0 0,0 0 1 0 0,0-1-1 0 0,0 1 1 0 0,-1 0 0 0 0,1 0-1 0 0,0 0 1 0 0,0 0-1 0 0,0 0 1 0 0,0 0 0 0 0,0-1-1 0 0,-1 1 1 0 0,1 0-1 0 0,0 0 1 0 0,0 0-1 0 0,0 0 1 0 0,-1 0 0 0 0,1 0-1 0 0,0 0 1 0 0,0 0-1 0 0,0 0 1 0 0,0 0 0 0 0,-1 0-1 0 0,1 0 1 0 0,0 0-1 0 0,0 0 1 0 0,0 0 0 0 0,-1 0-1 0 0,1 0 1 0 0,0 0-1 0 0,0 0 1 0 0,0 0-1 0 0,-1 0 1 0 0,1 0 0 0 0,0 1-1 0 0,-23-5 1379 0 0,0 1-1 0 0,-1 2 0 0 0,-30 1 1 0 0,-7-1 601 0 0,-162-11 4857 0 0,206 12-6595 0 0,0 0 1 0 0,0 1-1 0 0,0 1 1 0 0,1 1-1 0 0,-1 1 1 0 0,1 0-1 0 0,-29 12 1 0 0,27-9-209 0 0,1 2 0 0 0,0 0 0 0 0,-24 18 0 0 0,40-26-73 0 0,0 0 0 0 0,-1 0 0 0 0,1 0 0 0 0,0 1 0 0 0,0-1 0 0 0,0 1 1 0 0,0-1-1 0 0,0 1 0 0 0,1-1 0 0 0,-1 1 0 0 0,0 2 0 0 0,-3 5 28 0 0,-5 6 21 0 0,7-12-42 0 0,-1 0 0 0 0,1 1 0 0 0,0-1 1 0 0,1 1-1 0 0,-1 0 0 0 0,1 0 0 0 0,-1-1 0 0 0,1 1 0 0 0,0 0 0 0 0,1 0 1 0 0,-1 0-1 0 0,0 8 0 0 0,3 28 103 0 0,-1-24-72 0 0,0 0 0 0 0,-2 0 0 0 0,1 0 0 0 0,-2 0 0 0 0,-4 20 0 0 0,-16 17 102 0 0,11-4-54 0 0,2-24-53 0 0,6-20-24 0 0,1 0 1 0 0,0 0 0 0 0,0 0 0 0 0,0 0 0 0 0,1 0 0 0 0,0 0 0 0 0,0 1 0 0 0,0-1 0 0 0,1 0 0 0 0,0 1 0 0 0,0-1 0 0 0,0 1 0 0 0,0-1-1 0 0,3 8 1 0 0,2 5 30 0 0,16 33 0 0 0,-14-35-47 0 0,0 0 0 0 0,7 27 0 0 0,-8-6-26 0 0,-5-28 24 0 0,0-1 1 0 0,1 0 0 0 0,-1 0 0 0 0,2 0 0 0 0,-1 0 0 0 0,1-1-1 0 0,0 1 1 0 0,0-1 0 0 0,1 1 0 0 0,0-1 0 0 0,7 8 0 0 0,13 15 51 0 0,-3-5-15 0 0,26 42 0 0 0,-42-57-48 0 0,0-2 1 0 0,0 1 0 0 0,1 0 0 0 0,1-1-1 0 0,-1 0 1 0 0,1-1 0 0 0,0 1-1 0 0,1-1 1 0 0,0-1 0 0 0,0 0-1 0 0,0 0 1 0 0,15 8 0 0 0,3-2-249 0 0,-9-4-376 0 0,32 19 1 0 0,-36-20 610 0 0,1 0 1 0 0,0-1 0 0 0,0-1 0 0 0,0 0 0 0 0,1-1-1 0 0,-1 0 1 0 0,1-1 0 0 0,0-1 0 0 0,24 1-1 0 0,-16-1-28 0 0,140 11-63 0 0,0-7 0 0 0,-1-7 1 0 0,231-30-1 0 0,79-38-43 0 0,-276 33 533 0 0,-186 34-186 0 0,1-1 0 0 0,-1 0 0 0 0,0 0-1 0 0,-1-1 1 0 0,1 0 0 0 0,-1-1 0 0 0,0 0-1 0 0,17-12 1 0 0,-25 16-115 0 0,1 0 0 0 0,0 0 0 0 0,0-1 0 0 0,-1 1 0 0 0,1 0-1 0 0,-1-1 1 0 0,1 1 0 0 0,-1-1 0 0 0,1 0 0 0 0,-1 1 0 0 0,1-3 0 0 0,-2 3-20 0 0,0 0 0 0 0,0 0 0 0 0,0 0 0 0 0,0 0 0 0 0,0 1 0 0 0,-1-1 0 0 0,1 0 0 0 0,0 0 0 0 0,-1 0 0 0 0,1 1 0 0 0,0-1 0 0 0,-1 0 0 0 0,1 0 0 0 0,-1 1 0 0 0,1-1 0 0 0,-1 0 0 0 0,0 1 0 0 0,1-1 0 0 0,-2 0 0 0 0,-4-7 326 0 0,1 2-158 0 0,0 0 1 0 0,0 0-1 0 0,-1 0 0 0 0,0 1 1 0 0,0 0-1 0 0,0 0 0 0 0,0 0 0 0 0,-1 1 1 0 0,-13-7-1 0 0,-16-9 258 0 0,-53-37 407 0 0,-78-47 18 0 0,96 64-789 0 0,-146-85-116 0 0,-202-134 2 0 0,395 245-20 0 0,0 1-1 0 0,0 1 1 0 0,-36-11 0 0 0,35 14-198 0 0,24 8-28 0 0,0 0 0 0 0,-1 1 0 0 0,1-1 0 0 0,0 1 0 0 0,-1-1 0 0 0,1 1 1 0 0,0 0-1 0 0,-1 0 0 0 0,1-1 0 0 0,-1 1 0 0 0,1 0 0 0 0,0 0 0 0 0,-1 0 0 0 0,1 1 0 0 0,-1-1 0 0 0,1 0 0 0 0,0 0 0 0 0,-1 1 0 0 0,-1 0 0 0 0,0 1-544 0 0,2-2 400 0 0,1 0-1 0 0,-1 1 1 0 0,1-1 0 0 0,-1 0 0 0 0,1 1-1 0 0,-1-1 1 0 0,1 1 0 0 0,-1-1 0 0 0,1 1-1 0 0,0-1 1 0 0,-1 1 0 0 0,1 0-1 0 0,0-1 1 0 0,0 1 0 0 0,-1-1 0 0 0,1 1-1 0 0,0 0 1 0 0,0-1 0 0 0,0 1 0 0 0,0 0-1 0 0,0-1 1 0 0,0 1 0 0 0,0-1 0 0 0,0 1-1 0 0,0 0 1 0 0,0-1 0 0 0,0 1 0 0 0,0 0-1 0 0,0-1 1 0 0,1 1 0 0 0,-1 3-2225 0 0,0 16-5909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270CF-886C-F067-E77D-9BF0BA0D1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384804-9293-F2CA-004F-EAB874A23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992EE1-CF90-1457-F1C1-12D1914A8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ED0CD-2C60-43AC-A6D9-4E1A9D9FACAC}" type="datetimeFigureOut">
              <a:rPr lang="pt-BR" smtClean="0"/>
              <a:t>05/10/2023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9E4F95-C54E-8ED6-A9FF-26A3CE268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094062-BBB2-D90B-8569-32919C67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CFAD-0AE1-468A-87F3-E0B6F1247A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804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A4546-2EF5-C54A-90F7-71A251523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D5363-ACFB-61F1-AD9A-E8FE009AF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B4F70C-90F3-2874-C9A8-89CDC84E8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ED0CD-2C60-43AC-A6D9-4E1A9D9FACAC}" type="datetimeFigureOut">
              <a:rPr lang="pt-BR" smtClean="0"/>
              <a:t>05/10/2023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7AAF2D-61C3-157B-C2E6-C3C4BEA2A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4C269F-02CC-B1D6-D9B5-2B58DEBCC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CFAD-0AE1-468A-87F3-E0B6F1247A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4839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937CD-E0FC-EE11-7C49-867888150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CC1E73-F8D2-4171-BD0A-A865B5638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B897FF-EA6B-34F0-5559-1AA54FAC1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ED0CD-2C60-43AC-A6D9-4E1A9D9FACAC}" type="datetimeFigureOut">
              <a:rPr lang="pt-BR" smtClean="0"/>
              <a:t>05/10/2023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6B1FC4-FF85-744B-E704-11E5093C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219611-B33E-C47A-48B4-00A5043C3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CFAD-0AE1-468A-87F3-E0B6F1247A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9210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17811-D3AA-B015-AC6E-56EED976F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F6A7F9-FDC5-64A0-80D0-9993D22A4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8A89DD-B5C0-88B0-4B99-AD3E94280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3B9C8E-CEA6-0E36-E1CF-F07F3E0C1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ED0CD-2C60-43AC-A6D9-4E1A9D9FACAC}" type="datetimeFigureOut">
              <a:rPr lang="pt-BR" smtClean="0"/>
              <a:t>05/10/2023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031009-D7A5-F387-BBE6-8668186D2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13741C-E973-DDFA-ABC8-613F363E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CFAD-0AE1-468A-87F3-E0B6F1247A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538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7F810-B151-0815-D328-BAB941E5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F57861-CC57-A50A-9CD2-0E9ED4A5C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80C134-6626-26BE-2BC5-C646AB127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7F9821B-FA52-9173-444C-E2CF674C01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B2C1CA8-CD7E-0B2F-C58C-D3DECCFAD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403EBBA-18B2-A3D2-C253-7251FC2FB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ED0CD-2C60-43AC-A6D9-4E1A9D9FACAC}" type="datetimeFigureOut">
              <a:rPr lang="pt-BR" smtClean="0"/>
              <a:t>05/10/2023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B655381-2FF9-6FB1-2148-AE9524B2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C195326-FB43-6A5A-CA2A-101640BC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CFAD-0AE1-468A-87F3-E0B6F1247A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7640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3C2C6-B633-2DD1-BD67-FB4D7B19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BEEA92F-D8EA-5722-3948-C71046F2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ED0CD-2C60-43AC-A6D9-4E1A9D9FACAC}" type="datetimeFigureOut">
              <a:rPr lang="pt-BR" smtClean="0"/>
              <a:t>05/10/2023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29D8A22-9661-F527-B1CD-361C9EBED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1F80CA4-C060-3ACA-1808-B896321E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CFAD-0AE1-468A-87F3-E0B6F1247A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812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BA40AB6-1CBC-44BB-40E9-66C88C894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ED0CD-2C60-43AC-A6D9-4E1A9D9FACAC}" type="datetimeFigureOut">
              <a:rPr lang="pt-BR" smtClean="0"/>
              <a:t>05/10/2023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B879E0-E659-54C9-6C2A-792D10D91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1ED038-33B3-A2B1-84BF-BC3E47657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CFAD-0AE1-468A-87F3-E0B6F1247A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1024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FE0EB-A6AD-BF07-893B-BA2D4A69A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6D7685-88DC-AD49-94DF-64594DF4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84646F-3D01-F15C-7EF6-9C30FF7A6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D96A19-2328-AD72-62A8-24EC0D598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ED0CD-2C60-43AC-A6D9-4E1A9D9FACAC}" type="datetimeFigureOut">
              <a:rPr lang="pt-BR" smtClean="0"/>
              <a:t>05/10/2023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97754F-04AD-3953-E1D6-91743631D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6D18CF-8D13-E695-1840-46AF3B59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CFAD-0AE1-468A-87F3-E0B6F1247A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651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6C395-B960-5A47-655A-0AFDDEA6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AA44B47-9ECE-EAFF-A346-F62DE28F8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71648D-386A-79BF-A774-D303620C0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2BC157-E510-9803-861D-9C713C8A5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ED0CD-2C60-43AC-A6D9-4E1A9D9FACAC}" type="datetimeFigureOut">
              <a:rPr lang="pt-BR" smtClean="0"/>
              <a:t>05/10/2023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7A07D2-0284-2A7E-A727-725F37AB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E1815A-37A8-42CC-80D2-D1AF62D03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CFAD-0AE1-468A-87F3-E0B6F1247A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766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B3D30-66FF-2393-F72C-39AD2133C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06ABC91-62BE-48B6-20ED-05A2315A2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993E1D-7D69-B141-F67D-8FE023CBB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ED0CD-2C60-43AC-A6D9-4E1A9D9FACAC}" type="datetimeFigureOut">
              <a:rPr lang="pt-BR" smtClean="0"/>
              <a:t>05/10/2023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E7FE9A-4027-CAEB-239A-204E872AC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684F3D-6DA1-198C-60E0-5E5F21DFC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CFAD-0AE1-468A-87F3-E0B6F1247A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234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B3F869-66FD-5056-6267-EA6776D75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6DCAD0F-16E6-1128-F3F1-66CE8523A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1D4C3C-041D-DBB9-09CB-BF2F680A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ED0CD-2C60-43AC-A6D9-4E1A9D9FACAC}" type="datetimeFigureOut">
              <a:rPr lang="pt-BR" smtClean="0"/>
              <a:t>05/10/2023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947C08-570F-8EAC-22BF-F71055BB0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FE2864-0D7B-0850-D9C5-071251B2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ECFAD-0AE1-468A-87F3-E0B6F1247A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1008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8DA91AC-57A3-6064-45F4-A809D1791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FA94B5-9910-5D03-1844-E955928FD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AFB4F8-0016-6178-D0DC-FBD1FEE26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ED0CD-2C60-43AC-A6D9-4E1A9D9FACAC}" type="datetimeFigureOut">
              <a:rPr lang="pt-BR" smtClean="0"/>
              <a:t>05/10/2023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34A24D-56E3-ED09-00F7-634562711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4DF003-1463-BDF2-E720-A75F62363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ECFAD-0AE1-468A-87F3-E0B6F1247A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97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79.xml"/><Relationship Id="rId170" Type="http://schemas.openxmlformats.org/officeDocument/2006/relationships/image" Target="../media/image85.png"/><Relationship Id="rId226" Type="http://schemas.openxmlformats.org/officeDocument/2006/relationships/image" Target="../media/image113.png"/><Relationship Id="rId268" Type="http://schemas.openxmlformats.org/officeDocument/2006/relationships/image" Target="../media/image134.png"/><Relationship Id="rId32" Type="http://schemas.openxmlformats.org/officeDocument/2006/relationships/image" Target="../media/image16.png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80.png"/><Relationship Id="rId181" Type="http://schemas.openxmlformats.org/officeDocument/2006/relationships/customXml" Target="../ink/ink90.xml"/><Relationship Id="rId216" Type="http://schemas.openxmlformats.org/officeDocument/2006/relationships/image" Target="../media/image108.png"/><Relationship Id="rId237" Type="http://schemas.openxmlformats.org/officeDocument/2006/relationships/customXml" Target="../ink/ink118.xml"/><Relationship Id="rId258" Type="http://schemas.openxmlformats.org/officeDocument/2006/relationships/image" Target="../media/image129.png"/><Relationship Id="rId22" Type="http://schemas.openxmlformats.org/officeDocument/2006/relationships/image" Target="../media/image11.png"/><Relationship Id="rId43" Type="http://schemas.openxmlformats.org/officeDocument/2006/relationships/customXml" Target="../ink/ink21.xml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75.png"/><Relationship Id="rId171" Type="http://schemas.openxmlformats.org/officeDocument/2006/relationships/customXml" Target="../ink/ink85.xml"/><Relationship Id="rId192" Type="http://schemas.openxmlformats.org/officeDocument/2006/relationships/image" Target="../media/image96.png"/><Relationship Id="rId206" Type="http://schemas.openxmlformats.org/officeDocument/2006/relationships/image" Target="../media/image103.png"/><Relationship Id="rId227" Type="http://schemas.openxmlformats.org/officeDocument/2006/relationships/customXml" Target="../ink/ink113.xml"/><Relationship Id="rId248" Type="http://schemas.openxmlformats.org/officeDocument/2006/relationships/image" Target="../media/image124.png"/><Relationship Id="rId269" Type="http://schemas.openxmlformats.org/officeDocument/2006/relationships/customXml" Target="../ink/ink134.xml"/><Relationship Id="rId12" Type="http://schemas.openxmlformats.org/officeDocument/2006/relationships/image" Target="../media/image6.png"/><Relationship Id="rId33" Type="http://schemas.openxmlformats.org/officeDocument/2006/relationships/customXml" Target="../ink/ink16.xml"/><Relationship Id="rId108" Type="http://schemas.openxmlformats.org/officeDocument/2006/relationships/image" Target="../media/image54.png"/><Relationship Id="rId129" Type="http://schemas.openxmlformats.org/officeDocument/2006/relationships/customXml" Target="../ink/ink64.xml"/><Relationship Id="rId54" Type="http://schemas.openxmlformats.org/officeDocument/2006/relationships/image" Target="../media/image27.png"/><Relationship Id="rId75" Type="http://schemas.openxmlformats.org/officeDocument/2006/relationships/customXml" Target="../ink/ink37.xml"/><Relationship Id="rId96" Type="http://schemas.openxmlformats.org/officeDocument/2006/relationships/image" Target="../media/image48.png"/><Relationship Id="rId140" Type="http://schemas.openxmlformats.org/officeDocument/2006/relationships/image" Target="../media/image70.png"/><Relationship Id="rId161" Type="http://schemas.openxmlformats.org/officeDocument/2006/relationships/customXml" Target="../ink/ink80.xml"/><Relationship Id="rId182" Type="http://schemas.openxmlformats.org/officeDocument/2006/relationships/image" Target="../media/image91.png"/><Relationship Id="rId217" Type="http://schemas.openxmlformats.org/officeDocument/2006/relationships/customXml" Target="../ink/ink108.xml"/><Relationship Id="rId6" Type="http://schemas.openxmlformats.org/officeDocument/2006/relationships/image" Target="../media/image3.png"/><Relationship Id="rId238" Type="http://schemas.openxmlformats.org/officeDocument/2006/relationships/image" Target="../media/image119.png"/><Relationship Id="rId259" Type="http://schemas.openxmlformats.org/officeDocument/2006/relationships/customXml" Target="../ink/ink129.xml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270" Type="http://schemas.openxmlformats.org/officeDocument/2006/relationships/image" Target="../media/image135.png"/><Relationship Id="rId44" Type="http://schemas.openxmlformats.org/officeDocument/2006/relationships/image" Target="../media/image22.png"/><Relationship Id="rId65" Type="http://schemas.openxmlformats.org/officeDocument/2006/relationships/customXml" Target="../ink/ink32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51" Type="http://schemas.openxmlformats.org/officeDocument/2006/relationships/customXml" Target="../ink/ink75.xml"/><Relationship Id="rId172" Type="http://schemas.openxmlformats.org/officeDocument/2006/relationships/image" Target="../media/image86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28" Type="http://schemas.openxmlformats.org/officeDocument/2006/relationships/image" Target="../media/image114.png"/><Relationship Id="rId249" Type="http://schemas.openxmlformats.org/officeDocument/2006/relationships/customXml" Target="../ink/ink124.xml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image" Target="../media/image130.png"/><Relationship Id="rId34" Type="http://schemas.openxmlformats.org/officeDocument/2006/relationships/image" Target="../media/image17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20" Type="http://schemas.openxmlformats.org/officeDocument/2006/relationships/image" Target="../media/image60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62" Type="http://schemas.openxmlformats.org/officeDocument/2006/relationships/image" Target="../media/image81.png"/><Relationship Id="rId183" Type="http://schemas.openxmlformats.org/officeDocument/2006/relationships/customXml" Target="../ink/ink91.xml"/><Relationship Id="rId218" Type="http://schemas.openxmlformats.org/officeDocument/2006/relationships/image" Target="../media/image109.png"/><Relationship Id="rId239" Type="http://schemas.openxmlformats.org/officeDocument/2006/relationships/customXml" Target="../ink/ink119.xml"/><Relationship Id="rId250" Type="http://schemas.openxmlformats.org/officeDocument/2006/relationships/image" Target="../media/image125.png"/><Relationship Id="rId271" Type="http://schemas.openxmlformats.org/officeDocument/2006/relationships/customXml" Target="../ink/ink135.xml"/><Relationship Id="rId24" Type="http://schemas.openxmlformats.org/officeDocument/2006/relationships/image" Target="../media/image12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31" Type="http://schemas.openxmlformats.org/officeDocument/2006/relationships/customXml" Target="../ink/ink65.xml"/><Relationship Id="rId152" Type="http://schemas.openxmlformats.org/officeDocument/2006/relationships/image" Target="../media/image76.png"/><Relationship Id="rId173" Type="http://schemas.openxmlformats.org/officeDocument/2006/relationships/customXml" Target="../ink/ink86.xml"/><Relationship Id="rId194" Type="http://schemas.openxmlformats.org/officeDocument/2006/relationships/image" Target="../media/image97.png"/><Relationship Id="rId208" Type="http://schemas.openxmlformats.org/officeDocument/2006/relationships/image" Target="../media/image104.png"/><Relationship Id="rId229" Type="http://schemas.openxmlformats.org/officeDocument/2006/relationships/customXml" Target="../ink/ink114.xml"/><Relationship Id="rId240" Type="http://schemas.openxmlformats.org/officeDocument/2006/relationships/image" Target="../media/image120.png"/><Relationship Id="rId261" Type="http://schemas.openxmlformats.org/officeDocument/2006/relationships/customXml" Target="../ink/ink130.xml"/><Relationship Id="rId14" Type="http://schemas.openxmlformats.org/officeDocument/2006/relationships/image" Target="../media/image7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8" Type="http://schemas.openxmlformats.org/officeDocument/2006/relationships/image" Target="../media/image4.png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42" Type="http://schemas.openxmlformats.org/officeDocument/2006/relationships/image" Target="../media/image71.png"/><Relationship Id="rId163" Type="http://schemas.openxmlformats.org/officeDocument/2006/relationships/customXml" Target="../ink/ink81.xml"/><Relationship Id="rId184" Type="http://schemas.openxmlformats.org/officeDocument/2006/relationships/image" Target="../media/image92.png"/><Relationship Id="rId219" Type="http://schemas.openxmlformats.org/officeDocument/2006/relationships/customXml" Target="../ink/ink109.xml"/><Relationship Id="rId230" Type="http://schemas.openxmlformats.org/officeDocument/2006/relationships/image" Target="../media/image115.png"/><Relationship Id="rId251" Type="http://schemas.openxmlformats.org/officeDocument/2006/relationships/customXml" Target="../ink/ink125.xml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272" Type="http://schemas.openxmlformats.org/officeDocument/2006/relationships/image" Target="../media/image136.png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32" Type="http://schemas.openxmlformats.org/officeDocument/2006/relationships/image" Target="../media/image66.png"/><Relationship Id="rId153" Type="http://schemas.openxmlformats.org/officeDocument/2006/relationships/customXml" Target="../ink/ink76.xml"/><Relationship Id="rId174" Type="http://schemas.openxmlformats.org/officeDocument/2006/relationships/image" Target="../media/image87.png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220" Type="http://schemas.openxmlformats.org/officeDocument/2006/relationships/image" Target="../media/image110.png"/><Relationship Id="rId241" Type="http://schemas.openxmlformats.org/officeDocument/2006/relationships/customXml" Target="../ink/ink120.xml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262" Type="http://schemas.openxmlformats.org/officeDocument/2006/relationships/image" Target="../media/image131.png"/><Relationship Id="rId78" Type="http://schemas.openxmlformats.org/officeDocument/2006/relationships/image" Target="../media/image39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164" Type="http://schemas.openxmlformats.org/officeDocument/2006/relationships/image" Target="../media/image82.png"/><Relationship Id="rId185" Type="http://schemas.openxmlformats.org/officeDocument/2006/relationships/customXml" Target="../ink/ink92.xml"/><Relationship Id="rId9" Type="http://schemas.openxmlformats.org/officeDocument/2006/relationships/customXml" Target="../ink/ink4.xml"/><Relationship Id="rId210" Type="http://schemas.openxmlformats.org/officeDocument/2006/relationships/image" Target="../media/image105.png"/><Relationship Id="rId26" Type="http://schemas.openxmlformats.org/officeDocument/2006/relationships/image" Target="../media/image13.png"/><Relationship Id="rId231" Type="http://schemas.openxmlformats.org/officeDocument/2006/relationships/customXml" Target="../ink/ink115.xml"/><Relationship Id="rId252" Type="http://schemas.openxmlformats.org/officeDocument/2006/relationships/image" Target="../media/image126.png"/><Relationship Id="rId273" Type="http://schemas.openxmlformats.org/officeDocument/2006/relationships/customXml" Target="../ink/ink136.xml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54" Type="http://schemas.openxmlformats.org/officeDocument/2006/relationships/image" Target="../media/image77.png"/><Relationship Id="rId175" Type="http://schemas.openxmlformats.org/officeDocument/2006/relationships/customXml" Target="../ink/ink87.xml"/><Relationship Id="rId196" Type="http://schemas.openxmlformats.org/officeDocument/2006/relationships/image" Target="../media/image98.png"/><Relationship Id="rId200" Type="http://schemas.openxmlformats.org/officeDocument/2006/relationships/image" Target="../media/image100.png"/><Relationship Id="rId16" Type="http://schemas.openxmlformats.org/officeDocument/2006/relationships/image" Target="../media/image8.png"/><Relationship Id="rId221" Type="http://schemas.openxmlformats.org/officeDocument/2006/relationships/customXml" Target="../ink/ink110.xml"/><Relationship Id="rId242" Type="http://schemas.openxmlformats.org/officeDocument/2006/relationships/image" Target="../media/image121.png"/><Relationship Id="rId263" Type="http://schemas.openxmlformats.org/officeDocument/2006/relationships/customXml" Target="../ink/ink131.xml"/><Relationship Id="rId37" Type="http://schemas.openxmlformats.org/officeDocument/2006/relationships/customXml" Target="../ink/ink18.xml"/><Relationship Id="rId58" Type="http://schemas.openxmlformats.org/officeDocument/2006/relationships/image" Target="../media/image29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165" Type="http://schemas.openxmlformats.org/officeDocument/2006/relationships/customXml" Target="../ink/ink82.xml"/><Relationship Id="rId186" Type="http://schemas.openxmlformats.org/officeDocument/2006/relationships/image" Target="../media/image93.png"/><Relationship Id="rId211" Type="http://schemas.openxmlformats.org/officeDocument/2006/relationships/customXml" Target="../ink/ink105.xml"/><Relationship Id="rId232" Type="http://schemas.openxmlformats.org/officeDocument/2006/relationships/image" Target="../media/image116.png"/><Relationship Id="rId253" Type="http://schemas.openxmlformats.org/officeDocument/2006/relationships/customXml" Target="../ink/ink126.xml"/><Relationship Id="rId274" Type="http://schemas.openxmlformats.org/officeDocument/2006/relationships/image" Target="../media/image137.png"/><Relationship Id="rId27" Type="http://schemas.openxmlformats.org/officeDocument/2006/relationships/customXml" Target="../ink/ink13.xml"/><Relationship Id="rId48" Type="http://schemas.openxmlformats.org/officeDocument/2006/relationships/image" Target="../media/image24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7.png"/><Relationship Id="rId80" Type="http://schemas.openxmlformats.org/officeDocument/2006/relationships/image" Target="../media/image40.png"/><Relationship Id="rId155" Type="http://schemas.openxmlformats.org/officeDocument/2006/relationships/customXml" Target="../ink/ink77.xml"/><Relationship Id="rId176" Type="http://schemas.openxmlformats.org/officeDocument/2006/relationships/image" Target="../media/image88.png"/><Relationship Id="rId197" Type="http://schemas.openxmlformats.org/officeDocument/2006/relationships/customXml" Target="../ink/ink98.xml"/><Relationship Id="rId201" Type="http://schemas.openxmlformats.org/officeDocument/2006/relationships/customXml" Target="../ink/ink100.xml"/><Relationship Id="rId222" Type="http://schemas.openxmlformats.org/officeDocument/2006/relationships/image" Target="../media/image111.png"/><Relationship Id="rId243" Type="http://schemas.openxmlformats.org/officeDocument/2006/relationships/customXml" Target="../ink/ink121.xml"/><Relationship Id="rId264" Type="http://schemas.openxmlformats.org/officeDocument/2006/relationships/image" Target="../media/image132.png"/><Relationship Id="rId17" Type="http://schemas.openxmlformats.org/officeDocument/2006/relationships/customXml" Target="../ink/ink8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2.png"/><Relationship Id="rId70" Type="http://schemas.openxmlformats.org/officeDocument/2006/relationships/image" Target="../media/image35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3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6.png"/><Relationship Id="rId233" Type="http://schemas.openxmlformats.org/officeDocument/2006/relationships/customXml" Target="../ink/ink116.xml"/><Relationship Id="rId254" Type="http://schemas.openxmlformats.org/officeDocument/2006/relationships/image" Target="../media/image127.png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275" Type="http://schemas.openxmlformats.org/officeDocument/2006/relationships/customXml" Target="../ink/ink137.xml"/><Relationship Id="rId60" Type="http://schemas.openxmlformats.org/officeDocument/2006/relationships/image" Target="../media/image3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8.png"/><Relationship Id="rId177" Type="http://schemas.openxmlformats.org/officeDocument/2006/relationships/customXml" Target="../ink/ink88.xml"/><Relationship Id="rId198" Type="http://schemas.openxmlformats.org/officeDocument/2006/relationships/image" Target="../media/image99.png"/><Relationship Id="rId202" Type="http://schemas.openxmlformats.org/officeDocument/2006/relationships/image" Target="../media/image101.png"/><Relationship Id="rId223" Type="http://schemas.openxmlformats.org/officeDocument/2006/relationships/customXml" Target="../ink/ink111.xml"/><Relationship Id="rId244" Type="http://schemas.openxmlformats.org/officeDocument/2006/relationships/image" Target="../media/image122.png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265" Type="http://schemas.openxmlformats.org/officeDocument/2006/relationships/customXml" Target="../ink/ink132.xml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25" Type="http://schemas.openxmlformats.org/officeDocument/2006/relationships/customXml" Target="../ink/ink62.xml"/><Relationship Id="rId146" Type="http://schemas.openxmlformats.org/officeDocument/2006/relationships/image" Target="../media/image73.png"/><Relationship Id="rId167" Type="http://schemas.openxmlformats.org/officeDocument/2006/relationships/customXml" Target="../ink/ink83.xml"/><Relationship Id="rId188" Type="http://schemas.openxmlformats.org/officeDocument/2006/relationships/image" Target="../media/image94.png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13" Type="http://schemas.openxmlformats.org/officeDocument/2006/relationships/customXml" Target="../ink/ink106.xml"/><Relationship Id="rId234" Type="http://schemas.openxmlformats.org/officeDocument/2006/relationships/image" Target="../media/image117.png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55" Type="http://schemas.openxmlformats.org/officeDocument/2006/relationships/customXml" Target="../ink/ink127.xml"/><Relationship Id="rId276" Type="http://schemas.openxmlformats.org/officeDocument/2006/relationships/image" Target="../media/image138.png"/><Relationship Id="rId40" Type="http://schemas.openxmlformats.org/officeDocument/2006/relationships/image" Target="../media/image20.png"/><Relationship Id="rId115" Type="http://schemas.openxmlformats.org/officeDocument/2006/relationships/customXml" Target="../ink/ink57.xml"/><Relationship Id="rId136" Type="http://schemas.openxmlformats.org/officeDocument/2006/relationships/image" Target="../media/image68.png"/><Relationship Id="rId157" Type="http://schemas.openxmlformats.org/officeDocument/2006/relationships/customXml" Target="../ink/ink78.xml"/><Relationship Id="rId178" Type="http://schemas.openxmlformats.org/officeDocument/2006/relationships/image" Target="../media/image89.png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customXml" Target="../ink/ink9.xml"/><Relationship Id="rId224" Type="http://schemas.openxmlformats.org/officeDocument/2006/relationships/image" Target="../media/image112.png"/><Relationship Id="rId245" Type="http://schemas.openxmlformats.org/officeDocument/2006/relationships/customXml" Target="../ink/ink122.xml"/><Relationship Id="rId266" Type="http://schemas.openxmlformats.org/officeDocument/2006/relationships/image" Target="../media/image133.png"/><Relationship Id="rId30" Type="http://schemas.openxmlformats.org/officeDocument/2006/relationships/image" Target="../media/image15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168" Type="http://schemas.openxmlformats.org/officeDocument/2006/relationships/image" Target="../media/image8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14" Type="http://schemas.openxmlformats.org/officeDocument/2006/relationships/image" Target="../media/image107.png"/><Relationship Id="rId235" Type="http://schemas.openxmlformats.org/officeDocument/2006/relationships/customXml" Target="../ink/ink117.xml"/><Relationship Id="rId256" Type="http://schemas.openxmlformats.org/officeDocument/2006/relationships/image" Target="../media/image128.png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158" Type="http://schemas.openxmlformats.org/officeDocument/2006/relationships/image" Target="../media/image79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Relationship Id="rId190" Type="http://schemas.openxmlformats.org/officeDocument/2006/relationships/image" Target="../media/image95.png"/><Relationship Id="rId204" Type="http://schemas.openxmlformats.org/officeDocument/2006/relationships/image" Target="../media/image102.png"/><Relationship Id="rId225" Type="http://schemas.openxmlformats.org/officeDocument/2006/relationships/customXml" Target="../ink/ink112.xml"/><Relationship Id="rId246" Type="http://schemas.openxmlformats.org/officeDocument/2006/relationships/image" Target="../media/image123.png"/><Relationship Id="rId267" Type="http://schemas.openxmlformats.org/officeDocument/2006/relationships/customXml" Target="../ink/ink133.xml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94" Type="http://schemas.openxmlformats.org/officeDocument/2006/relationships/image" Target="../media/image47.png"/><Relationship Id="rId148" Type="http://schemas.openxmlformats.org/officeDocument/2006/relationships/image" Target="../media/image74.png"/><Relationship Id="rId169" Type="http://schemas.openxmlformats.org/officeDocument/2006/relationships/customXml" Target="../ink/ink84.xml"/><Relationship Id="rId4" Type="http://schemas.openxmlformats.org/officeDocument/2006/relationships/image" Target="../media/image2.png"/><Relationship Id="rId180" Type="http://schemas.openxmlformats.org/officeDocument/2006/relationships/image" Target="../media/image90.png"/><Relationship Id="rId215" Type="http://schemas.openxmlformats.org/officeDocument/2006/relationships/customXml" Target="../ink/ink107.xml"/><Relationship Id="rId236" Type="http://schemas.openxmlformats.org/officeDocument/2006/relationships/image" Target="../media/image118.png"/><Relationship Id="rId257" Type="http://schemas.openxmlformats.org/officeDocument/2006/relationships/customXml" Target="../ink/ink128.xml"/><Relationship Id="rId42" Type="http://schemas.openxmlformats.org/officeDocument/2006/relationships/image" Target="../media/image21.png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47" Type="http://schemas.openxmlformats.org/officeDocument/2006/relationships/customXml" Target="../ink/ink123.xml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4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95.xml"/><Relationship Id="rId21" Type="http://schemas.openxmlformats.org/officeDocument/2006/relationships/customXml" Target="../ink/ink147.xml"/><Relationship Id="rId42" Type="http://schemas.openxmlformats.org/officeDocument/2006/relationships/image" Target="../media/image158.png"/><Relationship Id="rId63" Type="http://schemas.openxmlformats.org/officeDocument/2006/relationships/customXml" Target="../ink/ink168.xml"/><Relationship Id="rId84" Type="http://schemas.openxmlformats.org/officeDocument/2006/relationships/image" Target="../media/image179.png"/><Relationship Id="rId138" Type="http://schemas.openxmlformats.org/officeDocument/2006/relationships/image" Target="../media/image206.png"/><Relationship Id="rId159" Type="http://schemas.openxmlformats.org/officeDocument/2006/relationships/customXml" Target="../ink/ink216.xml"/><Relationship Id="rId170" Type="http://schemas.openxmlformats.org/officeDocument/2006/relationships/image" Target="../media/image222.png"/><Relationship Id="rId191" Type="http://schemas.openxmlformats.org/officeDocument/2006/relationships/customXml" Target="../ink/ink232.xml"/><Relationship Id="rId205" Type="http://schemas.openxmlformats.org/officeDocument/2006/relationships/customXml" Target="../ink/ink239.xml"/><Relationship Id="rId226" Type="http://schemas.openxmlformats.org/officeDocument/2006/relationships/image" Target="../media/image250.png"/><Relationship Id="rId107" Type="http://schemas.openxmlformats.org/officeDocument/2006/relationships/customXml" Target="../ink/ink190.xml"/><Relationship Id="rId11" Type="http://schemas.openxmlformats.org/officeDocument/2006/relationships/customXml" Target="../ink/ink142.xml"/><Relationship Id="rId32" Type="http://schemas.openxmlformats.org/officeDocument/2006/relationships/image" Target="../media/image153.png"/><Relationship Id="rId53" Type="http://schemas.openxmlformats.org/officeDocument/2006/relationships/customXml" Target="../ink/ink163.xml"/><Relationship Id="rId74" Type="http://schemas.openxmlformats.org/officeDocument/2006/relationships/image" Target="../media/image174.png"/><Relationship Id="rId128" Type="http://schemas.openxmlformats.org/officeDocument/2006/relationships/image" Target="../media/image201.png"/><Relationship Id="rId149" Type="http://schemas.openxmlformats.org/officeDocument/2006/relationships/customXml" Target="../ink/ink211.xml"/><Relationship Id="rId5" Type="http://schemas.openxmlformats.org/officeDocument/2006/relationships/customXml" Target="../ink/ink139.xml"/><Relationship Id="rId95" Type="http://schemas.openxmlformats.org/officeDocument/2006/relationships/customXml" Target="../ink/ink184.xml"/><Relationship Id="rId160" Type="http://schemas.openxmlformats.org/officeDocument/2006/relationships/image" Target="../media/image217.png"/><Relationship Id="rId181" Type="http://schemas.openxmlformats.org/officeDocument/2006/relationships/customXml" Target="../ink/ink227.xml"/><Relationship Id="rId216" Type="http://schemas.openxmlformats.org/officeDocument/2006/relationships/image" Target="../media/image245.png"/><Relationship Id="rId22" Type="http://schemas.openxmlformats.org/officeDocument/2006/relationships/image" Target="../media/image148.png"/><Relationship Id="rId43" Type="http://schemas.openxmlformats.org/officeDocument/2006/relationships/customXml" Target="../ink/ink158.xml"/><Relationship Id="rId64" Type="http://schemas.openxmlformats.org/officeDocument/2006/relationships/image" Target="../media/image169.png"/><Relationship Id="rId118" Type="http://schemas.openxmlformats.org/officeDocument/2006/relationships/image" Target="../media/image196.png"/><Relationship Id="rId139" Type="http://schemas.openxmlformats.org/officeDocument/2006/relationships/customXml" Target="../ink/ink206.xml"/><Relationship Id="rId85" Type="http://schemas.openxmlformats.org/officeDocument/2006/relationships/customXml" Target="../ink/ink179.xml"/><Relationship Id="rId150" Type="http://schemas.openxmlformats.org/officeDocument/2006/relationships/image" Target="../media/image212.png"/><Relationship Id="rId171" Type="http://schemas.openxmlformats.org/officeDocument/2006/relationships/customXml" Target="../ink/ink222.xml"/><Relationship Id="rId192" Type="http://schemas.openxmlformats.org/officeDocument/2006/relationships/image" Target="../media/image233.png"/><Relationship Id="rId206" Type="http://schemas.openxmlformats.org/officeDocument/2006/relationships/image" Target="../media/image240.png"/><Relationship Id="rId227" Type="http://schemas.openxmlformats.org/officeDocument/2006/relationships/customXml" Target="../ink/ink250.xml"/><Relationship Id="rId12" Type="http://schemas.openxmlformats.org/officeDocument/2006/relationships/image" Target="../media/image143.png"/><Relationship Id="rId33" Type="http://schemas.openxmlformats.org/officeDocument/2006/relationships/customXml" Target="../ink/ink153.xml"/><Relationship Id="rId108" Type="http://schemas.openxmlformats.org/officeDocument/2006/relationships/image" Target="../media/image191.png"/><Relationship Id="rId129" Type="http://schemas.openxmlformats.org/officeDocument/2006/relationships/customXml" Target="../ink/ink201.xml"/><Relationship Id="rId54" Type="http://schemas.openxmlformats.org/officeDocument/2006/relationships/image" Target="../media/image164.png"/><Relationship Id="rId75" Type="http://schemas.openxmlformats.org/officeDocument/2006/relationships/customXml" Target="../ink/ink174.xml"/><Relationship Id="rId96" Type="http://schemas.openxmlformats.org/officeDocument/2006/relationships/image" Target="../media/image185.png"/><Relationship Id="rId140" Type="http://schemas.openxmlformats.org/officeDocument/2006/relationships/image" Target="../media/image207.png"/><Relationship Id="rId161" Type="http://schemas.openxmlformats.org/officeDocument/2006/relationships/customXml" Target="../ink/ink217.xml"/><Relationship Id="rId182" Type="http://schemas.openxmlformats.org/officeDocument/2006/relationships/image" Target="../media/image228.png"/><Relationship Id="rId217" Type="http://schemas.openxmlformats.org/officeDocument/2006/relationships/customXml" Target="../ink/ink245.xml"/><Relationship Id="rId6" Type="http://schemas.openxmlformats.org/officeDocument/2006/relationships/image" Target="../media/image140.png"/><Relationship Id="rId23" Type="http://schemas.openxmlformats.org/officeDocument/2006/relationships/customXml" Target="../ink/ink148.xml"/><Relationship Id="rId119" Type="http://schemas.openxmlformats.org/officeDocument/2006/relationships/customXml" Target="../ink/ink196.xml"/><Relationship Id="rId44" Type="http://schemas.openxmlformats.org/officeDocument/2006/relationships/image" Target="../media/image159.png"/><Relationship Id="rId65" Type="http://schemas.openxmlformats.org/officeDocument/2006/relationships/customXml" Target="../ink/ink169.xml"/><Relationship Id="rId86" Type="http://schemas.openxmlformats.org/officeDocument/2006/relationships/image" Target="../media/image180.png"/><Relationship Id="rId130" Type="http://schemas.openxmlformats.org/officeDocument/2006/relationships/image" Target="../media/image202.png"/><Relationship Id="rId151" Type="http://schemas.openxmlformats.org/officeDocument/2006/relationships/customXml" Target="../ink/ink212.xml"/><Relationship Id="rId172" Type="http://schemas.openxmlformats.org/officeDocument/2006/relationships/image" Target="../media/image223.png"/><Relationship Id="rId193" Type="http://schemas.openxmlformats.org/officeDocument/2006/relationships/customXml" Target="../ink/ink233.xml"/><Relationship Id="rId207" Type="http://schemas.openxmlformats.org/officeDocument/2006/relationships/customXml" Target="../ink/ink240.xml"/><Relationship Id="rId228" Type="http://schemas.openxmlformats.org/officeDocument/2006/relationships/image" Target="../media/image251.png"/><Relationship Id="rId13" Type="http://schemas.openxmlformats.org/officeDocument/2006/relationships/customXml" Target="../ink/ink143.xml"/><Relationship Id="rId109" Type="http://schemas.openxmlformats.org/officeDocument/2006/relationships/customXml" Target="../ink/ink191.xml"/><Relationship Id="rId34" Type="http://schemas.openxmlformats.org/officeDocument/2006/relationships/image" Target="../media/image154.png"/><Relationship Id="rId55" Type="http://schemas.openxmlformats.org/officeDocument/2006/relationships/customXml" Target="../ink/ink164.xml"/><Relationship Id="rId76" Type="http://schemas.openxmlformats.org/officeDocument/2006/relationships/image" Target="../media/image175.png"/><Relationship Id="rId97" Type="http://schemas.openxmlformats.org/officeDocument/2006/relationships/customXml" Target="../ink/ink185.xml"/><Relationship Id="rId120" Type="http://schemas.openxmlformats.org/officeDocument/2006/relationships/image" Target="../media/image197.png"/><Relationship Id="rId141" Type="http://schemas.openxmlformats.org/officeDocument/2006/relationships/customXml" Target="../ink/ink207.xml"/><Relationship Id="rId7" Type="http://schemas.openxmlformats.org/officeDocument/2006/relationships/customXml" Target="../ink/ink140.xml"/><Relationship Id="rId162" Type="http://schemas.openxmlformats.org/officeDocument/2006/relationships/image" Target="../media/image218.png"/><Relationship Id="rId183" Type="http://schemas.openxmlformats.org/officeDocument/2006/relationships/customXml" Target="../ink/ink228.xml"/><Relationship Id="rId218" Type="http://schemas.openxmlformats.org/officeDocument/2006/relationships/image" Target="../media/image246.png"/><Relationship Id="rId24" Type="http://schemas.openxmlformats.org/officeDocument/2006/relationships/image" Target="../media/image149.png"/><Relationship Id="rId45" Type="http://schemas.openxmlformats.org/officeDocument/2006/relationships/customXml" Target="../ink/ink159.xml"/><Relationship Id="rId66" Type="http://schemas.openxmlformats.org/officeDocument/2006/relationships/image" Target="../media/image170.png"/><Relationship Id="rId87" Type="http://schemas.openxmlformats.org/officeDocument/2006/relationships/customXml" Target="../ink/ink180.xml"/><Relationship Id="rId110" Type="http://schemas.openxmlformats.org/officeDocument/2006/relationships/image" Target="../media/image192.png"/><Relationship Id="rId131" Type="http://schemas.openxmlformats.org/officeDocument/2006/relationships/customXml" Target="../ink/ink202.xml"/><Relationship Id="rId152" Type="http://schemas.openxmlformats.org/officeDocument/2006/relationships/image" Target="../media/image213.png"/><Relationship Id="rId173" Type="http://schemas.openxmlformats.org/officeDocument/2006/relationships/customXml" Target="../ink/ink223.xml"/><Relationship Id="rId194" Type="http://schemas.openxmlformats.org/officeDocument/2006/relationships/image" Target="../media/image234.png"/><Relationship Id="rId208" Type="http://schemas.openxmlformats.org/officeDocument/2006/relationships/image" Target="../media/image241.png"/><Relationship Id="rId229" Type="http://schemas.openxmlformats.org/officeDocument/2006/relationships/customXml" Target="../ink/ink251.xml"/><Relationship Id="rId14" Type="http://schemas.openxmlformats.org/officeDocument/2006/relationships/image" Target="../media/image144.png"/><Relationship Id="rId35" Type="http://schemas.openxmlformats.org/officeDocument/2006/relationships/customXml" Target="../ink/ink154.xml"/><Relationship Id="rId56" Type="http://schemas.openxmlformats.org/officeDocument/2006/relationships/image" Target="../media/image165.png"/><Relationship Id="rId77" Type="http://schemas.openxmlformats.org/officeDocument/2006/relationships/customXml" Target="../ink/ink175.xml"/><Relationship Id="rId100" Type="http://schemas.openxmlformats.org/officeDocument/2006/relationships/image" Target="../media/image187.png"/><Relationship Id="rId8" Type="http://schemas.openxmlformats.org/officeDocument/2006/relationships/image" Target="../media/image141.png"/><Relationship Id="rId98" Type="http://schemas.openxmlformats.org/officeDocument/2006/relationships/image" Target="../media/image186.png"/><Relationship Id="rId121" Type="http://schemas.openxmlformats.org/officeDocument/2006/relationships/customXml" Target="../ink/ink197.xml"/><Relationship Id="rId142" Type="http://schemas.openxmlformats.org/officeDocument/2006/relationships/image" Target="../media/image208.png"/><Relationship Id="rId163" Type="http://schemas.openxmlformats.org/officeDocument/2006/relationships/customXml" Target="../ink/ink218.xml"/><Relationship Id="rId184" Type="http://schemas.openxmlformats.org/officeDocument/2006/relationships/image" Target="../media/image229.png"/><Relationship Id="rId219" Type="http://schemas.openxmlformats.org/officeDocument/2006/relationships/customXml" Target="../ink/ink246.xml"/><Relationship Id="rId230" Type="http://schemas.openxmlformats.org/officeDocument/2006/relationships/image" Target="../media/image252.png"/><Relationship Id="rId25" Type="http://schemas.openxmlformats.org/officeDocument/2006/relationships/customXml" Target="../ink/ink149.xml"/><Relationship Id="rId46" Type="http://schemas.openxmlformats.org/officeDocument/2006/relationships/image" Target="../media/image160.png"/><Relationship Id="rId67" Type="http://schemas.openxmlformats.org/officeDocument/2006/relationships/customXml" Target="../ink/ink170.xml"/><Relationship Id="rId116" Type="http://schemas.openxmlformats.org/officeDocument/2006/relationships/image" Target="../media/image195.png"/><Relationship Id="rId137" Type="http://schemas.openxmlformats.org/officeDocument/2006/relationships/customXml" Target="../ink/ink205.xml"/><Relationship Id="rId158" Type="http://schemas.openxmlformats.org/officeDocument/2006/relationships/image" Target="../media/image216.png"/><Relationship Id="rId20" Type="http://schemas.openxmlformats.org/officeDocument/2006/relationships/image" Target="../media/image147.png"/><Relationship Id="rId41" Type="http://schemas.openxmlformats.org/officeDocument/2006/relationships/customXml" Target="../ink/ink157.xml"/><Relationship Id="rId62" Type="http://schemas.openxmlformats.org/officeDocument/2006/relationships/image" Target="../media/image168.png"/><Relationship Id="rId83" Type="http://schemas.openxmlformats.org/officeDocument/2006/relationships/customXml" Target="../ink/ink178.xml"/><Relationship Id="rId88" Type="http://schemas.openxmlformats.org/officeDocument/2006/relationships/image" Target="../media/image181.png"/><Relationship Id="rId111" Type="http://schemas.openxmlformats.org/officeDocument/2006/relationships/customXml" Target="../ink/ink192.xml"/><Relationship Id="rId132" Type="http://schemas.openxmlformats.org/officeDocument/2006/relationships/image" Target="../media/image203.png"/><Relationship Id="rId153" Type="http://schemas.openxmlformats.org/officeDocument/2006/relationships/customXml" Target="../ink/ink213.xml"/><Relationship Id="rId174" Type="http://schemas.openxmlformats.org/officeDocument/2006/relationships/image" Target="../media/image224.png"/><Relationship Id="rId179" Type="http://schemas.openxmlformats.org/officeDocument/2006/relationships/customXml" Target="../ink/ink226.xml"/><Relationship Id="rId195" Type="http://schemas.openxmlformats.org/officeDocument/2006/relationships/customXml" Target="../ink/ink234.xml"/><Relationship Id="rId209" Type="http://schemas.openxmlformats.org/officeDocument/2006/relationships/customXml" Target="../ink/ink241.xml"/><Relationship Id="rId190" Type="http://schemas.openxmlformats.org/officeDocument/2006/relationships/image" Target="../media/image232.png"/><Relationship Id="rId204" Type="http://schemas.openxmlformats.org/officeDocument/2006/relationships/image" Target="../media/image239.png"/><Relationship Id="rId220" Type="http://schemas.openxmlformats.org/officeDocument/2006/relationships/image" Target="../media/image247.png"/><Relationship Id="rId225" Type="http://schemas.openxmlformats.org/officeDocument/2006/relationships/customXml" Target="../ink/ink249.xml"/><Relationship Id="rId15" Type="http://schemas.openxmlformats.org/officeDocument/2006/relationships/customXml" Target="../ink/ink144.xml"/><Relationship Id="rId36" Type="http://schemas.openxmlformats.org/officeDocument/2006/relationships/image" Target="../media/image155.png"/><Relationship Id="rId57" Type="http://schemas.openxmlformats.org/officeDocument/2006/relationships/customXml" Target="../ink/ink165.xml"/><Relationship Id="rId106" Type="http://schemas.openxmlformats.org/officeDocument/2006/relationships/image" Target="../media/image190.png"/><Relationship Id="rId127" Type="http://schemas.openxmlformats.org/officeDocument/2006/relationships/customXml" Target="../ink/ink200.xml"/><Relationship Id="rId10" Type="http://schemas.openxmlformats.org/officeDocument/2006/relationships/image" Target="../media/image142.png"/><Relationship Id="rId31" Type="http://schemas.openxmlformats.org/officeDocument/2006/relationships/customXml" Target="../ink/ink152.xml"/><Relationship Id="rId52" Type="http://schemas.openxmlformats.org/officeDocument/2006/relationships/image" Target="../media/image163.png"/><Relationship Id="rId73" Type="http://schemas.openxmlformats.org/officeDocument/2006/relationships/customXml" Target="../ink/ink173.xml"/><Relationship Id="rId78" Type="http://schemas.openxmlformats.org/officeDocument/2006/relationships/image" Target="../media/image176.png"/><Relationship Id="rId94" Type="http://schemas.openxmlformats.org/officeDocument/2006/relationships/image" Target="../media/image184.png"/><Relationship Id="rId99" Type="http://schemas.openxmlformats.org/officeDocument/2006/relationships/customXml" Target="../ink/ink186.xml"/><Relationship Id="rId101" Type="http://schemas.openxmlformats.org/officeDocument/2006/relationships/customXml" Target="../ink/ink187.xml"/><Relationship Id="rId122" Type="http://schemas.openxmlformats.org/officeDocument/2006/relationships/image" Target="../media/image198.png"/><Relationship Id="rId143" Type="http://schemas.openxmlformats.org/officeDocument/2006/relationships/customXml" Target="../ink/ink208.xml"/><Relationship Id="rId148" Type="http://schemas.openxmlformats.org/officeDocument/2006/relationships/image" Target="../media/image211.png"/><Relationship Id="rId164" Type="http://schemas.openxmlformats.org/officeDocument/2006/relationships/image" Target="../media/image219.png"/><Relationship Id="rId169" Type="http://schemas.openxmlformats.org/officeDocument/2006/relationships/customXml" Target="../ink/ink221.xml"/><Relationship Id="rId185" Type="http://schemas.openxmlformats.org/officeDocument/2006/relationships/customXml" Target="../ink/ink229.xml"/><Relationship Id="rId4" Type="http://schemas.openxmlformats.org/officeDocument/2006/relationships/image" Target="../media/image139.png"/><Relationship Id="rId9" Type="http://schemas.openxmlformats.org/officeDocument/2006/relationships/customXml" Target="../ink/ink141.xml"/><Relationship Id="rId180" Type="http://schemas.openxmlformats.org/officeDocument/2006/relationships/image" Target="../media/image227.png"/><Relationship Id="rId210" Type="http://schemas.openxmlformats.org/officeDocument/2006/relationships/image" Target="../media/image242.png"/><Relationship Id="rId215" Type="http://schemas.openxmlformats.org/officeDocument/2006/relationships/customXml" Target="../ink/ink244.xml"/><Relationship Id="rId26" Type="http://schemas.openxmlformats.org/officeDocument/2006/relationships/image" Target="../media/image150.png"/><Relationship Id="rId47" Type="http://schemas.openxmlformats.org/officeDocument/2006/relationships/customXml" Target="../ink/ink160.xml"/><Relationship Id="rId68" Type="http://schemas.openxmlformats.org/officeDocument/2006/relationships/image" Target="../media/image171.png"/><Relationship Id="rId89" Type="http://schemas.openxmlformats.org/officeDocument/2006/relationships/customXml" Target="../ink/ink181.xml"/><Relationship Id="rId112" Type="http://schemas.openxmlformats.org/officeDocument/2006/relationships/image" Target="../media/image193.png"/><Relationship Id="rId133" Type="http://schemas.openxmlformats.org/officeDocument/2006/relationships/customXml" Target="../ink/ink203.xml"/><Relationship Id="rId154" Type="http://schemas.openxmlformats.org/officeDocument/2006/relationships/image" Target="../media/image214.png"/><Relationship Id="rId175" Type="http://schemas.openxmlformats.org/officeDocument/2006/relationships/customXml" Target="../ink/ink224.xml"/><Relationship Id="rId196" Type="http://schemas.openxmlformats.org/officeDocument/2006/relationships/image" Target="../media/image235.png"/><Relationship Id="rId200" Type="http://schemas.openxmlformats.org/officeDocument/2006/relationships/image" Target="../media/image237.png"/><Relationship Id="rId16" Type="http://schemas.openxmlformats.org/officeDocument/2006/relationships/image" Target="../media/image145.png"/><Relationship Id="rId221" Type="http://schemas.openxmlformats.org/officeDocument/2006/relationships/customXml" Target="../ink/ink247.xml"/><Relationship Id="rId37" Type="http://schemas.openxmlformats.org/officeDocument/2006/relationships/customXml" Target="../ink/ink155.xml"/><Relationship Id="rId58" Type="http://schemas.openxmlformats.org/officeDocument/2006/relationships/image" Target="../media/image166.png"/><Relationship Id="rId79" Type="http://schemas.openxmlformats.org/officeDocument/2006/relationships/customXml" Target="../ink/ink176.xml"/><Relationship Id="rId102" Type="http://schemas.openxmlformats.org/officeDocument/2006/relationships/image" Target="../media/image188.png"/><Relationship Id="rId123" Type="http://schemas.openxmlformats.org/officeDocument/2006/relationships/customXml" Target="../ink/ink198.xml"/><Relationship Id="rId144" Type="http://schemas.openxmlformats.org/officeDocument/2006/relationships/image" Target="../media/image209.png"/><Relationship Id="rId90" Type="http://schemas.openxmlformats.org/officeDocument/2006/relationships/image" Target="../media/image182.png"/><Relationship Id="rId165" Type="http://schemas.openxmlformats.org/officeDocument/2006/relationships/customXml" Target="../ink/ink219.xml"/><Relationship Id="rId186" Type="http://schemas.openxmlformats.org/officeDocument/2006/relationships/image" Target="../media/image230.png"/><Relationship Id="rId211" Type="http://schemas.openxmlformats.org/officeDocument/2006/relationships/customXml" Target="../ink/ink242.xml"/><Relationship Id="rId27" Type="http://schemas.openxmlformats.org/officeDocument/2006/relationships/customXml" Target="../ink/ink150.xml"/><Relationship Id="rId48" Type="http://schemas.openxmlformats.org/officeDocument/2006/relationships/image" Target="../media/image161.png"/><Relationship Id="rId69" Type="http://schemas.openxmlformats.org/officeDocument/2006/relationships/customXml" Target="../ink/ink171.xml"/><Relationship Id="rId113" Type="http://schemas.openxmlformats.org/officeDocument/2006/relationships/customXml" Target="../ink/ink193.xml"/><Relationship Id="rId134" Type="http://schemas.openxmlformats.org/officeDocument/2006/relationships/image" Target="../media/image204.png"/><Relationship Id="rId80" Type="http://schemas.openxmlformats.org/officeDocument/2006/relationships/image" Target="../media/image177.png"/><Relationship Id="rId155" Type="http://schemas.openxmlformats.org/officeDocument/2006/relationships/customXml" Target="../ink/ink214.xml"/><Relationship Id="rId176" Type="http://schemas.openxmlformats.org/officeDocument/2006/relationships/image" Target="../media/image225.png"/><Relationship Id="rId197" Type="http://schemas.openxmlformats.org/officeDocument/2006/relationships/customXml" Target="../ink/ink235.xml"/><Relationship Id="rId201" Type="http://schemas.openxmlformats.org/officeDocument/2006/relationships/customXml" Target="../ink/ink237.xml"/><Relationship Id="rId222" Type="http://schemas.openxmlformats.org/officeDocument/2006/relationships/image" Target="../media/image248.png"/><Relationship Id="rId17" Type="http://schemas.openxmlformats.org/officeDocument/2006/relationships/customXml" Target="../ink/ink145.xml"/><Relationship Id="rId38" Type="http://schemas.openxmlformats.org/officeDocument/2006/relationships/image" Target="../media/image156.png"/><Relationship Id="rId59" Type="http://schemas.openxmlformats.org/officeDocument/2006/relationships/customXml" Target="../ink/ink166.xml"/><Relationship Id="rId103" Type="http://schemas.openxmlformats.org/officeDocument/2006/relationships/customXml" Target="../ink/ink188.xml"/><Relationship Id="rId124" Type="http://schemas.openxmlformats.org/officeDocument/2006/relationships/image" Target="../media/image199.png"/><Relationship Id="rId70" Type="http://schemas.openxmlformats.org/officeDocument/2006/relationships/image" Target="../media/image172.png"/><Relationship Id="rId91" Type="http://schemas.openxmlformats.org/officeDocument/2006/relationships/customXml" Target="../ink/ink182.xml"/><Relationship Id="rId145" Type="http://schemas.openxmlformats.org/officeDocument/2006/relationships/customXml" Target="../ink/ink209.xml"/><Relationship Id="rId166" Type="http://schemas.openxmlformats.org/officeDocument/2006/relationships/image" Target="../media/image220.png"/><Relationship Id="rId187" Type="http://schemas.openxmlformats.org/officeDocument/2006/relationships/customXml" Target="../ink/ink230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43.png"/><Relationship Id="rId28" Type="http://schemas.openxmlformats.org/officeDocument/2006/relationships/image" Target="../media/image151.png"/><Relationship Id="rId49" Type="http://schemas.openxmlformats.org/officeDocument/2006/relationships/customXml" Target="../ink/ink161.xml"/><Relationship Id="rId114" Type="http://schemas.openxmlformats.org/officeDocument/2006/relationships/image" Target="../media/image194.png"/><Relationship Id="rId60" Type="http://schemas.openxmlformats.org/officeDocument/2006/relationships/image" Target="../media/image167.png"/><Relationship Id="rId81" Type="http://schemas.openxmlformats.org/officeDocument/2006/relationships/customXml" Target="../ink/ink177.xml"/><Relationship Id="rId135" Type="http://schemas.openxmlformats.org/officeDocument/2006/relationships/customXml" Target="../ink/ink204.xml"/><Relationship Id="rId156" Type="http://schemas.openxmlformats.org/officeDocument/2006/relationships/image" Target="../media/image215.png"/><Relationship Id="rId177" Type="http://schemas.openxmlformats.org/officeDocument/2006/relationships/customXml" Target="../ink/ink225.xml"/><Relationship Id="rId198" Type="http://schemas.openxmlformats.org/officeDocument/2006/relationships/image" Target="../media/image236.png"/><Relationship Id="rId202" Type="http://schemas.openxmlformats.org/officeDocument/2006/relationships/image" Target="../media/image238.png"/><Relationship Id="rId223" Type="http://schemas.openxmlformats.org/officeDocument/2006/relationships/customXml" Target="../ink/ink248.xml"/><Relationship Id="rId18" Type="http://schemas.openxmlformats.org/officeDocument/2006/relationships/image" Target="../media/image146.png"/><Relationship Id="rId39" Type="http://schemas.openxmlformats.org/officeDocument/2006/relationships/customXml" Target="../ink/ink156.xml"/><Relationship Id="rId50" Type="http://schemas.openxmlformats.org/officeDocument/2006/relationships/image" Target="../media/image162.png"/><Relationship Id="rId104" Type="http://schemas.openxmlformats.org/officeDocument/2006/relationships/image" Target="../media/image189.png"/><Relationship Id="rId125" Type="http://schemas.openxmlformats.org/officeDocument/2006/relationships/customXml" Target="../ink/ink199.xml"/><Relationship Id="rId146" Type="http://schemas.openxmlformats.org/officeDocument/2006/relationships/image" Target="../media/image210.png"/><Relationship Id="rId167" Type="http://schemas.openxmlformats.org/officeDocument/2006/relationships/customXml" Target="../ink/ink220.xml"/><Relationship Id="rId188" Type="http://schemas.openxmlformats.org/officeDocument/2006/relationships/image" Target="../media/image231.png"/><Relationship Id="rId71" Type="http://schemas.openxmlformats.org/officeDocument/2006/relationships/customXml" Target="../ink/ink172.xml"/><Relationship Id="rId92" Type="http://schemas.openxmlformats.org/officeDocument/2006/relationships/image" Target="../media/image183.png"/><Relationship Id="rId213" Type="http://schemas.openxmlformats.org/officeDocument/2006/relationships/customXml" Target="../ink/ink243.xml"/><Relationship Id="rId2" Type="http://schemas.openxmlformats.org/officeDocument/2006/relationships/image" Target="../media/image1.png"/><Relationship Id="rId29" Type="http://schemas.openxmlformats.org/officeDocument/2006/relationships/customXml" Target="../ink/ink151.xml"/><Relationship Id="rId40" Type="http://schemas.openxmlformats.org/officeDocument/2006/relationships/image" Target="../media/image157.png"/><Relationship Id="rId115" Type="http://schemas.openxmlformats.org/officeDocument/2006/relationships/customXml" Target="../ink/ink194.xml"/><Relationship Id="rId136" Type="http://schemas.openxmlformats.org/officeDocument/2006/relationships/image" Target="../media/image205.png"/><Relationship Id="rId157" Type="http://schemas.openxmlformats.org/officeDocument/2006/relationships/customXml" Target="../ink/ink215.xml"/><Relationship Id="rId178" Type="http://schemas.openxmlformats.org/officeDocument/2006/relationships/image" Target="../media/image226.png"/><Relationship Id="rId61" Type="http://schemas.openxmlformats.org/officeDocument/2006/relationships/customXml" Target="../ink/ink167.xml"/><Relationship Id="rId82" Type="http://schemas.openxmlformats.org/officeDocument/2006/relationships/image" Target="../media/image178.png"/><Relationship Id="rId199" Type="http://schemas.openxmlformats.org/officeDocument/2006/relationships/customXml" Target="../ink/ink236.xml"/><Relationship Id="rId203" Type="http://schemas.openxmlformats.org/officeDocument/2006/relationships/customXml" Target="../ink/ink238.xml"/><Relationship Id="rId19" Type="http://schemas.openxmlformats.org/officeDocument/2006/relationships/customXml" Target="../ink/ink146.xml"/><Relationship Id="rId224" Type="http://schemas.openxmlformats.org/officeDocument/2006/relationships/image" Target="../media/image249.png"/><Relationship Id="rId30" Type="http://schemas.openxmlformats.org/officeDocument/2006/relationships/image" Target="../media/image152.png"/><Relationship Id="rId105" Type="http://schemas.openxmlformats.org/officeDocument/2006/relationships/customXml" Target="../ink/ink189.xml"/><Relationship Id="rId126" Type="http://schemas.openxmlformats.org/officeDocument/2006/relationships/image" Target="../media/image200.png"/><Relationship Id="rId147" Type="http://schemas.openxmlformats.org/officeDocument/2006/relationships/customXml" Target="../ink/ink210.xml"/><Relationship Id="rId168" Type="http://schemas.openxmlformats.org/officeDocument/2006/relationships/image" Target="../media/image221.png"/><Relationship Id="rId51" Type="http://schemas.openxmlformats.org/officeDocument/2006/relationships/customXml" Target="../ink/ink162.xml"/><Relationship Id="rId72" Type="http://schemas.openxmlformats.org/officeDocument/2006/relationships/image" Target="../media/image173.png"/><Relationship Id="rId93" Type="http://schemas.openxmlformats.org/officeDocument/2006/relationships/customXml" Target="../ink/ink183.xml"/><Relationship Id="rId189" Type="http://schemas.openxmlformats.org/officeDocument/2006/relationships/customXml" Target="../ink/ink231.xml"/><Relationship Id="rId3" Type="http://schemas.openxmlformats.org/officeDocument/2006/relationships/customXml" Target="../ink/ink138.xml"/><Relationship Id="rId214" Type="http://schemas.openxmlformats.org/officeDocument/2006/relationships/image" Target="../media/image244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10.png"/><Relationship Id="rId21" Type="http://schemas.openxmlformats.org/officeDocument/2006/relationships/image" Target="../media/image262.png"/><Relationship Id="rId42" Type="http://schemas.openxmlformats.org/officeDocument/2006/relationships/customXml" Target="../ink/ink272.xml"/><Relationship Id="rId63" Type="http://schemas.openxmlformats.org/officeDocument/2006/relationships/image" Target="../media/image283.png"/><Relationship Id="rId84" Type="http://schemas.openxmlformats.org/officeDocument/2006/relationships/customXml" Target="../ink/ink293.xml"/><Relationship Id="rId138" Type="http://schemas.openxmlformats.org/officeDocument/2006/relationships/customXml" Target="../ink/ink320.xml"/><Relationship Id="rId159" Type="http://schemas.openxmlformats.org/officeDocument/2006/relationships/image" Target="../media/image331.png"/><Relationship Id="rId170" Type="http://schemas.openxmlformats.org/officeDocument/2006/relationships/customXml" Target="../ink/ink336.xml"/><Relationship Id="rId191" Type="http://schemas.openxmlformats.org/officeDocument/2006/relationships/image" Target="../media/image347.png"/><Relationship Id="rId205" Type="http://schemas.openxmlformats.org/officeDocument/2006/relationships/image" Target="../media/image354.png"/><Relationship Id="rId226" Type="http://schemas.openxmlformats.org/officeDocument/2006/relationships/customXml" Target="../ink/ink364.xml"/><Relationship Id="rId107" Type="http://schemas.openxmlformats.org/officeDocument/2006/relationships/image" Target="../media/image305.png"/><Relationship Id="rId11" Type="http://schemas.openxmlformats.org/officeDocument/2006/relationships/image" Target="../media/image257.png"/><Relationship Id="rId32" Type="http://schemas.openxmlformats.org/officeDocument/2006/relationships/customXml" Target="../ink/ink267.xml"/><Relationship Id="rId53" Type="http://schemas.openxmlformats.org/officeDocument/2006/relationships/image" Target="../media/image278.png"/><Relationship Id="rId74" Type="http://schemas.openxmlformats.org/officeDocument/2006/relationships/customXml" Target="../ink/ink288.xml"/><Relationship Id="rId128" Type="http://schemas.openxmlformats.org/officeDocument/2006/relationships/customXml" Target="../ink/ink315.xml"/><Relationship Id="rId149" Type="http://schemas.openxmlformats.org/officeDocument/2006/relationships/image" Target="../media/image326.png"/><Relationship Id="rId5" Type="http://schemas.openxmlformats.org/officeDocument/2006/relationships/image" Target="../media/image254.png"/><Relationship Id="rId95" Type="http://schemas.openxmlformats.org/officeDocument/2006/relationships/image" Target="../media/image299.png"/><Relationship Id="rId160" Type="http://schemas.openxmlformats.org/officeDocument/2006/relationships/customXml" Target="../ink/ink331.xml"/><Relationship Id="rId181" Type="http://schemas.openxmlformats.org/officeDocument/2006/relationships/image" Target="../media/image342.png"/><Relationship Id="rId216" Type="http://schemas.openxmlformats.org/officeDocument/2006/relationships/customXml" Target="../ink/ink359.xml"/><Relationship Id="rId237" Type="http://schemas.openxmlformats.org/officeDocument/2006/relationships/image" Target="../media/image370.png"/><Relationship Id="rId22" Type="http://schemas.openxmlformats.org/officeDocument/2006/relationships/customXml" Target="../ink/ink262.xml"/><Relationship Id="rId43" Type="http://schemas.openxmlformats.org/officeDocument/2006/relationships/image" Target="../media/image273.png"/><Relationship Id="rId64" Type="http://schemas.openxmlformats.org/officeDocument/2006/relationships/customXml" Target="../ink/ink283.xml"/><Relationship Id="rId118" Type="http://schemas.openxmlformats.org/officeDocument/2006/relationships/customXml" Target="../ink/ink310.xml"/><Relationship Id="rId139" Type="http://schemas.openxmlformats.org/officeDocument/2006/relationships/image" Target="../media/image321.png"/><Relationship Id="rId85" Type="http://schemas.openxmlformats.org/officeDocument/2006/relationships/image" Target="../media/image294.png"/><Relationship Id="rId150" Type="http://schemas.openxmlformats.org/officeDocument/2006/relationships/customXml" Target="../ink/ink326.xml"/><Relationship Id="rId171" Type="http://schemas.openxmlformats.org/officeDocument/2006/relationships/image" Target="../media/image337.png"/><Relationship Id="rId192" Type="http://schemas.openxmlformats.org/officeDocument/2006/relationships/customXml" Target="../ink/ink347.xml"/><Relationship Id="rId206" Type="http://schemas.openxmlformats.org/officeDocument/2006/relationships/customXml" Target="../ink/ink354.xml"/><Relationship Id="rId227" Type="http://schemas.openxmlformats.org/officeDocument/2006/relationships/image" Target="../media/image365.png"/><Relationship Id="rId12" Type="http://schemas.openxmlformats.org/officeDocument/2006/relationships/customXml" Target="../ink/ink257.xml"/><Relationship Id="rId33" Type="http://schemas.openxmlformats.org/officeDocument/2006/relationships/image" Target="../media/image268.png"/><Relationship Id="rId108" Type="http://schemas.openxmlformats.org/officeDocument/2006/relationships/customXml" Target="../ink/ink305.xml"/><Relationship Id="rId129" Type="http://schemas.openxmlformats.org/officeDocument/2006/relationships/image" Target="../media/image316.png"/><Relationship Id="rId54" Type="http://schemas.openxmlformats.org/officeDocument/2006/relationships/customXml" Target="../ink/ink278.xml"/><Relationship Id="rId75" Type="http://schemas.openxmlformats.org/officeDocument/2006/relationships/image" Target="../media/image289.png"/><Relationship Id="rId96" Type="http://schemas.openxmlformats.org/officeDocument/2006/relationships/customXml" Target="../ink/ink299.xml"/><Relationship Id="rId140" Type="http://schemas.openxmlformats.org/officeDocument/2006/relationships/customXml" Target="../ink/ink321.xml"/><Relationship Id="rId161" Type="http://schemas.openxmlformats.org/officeDocument/2006/relationships/image" Target="../media/image332.png"/><Relationship Id="rId182" Type="http://schemas.openxmlformats.org/officeDocument/2006/relationships/customXml" Target="../ink/ink342.xml"/><Relationship Id="rId217" Type="http://schemas.openxmlformats.org/officeDocument/2006/relationships/image" Target="../media/image360.png"/><Relationship Id="rId6" Type="http://schemas.openxmlformats.org/officeDocument/2006/relationships/customXml" Target="../ink/ink254.xml"/><Relationship Id="rId238" Type="http://schemas.openxmlformats.org/officeDocument/2006/relationships/customXml" Target="../ink/ink370.xml"/><Relationship Id="rId23" Type="http://schemas.openxmlformats.org/officeDocument/2006/relationships/image" Target="../media/image263.png"/><Relationship Id="rId119" Type="http://schemas.openxmlformats.org/officeDocument/2006/relationships/image" Target="../media/image311.png"/><Relationship Id="rId44" Type="http://schemas.openxmlformats.org/officeDocument/2006/relationships/customXml" Target="../ink/ink273.xml"/><Relationship Id="rId65" Type="http://schemas.openxmlformats.org/officeDocument/2006/relationships/image" Target="../media/image284.png"/><Relationship Id="rId86" Type="http://schemas.openxmlformats.org/officeDocument/2006/relationships/customXml" Target="../ink/ink294.xml"/><Relationship Id="rId130" Type="http://schemas.openxmlformats.org/officeDocument/2006/relationships/customXml" Target="../ink/ink316.xml"/><Relationship Id="rId151" Type="http://schemas.openxmlformats.org/officeDocument/2006/relationships/image" Target="../media/image327.png"/><Relationship Id="rId172" Type="http://schemas.openxmlformats.org/officeDocument/2006/relationships/customXml" Target="../ink/ink337.xml"/><Relationship Id="rId193" Type="http://schemas.openxmlformats.org/officeDocument/2006/relationships/image" Target="../media/image348.png"/><Relationship Id="rId207" Type="http://schemas.openxmlformats.org/officeDocument/2006/relationships/image" Target="../media/image355.png"/><Relationship Id="rId228" Type="http://schemas.openxmlformats.org/officeDocument/2006/relationships/customXml" Target="../ink/ink365.xml"/><Relationship Id="rId13" Type="http://schemas.openxmlformats.org/officeDocument/2006/relationships/image" Target="../media/image258.png"/><Relationship Id="rId109" Type="http://schemas.openxmlformats.org/officeDocument/2006/relationships/image" Target="../media/image306.png"/><Relationship Id="rId34" Type="http://schemas.openxmlformats.org/officeDocument/2006/relationships/customXml" Target="../ink/ink268.xml"/><Relationship Id="rId55" Type="http://schemas.openxmlformats.org/officeDocument/2006/relationships/image" Target="../media/image279.png"/><Relationship Id="rId76" Type="http://schemas.openxmlformats.org/officeDocument/2006/relationships/customXml" Target="../ink/ink289.xml"/><Relationship Id="rId97" Type="http://schemas.openxmlformats.org/officeDocument/2006/relationships/image" Target="../media/image300.png"/><Relationship Id="rId120" Type="http://schemas.openxmlformats.org/officeDocument/2006/relationships/customXml" Target="../ink/ink311.xml"/><Relationship Id="rId141" Type="http://schemas.openxmlformats.org/officeDocument/2006/relationships/image" Target="../media/image322.png"/><Relationship Id="rId7" Type="http://schemas.openxmlformats.org/officeDocument/2006/relationships/image" Target="../media/image255.png"/><Relationship Id="rId162" Type="http://schemas.openxmlformats.org/officeDocument/2006/relationships/customXml" Target="../ink/ink332.xml"/><Relationship Id="rId183" Type="http://schemas.openxmlformats.org/officeDocument/2006/relationships/image" Target="../media/image343.png"/><Relationship Id="rId218" Type="http://schemas.openxmlformats.org/officeDocument/2006/relationships/customXml" Target="../ink/ink360.xml"/><Relationship Id="rId239" Type="http://schemas.openxmlformats.org/officeDocument/2006/relationships/image" Target="../media/image371.png"/><Relationship Id="rId24" Type="http://schemas.openxmlformats.org/officeDocument/2006/relationships/customXml" Target="../ink/ink263.xml"/><Relationship Id="rId45" Type="http://schemas.openxmlformats.org/officeDocument/2006/relationships/image" Target="../media/image274.png"/><Relationship Id="rId66" Type="http://schemas.openxmlformats.org/officeDocument/2006/relationships/customXml" Target="../ink/ink284.xml"/><Relationship Id="rId87" Type="http://schemas.openxmlformats.org/officeDocument/2006/relationships/image" Target="../media/image295.png"/><Relationship Id="rId110" Type="http://schemas.openxmlformats.org/officeDocument/2006/relationships/customXml" Target="../ink/ink306.xml"/><Relationship Id="rId131" Type="http://schemas.openxmlformats.org/officeDocument/2006/relationships/image" Target="../media/image317.png"/><Relationship Id="rId152" Type="http://schemas.openxmlformats.org/officeDocument/2006/relationships/customXml" Target="../ink/ink327.xml"/><Relationship Id="rId173" Type="http://schemas.openxmlformats.org/officeDocument/2006/relationships/image" Target="../media/image338.png"/><Relationship Id="rId194" Type="http://schemas.openxmlformats.org/officeDocument/2006/relationships/customXml" Target="../ink/ink348.xml"/><Relationship Id="rId208" Type="http://schemas.openxmlformats.org/officeDocument/2006/relationships/customXml" Target="../ink/ink355.xml"/><Relationship Id="rId229" Type="http://schemas.openxmlformats.org/officeDocument/2006/relationships/image" Target="../media/image366.png"/><Relationship Id="rId240" Type="http://schemas.openxmlformats.org/officeDocument/2006/relationships/customXml" Target="../ink/ink371.xml"/><Relationship Id="rId14" Type="http://schemas.openxmlformats.org/officeDocument/2006/relationships/customXml" Target="../ink/ink258.xml"/><Relationship Id="rId35" Type="http://schemas.openxmlformats.org/officeDocument/2006/relationships/image" Target="../media/image269.png"/><Relationship Id="rId56" Type="http://schemas.openxmlformats.org/officeDocument/2006/relationships/customXml" Target="../ink/ink279.xml"/><Relationship Id="rId77" Type="http://schemas.openxmlformats.org/officeDocument/2006/relationships/image" Target="../media/image290.png"/><Relationship Id="rId100" Type="http://schemas.openxmlformats.org/officeDocument/2006/relationships/customXml" Target="../ink/ink301.xml"/><Relationship Id="rId8" Type="http://schemas.openxmlformats.org/officeDocument/2006/relationships/customXml" Target="../ink/ink255.xml"/><Relationship Id="rId98" Type="http://schemas.openxmlformats.org/officeDocument/2006/relationships/customXml" Target="../ink/ink300.xml"/><Relationship Id="rId121" Type="http://schemas.openxmlformats.org/officeDocument/2006/relationships/image" Target="../media/image312.png"/><Relationship Id="rId142" Type="http://schemas.openxmlformats.org/officeDocument/2006/relationships/customXml" Target="../ink/ink322.xml"/><Relationship Id="rId163" Type="http://schemas.openxmlformats.org/officeDocument/2006/relationships/image" Target="../media/image333.png"/><Relationship Id="rId184" Type="http://schemas.openxmlformats.org/officeDocument/2006/relationships/customXml" Target="../ink/ink343.xml"/><Relationship Id="rId219" Type="http://schemas.openxmlformats.org/officeDocument/2006/relationships/image" Target="../media/image361.png"/><Relationship Id="rId230" Type="http://schemas.openxmlformats.org/officeDocument/2006/relationships/customXml" Target="../ink/ink366.xml"/><Relationship Id="rId25" Type="http://schemas.openxmlformats.org/officeDocument/2006/relationships/image" Target="../media/image264.png"/><Relationship Id="rId46" Type="http://schemas.openxmlformats.org/officeDocument/2006/relationships/customXml" Target="../ink/ink274.xml"/><Relationship Id="rId67" Type="http://schemas.openxmlformats.org/officeDocument/2006/relationships/image" Target="../media/image285.png"/><Relationship Id="rId88" Type="http://schemas.openxmlformats.org/officeDocument/2006/relationships/customXml" Target="../ink/ink295.xml"/><Relationship Id="rId111" Type="http://schemas.openxmlformats.org/officeDocument/2006/relationships/image" Target="../media/image307.png"/><Relationship Id="rId132" Type="http://schemas.openxmlformats.org/officeDocument/2006/relationships/customXml" Target="../ink/ink317.xml"/><Relationship Id="rId153" Type="http://schemas.openxmlformats.org/officeDocument/2006/relationships/image" Target="../media/image328.png"/><Relationship Id="rId174" Type="http://schemas.openxmlformats.org/officeDocument/2006/relationships/customXml" Target="../ink/ink338.xml"/><Relationship Id="rId195" Type="http://schemas.openxmlformats.org/officeDocument/2006/relationships/image" Target="../media/image349.png"/><Relationship Id="rId209" Type="http://schemas.openxmlformats.org/officeDocument/2006/relationships/image" Target="../media/image356.png"/><Relationship Id="rId220" Type="http://schemas.openxmlformats.org/officeDocument/2006/relationships/customXml" Target="../ink/ink361.xml"/><Relationship Id="rId241" Type="http://schemas.openxmlformats.org/officeDocument/2006/relationships/image" Target="../media/image372.png"/><Relationship Id="rId15" Type="http://schemas.openxmlformats.org/officeDocument/2006/relationships/image" Target="../media/image259.png"/><Relationship Id="rId36" Type="http://schemas.openxmlformats.org/officeDocument/2006/relationships/customXml" Target="../ink/ink269.xml"/><Relationship Id="rId57" Type="http://schemas.openxmlformats.org/officeDocument/2006/relationships/image" Target="../media/image280.png"/><Relationship Id="rId106" Type="http://schemas.openxmlformats.org/officeDocument/2006/relationships/customXml" Target="../ink/ink304.xml"/><Relationship Id="rId127" Type="http://schemas.openxmlformats.org/officeDocument/2006/relationships/image" Target="../media/image315.png"/><Relationship Id="rId10" Type="http://schemas.openxmlformats.org/officeDocument/2006/relationships/customXml" Target="../ink/ink256.xml"/><Relationship Id="rId31" Type="http://schemas.openxmlformats.org/officeDocument/2006/relationships/image" Target="../media/image267.png"/><Relationship Id="rId52" Type="http://schemas.openxmlformats.org/officeDocument/2006/relationships/customXml" Target="../ink/ink277.xml"/><Relationship Id="rId73" Type="http://schemas.openxmlformats.org/officeDocument/2006/relationships/image" Target="../media/image288.png"/><Relationship Id="rId78" Type="http://schemas.openxmlformats.org/officeDocument/2006/relationships/customXml" Target="../ink/ink290.xml"/><Relationship Id="rId94" Type="http://schemas.openxmlformats.org/officeDocument/2006/relationships/customXml" Target="../ink/ink298.xml"/><Relationship Id="rId99" Type="http://schemas.openxmlformats.org/officeDocument/2006/relationships/image" Target="../media/image301.png"/><Relationship Id="rId101" Type="http://schemas.openxmlformats.org/officeDocument/2006/relationships/image" Target="../media/image302.png"/><Relationship Id="rId122" Type="http://schemas.openxmlformats.org/officeDocument/2006/relationships/customXml" Target="../ink/ink312.xml"/><Relationship Id="rId143" Type="http://schemas.openxmlformats.org/officeDocument/2006/relationships/image" Target="../media/image323.png"/><Relationship Id="rId148" Type="http://schemas.openxmlformats.org/officeDocument/2006/relationships/customXml" Target="../ink/ink325.xml"/><Relationship Id="rId164" Type="http://schemas.openxmlformats.org/officeDocument/2006/relationships/customXml" Target="../ink/ink333.xml"/><Relationship Id="rId169" Type="http://schemas.openxmlformats.org/officeDocument/2006/relationships/image" Target="../media/image336.png"/><Relationship Id="rId185" Type="http://schemas.openxmlformats.org/officeDocument/2006/relationships/image" Target="../media/image344.png"/><Relationship Id="rId4" Type="http://schemas.openxmlformats.org/officeDocument/2006/relationships/customXml" Target="../ink/ink253.xml"/><Relationship Id="rId9" Type="http://schemas.openxmlformats.org/officeDocument/2006/relationships/image" Target="../media/image256.png"/><Relationship Id="rId180" Type="http://schemas.openxmlformats.org/officeDocument/2006/relationships/customXml" Target="../ink/ink341.xml"/><Relationship Id="rId210" Type="http://schemas.openxmlformats.org/officeDocument/2006/relationships/customXml" Target="../ink/ink356.xml"/><Relationship Id="rId215" Type="http://schemas.openxmlformats.org/officeDocument/2006/relationships/image" Target="../media/image359.png"/><Relationship Id="rId236" Type="http://schemas.openxmlformats.org/officeDocument/2006/relationships/customXml" Target="../ink/ink369.xml"/><Relationship Id="rId26" Type="http://schemas.openxmlformats.org/officeDocument/2006/relationships/customXml" Target="../ink/ink264.xml"/><Relationship Id="rId231" Type="http://schemas.openxmlformats.org/officeDocument/2006/relationships/image" Target="../media/image367.png"/><Relationship Id="rId47" Type="http://schemas.openxmlformats.org/officeDocument/2006/relationships/image" Target="../media/image275.png"/><Relationship Id="rId68" Type="http://schemas.openxmlformats.org/officeDocument/2006/relationships/customXml" Target="../ink/ink285.xml"/><Relationship Id="rId89" Type="http://schemas.openxmlformats.org/officeDocument/2006/relationships/image" Target="../media/image296.png"/><Relationship Id="rId112" Type="http://schemas.openxmlformats.org/officeDocument/2006/relationships/customXml" Target="../ink/ink307.xml"/><Relationship Id="rId133" Type="http://schemas.openxmlformats.org/officeDocument/2006/relationships/image" Target="../media/image318.png"/><Relationship Id="rId154" Type="http://schemas.openxmlformats.org/officeDocument/2006/relationships/customXml" Target="../ink/ink328.xml"/><Relationship Id="rId175" Type="http://schemas.openxmlformats.org/officeDocument/2006/relationships/image" Target="../media/image339.png"/><Relationship Id="rId196" Type="http://schemas.openxmlformats.org/officeDocument/2006/relationships/customXml" Target="../ink/ink349.xml"/><Relationship Id="rId200" Type="http://schemas.openxmlformats.org/officeDocument/2006/relationships/customXml" Target="../ink/ink351.xml"/><Relationship Id="rId16" Type="http://schemas.openxmlformats.org/officeDocument/2006/relationships/customXml" Target="../ink/ink259.xml"/><Relationship Id="rId221" Type="http://schemas.openxmlformats.org/officeDocument/2006/relationships/image" Target="../media/image362.png"/><Relationship Id="rId37" Type="http://schemas.openxmlformats.org/officeDocument/2006/relationships/image" Target="../media/image270.png"/><Relationship Id="rId58" Type="http://schemas.openxmlformats.org/officeDocument/2006/relationships/customXml" Target="../ink/ink280.xml"/><Relationship Id="rId79" Type="http://schemas.openxmlformats.org/officeDocument/2006/relationships/image" Target="../media/image291.png"/><Relationship Id="rId102" Type="http://schemas.openxmlformats.org/officeDocument/2006/relationships/customXml" Target="../ink/ink302.xml"/><Relationship Id="rId123" Type="http://schemas.openxmlformats.org/officeDocument/2006/relationships/image" Target="../media/image313.png"/><Relationship Id="rId144" Type="http://schemas.openxmlformats.org/officeDocument/2006/relationships/customXml" Target="../ink/ink323.xml"/><Relationship Id="rId90" Type="http://schemas.openxmlformats.org/officeDocument/2006/relationships/customXml" Target="../ink/ink296.xml"/><Relationship Id="rId165" Type="http://schemas.openxmlformats.org/officeDocument/2006/relationships/image" Target="../media/image334.png"/><Relationship Id="rId186" Type="http://schemas.openxmlformats.org/officeDocument/2006/relationships/customXml" Target="../ink/ink344.xml"/><Relationship Id="rId211" Type="http://schemas.openxmlformats.org/officeDocument/2006/relationships/image" Target="../media/image357.png"/><Relationship Id="rId232" Type="http://schemas.openxmlformats.org/officeDocument/2006/relationships/customXml" Target="../ink/ink367.xml"/><Relationship Id="rId27" Type="http://schemas.openxmlformats.org/officeDocument/2006/relationships/image" Target="../media/image265.png"/><Relationship Id="rId48" Type="http://schemas.openxmlformats.org/officeDocument/2006/relationships/customXml" Target="../ink/ink275.xml"/><Relationship Id="rId69" Type="http://schemas.openxmlformats.org/officeDocument/2006/relationships/image" Target="../media/image286.png"/><Relationship Id="rId113" Type="http://schemas.openxmlformats.org/officeDocument/2006/relationships/image" Target="../media/image308.png"/><Relationship Id="rId134" Type="http://schemas.openxmlformats.org/officeDocument/2006/relationships/customXml" Target="../ink/ink318.xml"/><Relationship Id="rId80" Type="http://schemas.openxmlformats.org/officeDocument/2006/relationships/customXml" Target="../ink/ink291.xml"/><Relationship Id="rId155" Type="http://schemas.openxmlformats.org/officeDocument/2006/relationships/image" Target="../media/image329.png"/><Relationship Id="rId176" Type="http://schemas.openxmlformats.org/officeDocument/2006/relationships/customXml" Target="../ink/ink339.xml"/><Relationship Id="rId197" Type="http://schemas.openxmlformats.org/officeDocument/2006/relationships/image" Target="../media/image350.png"/><Relationship Id="rId201" Type="http://schemas.openxmlformats.org/officeDocument/2006/relationships/image" Target="../media/image352.png"/><Relationship Id="rId222" Type="http://schemas.openxmlformats.org/officeDocument/2006/relationships/customXml" Target="../ink/ink362.xml"/><Relationship Id="rId17" Type="http://schemas.openxmlformats.org/officeDocument/2006/relationships/image" Target="../media/image260.png"/><Relationship Id="rId38" Type="http://schemas.openxmlformats.org/officeDocument/2006/relationships/customXml" Target="../ink/ink270.xml"/><Relationship Id="rId59" Type="http://schemas.openxmlformats.org/officeDocument/2006/relationships/image" Target="../media/image281.png"/><Relationship Id="rId103" Type="http://schemas.openxmlformats.org/officeDocument/2006/relationships/image" Target="../media/image303.png"/><Relationship Id="rId124" Type="http://schemas.openxmlformats.org/officeDocument/2006/relationships/customXml" Target="../ink/ink313.xml"/><Relationship Id="rId70" Type="http://schemas.openxmlformats.org/officeDocument/2006/relationships/customXml" Target="../ink/ink286.xml"/><Relationship Id="rId91" Type="http://schemas.openxmlformats.org/officeDocument/2006/relationships/image" Target="../media/image297.png"/><Relationship Id="rId145" Type="http://schemas.openxmlformats.org/officeDocument/2006/relationships/image" Target="../media/image324.png"/><Relationship Id="rId166" Type="http://schemas.openxmlformats.org/officeDocument/2006/relationships/customXml" Target="../ink/ink334.xml"/><Relationship Id="rId187" Type="http://schemas.openxmlformats.org/officeDocument/2006/relationships/image" Target="../media/image34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57.xml"/><Relationship Id="rId233" Type="http://schemas.openxmlformats.org/officeDocument/2006/relationships/image" Target="../media/image368.png"/><Relationship Id="rId28" Type="http://schemas.openxmlformats.org/officeDocument/2006/relationships/customXml" Target="../ink/ink265.xml"/><Relationship Id="rId49" Type="http://schemas.openxmlformats.org/officeDocument/2006/relationships/image" Target="../media/image276.png"/><Relationship Id="rId114" Type="http://schemas.openxmlformats.org/officeDocument/2006/relationships/customXml" Target="../ink/ink308.xml"/><Relationship Id="rId60" Type="http://schemas.openxmlformats.org/officeDocument/2006/relationships/customXml" Target="../ink/ink281.xml"/><Relationship Id="rId81" Type="http://schemas.openxmlformats.org/officeDocument/2006/relationships/image" Target="../media/image292.png"/><Relationship Id="rId135" Type="http://schemas.openxmlformats.org/officeDocument/2006/relationships/image" Target="../media/image319.png"/><Relationship Id="rId156" Type="http://schemas.openxmlformats.org/officeDocument/2006/relationships/customXml" Target="../ink/ink329.xml"/><Relationship Id="rId177" Type="http://schemas.openxmlformats.org/officeDocument/2006/relationships/image" Target="../media/image340.png"/><Relationship Id="rId198" Type="http://schemas.openxmlformats.org/officeDocument/2006/relationships/customXml" Target="../ink/ink350.xml"/><Relationship Id="rId202" Type="http://schemas.openxmlformats.org/officeDocument/2006/relationships/customXml" Target="../ink/ink352.xml"/><Relationship Id="rId223" Type="http://schemas.openxmlformats.org/officeDocument/2006/relationships/image" Target="../media/image363.png"/><Relationship Id="rId18" Type="http://schemas.openxmlformats.org/officeDocument/2006/relationships/customXml" Target="../ink/ink260.xml"/><Relationship Id="rId39" Type="http://schemas.openxmlformats.org/officeDocument/2006/relationships/image" Target="../media/image271.png"/><Relationship Id="rId50" Type="http://schemas.openxmlformats.org/officeDocument/2006/relationships/customXml" Target="../ink/ink276.xml"/><Relationship Id="rId104" Type="http://schemas.openxmlformats.org/officeDocument/2006/relationships/customXml" Target="../ink/ink303.xml"/><Relationship Id="rId125" Type="http://schemas.openxmlformats.org/officeDocument/2006/relationships/image" Target="../media/image314.png"/><Relationship Id="rId146" Type="http://schemas.openxmlformats.org/officeDocument/2006/relationships/customXml" Target="../ink/ink324.xml"/><Relationship Id="rId167" Type="http://schemas.openxmlformats.org/officeDocument/2006/relationships/image" Target="../media/image335.png"/><Relationship Id="rId188" Type="http://schemas.openxmlformats.org/officeDocument/2006/relationships/customXml" Target="../ink/ink345.xml"/><Relationship Id="rId71" Type="http://schemas.openxmlformats.org/officeDocument/2006/relationships/image" Target="../media/image287.png"/><Relationship Id="rId92" Type="http://schemas.openxmlformats.org/officeDocument/2006/relationships/customXml" Target="../ink/ink297.xml"/><Relationship Id="rId213" Type="http://schemas.openxmlformats.org/officeDocument/2006/relationships/image" Target="../media/image358.png"/><Relationship Id="rId234" Type="http://schemas.openxmlformats.org/officeDocument/2006/relationships/customXml" Target="../ink/ink368.xml"/><Relationship Id="rId2" Type="http://schemas.openxmlformats.org/officeDocument/2006/relationships/customXml" Target="../ink/ink252.xml"/><Relationship Id="rId29" Type="http://schemas.openxmlformats.org/officeDocument/2006/relationships/image" Target="../media/image266.png"/><Relationship Id="rId40" Type="http://schemas.openxmlformats.org/officeDocument/2006/relationships/customXml" Target="../ink/ink271.xml"/><Relationship Id="rId115" Type="http://schemas.openxmlformats.org/officeDocument/2006/relationships/image" Target="../media/image309.png"/><Relationship Id="rId136" Type="http://schemas.openxmlformats.org/officeDocument/2006/relationships/customXml" Target="../ink/ink319.xml"/><Relationship Id="rId157" Type="http://schemas.openxmlformats.org/officeDocument/2006/relationships/image" Target="../media/image330.png"/><Relationship Id="rId178" Type="http://schemas.openxmlformats.org/officeDocument/2006/relationships/customXml" Target="../ink/ink340.xml"/><Relationship Id="rId61" Type="http://schemas.openxmlformats.org/officeDocument/2006/relationships/image" Target="../media/image282.png"/><Relationship Id="rId82" Type="http://schemas.openxmlformats.org/officeDocument/2006/relationships/customXml" Target="../ink/ink292.xml"/><Relationship Id="rId199" Type="http://schemas.openxmlformats.org/officeDocument/2006/relationships/image" Target="../media/image351.png"/><Relationship Id="rId203" Type="http://schemas.openxmlformats.org/officeDocument/2006/relationships/image" Target="../media/image353.png"/><Relationship Id="rId19" Type="http://schemas.openxmlformats.org/officeDocument/2006/relationships/image" Target="../media/image261.png"/><Relationship Id="rId224" Type="http://schemas.openxmlformats.org/officeDocument/2006/relationships/customXml" Target="../ink/ink363.xml"/><Relationship Id="rId30" Type="http://schemas.openxmlformats.org/officeDocument/2006/relationships/customXml" Target="../ink/ink266.xml"/><Relationship Id="rId105" Type="http://schemas.openxmlformats.org/officeDocument/2006/relationships/image" Target="../media/image304.png"/><Relationship Id="rId126" Type="http://schemas.openxmlformats.org/officeDocument/2006/relationships/customXml" Target="../ink/ink314.xml"/><Relationship Id="rId147" Type="http://schemas.openxmlformats.org/officeDocument/2006/relationships/image" Target="../media/image325.png"/><Relationship Id="rId168" Type="http://schemas.openxmlformats.org/officeDocument/2006/relationships/customXml" Target="../ink/ink335.xml"/><Relationship Id="rId51" Type="http://schemas.openxmlformats.org/officeDocument/2006/relationships/image" Target="../media/image277.png"/><Relationship Id="rId72" Type="http://schemas.openxmlformats.org/officeDocument/2006/relationships/customXml" Target="../ink/ink287.xml"/><Relationship Id="rId93" Type="http://schemas.openxmlformats.org/officeDocument/2006/relationships/image" Target="../media/image298.png"/><Relationship Id="rId189" Type="http://schemas.openxmlformats.org/officeDocument/2006/relationships/image" Target="../media/image346.png"/><Relationship Id="rId3" Type="http://schemas.openxmlformats.org/officeDocument/2006/relationships/image" Target="../media/image253.png"/><Relationship Id="rId214" Type="http://schemas.openxmlformats.org/officeDocument/2006/relationships/customXml" Target="../ink/ink358.xml"/><Relationship Id="rId235" Type="http://schemas.openxmlformats.org/officeDocument/2006/relationships/image" Target="../media/image369.png"/><Relationship Id="rId116" Type="http://schemas.openxmlformats.org/officeDocument/2006/relationships/customXml" Target="../ink/ink309.xml"/><Relationship Id="rId137" Type="http://schemas.openxmlformats.org/officeDocument/2006/relationships/image" Target="../media/image320.png"/><Relationship Id="rId158" Type="http://schemas.openxmlformats.org/officeDocument/2006/relationships/customXml" Target="../ink/ink330.xml"/><Relationship Id="rId20" Type="http://schemas.openxmlformats.org/officeDocument/2006/relationships/customXml" Target="../ink/ink261.xml"/><Relationship Id="rId41" Type="http://schemas.openxmlformats.org/officeDocument/2006/relationships/image" Target="../media/image272.png"/><Relationship Id="rId62" Type="http://schemas.openxmlformats.org/officeDocument/2006/relationships/customXml" Target="../ink/ink282.xml"/><Relationship Id="rId83" Type="http://schemas.openxmlformats.org/officeDocument/2006/relationships/image" Target="../media/image293.png"/><Relationship Id="rId179" Type="http://schemas.openxmlformats.org/officeDocument/2006/relationships/image" Target="../media/image341.png"/><Relationship Id="rId190" Type="http://schemas.openxmlformats.org/officeDocument/2006/relationships/customXml" Target="../ink/ink346.xml"/><Relationship Id="rId204" Type="http://schemas.openxmlformats.org/officeDocument/2006/relationships/customXml" Target="../ink/ink353.xml"/><Relationship Id="rId225" Type="http://schemas.openxmlformats.org/officeDocument/2006/relationships/image" Target="../media/image364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29.xml"/><Relationship Id="rId299" Type="http://schemas.openxmlformats.org/officeDocument/2006/relationships/image" Target="../media/image521.png"/><Relationship Id="rId21" Type="http://schemas.openxmlformats.org/officeDocument/2006/relationships/customXml" Target="../ink/ink381.xml"/><Relationship Id="rId63" Type="http://schemas.openxmlformats.org/officeDocument/2006/relationships/customXml" Target="../ink/ink402.xml"/><Relationship Id="rId159" Type="http://schemas.openxmlformats.org/officeDocument/2006/relationships/image" Target="../media/image451.png"/><Relationship Id="rId324" Type="http://schemas.openxmlformats.org/officeDocument/2006/relationships/image" Target="../media/image533.png"/><Relationship Id="rId366" Type="http://schemas.openxmlformats.org/officeDocument/2006/relationships/image" Target="../media/image554.png"/><Relationship Id="rId170" Type="http://schemas.openxmlformats.org/officeDocument/2006/relationships/customXml" Target="../ink/ink456.xml"/><Relationship Id="rId226" Type="http://schemas.openxmlformats.org/officeDocument/2006/relationships/customXml" Target="../ink/ink484.xml"/><Relationship Id="rId268" Type="http://schemas.openxmlformats.org/officeDocument/2006/relationships/customXml" Target="../ink/ink505.xml"/><Relationship Id="rId32" Type="http://schemas.openxmlformats.org/officeDocument/2006/relationships/image" Target="../media/image388.png"/><Relationship Id="rId74" Type="http://schemas.openxmlformats.org/officeDocument/2006/relationships/image" Target="../media/image409.png"/><Relationship Id="rId128" Type="http://schemas.openxmlformats.org/officeDocument/2006/relationships/image" Target="../media/image436.png"/><Relationship Id="rId335" Type="http://schemas.openxmlformats.org/officeDocument/2006/relationships/customXml" Target="../ink/ink539.xml"/><Relationship Id="rId377" Type="http://schemas.openxmlformats.org/officeDocument/2006/relationships/customXml" Target="../ink/ink560.xml"/><Relationship Id="rId5" Type="http://schemas.openxmlformats.org/officeDocument/2006/relationships/customXml" Target="../ink/ink373.xml"/><Relationship Id="rId181" Type="http://schemas.openxmlformats.org/officeDocument/2006/relationships/image" Target="../media/image462.png"/><Relationship Id="rId237" Type="http://schemas.openxmlformats.org/officeDocument/2006/relationships/image" Target="../media/image490.png"/><Relationship Id="rId279" Type="http://schemas.openxmlformats.org/officeDocument/2006/relationships/image" Target="../media/image511.png"/><Relationship Id="rId43" Type="http://schemas.openxmlformats.org/officeDocument/2006/relationships/customXml" Target="../ink/ink392.xml"/><Relationship Id="rId139" Type="http://schemas.openxmlformats.org/officeDocument/2006/relationships/customXml" Target="../ink/ink440.xml"/><Relationship Id="rId290" Type="http://schemas.openxmlformats.org/officeDocument/2006/relationships/customXml" Target="../ink/ink516.xml"/><Relationship Id="rId304" Type="http://schemas.openxmlformats.org/officeDocument/2006/relationships/customXml" Target="../ink/ink523.xml"/><Relationship Id="rId346" Type="http://schemas.openxmlformats.org/officeDocument/2006/relationships/image" Target="../media/image544.png"/><Relationship Id="rId388" Type="http://schemas.openxmlformats.org/officeDocument/2006/relationships/image" Target="../media/image565.png"/><Relationship Id="rId85" Type="http://schemas.openxmlformats.org/officeDocument/2006/relationships/customXml" Target="../ink/ink413.xml"/><Relationship Id="rId150" Type="http://schemas.openxmlformats.org/officeDocument/2006/relationships/image" Target="../media/image447.png"/><Relationship Id="rId192" Type="http://schemas.openxmlformats.org/officeDocument/2006/relationships/customXml" Target="../ink/ink467.xml"/><Relationship Id="rId206" Type="http://schemas.openxmlformats.org/officeDocument/2006/relationships/customXml" Target="../ink/ink474.xml"/><Relationship Id="rId248" Type="http://schemas.openxmlformats.org/officeDocument/2006/relationships/customXml" Target="../ink/ink495.xml"/><Relationship Id="rId12" Type="http://schemas.openxmlformats.org/officeDocument/2006/relationships/image" Target="../media/image378.png"/><Relationship Id="rId108" Type="http://schemas.openxmlformats.org/officeDocument/2006/relationships/image" Target="../media/image426.png"/><Relationship Id="rId315" Type="http://schemas.openxmlformats.org/officeDocument/2006/relationships/customXml" Target="../ink/ink529.xml"/><Relationship Id="rId357" Type="http://schemas.openxmlformats.org/officeDocument/2006/relationships/customXml" Target="../ink/ink550.xml"/><Relationship Id="rId54" Type="http://schemas.openxmlformats.org/officeDocument/2006/relationships/image" Target="../media/image399.png"/><Relationship Id="rId96" Type="http://schemas.openxmlformats.org/officeDocument/2006/relationships/image" Target="../media/image420.png"/><Relationship Id="rId161" Type="http://schemas.openxmlformats.org/officeDocument/2006/relationships/image" Target="../media/image452.png"/><Relationship Id="rId217" Type="http://schemas.openxmlformats.org/officeDocument/2006/relationships/image" Target="../media/image480.png"/><Relationship Id="rId259" Type="http://schemas.openxmlformats.org/officeDocument/2006/relationships/image" Target="../media/image501.png"/><Relationship Id="rId23" Type="http://schemas.openxmlformats.org/officeDocument/2006/relationships/customXml" Target="../ink/ink382.xml"/><Relationship Id="rId119" Type="http://schemas.openxmlformats.org/officeDocument/2006/relationships/customXml" Target="../ink/ink430.xml"/><Relationship Id="rId270" Type="http://schemas.openxmlformats.org/officeDocument/2006/relationships/customXml" Target="../ink/ink506.xml"/><Relationship Id="rId326" Type="http://schemas.openxmlformats.org/officeDocument/2006/relationships/image" Target="../media/image534.png"/><Relationship Id="rId65" Type="http://schemas.openxmlformats.org/officeDocument/2006/relationships/customXml" Target="../ink/ink403.xml"/><Relationship Id="rId130" Type="http://schemas.openxmlformats.org/officeDocument/2006/relationships/image" Target="../media/image437.png"/><Relationship Id="rId368" Type="http://schemas.openxmlformats.org/officeDocument/2006/relationships/image" Target="../media/image555.png"/><Relationship Id="rId172" Type="http://schemas.openxmlformats.org/officeDocument/2006/relationships/customXml" Target="../ink/ink457.xml"/><Relationship Id="rId228" Type="http://schemas.openxmlformats.org/officeDocument/2006/relationships/customXml" Target="../ink/ink485.xml"/><Relationship Id="rId281" Type="http://schemas.openxmlformats.org/officeDocument/2006/relationships/image" Target="../media/image512.png"/><Relationship Id="rId337" Type="http://schemas.openxmlformats.org/officeDocument/2006/relationships/customXml" Target="../ink/ink540.xml"/><Relationship Id="rId34" Type="http://schemas.openxmlformats.org/officeDocument/2006/relationships/image" Target="../media/image389.png"/><Relationship Id="rId76" Type="http://schemas.openxmlformats.org/officeDocument/2006/relationships/image" Target="../media/image410.png"/><Relationship Id="rId141" Type="http://schemas.openxmlformats.org/officeDocument/2006/relationships/customXml" Target="../ink/ink441.xml"/><Relationship Id="rId379" Type="http://schemas.openxmlformats.org/officeDocument/2006/relationships/customXml" Target="../ink/ink561.xml"/><Relationship Id="rId7" Type="http://schemas.openxmlformats.org/officeDocument/2006/relationships/customXml" Target="../ink/ink374.xml"/><Relationship Id="rId183" Type="http://schemas.openxmlformats.org/officeDocument/2006/relationships/image" Target="../media/image463.png"/><Relationship Id="rId239" Type="http://schemas.openxmlformats.org/officeDocument/2006/relationships/image" Target="../media/image491.png"/><Relationship Id="rId390" Type="http://schemas.openxmlformats.org/officeDocument/2006/relationships/image" Target="../media/image566.png"/><Relationship Id="rId250" Type="http://schemas.openxmlformats.org/officeDocument/2006/relationships/customXml" Target="../ink/ink496.xml"/><Relationship Id="rId292" Type="http://schemas.openxmlformats.org/officeDocument/2006/relationships/customXml" Target="../ink/ink517.xml"/><Relationship Id="rId306" Type="http://schemas.openxmlformats.org/officeDocument/2006/relationships/customXml" Target="../ink/ink524.xml"/><Relationship Id="rId45" Type="http://schemas.openxmlformats.org/officeDocument/2006/relationships/customXml" Target="../ink/ink393.xml"/><Relationship Id="rId87" Type="http://schemas.openxmlformats.org/officeDocument/2006/relationships/customXml" Target="../ink/ink414.xml"/><Relationship Id="rId110" Type="http://schemas.openxmlformats.org/officeDocument/2006/relationships/image" Target="../media/image427.png"/><Relationship Id="rId348" Type="http://schemas.openxmlformats.org/officeDocument/2006/relationships/image" Target="../media/image545.png"/><Relationship Id="rId152" Type="http://schemas.openxmlformats.org/officeDocument/2006/relationships/customXml" Target="../ink/ink447.xml"/><Relationship Id="rId194" Type="http://schemas.openxmlformats.org/officeDocument/2006/relationships/customXml" Target="../ink/ink468.xml"/><Relationship Id="rId208" Type="http://schemas.openxmlformats.org/officeDocument/2006/relationships/customXml" Target="../ink/ink475.xml"/><Relationship Id="rId261" Type="http://schemas.openxmlformats.org/officeDocument/2006/relationships/image" Target="../media/image502.png"/><Relationship Id="rId14" Type="http://schemas.openxmlformats.org/officeDocument/2006/relationships/image" Target="../media/image379.png"/><Relationship Id="rId56" Type="http://schemas.openxmlformats.org/officeDocument/2006/relationships/image" Target="../media/image400.png"/><Relationship Id="rId317" Type="http://schemas.openxmlformats.org/officeDocument/2006/relationships/customXml" Target="../ink/ink530.xml"/><Relationship Id="rId359" Type="http://schemas.openxmlformats.org/officeDocument/2006/relationships/customXml" Target="../ink/ink551.xml"/><Relationship Id="rId98" Type="http://schemas.openxmlformats.org/officeDocument/2006/relationships/image" Target="../media/image421.png"/><Relationship Id="rId121" Type="http://schemas.openxmlformats.org/officeDocument/2006/relationships/customXml" Target="../ink/ink431.xml"/><Relationship Id="rId163" Type="http://schemas.openxmlformats.org/officeDocument/2006/relationships/image" Target="../media/image453.png"/><Relationship Id="rId219" Type="http://schemas.openxmlformats.org/officeDocument/2006/relationships/image" Target="../media/image481.png"/><Relationship Id="rId370" Type="http://schemas.openxmlformats.org/officeDocument/2006/relationships/image" Target="../media/image556.png"/><Relationship Id="rId230" Type="http://schemas.openxmlformats.org/officeDocument/2006/relationships/customXml" Target="../ink/ink486.xml"/><Relationship Id="rId25" Type="http://schemas.openxmlformats.org/officeDocument/2006/relationships/customXml" Target="../ink/ink383.xml"/><Relationship Id="rId67" Type="http://schemas.openxmlformats.org/officeDocument/2006/relationships/customXml" Target="../ink/ink404.xml"/><Relationship Id="rId272" Type="http://schemas.openxmlformats.org/officeDocument/2006/relationships/customXml" Target="../ink/ink507.xml"/><Relationship Id="rId328" Type="http://schemas.openxmlformats.org/officeDocument/2006/relationships/image" Target="../media/image535.png"/><Relationship Id="rId132" Type="http://schemas.openxmlformats.org/officeDocument/2006/relationships/image" Target="../media/image438.png"/><Relationship Id="rId174" Type="http://schemas.openxmlformats.org/officeDocument/2006/relationships/customXml" Target="../ink/ink458.xml"/><Relationship Id="rId381" Type="http://schemas.openxmlformats.org/officeDocument/2006/relationships/customXml" Target="../ink/ink562.xml"/><Relationship Id="rId241" Type="http://schemas.openxmlformats.org/officeDocument/2006/relationships/image" Target="../media/image492.png"/><Relationship Id="rId36" Type="http://schemas.openxmlformats.org/officeDocument/2006/relationships/image" Target="../media/image390.png"/><Relationship Id="rId283" Type="http://schemas.openxmlformats.org/officeDocument/2006/relationships/image" Target="../media/image513.png"/><Relationship Id="rId339" Type="http://schemas.openxmlformats.org/officeDocument/2006/relationships/customXml" Target="../ink/ink541.xml"/><Relationship Id="rId78" Type="http://schemas.openxmlformats.org/officeDocument/2006/relationships/image" Target="../media/image411.png"/><Relationship Id="rId101" Type="http://schemas.openxmlformats.org/officeDocument/2006/relationships/customXml" Target="../ink/ink421.xml"/><Relationship Id="rId143" Type="http://schemas.openxmlformats.org/officeDocument/2006/relationships/customXml" Target="../ink/ink442.xml"/><Relationship Id="rId185" Type="http://schemas.openxmlformats.org/officeDocument/2006/relationships/image" Target="../media/image464.png"/><Relationship Id="rId350" Type="http://schemas.openxmlformats.org/officeDocument/2006/relationships/image" Target="../media/image546.png"/><Relationship Id="rId9" Type="http://schemas.openxmlformats.org/officeDocument/2006/relationships/customXml" Target="../ink/ink375.xml"/><Relationship Id="rId210" Type="http://schemas.openxmlformats.org/officeDocument/2006/relationships/customXml" Target="../ink/ink476.xml"/><Relationship Id="rId392" Type="http://schemas.openxmlformats.org/officeDocument/2006/relationships/image" Target="../media/image567.png"/><Relationship Id="rId252" Type="http://schemas.openxmlformats.org/officeDocument/2006/relationships/customXml" Target="../ink/ink497.xml"/><Relationship Id="rId294" Type="http://schemas.openxmlformats.org/officeDocument/2006/relationships/customXml" Target="../ink/ink518.xml"/><Relationship Id="rId308" Type="http://schemas.openxmlformats.org/officeDocument/2006/relationships/customXml" Target="../ink/ink525.xml"/><Relationship Id="rId47" Type="http://schemas.openxmlformats.org/officeDocument/2006/relationships/customXml" Target="../ink/ink394.xml"/><Relationship Id="rId89" Type="http://schemas.openxmlformats.org/officeDocument/2006/relationships/customXml" Target="../ink/ink415.xml"/><Relationship Id="rId112" Type="http://schemas.openxmlformats.org/officeDocument/2006/relationships/image" Target="../media/image428.png"/><Relationship Id="rId154" Type="http://schemas.openxmlformats.org/officeDocument/2006/relationships/customXml" Target="../ink/ink448.xml"/><Relationship Id="rId361" Type="http://schemas.openxmlformats.org/officeDocument/2006/relationships/customXml" Target="../ink/ink552.xml"/><Relationship Id="rId196" Type="http://schemas.openxmlformats.org/officeDocument/2006/relationships/customXml" Target="../ink/ink469.xml"/><Relationship Id="rId200" Type="http://schemas.openxmlformats.org/officeDocument/2006/relationships/customXml" Target="../ink/ink471.xml"/><Relationship Id="rId382" Type="http://schemas.openxmlformats.org/officeDocument/2006/relationships/image" Target="../media/image562.png"/><Relationship Id="rId16" Type="http://schemas.openxmlformats.org/officeDocument/2006/relationships/image" Target="../media/image380.png"/><Relationship Id="rId221" Type="http://schemas.openxmlformats.org/officeDocument/2006/relationships/image" Target="../media/image482.png"/><Relationship Id="rId242" Type="http://schemas.openxmlformats.org/officeDocument/2006/relationships/customXml" Target="../ink/ink492.xml"/><Relationship Id="rId263" Type="http://schemas.openxmlformats.org/officeDocument/2006/relationships/image" Target="../media/image503.png"/><Relationship Id="rId284" Type="http://schemas.openxmlformats.org/officeDocument/2006/relationships/customXml" Target="../ink/ink513.xml"/><Relationship Id="rId319" Type="http://schemas.openxmlformats.org/officeDocument/2006/relationships/customXml" Target="../ink/ink531.xml"/><Relationship Id="rId37" Type="http://schemas.openxmlformats.org/officeDocument/2006/relationships/customXml" Target="../ink/ink389.xml"/><Relationship Id="rId58" Type="http://schemas.openxmlformats.org/officeDocument/2006/relationships/image" Target="../media/image401.png"/><Relationship Id="rId79" Type="http://schemas.openxmlformats.org/officeDocument/2006/relationships/customXml" Target="../ink/ink410.xml"/><Relationship Id="rId102" Type="http://schemas.openxmlformats.org/officeDocument/2006/relationships/image" Target="../media/image423.png"/><Relationship Id="rId123" Type="http://schemas.openxmlformats.org/officeDocument/2006/relationships/customXml" Target="../ink/ink432.xml"/><Relationship Id="rId144" Type="http://schemas.openxmlformats.org/officeDocument/2006/relationships/image" Target="../media/image444.png"/><Relationship Id="rId330" Type="http://schemas.openxmlformats.org/officeDocument/2006/relationships/image" Target="../media/image536.png"/><Relationship Id="rId90" Type="http://schemas.openxmlformats.org/officeDocument/2006/relationships/image" Target="../media/image417.png"/><Relationship Id="rId165" Type="http://schemas.openxmlformats.org/officeDocument/2006/relationships/image" Target="../media/image454.png"/><Relationship Id="rId186" Type="http://schemas.openxmlformats.org/officeDocument/2006/relationships/customXml" Target="../ink/ink464.xml"/><Relationship Id="rId351" Type="http://schemas.openxmlformats.org/officeDocument/2006/relationships/customXml" Target="../ink/ink547.xml"/><Relationship Id="rId372" Type="http://schemas.openxmlformats.org/officeDocument/2006/relationships/image" Target="../media/image557.png"/><Relationship Id="rId211" Type="http://schemas.openxmlformats.org/officeDocument/2006/relationships/image" Target="../media/image477.png"/><Relationship Id="rId232" Type="http://schemas.openxmlformats.org/officeDocument/2006/relationships/customXml" Target="../ink/ink487.xml"/><Relationship Id="rId253" Type="http://schemas.openxmlformats.org/officeDocument/2006/relationships/image" Target="../media/image498.png"/><Relationship Id="rId274" Type="http://schemas.openxmlformats.org/officeDocument/2006/relationships/customXml" Target="../ink/ink508.xml"/><Relationship Id="rId295" Type="http://schemas.openxmlformats.org/officeDocument/2006/relationships/image" Target="../media/image519.png"/><Relationship Id="rId309" Type="http://schemas.openxmlformats.org/officeDocument/2006/relationships/image" Target="../media/image526.png"/><Relationship Id="rId27" Type="http://schemas.openxmlformats.org/officeDocument/2006/relationships/customXml" Target="../ink/ink384.xml"/><Relationship Id="rId48" Type="http://schemas.openxmlformats.org/officeDocument/2006/relationships/image" Target="../media/image396.png"/><Relationship Id="rId69" Type="http://schemas.openxmlformats.org/officeDocument/2006/relationships/customXml" Target="../ink/ink405.xml"/><Relationship Id="rId113" Type="http://schemas.openxmlformats.org/officeDocument/2006/relationships/customXml" Target="../ink/ink427.xml"/><Relationship Id="rId134" Type="http://schemas.openxmlformats.org/officeDocument/2006/relationships/image" Target="../media/image439.png"/><Relationship Id="rId320" Type="http://schemas.openxmlformats.org/officeDocument/2006/relationships/image" Target="../media/image531.png"/><Relationship Id="rId80" Type="http://schemas.openxmlformats.org/officeDocument/2006/relationships/image" Target="../media/image412.png"/><Relationship Id="rId155" Type="http://schemas.openxmlformats.org/officeDocument/2006/relationships/image" Target="../media/image449.png"/><Relationship Id="rId176" Type="http://schemas.openxmlformats.org/officeDocument/2006/relationships/customXml" Target="../ink/ink459.xml"/><Relationship Id="rId197" Type="http://schemas.openxmlformats.org/officeDocument/2006/relationships/image" Target="../media/image470.png"/><Relationship Id="rId341" Type="http://schemas.openxmlformats.org/officeDocument/2006/relationships/customXml" Target="../ink/ink542.xml"/><Relationship Id="rId362" Type="http://schemas.openxmlformats.org/officeDocument/2006/relationships/image" Target="../media/image552.png"/><Relationship Id="rId383" Type="http://schemas.openxmlformats.org/officeDocument/2006/relationships/customXml" Target="../ink/ink563.xml"/><Relationship Id="rId201" Type="http://schemas.openxmlformats.org/officeDocument/2006/relationships/image" Target="../media/image472.png"/><Relationship Id="rId222" Type="http://schemas.openxmlformats.org/officeDocument/2006/relationships/customXml" Target="../ink/ink482.xml"/><Relationship Id="rId243" Type="http://schemas.openxmlformats.org/officeDocument/2006/relationships/image" Target="../media/image493.png"/><Relationship Id="rId264" Type="http://schemas.openxmlformats.org/officeDocument/2006/relationships/customXml" Target="../ink/ink503.xml"/><Relationship Id="rId285" Type="http://schemas.openxmlformats.org/officeDocument/2006/relationships/image" Target="../media/image514.png"/><Relationship Id="rId17" Type="http://schemas.openxmlformats.org/officeDocument/2006/relationships/customXml" Target="../ink/ink379.xml"/><Relationship Id="rId38" Type="http://schemas.openxmlformats.org/officeDocument/2006/relationships/image" Target="../media/image391.png"/><Relationship Id="rId59" Type="http://schemas.openxmlformats.org/officeDocument/2006/relationships/customXml" Target="../ink/ink400.xml"/><Relationship Id="rId103" Type="http://schemas.openxmlformats.org/officeDocument/2006/relationships/customXml" Target="../ink/ink422.xml"/><Relationship Id="rId124" Type="http://schemas.openxmlformats.org/officeDocument/2006/relationships/image" Target="../media/image434.png"/><Relationship Id="rId310" Type="http://schemas.openxmlformats.org/officeDocument/2006/relationships/customXml" Target="../ink/ink526.xml"/><Relationship Id="rId70" Type="http://schemas.openxmlformats.org/officeDocument/2006/relationships/image" Target="../media/image407.png"/><Relationship Id="rId91" Type="http://schemas.openxmlformats.org/officeDocument/2006/relationships/customXml" Target="../ink/ink416.xml"/><Relationship Id="rId145" Type="http://schemas.openxmlformats.org/officeDocument/2006/relationships/customXml" Target="../ink/ink443.xml"/><Relationship Id="rId166" Type="http://schemas.openxmlformats.org/officeDocument/2006/relationships/customXml" Target="../ink/ink454.xml"/><Relationship Id="rId187" Type="http://schemas.openxmlformats.org/officeDocument/2006/relationships/image" Target="../media/image465.png"/><Relationship Id="rId331" Type="http://schemas.openxmlformats.org/officeDocument/2006/relationships/customXml" Target="../ink/ink537.xml"/><Relationship Id="rId352" Type="http://schemas.openxmlformats.org/officeDocument/2006/relationships/image" Target="../media/image547.png"/><Relationship Id="rId373" Type="http://schemas.openxmlformats.org/officeDocument/2006/relationships/customXml" Target="../ink/ink558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477.xml"/><Relationship Id="rId233" Type="http://schemas.openxmlformats.org/officeDocument/2006/relationships/image" Target="../media/image488.png"/><Relationship Id="rId254" Type="http://schemas.openxmlformats.org/officeDocument/2006/relationships/customXml" Target="../ink/ink498.xml"/><Relationship Id="rId28" Type="http://schemas.openxmlformats.org/officeDocument/2006/relationships/image" Target="../media/image386.png"/><Relationship Id="rId49" Type="http://schemas.openxmlformats.org/officeDocument/2006/relationships/customXml" Target="../ink/ink395.xml"/><Relationship Id="rId114" Type="http://schemas.openxmlformats.org/officeDocument/2006/relationships/image" Target="../media/image429.png"/><Relationship Id="rId275" Type="http://schemas.openxmlformats.org/officeDocument/2006/relationships/image" Target="../media/image509.png"/><Relationship Id="rId296" Type="http://schemas.openxmlformats.org/officeDocument/2006/relationships/customXml" Target="../ink/ink519.xml"/><Relationship Id="rId300" Type="http://schemas.openxmlformats.org/officeDocument/2006/relationships/customXml" Target="../ink/ink521.xml"/><Relationship Id="rId60" Type="http://schemas.openxmlformats.org/officeDocument/2006/relationships/image" Target="../media/image402.png"/><Relationship Id="rId81" Type="http://schemas.openxmlformats.org/officeDocument/2006/relationships/customXml" Target="../ink/ink411.xml"/><Relationship Id="rId135" Type="http://schemas.openxmlformats.org/officeDocument/2006/relationships/customXml" Target="../ink/ink438.xml"/><Relationship Id="rId156" Type="http://schemas.openxmlformats.org/officeDocument/2006/relationships/customXml" Target="../ink/ink449.xml"/><Relationship Id="rId177" Type="http://schemas.openxmlformats.org/officeDocument/2006/relationships/image" Target="../media/image460.png"/><Relationship Id="rId198" Type="http://schemas.openxmlformats.org/officeDocument/2006/relationships/customXml" Target="../ink/ink470.xml"/><Relationship Id="rId321" Type="http://schemas.openxmlformats.org/officeDocument/2006/relationships/customXml" Target="../ink/ink532.xml"/><Relationship Id="rId342" Type="http://schemas.openxmlformats.org/officeDocument/2006/relationships/image" Target="../media/image542.png"/><Relationship Id="rId363" Type="http://schemas.openxmlformats.org/officeDocument/2006/relationships/customXml" Target="../ink/ink553.xml"/><Relationship Id="rId384" Type="http://schemas.openxmlformats.org/officeDocument/2006/relationships/image" Target="../media/image563.png"/><Relationship Id="rId202" Type="http://schemas.openxmlformats.org/officeDocument/2006/relationships/customXml" Target="../ink/ink472.xml"/><Relationship Id="rId223" Type="http://schemas.openxmlformats.org/officeDocument/2006/relationships/image" Target="../media/image483.png"/><Relationship Id="rId244" Type="http://schemas.openxmlformats.org/officeDocument/2006/relationships/customXml" Target="../ink/ink493.xml"/><Relationship Id="rId18" Type="http://schemas.openxmlformats.org/officeDocument/2006/relationships/image" Target="../media/image381.png"/><Relationship Id="rId39" Type="http://schemas.openxmlformats.org/officeDocument/2006/relationships/customXml" Target="../ink/ink390.xml"/><Relationship Id="rId265" Type="http://schemas.openxmlformats.org/officeDocument/2006/relationships/image" Target="../media/image504.png"/><Relationship Id="rId286" Type="http://schemas.openxmlformats.org/officeDocument/2006/relationships/customXml" Target="../ink/ink514.xml"/><Relationship Id="rId50" Type="http://schemas.openxmlformats.org/officeDocument/2006/relationships/image" Target="../media/image397.png"/><Relationship Id="rId104" Type="http://schemas.openxmlformats.org/officeDocument/2006/relationships/image" Target="../media/image424.png"/><Relationship Id="rId125" Type="http://schemas.openxmlformats.org/officeDocument/2006/relationships/customXml" Target="../ink/ink433.xml"/><Relationship Id="rId146" Type="http://schemas.openxmlformats.org/officeDocument/2006/relationships/image" Target="../media/image445.png"/><Relationship Id="rId167" Type="http://schemas.openxmlformats.org/officeDocument/2006/relationships/image" Target="../media/image455.png"/><Relationship Id="rId188" Type="http://schemas.openxmlformats.org/officeDocument/2006/relationships/customXml" Target="../ink/ink465.xml"/><Relationship Id="rId311" Type="http://schemas.openxmlformats.org/officeDocument/2006/relationships/image" Target="../media/image527.png"/><Relationship Id="rId332" Type="http://schemas.openxmlformats.org/officeDocument/2006/relationships/image" Target="../media/image537.png"/><Relationship Id="rId353" Type="http://schemas.openxmlformats.org/officeDocument/2006/relationships/customXml" Target="../ink/ink548.xml"/><Relationship Id="rId374" Type="http://schemas.openxmlformats.org/officeDocument/2006/relationships/image" Target="../media/image558.png"/><Relationship Id="rId71" Type="http://schemas.openxmlformats.org/officeDocument/2006/relationships/customXml" Target="../ink/ink406.xml"/><Relationship Id="rId92" Type="http://schemas.openxmlformats.org/officeDocument/2006/relationships/image" Target="../media/image418.png"/><Relationship Id="rId213" Type="http://schemas.openxmlformats.org/officeDocument/2006/relationships/image" Target="../media/image478.png"/><Relationship Id="rId234" Type="http://schemas.openxmlformats.org/officeDocument/2006/relationships/customXml" Target="../ink/ink488.xml"/><Relationship Id="rId2" Type="http://schemas.openxmlformats.org/officeDocument/2006/relationships/image" Target="../media/image373.jpg"/><Relationship Id="rId29" Type="http://schemas.openxmlformats.org/officeDocument/2006/relationships/customXml" Target="../ink/ink385.xml"/><Relationship Id="rId255" Type="http://schemas.openxmlformats.org/officeDocument/2006/relationships/image" Target="../media/image499.png"/><Relationship Id="rId276" Type="http://schemas.openxmlformats.org/officeDocument/2006/relationships/customXml" Target="../ink/ink509.xml"/><Relationship Id="rId297" Type="http://schemas.openxmlformats.org/officeDocument/2006/relationships/image" Target="../media/image520.png"/><Relationship Id="rId40" Type="http://schemas.openxmlformats.org/officeDocument/2006/relationships/image" Target="../media/image392.png"/><Relationship Id="rId115" Type="http://schemas.openxmlformats.org/officeDocument/2006/relationships/customXml" Target="../ink/ink428.xml"/><Relationship Id="rId136" Type="http://schemas.openxmlformats.org/officeDocument/2006/relationships/image" Target="../media/image440.png"/><Relationship Id="rId157" Type="http://schemas.openxmlformats.org/officeDocument/2006/relationships/image" Target="../media/image450.png"/><Relationship Id="rId178" Type="http://schemas.openxmlformats.org/officeDocument/2006/relationships/customXml" Target="../ink/ink460.xml"/><Relationship Id="rId301" Type="http://schemas.openxmlformats.org/officeDocument/2006/relationships/image" Target="../media/image522.png"/><Relationship Id="rId322" Type="http://schemas.openxmlformats.org/officeDocument/2006/relationships/image" Target="../media/image532.png"/><Relationship Id="rId343" Type="http://schemas.openxmlformats.org/officeDocument/2006/relationships/customXml" Target="../ink/ink543.xml"/><Relationship Id="rId364" Type="http://schemas.openxmlformats.org/officeDocument/2006/relationships/image" Target="../media/image553.png"/><Relationship Id="rId61" Type="http://schemas.openxmlformats.org/officeDocument/2006/relationships/customXml" Target="../ink/ink401.xml"/><Relationship Id="rId82" Type="http://schemas.openxmlformats.org/officeDocument/2006/relationships/image" Target="../media/image413.png"/><Relationship Id="rId199" Type="http://schemas.openxmlformats.org/officeDocument/2006/relationships/image" Target="../media/image471.png"/><Relationship Id="rId203" Type="http://schemas.openxmlformats.org/officeDocument/2006/relationships/image" Target="../media/image473.png"/><Relationship Id="rId385" Type="http://schemas.openxmlformats.org/officeDocument/2006/relationships/customXml" Target="../ink/ink564.xml"/><Relationship Id="rId19" Type="http://schemas.openxmlformats.org/officeDocument/2006/relationships/customXml" Target="../ink/ink380.xml"/><Relationship Id="rId224" Type="http://schemas.openxmlformats.org/officeDocument/2006/relationships/customXml" Target="../ink/ink483.xml"/><Relationship Id="rId245" Type="http://schemas.openxmlformats.org/officeDocument/2006/relationships/image" Target="../media/image494.png"/><Relationship Id="rId266" Type="http://schemas.openxmlformats.org/officeDocument/2006/relationships/customXml" Target="../ink/ink504.xml"/><Relationship Id="rId287" Type="http://schemas.openxmlformats.org/officeDocument/2006/relationships/image" Target="../media/image515.png"/><Relationship Id="rId30" Type="http://schemas.openxmlformats.org/officeDocument/2006/relationships/image" Target="../media/image387.png"/><Relationship Id="rId105" Type="http://schemas.openxmlformats.org/officeDocument/2006/relationships/customXml" Target="../ink/ink423.xml"/><Relationship Id="rId126" Type="http://schemas.openxmlformats.org/officeDocument/2006/relationships/image" Target="../media/image435.png"/><Relationship Id="rId147" Type="http://schemas.openxmlformats.org/officeDocument/2006/relationships/customXml" Target="../ink/ink444.xml"/><Relationship Id="rId168" Type="http://schemas.openxmlformats.org/officeDocument/2006/relationships/customXml" Target="../ink/ink455.xml"/><Relationship Id="rId312" Type="http://schemas.openxmlformats.org/officeDocument/2006/relationships/customXml" Target="../ink/ink527.xml"/><Relationship Id="rId333" Type="http://schemas.openxmlformats.org/officeDocument/2006/relationships/customXml" Target="../ink/ink538.xml"/><Relationship Id="rId354" Type="http://schemas.openxmlformats.org/officeDocument/2006/relationships/image" Target="../media/image548.png"/><Relationship Id="rId51" Type="http://schemas.openxmlformats.org/officeDocument/2006/relationships/customXml" Target="../ink/ink396.xml"/><Relationship Id="rId72" Type="http://schemas.openxmlformats.org/officeDocument/2006/relationships/image" Target="../media/image408.png"/><Relationship Id="rId93" Type="http://schemas.openxmlformats.org/officeDocument/2006/relationships/customXml" Target="../ink/ink417.xml"/><Relationship Id="rId189" Type="http://schemas.openxmlformats.org/officeDocument/2006/relationships/image" Target="../media/image466.png"/><Relationship Id="rId375" Type="http://schemas.openxmlformats.org/officeDocument/2006/relationships/customXml" Target="../ink/ink559.xml"/><Relationship Id="rId3" Type="http://schemas.openxmlformats.org/officeDocument/2006/relationships/customXml" Target="../ink/ink372.xml"/><Relationship Id="rId214" Type="http://schemas.openxmlformats.org/officeDocument/2006/relationships/customXml" Target="../ink/ink478.xml"/><Relationship Id="rId235" Type="http://schemas.openxmlformats.org/officeDocument/2006/relationships/image" Target="../media/image489.png"/><Relationship Id="rId256" Type="http://schemas.openxmlformats.org/officeDocument/2006/relationships/customXml" Target="../ink/ink499.xml"/><Relationship Id="rId277" Type="http://schemas.openxmlformats.org/officeDocument/2006/relationships/image" Target="../media/image510.png"/><Relationship Id="rId298" Type="http://schemas.openxmlformats.org/officeDocument/2006/relationships/customXml" Target="../ink/ink520.xml"/><Relationship Id="rId116" Type="http://schemas.openxmlformats.org/officeDocument/2006/relationships/image" Target="../media/image430.png"/><Relationship Id="rId137" Type="http://schemas.openxmlformats.org/officeDocument/2006/relationships/customXml" Target="../ink/ink439.xml"/><Relationship Id="rId158" Type="http://schemas.openxmlformats.org/officeDocument/2006/relationships/customXml" Target="../ink/ink450.xml"/><Relationship Id="rId302" Type="http://schemas.openxmlformats.org/officeDocument/2006/relationships/customXml" Target="../ink/ink522.xml"/><Relationship Id="rId323" Type="http://schemas.openxmlformats.org/officeDocument/2006/relationships/customXml" Target="../ink/ink533.xml"/><Relationship Id="rId344" Type="http://schemas.openxmlformats.org/officeDocument/2006/relationships/image" Target="../media/image543.png"/><Relationship Id="rId20" Type="http://schemas.openxmlformats.org/officeDocument/2006/relationships/image" Target="../media/image382.png"/><Relationship Id="rId41" Type="http://schemas.openxmlformats.org/officeDocument/2006/relationships/customXml" Target="../ink/ink391.xml"/><Relationship Id="rId62" Type="http://schemas.openxmlformats.org/officeDocument/2006/relationships/image" Target="../media/image403.png"/><Relationship Id="rId83" Type="http://schemas.openxmlformats.org/officeDocument/2006/relationships/customXml" Target="../ink/ink412.xml"/><Relationship Id="rId179" Type="http://schemas.openxmlformats.org/officeDocument/2006/relationships/image" Target="../media/image461.png"/><Relationship Id="rId365" Type="http://schemas.openxmlformats.org/officeDocument/2006/relationships/customXml" Target="../ink/ink554.xml"/><Relationship Id="rId386" Type="http://schemas.openxmlformats.org/officeDocument/2006/relationships/image" Target="../media/image564.png"/><Relationship Id="rId190" Type="http://schemas.openxmlformats.org/officeDocument/2006/relationships/customXml" Target="../ink/ink466.xml"/><Relationship Id="rId204" Type="http://schemas.openxmlformats.org/officeDocument/2006/relationships/customXml" Target="../ink/ink473.xml"/><Relationship Id="rId225" Type="http://schemas.openxmlformats.org/officeDocument/2006/relationships/image" Target="../media/image484.png"/><Relationship Id="rId246" Type="http://schemas.openxmlformats.org/officeDocument/2006/relationships/customXml" Target="../ink/ink494.xml"/><Relationship Id="rId267" Type="http://schemas.openxmlformats.org/officeDocument/2006/relationships/image" Target="../media/image505.png"/><Relationship Id="rId288" Type="http://schemas.openxmlformats.org/officeDocument/2006/relationships/customXml" Target="../ink/ink515.xml"/><Relationship Id="rId106" Type="http://schemas.openxmlformats.org/officeDocument/2006/relationships/image" Target="../media/image425.png"/><Relationship Id="rId127" Type="http://schemas.openxmlformats.org/officeDocument/2006/relationships/customXml" Target="../ink/ink434.xml"/><Relationship Id="rId313" Type="http://schemas.openxmlformats.org/officeDocument/2006/relationships/image" Target="../media/image528.png"/><Relationship Id="rId10" Type="http://schemas.openxmlformats.org/officeDocument/2006/relationships/image" Target="../media/image377.png"/><Relationship Id="rId31" Type="http://schemas.openxmlformats.org/officeDocument/2006/relationships/customXml" Target="../ink/ink386.xml"/><Relationship Id="rId52" Type="http://schemas.openxmlformats.org/officeDocument/2006/relationships/image" Target="../media/image398.png"/><Relationship Id="rId73" Type="http://schemas.openxmlformats.org/officeDocument/2006/relationships/customXml" Target="../ink/ink407.xml"/><Relationship Id="rId94" Type="http://schemas.openxmlformats.org/officeDocument/2006/relationships/image" Target="../media/image419.png"/><Relationship Id="rId148" Type="http://schemas.openxmlformats.org/officeDocument/2006/relationships/image" Target="../media/image446.png"/><Relationship Id="rId169" Type="http://schemas.openxmlformats.org/officeDocument/2006/relationships/image" Target="../media/image456.png"/><Relationship Id="rId334" Type="http://schemas.openxmlformats.org/officeDocument/2006/relationships/image" Target="../media/image538.png"/><Relationship Id="rId355" Type="http://schemas.openxmlformats.org/officeDocument/2006/relationships/customXml" Target="../ink/ink549.xml"/><Relationship Id="rId376" Type="http://schemas.openxmlformats.org/officeDocument/2006/relationships/image" Target="../media/image559.png"/><Relationship Id="rId4" Type="http://schemas.openxmlformats.org/officeDocument/2006/relationships/image" Target="../media/image374.png"/><Relationship Id="rId180" Type="http://schemas.openxmlformats.org/officeDocument/2006/relationships/customXml" Target="../ink/ink461.xml"/><Relationship Id="rId215" Type="http://schemas.openxmlformats.org/officeDocument/2006/relationships/image" Target="../media/image479.png"/><Relationship Id="rId236" Type="http://schemas.openxmlformats.org/officeDocument/2006/relationships/customXml" Target="../ink/ink489.xml"/><Relationship Id="rId257" Type="http://schemas.openxmlformats.org/officeDocument/2006/relationships/image" Target="../media/image500.png"/><Relationship Id="rId278" Type="http://schemas.openxmlformats.org/officeDocument/2006/relationships/customXml" Target="../ink/ink510.xml"/><Relationship Id="rId303" Type="http://schemas.openxmlformats.org/officeDocument/2006/relationships/image" Target="../media/image523.png"/><Relationship Id="rId42" Type="http://schemas.openxmlformats.org/officeDocument/2006/relationships/image" Target="../media/image393.png"/><Relationship Id="rId84" Type="http://schemas.openxmlformats.org/officeDocument/2006/relationships/image" Target="../media/image414.png"/><Relationship Id="rId138" Type="http://schemas.openxmlformats.org/officeDocument/2006/relationships/image" Target="../media/image441.png"/><Relationship Id="rId345" Type="http://schemas.openxmlformats.org/officeDocument/2006/relationships/customXml" Target="../ink/ink544.xml"/><Relationship Id="rId387" Type="http://schemas.openxmlformats.org/officeDocument/2006/relationships/customXml" Target="../ink/ink565.xml"/><Relationship Id="rId191" Type="http://schemas.openxmlformats.org/officeDocument/2006/relationships/image" Target="../media/image467.png"/><Relationship Id="rId205" Type="http://schemas.openxmlformats.org/officeDocument/2006/relationships/image" Target="../media/image474.png"/><Relationship Id="rId247" Type="http://schemas.openxmlformats.org/officeDocument/2006/relationships/image" Target="../media/image495.png"/><Relationship Id="rId107" Type="http://schemas.openxmlformats.org/officeDocument/2006/relationships/customXml" Target="../ink/ink424.xml"/><Relationship Id="rId289" Type="http://schemas.openxmlformats.org/officeDocument/2006/relationships/image" Target="../media/image516.png"/><Relationship Id="rId11" Type="http://schemas.openxmlformats.org/officeDocument/2006/relationships/customXml" Target="../ink/ink376.xml"/><Relationship Id="rId53" Type="http://schemas.openxmlformats.org/officeDocument/2006/relationships/customXml" Target="../ink/ink397.xml"/><Relationship Id="rId149" Type="http://schemas.openxmlformats.org/officeDocument/2006/relationships/customXml" Target="../ink/ink445.xml"/><Relationship Id="rId314" Type="http://schemas.openxmlformats.org/officeDocument/2006/relationships/customXml" Target="../ink/ink528.xml"/><Relationship Id="rId356" Type="http://schemas.openxmlformats.org/officeDocument/2006/relationships/image" Target="../media/image549.png"/><Relationship Id="rId95" Type="http://schemas.openxmlformats.org/officeDocument/2006/relationships/customXml" Target="../ink/ink418.xml"/><Relationship Id="rId160" Type="http://schemas.openxmlformats.org/officeDocument/2006/relationships/customXml" Target="../ink/ink451.xml"/><Relationship Id="rId216" Type="http://schemas.openxmlformats.org/officeDocument/2006/relationships/customXml" Target="../ink/ink479.xml"/><Relationship Id="rId258" Type="http://schemas.openxmlformats.org/officeDocument/2006/relationships/customXml" Target="../ink/ink500.xml"/><Relationship Id="rId22" Type="http://schemas.openxmlformats.org/officeDocument/2006/relationships/image" Target="../media/image383.png"/><Relationship Id="rId64" Type="http://schemas.openxmlformats.org/officeDocument/2006/relationships/image" Target="../media/image404.png"/><Relationship Id="rId118" Type="http://schemas.openxmlformats.org/officeDocument/2006/relationships/image" Target="../media/image431.png"/><Relationship Id="rId325" Type="http://schemas.openxmlformats.org/officeDocument/2006/relationships/customXml" Target="../ink/ink534.xml"/><Relationship Id="rId367" Type="http://schemas.openxmlformats.org/officeDocument/2006/relationships/customXml" Target="../ink/ink555.xml"/><Relationship Id="rId171" Type="http://schemas.openxmlformats.org/officeDocument/2006/relationships/image" Target="../media/image457.png"/><Relationship Id="rId227" Type="http://schemas.openxmlformats.org/officeDocument/2006/relationships/image" Target="../media/image485.png"/><Relationship Id="rId269" Type="http://schemas.openxmlformats.org/officeDocument/2006/relationships/image" Target="../media/image506.png"/><Relationship Id="rId33" Type="http://schemas.openxmlformats.org/officeDocument/2006/relationships/customXml" Target="../ink/ink387.xml"/><Relationship Id="rId129" Type="http://schemas.openxmlformats.org/officeDocument/2006/relationships/customXml" Target="../ink/ink435.xml"/><Relationship Id="rId280" Type="http://schemas.openxmlformats.org/officeDocument/2006/relationships/customXml" Target="../ink/ink511.xml"/><Relationship Id="rId336" Type="http://schemas.openxmlformats.org/officeDocument/2006/relationships/image" Target="../media/image539.png"/><Relationship Id="rId75" Type="http://schemas.openxmlformats.org/officeDocument/2006/relationships/customXml" Target="../ink/ink408.xml"/><Relationship Id="rId140" Type="http://schemas.openxmlformats.org/officeDocument/2006/relationships/image" Target="../media/image442.png"/><Relationship Id="rId182" Type="http://schemas.openxmlformats.org/officeDocument/2006/relationships/customXml" Target="../ink/ink462.xml"/><Relationship Id="rId378" Type="http://schemas.openxmlformats.org/officeDocument/2006/relationships/image" Target="../media/image560.png"/><Relationship Id="rId6" Type="http://schemas.openxmlformats.org/officeDocument/2006/relationships/image" Target="../media/image375.png"/><Relationship Id="rId238" Type="http://schemas.openxmlformats.org/officeDocument/2006/relationships/customXml" Target="../ink/ink490.xml"/><Relationship Id="rId291" Type="http://schemas.openxmlformats.org/officeDocument/2006/relationships/image" Target="../media/image517.png"/><Relationship Id="rId305" Type="http://schemas.openxmlformats.org/officeDocument/2006/relationships/image" Target="../media/image524.png"/><Relationship Id="rId347" Type="http://schemas.openxmlformats.org/officeDocument/2006/relationships/customXml" Target="../ink/ink545.xml"/><Relationship Id="rId44" Type="http://schemas.openxmlformats.org/officeDocument/2006/relationships/image" Target="../media/image394.png"/><Relationship Id="rId86" Type="http://schemas.openxmlformats.org/officeDocument/2006/relationships/image" Target="../media/image415.png"/><Relationship Id="rId151" Type="http://schemas.openxmlformats.org/officeDocument/2006/relationships/customXml" Target="../ink/ink446.xml"/><Relationship Id="rId389" Type="http://schemas.openxmlformats.org/officeDocument/2006/relationships/customXml" Target="../ink/ink566.xml"/><Relationship Id="rId193" Type="http://schemas.openxmlformats.org/officeDocument/2006/relationships/image" Target="../media/image468.png"/><Relationship Id="rId207" Type="http://schemas.openxmlformats.org/officeDocument/2006/relationships/image" Target="../media/image475.png"/><Relationship Id="rId249" Type="http://schemas.openxmlformats.org/officeDocument/2006/relationships/image" Target="../media/image496.png"/><Relationship Id="rId13" Type="http://schemas.openxmlformats.org/officeDocument/2006/relationships/customXml" Target="../ink/ink377.xml"/><Relationship Id="rId109" Type="http://schemas.openxmlformats.org/officeDocument/2006/relationships/customXml" Target="../ink/ink425.xml"/><Relationship Id="rId260" Type="http://schemas.openxmlformats.org/officeDocument/2006/relationships/customXml" Target="../ink/ink501.xml"/><Relationship Id="rId316" Type="http://schemas.openxmlformats.org/officeDocument/2006/relationships/image" Target="../media/image529.png"/><Relationship Id="rId55" Type="http://schemas.openxmlformats.org/officeDocument/2006/relationships/customXml" Target="../ink/ink398.xml"/><Relationship Id="rId97" Type="http://schemas.openxmlformats.org/officeDocument/2006/relationships/customXml" Target="../ink/ink419.xml"/><Relationship Id="rId120" Type="http://schemas.openxmlformats.org/officeDocument/2006/relationships/image" Target="../media/image432.png"/><Relationship Id="rId358" Type="http://schemas.openxmlformats.org/officeDocument/2006/relationships/image" Target="../media/image550.png"/><Relationship Id="rId162" Type="http://schemas.openxmlformats.org/officeDocument/2006/relationships/customXml" Target="../ink/ink452.xml"/><Relationship Id="rId218" Type="http://schemas.openxmlformats.org/officeDocument/2006/relationships/customXml" Target="../ink/ink480.xml"/><Relationship Id="rId271" Type="http://schemas.openxmlformats.org/officeDocument/2006/relationships/image" Target="../media/image507.png"/><Relationship Id="rId24" Type="http://schemas.openxmlformats.org/officeDocument/2006/relationships/image" Target="../media/image384.png"/><Relationship Id="rId66" Type="http://schemas.openxmlformats.org/officeDocument/2006/relationships/image" Target="../media/image405.png"/><Relationship Id="rId131" Type="http://schemas.openxmlformats.org/officeDocument/2006/relationships/customXml" Target="../ink/ink436.xml"/><Relationship Id="rId327" Type="http://schemas.openxmlformats.org/officeDocument/2006/relationships/customXml" Target="../ink/ink535.xml"/><Relationship Id="rId369" Type="http://schemas.openxmlformats.org/officeDocument/2006/relationships/customXml" Target="../ink/ink556.xml"/><Relationship Id="rId173" Type="http://schemas.openxmlformats.org/officeDocument/2006/relationships/image" Target="../media/image458.png"/><Relationship Id="rId229" Type="http://schemas.openxmlformats.org/officeDocument/2006/relationships/image" Target="../media/image486.png"/><Relationship Id="rId380" Type="http://schemas.openxmlformats.org/officeDocument/2006/relationships/image" Target="../media/image561.png"/><Relationship Id="rId240" Type="http://schemas.openxmlformats.org/officeDocument/2006/relationships/customXml" Target="../ink/ink491.xml"/><Relationship Id="rId35" Type="http://schemas.openxmlformats.org/officeDocument/2006/relationships/customXml" Target="../ink/ink388.xml"/><Relationship Id="rId77" Type="http://schemas.openxmlformats.org/officeDocument/2006/relationships/customXml" Target="../ink/ink409.xml"/><Relationship Id="rId100" Type="http://schemas.openxmlformats.org/officeDocument/2006/relationships/image" Target="../media/image422.png"/><Relationship Id="rId282" Type="http://schemas.openxmlformats.org/officeDocument/2006/relationships/customXml" Target="../ink/ink512.xml"/><Relationship Id="rId338" Type="http://schemas.openxmlformats.org/officeDocument/2006/relationships/image" Target="../media/image540.png"/><Relationship Id="rId8" Type="http://schemas.openxmlformats.org/officeDocument/2006/relationships/image" Target="../media/image376.png"/><Relationship Id="rId142" Type="http://schemas.openxmlformats.org/officeDocument/2006/relationships/image" Target="../media/image443.png"/><Relationship Id="rId184" Type="http://schemas.openxmlformats.org/officeDocument/2006/relationships/customXml" Target="../ink/ink463.xml"/><Relationship Id="rId391" Type="http://schemas.openxmlformats.org/officeDocument/2006/relationships/customXml" Target="../ink/ink567.xml"/><Relationship Id="rId251" Type="http://schemas.openxmlformats.org/officeDocument/2006/relationships/image" Target="../media/image497.png"/><Relationship Id="rId46" Type="http://schemas.openxmlformats.org/officeDocument/2006/relationships/image" Target="../media/image395.png"/><Relationship Id="rId293" Type="http://schemas.openxmlformats.org/officeDocument/2006/relationships/image" Target="../media/image518.png"/><Relationship Id="rId307" Type="http://schemas.openxmlformats.org/officeDocument/2006/relationships/image" Target="../media/image525.png"/><Relationship Id="rId349" Type="http://schemas.openxmlformats.org/officeDocument/2006/relationships/customXml" Target="../ink/ink546.xml"/><Relationship Id="rId88" Type="http://schemas.openxmlformats.org/officeDocument/2006/relationships/image" Target="../media/image416.png"/><Relationship Id="rId111" Type="http://schemas.openxmlformats.org/officeDocument/2006/relationships/customXml" Target="../ink/ink426.xml"/><Relationship Id="rId153" Type="http://schemas.openxmlformats.org/officeDocument/2006/relationships/image" Target="../media/image448.png"/><Relationship Id="rId195" Type="http://schemas.openxmlformats.org/officeDocument/2006/relationships/image" Target="../media/image469.png"/><Relationship Id="rId209" Type="http://schemas.openxmlformats.org/officeDocument/2006/relationships/image" Target="../media/image476.png"/><Relationship Id="rId360" Type="http://schemas.openxmlformats.org/officeDocument/2006/relationships/image" Target="../media/image551.png"/><Relationship Id="rId220" Type="http://schemas.openxmlformats.org/officeDocument/2006/relationships/customXml" Target="../ink/ink481.xml"/><Relationship Id="rId15" Type="http://schemas.openxmlformats.org/officeDocument/2006/relationships/customXml" Target="../ink/ink378.xml"/><Relationship Id="rId57" Type="http://schemas.openxmlformats.org/officeDocument/2006/relationships/customXml" Target="../ink/ink399.xml"/><Relationship Id="rId262" Type="http://schemas.openxmlformats.org/officeDocument/2006/relationships/customXml" Target="../ink/ink502.xml"/><Relationship Id="rId318" Type="http://schemas.openxmlformats.org/officeDocument/2006/relationships/image" Target="../media/image530.png"/><Relationship Id="rId99" Type="http://schemas.openxmlformats.org/officeDocument/2006/relationships/customXml" Target="../ink/ink420.xml"/><Relationship Id="rId122" Type="http://schemas.openxmlformats.org/officeDocument/2006/relationships/image" Target="../media/image433.png"/><Relationship Id="rId164" Type="http://schemas.openxmlformats.org/officeDocument/2006/relationships/customXml" Target="../ink/ink453.xml"/><Relationship Id="rId371" Type="http://schemas.openxmlformats.org/officeDocument/2006/relationships/customXml" Target="../ink/ink557.xml"/><Relationship Id="rId26" Type="http://schemas.openxmlformats.org/officeDocument/2006/relationships/image" Target="../media/image385.png"/><Relationship Id="rId231" Type="http://schemas.openxmlformats.org/officeDocument/2006/relationships/image" Target="../media/image487.png"/><Relationship Id="rId273" Type="http://schemas.openxmlformats.org/officeDocument/2006/relationships/image" Target="../media/image508.png"/><Relationship Id="rId329" Type="http://schemas.openxmlformats.org/officeDocument/2006/relationships/customXml" Target="../ink/ink536.xml"/><Relationship Id="rId68" Type="http://schemas.openxmlformats.org/officeDocument/2006/relationships/image" Target="../media/image406.png"/><Relationship Id="rId133" Type="http://schemas.openxmlformats.org/officeDocument/2006/relationships/customXml" Target="../ink/ink437.xml"/><Relationship Id="rId175" Type="http://schemas.openxmlformats.org/officeDocument/2006/relationships/image" Target="../media/image459.png"/><Relationship Id="rId340" Type="http://schemas.openxmlformats.org/officeDocument/2006/relationships/image" Target="../media/image541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25.xml"/><Relationship Id="rId21" Type="http://schemas.openxmlformats.org/officeDocument/2006/relationships/customXml" Target="../ink/ink577.xml"/><Relationship Id="rId42" Type="http://schemas.openxmlformats.org/officeDocument/2006/relationships/image" Target="../media/image586.png"/><Relationship Id="rId63" Type="http://schemas.openxmlformats.org/officeDocument/2006/relationships/customXml" Target="../ink/ink598.xml"/><Relationship Id="rId84" Type="http://schemas.openxmlformats.org/officeDocument/2006/relationships/image" Target="../media/image607.png"/><Relationship Id="rId138" Type="http://schemas.openxmlformats.org/officeDocument/2006/relationships/image" Target="../media/image634.png"/><Relationship Id="rId159" Type="http://schemas.openxmlformats.org/officeDocument/2006/relationships/customXml" Target="../ink/ink646.xml"/><Relationship Id="rId170" Type="http://schemas.openxmlformats.org/officeDocument/2006/relationships/image" Target="../media/image650.png"/><Relationship Id="rId191" Type="http://schemas.openxmlformats.org/officeDocument/2006/relationships/customXml" Target="../ink/ink662.xml"/><Relationship Id="rId205" Type="http://schemas.openxmlformats.org/officeDocument/2006/relationships/customXml" Target="../ink/ink669.xml"/><Relationship Id="rId226" Type="http://schemas.openxmlformats.org/officeDocument/2006/relationships/image" Target="../media/image678.png"/><Relationship Id="rId247" Type="http://schemas.openxmlformats.org/officeDocument/2006/relationships/customXml" Target="../ink/ink690.xml"/><Relationship Id="rId107" Type="http://schemas.openxmlformats.org/officeDocument/2006/relationships/customXml" Target="../ink/ink620.xml"/><Relationship Id="rId11" Type="http://schemas.openxmlformats.org/officeDocument/2006/relationships/customXml" Target="../ink/ink572.xml"/><Relationship Id="rId32" Type="http://schemas.openxmlformats.org/officeDocument/2006/relationships/image" Target="../media/image581.png"/><Relationship Id="rId53" Type="http://schemas.openxmlformats.org/officeDocument/2006/relationships/customXml" Target="../ink/ink593.xml"/><Relationship Id="rId74" Type="http://schemas.openxmlformats.org/officeDocument/2006/relationships/image" Target="../media/image602.png"/><Relationship Id="rId128" Type="http://schemas.openxmlformats.org/officeDocument/2006/relationships/image" Target="../media/image629.png"/><Relationship Id="rId149" Type="http://schemas.openxmlformats.org/officeDocument/2006/relationships/customXml" Target="../ink/ink641.xml"/><Relationship Id="rId5" Type="http://schemas.openxmlformats.org/officeDocument/2006/relationships/customXml" Target="../ink/ink569.xml"/><Relationship Id="rId95" Type="http://schemas.openxmlformats.org/officeDocument/2006/relationships/customXml" Target="../ink/ink614.xml"/><Relationship Id="rId160" Type="http://schemas.openxmlformats.org/officeDocument/2006/relationships/image" Target="../media/image645.png"/><Relationship Id="rId181" Type="http://schemas.openxmlformats.org/officeDocument/2006/relationships/customXml" Target="../ink/ink657.xml"/><Relationship Id="rId216" Type="http://schemas.openxmlformats.org/officeDocument/2006/relationships/image" Target="../media/image673.png"/><Relationship Id="rId237" Type="http://schemas.openxmlformats.org/officeDocument/2006/relationships/customXml" Target="../ink/ink685.xml"/><Relationship Id="rId22" Type="http://schemas.openxmlformats.org/officeDocument/2006/relationships/image" Target="../media/image576.png"/><Relationship Id="rId43" Type="http://schemas.openxmlformats.org/officeDocument/2006/relationships/customXml" Target="../ink/ink588.xml"/><Relationship Id="rId64" Type="http://schemas.openxmlformats.org/officeDocument/2006/relationships/image" Target="../media/image597.png"/><Relationship Id="rId118" Type="http://schemas.openxmlformats.org/officeDocument/2006/relationships/image" Target="../media/image624.png"/><Relationship Id="rId139" Type="http://schemas.openxmlformats.org/officeDocument/2006/relationships/customXml" Target="../ink/ink636.xml"/><Relationship Id="rId85" Type="http://schemas.openxmlformats.org/officeDocument/2006/relationships/customXml" Target="../ink/ink609.xml"/><Relationship Id="rId150" Type="http://schemas.openxmlformats.org/officeDocument/2006/relationships/image" Target="../media/image640.png"/><Relationship Id="rId171" Type="http://schemas.openxmlformats.org/officeDocument/2006/relationships/customXml" Target="../ink/ink652.xml"/><Relationship Id="rId192" Type="http://schemas.openxmlformats.org/officeDocument/2006/relationships/image" Target="../media/image661.png"/><Relationship Id="rId206" Type="http://schemas.openxmlformats.org/officeDocument/2006/relationships/image" Target="../media/image668.png"/><Relationship Id="rId227" Type="http://schemas.openxmlformats.org/officeDocument/2006/relationships/customXml" Target="../ink/ink680.xml"/><Relationship Id="rId248" Type="http://schemas.openxmlformats.org/officeDocument/2006/relationships/image" Target="../media/image689.png"/><Relationship Id="rId12" Type="http://schemas.openxmlformats.org/officeDocument/2006/relationships/image" Target="../media/image571.png"/><Relationship Id="rId33" Type="http://schemas.openxmlformats.org/officeDocument/2006/relationships/customXml" Target="../ink/ink583.xml"/><Relationship Id="rId108" Type="http://schemas.openxmlformats.org/officeDocument/2006/relationships/image" Target="../media/image619.png"/><Relationship Id="rId129" Type="http://schemas.openxmlformats.org/officeDocument/2006/relationships/customXml" Target="../ink/ink631.xml"/><Relationship Id="rId54" Type="http://schemas.openxmlformats.org/officeDocument/2006/relationships/image" Target="../media/image592.png"/><Relationship Id="rId75" Type="http://schemas.openxmlformats.org/officeDocument/2006/relationships/customXml" Target="../ink/ink604.xml"/><Relationship Id="rId96" Type="http://schemas.openxmlformats.org/officeDocument/2006/relationships/image" Target="../media/image613.png"/><Relationship Id="rId140" Type="http://schemas.openxmlformats.org/officeDocument/2006/relationships/image" Target="../media/image635.png"/><Relationship Id="rId161" Type="http://schemas.openxmlformats.org/officeDocument/2006/relationships/customXml" Target="../ink/ink647.xml"/><Relationship Id="rId182" Type="http://schemas.openxmlformats.org/officeDocument/2006/relationships/image" Target="../media/image656.png"/><Relationship Id="rId217" Type="http://schemas.openxmlformats.org/officeDocument/2006/relationships/customXml" Target="../ink/ink675.xml"/><Relationship Id="rId6" Type="http://schemas.openxmlformats.org/officeDocument/2006/relationships/image" Target="../media/image569.png"/><Relationship Id="rId238" Type="http://schemas.openxmlformats.org/officeDocument/2006/relationships/image" Target="../media/image684.png"/><Relationship Id="rId23" Type="http://schemas.openxmlformats.org/officeDocument/2006/relationships/customXml" Target="../ink/ink578.xml"/><Relationship Id="rId119" Type="http://schemas.openxmlformats.org/officeDocument/2006/relationships/customXml" Target="../ink/ink626.xml"/><Relationship Id="rId44" Type="http://schemas.openxmlformats.org/officeDocument/2006/relationships/image" Target="../media/image587.png"/><Relationship Id="rId65" Type="http://schemas.openxmlformats.org/officeDocument/2006/relationships/customXml" Target="../ink/ink599.xml"/><Relationship Id="rId86" Type="http://schemas.openxmlformats.org/officeDocument/2006/relationships/image" Target="../media/image608.png"/><Relationship Id="rId130" Type="http://schemas.openxmlformats.org/officeDocument/2006/relationships/image" Target="../media/image630.png"/><Relationship Id="rId151" Type="http://schemas.openxmlformats.org/officeDocument/2006/relationships/customXml" Target="../ink/ink642.xml"/><Relationship Id="rId172" Type="http://schemas.openxmlformats.org/officeDocument/2006/relationships/image" Target="../media/image651.png"/><Relationship Id="rId193" Type="http://schemas.openxmlformats.org/officeDocument/2006/relationships/customXml" Target="../ink/ink663.xml"/><Relationship Id="rId207" Type="http://schemas.openxmlformats.org/officeDocument/2006/relationships/customXml" Target="../ink/ink670.xml"/><Relationship Id="rId228" Type="http://schemas.openxmlformats.org/officeDocument/2006/relationships/image" Target="../media/image679.png"/><Relationship Id="rId249" Type="http://schemas.openxmlformats.org/officeDocument/2006/relationships/customXml" Target="../ink/ink691.xml"/><Relationship Id="rId13" Type="http://schemas.openxmlformats.org/officeDocument/2006/relationships/customXml" Target="../ink/ink573.xml"/><Relationship Id="rId109" Type="http://schemas.openxmlformats.org/officeDocument/2006/relationships/customXml" Target="../ink/ink621.xml"/><Relationship Id="rId34" Type="http://schemas.openxmlformats.org/officeDocument/2006/relationships/image" Target="../media/image582.png"/><Relationship Id="rId55" Type="http://schemas.openxmlformats.org/officeDocument/2006/relationships/customXml" Target="../ink/ink594.xml"/><Relationship Id="rId76" Type="http://schemas.openxmlformats.org/officeDocument/2006/relationships/image" Target="../media/image603.png"/><Relationship Id="rId97" Type="http://schemas.openxmlformats.org/officeDocument/2006/relationships/customXml" Target="../ink/ink615.xml"/><Relationship Id="rId120" Type="http://schemas.openxmlformats.org/officeDocument/2006/relationships/image" Target="../media/image625.png"/><Relationship Id="rId141" Type="http://schemas.openxmlformats.org/officeDocument/2006/relationships/customXml" Target="../ink/ink637.xml"/><Relationship Id="rId7" Type="http://schemas.openxmlformats.org/officeDocument/2006/relationships/customXml" Target="../ink/ink570.xml"/><Relationship Id="rId162" Type="http://schemas.openxmlformats.org/officeDocument/2006/relationships/image" Target="../media/image646.png"/><Relationship Id="rId183" Type="http://schemas.openxmlformats.org/officeDocument/2006/relationships/customXml" Target="../ink/ink658.xml"/><Relationship Id="rId218" Type="http://schemas.openxmlformats.org/officeDocument/2006/relationships/image" Target="../media/image674.png"/><Relationship Id="rId239" Type="http://schemas.openxmlformats.org/officeDocument/2006/relationships/customXml" Target="../ink/ink686.xml"/><Relationship Id="rId250" Type="http://schemas.openxmlformats.org/officeDocument/2006/relationships/image" Target="../media/image690.png"/><Relationship Id="rId24" Type="http://schemas.openxmlformats.org/officeDocument/2006/relationships/image" Target="../media/image577.png"/><Relationship Id="rId45" Type="http://schemas.openxmlformats.org/officeDocument/2006/relationships/customXml" Target="../ink/ink589.xml"/><Relationship Id="rId66" Type="http://schemas.openxmlformats.org/officeDocument/2006/relationships/image" Target="../media/image598.png"/><Relationship Id="rId87" Type="http://schemas.openxmlformats.org/officeDocument/2006/relationships/customXml" Target="../ink/ink610.xml"/><Relationship Id="rId110" Type="http://schemas.openxmlformats.org/officeDocument/2006/relationships/image" Target="../media/image620.png"/><Relationship Id="rId131" Type="http://schemas.openxmlformats.org/officeDocument/2006/relationships/customXml" Target="../ink/ink632.xml"/><Relationship Id="rId152" Type="http://schemas.openxmlformats.org/officeDocument/2006/relationships/image" Target="../media/image641.png"/><Relationship Id="rId173" Type="http://schemas.openxmlformats.org/officeDocument/2006/relationships/customXml" Target="../ink/ink653.xml"/><Relationship Id="rId194" Type="http://schemas.openxmlformats.org/officeDocument/2006/relationships/image" Target="../media/image662.png"/><Relationship Id="rId208" Type="http://schemas.openxmlformats.org/officeDocument/2006/relationships/image" Target="../media/image669.png"/><Relationship Id="rId229" Type="http://schemas.openxmlformats.org/officeDocument/2006/relationships/customXml" Target="../ink/ink681.xml"/><Relationship Id="rId240" Type="http://schemas.openxmlformats.org/officeDocument/2006/relationships/image" Target="../media/image685.png"/><Relationship Id="rId14" Type="http://schemas.openxmlformats.org/officeDocument/2006/relationships/image" Target="../media/image572.png"/><Relationship Id="rId35" Type="http://schemas.openxmlformats.org/officeDocument/2006/relationships/customXml" Target="../ink/ink584.xml"/><Relationship Id="rId56" Type="http://schemas.openxmlformats.org/officeDocument/2006/relationships/image" Target="../media/image593.png"/><Relationship Id="rId77" Type="http://schemas.openxmlformats.org/officeDocument/2006/relationships/customXml" Target="../ink/ink605.xml"/><Relationship Id="rId100" Type="http://schemas.openxmlformats.org/officeDocument/2006/relationships/image" Target="../media/image615.png"/><Relationship Id="rId8" Type="http://schemas.openxmlformats.org/officeDocument/2006/relationships/image" Target="../media/image570.png"/><Relationship Id="rId98" Type="http://schemas.openxmlformats.org/officeDocument/2006/relationships/image" Target="../media/image614.png"/><Relationship Id="rId121" Type="http://schemas.openxmlformats.org/officeDocument/2006/relationships/customXml" Target="../ink/ink627.xml"/><Relationship Id="rId142" Type="http://schemas.openxmlformats.org/officeDocument/2006/relationships/image" Target="../media/image636.png"/><Relationship Id="rId163" Type="http://schemas.openxmlformats.org/officeDocument/2006/relationships/customXml" Target="../ink/ink648.xml"/><Relationship Id="rId184" Type="http://schemas.openxmlformats.org/officeDocument/2006/relationships/image" Target="../media/image657.png"/><Relationship Id="rId219" Type="http://schemas.openxmlformats.org/officeDocument/2006/relationships/customXml" Target="../ink/ink676.xml"/><Relationship Id="rId230" Type="http://schemas.openxmlformats.org/officeDocument/2006/relationships/image" Target="../media/image680.png"/><Relationship Id="rId25" Type="http://schemas.openxmlformats.org/officeDocument/2006/relationships/customXml" Target="../ink/ink579.xml"/><Relationship Id="rId46" Type="http://schemas.openxmlformats.org/officeDocument/2006/relationships/image" Target="../media/image588.png"/><Relationship Id="rId67" Type="http://schemas.openxmlformats.org/officeDocument/2006/relationships/customXml" Target="../ink/ink600.xml"/><Relationship Id="rId88" Type="http://schemas.openxmlformats.org/officeDocument/2006/relationships/image" Target="../media/image609.png"/><Relationship Id="rId111" Type="http://schemas.openxmlformats.org/officeDocument/2006/relationships/customXml" Target="../ink/ink622.xml"/><Relationship Id="rId132" Type="http://schemas.openxmlformats.org/officeDocument/2006/relationships/image" Target="../media/image631.png"/><Relationship Id="rId153" Type="http://schemas.openxmlformats.org/officeDocument/2006/relationships/customXml" Target="../ink/ink643.xml"/><Relationship Id="rId174" Type="http://schemas.openxmlformats.org/officeDocument/2006/relationships/image" Target="../media/image652.png"/><Relationship Id="rId195" Type="http://schemas.openxmlformats.org/officeDocument/2006/relationships/customXml" Target="../ink/ink664.xml"/><Relationship Id="rId209" Type="http://schemas.openxmlformats.org/officeDocument/2006/relationships/customXml" Target="../ink/ink671.xml"/><Relationship Id="rId220" Type="http://schemas.openxmlformats.org/officeDocument/2006/relationships/image" Target="../media/image675.png"/><Relationship Id="rId241" Type="http://schemas.openxmlformats.org/officeDocument/2006/relationships/customXml" Target="../ink/ink687.xml"/><Relationship Id="rId15" Type="http://schemas.openxmlformats.org/officeDocument/2006/relationships/customXml" Target="../ink/ink574.xml"/><Relationship Id="rId36" Type="http://schemas.openxmlformats.org/officeDocument/2006/relationships/image" Target="../media/image583.png"/><Relationship Id="rId57" Type="http://schemas.openxmlformats.org/officeDocument/2006/relationships/customXml" Target="../ink/ink595.xml"/><Relationship Id="rId78" Type="http://schemas.openxmlformats.org/officeDocument/2006/relationships/image" Target="../media/image604.png"/><Relationship Id="rId99" Type="http://schemas.openxmlformats.org/officeDocument/2006/relationships/customXml" Target="../ink/ink616.xml"/><Relationship Id="rId101" Type="http://schemas.openxmlformats.org/officeDocument/2006/relationships/customXml" Target="../ink/ink617.xml"/><Relationship Id="rId122" Type="http://schemas.openxmlformats.org/officeDocument/2006/relationships/image" Target="../media/image626.png"/><Relationship Id="rId143" Type="http://schemas.openxmlformats.org/officeDocument/2006/relationships/customXml" Target="../ink/ink638.xml"/><Relationship Id="rId164" Type="http://schemas.openxmlformats.org/officeDocument/2006/relationships/image" Target="../media/image647.png"/><Relationship Id="rId185" Type="http://schemas.openxmlformats.org/officeDocument/2006/relationships/customXml" Target="../ink/ink659.xml"/><Relationship Id="rId4" Type="http://schemas.openxmlformats.org/officeDocument/2006/relationships/image" Target="../media/image568.png"/><Relationship Id="rId9" Type="http://schemas.openxmlformats.org/officeDocument/2006/relationships/customXml" Target="../ink/ink571.xml"/><Relationship Id="rId180" Type="http://schemas.openxmlformats.org/officeDocument/2006/relationships/image" Target="../media/image655.png"/><Relationship Id="rId210" Type="http://schemas.openxmlformats.org/officeDocument/2006/relationships/image" Target="../media/image670.png"/><Relationship Id="rId215" Type="http://schemas.openxmlformats.org/officeDocument/2006/relationships/customXml" Target="../ink/ink674.xml"/><Relationship Id="rId236" Type="http://schemas.openxmlformats.org/officeDocument/2006/relationships/image" Target="../media/image683.png"/><Relationship Id="rId26" Type="http://schemas.openxmlformats.org/officeDocument/2006/relationships/image" Target="../media/image578.png"/><Relationship Id="rId231" Type="http://schemas.openxmlformats.org/officeDocument/2006/relationships/customXml" Target="../ink/ink682.xml"/><Relationship Id="rId47" Type="http://schemas.openxmlformats.org/officeDocument/2006/relationships/customXml" Target="../ink/ink590.xml"/><Relationship Id="rId68" Type="http://schemas.openxmlformats.org/officeDocument/2006/relationships/image" Target="../media/image599.png"/><Relationship Id="rId89" Type="http://schemas.openxmlformats.org/officeDocument/2006/relationships/customXml" Target="../ink/ink611.xml"/><Relationship Id="rId112" Type="http://schemas.openxmlformats.org/officeDocument/2006/relationships/image" Target="../media/image621.png"/><Relationship Id="rId133" Type="http://schemas.openxmlformats.org/officeDocument/2006/relationships/customXml" Target="../ink/ink633.xml"/><Relationship Id="rId154" Type="http://schemas.openxmlformats.org/officeDocument/2006/relationships/image" Target="../media/image642.png"/><Relationship Id="rId175" Type="http://schemas.openxmlformats.org/officeDocument/2006/relationships/customXml" Target="../ink/ink654.xml"/><Relationship Id="rId196" Type="http://schemas.openxmlformats.org/officeDocument/2006/relationships/image" Target="../media/image663.png"/><Relationship Id="rId200" Type="http://schemas.openxmlformats.org/officeDocument/2006/relationships/image" Target="../media/image665.png"/><Relationship Id="rId16" Type="http://schemas.openxmlformats.org/officeDocument/2006/relationships/image" Target="../media/image573.png"/><Relationship Id="rId221" Type="http://schemas.openxmlformats.org/officeDocument/2006/relationships/customXml" Target="../ink/ink677.xml"/><Relationship Id="rId242" Type="http://schemas.openxmlformats.org/officeDocument/2006/relationships/image" Target="../media/image686.png"/><Relationship Id="rId37" Type="http://schemas.openxmlformats.org/officeDocument/2006/relationships/customXml" Target="../ink/ink585.xml"/><Relationship Id="rId58" Type="http://schemas.openxmlformats.org/officeDocument/2006/relationships/image" Target="../media/image594.png"/><Relationship Id="rId79" Type="http://schemas.openxmlformats.org/officeDocument/2006/relationships/customXml" Target="../ink/ink606.xml"/><Relationship Id="rId102" Type="http://schemas.openxmlformats.org/officeDocument/2006/relationships/image" Target="../media/image616.png"/><Relationship Id="rId123" Type="http://schemas.openxmlformats.org/officeDocument/2006/relationships/customXml" Target="../ink/ink628.xml"/><Relationship Id="rId144" Type="http://schemas.openxmlformats.org/officeDocument/2006/relationships/image" Target="../media/image637.png"/><Relationship Id="rId90" Type="http://schemas.openxmlformats.org/officeDocument/2006/relationships/image" Target="../media/image610.png"/><Relationship Id="rId165" Type="http://schemas.openxmlformats.org/officeDocument/2006/relationships/customXml" Target="../ink/ink649.xml"/><Relationship Id="rId186" Type="http://schemas.openxmlformats.org/officeDocument/2006/relationships/image" Target="../media/image658.png"/><Relationship Id="rId211" Type="http://schemas.openxmlformats.org/officeDocument/2006/relationships/customXml" Target="../ink/ink672.xml"/><Relationship Id="rId232" Type="http://schemas.openxmlformats.org/officeDocument/2006/relationships/image" Target="../media/image681.png"/><Relationship Id="rId27" Type="http://schemas.openxmlformats.org/officeDocument/2006/relationships/customXml" Target="../ink/ink580.xml"/><Relationship Id="rId48" Type="http://schemas.openxmlformats.org/officeDocument/2006/relationships/image" Target="../media/image589.png"/><Relationship Id="rId69" Type="http://schemas.openxmlformats.org/officeDocument/2006/relationships/customXml" Target="../ink/ink601.xml"/><Relationship Id="rId113" Type="http://schemas.openxmlformats.org/officeDocument/2006/relationships/customXml" Target="../ink/ink623.xml"/><Relationship Id="rId134" Type="http://schemas.openxmlformats.org/officeDocument/2006/relationships/image" Target="../media/image632.png"/><Relationship Id="rId80" Type="http://schemas.openxmlformats.org/officeDocument/2006/relationships/image" Target="../media/image605.png"/><Relationship Id="rId155" Type="http://schemas.openxmlformats.org/officeDocument/2006/relationships/customXml" Target="../ink/ink644.xml"/><Relationship Id="rId176" Type="http://schemas.openxmlformats.org/officeDocument/2006/relationships/image" Target="../media/image653.png"/><Relationship Id="rId197" Type="http://schemas.openxmlformats.org/officeDocument/2006/relationships/customXml" Target="../ink/ink665.xml"/><Relationship Id="rId201" Type="http://schemas.openxmlformats.org/officeDocument/2006/relationships/customXml" Target="../ink/ink667.xml"/><Relationship Id="rId222" Type="http://schemas.openxmlformats.org/officeDocument/2006/relationships/image" Target="../media/image676.png"/><Relationship Id="rId243" Type="http://schemas.openxmlformats.org/officeDocument/2006/relationships/customXml" Target="../ink/ink688.xml"/><Relationship Id="rId17" Type="http://schemas.openxmlformats.org/officeDocument/2006/relationships/customXml" Target="../ink/ink575.xml"/><Relationship Id="rId38" Type="http://schemas.openxmlformats.org/officeDocument/2006/relationships/image" Target="../media/image584.png"/><Relationship Id="rId59" Type="http://schemas.openxmlformats.org/officeDocument/2006/relationships/customXml" Target="../ink/ink596.xml"/><Relationship Id="rId103" Type="http://schemas.openxmlformats.org/officeDocument/2006/relationships/customXml" Target="../ink/ink618.xml"/><Relationship Id="rId124" Type="http://schemas.openxmlformats.org/officeDocument/2006/relationships/image" Target="../media/image627.png"/><Relationship Id="rId70" Type="http://schemas.openxmlformats.org/officeDocument/2006/relationships/image" Target="../media/image600.png"/><Relationship Id="rId91" Type="http://schemas.openxmlformats.org/officeDocument/2006/relationships/customXml" Target="../ink/ink612.xml"/><Relationship Id="rId145" Type="http://schemas.openxmlformats.org/officeDocument/2006/relationships/customXml" Target="../ink/ink639.xml"/><Relationship Id="rId166" Type="http://schemas.openxmlformats.org/officeDocument/2006/relationships/image" Target="../media/image648.png"/><Relationship Id="rId187" Type="http://schemas.openxmlformats.org/officeDocument/2006/relationships/customXml" Target="../ink/ink660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671.png"/><Relationship Id="rId233" Type="http://schemas.openxmlformats.org/officeDocument/2006/relationships/customXml" Target="../ink/ink683.xml"/><Relationship Id="rId28" Type="http://schemas.openxmlformats.org/officeDocument/2006/relationships/image" Target="../media/image579.png"/><Relationship Id="rId49" Type="http://schemas.openxmlformats.org/officeDocument/2006/relationships/customXml" Target="../ink/ink591.xml"/><Relationship Id="rId114" Type="http://schemas.openxmlformats.org/officeDocument/2006/relationships/image" Target="../media/image622.png"/><Relationship Id="rId60" Type="http://schemas.openxmlformats.org/officeDocument/2006/relationships/image" Target="../media/image595.png"/><Relationship Id="rId81" Type="http://schemas.openxmlformats.org/officeDocument/2006/relationships/customXml" Target="../ink/ink607.xml"/><Relationship Id="rId135" Type="http://schemas.openxmlformats.org/officeDocument/2006/relationships/customXml" Target="../ink/ink634.xml"/><Relationship Id="rId156" Type="http://schemas.openxmlformats.org/officeDocument/2006/relationships/image" Target="../media/image643.png"/><Relationship Id="rId177" Type="http://schemas.openxmlformats.org/officeDocument/2006/relationships/customXml" Target="../ink/ink655.xml"/><Relationship Id="rId198" Type="http://schemas.openxmlformats.org/officeDocument/2006/relationships/image" Target="../media/image664.png"/><Relationship Id="rId202" Type="http://schemas.openxmlformats.org/officeDocument/2006/relationships/image" Target="../media/image666.png"/><Relationship Id="rId223" Type="http://schemas.openxmlformats.org/officeDocument/2006/relationships/customXml" Target="../ink/ink678.xml"/><Relationship Id="rId244" Type="http://schemas.openxmlformats.org/officeDocument/2006/relationships/image" Target="../media/image687.png"/><Relationship Id="rId18" Type="http://schemas.openxmlformats.org/officeDocument/2006/relationships/image" Target="../media/image574.png"/><Relationship Id="rId39" Type="http://schemas.openxmlformats.org/officeDocument/2006/relationships/customXml" Target="../ink/ink586.xml"/><Relationship Id="rId50" Type="http://schemas.openxmlformats.org/officeDocument/2006/relationships/image" Target="../media/image590.png"/><Relationship Id="rId104" Type="http://schemas.openxmlformats.org/officeDocument/2006/relationships/image" Target="../media/image617.png"/><Relationship Id="rId125" Type="http://schemas.openxmlformats.org/officeDocument/2006/relationships/customXml" Target="../ink/ink629.xml"/><Relationship Id="rId146" Type="http://schemas.openxmlformats.org/officeDocument/2006/relationships/image" Target="../media/image638.png"/><Relationship Id="rId167" Type="http://schemas.openxmlformats.org/officeDocument/2006/relationships/customXml" Target="../ink/ink650.xml"/><Relationship Id="rId188" Type="http://schemas.openxmlformats.org/officeDocument/2006/relationships/image" Target="../media/image659.png"/><Relationship Id="rId71" Type="http://schemas.openxmlformats.org/officeDocument/2006/relationships/customXml" Target="../ink/ink602.xml"/><Relationship Id="rId92" Type="http://schemas.openxmlformats.org/officeDocument/2006/relationships/image" Target="../media/image611.png"/><Relationship Id="rId213" Type="http://schemas.openxmlformats.org/officeDocument/2006/relationships/customXml" Target="../ink/ink673.xml"/><Relationship Id="rId234" Type="http://schemas.openxmlformats.org/officeDocument/2006/relationships/image" Target="../media/image682.png"/><Relationship Id="rId2" Type="http://schemas.openxmlformats.org/officeDocument/2006/relationships/image" Target="../media/image373.jpg"/><Relationship Id="rId29" Type="http://schemas.openxmlformats.org/officeDocument/2006/relationships/customXml" Target="../ink/ink581.xml"/><Relationship Id="rId40" Type="http://schemas.openxmlformats.org/officeDocument/2006/relationships/image" Target="../media/image585.png"/><Relationship Id="rId115" Type="http://schemas.openxmlformats.org/officeDocument/2006/relationships/customXml" Target="../ink/ink624.xml"/><Relationship Id="rId136" Type="http://schemas.openxmlformats.org/officeDocument/2006/relationships/image" Target="../media/image633.png"/><Relationship Id="rId157" Type="http://schemas.openxmlformats.org/officeDocument/2006/relationships/customXml" Target="../ink/ink645.xml"/><Relationship Id="rId178" Type="http://schemas.openxmlformats.org/officeDocument/2006/relationships/image" Target="../media/image654.png"/><Relationship Id="rId61" Type="http://schemas.openxmlformats.org/officeDocument/2006/relationships/customXml" Target="../ink/ink597.xml"/><Relationship Id="rId82" Type="http://schemas.openxmlformats.org/officeDocument/2006/relationships/image" Target="../media/image606.png"/><Relationship Id="rId199" Type="http://schemas.openxmlformats.org/officeDocument/2006/relationships/customXml" Target="../ink/ink666.xml"/><Relationship Id="rId203" Type="http://schemas.openxmlformats.org/officeDocument/2006/relationships/customXml" Target="../ink/ink668.xml"/><Relationship Id="rId19" Type="http://schemas.openxmlformats.org/officeDocument/2006/relationships/customXml" Target="../ink/ink576.xml"/><Relationship Id="rId224" Type="http://schemas.openxmlformats.org/officeDocument/2006/relationships/image" Target="../media/image677.png"/><Relationship Id="rId245" Type="http://schemas.openxmlformats.org/officeDocument/2006/relationships/customXml" Target="../ink/ink689.xml"/><Relationship Id="rId30" Type="http://schemas.openxmlformats.org/officeDocument/2006/relationships/image" Target="../media/image580.png"/><Relationship Id="rId105" Type="http://schemas.openxmlformats.org/officeDocument/2006/relationships/customXml" Target="../ink/ink619.xml"/><Relationship Id="rId126" Type="http://schemas.openxmlformats.org/officeDocument/2006/relationships/image" Target="../media/image628.png"/><Relationship Id="rId147" Type="http://schemas.openxmlformats.org/officeDocument/2006/relationships/customXml" Target="../ink/ink640.xml"/><Relationship Id="rId168" Type="http://schemas.openxmlformats.org/officeDocument/2006/relationships/image" Target="../media/image649.png"/><Relationship Id="rId51" Type="http://schemas.openxmlformats.org/officeDocument/2006/relationships/customXml" Target="../ink/ink592.xml"/><Relationship Id="rId72" Type="http://schemas.openxmlformats.org/officeDocument/2006/relationships/image" Target="../media/image601.png"/><Relationship Id="rId93" Type="http://schemas.openxmlformats.org/officeDocument/2006/relationships/customXml" Target="../ink/ink613.xml"/><Relationship Id="rId189" Type="http://schemas.openxmlformats.org/officeDocument/2006/relationships/customXml" Target="../ink/ink661.xml"/><Relationship Id="rId3" Type="http://schemas.openxmlformats.org/officeDocument/2006/relationships/customXml" Target="../ink/ink568.xml"/><Relationship Id="rId214" Type="http://schemas.openxmlformats.org/officeDocument/2006/relationships/image" Target="../media/image672.png"/><Relationship Id="rId235" Type="http://schemas.openxmlformats.org/officeDocument/2006/relationships/customXml" Target="../ink/ink684.xml"/><Relationship Id="rId116" Type="http://schemas.openxmlformats.org/officeDocument/2006/relationships/image" Target="../media/image623.png"/><Relationship Id="rId137" Type="http://schemas.openxmlformats.org/officeDocument/2006/relationships/customXml" Target="../ink/ink635.xml"/><Relationship Id="rId158" Type="http://schemas.openxmlformats.org/officeDocument/2006/relationships/image" Target="../media/image644.png"/><Relationship Id="rId20" Type="http://schemas.openxmlformats.org/officeDocument/2006/relationships/image" Target="../media/image575.png"/><Relationship Id="rId41" Type="http://schemas.openxmlformats.org/officeDocument/2006/relationships/customXml" Target="../ink/ink587.xml"/><Relationship Id="rId62" Type="http://schemas.openxmlformats.org/officeDocument/2006/relationships/image" Target="../media/image596.png"/><Relationship Id="rId83" Type="http://schemas.openxmlformats.org/officeDocument/2006/relationships/customXml" Target="../ink/ink608.xml"/><Relationship Id="rId179" Type="http://schemas.openxmlformats.org/officeDocument/2006/relationships/customXml" Target="../ink/ink656.xml"/><Relationship Id="rId190" Type="http://schemas.openxmlformats.org/officeDocument/2006/relationships/image" Target="../media/image660.png"/><Relationship Id="rId204" Type="http://schemas.openxmlformats.org/officeDocument/2006/relationships/image" Target="../media/image667.png"/><Relationship Id="rId225" Type="http://schemas.openxmlformats.org/officeDocument/2006/relationships/customXml" Target="../ink/ink679.xml"/><Relationship Id="rId246" Type="http://schemas.openxmlformats.org/officeDocument/2006/relationships/image" Target="../media/image688.png"/><Relationship Id="rId106" Type="http://schemas.openxmlformats.org/officeDocument/2006/relationships/image" Target="../media/image618.png"/><Relationship Id="rId127" Type="http://schemas.openxmlformats.org/officeDocument/2006/relationships/customXml" Target="../ink/ink630.xml"/><Relationship Id="rId10" Type="http://schemas.openxmlformats.org/officeDocument/2006/relationships/image" Target="../media/image440.png"/><Relationship Id="rId31" Type="http://schemas.openxmlformats.org/officeDocument/2006/relationships/customXml" Target="../ink/ink582.xml"/><Relationship Id="rId52" Type="http://schemas.openxmlformats.org/officeDocument/2006/relationships/image" Target="../media/image591.png"/><Relationship Id="rId73" Type="http://schemas.openxmlformats.org/officeDocument/2006/relationships/customXml" Target="../ink/ink603.xml"/><Relationship Id="rId94" Type="http://schemas.openxmlformats.org/officeDocument/2006/relationships/image" Target="../media/image612.png"/><Relationship Id="rId148" Type="http://schemas.openxmlformats.org/officeDocument/2006/relationships/image" Target="../media/image639.png"/><Relationship Id="rId169" Type="http://schemas.openxmlformats.org/officeDocument/2006/relationships/customXml" Target="../ink/ink651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49.xml"/><Relationship Id="rId299" Type="http://schemas.openxmlformats.org/officeDocument/2006/relationships/customXml" Target="../ink/ink840.xml"/><Relationship Id="rId21" Type="http://schemas.openxmlformats.org/officeDocument/2006/relationships/customXml" Target="../ink/ink701.xml"/><Relationship Id="rId63" Type="http://schemas.openxmlformats.org/officeDocument/2006/relationships/customXml" Target="../ink/ink722.xml"/><Relationship Id="rId159" Type="http://schemas.openxmlformats.org/officeDocument/2006/relationships/customXml" Target="../ink/ink770.xml"/><Relationship Id="rId170" Type="http://schemas.openxmlformats.org/officeDocument/2006/relationships/image" Target="../media/image774.png"/><Relationship Id="rId226" Type="http://schemas.openxmlformats.org/officeDocument/2006/relationships/image" Target="../media/image801.png"/><Relationship Id="rId268" Type="http://schemas.openxmlformats.org/officeDocument/2006/relationships/image" Target="../media/image822.png"/><Relationship Id="rId32" Type="http://schemas.openxmlformats.org/officeDocument/2006/relationships/image" Target="../media/image705.png"/><Relationship Id="rId74" Type="http://schemas.openxmlformats.org/officeDocument/2006/relationships/image" Target="../media/image726.png"/><Relationship Id="rId128" Type="http://schemas.openxmlformats.org/officeDocument/2006/relationships/image" Target="../media/image753.png"/><Relationship Id="rId5" Type="http://schemas.openxmlformats.org/officeDocument/2006/relationships/customXml" Target="../ink/ink693.xml"/><Relationship Id="rId181" Type="http://schemas.openxmlformats.org/officeDocument/2006/relationships/customXml" Target="../ink/ink781.xml"/><Relationship Id="rId237" Type="http://schemas.openxmlformats.org/officeDocument/2006/relationships/customXml" Target="../ink/ink809.xml"/><Relationship Id="rId279" Type="http://schemas.openxmlformats.org/officeDocument/2006/relationships/customXml" Target="../ink/ink830.xml"/><Relationship Id="rId43" Type="http://schemas.openxmlformats.org/officeDocument/2006/relationships/customXml" Target="../ink/ink712.xml"/><Relationship Id="rId139" Type="http://schemas.openxmlformats.org/officeDocument/2006/relationships/customXml" Target="../ink/ink760.xml"/><Relationship Id="rId290" Type="http://schemas.openxmlformats.org/officeDocument/2006/relationships/image" Target="../media/image833.png"/><Relationship Id="rId85" Type="http://schemas.openxmlformats.org/officeDocument/2006/relationships/customXml" Target="../ink/ink733.xml"/><Relationship Id="rId150" Type="http://schemas.openxmlformats.org/officeDocument/2006/relationships/image" Target="../media/image764.png"/><Relationship Id="rId192" Type="http://schemas.openxmlformats.org/officeDocument/2006/relationships/image" Target="../media/image785.png"/><Relationship Id="rId206" Type="http://schemas.openxmlformats.org/officeDocument/2006/relationships/image" Target="../media/image792.png"/><Relationship Id="rId248" Type="http://schemas.openxmlformats.org/officeDocument/2006/relationships/image" Target="../media/image812.png"/><Relationship Id="rId12" Type="http://schemas.openxmlformats.org/officeDocument/2006/relationships/image" Target="../media/image695.png"/><Relationship Id="rId108" Type="http://schemas.openxmlformats.org/officeDocument/2006/relationships/image" Target="../media/image743.png"/><Relationship Id="rId54" Type="http://schemas.openxmlformats.org/officeDocument/2006/relationships/image" Target="../media/image716.png"/><Relationship Id="rId75" Type="http://schemas.openxmlformats.org/officeDocument/2006/relationships/customXml" Target="../ink/ink728.xml"/><Relationship Id="rId96" Type="http://schemas.openxmlformats.org/officeDocument/2006/relationships/image" Target="../media/image737.png"/><Relationship Id="rId140" Type="http://schemas.openxmlformats.org/officeDocument/2006/relationships/image" Target="../media/image759.png"/><Relationship Id="rId161" Type="http://schemas.openxmlformats.org/officeDocument/2006/relationships/customXml" Target="../ink/ink771.xml"/><Relationship Id="rId182" Type="http://schemas.openxmlformats.org/officeDocument/2006/relationships/image" Target="../media/image780.png"/><Relationship Id="rId217" Type="http://schemas.openxmlformats.org/officeDocument/2006/relationships/customXml" Target="../ink/ink799.xml"/><Relationship Id="rId6" Type="http://schemas.openxmlformats.org/officeDocument/2006/relationships/image" Target="../media/image692.png"/><Relationship Id="rId238" Type="http://schemas.openxmlformats.org/officeDocument/2006/relationships/image" Target="../media/image807.png"/><Relationship Id="rId259" Type="http://schemas.openxmlformats.org/officeDocument/2006/relationships/customXml" Target="../ink/ink820.xml"/><Relationship Id="rId23" Type="http://schemas.openxmlformats.org/officeDocument/2006/relationships/customXml" Target="../ink/ink702.xml"/><Relationship Id="rId119" Type="http://schemas.openxmlformats.org/officeDocument/2006/relationships/customXml" Target="../ink/ink750.xml"/><Relationship Id="rId270" Type="http://schemas.openxmlformats.org/officeDocument/2006/relationships/image" Target="../media/image823.png"/><Relationship Id="rId291" Type="http://schemas.openxmlformats.org/officeDocument/2006/relationships/customXml" Target="../ink/ink836.xml"/><Relationship Id="rId44" Type="http://schemas.openxmlformats.org/officeDocument/2006/relationships/image" Target="../media/image711.png"/><Relationship Id="rId65" Type="http://schemas.openxmlformats.org/officeDocument/2006/relationships/customXml" Target="../ink/ink723.xml"/><Relationship Id="rId86" Type="http://schemas.openxmlformats.org/officeDocument/2006/relationships/image" Target="../media/image732.png"/><Relationship Id="rId130" Type="http://schemas.openxmlformats.org/officeDocument/2006/relationships/image" Target="../media/image754.png"/><Relationship Id="rId151" Type="http://schemas.openxmlformats.org/officeDocument/2006/relationships/customXml" Target="../ink/ink766.xml"/><Relationship Id="rId172" Type="http://schemas.openxmlformats.org/officeDocument/2006/relationships/image" Target="../media/image775.png"/><Relationship Id="rId193" Type="http://schemas.openxmlformats.org/officeDocument/2006/relationships/customXml" Target="../ink/ink787.xml"/><Relationship Id="rId207" Type="http://schemas.openxmlformats.org/officeDocument/2006/relationships/customXml" Target="../ink/ink794.xml"/><Relationship Id="rId228" Type="http://schemas.openxmlformats.org/officeDocument/2006/relationships/image" Target="../media/image802.png"/><Relationship Id="rId249" Type="http://schemas.openxmlformats.org/officeDocument/2006/relationships/customXml" Target="../ink/ink815.xml"/><Relationship Id="rId13" Type="http://schemas.openxmlformats.org/officeDocument/2006/relationships/customXml" Target="../ink/ink697.xml"/><Relationship Id="rId109" Type="http://schemas.openxmlformats.org/officeDocument/2006/relationships/customXml" Target="../ink/ink745.xml"/><Relationship Id="rId260" Type="http://schemas.openxmlformats.org/officeDocument/2006/relationships/image" Target="../media/image818.png"/><Relationship Id="rId281" Type="http://schemas.openxmlformats.org/officeDocument/2006/relationships/customXml" Target="../ink/ink831.xml"/><Relationship Id="rId34" Type="http://schemas.openxmlformats.org/officeDocument/2006/relationships/image" Target="../media/image706.png"/><Relationship Id="rId55" Type="http://schemas.openxmlformats.org/officeDocument/2006/relationships/customXml" Target="../ink/ink718.xml"/><Relationship Id="rId76" Type="http://schemas.openxmlformats.org/officeDocument/2006/relationships/image" Target="../media/image727.png"/><Relationship Id="rId97" Type="http://schemas.openxmlformats.org/officeDocument/2006/relationships/customXml" Target="../ink/ink739.xml"/><Relationship Id="rId120" Type="http://schemas.openxmlformats.org/officeDocument/2006/relationships/image" Target="../media/image749.png"/><Relationship Id="rId141" Type="http://schemas.openxmlformats.org/officeDocument/2006/relationships/customXml" Target="../ink/ink761.xml"/><Relationship Id="rId7" Type="http://schemas.openxmlformats.org/officeDocument/2006/relationships/customXml" Target="../ink/ink694.xml"/><Relationship Id="rId162" Type="http://schemas.openxmlformats.org/officeDocument/2006/relationships/image" Target="../media/image770.png"/><Relationship Id="rId183" Type="http://schemas.openxmlformats.org/officeDocument/2006/relationships/customXml" Target="../ink/ink782.xml"/><Relationship Id="rId218" Type="http://schemas.openxmlformats.org/officeDocument/2006/relationships/image" Target="../media/image798.png"/><Relationship Id="rId239" Type="http://schemas.openxmlformats.org/officeDocument/2006/relationships/customXml" Target="../ink/ink810.xml"/><Relationship Id="rId250" Type="http://schemas.openxmlformats.org/officeDocument/2006/relationships/image" Target="../media/image813.png"/><Relationship Id="rId271" Type="http://schemas.openxmlformats.org/officeDocument/2006/relationships/customXml" Target="../ink/ink826.xml"/><Relationship Id="rId292" Type="http://schemas.openxmlformats.org/officeDocument/2006/relationships/image" Target="../media/image834.png"/><Relationship Id="rId24" Type="http://schemas.openxmlformats.org/officeDocument/2006/relationships/image" Target="../media/image701.png"/><Relationship Id="rId45" Type="http://schemas.openxmlformats.org/officeDocument/2006/relationships/customXml" Target="../ink/ink713.xml"/><Relationship Id="rId66" Type="http://schemas.openxmlformats.org/officeDocument/2006/relationships/image" Target="../media/image722.png"/><Relationship Id="rId87" Type="http://schemas.openxmlformats.org/officeDocument/2006/relationships/customXml" Target="../ink/ink734.xml"/><Relationship Id="rId110" Type="http://schemas.openxmlformats.org/officeDocument/2006/relationships/image" Target="../media/image744.png"/><Relationship Id="rId131" Type="http://schemas.openxmlformats.org/officeDocument/2006/relationships/customXml" Target="../ink/ink756.xml"/><Relationship Id="rId152" Type="http://schemas.openxmlformats.org/officeDocument/2006/relationships/image" Target="../media/image765.png"/><Relationship Id="rId173" Type="http://schemas.openxmlformats.org/officeDocument/2006/relationships/customXml" Target="../ink/ink777.xml"/><Relationship Id="rId194" Type="http://schemas.openxmlformats.org/officeDocument/2006/relationships/image" Target="../media/image786.png"/><Relationship Id="rId208" Type="http://schemas.openxmlformats.org/officeDocument/2006/relationships/image" Target="../media/image793.png"/><Relationship Id="rId229" Type="http://schemas.openxmlformats.org/officeDocument/2006/relationships/customXml" Target="../ink/ink805.xml"/><Relationship Id="rId240" Type="http://schemas.openxmlformats.org/officeDocument/2006/relationships/image" Target="../media/image808.png"/><Relationship Id="rId261" Type="http://schemas.openxmlformats.org/officeDocument/2006/relationships/customXml" Target="../ink/ink821.xml"/><Relationship Id="rId14" Type="http://schemas.openxmlformats.org/officeDocument/2006/relationships/image" Target="../media/image696.png"/><Relationship Id="rId35" Type="http://schemas.openxmlformats.org/officeDocument/2006/relationships/customXml" Target="../ink/ink708.xml"/><Relationship Id="rId56" Type="http://schemas.openxmlformats.org/officeDocument/2006/relationships/image" Target="../media/image717.png"/><Relationship Id="rId77" Type="http://schemas.openxmlformats.org/officeDocument/2006/relationships/customXml" Target="../ink/ink729.xml"/><Relationship Id="rId100" Type="http://schemas.openxmlformats.org/officeDocument/2006/relationships/image" Target="../media/image739.png"/><Relationship Id="rId282" Type="http://schemas.openxmlformats.org/officeDocument/2006/relationships/image" Target="../media/image829.png"/><Relationship Id="rId8" Type="http://schemas.openxmlformats.org/officeDocument/2006/relationships/image" Target="../media/image693.png"/><Relationship Id="rId98" Type="http://schemas.openxmlformats.org/officeDocument/2006/relationships/image" Target="../media/image738.png"/><Relationship Id="rId121" Type="http://schemas.openxmlformats.org/officeDocument/2006/relationships/customXml" Target="../ink/ink751.xml"/><Relationship Id="rId142" Type="http://schemas.openxmlformats.org/officeDocument/2006/relationships/image" Target="../media/image760.png"/><Relationship Id="rId163" Type="http://schemas.openxmlformats.org/officeDocument/2006/relationships/customXml" Target="../ink/ink772.xml"/><Relationship Id="rId184" Type="http://schemas.openxmlformats.org/officeDocument/2006/relationships/image" Target="../media/image781.png"/><Relationship Id="rId219" Type="http://schemas.openxmlformats.org/officeDocument/2006/relationships/customXml" Target="../ink/ink800.xml"/><Relationship Id="rId230" Type="http://schemas.openxmlformats.org/officeDocument/2006/relationships/image" Target="../media/image803.png"/><Relationship Id="rId251" Type="http://schemas.openxmlformats.org/officeDocument/2006/relationships/customXml" Target="../ink/ink816.xml"/><Relationship Id="rId25" Type="http://schemas.openxmlformats.org/officeDocument/2006/relationships/customXml" Target="../ink/ink703.xml"/><Relationship Id="rId46" Type="http://schemas.openxmlformats.org/officeDocument/2006/relationships/image" Target="../media/image712.png"/><Relationship Id="rId67" Type="http://schemas.openxmlformats.org/officeDocument/2006/relationships/customXml" Target="../ink/ink724.xml"/><Relationship Id="rId272" Type="http://schemas.openxmlformats.org/officeDocument/2006/relationships/image" Target="../media/image824.png"/><Relationship Id="rId293" Type="http://schemas.openxmlformats.org/officeDocument/2006/relationships/customXml" Target="../ink/ink837.xml"/><Relationship Id="rId88" Type="http://schemas.openxmlformats.org/officeDocument/2006/relationships/image" Target="../media/image733.png"/><Relationship Id="rId111" Type="http://schemas.openxmlformats.org/officeDocument/2006/relationships/customXml" Target="../ink/ink746.xml"/><Relationship Id="rId132" Type="http://schemas.openxmlformats.org/officeDocument/2006/relationships/image" Target="../media/image755.png"/><Relationship Id="rId153" Type="http://schemas.openxmlformats.org/officeDocument/2006/relationships/customXml" Target="../ink/ink767.xml"/><Relationship Id="rId174" Type="http://schemas.openxmlformats.org/officeDocument/2006/relationships/image" Target="../media/image776.png"/><Relationship Id="rId195" Type="http://schemas.openxmlformats.org/officeDocument/2006/relationships/customXml" Target="../ink/ink788.xml"/><Relationship Id="rId209" Type="http://schemas.openxmlformats.org/officeDocument/2006/relationships/customXml" Target="../ink/ink795.xml"/><Relationship Id="rId220" Type="http://schemas.openxmlformats.org/officeDocument/2006/relationships/image" Target="../media/image799.png"/><Relationship Id="rId241" Type="http://schemas.openxmlformats.org/officeDocument/2006/relationships/customXml" Target="../ink/ink811.xml"/><Relationship Id="rId15" Type="http://schemas.openxmlformats.org/officeDocument/2006/relationships/customXml" Target="../ink/ink698.xml"/><Relationship Id="rId36" Type="http://schemas.openxmlformats.org/officeDocument/2006/relationships/image" Target="../media/image707.png"/><Relationship Id="rId57" Type="http://schemas.openxmlformats.org/officeDocument/2006/relationships/customXml" Target="../ink/ink719.xml"/><Relationship Id="rId262" Type="http://schemas.openxmlformats.org/officeDocument/2006/relationships/image" Target="../media/image819.png"/><Relationship Id="rId283" Type="http://schemas.openxmlformats.org/officeDocument/2006/relationships/customXml" Target="../ink/ink832.xml"/><Relationship Id="rId78" Type="http://schemas.openxmlformats.org/officeDocument/2006/relationships/image" Target="../media/image728.png"/><Relationship Id="rId99" Type="http://schemas.openxmlformats.org/officeDocument/2006/relationships/customXml" Target="../ink/ink740.xml"/><Relationship Id="rId101" Type="http://schemas.openxmlformats.org/officeDocument/2006/relationships/customXml" Target="../ink/ink741.xml"/><Relationship Id="rId122" Type="http://schemas.openxmlformats.org/officeDocument/2006/relationships/image" Target="../media/image750.png"/><Relationship Id="rId143" Type="http://schemas.openxmlformats.org/officeDocument/2006/relationships/customXml" Target="../ink/ink762.xml"/><Relationship Id="rId164" Type="http://schemas.openxmlformats.org/officeDocument/2006/relationships/image" Target="../media/image771.png"/><Relationship Id="rId185" Type="http://schemas.openxmlformats.org/officeDocument/2006/relationships/customXml" Target="../ink/ink783.xml"/><Relationship Id="rId9" Type="http://schemas.openxmlformats.org/officeDocument/2006/relationships/customXml" Target="../ink/ink695.xml"/><Relationship Id="rId210" Type="http://schemas.openxmlformats.org/officeDocument/2006/relationships/image" Target="../media/image794.png"/><Relationship Id="rId26" Type="http://schemas.openxmlformats.org/officeDocument/2006/relationships/image" Target="../media/image702.png"/><Relationship Id="rId231" Type="http://schemas.openxmlformats.org/officeDocument/2006/relationships/customXml" Target="../ink/ink806.xml"/><Relationship Id="rId252" Type="http://schemas.openxmlformats.org/officeDocument/2006/relationships/image" Target="../media/image814.png"/><Relationship Id="rId273" Type="http://schemas.openxmlformats.org/officeDocument/2006/relationships/customXml" Target="../ink/ink827.xml"/><Relationship Id="rId294" Type="http://schemas.openxmlformats.org/officeDocument/2006/relationships/image" Target="../media/image835.png"/><Relationship Id="rId47" Type="http://schemas.openxmlformats.org/officeDocument/2006/relationships/customXml" Target="../ink/ink714.xml"/><Relationship Id="rId68" Type="http://schemas.openxmlformats.org/officeDocument/2006/relationships/image" Target="../media/image723.png"/><Relationship Id="rId89" Type="http://schemas.openxmlformats.org/officeDocument/2006/relationships/customXml" Target="../ink/ink735.xml"/><Relationship Id="rId112" Type="http://schemas.openxmlformats.org/officeDocument/2006/relationships/image" Target="../media/image745.png"/><Relationship Id="rId133" Type="http://schemas.openxmlformats.org/officeDocument/2006/relationships/customXml" Target="../ink/ink757.xml"/><Relationship Id="rId154" Type="http://schemas.openxmlformats.org/officeDocument/2006/relationships/image" Target="../media/image766.png"/><Relationship Id="rId175" Type="http://schemas.openxmlformats.org/officeDocument/2006/relationships/customXml" Target="../ink/ink778.xml"/><Relationship Id="rId196" Type="http://schemas.openxmlformats.org/officeDocument/2006/relationships/image" Target="../media/image787.png"/><Relationship Id="rId200" Type="http://schemas.openxmlformats.org/officeDocument/2006/relationships/image" Target="../media/image789.png"/><Relationship Id="rId16" Type="http://schemas.openxmlformats.org/officeDocument/2006/relationships/image" Target="../media/image697.png"/><Relationship Id="rId221" Type="http://schemas.openxmlformats.org/officeDocument/2006/relationships/customXml" Target="../ink/ink801.xml"/><Relationship Id="rId242" Type="http://schemas.openxmlformats.org/officeDocument/2006/relationships/image" Target="../media/image809.png"/><Relationship Id="rId263" Type="http://schemas.openxmlformats.org/officeDocument/2006/relationships/customXml" Target="../ink/ink822.xml"/><Relationship Id="rId284" Type="http://schemas.openxmlformats.org/officeDocument/2006/relationships/image" Target="../media/image830.png"/><Relationship Id="rId37" Type="http://schemas.openxmlformats.org/officeDocument/2006/relationships/customXml" Target="../ink/ink709.xml"/><Relationship Id="rId58" Type="http://schemas.openxmlformats.org/officeDocument/2006/relationships/image" Target="../media/image718.png"/><Relationship Id="rId79" Type="http://schemas.openxmlformats.org/officeDocument/2006/relationships/customXml" Target="../ink/ink730.xml"/><Relationship Id="rId102" Type="http://schemas.openxmlformats.org/officeDocument/2006/relationships/image" Target="../media/image740.png"/><Relationship Id="rId123" Type="http://schemas.openxmlformats.org/officeDocument/2006/relationships/customXml" Target="../ink/ink752.xml"/><Relationship Id="rId144" Type="http://schemas.openxmlformats.org/officeDocument/2006/relationships/image" Target="../media/image761.png"/><Relationship Id="rId90" Type="http://schemas.openxmlformats.org/officeDocument/2006/relationships/image" Target="../media/image734.png"/><Relationship Id="rId165" Type="http://schemas.openxmlformats.org/officeDocument/2006/relationships/customXml" Target="../ink/ink773.xml"/><Relationship Id="rId186" Type="http://schemas.openxmlformats.org/officeDocument/2006/relationships/image" Target="../media/image782.png"/><Relationship Id="rId211" Type="http://schemas.openxmlformats.org/officeDocument/2006/relationships/customXml" Target="../ink/ink796.xml"/><Relationship Id="rId232" Type="http://schemas.openxmlformats.org/officeDocument/2006/relationships/image" Target="../media/image804.png"/><Relationship Id="rId253" Type="http://schemas.openxmlformats.org/officeDocument/2006/relationships/customXml" Target="../ink/ink817.xml"/><Relationship Id="rId274" Type="http://schemas.openxmlformats.org/officeDocument/2006/relationships/image" Target="../media/image825.png"/><Relationship Id="rId295" Type="http://schemas.openxmlformats.org/officeDocument/2006/relationships/customXml" Target="../ink/ink838.xml"/><Relationship Id="rId27" Type="http://schemas.openxmlformats.org/officeDocument/2006/relationships/customXml" Target="../ink/ink704.xml"/><Relationship Id="rId48" Type="http://schemas.openxmlformats.org/officeDocument/2006/relationships/image" Target="../media/image713.png"/><Relationship Id="rId69" Type="http://schemas.openxmlformats.org/officeDocument/2006/relationships/customXml" Target="../ink/ink725.xml"/><Relationship Id="rId113" Type="http://schemas.openxmlformats.org/officeDocument/2006/relationships/customXml" Target="../ink/ink747.xml"/><Relationship Id="rId134" Type="http://schemas.openxmlformats.org/officeDocument/2006/relationships/image" Target="../media/image756.png"/><Relationship Id="rId80" Type="http://schemas.openxmlformats.org/officeDocument/2006/relationships/image" Target="../media/image729.png"/><Relationship Id="rId155" Type="http://schemas.openxmlformats.org/officeDocument/2006/relationships/customXml" Target="../ink/ink768.xml"/><Relationship Id="rId176" Type="http://schemas.openxmlformats.org/officeDocument/2006/relationships/image" Target="../media/image777.png"/><Relationship Id="rId197" Type="http://schemas.openxmlformats.org/officeDocument/2006/relationships/customXml" Target="../ink/ink789.xml"/><Relationship Id="rId201" Type="http://schemas.openxmlformats.org/officeDocument/2006/relationships/customXml" Target="../ink/ink791.xml"/><Relationship Id="rId222" Type="http://schemas.openxmlformats.org/officeDocument/2006/relationships/image" Target="../media/image800.png"/><Relationship Id="rId243" Type="http://schemas.openxmlformats.org/officeDocument/2006/relationships/customXml" Target="../ink/ink812.xml"/><Relationship Id="rId264" Type="http://schemas.openxmlformats.org/officeDocument/2006/relationships/image" Target="../media/image820.png"/><Relationship Id="rId285" Type="http://schemas.openxmlformats.org/officeDocument/2006/relationships/customXml" Target="../ink/ink833.xml"/><Relationship Id="rId17" Type="http://schemas.openxmlformats.org/officeDocument/2006/relationships/customXml" Target="../ink/ink699.xml"/><Relationship Id="rId38" Type="http://schemas.openxmlformats.org/officeDocument/2006/relationships/image" Target="../media/image708.png"/><Relationship Id="rId59" Type="http://schemas.openxmlformats.org/officeDocument/2006/relationships/customXml" Target="../ink/ink720.xml"/><Relationship Id="rId103" Type="http://schemas.openxmlformats.org/officeDocument/2006/relationships/customXml" Target="../ink/ink742.xml"/><Relationship Id="rId124" Type="http://schemas.openxmlformats.org/officeDocument/2006/relationships/image" Target="../media/image751.png"/><Relationship Id="rId70" Type="http://schemas.openxmlformats.org/officeDocument/2006/relationships/image" Target="../media/image724.png"/><Relationship Id="rId91" Type="http://schemas.openxmlformats.org/officeDocument/2006/relationships/customXml" Target="../ink/ink736.xml"/><Relationship Id="rId145" Type="http://schemas.openxmlformats.org/officeDocument/2006/relationships/customXml" Target="../ink/ink763.xml"/><Relationship Id="rId166" Type="http://schemas.openxmlformats.org/officeDocument/2006/relationships/image" Target="../media/image772.png"/><Relationship Id="rId187" Type="http://schemas.openxmlformats.org/officeDocument/2006/relationships/customXml" Target="../ink/ink784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795.png"/><Relationship Id="rId233" Type="http://schemas.openxmlformats.org/officeDocument/2006/relationships/customXml" Target="../ink/ink807.xml"/><Relationship Id="rId254" Type="http://schemas.openxmlformats.org/officeDocument/2006/relationships/image" Target="../media/image815.png"/><Relationship Id="rId28" Type="http://schemas.openxmlformats.org/officeDocument/2006/relationships/image" Target="../media/image703.png"/><Relationship Id="rId49" Type="http://schemas.openxmlformats.org/officeDocument/2006/relationships/customXml" Target="../ink/ink715.xml"/><Relationship Id="rId114" Type="http://schemas.openxmlformats.org/officeDocument/2006/relationships/image" Target="../media/image746.png"/><Relationship Id="rId275" Type="http://schemas.openxmlformats.org/officeDocument/2006/relationships/customXml" Target="../ink/ink828.xml"/><Relationship Id="rId296" Type="http://schemas.openxmlformats.org/officeDocument/2006/relationships/image" Target="../media/image836.png"/><Relationship Id="rId300" Type="http://schemas.openxmlformats.org/officeDocument/2006/relationships/image" Target="../media/image838.png"/><Relationship Id="rId60" Type="http://schemas.openxmlformats.org/officeDocument/2006/relationships/image" Target="../media/image719.png"/><Relationship Id="rId81" Type="http://schemas.openxmlformats.org/officeDocument/2006/relationships/customXml" Target="../ink/ink731.xml"/><Relationship Id="rId135" Type="http://schemas.openxmlformats.org/officeDocument/2006/relationships/customXml" Target="../ink/ink758.xml"/><Relationship Id="rId156" Type="http://schemas.openxmlformats.org/officeDocument/2006/relationships/image" Target="../media/image767.png"/><Relationship Id="rId177" Type="http://schemas.openxmlformats.org/officeDocument/2006/relationships/customXml" Target="../ink/ink779.xml"/><Relationship Id="rId198" Type="http://schemas.openxmlformats.org/officeDocument/2006/relationships/image" Target="../media/image788.png"/><Relationship Id="rId202" Type="http://schemas.openxmlformats.org/officeDocument/2006/relationships/image" Target="../media/image790.png"/><Relationship Id="rId223" Type="http://schemas.openxmlformats.org/officeDocument/2006/relationships/customXml" Target="../ink/ink802.xml"/><Relationship Id="rId244" Type="http://schemas.openxmlformats.org/officeDocument/2006/relationships/image" Target="../media/image810.png"/><Relationship Id="rId18" Type="http://schemas.openxmlformats.org/officeDocument/2006/relationships/image" Target="../media/image698.png"/><Relationship Id="rId39" Type="http://schemas.openxmlformats.org/officeDocument/2006/relationships/customXml" Target="../ink/ink710.xml"/><Relationship Id="rId265" Type="http://schemas.openxmlformats.org/officeDocument/2006/relationships/customXml" Target="../ink/ink823.xml"/><Relationship Id="rId286" Type="http://schemas.openxmlformats.org/officeDocument/2006/relationships/image" Target="../media/image831.png"/><Relationship Id="rId50" Type="http://schemas.openxmlformats.org/officeDocument/2006/relationships/image" Target="../media/image714.png"/><Relationship Id="rId104" Type="http://schemas.openxmlformats.org/officeDocument/2006/relationships/image" Target="../media/image741.png"/><Relationship Id="rId125" Type="http://schemas.openxmlformats.org/officeDocument/2006/relationships/customXml" Target="../ink/ink753.xml"/><Relationship Id="rId146" Type="http://schemas.openxmlformats.org/officeDocument/2006/relationships/image" Target="../media/image762.png"/><Relationship Id="rId167" Type="http://schemas.openxmlformats.org/officeDocument/2006/relationships/customXml" Target="../ink/ink774.xml"/><Relationship Id="rId188" Type="http://schemas.openxmlformats.org/officeDocument/2006/relationships/image" Target="../media/image783.png"/><Relationship Id="rId71" Type="http://schemas.openxmlformats.org/officeDocument/2006/relationships/customXml" Target="../ink/ink726.xml"/><Relationship Id="rId92" Type="http://schemas.openxmlformats.org/officeDocument/2006/relationships/image" Target="../media/image735.png"/><Relationship Id="rId213" Type="http://schemas.openxmlformats.org/officeDocument/2006/relationships/customXml" Target="../ink/ink797.xml"/><Relationship Id="rId234" Type="http://schemas.openxmlformats.org/officeDocument/2006/relationships/image" Target="../media/image805.png"/><Relationship Id="rId2" Type="http://schemas.openxmlformats.org/officeDocument/2006/relationships/image" Target="../media/image373.jpg"/><Relationship Id="rId29" Type="http://schemas.openxmlformats.org/officeDocument/2006/relationships/customXml" Target="../ink/ink705.xml"/><Relationship Id="rId255" Type="http://schemas.openxmlformats.org/officeDocument/2006/relationships/customXml" Target="../ink/ink818.xml"/><Relationship Id="rId276" Type="http://schemas.openxmlformats.org/officeDocument/2006/relationships/image" Target="../media/image826.png"/><Relationship Id="rId297" Type="http://schemas.openxmlformats.org/officeDocument/2006/relationships/customXml" Target="../ink/ink839.xml"/><Relationship Id="rId40" Type="http://schemas.openxmlformats.org/officeDocument/2006/relationships/image" Target="../media/image709.png"/><Relationship Id="rId115" Type="http://schemas.openxmlformats.org/officeDocument/2006/relationships/customXml" Target="../ink/ink748.xml"/><Relationship Id="rId136" Type="http://schemas.openxmlformats.org/officeDocument/2006/relationships/image" Target="../media/image757.png"/><Relationship Id="rId157" Type="http://schemas.openxmlformats.org/officeDocument/2006/relationships/customXml" Target="../ink/ink769.xml"/><Relationship Id="rId178" Type="http://schemas.openxmlformats.org/officeDocument/2006/relationships/image" Target="../media/image778.png"/><Relationship Id="rId61" Type="http://schemas.openxmlformats.org/officeDocument/2006/relationships/customXml" Target="../ink/ink721.xml"/><Relationship Id="rId82" Type="http://schemas.openxmlformats.org/officeDocument/2006/relationships/image" Target="../media/image730.png"/><Relationship Id="rId199" Type="http://schemas.openxmlformats.org/officeDocument/2006/relationships/customXml" Target="../ink/ink790.xml"/><Relationship Id="rId203" Type="http://schemas.openxmlformats.org/officeDocument/2006/relationships/customXml" Target="../ink/ink792.xml"/><Relationship Id="rId19" Type="http://schemas.openxmlformats.org/officeDocument/2006/relationships/customXml" Target="../ink/ink700.xml"/><Relationship Id="rId224" Type="http://schemas.openxmlformats.org/officeDocument/2006/relationships/image" Target="../media/image440.png"/><Relationship Id="rId245" Type="http://schemas.openxmlformats.org/officeDocument/2006/relationships/customXml" Target="../ink/ink813.xml"/><Relationship Id="rId266" Type="http://schemas.openxmlformats.org/officeDocument/2006/relationships/image" Target="../media/image821.png"/><Relationship Id="rId287" Type="http://schemas.openxmlformats.org/officeDocument/2006/relationships/customXml" Target="../ink/ink834.xml"/><Relationship Id="rId30" Type="http://schemas.openxmlformats.org/officeDocument/2006/relationships/image" Target="../media/image704.png"/><Relationship Id="rId105" Type="http://schemas.openxmlformats.org/officeDocument/2006/relationships/customXml" Target="../ink/ink743.xml"/><Relationship Id="rId126" Type="http://schemas.openxmlformats.org/officeDocument/2006/relationships/image" Target="../media/image752.png"/><Relationship Id="rId147" Type="http://schemas.openxmlformats.org/officeDocument/2006/relationships/customXml" Target="../ink/ink764.xml"/><Relationship Id="rId168" Type="http://schemas.openxmlformats.org/officeDocument/2006/relationships/image" Target="../media/image773.png"/><Relationship Id="rId51" Type="http://schemas.openxmlformats.org/officeDocument/2006/relationships/customXml" Target="../ink/ink716.xml"/><Relationship Id="rId72" Type="http://schemas.openxmlformats.org/officeDocument/2006/relationships/image" Target="../media/image725.png"/><Relationship Id="rId93" Type="http://schemas.openxmlformats.org/officeDocument/2006/relationships/customXml" Target="../ink/ink737.xml"/><Relationship Id="rId189" Type="http://schemas.openxmlformats.org/officeDocument/2006/relationships/customXml" Target="../ink/ink785.xml"/><Relationship Id="rId3" Type="http://schemas.openxmlformats.org/officeDocument/2006/relationships/customXml" Target="../ink/ink692.xml"/><Relationship Id="rId214" Type="http://schemas.openxmlformats.org/officeDocument/2006/relationships/image" Target="../media/image796.png"/><Relationship Id="rId235" Type="http://schemas.openxmlformats.org/officeDocument/2006/relationships/customXml" Target="../ink/ink808.xml"/><Relationship Id="rId256" Type="http://schemas.openxmlformats.org/officeDocument/2006/relationships/image" Target="../media/image816.png"/><Relationship Id="rId277" Type="http://schemas.openxmlformats.org/officeDocument/2006/relationships/customXml" Target="../ink/ink829.xml"/><Relationship Id="rId298" Type="http://schemas.openxmlformats.org/officeDocument/2006/relationships/image" Target="../media/image837.png"/><Relationship Id="rId116" Type="http://schemas.openxmlformats.org/officeDocument/2006/relationships/image" Target="../media/image747.png"/><Relationship Id="rId137" Type="http://schemas.openxmlformats.org/officeDocument/2006/relationships/customXml" Target="../ink/ink759.xml"/><Relationship Id="rId158" Type="http://schemas.openxmlformats.org/officeDocument/2006/relationships/image" Target="../media/image768.png"/><Relationship Id="rId20" Type="http://schemas.openxmlformats.org/officeDocument/2006/relationships/image" Target="../media/image699.png"/><Relationship Id="rId41" Type="http://schemas.openxmlformats.org/officeDocument/2006/relationships/customXml" Target="../ink/ink711.xml"/><Relationship Id="rId62" Type="http://schemas.openxmlformats.org/officeDocument/2006/relationships/image" Target="../media/image720.png"/><Relationship Id="rId83" Type="http://schemas.openxmlformats.org/officeDocument/2006/relationships/customXml" Target="../ink/ink732.xml"/><Relationship Id="rId179" Type="http://schemas.openxmlformats.org/officeDocument/2006/relationships/customXml" Target="../ink/ink780.xml"/><Relationship Id="rId190" Type="http://schemas.openxmlformats.org/officeDocument/2006/relationships/image" Target="../media/image784.png"/><Relationship Id="rId204" Type="http://schemas.openxmlformats.org/officeDocument/2006/relationships/image" Target="../media/image791.png"/><Relationship Id="rId225" Type="http://schemas.openxmlformats.org/officeDocument/2006/relationships/customXml" Target="../ink/ink803.xml"/><Relationship Id="rId246" Type="http://schemas.openxmlformats.org/officeDocument/2006/relationships/image" Target="../media/image811.png"/><Relationship Id="rId267" Type="http://schemas.openxmlformats.org/officeDocument/2006/relationships/customXml" Target="../ink/ink824.xml"/><Relationship Id="rId288" Type="http://schemas.openxmlformats.org/officeDocument/2006/relationships/image" Target="../media/image832.png"/><Relationship Id="rId106" Type="http://schemas.openxmlformats.org/officeDocument/2006/relationships/image" Target="../media/image742.png"/><Relationship Id="rId127" Type="http://schemas.openxmlformats.org/officeDocument/2006/relationships/customXml" Target="../ink/ink754.xml"/><Relationship Id="rId10" Type="http://schemas.openxmlformats.org/officeDocument/2006/relationships/image" Target="../media/image694.png"/><Relationship Id="rId31" Type="http://schemas.openxmlformats.org/officeDocument/2006/relationships/customXml" Target="../ink/ink706.xml"/><Relationship Id="rId52" Type="http://schemas.openxmlformats.org/officeDocument/2006/relationships/image" Target="../media/image715.png"/><Relationship Id="rId73" Type="http://schemas.openxmlformats.org/officeDocument/2006/relationships/customXml" Target="../ink/ink727.xml"/><Relationship Id="rId94" Type="http://schemas.openxmlformats.org/officeDocument/2006/relationships/image" Target="../media/image736.png"/><Relationship Id="rId148" Type="http://schemas.openxmlformats.org/officeDocument/2006/relationships/image" Target="../media/image763.png"/><Relationship Id="rId169" Type="http://schemas.openxmlformats.org/officeDocument/2006/relationships/customXml" Target="../ink/ink775.xml"/><Relationship Id="rId4" Type="http://schemas.openxmlformats.org/officeDocument/2006/relationships/image" Target="../media/image691.png"/><Relationship Id="rId180" Type="http://schemas.openxmlformats.org/officeDocument/2006/relationships/image" Target="../media/image779.png"/><Relationship Id="rId215" Type="http://schemas.openxmlformats.org/officeDocument/2006/relationships/customXml" Target="../ink/ink798.xml"/><Relationship Id="rId236" Type="http://schemas.openxmlformats.org/officeDocument/2006/relationships/image" Target="../media/image806.png"/><Relationship Id="rId257" Type="http://schemas.openxmlformats.org/officeDocument/2006/relationships/customXml" Target="../ink/ink819.xml"/><Relationship Id="rId278" Type="http://schemas.openxmlformats.org/officeDocument/2006/relationships/image" Target="../media/image827.png"/><Relationship Id="rId42" Type="http://schemas.openxmlformats.org/officeDocument/2006/relationships/image" Target="../media/image710.png"/><Relationship Id="rId84" Type="http://schemas.openxmlformats.org/officeDocument/2006/relationships/image" Target="../media/image731.png"/><Relationship Id="rId138" Type="http://schemas.openxmlformats.org/officeDocument/2006/relationships/image" Target="../media/image758.png"/><Relationship Id="rId191" Type="http://schemas.openxmlformats.org/officeDocument/2006/relationships/customXml" Target="../ink/ink786.xml"/><Relationship Id="rId205" Type="http://schemas.openxmlformats.org/officeDocument/2006/relationships/customXml" Target="../ink/ink793.xml"/><Relationship Id="rId247" Type="http://schemas.openxmlformats.org/officeDocument/2006/relationships/customXml" Target="../ink/ink814.xml"/><Relationship Id="rId107" Type="http://schemas.openxmlformats.org/officeDocument/2006/relationships/customXml" Target="../ink/ink744.xml"/><Relationship Id="rId289" Type="http://schemas.openxmlformats.org/officeDocument/2006/relationships/customXml" Target="../ink/ink835.xml"/><Relationship Id="rId11" Type="http://schemas.openxmlformats.org/officeDocument/2006/relationships/customXml" Target="../ink/ink696.xml"/><Relationship Id="rId53" Type="http://schemas.openxmlformats.org/officeDocument/2006/relationships/customXml" Target="../ink/ink717.xml"/><Relationship Id="rId149" Type="http://schemas.openxmlformats.org/officeDocument/2006/relationships/customXml" Target="../ink/ink765.xml"/><Relationship Id="rId95" Type="http://schemas.openxmlformats.org/officeDocument/2006/relationships/customXml" Target="../ink/ink738.xml"/><Relationship Id="rId160" Type="http://schemas.openxmlformats.org/officeDocument/2006/relationships/image" Target="../media/image769.png"/><Relationship Id="rId216" Type="http://schemas.openxmlformats.org/officeDocument/2006/relationships/image" Target="../media/image797.png"/><Relationship Id="rId258" Type="http://schemas.openxmlformats.org/officeDocument/2006/relationships/image" Target="../media/image817.png"/><Relationship Id="rId22" Type="http://schemas.openxmlformats.org/officeDocument/2006/relationships/image" Target="../media/image700.png"/><Relationship Id="rId64" Type="http://schemas.openxmlformats.org/officeDocument/2006/relationships/image" Target="../media/image721.png"/><Relationship Id="rId118" Type="http://schemas.openxmlformats.org/officeDocument/2006/relationships/image" Target="../media/image748.png"/><Relationship Id="rId171" Type="http://schemas.openxmlformats.org/officeDocument/2006/relationships/customXml" Target="../ink/ink776.xml"/><Relationship Id="rId227" Type="http://schemas.openxmlformats.org/officeDocument/2006/relationships/customXml" Target="../ink/ink804.xml"/><Relationship Id="rId269" Type="http://schemas.openxmlformats.org/officeDocument/2006/relationships/customXml" Target="../ink/ink825.xml"/><Relationship Id="rId33" Type="http://schemas.openxmlformats.org/officeDocument/2006/relationships/customXml" Target="../ink/ink707.xml"/><Relationship Id="rId129" Type="http://schemas.openxmlformats.org/officeDocument/2006/relationships/customXml" Target="../ink/ink755.xml"/><Relationship Id="rId280" Type="http://schemas.openxmlformats.org/officeDocument/2006/relationships/image" Target="../media/image828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96.png"/><Relationship Id="rId21" Type="http://schemas.openxmlformats.org/officeDocument/2006/relationships/image" Target="../media/image848.png"/><Relationship Id="rId42" Type="http://schemas.openxmlformats.org/officeDocument/2006/relationships/customXml" Target="../ink/ink861.xml"/><Relationship Id="rId63" Type="http://schemas.openxmlformats.org/officeDocument/2006/relationships/image" Target="../media/image869.png"/><Relationship Id="rId84" Type="http://schemas.openxmlformats.org/officeDocument/2006/relationships/customXml" Target="../ink/ink882.xml"/><Relationship Id="rId138" Type="http://schemas.openxmlformats.org/officeDocument/2006/relationships/customXml" Target="../ink/ink909.xml"/><Relationship Id="rId159" Type="http://schemas.openxmlformats.org/officeDocument/2006/relationships/image" Target="../media/image916.png"/><Relationship Id="rId170" Type="http://schemas.openxmlformats.org/officeDocument/2006/relationships/customXml" Target="../ink/ink925.xml"/><Relationship Id="rId107" Type="http://schemas.openxmlformats.org/officeDocument/2006/relationships/image" Target="../media/image891.png"/><Relationship Id="rId11" Type="http://schemas.openxmlformats.org/officeDocument/2006/relationships/image" Target="../media/image843.png"/><Relationship Id="rId32" Type="http://schemas.openxmlformats.org/officeDocument/2006/relationships/customXml" Target="../ink/ink856.xml"/><Relationship Id="rId53" Type="http://schemas.openxmlformats.org/officeDocument/2006/relationships/image" Target="../media/image864.png"/><Relationship Id="rId74" Type="http://schemas.openxmlformats.org/officeDocument/2006/relationships/customXml" Target="../ink/ink877.xml"/><Relationship Id="rId128" Type="http://schemas.openxmlformats.org/officeDocument/2006/relationships/customXml" Target="../ink/ink904.xml"/><Relationship Id="rId149" Type="http://schemas.openxmlformats.org/officeDocument/2006/relationships/image" Target="../media/image911.png"/><Relationship Id="rId5" Type="http://schemas.openxmlformats.org/officeDocument/2006/relationships/image" Target="../media/image840.png"/><Relationship Id="rId95" Type="http://schemas.openxmlformats.org/officeDocument/2006/relationships/image" Target="../media/image885.png"/><Relationship Id="rId160" Type="http://schemas.openxmlformats.org/officeDocument/2006/relationships/customXml" Target="../ink/ink920.xml"/><Relationship Id="rId22" Type="http://schemas.openxmlformats.org/officeDocument/2006/relationships/customXml" Target="../ink/ink851.xml"/><Relationship Id="rId43" Type="http://schemas.openxmlformats.org/officeDocument/2006/relationships/image" Target="../media/image859.png"/><Relationship Id="rId64" Type="http://schemas.openxmlformats.org/officeDocument/2006/relationships/customXml" Target="../ink/ink872.xml"/><Relationship Id="rId118" Type="http://schemas.openxmlformats.org/officeDocument/2006/relationships/customXml" Target="../ink/ink899.xml"/><Relationship Id="rId139" Type="http://schemas.openxmlformats.org/officeDocument/2006/relationships/image" Target="../media/image907.png"/><Relationship Id="rId85" Type="http://schemas.openxmlformats.org/officeDocument/2006/relationships/image" Target="../media/image880.png"/><Relationship Id="rId150" Type="http://schemas.openxmlformats.org/officeDocument/2006/relationships/customXml" Target="../ink/ink915.xml"/><Relationship Id="rId171" Type="http://schemas.openxmlformats.org/officeDocument/2006/relationships/image" Target="../media/image922.png"/><Relationship Id="rId12" Type="http://schemas.openxmlformats.org/officeDocument/2006/relationships/customXml" Target="../ink/ink846.xml"/><Relationship Id="rId33" Type="http://schemas.openxmlformats.org/officeDocument/2006/relationships/image" Target="../media/image854.png"/><Relationship Id="rId108" Type="http://schemas.openxmlformats.org/officeDocument/2006/relationships/customXml" Target="../ink/ink894.xml"/><Relationship Id="rId129" Type="http://schemas.openxmlformats.org/officeDocument/2006/relationships/image" Target="../media/image902.png"/><Relationship Id="rId54" Type="http://schemas.openxmlformats.org/officeDocument/2006/relationships/customXml" Target="../ink/ink867.xml"/><Relationship Id="rId75" Type="http://schemas.openxmlformats.org/officeDocument/2006/relationships/image" Target="../media/image875.png"/><Relationship Id="rId96" Type="http://schemas.openxmlformats.org/officeDocument/2006/relationships/customXml" Target="../ink/ink888.xml"/><Relationship Id="rId140" Type="http://schemas.openxmlformats.org/officeDocument/2006/relationships/customXml" Target="../ink/ink910.xml"/><Relationship Id="rId161" Type="http://schemas.openxmlformats.org/officeDocument/2006/relationships/image" Target="../media/image91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43.xml"/><Relationship Id="rId23" Type="http://schemas.openxmlformats.org/officeDocument/2006/relationships/image" Target="../media/image849.png"/><Relationship Id="rId28" Type="http://schemas.openxmlformats.org/officeDocument/2006/relationships/customXml" Target="../ink/ink854.xml"/><Relationship Id="rId49" Type="http://schemas.openxmlformats.org/officeDocument/2006/relationships/image" Target="../media/image862.png"/><Relationship Id="rId114" Type="http://schemas.openxmlformats.org/officeDocument/2006/relationships/customXml" Target="../ink/ink897.xml"/><Relationship Id="rId119" Type="http://schemas.openxmlformats.org/officeDocument/2006/relationships/image" Target="../media/image897.png"/><Relationship Id="rId44" Type="http://schemas.openxmlformats.org/officeDocument/2006/relationships/customXml" Target="../ink/ink862.xml"/><Relationship Id="rId60" Type="http://schemas.openxmlformats.org/officeDocument/2006/relationships/customXml" Target="../ink/ink870.xml"/><Relationship Id="rId65" Type="http://schemas.openxmlformats.org/officeDocument/2006/relationships/image" Target="../media/image870.png"/><Relationship Id="rId81" Type="http://schemas.openxmlformats.org/officeDocument/2006/relationships/image" Target="../media/image878.png"/><Relationship Id="rId86" Type="http://schemas.openxmlformats.org/officeDocument/2006/relationships/customXml" Target="../ink/ink883.xml"/><Relationship Id="rId130" Type="http://schemas.openxmlformats.org/officeDocument/2006/relationships/customXml" Target="../ink/ink905.xml"/><Relationship Id="rId135" Type="http://schemas.openxmlformats.org/officeDocument/2006/relationships/image" Target="../media/image905.png"/><Relationship Id="rId151" Type="http://schemas.openxmlformats.org/officeDocument/2006/relationships/image" Target="../media/image912.png"/><Relationship Id="rId156" Type="http://schemas.openxmlformats.org/officeDocument/2006/relationships/customXml" Target="../ink/ink918.xml"/><Relationship Id="rId172" Type="http://schemas.openxmlformats.org/officeDocument/2006/relationships/customXml" Target="../ink/ink926.xml"/><Relationship Id="rId13" Type="http://schemas.openxmlformats.org/officeDocument/2006/relationships/image" Target="../media/image844.png"/><Relationship Id="rId18" Type="http://schemas.openxmlformats.org/officeDocument/2006/relationships/customXml" Target="../ink/ink849.xml"/><Relationship Id="rId39" Type="http://schemas.openxmlformats.org/officeDocument/2006/relationships/image" Target="../media/image857.png"/><Relationship Id="rId109" Type="http://schemas.openxmlformats.org/officeDocument/2006/relationships/image" Target="../media/image892.png"/><Relationship Id="rId34" Type="http://schemas.openxmlformats.org/officeDocument/2006/relationships/customXml" Target="../ink/ink857.xml"/><Relationship Id="rId50" Type="http://schemas.openxmlformats.org/officeDocument/2006/relationships/customXml" Target="../ink/ink865.xml"/><Relationship Id="rId55" Type="http://schemas.openxmlformats.org/officeDocument/2006/relationships/image" Target="../media/image865.png"/><Relationship Id="rId76" Type="http://schemas.openxmlformats.org/officeDocument/2006/relationships/customXml" Target="../ink/ink878.xml"/><Relationship Id="rId97" Type="http://schemas.openxmlformats.org/officeDocument/2006/relationships/image" Target="../media/image886.png"/><Relationship Id="rId104" Type="http://schemas.openxmlformats.org/officeDocument/2006/relationships/customXml" Target="../ink/ink892.xml"/><Relationship Id="rId120" Type="http://schemas.openxmlformats.org/officeDocument/2006/relationships/customXml" Target="../ink/ink900.xml"/><Relationship Id="rId125" Type="http://schemas.openxmlformats.org/officeDocument/2006/relationships/image" Target="../media/image900.png"/><Relationship Id="rId141" Type="http://schemas.openxmlformats.org/officeDocument/2006/relationships/image" Target="../media/image908.png"/><Relationship Id="rId146" Type="http://schemas.openxmlformats.org/officeDocument/2006/relationships/customXml" Target="../ink/ink913.xml"/><Relationship Id="rId167" Type="http://schemas.openxmlformats.org/officeDocument/2006/relationships/image" Target="../media/image920.png"/><Relationship Id="rId7" Type="http://schemas.openxmlformats.org/officeDocument/2006/relationships/image" Target="../media/image841.png"/><Relationship Id="rId71" Type="http://schemas.openxmlformats.org/officeDocument/2006/relationships/image" Target="../media/image873.png"/><Relationship Id="rId92" Type="http://schemas.openxmlformats.org/officeDocument/2006/relationships/customXml" Target="../ink/ink886.xml"/><Relationship Id="rId162" Type="http://schemas.openxmlformats.org/officeDocument/2006/relationships/customXml" Target="../ink/ink921.xml"/><Relationship Id="rId2" Type="http://schemas.openxmlformats.org/officeDocument/2006/relationships/customXml" Target="../ink/ink841.xml"/><Relationship Id="rId29" Type="http://schemas.openxmlformats.org/officeDocument/2006/relationships/image" Target="../media/image852.png"/><Relationship Id="rId24" Type="http://schemas.openxmlformats.org/officeDocument/2006/relationships/customXml" Target="../ink/ink852.xml"/><Relationship Id="rId40" Type="http://schemas.openxmlformats.org/officeDocument/2006/relationships/customXml" Target="../ink/ink860.xml"/><Relationship Id="rId45" Type="http://schemas.openxmlformats.org/officeDocument/2006/relationships/image" Target="../media/image860.png"/><Relationship Id="rId66" Type="http://schemas.openxmlformats.org/officeDocument/2006/relationships/customXml" Target="../ink/ink873.xml"/><Relationship Id="rId87" Type="http://schemas.openxmlformats.org/officeDocument/2006/relationships/image" Target="../media/image881.png"/><Relationship Id="rId110" Type="http://schemas.openxmlformats.org/officeDocument/2006/relationships/customXml" Target="../ink/ink895.xml"/><Relationship Id="rId115" Type="http://schemas.openxmlformats.org/officeDocument/2006/relationships/image" Target="../media/image895.png"/><Relationship Id="rId131" Type="http://schemas.openxmlformats.org/officeDocument/2006/relationships/image" Target="../media/image903.png"/><Relationship Id="rId136" Type="http://schemas.openxmlformats.org/officeDocument/2006/relationships/customXml" Target="../ink/ink908.xml"/><Relationship Id="rId157" Type="http://schemas.openxmlformats.org/officeDocument/2006/relationships/image" Target="../media/image915.png"/><Relationship Id="rId61" Type="http://schemas.openxmlformats.org/officeDocument/2006/relationships/image" Target="../media/image868.png"/><Relationship Id="rId82" Type="http://schemas.openxmlformats.org/officeDocument/2006/relationships/customXml" Target="../ink/ink881.xml"/><Relationship Id="rId152" Type="http://schemas.openxmlformats.org/officeDocument/2006/relationships/customXml" Target="../ink/ink916.xml"/><Relationship Id="rId173" Type="http://schemas.openxmlformats.org/officeDocument/2006/relationships/image" Target="../media/image923.png"/><Relationship Id="rId19" Type="http://schemas.openxmlformats.org/officeDocument/2006/relationships/image" Target="../media/image847.png"/><Relationship Id="rId14" Type="http://schemas.openxmlformats.org/officeDocument/2006/relationships/customXml" Target="../ink/ink847.xml"/><Relationship Id="rId30" Type="http://schemas.openxmlformats.org/officeDocument/2006/relationships/customXml" Target="../ink/ink855.xml"/><Relationship Id="rId35" Type="http://schemas.openxmlformats.org/officeDocument/2006/relationships/image" Target="../media/image855.png"/><Relationship Id="rId56" Type="http://schemas.openxmlformats.org/officeDocument/2006/relationships/customXml" Target="../ink/ink868.xml"/><Relationship Id="rId77" Type="http://schemas.openxmlformats.org/officeDocument/2006/relationships/image" Target="../media/image876.png"/><Relationship Id="rId100" Type="http://schemas.openxmlformats.org/officeDocument/2006/relationships/customXml" Target="../ink/ink890.xml"/><Relationship Id="rId105" Type="http://schemas.openxmlformats.org/officeDocument/2006/relationships/image" Target="../media/image890.png"/><Relationship Id="rId126" Type="http://schemas.openxmlformats.org/officeDocument/2006/relationships/customXml" Target="../ink/ink903.xml"/><Relationship Id="rId147" Type="http://schemas.openxmlformats.org/officeDocument/2006/relationships/image" Target="../media/image440.png"/><Relationship Id="rId168" Type="http://schemas.openxmlformats.org/officeDocument/2006/relationships/customXml" Target="../ink/ink924.xml"/><Relationship Id="rId8" Type="http://schemas.openxmlformats.org/officeDocument/2006/relationships/customXml" Target="../ink/ink844.xml"/><Relationship Id="rId51" Type="http://schemas.openxmlformats.org/officeDocument/2006/relationships/image" Target="../media/image863.png"/><Relationship Id="rId72" Type="http://schemas.openxmlformats.org/officeDocument/2006/relationships/customXml" Target="../ink/ink876.xml"/><Relationship Id="rId93" Type="http://schemas.openxmlformats.org/officeDocument/2006/relationships/image" Target="../media/image884.png"/><Relationship Id="rId98" Type="http://schemas.openxmlformats.org/officeDocument/2006/relationships/customXml" Target="../ink/ink889.xml"/><Relationship Id="rId121" Type="http://schemas.openxmlformats.org/officeDocument/2006/relationships/image" Target="../media/image898.png"/><Relationship Id="rId142" Type="http://schemas.openxmlformats.org/officeDocument/2006/relationships/customXml" Target="../ink/ink911.xml"/><Relationship Id="rId163" Type="http://schemas.openxmlformats.org/officeDocument/2006/relationships/image" Target="../media/image918.png"/><Relationship Id="rId3" Type="http://schemas.openxmlformats.org/officeDocument/2006/relationships/image" Target="../media/image839.png"/><Relationship Id="rId25" Type="http://schemas.openxmlformats.org/officeDocument/2006/relationships/image" Target="../media/image850.png"/><Relationship Id="rId46" Type="http://schemas.openxmlformats.org/officeDocument/2006/relationships/customXml" Target="../ink/ink863.xml"/><Relationship Id="rId67" Type="http://schemas.openxmlformats.org/officeDocument/2006/relationships/image" Target="../media/image871.png"/><Relationship Id="rId116" Type="http://schemas.openxmlformats.org/officeDocument/2006/relationships/customXml" Target="../ink/ink898.xml"/><Relationship Id="rId137" Type="http://schemas.openxmlformats.org/officeDocument/2006/relationships/image" Target="../media/image906.png"/><Relationship Id="rId158" Type="http://schemas.openxmlformats.org/officeDocument/2006/relationships/customXml" Target="../ink/ink919.xml"/><Relationship Id="rId20" Type="http://schemas.openxmlformats.org/officeDocument/2006/relationships/customXml" Target="../ink/ink850.xml"/><Relationship Id="rId41" Type="http://schemas.openxmlformats.org/officeDocument/2006/relationships/image" Target="../media/image858.png"/><Relationship Id="rId62" Type="http://schemas.openxmlformats.org/officeDocument/2006/relationships/customXml" Target="../ink/ink871.xml"/><Relationship Id="rId83" Type="http://schemas.openxmlformats.org/officeDocument/2006/relationships/image" Target="../media/image879.png"/><Relationship Id="rId88" Type="http://schemas.openxmlformats.org/officeDocument/2006/relationships/customXml" Target="../ink/ink884.xml"/><Relationship Id="rId111" Type="http://schemas.openxmlformats.org/officeDocument/2006/relationships/image" Target="../media/image893.png"/><Relationship Id="rId132" Type="http://schemas.openxmlformats.org/officeDocument/2006/relationships/customXml" Target="../ink/ink906.xml"/><Relationship Id="rId153" Type="http://schemas.openxmlformats.org/officeDocument/2006/relationships/image" Target="../media/image913.png"/><Relationship Id="rId15" Type="http://schemas.openxmlformats.org/officeDocument/2006/relationships/image" Target="../media/image845.png"/><Relationship Id="rId36" Type="http://schemas.openxmlformats.org/officeDocument/2006/relationships/customXml" Target="../ink/ink858.xml"/><Relationship Id="rId57" Type="http://schemas.openxmlformats.org/officeDocument/2006/relationships/image" Target="../media/image866.png"/><Relationship Id="rId106" Type="http://schemas.openxmlformats.org/officeDocument/2006/relationships/customXml" Target="../ink/ink893.xml"/><Relationship Id="rId127" Type="http://schemas.openxmlformats.org/officeDocument/2006/relationships/image" Target="../media/image901.png"/><Relationship Id="rId10" Type="http://schemas.openxmlformats.org/officeDocument/2006/relationships/customXml" Target="../ink/ink845.xml"/><Relationship Id="rId31" Type="http://schemas.openxmlformats.org/officeDocument/2006/relationships/image" Target="../media/image853.png"/><Relationship Id="rId52" Type="http://schemas.openxmlformats.org/officeDocument/2006/relationships/customXml" Target="../ink/ink866.xml"/><Relationship Id="rId73" Type="http://schemas.openxmlformats.org/officeDocument/2006/relationships/image" Target="../media/image874.png"/><Relationship Id="rId78" Type="http://schemas.openxmlformats.org/officeDocument/2006/relationships/customXml" Target="../ink/ink879.xml"/><Relationship Id="rId94" Type="http://schemas.openxmlformats.org/officeDocument/2006/relationships/customXml" Target="../ink/ink887.xml"/><Relationship Id="rId99" Type="http://schemas.openxmlformats.org/officeDocument/2006/relationships/image" Target="../media/image887.png"/><Relationship Id="rId101" Type="http://schemas.openxmlformats.org/officeDocument/2006/relationships/image" Target="../media/image888.png"/><Relationship Id="rId122" Type="http://schemas.openxmlformats.org/officeDocument/2006/relationships/customXml" Target="../ink/ink901.xml"/><Relationship Id="rId143" Type="http://schemas.openxmlformats.org/officeDocument/2006/relationships/image" Target="../media/image909.png"/><Relationship Id="rId148" Type="http://schemas.openxmlformats.org/officeDocument/2006/relationships/customXml" Target="../ink/ink914.xml"/><Relationship Id="rId164" Type="http://schemas.openxmlformats.org/officeDocument/2006/relationships/customXml" Target="../ink/ink922.xml"/><Relationship Id="rId169" Type="http://schemas.openxmlformats.org/officeDocument/2006/relationships/image" Target="../media/image921.png"/><Relationship Id="rId4" Type="http://schemas.openxmlformats.org/officeDocument/2006/relationships/customXml" Target="../ink/ink842.xml"/><Relationship Id="rId9" Type="http://schemas.openxmlformats.org/officeDocument/2006/relationships/image" Target="../media/image842.png"/><Relationship Id="rId26" Type="http://schemas.openxmlformats.org/officeDocument/2006/relationships/customXml" Target="../ink/ink853.xml"/><Relationship Id="rId47" Type="http://schemas.openxmlformats.org/officeDocument/2006/relationships/image" Target="../media/image861.png"/><Relationship Id="rId68" Type="http://schemas.openxmlformats.org/officeDocument/2006/relationships/customXml" Target="../ink/ink874.xml"/><Relationship Id="rId89" Type="http://schemas.openxmlformats.org/officeDocument/2006/relationships/image" Target="../media/image882.png"/><Relationship Id="rId112" Type="http://schemas.openxmlformats.org/officeDocument/2006/relationships/customXml" Target="../ink/ink896.xml"/><Relationship Id="rId133" Type="http://schemas.openxmlformats.org/officeDocument/2006/relationships/image" Target="../media/image904.png"/><Relationship Id="rId154" Type="http://schemas.openxmlformats.org/officeDocument/2006/relationships/customXml" Target="../ink/ink917.xml"/><Relationship Id="rId16" Type="http://schemas.openxmlformats.org/officeDocument/2006/relationships/customXml" Target="../ink/ink848.xml"/><Relationship Id="rId37" Type="http://schemas.openxmlformats.org/officeDocument/2006/relationships/image" Target="../media/image856.png"/><Relationship Id="rId58" Type="http://schemas.openxmlformats.org/officeDocument/2006/relationships/customXml" Target="../ink/ink869.xml"/><Relationship Id="rId79" Type="http://schemas.openxmlformats.org/officeDocument/2006/relationships/image" Target="../media/image877.png"/><Relationship Id="rId102" Type="http://schemas.openxmlformats.org/officeDocument/2006/relationships/customXml" Target="../ink/ink891.xml"/><Relationship Id="rId123" Type="http://schemas.openxmlformats.org/officeDocument/2006/relationships/image" Target="../media/image899.png"/><Relationship Id="rId144" Type="http://schemas.openxmlformats.org/officeDocument/2006/relationships/customXml" Target="../ink/ink912.xml"/><Relationship Id="rId90" Type="http://schemas.openxmlformats.org/officeDocument/2006/relationships/customXml" Target="../ink/ink885.xml"/><Relationship Id="rId165" Type="http://schemas.openxmlformats.org/officeDocument/2006/relationships/image" Target="../media/image919.png"/><Relationship Id="rId27" Type="http://schemas.openxmlformats.org/officeDocument/2006/relationships/image" Target="../media/image851.png"/><Relationship Id="rId48" Type="http://schemas.openxmlformats.org/officeDocument/2006/relationships/customXml" Target="../ink/ink864.xml"/><Relationship Id="rId69" Type="http://schemas.openxmlformats.org/officeDocument/2006/relationships/image" Target="../media/image872.png"/><Relationship Id="rId113" Type="http://schemas.openxmlformats.org/officeDocument/2006/relationships/image" Target="../media/image894.png"/><Relationship Id="rId134" Type="http://schemas.openxmlformats.org/officeDocument/2006/relationships/customXml" Target="../ink/ink907.xml"/><Relationship Id="rId80" Type="http://schemas.openxmlformats.org/officeDocument/2006/relationships/customXml" Target="../ink/ink880.xml"/><Relationship Id="rId155" Type="http://schemas.openxmlformats.org/officeDocument/2006/relationships/image" Target="../media/image914.png"/><Relationship Id="rId17" Type="http://schemas.openxmlformats.org/officeDocument/2006/relationships/image" Target="../media/image846.png"/><Relationship Id="rId38" Type="http://schemas.openxmlformats.org/officeDocument/2006/relationships/customXml" Target="../ink/ink859.xml"/><Relationship Id="rId59" Type="http://schemas.openxmlformats.org/officeDocument/2006/relationships/image" Target="../media/image867.png"/><Relationship Id="rId103" Type="http://schemas.openxmlformats.org/officeDocument/2006/relationships/image" Target="../media/image889.png"/><Relationship Id="rId124" Type="http://schemas.openxmlformats.org/officeDocument/2006/relationships/customXml" Target="../ink/ink902.xml"/><Relationship Id="rId70" Type="http://schemas.openxmlformats.org/officeDocument/2006/relationships/customXml" Target="../ink/ink875.xml"/><Relationship Id="rId91" Type="http://schemas.openxmlformats.org/officeDocument/2006/relationships/image" Target="../media/image883.png"/><Relationship Id="rId145" Type="http://schemas.openxmlformats.org/officeDocument/2006/relationships/image" Target="../media/image910.png"/><Relationship Id="rId166" Type="http://schemas.openxmlformats.org/officeDocument/2006/relationships/customXml" Target="../ink/ink9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84.xml"/><Relationship Id="rId21" Type="http://schemas.openxmlformats.org/officeDocument/2006/relationships/customXml" Target="../ink/ink936.xml"/><Relationship Id="rId63" Type="http://schemas.openxmlformats.org/officeDocument/2006/relationships/customXml" Target="../ink/ink957.xml"/><Relationship Id="rId159" Type="http://schemas.openxmlformats.org/officeDocument/2006/relationships/customXml" Target="../ink/ink1005.xml"/><Relationship Id="rId170" Type="http://schemas.openxmlformats.org/officeDocument/2006/relationships/image" Target="../media/image1009.png"/><Relationship Id="rId226" Type="http://schemas.openxmlformats.org/officeDocument/2006/relationships/image" Target="../media/image1037.png"/><Relationship Id="rId268" Type="http://schemas.openxmlformats.org/officeDocument/2006/relationships/image" Target="../media/image1058.png"/><Relationship Id="rId32" Type="http://schemas.openxmlformats.org/officeDocument/2006/relationships/image" Target="../media/image940.png"/><Relationship Id="rId74" Type="http://schemas.openxmlformats.org/officeDocument/2006/relationships/image" Target="../media/image961.png"/><Relationship Id="rId128" Type="http://schemas.openxmlformats.org/officeDocument/2006/relationships/image" Target="../media/image988.png"/><Relationship Id="rId5" Type="http://schemas.openxmlformats.org/officeDocument/2006/relationships/customXml" Target="../ink/ink928.xml"/><Relationship Id="rId181" Type="http://schemas.openxmlformats.org/officeDocument/2006/relationships/customXml" Target="../ink/ink1016.xml"/><Relationship Id="rId237" Type="http://schemas.openxmlformats.org/officeDocument/2006/relationships/customXml" Target="../ink/ink1044.xml"/><Relationship Id="rId258" Type="http://schemas.openxmlformats.org/officeDocument/2006/relationships/image" Target="../media/image1053.png"/><Relationship Id="rId279" Type="http://schemas.openxmlformats.org/officeDocument/2006/relationships/customXml" Target="../ink/ink1065.xml"/><Relationship Id="rId22" Type="http://schemas.openxmlformats.org/officeDocument/2006/relationships/image" Target="../media/image935.png"/><Relationship Id="rId43" Type="http://schemas.openxmlformats.org/officeDocument/2006/relationships/customXml" Target="../ink/ink947.xml"/><Relationship Id="rId64" Type="http://schemas.openxmlformats.org/officeDocument/2006/relationships/image" Target="../media/image956.png"/><Relationship Id="rId118" Type="http://schemas.openxmlformats.org/officeDocument/2006/relationships/image" Target="../media/image983.png"/><Relationship Id="rId139" Type="http://schemas.openxmlformats.org/officeDocument/2006/relationships/customXml" Target="../ink/ink995.xml"/><Relationship Id="rId85" Type="http://schemas.openxmlformats.org/officeDocument/2006/relationships/customXml" Target="../ink/ink968.xml"/><Relationship Id="rId150" Type="http://schemas.openxmlformats.org/officeDocument/2006/relationships/image" Target="../media/image999.png"/><Relationship Id="rId171" Type="http://schemas.openxmlformats.org/officeDocument/2006/relationships/customXml" Target="../ink/ink1011.xml"/><Relationship Id="rId192" Type="http://schemas.openxmlformats.org/officeDocument/2006/relationships/image" Target="../media/image1020.png"/><Relationship Id="rId206" Type="http://schemas.openxmlformats.org/officeDocument/2006/relationships/image" Target="../media/image1027.png"/><Relationship Id="rId227" Type="http://schemas.openxmlformats.org/officeDocument/2006/relationships/customXml" Target="../ink/ink1039.xml"/><Relationship Id="rId248" Type="http://schemas.openxmlformats.org/officeDocument/2006/relationships/image" Target="../media/image1048.png"/><Relationship Id="rId269" Type="http://schemas.openxmlformats.org/officeDocument/2006/relationships/customXml" Target="../ink/ink1060.xml"/><Relationship Id="rId12" Type="http://schemas.openxmlformats.org/officeDocument/2006/relationships/image" Target="../media/image930.png"/><Relationship Id="rId33" Type="http://schemas.openxmlformats.org/officeDocument/2006/relationships/customXml" Target="../ink/ink942.xml"/><Relationship Id="rId108" Type="http://schemas.openxmlformats.org/officeDocument/2006/relationships/image" Target="../media/image978.png"/><Relationship Id="rId129" Type="http://schemas.openxmlformats.org/officeDocument/2006/relationships/customXml" Target="../ink/ink990.xml"/><Relationship Id="rId280" Type="http://schemas.openxmlformats.org/officeDocument/2006/relationships/image" Target="../media/image1064.png"/><Relationship Id="rId54" Type="http://schemas.openxmlformats.org/officeDocument/2006/relationships/image" Target="../media/image951.png"/><Relationship Id="rId75" Type="http://schemas.openxmlformats.org/officeDocument/2006/relationships/customXml" Target="../ink/ink963.xml"/><Relationship Id="rId96" Type="http://schemas.openxmlformats.org/officeDocument/2006/relationships/image" Target="../media/image972.png"/><Relationship Id="rId140" Type="http://schemas.openxmlformats.org/officeDocument/2006/relationships/image" Target="../media/image994.png"/><Relationship Id="rId161" Type="http://schemas.openxmlformats.org/officeDocument/2006/relationships/customXml" Target="../ink/ink1006.xml"/><Relationship Id="rId182" Type="http://schemas.openxmlformats.org/officeDocument/2006/relationships/image" Target="../media/image1015.png"/><Relationship Id="rId217" Type="http://schemas.openxmlformats.org/officeDocument/2006/relationships/customXml" Target="../ink/ink1034.xml"/><Relationship Id="rId6" Type="http://schemas.openxmlformats.org/officeDocument/2006/relationships/image" Target="../media/image927.png"/><Relationship Id="rId238" Type="http://schemas.openxmlformats.org/officeDocument/2006/relationships/image" Target="../media/image1043.png"/><Relationship Id="rId259" Type="http://schemas.openxmlformats.org/officeDocument/2006/relationships/customXml" Target="../ink/ink1055.xml"/><Relationship Id="rId23" Type="http://schemas.openxmlformats.org/officeDocument/2006/relationships/customXml" Target="../ink/ink937.xml"/><Relationship Id="rId119" Type="http://schemas.openxmlformats.org/officeDocument/2006/relationships/customXml" Target="../ink/ink985.xml"/><Relationship Id="rId270" Type="http://schemas.openxmlformats.org/officeDocument/2006/relationships/image" Target="../media/image1059.png"/><Relationship Id="rId44" Type="http://schemas.openxmlformats.org/officeDocument/2006/relationships/image" Target="../media/image946.png"/><Relationship Id="rId65" Type="http://schemas.openxmlformats.org/officeDocument/2006/relationships/customXml" Target="../ink/ink958.xml"/><Relationship Id="rId86" Type="http://schemas.openxmlformats.org/officeDocument/2006/relationships/image" Target="../media/image967.png"/><Relationship Id="rId130" Type="http://schemas.openxmlformats.org/officeDocument/2006/relationships/image" Target="../media/image989.png"/><Relationship Id="rId151" Type="http://schemas.openxmlformats.org/officeDocument/2006/relationships/customXml" Target="../ink/ink1001.xml"/><Relationship Id="rId172" Type="http://schemas.openxmlformats.org/officeDocument/2006/relationships/image" Target="../media/image1010.png"/><Relationship Id="rId193" Type="http://schemas.openxmlformats.org/officeDocument/2006/relationships/customXml" Target="../ink/ink1022.xml"/><Relationship Id="rId207" Type="http://schemas.openxmlformats.org/officeDocument/2006/relationships/customXml" Target="../ink/ink1029.xml"/><Relationship Id="rId228" Type="http://schemas.openxmlformats.org/officeDocument/2006/relationships/image" Target="../media/image1038.png"/><Relationship Id="rId249" Type="http://schemas.openxmlformats.org/officeDocument/2006/relationships/customXml" Target="../ink/ink1050.xml"/><Relationship Id="rId13" Type="http://schemas.openxmlformats.org/officeDocument/2006/relationships/customXml" Target="../ink/ink932.xml"/><Relationship Id="rId109" Type="http://schemas.openxmlformats.org/officeDocument/2006/relationships/customXml" Target="../ink/ink980.xml"/><Relationship Id="rId260" Type="http://schemas.openxmlformats.org/officeDocument/2006/relationships/image" Target="../media/image1054.png"/><Relationship Id="rId34" Type="http://schemas.openxmlformats.org/officeDocument/2006/relationships/image" Target="../media/image941.png"/><Relationship Id="rId55" Type="http://schemas.openxmlformats.org/officeDocument/2006/relationships/customXml" Target="../ink/ink953.xml"/><Relationship Id="rId76" Type="http://schemas.openxmlformats.org/officeDocument/2006/relationships/image" Target="../media/image962.png"/><Relationship Id="rId97" Type="http://schemas.openxmlformats.org/officeDocument/2006/relationships/customXml" Target="../ink/ink974.xml"/><Relationship Id="rId120" Type="http://schemas.openxmlformats.org/officeDocument/2006/relationships/image" Target="../media/image984.png"/><Relationship Id="rId141" Type="http://schemas.openxmlformats.org/officeDocument/2006/relationships/customXml" Target="../ink/ink996.xml"/><Relationship Id="rId7" Type="http://schemas.openxmlformats.org/officeDocument/2006/relationships/customXml" Target="../ink/ink929.xml"/><Relationship Id="rId162" Type="http://schemas.openxmlformats.org/officeDocument/2006/relationships/image" Target="../media/image1005.png"/><Relationship Id="rId183" Type="http://schemas.openxmlformats.org/officeDocument/2006/relationships/customXml" Target="../ink/ink1017.xml"/><Relationship Id="rId218" Type="http://schemas.openxmlformats.org/officeDocument/2006/relationships/image" Target="../media/image1033.png"/><Relationship Id="rId239" Type="http://schemas.openxmlformats.org/officeDocument/2006/relationships/customXml" Target="../ink/ink1045.xml"/><Relationship Id="rId250" Type="http://schemas.openxmlformats.org/officeDocument/2006/relationships/image" Target="../media/image1049.png"/><Relationship Id="rId271" Type="http://schemas.openxmlformats.org/officeDocument/2006/relationships/customXml" Target="../ink/ink1061.xml"/><Relationship Id="rId24" Type="http://schemas.openxmlformats.org/officeDocument/2006/relationships/image" Target="../media/image936.png"/><Relationship Id="rId45" Type="http://schemas.openxmlformats.org/officeDocument/2006/relationships/customXml" Target="../ink/ink948.xml"/><Relationship Id="rId66" Type="http://schemas.openxmlformats.org/officeDocument/2006/relationships/image" Target="../media/image957.png"/><Relationship Id="rId87" Type="http://schemas.openxmlformats.org/officeDocument/2006/relationships/customXml" Target="../ink/ink969.xml"/><Relationship Id="rId110" Type="http://schemas.openxmlformats.org/officeDocument/2006/relationships/image" Target="../media/image979.png"/><Relationship Id="rId131" Type="http://schemas.openxmlformats.org/officeDocument/2006/relationships/customXml" Target="../ink/ink991.xml"/><Relationship Id="rId152" Type="http://schemas.openxmlformats.org/officeDocument/2006/relationships/image" Target="../media/image1000.png"/><Relationship Id="rId173" Type="http://schemas.openxmlformats.org/officeDocument/2006/relationships/customXml" Target="../ink/ink1012.xml"/><Relationship Id="rId194" Type="http://schemas.openxmlformats.org/officeDocument/2006/relationships/image" Target="../media/image1021.png"/><Relationship Id="rId208" Type="http://schemas.openxmlformats.org/officeDocument/2006/relationships/image" Target="../media/image1028.png"/><Relationship Id="rId229" Type="http://schemas.openxmlformats.org/officeDocument/2006/relationships/customXml" Target="../ink/ink1040.xml"/><Relationship Id="rId240" Type="http://schemas.openxmlformats.org/officeDocument/2006/relationships/image" Target="../media/image1044.png"/><Relationship Id="rId261" Type="http://schemas.openxmlformats.org/officeDocument/2006/relationships/customXml" Target="../ink/ink1056.xml"/><Relationship Id="rId14" Type="http://schemas.openxmlformats.org/officeDocument/2006/relationships/image" Target="../media/image931.png"/><Relationship Id="rId35" Type="http://schemas.openxmlformats.org/officeDocument/2006/relationships/customXml" Target="../ink/ink943.xml"/><Relationship Id="rId56" Type="http://schemas.openxmlformats.org/officeDocument/2006/relationships/image" Target="../media/image952.png"/><Relationship Id="rId77" Type="http://schemas.openxmlformats.org/officeDocument/2006/relationships/customXml" Target="../ink/ink964.xml"/><Relationship Id="rId100" Type="http://schemas.openxmlformats.org/officeDocument/2006/relationships/image" Target="../media/image974.png"/><Relationship Id="rId8" Type="http://schemas.openxmlformats.org/officeDocument/2006/relationships/image" Target="../media/image928.png"/><Relationship Id="rId98" Type="http://schemas.openxmlformats.org/officeDocument/2006/relationships/image" Target="../media/image973.png"/><Relationship Id="rId121" Type="http://schemas.openxmlformats.org/officeDocument/2006/relationships/customXml" Target="../ink/ink986.xml"/><Relationship Id="rId142" Type="http://schemas.openxmlformats.org/officeDocument/2006/relationships/image" Target="../media/image995.png"/><Relationship Id="rId163" Type="http://schemas.openxmlformats.org/officeDocument/2006/relationships/customXml" Target="../ink/ink1007.xml"/><Relationship Id="rId184" Type="http://schemas.openxmlformats.org/officeDocument/2006/relationships/image" Target="../media/image1016.png"/><Relationship Id="rId219" Type="http://schemas.openxmlformats.org/officeDocument/2006/relationships/customXml" Target="../ink/ink1035.xml"/><Relationship Id="rId230" Type="http://schemas.openxmlformats.org/officeDocument/2006/relationships/image" Target="../media/image1039.png"/><Relationship Id="rId251" Type="http://schemas.openxmlformats.org/officeDocument/2006/relationships/customXml" Target="../ink/ink1051.xml"/><Relationship Id="rId25" Type="http://schemas.openxmlformats.org/officeDocument/2006/relationships/customXml" Target="../ink/ink938.xml"/><Relationship Id="rId46" Type="http://schemas.openxmlformats.org/officeDocument/2006/relationships/image" Target="../media/image947.png"/><Relationship Id="rId67" Type="http://schemas.openxmlformats.org/officeDocument/2006/relationships/customXml" Target="../ink/ink959.xml"/><Relationship Id="rId272" Type="http://schemas.openxmlformats.org/officeDocument/2006/relationships/image" Target="../media/image1060.png"/><Relationship Id="rId88" Type="http://schemas.openxmlformats.org/officeDocument/2006/relationships/image" Target="../media/image968.png"/><Relationship Id="rId111" Type="http://schemas.openxmlformats.org/officeDocument/2006/relationships/customXml" Target="../ink/ink981.xml"/><Relationship Id="rId132" Type="http://schemas.openxmlformats.org/officeDocument/2006/relationships/image" Target="../media/image990.png"/><Relationship Id="rId153" Type="http://schemas.openxmlformats.org/officeDocument/2006/relationships/customXml" Target="../ink/ink1002.xml"/><Relationship Id="rId174" Type="http://schemas.openxmlformats.org/officeDocument/2006/relationships/image" Target="../media/image1011.png"/><Relationship Id="rId195" Type="http://schemas.openxmlformats.org/officeDocument/2006/relationships/customXml" Target="../ink/ink1023.xml"/><Relationship Id="rId209" Type="http://schemas.openxmlformats.org/officeDocument/2006/relationships/customXml" Target="../ink/ink1030.xml"/><Relationship Id="rId220" Type="http://schemas.openxmlformats.org/officeDocument/2006/relationships/image" Target="../media/image1034.png"/><Relationship Id="rId241" Type="http://schemas.openxmlformats.org/officeDocument/2006/relationships/customXml" Target="../ink/ink1046.xml"/><Relationship Id="rId15" Type="http://schemas.openxmlformats.org/officeDocument/2006/relationships/customXml" Target="../ink/ink933.xml"/><Relationship Id="rId36" Type="http://schemas.openxmlformats.org/officeDocument/2006/relationships/image" Target="../media/image942.png"/><Relationship Id="rId57" Type="http://schemas.openxmlformats.org/officeDocument/2006/relationships/customXml" Target="../ink/ink954.xml"/><Relationship Id="rId262" Type="http://schemas.openxmlformats.org/officeDocument/2006/relationships/image" Target="../media/image1055.png"/><Relationship Id="rId78" Type="http://schemas.openxmlformats.org/officeDocument/2006/relationships/image" Target="../media/image963.png"/><Relationship Id="rId99" Type="http://schemas.openxmlformats.org/officeDocument/2006/relationships/customXml" Target="../ink/ink975.xml"/><Relationship Id="rId101" Type="http://schemas.openxmlformats.org/officeDocument/2006/relationships/customXml" Target="../ink/ink976.xml"/><Relationship Id="rId122" Type="http://schemas.openxmlformats.org/officeDocument/2006/relationships/image" Target="../media/image985.png"/><Relationship Id="rId143" Type="http://schemas.openxmlformats.org/officeDocument/2006/relationships/customXml" Target="../ink/ink997.xml"/><Relationship Id="rId164" Type="http://schemas.openxmlformats.org/officeDocument/2006/relationships/image" Target="../media/image1006.png"/><Relationship Id="rId185" Type="http://schemas.openxmlformats.org/officeDocument/2006/relationships/customXml" Target="../ink/ink1018.xml"/><Relationship Id="rId9" Type="http://schemas.openxmlformats.org/officeDocument/2006/relationships/customXml" Target="../ink/ink930.xml"/><Relationship Id="rId210" Type="http://schemas.openxmlformats.org/officeDocument/2006/relationships/image" Target="../media/image1029.png"/><Relationship Id="rId26" Type="http://schemas.openxmlformats.org/officeDocument/2006/relationships/image" Target="../media/image937.png"/><Relationship Id="rId231" Type="http://schemas.openxmlformats.org/officeDocument/2006/relationships/customXml" Target="../ink/ink1041.xml"/><Relationship Id="rId252" Type="http://schemas.openxmlformats.org/officeDocument/2006/relationships/image" Target="../media/image1050.png"/><Relationship Id="rId273" Type="http://schemas.openxmlformats.org/officeDocument/2006/relationships/customXml" Target="../ink/ink1062.xml"/><Relationship Id="rId47" Type="http://schemas.openxmlformats.org/officeDocument/2006/relationships/customXml" Target="../ink/ink949.xml"/><Relationship Id="rId68" Type="http://schemas.openxmlformats.org/officeDocument/2006/relationships/image" Target="../media/image958.png"/><Relationship Id="rId89" Type="http://schemas.openxmlformats.org/officeDocument/2006/relationships/customXml" Target="../ink/ink970.xml"/><Relationship Id="rId112" Type="http://schemas.openxmlformats.org/officeDocument/2006/relationships/image" Target="../media/image980.png"/><Relationship Id="rId133" Type="http://schemas.openxmlformats.org/officeDocument/2006/relationships/customXml" Target="../ink/ink992.xml"/><Relationship Id="rId154" Type="http://schemas.openxmlformats.org/officeDocument/2006/relationships/image" Target="../media/image1001.png"/><Relationship Id="rId175" Type="http://schemas.openxmlformats.org/officeDocument/2006/relationships/customXml" Target="../ink/ink1013.xml"/><Relationship Id="rId196" Type="http://schemas.openxmlformats.org/officeDocument/2006/relationships/image" Target="../media/image1022.png"/><Relationship Id="rId200" Type="http://schemas.openxmlformats.org/officeDocument/2006/relationships/image" Target="../media/image1024.png"/><Relationship Id="rId16" Type="http://schemas.openxmlformats.org/officeDocument/2006/relationships/image" Target="../media/image932.png"/><Relationship Id="rId221" Type="http://schemas.openxmlformats.org/officeDocument/2006/relationships/customXml" Target="../ink/ink1036.xml"/><Relationship Id="rId242" Type="http://schemas.openxmlformats.org/officeDocument/2006/relationships/image" Target="../media/image1045.png"/><Relationship Id="rId263" Type="http://schemas.openxmlformats.org/officeDocument/2006/relationships/customXml" Target="../ink/ink1057.xml"/><Relationship Id="rId37" Type="http://schemas.openxmlformats.org/officeDocument/2006/relationships/customXml" Target="../ink/ink944.xml"/><Relationship Id="rId58" Type="http://schemas.openxmlformats.org/officeDocument/2006/relationships/image" Target="../media/image953.png"/><Relationship Id="rId79" Type="http://schemas.openxmlformats.org/officeDocument/2006/relationships/customXml" Target="../ink/ink965.xml"/><Relationship Id="rId102" Type="http://schemas.openxmlformats.org/officeDocument/2006/relationships/image" Target="../media/image975.png"/><Relationship Id="rId123" Type="http://schemas.openxmlformats.org/officeDocument/2006/relationships/customXml" Target="../ink/ink987.xml"/><Relationship Id="rId144" Type="http://schemas.openxmlformats.org/officeDocument/2006/relationships/image" Target="../media/image996.png"/><Relationship Id="rId90" Type="http://schemas.openxmlformats.org/officeDocument/2006/relationships/image" Target="../media/image969.png"/><Relationship Id="rId165" Type="http://schemas.openxmlformats.org/officeDocument/2006/relationships/customXml" Target="../ink/ink1008.xml"/><Relationship Id="rId186" Type="http://schemas.openxmlformats.org/officeDocument/2006/relationships/image" Target="../media/image1017.png"/><Relationship Id="rId211" Type="http://schemas.openxmlformats.org/officeDocument/2006/relationships/customXml" Target="../ink/ink1031.xml"/><Relationship Id="rId232" Type="http://schemas.openxmlformats.org/officeDocument/2006/relationships/image" Target="../media/image1040.png"/><Relationship Id="rId253" Type="http://schemas.openxmlformats.org/officeDocument/2006/relationships/customXml" Target="../ink/ink1052.xml"/><Relationship Id="rId274" Type="http://schemas.openxmlformats.org/officeDocument/2006/relationships/image" Target="../media/image1061.png"/><Relationship Id="rId27" Type="http://schemas.openxmlformats.org/officeDocument/2006/relationships/customXml" Target="../ink/ink939.xml"/><Relationship Id="rId48" Type="http://schemas.openxmlformats.org/officeDocument/2006/relationships/image" Target="../media/image948.png"/><Relationship Id="rId69" Type="http://schemas.openxmlformats.org/officeDocument/2006/relationships/customXml" Target="../ink/ink960.xml"/><Relationship Id="rId113" Type="http://schemas.openxmlformats.org/officeDocument/2006/relationships/customXml" Target="../ink/ink982.xml"/><Relationship Id="rId134" Type="http://schemas.openxmlformats.org/officeDocument/2006/relationships/image" Target="../media/image991.png"/><Relationship Id="rId80" Type="http://schemas.openxmlformats.org/officeDocument/2006/relationships/image" Target="../media/image964.png"/><Relationship Id="rId155" Type="http://schemas.openxmlformats.org/officeDocument/2006/relationships/customXml" Target="../ink/ink1003.xml"/><Relationship Id="rId176" Type="http://schemas.openxmlformats.org/officeDocument/2006/relationships/image" Target="../media/image1012.png"/><Relationship Id="rId197" Type="http://schemas.openxmlformats.org/officeDocument/2006/relationships/customXml" Target="../ink/ink1024.xml"/><Relationship Id="rId201" Type="http://schemas.openxmlformats.org/officeDocument/2006/relationships/customXml" Target="../ink/ink1026.xml"/><Relationship Id="rId222" Type="http://schemas.openxmlformats.org/officeDocument/2006/relationships/image" Target="../media/image1035.png"/><Relationship Id="rId243" Type="http://schemas.openxmlformats.org/officeDocument/2006/relationships/customXml" Target="../ink/ink1047.xml"/><Relationship Id="rId264" Type="http://schemas.openxmlformats.org/officeDocument/2006/relationships/image" Target="../media/image1056.png"/><Relationship Id="rId17" Type="http://schemas.openxmlformats.org/officeDocument/2006/relationships/customXml" Target="../ink/ink934.xml"/><Relationship Id="rId38" Type="http://schemas.openxmlformats.org/officeDocument/2006/relationships/image" Target="../media/image943.png"/><Relationship Id="rId59" Type="http://schemas.openxmlformats.org/officeDocument/2006/relationships/customXml" Target="../ink/ink955.xml"/><Relationship Id="rId103" Type="http://schemas.openxmlformats.org/officeDocument/2006/relationships/customXml" Target="../ink/ink977.xml"/><Relationship Id="rId124" Type="http://schemas.openxmlformats.org/officeDocument/2006/relationships/image" Target="../media/image986.png"/><Relationship Id="rId70" Type="http://schemas.openxmlformats.org/officeDocument/2006/relationships/image" Target="../media/image959.png"/><Relationship Id="rId91" Type="http://schemas.openxmlformats.org/officeDocument/2006/relationships/customXml" Target="../ink/ink971.xml"/><Relationship Id="rId145" Type="http://schemas.openxmlformats.org/officeDocument/2006/relationships/customXml" Target="../ink/ink998.xml"/><Relationship Id="rId166" Type="http://schemas.openxmlformats.org/officeDocument/2006/relationships/image" Target="../media/image1007.png"/><Relationship Id="rId187" Type="http://schemas.openxmlformats.org/officeDocument/2006/relationships/customXml" Target="../ink/ink1019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30.png"/><Relationship Id="rId233" Type="http://schemas.openxmlformats.org/officeDocument/2006/relationships/customXml" Target="../ink/ink1042.xml"/><Relationship Id="rId254" Type="http://schemas.openxmlformats.org/officeDocument/2006/relationships/image" Target="../media/image1051.png"/><Relationship Id="rId28" Type="http://schemas.openxmlformats.org/officeDocument/2006/relationships/image" Target="../media/image938.png"/><Relationship Id="rId49" Type="http://schemas.openxmlformats.org/officeDocument/2006/relationships/customXml" Target="../ink/ink950.xml"/><Relationship Id="rId114" Type="http://schemas.openxmlformats.org/officeDocument/2006/relationships/image" Target="../media/image981.png"/><Relationship Id="rId275" Type="http://schemas.openxmlformats.org/officeDocument/2006/relationships/customXml" Target="../ink/ink1063.xml"/><Relationship Id="rId60" Type="http://schemas.openxmlformats.org/officeDocument/2006/relationships/image" Target="../media/image954.png"/><Relationship Id="rId81" Type="http://schemas.openxmlformats.org/officeDocument/2006/relationships/customXml" Target="../ink/ink966.xml"/><Relationship Id="rId135" Type="http://schemas.openxmlformats.org/officeDocument/2006/relationships/customXml" Target="../ink/ink993.xml"/><Relationship Id="rId156" Type="http://schemas.openxmlformats.org/officeDocument/2006/relationships/image" Target="../media/image1002.png"/><Relationship Id="rId177" Type="http://schemas.openxmlformats.org/officeDocument/2006/relationships/customXml" Target="../ink/ink1014.xml"/><Relationship Id="rId198" Type="http://schemas.openxmlformats.org/officeDocument/2006/relationships/image" Target="../media/image1023.png"/><Relationship Id="rId202" Type="http://schemas.openxmlformats.org/officeDocument/2006/relationships/image" Target="../media/image1025.png"/><Relationship Id="rId223" Type="http://schemas.openxmlformats.org/officeDocument/2006/relationships/customXml" Target="../ink/ink1037.xml"/><Relationship Id="rId244" Type="http://schemas.openxmlformats.org/officeDocument/2006/relationships/image" Target="../media/image1046.png"/><Relationship Id="rId18" Type="http://schemas.openxmlformats.org/officeDocument/2006/relationships/image" Target="../media/image933.png"/><Relationship Id="rId39" Type="http://schemas.openxmlformats.org/officeDocument/2006/relationships/customXml" Target="../ink/ink945.xml"/><Relationship Id="rId265" Type="http://schemas.openxmlformats.org/officeDocument/2006/relationships/customXml" Target="../ink/ink1058.xml"/><Relationship Id="rId50" Type="http://schemas.openxmlformats.org/officeDocument/2006/relationships/image" Target="../media/image949.png"/><Relationship Id="rId104" Type="http://schemas.openxmlformats.org/officeDocument/2006/relationships/image" Target="../media/image976.png"/><Relationship Id="rId125" Type="http://schemas.openxmlformats.org/officeDocument/2006/relationships/customXml" Target="../ink/ink988.xml"/><Relationship Id="rId146" Type="http://schemas.openxmlformats.org/officeDocument/2006/relationships/image" Target="../media/image997.png"/><Relationship Id="rId167" Type="http://schemas.openxmlformats.org/officeDocument/2006/relationships/customXml" Target="../ink/ink1009.xml"/><Relationship Id="rId188" Type="http://schemas.openxmlformats.org/officeDocument/2006/relationships/image" Target="../media/image1018.png"/><Relationship Id="rId71" Type="http://schemas.openxmlformats.org/officeDocument/2006/relationships/customXml" Target="../ink/ink961.xml"/><Relationship Id="rId92" Type="http://schemas.openxmlformats.org/officeDocument/2006/relationships/image" Target="../media/image970.png"/><Relationship Id="rId213" Type="http://schemas.openxmlformats.org/officeDocument/2006/relationships/customXml" Target="../ink/ink1032.xml"/><Relationship Id="rId234" Type="http://schemas.openxmlformats.org/officeDocument/2006/relationships/image" Target="../media/image1041.png"/><Relationship Id="rId2" Type="http://schemas.openxmlformats.org/officeDocument/2006/relationships/image" Target="../media/image925.jpg"/><Relationship Id="rId29" Type="http://schemas.openxmlformats.org/officeDocument/2006/relationships/customXml" Target="../ink/ink940.xml"/><Relationship Id="rId255" Type="http://schemas.openxmlformats.org/officeDocument/2006/relationships/customXml" Target="../ink/ink1053.xml"/><Relationship Id="rId276" Type="http://schemas.openxmlformats.org/officeDocument/2006/relationships/image" Target="../media/image1062.png"/><Relationship Id="rId40" Type="http://schemas.openxmlformats.org/officeDocument/2006/relationships/image" Target="../media/image944.png"/><Relationship Id="rId115" Type="http://schemas.openxmlformats.org/officeDocument/2006/relationships/customXml" Target="../ink/ink983.xml"/><Relationship Id="rId136" Type="http://schemas.openxmlformats.org/officeDocument/2006/relationships/image" Target="../media/image992.png"/><Relationship Id="rId157" Type="http://schemas.openxmlformats.org/officeDocument/2006/relationships/customXml" Target="../ink/ink1004.xml"/><Relationship Id="rId178" Type="http://schemas.openxmlformats.org/officeDocument/2006/relationships/image" Target="../media/image1013.png"/><Relationship Id="rId61" Type="http://schemas.openxmlformats.org/officeDocument/2006/relationships/customXml" Target="../ink/ink956.xml"/><Relationship Id="rId82" Type="http://schemas.openxmlformats.org/officeDocument/2006/relationships/image" Target="../media/image965.png"/><Relationship Id="rId199" Type="http://schemas.openxmlformats.org/officeDocument/2006/relationships/customXml" Target="../ink/ink1025.xml"/><Relationship Id="rId203" Type="http://schemas.openxmlformats.org/officeDocument/2006/relationships/customXml" Target="../ink/ink1027.xml"/><Relationship Id="rId19" Type="http://schemas.openxmlformats.org/officeDocument/2006/relationships/customXml" Target="../ink/ink935.xml"/><Relationship Id="rId224" Type="http://schemas.openxmlformats.org/officeDocument/2006/relationships/image" Target="../media/image1036.png"/><Relationship Id="rId245" Type="http://schemas.openxmlformats.org/officeDocument/2006/relationships/customXml" Target="../ink/ink1048.xml"/><Relationship Id="rId266" Type="http://schemas.openxmlformats.org/officeDocument/2006/relationships/image" Target="../media/image1057.png"/><Relationship Id="rId30" Type="http://schemas.openxmlformats.org/officeDocument/2006/relationships/image" Target="../media/image939.png"/><Relationship Id="rId105" Type="http://schemas.openxmlformats.org/officeDocument/2006/relationships/customXml" Target="../ink/ink978.xml"/><Relationship Id="rId126" Type="http://schemas.openxmlformats.org/officeDocument/2006/relationships/image" Target="../media/image987.png"/><Relationship Id="rId147" Type="http://schemas.openxmlformats.org/officeDocument/2006/relationships/customXml" Target="../ink/ink999.xml"/><Relationship Id="rId168" Type="http://schemas.openxmlformats.org/officeDocument/2006/relationships/image" Target="../media/image1008.png"/><Relationship Id="rId51" Type="http://schemas.openxmlformats.org/officeDocument/2006/relationships/customXml" Target="../ink/ink951.xml"/><Relationship Id="rId72" Type="http://schemas.openxmlformats.org/officeDocument/2006/relationships/image" Target="../media/image960.png"/><Relationship Id="rId93" Type="http://schemas.openxmlformats.org/officeDocument/2006/relationships/customXml" Target="../ink/ink972.xml"/><Relationship Id="rId189" Type="http://schemas.openxmlformats.org/officeDocument/2006/relationships/customXml" Target="../ink/ink1020.xml"/><Relationship Id="rId3" Type="http://schemas.openxmlformats.org/officeDocument/2006/relationships/customXml" Target="../ink/ink927.xml"/><Relationship Id="rId214" Type="http://schemas.openxmlformats.org/officeDocument/2006/relationships/image" Target="../media/image1031.png"/><Relationship Id="rId235" Type="http://schemas.openxmlformats.org/officeDocument/2006/relationships/customXml" Target="../ink/ink1043.xml"/><Relationship Id="rId256" Type="http://schemas.openxmlformats.org/officeDocument/2006/relationships/image" Target="../media/image1052.png"/><Relationship Id="rId277" Type="http://schemas.openxmlformats.org/officeDocument/2006/relationships/customXml" Target="../ink/ink1064.xml"/><Relationship Id="rId116" Type="http://schemas.openxmlformats.org/officeDocument/2006/relationships/image" Target="../media/image982.png"/><Relationship Id="rId137" Type="http://schemas.openxmlformats.org/officeDocument/2006/relationships/customXml" Target="../ink/ink994.xml"/><Relationship Id="rId158" Type="http://schemas.openxmlformats.org/officeDocument/2006/relationships/image" Target="../media/image1003.png"/><Relationship Id="rId20" Type="http://schemas.openxmlformats.org/officeDocument/2006/relationships/image" Target="../media/image934.png"/><Relationship Id="rId41" Type="http://schemas.openxmlformats.org/officeDocument/2006/relationships/customXml" Target="../ink/ink946.xml"/><Relationship Id="rId62" Type="http://schemas.openxmlformats.org/officeDocument/2006/relationships/image" Target="../media/image955.png"/><Relationship Id="rId83" Type="http://schemas.openxmlformats.org/officeDocument/2006/relationships/customXml" Target="../ink/ink967.xml"/><Relationship Id="rId179" Type="http://schemas.openxmlformats.org/officeDocument/2006/relationships/customXml" Target="../ink/ink1015.xml"/><Relationship Id="rId190" Type="http://schemas.openxmlformats.org/officeDocument/2006/relationships/image" Target="../media/image1019.png"/><Relationship Id="rId204" Type="http://schemas.openxmlformats.org/officeDocument/2006/relationships/image" Target="../media/image1026.png"/><Relationship Id="rId225" Type="http://schemas.openxmlformats.org/officeDocument/2006/relationships/customXml" Target="../ink/ink1038.xml"/><Relationship Id="rId246" Type="http://schemas.openxmlformats.org/officeDocument/2006/relationships/image" Target="../media/image1047.png"/><Relationship Id="rId267" Type="http://schemas.openxmlformats.org/officeDocument/2006/relationships/customXml" Target="../ink/ink1059.xml"/><Relationship Id="rId106" Type="http://schemas.openxmlformats.org/officeDocument/2006/relationships/image" Target="../media/image977.png"/><Relationship Id="rId127" Type="http://schemas.openxmlformats.org/officeDocument/2006/relationships/customXml" Target="../ink/ink989.xml"/><Relationship Id="rId10" Type="http://schemas.openxmlformats.org/officeDocument/2006/relationships/image" Target="../media/image929.png"/><Relationship Id="rId31" Type="http://schemas.openxmlformats.org/officeDocument/2006/relationships/customXml" Target="../ink/ink941.xml"/><Relationship Id="rId52" Type="http://schemas.openxmlformats.org/officeDocument/2006/relationships/image" Target="../media/image950.png"/><Relationship Id="rId73" Type="http://schemas.openxmlformats.org/officeDocument/2006/relationships/customXml" Target="../ink/ink962.xml"/><Relationship Id="rId94" Type="http://schemas.openxmlformats.org/officeDocument/2006/relationships/image" Target="../media/image971.png"/><Relationship Id="rId148" Type="http://schemas.openxmlformats.org/officeDocument/2006/relationships/image" Target="../media/image998.png"/><Relationship Id="rId169" Type="http://schemas.openxmlformats.org/officeDocument/2006/relationships/customXml" Target="../ink/ink1010.xml"/><Relationship Id="rId4" Type="http://schemas.openxmlformats.org/officeDocument/2006/relationships/image" Target="../media/image926.png"/><Relationship Id="rId180" Type="http://schemas.openxmlformats.org/officeDocument/2006/relationships/image" Target="../media/image1014.png"/><Relationship Id="rId215" Type="http://schemas.openxmlformats.org/officeDocument/2006/relationships/customXml" Target="../ink/ink1033.xml"/><Relationship Id="rId236" Type="http://schemas.openxmlformats.org/officeDocument/2006/relationships/image" Target="../media/image1042.png"/><Relationship Id="rId257" Type="http://schemas.openxmlformats.org/officeDocument/2006/relationships/customXml" Target="../ink/ink1054.xml"/><Relationship Id="rId278" Type="http://schemas.openxmlformats.org/officeDocument/2006/relationships/image" Target="../media/image1063.png"/><Relationship Id="rId42" Type="http://schemas.openxmlformats.org/officeDocument/2006/relationships/image" Target="../media/image945.png"/><Relationship Id="rId84" Type="http://schemas.openxmlformats.org/officeDocument/2006/relationships/image" Target="../media/image966.png"/><Relationship Id="rId138" Type="http://schemas.openxmlformats.org/officeDocument/2006/relationships/image" Target="../media/image993.png"/><Relationship Id="rId191" Type="http://schemas.openxmlformats.org/officeDocument/2006/relationships/customXml" Target="../ink/ink1021.xml"/><Relationship Id="rId205" Type="http://schemas.openxmlformats.org/officeDocument/2006/relationships/customXml" Target="../ink/ink1028.xml"/><Relationship Id="rId247" Type="http://schemas.openxmlformats.org/officeDocument/2006/relationships/customXml" Target="../ink/ink1049.xml"/><Relationship Id="rId107" Type="http://schemas.openxmlformats.org/officeDocument/2006/relationships/customXml" Target="../ink/ink979.xml"/><Relationship Id="rId11" Type="http://schemas.openxmlformats.org/officeDocument/2006/relationships/customXml" Target="../ink/ink931.xml"/><Relationship Id="rId53" Type="http://schemas.openxmlformats.org/officeDocument/2006/relationships/customXml" Target="../ink/ink952.xml"/><Relationship Id="rId149" Type="http://schemas.openxmlformats.org/officeDocument/2006/relationships/customXml" Target="../ink/ink1000.xml"/><Relationship Id="rId95" Type="http://schemas.openxmlformats.org/officeDocument/2006/relationships/customXml" Target="../ink/ink973.xml"/><Relationship Id="rId160" Type="http://schemas.openxmlformats.org/officeDocument/2006/relationships/image" Target="../media/image1004.png"/><Relationship Id="rId216" Type="http://schemas.openxmlformats.org/officeDocument/2006/relationships/image" Target="../media/image1032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76.png"/><Relationship Id="rId117" Type="http://schemas.openxmlformats.org/officeDocument/2006/relationships/customXml" Target="../ink/ink1123.xml"/><Relationship Id="rId21" Type="http://schemas.openxmlformats.org/officeDocument/2006/relationships/customXml" Target="../ink/ink1075.xml"/><Relationship Id="rId42" Type="http://schemas.openxmlformats.org/officeDocument/2006/relationships/image" Target="../media/image1084.png"/><Relationship Id="rId47" Type="http://schemas.openxmlformats.org/officeDocument/2006/relationships/customXml" Target="../ink/ink1088.xml"/><Relationship Id="rId63" Type="http://schemas.openxmlformats.org/officeDocument/2006/relationships/customXml" Target="../ink/ink1096.xml"/><Relationship Id="rId68" Type="http://schemas.openxmlformats.org/officeDocument/2006/relationships/image" Target="../media/image1097.png"/><Relationship Id="rId84" Type="http://schemas.openxmlformats.org/officeDocument/2006/relationships/image" Target="../media/image1105.png"/><Relationship Id="rId89" Type="http://schemas.openxmlformats.org/officeDocument/2006/relationships/customXml" Target="../ink/ink1109.xml"/><Relationship Id="rId112" Type="http://schemas.openxmlformats.org/officeDocument/2006/relationships/image" Target="../media/image1119.png"/><Relationship Id="rId16" Type="http://schemas.openxmlformats.org/officeDocument/2006/relationships/image" Target="../media/image1071.png"/><Relationship Id="rId107" Type="http://schemas.openxmlformats.org/officeDocument/2006/relationships/customXml" Target="../ink/ink1118.xml"/><Relationship Id="rId11" Type="http://schemas.openxmlformats.org/officeDocument/2006/relationships/customXml" Target="../ink/ink1070.xml"/><Relationship Id="rId32" Type="http://schemas.openxmlformats.org/officeDocument/2006/relationships/image" Target="../media/image1079.png"/><Relationship Id="rId37" Type="http://schemas.openxmlformats.org/officeDocument/2006/relationships/customXml" Target="../ink/ink1083.xml"/><Relationship Id="rId53" Type="http://schemas.openxmlformats.org/officeDocument/2006/relationships/customXml" Target="../ink/ink1091.xml"/><Relationship Id="rId58" Type="http://schemas.openxmlformats.org/officeDocument/2006/relationships/image" Target="../media/image1092.png"/><Relationship Id="rId74" Type="http://schemas.openxmlformats.org/officeDocument/2006/relationships/image" Target="../media/image1100.png"/><Relationship Id="rId79" Type="http://schemas.openxmlformats.org/officeDocument/2006/relationships/customXml" Target="../ink/ink1104.xml"/><Relationship Id="rId102" Type="http://schemas.openxmlformats.org/officeDocument/2006/relationships/image" Target="../media/image1114.png"/><Relationship Id="rId123" Type="http://schemas.openxmlformats.org/officeDocument/2006/relationships/customXml" Target="../ink/ink1126.xml"/><Relationship Id="rId128" Type="http://schemas.openxmlformats.org/officeDocument/2006/relationships/image" Target="../media/image1127.png"/><Relationship Id="rId5" Type="http://schemas.openxmlformats.org/officeDocument/2006/relationships/customXml" Target="../ink/ink1067.xml"/><Relationship Id="rId90" Type="http://schemas.openxmlformats.org/officeDocument/2006/relationships/image" Target="../media/image1108.png"/><Relationship Id="rId95" Type="http://schemas.openxmlformats.org/officeDocument/2006/relationships/customXml" Target="../ink/ink1112.xml"/><Relationship Id="rId22" Type="http://schemas.openxmlformats.org/officeDocument/2006/relationships/image" Target="../media/image1074.png"/><Relationship Id="rId27" Type="http://schemas.openxmlformats.org/officeDocument/2006/relationships/customXml" Target="../ink/ink1078.xml"/><Relationship Id="rId43" Type="http://schemas.openxmlformats.org/officeDocument/2006/relationships/customXml" Target="../ink/ink1086.xml"/><Relationship Id="rId48" Type="http://schemas.openxmlformats.org/officeDocument/2006/relationships/image" Target="../media/image1087.png"/><Relationship Id="rId64" Type="http://schemas.openxmlformats.org/officeDocument/2006/relationships/image" Target="../media/image1095.png"/><Relationship Id="rId69" Type="http://schemas.openxmlformats.org/officeDocument/2006/relationships/customXml" Target="../ink/ink1099.xml"/><Relationship Id="rId113" Type="http://schemas.openxmlformats.org/officeDocument/2006/relationships/customXml" Target="../ink/ink1121.xml"/><Relationship Id="rId118" Type="http://schemas.openxmlformats.org/officeDocument/2006/relationships/image" Target="../media/image1122.png"/><Relationship Id="rId80" Type="http://schemas.openxmlformats.org/officeDocument/2006/relationships/image" Target="../media/image1103.png"/><Relationship Id="rId85" Type="http://schemas.openxmlformats.org/officeDocument/2006/relationships/customXml" Target="../ink/ink1107.xml"/><Relationship Id="rId12" Type="http://schemas.openxmlformats.org/officeDocument/2006/relationships/image" Target="../media/image1069.png"/><Relationship Id="rId17" Type="http://schemas.openxmlformats.org/officeDocument/2006/relationships/customXml" Target="../ink/ink1073.xml"/><Relationship Id="rId33" Type="http://schemas.openxmlformats.org/officeDocument/2006/relationships/customXml" Target="../ink/ink1081.xml"/><Relationship Id="rId38" Type="http://schemas.openxmlformats.org/officeDocument/2006/relationships/image" Target="../media/image1082.png"/><Relationship Id="rId59" Type="http://schemas.openxmlformats.org/officeDocument/2006/relationships/customXml" Target="../ink/ink1094.xml"/><Relationship Id="rId103" Type="http://schemas.openxmlformats.org/officeDocument/2006/relationships/customXml" Target="../ink/ink1116.xml"/><Relationship Id="rId108" Type="http://schemas.openxmlformats.org/officeDocument/2006/relationships/image" Target="../media/image1117.png"/><Relationship Id="rId124" Type="http://schemas.openxmlformats.org/officeDocument/2006/relationships/image" Target="../media/image1125.png"/><Relationship Id="rId54" Type="http://schemas.openxmlformats.org/officeDocument/2006/relationships/image" Target="../media/image1090.png"/><Relationship Id="rId70" Type="http://schemas.openxmlformats.org/officeDocument/2006/relationships/image" Target="../media/image1098.png"/><Relationship Id="rId75" Type="http://schemas.openxmlformats.org/officeDocument/2006/relationships/customXml" Target="../ink/ink1102.xml"/><Relationship Id="rId91" Type="http://schemas.openxmlformats.org/officeDocument/2006/relationships/customXml" Target="../ink/ink1110.xml"/><Relationship Id="rId96" Type="http://schemas.openxmlformats.org/officeDocument/2006/relationships/image" Target="../media/image1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6.png"/><Relationship Id="rId23" Type="http://schemas.openxmlformats.org/officeDocument/2006/relationships/customXml" Target="../ink/ink1076.xml"/><Relationship Id="rId28" Type="http://schemas.openxmlformats.org/officeDocument/2006/relationships/image" Target="../media/image1077.png"/><Relationship Id="rId49" Type="http://schemas.openxmlformats.org/officeDocument/2006/relationships/customXml" Target="../ink/ink1089.xml"/><Relationship Id="rId114" Type="http://schemas.openxmlformats.org/officeDocument/2006/relationships/image" Target="../media/image1120.png"/><Relationship Id="rId119" Type="http://schemas.openxmlformats.org/officeDocument/2006/relationships/customXml" Target="../ink/ink1124.xml"/><Relationship Id="rId44" Type="http://schemas.openxmlformats.org/officeDocument/2006/relationships/image" Target="../media/image1085.png"/><Relationship Id="rId60" Type="http://schemas.openxmlformats.org/officeDocument/2006/relationships/image" Target="../media/image1093.png"/><Relationship Id="rId65" Type="http://schemas.openxmlformats.org/officeDocument/2006/relationships/customXml" Target="../ink/ink1097.xml"/><Relationship Id="rId81" Type="http://schemas.openxmlformats.org/officeDocument/2006/relationships/customXml" Target="../ink/ink1105.xml"/><Relationship Id="rId86" Type="http://schemas.openxmlformats.org/officeDocument/2006/relationships/image" Target="../media/image1106.png"/><Relationship Id="rId13" Type="http://schemas.openxmlformats.org/officeDocument/2006/relationships/customXml" Target="../ink/ink1071.xml"/><Relationship Id="rId18" Type="http://schemas.openxmlformats.org/officeDocument/2006/relationships/image" Target="../media/image1072.png"/><Relationship Id="rId39" Type="http://schemas.openxmlformats.org/officeDocument/2006/relationships/customXml" Target="../ink/ink1084.xml"/><Relationship Id="rId109" Type="http://schemas.openxmlformats.org/officeDocument/2006/relationships/customXml" Target="../ink/ink1119.xml"/><Relationship Id="rId34" Type="http://schemas.openxmlformats.org/officeDocument/2006/relationships/image" Target="../media/image1080.png"/><Relationship Id="rId50" Type="http://schemas.openxmlformats.org/officeDocument/2006/relationships/image" Target="../media/image1088.png"/><Relationship Id="rId55" Type="http://schemas.openxmlformats.org/officeDocument/2006/relationships/customXml" Target="../ink/ink1092.xml"/><Relationship Id="rId76" Type="http://schemas.openxmlformats.org/officeDocument/2006/relationships/image" Target="../media/image1101.png"/><Relationship Id="rId97" Type="http://schemas.openxmlformats.org/officeDocument/2006/relationships/customXml" Target="../ink/ink1113.xml"/><Relationship Id="rId104" Type="http://schemas.openxmlformats.org/officeDocument/2006/relationships/image" Target="../media/image1115.png"/><Relationship Id="rId120" Type="http://schemas.openxmlformats.org/officeDocument/2006/relationships/image" Target="../media/image1123.png"/><Relationship Id="rId125" Type="http://schemas.openxmlformats.org/officeDocument/2006/relationships/customXml" Target="../ink/ink1127.xml"/><Relationship Id="rId7" Type="http://schemas.openxmlformats.org/officeDocument/2006/relationships/customXml" Target="../ink/ink1068.xml"/><Relationship Id="rId71" Type="http://schemas.openxmlformats.org/officeDocument/2006/relationships/customXml" Target="../ink/ink1100.xml"/><Relationship Id="rId92" Type="http://schemas.openxmlformats.org/officeDocument/2006/relationships/image" Target="../media/image1109.png"/><Relationship Id="rId2" Type="http://schemas.openxmlformats.org/officeDocument/2006/relationships/image" Target="../media/image925.jpg"/><Relationship Id="rId29" Type="http://schemas.openxmlformats.org/officeDocument/2006/relationships/customXml" Target="../ink/ink1079.xml"/><Relationship Id="rId24" Type="http://schemas.openxmlformats.org/officeDocument/2006/relationships/image" Target="../media/image1075.png"/><Relationship Id="rId40" Type="http://schemas.openxmlformats.org/officeDocument/2006/relationships/image" Target="../media/image1083.png"/><Relationship Id="rId45" Type="http://schemas.openxmlformats.org/officeDocument/2006/relationships/customXml" Target="../ink/ink1087.xml"/><Relationship Id="rId66" Type="http://schemas.openxmlformats.org/officeDocument/2006/relationships/image" Target="../media/image1096.png"/><Relationship Id="rId87" Type="http://schemas.openxmlformats.org/officeDocument/2006/relationships/customXml" Target="../ink/ink1108.xml"/><Relationship Id="rId110" Type="http://schemas.openxmlformats.org/officeDocument/2006/relationships/image" Target="../media/image1118.png"/><Relationship Id="rId115" Type="http://schemas.openxmlformats.org/officeDocument/2006/relationships/customXml" Target="../ink/ink1122.xml"/><Relationship Id="rId61" Type="http://schemas.openxmlformats.org/officeDocument/2006/relationships/customXml" Target="../ink/ink1095.xml"/><Relationship Id="rId82" Type="http://schemas.openxmlformats.org/officeDocument/2006/relationships/image" Target="../media/image1104.png"/><Relationship Id="rId19" Type="http://schemas.openxmlformats.org/officeDocument/2006/relationships/customXml" Target="../ink/ink1074.xml"/><Relationship Id="rId14" Type="http://schemas.openxmlformats.org/officeDocument/2006/relationships/image" Target="../media/image1070.png"/><Relationship Id="rId30" Type="http://schemas.openxmlformats.org/officeDocument/2006/relationships/image" Target="../media/image1078.png"/><Relationship Id="rId35" Type="http://schemas.openxmlformats.org/officeDocument/2006/relationships/customXml" Target="../ink/ink1082.xml"/><Relationship Id="rId56" Type="http://schemas.openxmlformats.org/officeDocument/2006/relationships/image" Target="../media/image1091.png"/><Relationship Id="rId77" Type="http://schemas.openxmlformats.org/officeDocument/2006/relationships/customXml" Target="../ink/ink1103.xml"/><Relationship Id="rId100" Type="http://schemas.openxmlformats.org/officeDocument/2006/relationships/image" Target="../media/image1113.png"/><Relationship Id="rId105" Type="http://schemas.openxmlformats.org/officeDocument/2006/relationships/customXml" Target="../ink/ink1117.xml"/><Relationship Id="rId126" Type="http://schemas.openxmlformats.org/officeDocument/2006/relationships/image" Target="../media/image1126.png"/><Relationship Id="rId8" Type="http://schemas.openxmlformats.org/officeDocument/2006/relationships/image" Target="../media/image1067.png"/><Relationship Id="rId51" Type="http://schemas.openxmlformats.org/officeDocument/2006/relationships/customXml" Target="../ink/ink1090.xml"/><Relationship Id="rId72" Type="http://schemas.openxmlformats.org/officeDocument/2006/relationships/image" Target="../media/image1099.png"/><Relationship Id="rId93" Type="http://schemas.openxmlformats.org/officeDocument/2006/relationships/customXml" Target="../ink/ink1111.xml"/><Relationship Id="rId98" Type="http://schemas.openxmlformats.org/officeDocument/2006/relationships/image" Target="../media/image1112.png"/><Relationship Id="rId121" Type="http://schemas.openxmlformats.org/officeDocument/2006/relationships/customXml" Target="../ink/ink1125.xml"/><Relationship Id="rId3" Type="http://schemas.openxmlformats.org/officeDocument/2006/relationships/customXml" Target="../ink/ink1066.xml"/><Relationship Id="rId25" Type="http://schemas.openxmlformats.org/officeDocument/2006/relationships/customXml" Target="../ink/ink1077.xml"/><Relationship Id="rId46" Type="http://schemas.openxmlformats.org/officeDocument/2006/relationships/image" Target="../media/image1086.png"/><Relationship Id="rId67" Type="http://schemas.openxmlformats.org/officeDocument/2006/relationships/customXml" Target="../ink/ink1098.xml"/><Relationship Id="rId116" Type="http://schemas.openxmlformats.org/officeDocument/2006/relationships/image" Target="../media/image1121.png"/><Relationship Id="rId20" Type="http://schemas.openxmlformats.org/officeDocument/2006/relationships/image" Target="../media/image1073.png"/><Relationship Id="rId41" Type="http://schemas.openxmlformats.org/officeDocument/2006/relationships/customXml" Target="../ink/ink1085.xml"/><Relationship Id="rId62" Type="http://schemas.openxmlformats.org/officeDocument/2006/relationships/image" Target="../media/image1094.png"/><Relationship Id="rId83" Type="http://schemas.openxmlformats.org/officeDocument/2006/relationships/customXml" Target="../ink/ink1106.xml"/><Relationship Id="rId88" Type="http://schemas.openxmlformats.org/officeDocument/2006/relationships/image" Target="../media/image1107.png"/><Relationship Id="rId111" Type="http://schemas.openxmlformats.org/officeDocument/2006/relationships/customXml" Target="../ink/ink1120.xml"/><Relationship Id="rId15" Type="http://schemas.openxmlformats.org/officeDocument/2006/relationships/customXml" Target="../ink/ink1072.xml"/><Relationship Id="rId36" Type="http://schemas.openxmlformats.org/officeDocument/2006/relationships/image" Target="../media/image1081.png"/><Relationship Id="rId57" Type="http://schemas.openxmlformats.org/officeDocument/2006/relationships/customXml" Target="../ink/ink1093.xml"/><Relationship Id="rId106" Type="http://schemas.openxmlformats.org/officeDocument/2006/relationships/image" Target="../media/image1116.png"/><Relationship Id="rId127" Type="http://schemas.openxmlformats.org/officeDocument/2006/relationships/customXml" Target="../ink/ink1128.xml"/><Relationship Id="rId10" Type="http://schemas.openxmlformats.org/officeDocument/2006/relationships/image" Target="../media/image1068.png"/><Relationship Id="rId31" Type="http://schemas.openxmlformats.org/officeDocument/2006/relationships/customXml" Target="../ink/ink1080.xml"/><Relationship Id="rId52" Type="http://schemas.openxmlformats.org/officeDocument/2006/relationships/image" Target="../media/image1089.png"/><Relationship Id="rId73" Type="http://schemas.openxmlformats.org/officeDocument/2006/relationships/customXml" Target="../ink/ink1101.xml"/><Relationship Id="rId78" Type="http://schemas.openxmlformats.org/officeDocument/2006/relationships/image" Target="../media/image1102.png"/><Relationship Id="rId94" Type="http://schemas.openxmlformats.org/officeDocument/2006/relationships/image" Target="../media/image1110.png"/><Relationship Id="rId99" Type="http://schemas.openxmlformats.org/officeDocument/2006/relationships/customXml" Target="../ink/ink1114.xml"/><Relationship Id="rId101" Type="http://schemas.openxmlformats.org/officeDocument/2006/relationships/customXml" Target="../ink/ink1115.xml"/><Relationship Id="rId122" Type="http://schemas.openxmlformats.org/officeDocument/2006/relationships/image" Target="../media/image1124.png"/><Relationship Id="rId4" Type="http://schemas.openxmlformats.org/officeDocument/2006/relationships/image" Target="../media/image1065.png"/><Relationship Id="rId9" Type="http://schemas.openxmlformats.org/officeDocument/2006/relationships/customXml" Target="../ink/ink1069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86.xml"/><Relationship Id="rId21" Type="http://schemas.openxmlformats.org/officeDocument/2006/relationships/customXml" Target="../ink/ink1138.xml"/><Relationship Id="rId42" Type="http://schemas.openxmlformats.org/officeDocument/2006/relationships/image" Target="../media/image1147.png"/><Relationship Id="rId63" Type="http://schemas.openxmlformats.org/officeDocument/2006/relationships/customXml" Target="../ink/ink1159.xml"/><Relationship Id="rId84" Type="http://schemas.openxmlformats.org/officeDocument/2006/relationships/image" Target="../media/image1168.png"/><Relationship Id="rId138" Type="http://schemas.openxmlformats.org/officeDocument/2006/relationships/image" Target="../media/image1195.png"/><Relationship Id="rId159" Type="http://schemas.openxmlformats.org/officeDocument/2006/relationships/customXml" Target="../ink/ink1207.xml"/><Relationship Id="rId170" Type="http://schemas.openxmlformats.org/officeDocument/2006/relationships/image" Target="../media/image1211.png"/><Relationship Id="rId191" Type="http://schemas.openxmlformats.org/officeDocument/2006/relationships/customXml" Target="../ink/ink1223.xml"/><Relationship Id="rId107" Type="http://schemas.openxmlformats.org/officeDocument/2006/relationships/customXml" Target="../ink/ink1181.xml"/><Relationship Id="rId11" Type="http://schemas.openxmlformats.org/officeDocument/2006/relationships/customXml" Target="../ink/ink1133.xml"/><Relationship Id="rId32" Type="http://schemas.openxmlformats.org/officeDocument/2006/relationships/image" Target="../media/image1142.png"/><Relationship Id="rId53" Type="http://schemas.openxmlformats.org/officeDocument/2006/relationships/customXml" Target="../ink/ink1154.xml"/><Relationship Id="rId74" Type="http://schemas.openxmlformats.org/officeDocument/2006/relationships/image" Target="../media/image1163.png"/><Relationship Id="rId128" Type="http://schemas.openxmlformats.org/officeDocument/2006/relationships/image" Target="../media/image1190.png"/><Relationship Id="rId149" Type="http://schemas.openxmlformats.org/officeDocument/2006/relationships/customXml" Target="../ink/ink1202.xml"/><Relationship Id="rId5" Type="http://schemas.openxmlformats.org/officeDocument/2006/relationships/customXml" Target="../ink/ink1130.xml"/><Relationship Id="rId95" Type="http://schemas.openxmlformats.org/officeDocument/2006/relationships/customXml" Target="../ink/ink1175.xml"/><Relationship Id="rId160" Type="http://schemas.openxmlformats.org/officeDocument/2006/relationships/image" Target="../media/image1206.png"/><Relationship Id="rId181" Type="http://schemas.openxmlformats.org/officeDocument/2006/relationships/customXml" Target="../ink/ink1218.xml"/><Relationship Id="rId22" Type="http://schemas.openxmlformats.org/officeDocument/2006/relationships/image" Target="../media/image1137.png"/><Relationship Id="rId43" Type="http://schemas.openxmlformats.org/officeDocument/2006/relationships/customXml" Target="../ink/ink1149.xml"/><Relationship Id="rId64" Type="http://schemas.openxmlformats.org/officeDocument/2006/relationships/image" Target="../media/image1158.png"/><Relationship Id="rId118" Type="http://schemas.openxmlformats.org/officeDocument/2006/relationships/image" Target="../media/image1185.png"/><Relationship Id="rId139" Type="http://schemas.openxmlformats.org/officeDocument/2006/relationships/customXml" Target="../ink/ink1197.xml"/><Relationship Id="rId85" Type="http://schemas.openxmlformats.org/officeDocument/2006/relationships/customXml" Target="../ink/ink1170.xml"/><Relationship Id="rId150" Type="http://schemas.openxmlformats.org/officeDocument/2006/relationships/image" Target="../media/image1201.png"/><Relationship Id="rId171" Type="http://schemas.openxmlformats.org/officeDocument/2006/relationships/customXml" Target="../ink/ink1213.xml"/><Relationship Id="rId192" Type="http://schemas.openxmlformats.org/officeDocument/2006/relationships/image" Target="../media/image1222.png"/><Relationship Id="rId12" Type="http://schemas.openxmlformats.org/officeDocument/2006/relationships/image" Target="../media/image1132.png"/><Relationship Id="rId33" Type="http://schemas.openxmlformats.org/officeDocument/2006/relationships/customXml" Target="../ink/ink1144.xml"/><Relationship Id="rId108" Type="http://schemas.openxmlformats.org/officeDocument/2006/relationships/image" Target="../media/image1180.png"/><Relationship Id="rId129" Type="http://schemas.openxmlformats.org/officeDocument/2006/relationships/customXml" Target="../ink/ink1192.xml"/><Relationship Id="rId54" Type="http://schemas.openxmlformats.org/officeDocument/2006/relationships/image" Target="../media/image1153.png"/><Relationship Id="rId75" Type="http://schemas.openxmlformats.org/officeDocument/2006/relationships/customXml" Target="../ink/ink1165.xml"/><Relationship Id="rId96" Type="http://schemas.openxmlformats.org/officeDocument/2006/relationships/image" Target="../media/image1174.png"/><Relationship Id="rId140" Type="http://schemas.openxmlformats.org/officeDocument/2006/relationships/image" Target="../media/image1196.png"/><Relationship Id="rId161" Type="http://schemas.openxmlformats.org/officeDocument/2006/relationships/customXml" Target="../ink/ink1208.xml"/><Relationship Id="rId182" Type="http://schemas.openxmlformats.org/officeDocument/2006/relationships/image" Target="../media/image1217.png"/><Relationship Id="rId6" Type="http://schemas.openxmlformats.org/officeDocument/2006/relationships/image" Target="../media/image1129.png"/><Relationship Id="rId23" Type="http://schemas.openxmlformats.org/officeDocument/2006/relationships/customXml" Target="../ink/ink1139.xml"/><Relationship Id="rId119" Type="http://schemas.openxmlformats.org/officeDocument/2006/relationships/customXml" Target="../ink/ink1187.xml"/><Relationship Id="rId44" Type="http://schemas.openxmlformats.org/officeDocument/2006/relationships/image" Target="../media/image1148.png"/><Relationship Id="rId65" Type="http://schemas.openxmlformats.org/officeDocument/2006/relationships/customXml" Target="../ink/ink1160.xml"/><Relationship Id="rId86" Type="http://schemas.openxmlformats.org/officeDocument/2006/relationships/image" Target="../media/image1169.png"/><Relationship Id="rId130" Type="http://schemas.openxmlformats.org/officeDocument/2006/relationships/image" Target="../media/image1191.png"/><Relationship Id="rId151" Type="http://schemas.openxmlformats.org/officeDocument/2006/relationships/customXml" Target="../ink/ink1203.xml"/><Relationship Id="rId172" Type="http://schemas.openxmlformats.org/officeDocument/2006/relationships/image" Target="../media/image1212.png"/><Relationship Id="rId193" Type="http://schemas.openxmlformats.org/officeDocument/2006/relationships/customXml" Target="../ink/ink1224.xml"/><Relationship Id="rId13" Type="http://schemas.openxmlformats.org/officeDocument/2006/relationships/customXml" Target="../ink/ink1134.xml"/><Relationship Id="rId109" Type="http://schemas.openxmlformats.org/officeDocument/2006/relationships/customXml" Target="../ink/ink1182.xml"/><Relationship Id="rId34" Type="http://schemas.openxmlformats.org/officeDocument/2006/relationships/image" Target="../media/image1143.png"/><Relationship Id="rId55" Type="http://schemas.openxmlformats.org/officeDocument/2006/relationships/customXml" Target="../ink/ink1155.xml"/><Relationship Id="rId76" Type="http://schemas.openxmlformats.org/officeDocument/2006/relationships/image" Target="../media/image1164.png"/><Relationship Id="rId97" Type="http://schemas.openxmlformats.org/officeDocument/2006/relationships/customXml" Target="../ink/ink1176.xml"/><Relationship Id="rId120" Type="http://schemas.openxmlformats.org/officeDocument/2006/relationships/image" Target="../media/image1186.png"/><Relationship Id="rId141" Type="http://schemas.openxmlformats.org/officeDocument/2006/relationships/customXml" Target="../ink/ink1198.xml"/><Relationship Id="rId7" Type="http://schemas.openxmlformats.org/officeDocument/2006/relationships/customXml" Target="../ink/ink1131.xml"/><Relationship Id="rId71" Type="http://schemas.openxmlformats.org/officeDocument/2006/relationships/customXml" Target="../ink/ink1163.xml"/><Relationship Id="rId92" Type="http://schemas.openxmlformats.org/officeDocument/2006/relationships/image" Target="../media/image1172.png"/><Relationship Id="rId162" Type="http://schemas.openxmlformats.org/officeDocument/2006/relationships/image" Target="../media/image1207.png"/><Relationship Id="rId183" Type="http://schemas.openxmlformats.org/officeDocument/2006/relationships/customXml" Target="../ink/ink1219.xml"/><Relationship Id="rId2" Type="http://schemas.openxmlformats.org/officeDocument/2006/relationships/image" Target="../media/image925.jpg"/><Relationship Id="rId29" Type="http://schemas.openxmlformats.org/officeDocument/2006/relationships/customXml" Target="../ink/ink1142.xml"/><Relationship Id="rId24" Type="http://schemas.openxmlformats.org/officeDocument/2006/relationships/image" Target="../media/image1138.png"/><Relationship Id="rId40" Type="http://schemas.openxmlformats.org/officeDocument/2006/relationships/image" Target="../media/image1146.png"/><Relationship Id="rId45" Type="http://schemas.openxmlformats.org/officeDocument/2006/relationships/customXml" Target="../ink/ink1150.xml"/><Relationship Id="rId66" Type="http://schemas.openxmlformats.org/officeDocument/2006/relationships/image" Target="../media/image1159.png"/><Relationship Id="rId87" Type="http://schemas.openxmlformats.org/officeDocument/2006/relationships/customXml" Target="../ink/ink1171.xml"/><Relationship Id="rId110" Type="http://schemas.openxmlformats.org/officeDocument/2006/relationships/image" Target="../media/image1181.png"/><Relationship Id="rId115" Type="http://schemas.openxmlformats.org/officeDocument/2006/relationships/customXml" Target="../ink/ink1185.xml"/><Relationship Id="rId131" Type="http://schemas.openxmlformats.org/officeDocument/2006/relationships/customXml" Target="../ink/ink1193.xml"/><Relationship Id="rId136" Type="http://schemas.openxmlformats.org/officeDocument/2006/relationships/image" Target="../media/image1194.png"/><Relationship Id="rId157" Type="http://schemas.openxmlformats.org/officeDocument/2006/relationships/customXml" Target="../ink/ink1206.xml"/><Relationship Id="rId178" Type="http://schemas.openxmlformats.org/officeDocument/2006/relationships/image" Target="../media/image1215.png"/><Relationship Id="rId61" Type="http://schemas.openxmlformats.org/officeDocument/2006/relationships/customXml" Target="../ink/ink1158.xml"/><Relationship Id="rId82" Type="http://schemas.openxmlformats.org/officeDocument/2006/relationships/image" Target="../media/image1167.png"/><Relationship Id="rId152" Type="http://schemas.openxmlformats.org/officeDocument/2006/relationships/image" Target="../media/image1202.png"/><Relationship Id="rId173" Type="http://schemas.openxmlformats.org/officeDocument/2006/relationships/customXml" Target="../ink/ink1214.xml"/><Relationship Id="rId194" Type="http://schemas.openxmlformats.org/officeDocument/2006/relationships/image" Target="../media/image1223.png"/><Relationship Id="rId19" Type="http://schemas.openxmlformats.org/officeDocument/2006/relationships/customXml" Target="../ink/ink1137.xml"/><Relationship Id="rId14" Type="http://schemas.openxmlformats.org/officeDocument/2006/relationships/image" Target="../media/image1133.png"/><Relationship Id="rId30" Type="http://schemas.openxmlformats.org/officeDocument/2006/relationships/image" Target="../media/image1141.png"/><Relationship Id="rId35" Type="http://schemas.openxmlformats.org/officeDocument/2006/relationships/customXml" Target="../ink/ink1145.xml"/><Relationship Id="rId56" Type="http://schemas.openxmlformats.org/officeDocument/2006/relationships/image" Target="../media/image1154.png"/><Relationship Id="rId77" Type="http://schemas.openxmlformats.org/officeDocument/2006/relationships/customXml" Target="../ink/ink1166.xml"/><Relationship Id="rId100" Type="http://schemas.openxmlformats.org/officeDocument/2006/relationships/image" Target="../media/image1176.png"/><Relationship Id="rId105" Type="http://schemas.openxmlformats.org/officeDocument/2006/relationships/customXml" Target="../ink/ink1180.xml"/><Relationship Id="rId126" Type="http://schemas.openxmlformats.org/officeDocument/2006/relationships/image" Target="../media/image1189.png"/><Relationship Id="rId147" Type="http://schemas.openxmlformats.org/officeDocument/2006/relationships/customXml" Target="../ink/ink1201.xml"/><Relationship Id="rId168" Type="http://schemas.openxmlformats.org/officeDocument/2006/relationships/image" Target="../media/image1210.png"/><Relationship Id="rId8" Type="http://schemas.openxmlformats.org/officeDocument/2006/relationships/image" Target="../media/image1130.png"/><Relationship Id="rId51" Type="http://schemas.openxmlformats.org/officeDocument/2006/relationships/customXml" Target="../ink/ink1153.xml"/><Relationship Id="rId72" Type="http://schemas.openxmlformats.org/officeDocument/2006/relationships/image" Target="../media/image1162.png"/><Relationship Id="rId93" Type="http://schemas.openxmlformats.org/officeDocument/2006/relationships/customXml" Target="../ink/ink1174.xml"/><Relationship Id="rId98" Type="http://schemas.openxmlformats.org/officeDocument/2006/relationships/image" Target="../media/image1175.png"/><Relationship Id="rId121" Type="http://schemas.openxmlformats.org/officeDocument/2006/relationships/customXml" Target="../ink/ink1188.xml"/><Relationship Id="rId142" Type="http://schemas.openxmlformats.org/officeDocument/2006/relationships/image" Target="../media/image1197.png"/><Relationship Id="rId163" Type="http://schemas.openxmlformats.org/officeDocument/2006/relationships/customXml" Target="../ink/ink1209.xml"/><Relationship Id="rId184" Type="http://schemas.openxmlformats.org/officeDocument/2006/relationships/image" Target="../media/image1218.png"/><Relationship Id="rId189" Type="http://schemas.openxmlformats.org/officeDocument/2006/relationships/customXml" Target="../ink/ink1222.xml"/><Relationship Id="rId3" Type="http://schemas.openxmlformats.org/officeDocument/2006/relationships/customXml" Target="../ink/ink1129.xml"/><Relationship Id="rId25" Type="http://schemas.openxmlformats.org/officeDocument/2006/relationships/customXml" Target="../ink/ink1140.xml"/><Relationship Id="rId46" Type="http://schemas.openxmlformats.org/officeDocument/2006/relationships/image" Target="../media/image1149.png"/><Relationship Id="rId67" Type="http://schemas.openxmlformats.org/officeDocument/2006/relationships/customXml" Target="../ink/ink1161.xml"/><Relationship Id="rId116" Type="http://schemas.openxmlformats.org/officeDocument/2006/relationships/image" Target="../media/image1184.png"/><Relationship Id="rId137" Type="http://schemas.openxmlformats.org/officeDocument/2006/relationships/customXml" Target="../ink/ink1196.xml"/><Relationship Id="rId158" Type="http://schemas.openxmlformats.org/officeDocument/2006/relationships/image" Target="../media/image1205.png"/><Relationship Id="rId20" Type="http://schemas.openxmlformats.org/officeDocument/2006/relationships/image" Target="../media/image1136.png"/><Relationship Id="rId41" Type="http://schemas.openxmlformats.org/officeDocument/2006/relationships/customXml" Target="../ink/ink1148.xml"/><Relationship Id="rId62" Type="http://schemas.openxmlformats.org/officeDocument/2006/relationships/image" Target="../media/image1157.png"/><Relationship Id="rId83" Type="http://schemas.openxmlformats.org/officeDocument/2006/relationships/customXml" Target="../ink/ink1169.xml"/><Relationship Id="rId88" Type="http://schemas.openxmlformats.org/officeDocument/2006/relationships/image" Target="../media/image1170.png"/><Relationship Id="rId111" Type="http://schemas.openxmlformats.org/officeDocument/2006/relationships/customXml" Target="../ink/ink1183.xml"/><Relationship Id="rId132" Type="http://schemas.openxmlformats.org/officeDocument/2006/relationships/image" Target="../media/image1192.png"/><Relationship Id="rId153" Type="http://schemas.openxmlformats.org/officeDocument/2006/relationships/customXml" Target="../ink/ink1204.xml"/><Relationship Id="rId174" Type="http://schemas.openxmlformats.org/officeDocument/2006/relationships/image" Target="../media/image1213.png"/><Relationship Id="rId179" Type="http://schemas.openxmlformats.org/officeDocument/2006/relationships/customXml" Target="../ink/ink1217.xml"/><Relationship Id="rId195" Type="http://schemas.openxmlformats.org/officeDocument/2006/relationships/customXml" Target="../ink/ink1225.xml"/><Relationship Id="rId190" Type="http://schemas.openxmlformats.org/officeDocument/2006/relationships/image" Target="../media/image1221.png"/><Relationship Id="rId15" Type="http://schemas.openxmlformats.org/officeDocument/2006/relationships/customXml" Target="../ink/ink1135.xml"/><Relationship Id="rId36" Type="http://schemas.openxmlformats.org/officeDocument/2006/relationships/image" Target="../media/image1144.png"/><Relationship Id="rId57" Type="http://schemas.openxmlformats.org/officeDocument/2006/relationships/customXml" Target="../ink/ink1156.xml"/><Relationship Id="rId106" Type="http://schemas.openxmlformats.org/officeDocument/2006/relationships/image" Target="../media/image1179.png"/><Relationship Id="rId127" Type="http://schemas.openxmlformats.org/officeDocument/2006/relationships/customXml" Target="../ink/ink1191.xml"/><Relationship Id="rId10" Type="http://schemas.openxmlformats.org/officeDocument/2006/relationships/image" Target="../media/image1131.png"/><Relationship Id="rId31" Type="http://schemas.openxmlformats.org/officeDocument/2006/relationships/customXml" Target="../ink/ink1143.xml"/><Relationship Id="rId52" Type="http://schemas.openxmlformats.org/officeDocument/2006/relationships/image" Target="../media/image1152.png"/><Relationship Id="rId73" Type="http://schemas.openxmlformats.org/officeDocument/2006/relationships/customXml" Target="../ink/ink1164.xml"/><Relationship Id="rId78" Type="http://schemas.openxmlformats.org/officeDocument/2006/relationships/image" Target="../media/image1165.png"/><Relationship Id="rId94" Type="http://schemas.openxmlformats.org/officeDocument/2006/relationships/image" Target="../media/image1173.png"/><Relationship Id="rId99" Type="http://schemas.openxmlformats.org/officeDocument/2006/relationships/customXml" Target="../ink/ink1177.xml"/><Relationship Id="rId101" Type="http://schemas.openxmlformats.org/officeDocument/2006/relationships/customXml" Target="../ink/ink1178.xml"/><Relationship Id="rId122" Type="http://schemas.openxmlformats.org/officeDocument/2006/relationships/image" Target="../media/image1187.png"/><Relationship Id="rId143" Type="http://schemas.openxmlformats.org/officeDocument/2006/relationships/customXml" Target="../ink/ink1199.xml"/><Relationship Id="rId148" Type="http://schemas.openxmlformats.org/officeDocument/2006/relationships/image" Target="../media/image1200.png"/><Relationship Id="rId164" Type="http://schemas.openxmlformats.org/officeDocument/2006/relationships/image" Target="../media/image1208.png"/><Relationship Id="rId169" Type="http://schemas.openxmlformats.org/officeDocument/2006/relationships/customXml" Target="../ink/ink1212.xml"/><Relationship Id="rId185" Type="http://schemas.openxmlformats.org/officeDocument/2006/relationships/customXml" Target="../ink/ink1220.xml"/><Relationship Id="rId4" Type="http://schemas.openxmlformats.org/officeDocument/2006/relationships/image" Target="../media/image1128.png"/><Relationship Id="rId9" Type="http://schemas.openxmlformats.org/officeDocument/2006/relationships/customXml" Target="../ink/ink1132.xml"/><Relationship Id="rId180" Type="http://schemas.openxmlformats.org/officeDocument/2006/relationships/image" Target="../media/image1216.png"/><Relationship Id="rId26" Type="http://schemas.openxmlformats.org/officeDocument/2006/relationships/image" Target="../media/image1139.png"/><Relationship Id="rId47" Type="http://schemas.openxmlformats.org/officeDocument/2006/relationships/customXml" Target="../ink/ink1151.xml"/><Relationship Id="rId68" Type="http://schemas.openxmlformats.org/officeDocument/2006/relationships/image" Target="../media/image1160.png"/><Relationship Id="rId89" Type="http://schemas.openxmlformats.org/officeDocument/2006/relationships/customXml" Target="../ink/ink1172.xml"/><Relationship Id="rId112" Type="http://schemas.openxmlformats.org/officeDocument/2006/relationships/image" Target="../media/image1182.png"/><Relationship Id="rId133" Type="http://schemas.openxmlformats.org/officeDocument/2006/relationships/customXml" Target="../ink/ink1194.xml"/><Relationship Id="rId154" Type="http://schemas.openxmlformats.org/officeDocument/2006/relationships/image" Target="../media/image1203.png"/><Relationship Id="rId175" Type="http://schemas.openxmlformats.org/officeDocument/2006/relationships/customXml" Target="../ink/ink1215.xml"/><Relationship Id="rId196" Type="http://schemas.openxmlformats.org/officeDocument/2006/relationships/image" Target="../media/image1224.png"/><Relationship Id="rId16" Type="http://schemas.openxmlformats.org/officeDocument/2006/relationships/image" Target="../media/image1134.png"/><Relationship Id="rId37" Type="http://schemas.openxmlformats.org/officeDocument/2006/relationships/customXml" Target="../ink/ink1146.xml"/><Relationship Id="rId58" Type="http://schemas.openxmlformats.org/officeDocument/2006/relationships/image" Target="../media/image1155.png"/><Relationship Id="rId79" Type="http://schemas.openxmlformats.org/officeDocument/2006/relationships/customXml" Target="../ink/ink1167.xml"/><Relationship Id="rId102" Type="http://schemas.openxmlformats.org/officeDocument/2006/relationships/image" Target="../media/image1177.png"/><Relationship Id="rId123" Type="http://schemas.openxmlformats.org/officeDocument/2006/relationships/customXml" Target="../ink/ink1189.xml"/><Relationship Id="rId144" Type="http://schemas.openxmlformats.org/officeDocument/2006/relationships/image" Target="../media/image1198.png"/><Relationship Id="rId90" Type="http://schemas.openxmlformats.org/officeDocument/2006/relationships/image" Target="../media/image1171.png"/><Relationship Id="rId165" Type="http://schemas.openxmlformats.org/officeDocument/2006/relationships/customXml" Target="../ink/ink1210.xml"/><Relationship Id="rId186" Type="http://schemas.openxmlformats.org/officeDocument/2006/relationships/image" Target="../media/image1219.png"/><Relationship Id="rId27" Type="http://schemas.openxmlformats.org/officeDocument/2006/relationships/customXml" Target="../ink/ink1141.xml"/><Relationship Id="rId48" Type="http://schemas.openxmlformats.org/officeDocument/2006/relationships/image" Target="../media/image1150.png"/><Relationship Id="rId69" Type="http://schemas.openxmlformats.org/officeDocument/2006/relationships/customXml" Target="../ink/ink1162.xml"/><Relationship Id="rId113" Type="http://schemas.openxmlformats.org/officeDocument/2006/relationships/customXml" Target="../ink/ink1184.xml"/><Relationship Id="rId134" Type="http://schemas.openxmlformats.org/officeDocument/2006/relationships/image" Target="../media/image1193.png"/><Relationship Id="rId80" Type="http://schemas.openxmlformats.org/officeDocument/2006/relationships/image" Target="../media/image1166.png"/><Relationship Id="rId155" Type="http://schemas.openxmlformats.org/officeDocument/2006/relationships/customXml" Target="../ink/ink1205.xml"/><Relationship Id="rId176" Type="http://schemas.openxmlformats.org/officeDocument/2006/relationships/image" Target="../media/image1214.png"/><Relationship Id="rId197" Type="http://schemas.openxmlformats.org/officeDocument/2006/relationships/customXml" Target="../ink/ink1226.xml"/><Relationship Id="rId17" Type="http://schemas.openxmlformats.org/officeDocument/2006/relationships/customXml" Target="../ink/ink1136.xml"/><Relationship Id="rId38" Type="http://schemas.openxmlformats.org/officeDocument/2006/relationships/image" Target="../media/image1145.png"/><Relationship Id="rId59" Type="http://schemas.openxmlformats.org/officeDocument/2006/relationships/customXml" Target="../ink/ink1157.xml"/><Relationship Id="rId103" Type="http://schemas.openxmlformats.org/officeDocument/2006/relationships/customXml" Target="../ink/ink1179.xml"/><Relationship Id="rId124" Type="http://schemas.openxmlformats.org/officeDocument/2006/relationships/image" Target="../media/image1188.png"/><Relationship Id="rId70" Type="http://schemas.openxmlformats.org/officeDocument/2006/relationships/image" Target="../media/image1161.png"/><Relationship Id="rId91" Type="http://schemas.openxmlformats.org/officeDocument/2006/relationships/customXml" Target="../ink/ink1173.xml"/><Relationship Id="rId145" Type="http://schemas.openxmlformats.org/officeDocument/2006/relationships/customXml" Target="../ink/ink1200.xml"/><Relationship Id="rId166" Type="http://schemas.openxmlformats.org/officeDocument/2006/relationships/image" Target="../media/image1209.png"/><Relationship Id="rId187" Type="http://schemas.openxmlformats.org/officeDocument/2006/relationships/customXml" Target="../ink/ink1221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140.png"/><Relationship Id="rId49" Type="http://schemas.openxmlformats.org/officeDocument/2006/relationships/customXml" Target="../ink/ink1152.xml"/><Relationship Id="rId114" Type="http://schemas.openxmlformats.org/officeDocument/2006/relationships/image" Target="../media/image1183.png"/><Relationship Id="rId60" Type="http://schemas.openxmlformats.org/officeDocument/2006/relationships/image" Target="../media/image1156.png"/><Relationship Id="rId81" Type="http://schemas.openxmlformats.org/officeDocument/2006/relationships/customXml" Target="../ink/ink1168.xml"/><Relationship Id="rId135" Type="http://schemas.openxmlformats.org/officeDocument/2006/relationships/customXml" Target="../ink/ink1195.xml"/><Relationship Id="rId156" Type="http://schemas.openxmlformats.org/officeDocument/2006/relationships/image" Target="../media/image1204.png"/><Relationship Id="rId177" Type="http://schemas.openxmlformats.org/officeDocument/2006/relationships/customXml" Target="../ink/ink1216.xml"/><Relationship Id="rId198" Type="http://schemas.openxmlformats.org/officeDocument/2006/relationships/image" Target="../media/image1225.png"/><Relationship Id="rId18" Type="http://schemas.openxmlformats.org/officeDocument/2006/relationships/image" Target="../media/image1135.png"/><Relationship Id="rId39" Type="http://schemas.openxmlformats.org/officeDocument/2006/relationships/customXml" Target="../ink/ink1147.xml"/><Relationship Id="rId50" Type="http://schemas.openxmlformats.org/officeDocument/2006/relationships/image" Target="../media/image1151.png"/><Relationship Id="rId104" Type="http://schemas.openxmlformats.org/officeDocument/2006/relationships/image" Target="../media/image1178.png"/><Relationship Id="rId125" Type="http://schemas.openxmlformats.org/officeDocument/2006/relationships/customXml" Target="../ink/ink1190.xml"/><Relationship Id="rId146" Type="http://schemas.openxmlformats.org/officeDocument/2006/relationships/image" Target="../media/image1199.png"/><Relationship Id="rId167" Type="http://schemas.openxmlformats.org/officeDocument/2006/relationships/customXml" Target="../ink/ink1211.xml"/><Relationship Id="rId188" Type="http://schemas.openxmlformats.org/officeDocument/2006/relationships/image" Target="../media/image1220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83.png"/><Relationship Id="rId21" Type="http://schemas.openxmlformats.org/officeDocument/2006/relationships/image" Target="../media/image1235.png"/><Relationship Id="rId42" Type="http://schemas.openxmlformats.org/officeDocument/2006/relationships/customXml" Target="../ink/ink1247.xml"/><Relationship Id="rId63" Type="http://schemas.openxmlformats.org/officeDocument/2006/relationships/image" Target="../media/image1256.png"/><Relationship Id="rId84" Type="http://schemas.openxmlformats.org/officeDocument/2006/relationships/customXml" Target="../ink/ink1268.xml"/><Relationship Id="rId138" Type="http://schemas.openxmlformats.org/officeDocument/2006/relationships/customXml" Target="../ink/ink1295.xml"/><Relationship Id="rId159" Type="http://schemas.openxmlformats.org/officeDocument/2006/relationships/image" Target="../media/image1304.png"/><Relationship Id="rId170" Type="http://schemas.openxmlformats.org/officeDocument/2006/relationships/customXml" Target="../ink/ink1311.xml"/><Relationship Id="rId191" Type="http://schemas.openxmlformats.org/officeDocument/2006/relationships/image" Target="../media/image1320.png"/><Relationship Id="rId205" Type="http://schemas.openxmlformats.org/officeDocument/2006/relationships/image" Target="../media/image1327.png"/><Relationship Id="rId226" Type="http://schemas.openxmlformats.org/officeDocument/2006/relationships/customXml" Target="../ink/ink1339.xml"/><Relationship Id="rId107" Type="http://schemas.openxmlformats.org/officeDocument/2006/relationships/image" Target="../media/image1278.png"/><Relationship Id="rId11" Type="http://schemas.openxmlformats.org/officeDocument/2006/relationships/image" Target="../media/image1230.png"/><Relationship Id="rId32" Type="http://schemas.openxmlformats.org/officeDocument/2006/relationships/customXml" Target="../ink/ink1242.xml"/><Relationship Id="rId53" Type="http://schemas.openxmlformats.org/officeDocument/2006/relationships/image" Target="../media/image1251.png"/><Relationship Id="rId74" Type="http://schemas.openxmlformats.org/officeDocument/2006/relationships/customXml" Target="../ink/ink1263.xml"/><Relationship Id="rId128" Type="http://schemas.openxmlformats.org/officeDocument/2006/relationships/customXml" Target="../ink/ink1290.xml"/><Relationship Id="rId149" Type="http://schemas.openxmlformats.org/officeDocument/2006/relationships/image" Target="../media/image1299.png"/><Relationship Id="rId5" Type="http://schemas.openxmlformats.org/officeDocument/2006/relationships/image" Target="../media/image1227.png"/><Relationship Id="rId95" Type="http://schemas.openxmlformats.org/officeDocument/2006/relationships/image" Target="../media/image1272.png"/><Relationship Id="rId160" Type="http://schemas.openxmlformats.org/officeDocument/2006/relationships/customXml" Target="../ink/ink1306.xml"/><Relationship Id="rId181" Type="http://schemas.openxmlformats.org/officeDocument/2006/relationships/image" Target="../media/image1315.png"/><Relationship Id="rId216" Type="http://schemas.openxmlformats.org/officeDocument/2006/relationships/customXml" Target="../ink/ink1334.xml"/><Relationship Id="rId237" Type="http://schemas.openxmlformats.org/officeDocument/2006/relationships/image" Target="../media/image1343.png"/><Relationship Id="rId22" Type="http://schemas.openxmlformats.org/officeDocument/2006/relationships/customXml" Target="../ink/ink1237.xml"/><Relationship Id="rId43" Type="http://schemas.openxmlformats.org/officeDocument/2006/relationships/image" Target="../media/image1246.png"/><Relationship Id="rId64" Type="http://schemas.openxmlformats.org/officeDocument/2006/relationships/customXml" Target="../ink/ink1258.xml"/><Relationship Id="rId118" Type="http://schemas.openxmlformats.org/officeDocument/2006/relationships/customXml" Target="../ink/ink1285.xml"/><Relationship Id="rId139" Type="http://schemas.openxmlformats.org/officeDocument/2006/relationships/image" Target="../media/image1294.png"/><Relationship Id="rId85" Type="http://schemas.openxmlformats.org/officeDocument/2006/relationships/image" Target="../media/image1267.png"/><Relationship Id="rId150" Type="http://schemas.openxmlformats.org/officeDocument/2006/relationships/customXml" Target="../ink/ink1301.xml"/><Relationship Id="rId171" Type="http://schemas.openxmlformats.org/officeDocument/2006/relationships/image" Target="../media/image1310.png"/><Relationship Id="rId192" Type="http://schemas.openxmlformats.org/officeDocument/2006/relationships/customXml" Target="../ink/ink1322.xml"/><Relationship Id="rId206" Type="http://schemas.openxmlformats.org/officeDocument/2006/relationships/customXml" Target="../ink/ink1329.xml"/><Relationship Id="rId227" Type="http://schemas.openxmlformats.org/officeDocument/2006/relationships/image" Target="../media/image1338.png"/><Relationship Id="rId12" Type="http://schemas.openxmlformats.org/officeDocument/2006/relationships/customXml" Target="../ink/ink1232.xml"/><Relationship Id="rId33" Type="http://schemas.openxmlformats.org/officeDocument/2006/relationships/image" Target="../media/image1241.png"/><Relationship Id="rId108" Type="http://schemas.openxmlformats.org/officeDocument/2006/relationships/customXml" Target="../ink/ink1280.xml"/><Relationship Id="rId129" Type="http://schemas.openxmlformats.org/officeDocument/2006/relationships/image" Target="../media/image1289.png"/><Relationship Id="rId54" Type="http://schemas.openxmlformats.org/officeDocument/2006/relationships/customXml" Target="../ink/ink1253.xml"/><Relationship Id="rId75" Type="http://schemas.openxmlformats.org/officeDocument/2006/relationships/image" Target="../media/image1262.png"/><Relationship Id="rId96" Type="http://schemas.openxmlformats.org/officeDocument/2006/relationships/customXml" Target="../ink/ink1274.xml"/><Relationship Id="rId140" Type="http://schemas.openxmlformats.org/officeDocument/2006/relationships/customXml" Target="../ink/ink1296.xml"/><Relationship Id="rId161" Type="http://schemas.openxmlformats.org/officeDocument/2006/relationships/image" Target="../media/image1305.png"/><Relationship Id="rId182" Type="http://schemas.openxmlformats.org/officeDocument/2006/relationships/customXml" Target="../ink/ink1317.xml"/><Relationship Id="rId217" Type="http://schemas.openxmlformats.org/officeDocument/2006/relationships/image" Target="../media/image1333.png"/><Relationship Id="rId6" Type="http://schemas.openxmlformats.org/officeDocument/2006/relationships/customXml" Target="../ink/ink1229.xml"/><Relationship Id="rId23" Type="http://schemas.openxmlformats.org/officeDocument/2006/relationships/image" Target="../media/image1236.png"/><Relationship Id="rId119" Type="http://schemas.openxmlformats.org/officeDocument/2006/relationships/image" Target="../media/image1284.png"/><Relationship Id="rId44" Type="http://schemas.openxmlformats.org/officeDocument/2006/relationships/customXml" Target="../ink/ink1248.xml"/><Relationship Id="rId65" Type="http://schemas.openxmlformats.org/officeDocument/2006/relationships/image" Target="../media/image1257.png"/><Relationship Id="rId86" Type="http://schemas.openxmlformats.org/officeDocument/2006/relationships/customXml" Target="../ink/ink1269.xml"/><Relationship Id="rId130" Type="http://schemas.openxmlformats.org/officeDocument/2006/relationships/customXml" Target="../ink/ink1291.xml"/><Relationship Id="rId151" Type="http://schemas.openxmlformats.org/officeDocument/2006/relationships/image" Target="../media/image1300.png"/><Relationship Id="rId172" Type="http://schemas.openxmlformats.org/officeDocument/2006/relationships/customXml" Target="../ink/ink1312.xml"/><Relationship Id="rId193" Type="http://schemas.openxmlformats.org/officeDocument/2006/relationships/image" Target="../media/image1321.png"/><Relationship Id="rId207" Type="http://schemas.openxmlformats.org/officeDocument/2006/relationships/image" Target="../media/image1328.png"/><Relationship Id="rId228" Type="http://schemas.openxmlformats.org/officeDocument/2006/relationships/customXml" Target="../ink/ink1340.xml"/><Relationship Id="rId13" Type="http://schemas.openxmlformats.org/officeDocument/2006/relationships/image" Target="../media/image1231.png"/><Relationship Id="rId109" Type="http://schemas.openxmlformats.org/officeDocument/2006/relationships/image" Target="../media/image1279.png"/><Relationship Id="rId34" Type="http://schemas.openxmlformats.org/officeDocument/2006/relationships/customXml" Target="../ink/ink1243.xml"/><Relationship Id="rId55" Type="http://schemas.openxmlformats.org/officeDocument/2006/relationships/image" Target="../media/image1252.png"/><Relationship Id="rId76" Type="http://schemas.openxmlformats.org/officeDocument/2006/relationships/customXml" Target="../ink/ink1264.xml"/><Relationship Id="rId97" Type="http://schemas.openxmlformats.org/officeDocument/2006/relationships/image" Target="../media/image1273.png"/><Relationship Id="rId120" Type="http://schemas.openxmlformats.org/officeDocument/2006/relationships/customXml" Target="../ink/ink1286.xml"/><Relationship Id="rId141" Type="http://schemas.openxmlformats.org/officeDocument/2006/relationships/image" Target="../media/image1295.png"/><Relationship Id="rId7" Type="http://schemas.openxmlformats.org/officeDocument/2006/relationships/image" Target="../media/image1228.png"/><Relationship Id="rId162" Type="http://schemas.openxmlformats.org/officeDocument/2006/relationships/customXml" Target="../ink/ink1307.xml"/><Relationship Id="rId183" Type="http://schemas.openxmlformats.org/officeDocument/2006/relationships/image" Target="../media/image1316.png"/><Relationship Id="rId218" Type="http://schemas.openxmlformats.org/officeDocument/2006/relationships/customXml" Target="../ink/ink1335.xml"/><Relationship Id="rId24" Type="http://schemas.openxmlformats.org/officeDocument/2006/relationships/customXml" Target="../ink/ink1238.xml"/><Relationship Id="rId45" Type="http://schemas.openxmlformats.org/officeDocument/2006/relationships/image" Target="../media/image1247.png"/><Relationship Id="rId66" Type="http://schemas.openxmlformats.org/officeDocument/2006/relationships/customXml" Target="../ink/ink1259.xml"/><Relationship Id="rId87" Type="http://schemas.openxmlformats.org/officeDocument/2006/relationships/image" Target="../media/image1268.png"/><Relationship Id="rId110" Type="http://schemas.openxmlformats.org/officeDocument/2006/relationships/customXml" Target="../ink/ink1281.xml"/><Relationship Id="rId131" Type="http://schemas.openxmlformats.org/officeDocument/2006/relationships/image" Target="../media/image1290.png"/><Relationship Id="rId152" Type="http://schemas.openxmlformats.org/officeDocument/2006/relationships/customXml" Target="../ink/ink1302.xml"/><Relationship Id="rId173" Type="http://schemas.openxmlformats.org/officeDocument/2006/relationships/image" Target="../media/image1311.png"/><Relationship Id="rId194" Type="http://schemas.openxmlformats.org/officeDocument/2006/relationships/customXml" Target="../ink/ink1323.xml"/><Relationship Id="rId208" Type="http://schemas.openxmlformats.org/officeDocument/2006/relationships/customXml" Target="../ink/ink1330.xml"/><Relationship Id="rId229" Type="http://schemas.openxmlformats.org/officeDocument/2006/relationships/image" Target="../media/image1339.png"/><Relationship Id="rId14" Type="http://schemas.openxmlformats.org/officeDocument/2006/relationships/customXml" Target="../ink/ink1233.xml"/><Relationship Id="rId35" Type="http://schemas.openxmlformats.org/officeDocument/2006/relationships/image" Target="../media/image1242.png"/><Relationship Id="rId56" Type="http://schemas.openxmlformats.org/officeDocument/2006/relationships/customXml" Target="../ink/ink1254.xml"/><Relationship Id="rId77" Type="http://schemas.openxmlformats.org/officeDocument/2006/relationships/image" Target="../media/image1263.png"/><Relationship Id="rId100" Type="http://schemas.openxmlformats.org/officeDocument/2006/relationships/customXml" Target="../ink/ink1276.xml"/><Relationship Id="rId8" Type="http://schemas.openxmlformats.org/officeDocument/2006/relationships/customXml" Target="../ink/ink1230.xml"/><Relationship Id="rId98" Type="http://schemas.openxmlformats.org/officeDocument/2006/relationships/customXml" Target="../ink/ink1275.xml"/><Relationship Id="rId121" Type="http://schemas.openxmlformats.org/officeDocument/2006/relationships/image" Target="../media/image1285.png"/><Relationship Id="rId142" Type="http://schemas.openxmlformats.org/officeDocument/2006/relationships/customXml" Target="../ink/ink1297.xml"/><Relationship Id="rId163" Type="http://schemas.openxmlformats.org/officeDocument/2006/relationships/image" Target="../media/image1306.png"/><Relationship Id="rId184" Type="http://schemas.openxmlformats.org/officeDocument/2006/relationships/customXml" Target="../ink/ink1318.xml"/><Relationship Id="rId219" Type="http://schemas.openxmlformats.org/officeDocument/2006/relationships/image" Target="../media/image1334.png"/><Relationship Id="rId230" Type="http://schemas.openxmlformats.org/officeDocument/2006/relationships/customXml" Target="../ink/ink1341.xml"/><Relationship Id="rId25" Type="http://schemas.openxmlformats.org/officeDocument/2006/relationships/image" Target="../media/image1237.png"/><Relationship Id="rId46" Type="http://schemas.openxmlformats.org/officeDocument/2006/relationships/customXml" Target="../ink/ink1249.xml"/><Relationship Id="rId67" Type="http://schemas.openxmlformats.org/officeDocument/2006/relationships/image" Target="../media/image1258.png"/><Relationship Id="rId88" Type="http://schemas.openxmlformats.org/officeDocument/2006/relationships/customXml" Target="../ink/ink1270.xml"/><Relationship Id="rId111" Type="http://schemas.openxmlformats.org/officeDocument/2006/relationships/image" Target="../media/image1280.png"/><Relationship Id="rId132" Type="http://schemas.openxmlformats.org/officeDocument/2006/relationships/customXml" Target="../ink/ink1292.xml"/><Relationship Id="rId153" Type="http://schemas.openxmlformats.org/officeDocument/2006/relationships/image" Target="../media/image1301.png"/><Relationship Id="rId174" Type="http://schemas.openxmlformats.org/officeDocument/2006/relationships/customXml" Target="../ink/ink1313.xml"/><Relationship Id="rId195" Type="http://schemas.openxmlformats.org/officeDocument/2006/relationships/image" Target="../media/image1322.png"/><Relationship Id="rId209" Type="http://schemas.openxmlformats.org/officeDocument/2006/relationships/image" Target="../media/image1329.png"/><Relationship Id="rId190" Type="http://schemas.openxmlformats.org/officeDocument/2006/relationships/customXml" Target="../ink/ink1321.xml"/><Relationship Id="rId204" Type="http://schemas.openxmlformats.org/officeDocument/2006/relationships/customXml" Target="../ink/ink1328.xml"/><Relationship Id="rId220" Type="http://schemas.openxmlformats.org/officeDocument/2006/relationships/customXml" Target="../ink/ink1336.xml"/><Relationship Id="rId225" Type="http://schemas.openxmlformats.org/officeDocument/2006/relationships/image" Target="../media/image1337.png"/><Relationship Id="rId15" Type="http://schemas.openxmlformats.org/officeDocument/2006/relationships/image" Target="../media/image1232.png"/><Relationship Id="rId36" Type="http://schemas.openxmlformats.org/officeDocument/2006/relationships/customXml" Target="../ink/ink1244.xml"/><Relationship Id="rId57" Type="http://schemas.openxmlformats.org/officeDocument/2006/relationships/image" Target="../media/image1253.png"/><Relationship Id="rId106" Type="http://schemas.openxmlformats.org/officeDocument/2006/relationships/customXml" Target="../ink/ink1279.xml"/><Relationship Id="rId127" Type="http://schemas.openxmlformats.org/officeDocument/2006/relationships/image" Target="../media/image1288.png"/><Relationship Id="rId10" Type="http://schemas.openxmlformats.org/officeDocument/2006/relationships/customXml" Target="../ink/ink1231.xml"/><Relationship Id="rId31" Type="http://schemas.openxmlformats.org/officeDocument/2006/relationships/image" Target="../media/image1240.png"/><Relationship Id="rId52" Type="http://schemas.openxmlformats.org/officeDocument/2006/relationships/customXml" Target="../ink/ink1252.xml"/><Relationship Id="rId73" Type="http://schemas.openxmlformats.org/officeDocument/2006/relationships/image" Target="../media/image1261.png"/><Relationship Id="rId78" Type="http://schemas.openxmlformats.org/officeDocument/2006/relationships/customXml" Target="../ink/ink1265.xml"/><Relationship Id="rId94" Type="http://schemas.openxmlformats.org/officeDocument/2006/relationships/customXml" Target="../ink/ink1273.xml"/><Relationship Id="rId99" Type="http://schemas.openxmlformats.org/officeDocument/2006/relationships/image" Target="../media/image1274.png"/><Relationship Id="rId101" Type="http://schemas.openxmlformats.org/officeDocument/2006/relationships/image" Target="../media/image1275.png"/><Relationship Id="rId122" Type="http://schemas.openxmlformats.org/officeDocument/2006/relationships/customXml" Target="../ink/ink1287.xml"/><Relationship Id="rId143" Type="http://schemas.openxmlformats.org/officeDocument/2006/relationships/image" Target="../media/image1296.png"/><Relationship Id="rId148" Type="http://schemas.openxmlformats.org/officeDocument/2006/relationships/customXml" Target="../ink/ink1300.xml"/><Relationship Id="rId164" Type="http://schemas.openxmlformats.org/officeDocument/2006/relationships/customXml" Target="../ink/ink1308.xml"/><Relationship Id="rId169" Type="http://schemas.openxmlformats.org/officeDocument/2006/relationships/image" Target="../media/image1309.png"/><Relationship Id="rId185" Type="http://schemas.openxmlformats.org/officeDocument/2006/relationships/image" Target="../media/image1317.png"/><Relationship Id="rId4" Type="http://schemas.openxmlformats.org/officeDocument/2006/relationships/customXml" Target="../ink/ink1228.xml"/><Relationship Id="rId9" Type="http://schemas.openxmlformats.org/officeDocument/2006/relationships/image" Target="../media/image1229.png"/><Relationship Id="rId180" Type="http://schemas.openxmlformats.org/officeDocument/2006/relationships/customXml" Target="../ink/ink1316.xml"/><Relationship Id="rId210" Type="http://schemas.openxmlformats.org/officeDocument/2006/relationships/customXml" Target="../ink/ink1331.xml"/><Relationship Id="rId215" Type="http://schemas.openxmlformats.org/officeDocument/2006/relationships/image" Target="../media/image1332.png"/><Relationship Id="rId236" Type="http://schemas.openxmlformats.org/officeDocument/2006/relationships/customXml" Target="../ink/ink1344.xml"/><Relationship Id="rId26" Type="http://schemas.openxmlformats.org/officeDocument/2006/relationships/customXml" Target="../ink/ink1239.xml"/><Relationship Id="rId231" Type="http://schemas.openxmlformats.org/officeDocument/2006/relationships/image" Target="../media/image1340.png"/><Relationship Id="rId47" Type="http://schemas.openxmlformats.org/officeDocument/2006/relationships/image" Target="../media/image1248.png"/><Relationship Id="rId68" Type="http://schemas.openxmlformats.org/officeDocument/2006/relationships/customXml" Target="../ink/ink1260.xml"/><Relationship Id="rId89" Type="http://schemas.openxmlformats.org/officeDocument/2006/relationships/image" Target="../media/image1269.png"/><Relationship Id="rId112" Type="http://schemas.openxmlformats.org/officeDocument/2006/relationships/customXml" Target="../ink/ink1282.xml"/><Relationship Id="rId133" Type="http://schemas.openxmlformats.org/officeDocument/2006/relationships/image" Target="../media/image1291.png"/><Relationship Id="rId154" Type="http://schemas.openxmlformats.org/officeDocument/2006/relationships/customXml" Target="../ink/ink1303.xml"/><Relationship Id="rId175" Type="http://schemas.openxmlformats.org/officeDocument/2006/relationships/image" Target="../media/image1312.png"/><Relationship Id="rId196" Type="http://schemas.openxmlformats.org/officeDocument/2006/relationships/customXml" Target="../ink/ink1324.xml"/><Relationship Id="rId200" Type="http://schemas.openxmlformats.org/officeDocument/2006/relationships/customXml" Target="../ink/ink1326.xml"/><Relationship Id="rId16" Type="http://schemas.openxmlformats.org/officeDocument/2006/relationships/customXml" Target="../ink/ink1234.xml"/><Relationship Id="rId221" Type="http://schemas.openxmlformats.org/officeDocument/2006/relationships/image" Target="../media/image1335.png"/><Relationship Id="rId37" Type="http://schemas.openxmlformats.org/officeDocument/2006/relationships/image" Target="../media/image1243.png"/><Relationship Id="rId58" Type="http://schemas.openxmlformats.org/officeDocument/2006/relationships/customXml" Target="../ink/ink1255.xml"/><Relationship Id="rId79" Type="http://schemas.openxmlformats.org/officeDocument/2006/relationships/image" Target="../media/image1264.png"/><Relationship Id="rId102" Type="http://schemas.openxmlformats.org/officeDocument/2006/relationships/customXml" Target="../ink/ink1277.xml"/><Relationship Id="rId123" Type="http://schemas.openxmlformats.org/officeDocument/2006/relationships/image" Target="../media/image1286.png"/><Relationship Id="rId144" Type="http://schemas.openxmlformats.org/officeDocument/2006/relationships/customXml" Target="../ink/ink1298.xml"/><Relationship Id="rId90" Type="http://schemas.openxmlformats.org/officeDocument/2006/relationships/customXml" Target="../ink/ink1271.xml"/><Relationship Id="rId165" Type="http://schemas.openxmlformats.org/officeDocument/2006/relationships/image" Target="../media/image1307.png"/><Relationship Id="rId186" Type="http://schemas.openxmlformats.org/officeDocument/2006/relationships/customXml" Target="../ink/ink1319.xml"/><Relationship Id="rId211" Type="http://schemas.openxmlformats.org/officeDocument/2006/relationships/image" Target="../media/image1330.png"/><Relationship Id="rId232" Type="http://schemas.openxmlformats.org/officeDocument/2006/relationships/customXml" Target="../ink/ink1342.xml"/><Relationship Id="rId27" Type="http://schemas.openxmlformats.org/officeDocument/2006/relationships/image" Target="../media/image1238.png"/><Relationship Id="rId48" Type="http://schemas.openxmlformats.org/officeDocument/2006/relationships/customXml" Target="../ink/ink1250.xml"/><Relationship Id="rId69" Type="http://schemas.openxmlformats.org/officeDocument/2006/relationships/image" Target="../media/image1259.png"/><Relationship Id="rId113" Type="http://schemas.openxmlformats.org/officeDocument/2006/relationships/image" Target="../media/image1281.png"/><Relationship Id="rId134" Type="http://schemas.openxmlformats.org/officeDocument/2006/relationships/customXml" Target="../ink/ink1293.xml"/><Relationship Id="rId80" Type="http://schemas.openxmlformats.org/officeDocument/2006/relationships/customXml" Target="../ink/ink1266.xml"/><Relationship Id="rId155" Type="http://schemas.openxmlformats.org/officeDocument/2006/relationships/image" Target="../media/image1302.png"/><Relationship Id="rId176" Type="http://schemas.openxmlformats.org/officeDocument/2006/relationships/customXml" Target="../ink/ink1314.xml"/><Relationship Id="rId197" Type="http://schemas.openxmlformats.org/officeDocument/2006/relationships/image" Target="../media/image1323.png"/><Relationship Id="rId201" Type="http://schemas.openxmlformats.org/officeDocument/2006/relationships/image" Target="../media/image1325.png"/><Relationship Id="rId222" Type="http://schemas.openxmlformats.org/officeDocument/2006/relationships/customXml" Target="../ink/ink1337.xml"/><Relationship Id="rId17" Type="http://schemas.openxmlformats.org/officeDocument/2006/relationships/image" Target="../media/image1233.png"/><Relationship Id="rId38" Type="http://schemas.openxmlformats.org/officeDocument/2006/relationships/customXml" Target="../ink/ink1245.xml"/><Relationship Id="rId59" Type="http://schemas.openxmlformats.org/officeDocument/2006/relationships/image" Target="../media/image1254.png"/><Relationship Id="rId103" Type="http://schemas.openxmlformats.org/officeDocument/2006/relationships/image" Target="../media/image1276.png"/><Relationship Id="rId124" Type="http://schemas.openxmlformats.org/officeDocument/2006/relationships/customXml" Target="../ink/ink1288.xml"/><Relationship Id="rId70" Type="http://schemas.openxmlformats.org/officeDocument/2006/relationships/customXml" Target="../ink/ink1261.xml"/><Relationship Id="rId91" Type="http://schemas.openxmlformats.org/officeDocument/2006/relationships/image" Target="../media/image1270.png"/><Relationship Id="rId145" Type="http://schemas.openxmlformats.org/officeDocument/2006/relationships/image" Target="../media/image1297.png"/><Relationship Id="rId166" Type="http://schemas.openxmlformats.org/officeDocument/2006/relationships/customXml" Target="../ink/ink1309.xml"/><Relationship Id="rId187" Type="http://schemas.openxmlformats.org/officeDocument/2006/relationships/image" Target="../media/image131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332.xml"/><Relationship Id="rId233" Type="http://schemas.openxmlformats.org/officeDocument/2006/relationships/image" Target="../media/image1341.png"/><Relationship Id="rId28" Type="http://schemas.openxmlformats.org/officeDocument/2006/relationships/customXml" Target="../ink/ink1240.xml"/><Relationship Id="rId49" Type="http://schemas.openxmlformats.org/officeDocument/2006/relationships/image" Target="../media/image1249.png"/><Relationship Id="rId114" Type="http://schemas.openxmlformats.org/officeDocument/2006/relationships/customXml" Target="../ink/ink1283.xml"/><Relationship Id="rId60" Type="http://schemas.openxmlformats.org/officeDocument/2006/relationships/customXml" Target="../ink/ink1256.xml"/><Relationship Id="rId81" Type="http://schemas.openxmlformats.org/officeDocument/2006/relationships/image" Target="../media/image1265.png"/><Relationship Id="rId135" Type="http://schemas.openxmlformats.org/officeDocument/2006/relationships/image" Target="../media/image1292.png"/><Relationship Id="rId156" Type="http://schemas.openxmlformats.org/officeDocument/2006/relationships/customXml" Target="../ink/ink1304.xml"/><Relationship Id="rId177" Type="http://schemas.openxmlformats.org/officeDocument/2006/relationships/image" Target="../media/image1313.png"/><Relationship Id="rId198" Type="http://schemas.openxmlformats.org/officeDocument/2006/relationships/customXml" Target="../ink/ink1325.xml"/><Relationship Id="rId202" Type="http://schemas.openxmlformats.org/officeDocument/2006/relationships/customXml" Target="../ink/ink1327.xml"/><Relationship Id="rId223" Type="http://schemas.openxmlformats.org/officeDocument/2006/relationships/image" Target="../media/image1336.png"/><Relationship Id="rId18" Type="http://schemas.openxmlformats.org/officeDocument/2006/relationships/customXml" Target="../ink/ink1235.xml"/><Relationship Id="rId39" Type="http://schemas.openxmlformats.org/officeDocument/2006/relationships/image" Target="../media/image1244.png"/><Relationship Id="rId50" Type="http://schemas.openxmlformats.org/officeDocument/2006/relationships/customXml" Target="../ink/ink1251.xml"/><Relationship Id="rId104" Type="http://schemas.openxmlformats.org/officeDocument/2006/relationships/customXml" Target="../ink/ink1278.xml"/><Relationship Id="rId125" Type="http://schemas.openxmlformats.org/officeDocument/2006/relationships/image" Target="../media/image1287.png"/><Relationship Id="rId146" Type="http://schemas.openxmlformats.org/officeDocument/2006/relationships/customXml" Target="../ink/ink1299.xml"/><Relationship Id="rId167" Type="http://schemas.openxmlformats.org/officeDocument/2006/relationships/image" Target="../media/image1308.png"/><Relationship Id="rId188" Type="http://schemas.openxmlformats.org/officeDocument/2006/relationships/customXml" Target="../ink/ink1320.xml"/><Relationship Id="rId71" Type="http://schemas.openxmlformats.org/officeDocument/2006/relationships/image" Target="../media/image1260.png"/><Relationship Id="rId92" Type="http://schemas.openxmlformats.org/officeDocument/2006/relationships/customXml" Target="../ink/ink1272.xml"/><Relationship Id="rId213" Type="http://schemas.openxmlformats.org/officeDocument/2006/relationships/image" Target="../media/image1331.png"/><Relationship Id="rId234" Type="http://schemas.openxmlformats.org/officeDocument/2006/relationships/customXml" Target="../ink/ink1343.xml"/><Relationship Id="rId2" Type="http://schemas.openxmlformats.org/officeDocument/2006/relationships/customXml" Target="../ink/ink1227.xml"/><Relationship Id="rId29" Type="http://schemas.openxmlformats.org/officeDocument/2006/relationships/image" Target="../media/image1239.png"/><Relationship Id="rId40" Type="http://schemas.openxmlformats.org/officeDocument/2006/relationships/customXml" Target="../ink/ink1246.xml"/><Relationship Id="rId115" Type="http://schemas.openxmlformats.org/officeDocument/2006/relationships/image" Target="../media/image1282.png"/><Relationship Id="rId136" Type="http://schemas.openxmlformats.org/officeDocument/2006/relationships/customXml" Target="../ink/ink1294.xml"/><Relationship Id="rId157" Type="http://schemas.openxmlformats.org/officeDocument/2006/relationships/image" Target="../media/image1303.png"/><Relationship Id="rId178" Type="http://schemas.openxmlformats.org/officeDocument/2006/relationships/customXml" Target="../ink/ink1315.xml"/><Relationship Id="rId61" Type="http://schemas.openxmlformats.org/officeDocument/2006/relationships/image" Target="../media/image1255.png"/><Relationship Id="rId82" Type="http://schemas.openxmlformats.org/officeDocument/2006/relationships/customXml" Target="../ink/ink1267.xml"/><Relationship Id="rId199" Type="http://schemas.openxmlformats.org/officeDocument/2006/relationships/image" Target="../media/image1324.png"/><Relationship Id="rId203" Type="http://schemas.openxmlformats.org/officeDocument/2006/relationships/image" Target="../media/image1326.png"/><Relationship Id="rId19" Type="http://schemas.openxmlformats.org/officeDocument/2006/relationships/image" Target="../media/image1234.png"/><Relationship Id="rId224" Type="http://schemas.openxmlformats.org/officeDocument/2006/relationships/customXml" Target="../ink/ink1338.xml"/><Relationship Id="rId30" Type="http://schemas.openxmlformats.org/officeDocument/2006/relationships/customXml" Target="../ink/ink1241.xml"/><Relationship Id="rId105" Type="http://schemas.openxmlformats.org/officeDocument/2006/relationships/image" Target="../media/image1277.png"/><Relationship Id="rId126" Type="http://schemas.openxmlformats.org/officeDocument/2006/relationships/customXml" Target="../ink/ink1289.xml"/><Relationship Id="rId147" Type="http://schemas.openxmlformats.org/officeDocument/2006/relationships/image" Target="../media/image1298.png"/><Relationship Id="rId168" Type="http://schemas.openxmlformats.org/officeDocument/2006/relationships/customXml" Target="../ink/ink1310.xml"/><Relationship Id="rId51" Type="http://schemas.openxmlformats.org/officeDocument/2006/relationships/image" Target="../media/image1250.png"/><Relationship Id="rId72" Type="http://schemas.openxmlformats.org/officeDocument/2006/relationships/customXml" Target="../ink/ink1262.xml"/><Relationship Id="rId93" Type="http://schemas.openxmlformats.org/officeDocument/2006/relationships/image" Target="../media/image1271.png"/><Relationship Id="rId189" Type="http://schemas.openxmlformats.org/officeDocument/2006/relationships/image" Target="../media/image1319.png"/><Relationship Id="rId3" Type="http://schemas.openxmlformats.org/officeDocument/2006/relationships/image" Target="../media/image1226.png"/><Relationship Id="rId214" Type="http://schemas.openxmlformats.org/officeDocument/2006/relationships/customXml" Target="../ink/ink1333.xml"/><Relationship Id="rId235" Type="http://schemas.openxmlformats.org/officeDocument/2006/relationships/image" Target="../media/image1342.png"/><Relationship Id="rId116" Type="http://schemas.openxmlformats.org/officeDocument/2006/relationships/customXml" Target="../ink/ink1284.xml"/><Relationship Id="rId137" Type="http://schemas.openxmlformats.org/officeDocument/2006/relationships/image" Target="../media/image1293.png"/><Relationship Id="rId158" Type="http://schemas.openxmlformats.org/officeDocument/2006/relationships/customXml" Target="../ink/ink1305.xml"/><Relationship Id="rId20" Type="http://schemas.openxmlformats.org/officeDocument/2006/relationships/customXml" Target="../ink/ink1236.xml"/><Relationship Id="rId41" Type="http://schemas.openxmlformats.org/officeDocument/2006/relationships/image" Target="../media/image1245.png"/><Relationship Id="rId62" Type="http://schemas.openxmlformats.org/officeDocument/2006/relationships/customXml" Target="../ink/ink1257.xml"/><Relationship Id="rId83" Type="http://schemas.openxmlformats.org/officeDocument/2006/relationships/image" Target="../media/image1266.png"/><Relationship Id="rId179" Type="http://schemas.openxmlformats.org/officeDocument/2006/relationships/image" Target="../media/image1314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57.xml"/><Relationship Id="rId117" Type="http://schemas.openxmlformats.org/officeDocument/2006/relationships/image" Target="../media/image1401.png"/><Relationship Id="rId21" Type="http://schemas.openxmlformats.org/officeDocument/2006/relationships/image" Target="../media/image1353.png"/><Relationship Id="rId42" Type="http://schemas.openxmlformats.org/officeDocument/2006/relationships/customXml" Target="../ink/ink1365.xml"/><Relationship Id="rId47" Type="http://schemas.openxmlformats.org/officeDocument/2006/relationships/image" Target="../media/image1366.png"/><Relationship Id="rId63" Type="http://schemas.openxmlformats.org/officeDocument/2006/relationships/image" Target="../media/image1374.png"/><Relationship Id="rId68" Type="http://schemas.openxmlformats.org/officeDocument/2006/relationships/customXml" Target="../ink/ink1378.xml"/><Relationship Id="rId84" Type="http://schemas.openxmlformats.org/officeDocument/2006/relationships/customXml" Target="../ink/ink1386.xml"/><Relationship Id="rId89" Type="http://schemas.openxmlformats.org/officeDocument/2006/relationships/image" Target="../media/image1387.png"/><Relationship Id="rId112" Type="http://schemas.openxmlformats.org/officeDocument/2006/relationships/customXml" Target="../ink/ink1400.xml"/><Relationship Id="rId16" Type="http://schemas.openxmlformats.org/officeDocument/2006/relationships/customXml" Target="../ink/ink1352.xml"/><Relationship Id="rId107" Type="http://schemas.openxmlformats.org/officeDocument/2006/relationships/image" Target="../media/image1396.png"/><Relationship Id="rId11" Type="http://schemas.openxmlformats.org/officeDocument/2006/relationships/image" Target="../media/image1348.png"/><Relationship Id="rId32" Type="http://schemas.openxmlformats.org/officeDocument/2006/relationships/customXml" Target="../ink/ink1360.xml"/><Relationship Id="rId37" Type="http://schemas.openxmlformats.org/officeDocument/2006/relationships/image" Target="../media/image1361.png"/><Relationship Id="rId53" Type="http://schemas.openxmlformats.org/officeDocument/2006/relationships/image" Target="../media/image1369.png"/><Relationship Id="rId58" Type="http://schemas.openxmlformats.org/officeDocument/2006/relationships/customXml" Target="../ink/ink1373.xml"/><Relationship Id="rId74" Type="http://schemas.openxmlformats.org/officeDocument/2006/relationships/customXml" Target="../ink/ink1381.xml"/><Relationship Id="rId79" Type="http://schemas.openxmlformats.org/officeDocument/2006/relationships/image" Target="../media/image1382.png"/><Relationship Id="rId102" Type="http://schemas.openxmlformats.org/officeDocument/2006/relationships/customXml" Target="../ink/ink1395.xml"/><Relationship Id="rId123" Type="http://schemas.openxmlformats.org/officeDocument/2006/relationships/image" Target="../media/image1404.png"/><Relationship Id="rId5" Type="http://schemas.openxmlformats.org/officeDocument/2006/relationships/image" Target="../media/image1345.png"/><Relationship Id="rId90" Type="http://schemas.openxmlformats.org/officeDocument/2006/relationships/customXml" Target="../ink/ink1389.xml"/><Relationship Id="rId95" Type="http://schemas.openxmlformats.org/officeDocument/2006/relationships/image" Target="../media/image1390.png"/><Relationship Id="rId22" Type="http://schemas.openxmlformats.org/officeDocument/2006/relationships/customXml" Target="../ink/ink1355.xml"/><Relationship Id="rId27" Type="http://schemas.openxmlformats.org/officeDocument/2006/relationships/image" Target="../media/image1356.png"/><Relationship Id="rId43" Type="http://schemas.openxmlformats.org/officeDocument/2006/relationships/image" Target="../media/image1364.png"/><Relationship Id="rId48" Type="http://schemas.openxmlformats.org/officeDocument/2006/relationships/customXml" Target="../ink/ink1368.xml"/><Relationship Id="rId64" Type="http://schemas.openxmlformats.org/officeDocument/2006/relationships/customXml" Target="../ink/ink1376.xml"/><Relationship Id="rId69" Type="http://schemas.openxmlformats.org/officeDocument/2006/relationships/image" Target="../media/image1377.png"/><Relationship Id="rId113" Type="http://schemas.openxmlformats.org/officeDocument/2006/relationships/image" Target="../media/image1399.png"/><Relationship Id="rId118" Type="http://schemas.openxmlformats.org/officeDocument/2006/relationships/customXml" Target="../ink/ink1403.xml"/><Relationship Id="rId80" Type="http://schemas.openxmlformats.org/officeDocument/2006/relationships/customXml" Target="../ink/ink1384.xml"/><Relationship Id="rId85" Type="http://schemas.openxmlformats.org/officeDocument/2006/relationships/image" Target="../media/image1385.png"/><Relationship Id="rId12" Type="http://schemas.openxmlformats.org/officeDocument/2006/relationships/customXml" Target="../ink/ink1350.xml"/><Relationship Id="rId17" Type="http://schemas.openxmlformats.org/officeDocument/2006/relationships/image" Target="../media/image1351.png"/><Relationship Id="rId33" Type="http://schemas.openxmlformats.org/officeDocument/2006/relationships/image" Target="../media/image1359.png"/><Relationship Id="rId38" Type="http://schemas.openxmlformats.org/officeDocument/2006/relationships/customXml" Target="../ink/ink1363.xml"/><Relationship Id="rId59" Type="http://schemas.openxmlformats.org/officeDocument/2006/relationships/image" Target="../media/image1372.png"/><Relationship Id="rId103" Type="http://schemas.openxmlformats.org/officeDocument/2006/relationships/image" Target="../media/image1394.png"/><Relationship Id="rId108" Type="http://schemas.openxmlformats.org/officeDocument/2006/relationships/customXml" Target="../ink/ink1398.xml"/><Relationship Id="rId124" Type="http://schemas.openxmlformats.org/officeDocument/2006/relationships/customXml" Target="../ink/ink1406.xml"/><Relationship Id="rId54" Type="http://schemas.openxmlformats.org/officeDocument/2006/relationships/customXml" Target="../ink/ink1371.xml"/><Relationship Id="rId70" Type="http://schemas.openxmlformats.org/officeDocument/2006/relationships/customXml" Target="../ink/ink1379.xml"/><Relationship Id="rId75" Type="http://schemas.openxmlformats.org/officeDocument/2006/relationships/image" Target="../media/image1380.png"/><Relationship Id="rId91" Type="http://schemas.openxmlformats.org/officeDocument/2006/relationships/image" Target="../media/image1388.png"/><Relationship Id="rId96" Type="http://schemas.openxmlformats.org/officeDocument/2006/relationships/customXml" Target="../ink/ink139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47.xml"/><Relationship Id="rId23" Type="http://schemas.openxmlformats.org/officeDocument/2006/relationships/image" Target="../media/image1354.png"/><Relationship Id="rId28" Type="http://schemas.openxmlformats.org/officeDocument/2006/relationships/customXml" Target="../ink/ink1358.xml"/><Relationship Id="rId49" Type="http://schemas.openxmlformats.org/officeDocument/2006/relationships/image" Target="../media/image1367.png"/><Relationship Id="rId114" Type="http://schemas.openxmlformats.org/officeDocument/2006/relationships/customXml" Target="../ink/ink1401.xml"/><Relationship Id="rId119" Type="http://schemas.openxmlformats.org/officeDocument/2006/relationships/image" Target="../media/image1402.png"/><Relationship Id="rId44" Type="http://schemas.openxmlformats.org/officeDocument/2006/relationships/customXml" Target="../ink/ink1366.xml"/><Relationship Id="rId60" Type="http://schemas.openxmlformats.org/officeDocument/2006/relationships/customXml" Target="../ink/ink1374.xml"/><Relationship Id="rId65" Type="http://schemas.openxmlformats.org/officeDocument/2006/relationships/image" Target="../media/image1375.png"/><Relationship Id="rId81" Type="http://schemas.openxmlformats.org/officeDocument/2006/relationships/image" Target="../media/image1383.png"/><Relationship Id="rId86" Type="http://schemas.openxmlformats.org/officeDocument/2006/relationships/customXml" Target="../ink/ink1387.xml"/><Relationship Id="rId13" Type="http://schemas.openxmlformats.org/officeDocument/2006/relationships/image" Target="../media/image1349.png"/><Relationship Id="rId18" Type="http://schemas.openxmlformats.org/officeDocument/2006/relationships/customXml" Target="../ink/ink1353.xml"/><Relationship Id="rId39" Type="http://schemas.openxmlformats.org/officeDocument/2006/relationships/image" Target="../media/image1362.png"/><Relationship Id="rId109" Type="http://schemas.openxmlformats.org/officeDocument/2006/relationships/image" Target="../media/image1397.png"/><Relationship Id="rId34" Type="http://schemas.openxmlformats.org/officeDocument/2006/relationships/customXml" Target="../ink/ink1361.xml"/><Relationship Id="rId50" Type="http://schemas.openxmlformats.org/officeDocument/2006/relationships/customXml" Target="../ink/ink1369.xml"/><Relationship Id="rId55" Type="http://schemas.openxmlformats.org/officeDocument/2006/relationships/image" Target="../media/image1370.png"/><Relationship Id="rId76" Type="http://schemas.openxmlformats.org/officeDocument/2006/relationships/customXml" Target="../ink/ink1382.xml"/><Relationship Id="rId97" Type="http://schemas.openxmlformats.org/officeDocument/2006/relationships/image" Target="../media/image1391.png"/><Relationship Id="rId104" Type="http://schemas.openxmlformats.org/officeDocument/2006/relationships/customXml" Target="../ink/ink1396.xml"/><Relationship Id="rId120" Type="http://schemas.openxmlformats.org/officeDocument/2006/relationships/customXml" Target="../ink/ink1404.xml"/><Relationship Id="rId125" Type="http://schemas.openxmlformats.org/officeDocument/2006/relationships/image" Target="../media/image1405.png"/><Relationship Id="rId7" Type="http://schemas.openxmlformats.org/officeDocument/2006/relationships/image" Target="../media/image1346.png"/><Relationship Id="rId71" Type="http://schemas.openxmlformats.org/officeDocument/2006/relationships/image" Target="../media/image1378.png"/><Relationship Id="rId92" Type="http://schemas.openxmlformats.org/officeDocument/2006/relationships/customXml" Target="../ink/ink1390.xml"/><Relationship Id="rId2" Type="http://schemas.openxmlformats.org/officeDocument/2006/relationships/customXml" Target="../ink/ink1345.xml"/><Relationship Id="rId29" Type="http://schemas.openxmlformats.org/officeDocument/2006/relationships/image" Target="../media/image1357.png"/><Relationship Id="rId24" Type="http://schemas.openxmlformats.org/officeDocument/2006/relationships/customXml" Target="../ink/ink1356.xml"/><Relationship Id="rId40" Type="http://schemas.openxmlformats.org/officeDocument/2006/relationships/customXml" Target="../ink/ink1364.xml"/><Relationship Id="rId45" Type="http://schemas.openxmlformats.org/officeDocument/2006/relationships/image" Target="../media/image1365.png"/><Relationship Id="rId66" Type="http://schemas.openxmlformats.org/officeDocument/2006/relationships/customXml" Target="../ink/ink1377.xml"/><Relationship Id="rId87" Type="http://schemas.openxmlformats.org/officeDocument/2006/relationships/image" Target="../media/image1386.png"/><Relationship Id="rId110" Type="http://schemas.openxmlformats.org/officeDocument/2006/relationships/customXml" Target="../ink/ink1399.xml"/><Relationship Id="rId115" Type="http://schemas.openxmlformats.org/officeDocument/2006/relationships/image" Target="../media/image1400.png"/><Relationship Id="rId61" Type="http://schemas.openxmlformats.org/officeDocument/2006/relationships/image" Target="../media/image1373.png"/><Relationship Id="rId82" Type="http://schemas.openxmlformats.org/officeDocument/2006/relationships/customXml" Target="../ink/ink1385.xml"/><Relationship Id="rId19" Type="http://schemas.openxmlformats.org/officeDocument/2006/relationships/image" Target="../media/image1352.png"/><Relationship Id="rId14" Type="http://schemas.openxmlformats.org/officeDocument/2006/relationships/customXml" Target="../ink/ink1351.xml"/><Relationship Id="rId30" Type="http://schemas.openxmlformats.org/officeDocument/2006/relationships/customXml" Target="../ink/ink1359.xml"/><Relationship Id="rId35" Type="http://schemas.openxmlformats.org/officeDocument/2006/relationships/image" Target="../media/image1360.png"/><Relationship Id="rId56" Type="http://schemas.openxmlformats.org/officeDocument/2006/relationships/customXml" Target="../ink/ink1372.xml"/><Relationship Id="rId77" Type="http://schemas.openxmlformats.org/officeDocument/2006/relationships/image" Target="../media/image1381.png"/><Relationship Id="rId100" Type="http://schemas.openxmlformats.org/officeDocument/2006/relationships/customXml" Target="../ink/ink1394.xml"/><Relationship Id="rId105" Type="http://schemas.openxmlformats.org/officeDocument/2006/relationships/image" Target="../media/image1395.png"/><Relationship Id="rId126" Type="http://schemas.openxmlformats.org/officeDocument/2006/relationships/customXml" Target="../ink/ink1407.xml"/><Relationship Id="rId8" Type="http://schemas.openxmlformats.org/officeDocument/2006/relationships/customXml" Target="../ink/ink1348.xml"/><Relationship Id="rId51" Type="http://schemas.openxmlformats.org/officeDocument/2006/relationships/image" Target="../media/image1368.png"/><Relationship Id="rId72" Type="http://schemas.openxmlformats.org/officeDocument/2006/relationships/customXml" Target="../ink/ink1380.xml"/><Relationship Id="rId93" Type="http://schemas.openxmlformats.org/officeDocument/2006/relationships/image" Target="../media/image1389.png"/><Relationship Id="rId98" Type="http://schemas.openxmlformats.org/officeDocument/2006/relationships/customXml" Target="../ink/ink1393.xml"/><Relationship Id="rId121" Type="http://schemas.openxmlformats.org/officeDocument/2006/relationships/image" Target="../media/image1403.png"/><Relationship Id="rId3" Type="http://schemas.openxmlformats.org/officeDocument/2006/relationships/image" Target="../media/image1344.png"/><Relationship Id="rId25" Type="http://schemas.openxmlformats.org/officeDocument/2006/relationships/image" Target="../media/image1355.png"/><Relationship Id="rId46" Type="http://schemas.openxmlformats.org/officeDocument/2006/relationships/customXml" Target="../ink/ink1367.xml"/><Relationship Id="rId67" Type="http://schemas.openxmlformats.org/officeDocument/2006/relationships/image" Target="../media/image1376.png"/><Relationship Id="rId116" Type="http://schemas.openxmlformats.org/officeDocument/2006/relationships/customXml" Target="../ink/ink1402.xml"/><Relationship Id="rId20" Type="http://schemas.openxmlformats.org/officeDocument/2006/relationships/customXml" Target="../ink/ink1354.xml"/><Relationship Id="rId41" Type="http://schemas.openxmlformats.org/officeDocument/2006/relationships/image" Target="../media/image1363.png"/><Relationship Id="rId62" Type="http://schemas.openxmlformats.org/officeDocument/2006/relationships/customXml" Target="../ink/ink1375.xml"/><Relationship Id="rId83" Type="http://schemas.openxmlformats.org/officeDocument/2006/relationships/image" Target="../media/image1384.png"/><Relationship Id="rId88" Type="http://schemas.openxmlformats.org/officeDocument/2006/relationships/customXml" Target="../ink/ink1388.xml"/><Relationship Id="rId111" Type="http://schemas.openxmlformats.org/officeDocument/2006/relationships/image" Target="../media/image1398.png"/><Relationship Id="rId15" Type="http://schemas.openxmlformats.org/officeDocument/2006/relationships/image" Target="../media/image1350.png"/><Relationship Id="rId36" Type="http://schemas.openxmlformats.org/officeDocument/2006/relationships/customXml" Target="../ink/ink1362.xml"/><Relationship Id="rId57" Type="http://schemas.openxmlformats.org/officeDocument/2006/relationships/image" Target="../media/image1371.png"/><Relationship Id="rId106" Type="http://schemas.openxmlformats.org/officeDocument/2006/relationships/customXml" Target="../ink/ink1397.xml"/><Relationship Id="rId127" Type="http://schemas.openxmlformats.org/officeDocument/2006/relationships/image" Target="../media/image1406.png"/><Relationship Id="rId10" Type="http://schemas.openxmlformats.org/officeDocument/2006/relationships/customXml" Target="../ink/ink1349.xml"/><Relationship Id="rId31" Type="http://schemas.openxmlformats.org/officeDocument/2006/relationships/image" Target="../media/image1358.png"/><Relationship Id="rId52" Type="http://schemas.openxmlformats.org/officeDocument/2006/relationships/customXml" Target="../ink/ink1370.xml"/><Relationship Id="rId73" Type="http://schemas.openxmlformats.org/officeDocument/2006/relationships/image" Target="../media/image1379.png"/><Relationship Id="rId78" Type="http://schemas.openxmlformats.org/officeDocument/2006/relationships/customXml" Target="../ink/ink1383.xml"/><Relationship Id="rId94" Type="http://schemas.openxmlformats.org/officeDocument/2006/relationships/customXml" Target="../ink/ink1391.xml"/><Relationship Id="rId99" Type="http://schemas.openxmlformats.org/officeDocument/2006/relationships/image" Target="../media/image1392.png"/><Relationship Id="rId101" Type="http://schemas.openxmlformats.org/officeDocument/2006/relationships/image" Target="../media/image1393.png"/><Relationship Id="rId122" Type="http://schemas.openxmlformats.org/officeDocument/2006/relationships/customXml" Target="../ink/ink1405.xml"/><Relationship Id="rId4" Type="http://schemas.openxmlformats.org/officeDocument/2006/relationships/customXml" Target="../ink/ink1346.xml"/><Relationship Id="rId9" Type="http://schemas.openxmlformats.org/officeDocument/2006/relationships/image" Target="../media/image134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F332E-5D2D-CEA0-3D59-72BDA22FD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58E71E-FDB8-0FC3-5757-85B0F332F1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878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A98D8-721E-44A5-ED2E-55A6B955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C531579-3DFA-4BA4-E772-0025DCEFA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527" y="1853268"/>
            <a:ext cx="4221985" cy="1216504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FBFEBA50-E045-DD58-C72F-03564AD942C1}"/>
                  </a:ext>
                </a:extLst>
              </p14:cNvPr>
              <p14:cNvContentPartPr/>
              <p14:nvPr/>
            </p14:nvContentPartPr>
            <p14:xfrm>
              <a:off x="5201008" y="1978641"/>
              <a:ext cx="247680" cy="7920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FBFEBA50-E045-DD58-C72F-03564AD942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94888" y="1972521"/>
                <a:ext cx="25992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582368F-1CDA-8514-D201-BA270D1B0AEB}"/>
                  </a:ext>
                </a:extLst>
              </p14:cNvPr>
              <p14:cNvContentPartPr/>
              <p14:nvPr/>
            </p14:nvContentPartPr>
            <p14:xfrm>
              <a:off x="1166488" y="2263401"/>
              <a:ext cx="1108440" cy="36252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582368F-1CDA-8514-D201-BA270D1B0A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0368" y="2257281"/>
                <a:ext cx="112068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A52AE7F6-86C3-924C-EBF3-7C5337140EF5}"/>
                  </a:ext>
                </a:extLst>
              </p14:cNvPr>
              <p14:cNvContentPartPr/>
              <p14:nvPr/>
            </p14:nvContentPartPr>
            <p14:xfrm>
              <a:off x="1738168" y="2281401"/>
              <a:ext cx="1283040" cy="41184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A52AE7F6-86C3-924C-EBF3-7C5337140EF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32048" y="2275281"/>
                <a:ext cx="129528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34FB78DF-BE60-6B90-E199-60D6F3108D10}"/>
                  </a:ext>
                </a:extLst>
              </p14:cNvPr>
              <p14:cNvContentPartPr/>
              <p14:nvPr/>
            </p14:nvContentPartPr>
            <p14:xfrm>
              <a:off x="1202488" y="2259081"/>
              <a:ext cx="1096560" cy="3837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34FB78DF-BE60-6B90-E199-60D6F3108D1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96368" y="2252961"/>
                <a:ext cx="110880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C33F081B-76E7-0CFE-2EBD-280BC82067A0}"/>
                  </a:ext>
                </a:extLst>
              </p14:cNvPr>
              <p14:cNvContentPartPr/>
              <p14:nvPr/>
            </p14:nvContentPartPr>
            <p14:xfrm>
              <a:off x="1713328" y="2317401"/>
              <a:ext cx="1414440" cy="310680"/>
            </p14:xfrm>
          </p:contentPart>
        </mc:Choice>
        <mc:Fallback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C33F081B-76E7-0CFE-2EBD-280BC82067A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07208" y="2311281"/>
                <a:ext cx="142668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980895AA-E5FE-8A8C-CD8B-5D7BB4A23A09}"/>
                  </a:ext>
                </a:extLst>
              </p14:cNvPr>
              <p14:cNvContentPartPr/>
              <p14:nvPr/>
            </p14:nvContentPartPr>
            <p14:xfrm>
              <a:off x="1552048" y="2396961"/>
              <a:ext cx="293040" cy="207360"/>
            </p14:xfrm>
          </p:contentPart>
        </mc:Choice>
        <mc:Fallback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980895AA-E5FE-8A8C-CD8B-5D7BB4A23A0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45928" y="2390841"/>
                <a:ext cx="305280" cy="21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Agrupar 11">
            <a:extLst>
              <a:ext uri="{FF2B5EF4-FFF2-40B4-BE49-F238E27FC236}">
                <a16:creationId xmlns:a16="http://schemas.microsoft.com/office/drawing/2014/main" id="{D53755D7-DB38-7870-E356-3E343F219E1B}"/>
              </a:ext>
            </a:extLst>
          </p:cNvPr>
          <p:cNvGrpSpPr/>
          <p:nvPr/>
        </p:nvGrpSpPr>
        <p:grpSpPr>
          <a:xfrm>
            <a:off x="5222968" y="2016081"/>
            <a:ext cx="584640" cy="340560"/>
            <a:chOff x="5222968" y="2016081"/>
            <a:chExt cx="58464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97BD37E8-FB51-A676-4351-0544ABC02F86}"/>
                    </a:ext>
                  </a:extLst>
                </p14:cNvPr>
                <p14:cNvContentPartPr/>
                <p14:nvPr/>
              </p14:nvContentPartPr>
              <p14:xfrm>
                <a:off x="5562088" y="2100321"/>
                <a:ext cx="81360" cy="17640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97BD37E8-FB51-A676-4351-0544ABC02F8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55968" y="2094201"/>
                  <a:ext cx="936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93935037-55DE-999A-5466-B30E264E704B}"/>
                    </a:ext>
                  </a:extLst>
                </p14:cNvPr>
                <p14:cNvContentPartPr/>
                <p14:nvPr/>
              </p14:nvContentPartPr>
              <p14:xfrm>
                <a:off x="5222968" y="2016081"/>
                <a:ext cx="584640" cy="34056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93935037-55DE-999A-5466-B30E264E704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16848" y="2009961"/>
                  <a:ext cx="596880" cy="35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AB1471CB-BCE9-67B8-D4AD-FBEDB8D1171B}"/>
                  </a:ext>
                </a:extLst>
              </p14:cNvPr>
              <p14:cNvContentPartPr/>
              <p14:nvPr/>
            </p14:nvContentPartPr>
            <p14:xfrm>
              <a:off x="8629648" y="3108321"/>
              <a:ext cx="923760" cy="776880"/>
            </p14:xfrm>
          </p:contentPart>
        </mc:Choice>
        <mc:Fallback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AB1471CB-BCE9-67B8-D4AD-FBEDB8D1171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623528" y="3102201"/>
                <a:ext cx="936000" cy="78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Agrupar 70">
            <a:extLst>
              <a:ext uri="{FF2B5EF4-FFF2-40B4-BE49-F238E27FC236}">
                <a16:creationId xmlns:a16="http://schemas.microsoft.com/office/drawing/2014/main" id="{4CB888DE-DF77-3012-A7CB-D8D39EFBD6DE}"/>
              </a:ext>
            </a:extLst>
          </p:cNvPr>
          <p:cNvGrpSpPr/>
          <p:nvPr/>
        </p:nvGrpSpPr>
        <p:grpSpPr>
          <a:xfrm>
            <a:off x="6287128" y="1884681"/>
            <a:ext cx="6342840" cy="1860480"/>
            <a:chOff x="6287128" y="1884681"/>
            <a:chExt cx="6342840" cy="186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29C4C244-E6F4-CEF4-D315-12A5EA24C0AF}"/>
                    </a:ext>
                  </a:extLst>
                </p14:cNvPr>
                <p14:cNvContentPartPr/>
                <p14:nvPr/>
              </p14:nvContentPartPr>
              <p14:xfrm>
                <a:off x="8607328" y="2099961"/>
                <a:ext cx="267840" cy="17136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29C4C244-E6F4-CEF4-D315-12A5EA24C0A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601208" y="2093841"/>
                  <a:ext cx="2800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C07E2B4D-49CD-7F9C-0D9C-59BC0DC19E00}"/>
                    </a:ext>
                  </a:extLst>
                </p14:cNvPr>
                <p14:cNvContentPartPr/>
                <p14:nvPr/>
              </p14:nvContentPartPr>
              <p14:xfrm>
                <a:off x="8572048" y="2139921"/>
                <a:ext cx="374040" cy="11196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C07E2B4D-49CD-7F9C-0D9C-59BC0DC19E0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65928" y="2133801"/>
                  <a:ext cx="3862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32ED6100-037F-1A9F-B9B1-315A4C39A02F}"/>
                    </a:ext>
                  </a:extLst>
                </p14:cNvPr>
                <p14:cNvContentPartPr/>
                <p14:nvPr/>
              </p14:nvContentPartPr>
              <p14:xfrm>
                <a:off x="9026008" y="2221281"/>
                <a:ext cx="409320" cy="3780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32ED6100-037F-1A9F-B9B1-315A4C39A02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019888" y="2215161"/>
                  <a:ext cx="4215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DAE9246C-72AC-3B96-121F-8488BA310E85}"/>
                    </a:ext>
                  </a:extLst>
                </p14:cNvPr>
                <p14:cNvContentPartPr/>
                <p14:nvPr/>
              </p14:nvContentPartPr>
              <p14:xfrm>
                <a:off x="9155248" y="2151801"/>
                <a:ext cx="12240" cy="17172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DAE9246C-72AC-3B96-121F-8488BA310E8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149128" y="2145681"/>
                  <a:ext cx="244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3CA787EB-784A-CAFD-D006-05BE4F499251}"/>
                    </a:ext>
                  </a:extLst>
                </p14:cNvPr>
                <p14:cNvContentPartPr/>
                <p14:nvPr/>
              </p14:nvContentPartPr>
              <p14:xfrm>
                <a:off x="9539728" y="2107521"/>
                <a:ext cx="361080" cy="23112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3CA787EB-784A-CAFD-D006-05BE4F49925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533608" y="2101401"/>
                  <a:ext cx="3733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CB7F80EC-11FD-9C3E-3476-811CD88DB01D}"/>
                    </a:ext>
                  </a:extLst>
                </p14:cNvPr>
                <p14:cNvContentPartPr/>
                <p14:nvPr/>
              </p14:nvContentPartPr>
              <p14:xfrm>
                <a:off x="6455608" y="2020761"/>
                <a:ext cx="216000" cy="15912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CB7F80EC-11FD-9C3E-3476-811CD88DB01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49488" y="2014641"/>
                  <a:ext cx="2282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F8BB70FA-8C04-93FF-D615-F5E968C999CA}"/>
                    </a:ext>
                  </a:extLst>
                </p14:cNvPr>
                <p14:cNvContentPartPr/>
                <p14:nvPr/>
              </p14:nvContentPartPr>
              <p14:xfrm>
                <a:off x="6310888" y="2160801"/>
                <a:ext cx="383400" cy="12096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F8BB70FA-8C04-93FF-D615-F5E968C999C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304768" y="2154681"/>
                  <a:ext cx="395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F81D8E2E-05A5-86DC-CD8E-BEAD9D49A452}"/>
                    </a:ext>
                  </a:extLst>
                </p14:cNvPr>
                <p14:cNvContentPartPr/>
                <p14:nvPr/>
              </p14:nvContentPartPr>
              <p14:xfrm>
                <a:off x="6834688" y="2181681"/>
                <a:ext cx="151560" cy="4752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F81D8E2E-05A5-86DC-CD8E-BEAD9D49A45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828568" y="2175561"/>
                  <a:ext cx="1638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7DF707EE-3C09-C719-0260-B058493F1CEC}"/>
                    </a:ext>
                  </a:extLst>
                </p14:cNvPr>
                <p14:cNvContentPartPr/>
                <p14:nvPr/>
              </p14:nvContentPartPr>
              <p14:xfrm>
                <a:off x="7264888" y="2154681"/>
                <a:ext cx="264600" cy="14832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7DF707EE-3C09-C719-0260-B058493F1CE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58768" y="2148561"/>
                  <a:ext cx="2768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042EE6E1-5DE0-7F16-6838-383E866979DB}"/>
                    </a:ext>
                  </a:extLst>
                </p14:cNvPr>
                <p14:cNvContentPartPr/>
                <p14:nvPr/>
              </p14:nvContentPartPr>
              <p14:xfrm>
                <a:off x="7241488" y="2134521"/>
                <a:ext cx="327240" cy="13896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042EE6E1-5DE0-7F16-6838-383E866979D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235368" y="2128401"/>
                  <a:ext cx="3394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51D817C9-3770-8CA6-B6B7-C9CA7445EC3E}"/>
                    </a:ext>
                  </a:extLst>
                </p14:cNvPr>
                <p14:cNvContentPartPr/>
                <p14:nvPr/>
              </p14:nvContentPartPr>
              <p14:xfrm>
                <a:off x="7734688" y="2183841"/>
                <a:ext cx="311400" cy="9648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51D817C9-3770-8CA6-B6B7-C9CA7445EC3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728568" y="2177721"/>
                  <a:ext cx="3236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12B7C608-0FA7-B347-EE47-213457B09A94}"/>
                    </a:ext>
                  </a:extLst>
                </p14:cNvPr>
                <p14:cNvContentPartPr/>
                <p14:nvPr/>
              </p14:nvContentPartPr>
              <p14:xfrm>
                <a:off x="6787888" y="2004201"/>
                <a:ext cx="1033200" cy="37944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12B7C608-0FA7-B347-EE47-213457B09A9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781768" y="1998081"/>
                  <a:ext cx="104544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C763D2BB-B11B-B72E-9D8F-CA45A8A6B5F6}"/>
                    </a:ext>
                  </a:extLst>
                </p14:cNvPr>
                <p14:cNvContentPartPr/>
                <p14:nvPr/>
              </p14:nvContentPartPr>
              <p14:xfrm>
                <a:off x="7638568" y="1928241"/>
                <a:ext cx="525600" cy="11232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C763D2BB-B11B-B72E-9D8F-CA45A8A6B5F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632448" y="1922121"/>
                  <a:ext cx="537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CEBD9ED0-C6BF-CABF-F3B1-6EE4D4117AFF}"/>
                    </a:ext>
                  </a:extLst>
                </p14:cNvPr>
                <p14:cNvContentPartPr/>
                <p14:nvPr/>
              </p14:nvContentPartPr>
              <p14:xfrm>
                <a:off x="8024488" y="1993041"/>
                <a:ext cx="127440" cy="1944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CEBD9ED0-C6BF-CABF-F3B1-6EE4D4117AF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018368" y="1986921"/>
                  <a:ext cx="139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7E366050-4ECC-2C2A-B343-CF325B8D7275}"/>
                    </a:ext>
                  </a:extLst>
                </p14:cNvPr>
                <p14:cNvContentPartPr/>
                <p14:nvPr/>
              </p14:nvContentPartPr>
              <p14:xfrm>
                <a:off x="8071288" y="1930761"/>
                <a:ext cx="112320" cy="5796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7E366050-4ECC-2C2A-B343-CF325B8D727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065168" y="1924641"/>
                  <a:ext cx="1245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D241D472-D8EF-E353-3062-0E4AFA0C3F55}"/>
                    </a:ext>
                  </a:extLst>
                </p14:cNvPr>
                <p14:cNvContentPartPr/>
                <p14:nvPr/>
              </p14:nvContentPartPr>
              <p14:xfrm>
                <a:off x="9585448" y="2027961"/>
                <a:ext cx="851400" cy="155952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D241D472-D8EF-E353-3062-0E4AFA0C3F5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579328" y="2021841"/>
                  <a:ext cx="863640" cy="15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CC7268E4-AB0B-6C3A-6B64-DA91896F2FA4}"/>
                    </a:ext>
                  </a:extLst>
                </p14:cNvPr>
                <p14:cNvContentPartPr/>
                <p14:nvPr/>
              </p14:nvContentPartPr>
              <p14:xfrm>
                <a:off x="10255408" y="2093481"/>
                <a:ext cx="216720" cy="6912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CC7268E4-AB0B-6C3A-6B64-DA91896F2FA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249288" y="2087361"/>
                  <a:ext cx="228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855DC5EA-D0E4-833C-2745-B867CE0E212F}"/>
                    </a:ext>
                  </a:extLst>
                </p14:cNvPr>
                <p14:cNvContentPartPr/>
                <p14:nvPr/>
              </p14:nvContentPartPr>
              <p14:xfrm>
                <a:off x="10226968" y="2033361"/>
                <a:ext cx="129960" cy="9396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855DC5EA-D0E4-833C-2745-B867CE0E212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220848" y="2027241"/>
                  <a:ext cx="1422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556EE379-7D53-4E57-F9F4-C4159E170CFE}"/>
                    </a:ext>
                  </a:extLst>
                </p14:cNvPr>
                <p14:cNvContentPartPr/>
                <p14:nvPr/>
              </p14:nvContentPartPr>
              <p14:xfrm>
                <a:off x="6287128" y="2796561"/>
                <a:ext cx="383760" cy="19296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556EE379-7D53-4E57-F9F4-C4159E170CF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281008" y="2790441"/>
                  <a:ext cx="3960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E30C36E2-9AE6-EB12-EBA0-63916A036114}"/>
                    </a:ext>
                  </a:extLst>
                </p14:cNvPr>
                <p14:cNvContentPartPr/>
                <p14:nvPr/>
              </p14:nvContentPartPr>
              <p14:xfrm>
                <a:off x="7020448" y="2806641"/>
                <a:ext cx="374040" cy="22788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E30C36E2-9AE6-EB12-EBA0-63916A03611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014328" y="2800521"/>
                  <a:ext cx="386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3584638E-9280-AB87-0305-6B74D1323309}"/>
                    </a:ext>
                  </a:extLst>
                </p14:cNvPr>
                <p14:cNvContentPartPr/>
                <p14:nvPr/>
              </p14:nvContentPartPr>
              <p14:xfrm>
                <a:off x="7649728" y="2829321"/>
                <a:ext cx="163440" cy="14832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3584638E-9280-AB87-0305-6B74D132330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643608" y="2823201"/>
                  <a:ext cx="1756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82F51848-80F8-B4C0-9774-B6F8458CAC50}"/>
                    </a:ext>
                  </a:extLst>
                </p14:cNvPr>
                <p14:cNvContentPartPr/>
                <p14:nvPr/>
              </p14:nvContentPartPr>
              <p14:xfrm>
                <a:off x="7591768" y="2860641"/>
                <a:ext cx="303480" cy="7956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82F51848-80F8-B4C0-9774-B6F8458CAC5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585648" y="2854521"/>
                  <a:ext cx="3157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81280227-73D3-3202-FD2E-E4BEEF2AE33B}"/>
                    </a:ext>
                  </a:extLst>
                </p14:cNvPr>
                <p14:cNvContentPartPr/>
                <p14:nvPr/>
              </p14:nvContentPartPr>
              <p14:xfrm>
                <a:off x="8120248" y="2922921"/>
                <a:ext cx="254880" cy="2448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81280227-73D3-3202-FD2E-E4BEEF2AE33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114128" y="2916801"/>
                  <a:ext cx="267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9241169A-EB7D-7024-5F25-BEE41CF6607E}"/>
                    </a:ext>
                  </a:extLst>
                </p14:cNvPr>
                <p14:cNvContentPartPr/>
                <p14:nvPr/>
              </p14:nvContentPartPr>
              <p14:xfrm>
                <a:off x="8174968" y="2880801"/>
                <a:ext cx="479880" cy="15084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9241169A-EB7D-7024-5F25-BEE41CF6607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168848" y="2874681"/>
                  <a:ext cx="4921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3BC914BC-3D18-3238-2A70-83547C1777F9}"/>
                    </a:ext>
                  </a:extLst>
                </p14:cNvPr>
                <p14:cNvContentPartPr/>
                <p14:nvPr/>
              </p14:nvContentPartPr>
              <p14:xfrm>
                <a:off x="8454688" y="2954961"/>
                <a:ext cx="244800" cy="9180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3BC914BC-3D18-3238-2A70-83547C1777F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448568" y="2948841"/>
                  <a:ext cx="257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B7A98704-CDF4-7457-DD1D-99D180E87C78}"/>
                    </a:ext>
                  </a:extLst>
                </p14:cNvPr>
                <p14:cNvContentPartPr/>
                <p14:nvPr/>
              </p14:nvContentPartPr>
              <p14:xfrm>
                <a:off x="9155248" y="2974401"/>
                <a:ext cx="315360" cy="3024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B7A98704-CDF4-7457-DD1D-99D180E87C7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149128" y="2968281"/>
                  <a:ext cx="3276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824A95C6-7410-3319-BAC5-4D509A172E07}"/>
                    </a:ext>
                  </a:extLst>
                </p14:cNvPr>
                <p14:cNvContentPartPr/>
                <p14:nvPr/>
              </p14:nvContentPartPr>
              <p14:xfrm>
                <a:off x="9249208" y="2862801"/>
                <a:ext cx="80280" cy="17388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824A95C6-7410-3319-BAC5-4D509A172E0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243088" y="2856681"/>
                  <a:ext cx="92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33364BDA-D0C7-FBA9-C56F-572761B9ED70}"/>
                    </a:ext>
                  </a:extLst>
                </p14:cNvPr>
                <p14:cNvContentPartPr/>
                <p14:nvPr/>
              </p14:nvContentPartPr>
              <p14:xfrm>
                <a:off x="9551968" y="2833281"/>
                <a:ext cx="336960" cy="28512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33364BDA-D0C7-FBA9-C56F-572761B9ED7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545848" y="2827161"/>
                  <a:ext cx="3492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1B7A149E-069E-1588-BB63-BD1EA39BEEBE}"/>
                    </a:ext>
                  </a:extLst>
                </p14:cNvPr>
                <p14:cNvContentPartPr/>
                <p14:nvPr/>
              </p14:nvContentPartPr>
              <p14:xfrm>
                <a:off x="6413488" y="3516561"/>
                <a:ext cx="339840" cy="14940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1B7A149E-069E-1588-BB63-BD1EA39BEEB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407368" y="3510441"/>
                  <a:ext cx="3520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BA29EF8B-DB03-6EFC-F33F-533FEC60CC95}"/>
                    </a:ext>
                  </a:extLst>
                </p14:cNvPr>
                <p14:cNvContentPartPr/>
                <p14:nvPr/>
              </p14:nvContentPartPr>
              <p14:xfrm>
                <a:off x="7031968" y="3544641"/>
                <a:ext cx="315360" cy="19116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BA29EF8B-DB03-6EFC-F33F-533FEC60CC9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025848" y="3538521"/>
                  <a:ext cx="327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E5756825-4989-2F8D-488D-9A037DBFBB65}"/>
                    </a:ext>
                  </a:extLst>
                </p14:cNvPr>
                <p14:cNvContentPartPr/>
                <p14:nvPr/>
              </p14:nvContentPartPr>
              <p14:xfrm>
                <a:off x="7894888" y="3499641"/>
                <a:ext cx="268200" cy="23328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E5756825-4989-2F8D-488D-9A037DBFBB6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888768" y="3493521"/>
                  <a:ext cx="2804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99A9CFDB-228C-084D-986E-D1948E203B73}"/>
                    </a:ext>
                  </a:extLst>
                </p14:cNvPr>
                <p14:cNvContentPartPr/>
                <p14:nvPr/>
              </p14:nvContentPartPr>
              <p14:xfrm>
                <a:off x="8363248" y="3586401"/>
                <a:ext cx="66240" cy="13428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99A9CFDB-228C-084D-986E-D1948E203B7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357128" y="3580281"/>
                  <a:ext cx="784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60B9B727-5776-48C2-C361-89DB9C09DCA6}"/>
                    </a:ext>
                  </a:extLst>
                </p14:cNvPr>
                <p14:cNvContentPartPr/>
                <p14:nvPr/>
              </p14:nvContentPartPr>
              <p14:xfrm>
                <a:off x="8233648" y="3584241"/>
                <a:ext cx="315360" cy="15156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60B9B727-5776-48C2-C361-89DB9C09DCA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227528" y="3578121"/>
                  <a:ext cx="3276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AA975165-C088-0CFB-862B-57985C8862C6}"/>
                    </a:ext>
                  </a:extLst>
                </p14:cNvPr>
                <p14:cNvContentPartPr/>
                <p14:nvPr/>
              </p14:nvContentPartPr>
              <p14:xfrm>
                <a:off x="8781208" y="3552201"/>
                <a:ext cx="397800" cy="10440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AA975165-C088-0CFB-862B-57985C8862C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775088" y="3546081"/>
                  <a:ext cx="4100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B9074DC2-BE3D-1443-6C02-60A0A0AB889D}"/>
                    </a:ext>
                  </a:extLst>
                </p14:cNvPr>
                <p14:cNvContentPartPr/>
                <p14:nvPr/>
              </p14:nvContentPartPr>
              <p14:xfrm>
                <a:off x="9049768" y="3492801"/>
                <a:ext cx="512640" cy="25236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B9074DC2-BE3D-1443-6C02-60A0A0AB889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043648" y="3486681"/>
                  <a:ext cx="5248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19CEC156-C56F-8B5C-0F41-03B887CF3323}"/>
                    </a:ext>
                  </a:extLst>
                </p14:cNvPr>
                <p14:cNvContentPartPr/>
                <p14:nvPr/>
              </p14:nvContentPartPr>
              <p14:xfrm>
                <a:off x="10565728" y="2006001"/>
                <a:ext cx="209880" cy="7956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19CEC156-C56F-8B5C-0F41-03B887CF332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559608" y="1999881"/>
                  <a:ext cx="2221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F429D64A-16D9-B260-D637-392000B71063}"/>
                    </a:ext>
                  </a:extLst>
                </p14:cNvPr>
                <p14:cNvContentPartPr/>
                <p14:nvPr/>
              </p14:nvContentPartPr>
              <p14:xfrm>
                <a:off x="10553848" y="1974321"/>
                <a:ext cx="250920" cy="17028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F429D64A-16D9-B260-D637-392000B7106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547728" y="1968201"/>
                  <a:ext cx="263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BCA692E6-832E-F952-979B-356F723CA8CD}"/>
                    </a:ext>
                  </a:extLst>
                </p14:cNvPr>
                <p14:cNvContentPartPr/>
                <p14:nvPr/>
              </p14:nvContentPartPr>
              <p14:xfrm>
                <a:off x="10565728" y="2119761"/>
                <a:ext cx="292320" cy="7380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BCA692E6-832E-F952-979B-356F723CA8C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559608" y="2113641"/>
                  <a:ext cx="304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C64F2386-84D6-8B75-2D72-FC53E5B022B8}"/>
                    </a:ext>
                  </a:extLst>
                </p14:cNvPr>
                <p14:cNvContentPartPr/>
                <p14:nvPr/>
              </p14:nvContentPartPr>
              <p14:xfrm>
                <a:off x="10916008" y="2087361"/>
                <a:ext cx="125280" cy="2844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C64F2386-84D6-8B75-2D72-FC53E5B022B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909888" y="2081241"/>
                  <a:ext cx="137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B00E92C9-9C9A-A4CA-3E54-F98745370274}"/>
                    </a:ext>
                  </a:extLst>
                </p14:cNvPr>
                <p14:cNvContentPartPr/>
                <p14:nvPr/>
              </p14:nvContentPartPr>
              <p14:xfrm>
                <a:off x="10968928" y="2003841"/>
                <a:ext cx="333720" cy="24516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B00E92C9-9C9A-A4CA-3E54-F9874537027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962808" y="1997721"/>
                  <a:ext cx="3459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1CD24103-F93F-01B5-8471-835FADC27659}"/>
                    </a:ext>
                  </a:extLst>
                </p14:cNvPr>
                <p14:cNvContentPartPr/>
                <p14:nvPr/>
              </p14:nvContentPartPr>
              <p14:xfrm>
                <a:off x="11522248" y="2045601"/>
                <a:ext cx="349200" cy="15156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1CD24103-F93F-01B5-8471-835FADC2765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516128" y="2039481"/>
                  <a:ext cx="3614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A0DD36D1-5287-2715-BAB9-5883DDE11666}"/>
                    </a:ext>
                  </a:extLst>
                </p14:cNvPr>
                <p14:cNvContentPartPr/>
                <p14:nvPr/>
              </p14:nvContentPartPr>
              <p14:xfrm>
                <a:off x="11969008" y="1884681"/>
                <a:ext cx="369360" cy="24840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A0DD36D1-5287-2715-BAB9-5883DDE1166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962888" y="1878561"/>
                  <a:ext cx="3816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93BEAC6A-32BF-3FF0-5E9B-4EE3AA404662}"/>
                    </a:ext>
                  </a:extLst>
                </p14:cNvPr>
                <p14:cNvContentPartPr/>
                <p14:nvPr/>
              </p14:nvContentPartPr>
              <p14:xfrm>
                <a:off x="12326488" y="2030481"/>
                <a:ext cx="303480" cy="17100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93BEAC6A-32BF-3FF0-5E9B-4EE3AA40466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2320368" y="2024361"/>
                  <a:ext cx="31572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EDE2D888-CEE3-506A-41B8-5273C2609CDD}"/>
              </a:ext>
            </a:extLst>
          </p:cNvPr>
          <p:cNvGrpSpPr/>
          <p:nvPr/>
        </p:nvGrpSpPr>
        <p:grpSpPr>
          <a:xfrm>
            <a:off x="10833568" y="2441601"/>
            <a:ext cx="1363680" cy="394560"/>
            <a:chOff x="10833568" y="2441601"/>
            <a:chExt cx="136368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564EBA8B-7F35-6908-7CE2-E8F6758E88A2}"/>
                    </a:ext>
                  </a:extLst>
                </p14:cNvPr>
                <p14:cNvContentPartPr/>
                <p14:nvPr/>
              </p14:nvContentPartPr>
              <p14:xfrm>
                <a:off x="10833568" y="2635281"/>
                <a:ext cx="209520" cy="16956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564EBA8B-7F35-6908-7CE2-E8F6758E88A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827448" y="2629161"/>
                  <a:ext cx="2217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BBDD48CC-8E54-E781-31B6-8015DCBFDCE9}"/>
                    </a:ext>
                  </a:extLst>
                </p14:cNvPr>
                <p14:cNvContentPartPr/>
                <p14:nvPr/>
              </p14:nvContentPartPr>
              <p14:xfrm>
                <a:off x="11310568" y="2677041"/>
                <a:ext cx="339120" cy="12024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BBDD48CC-8E54-E781-31B6-8015DCBFDCE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304448" y="2670921"/>
                  <a:ext cx="3513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E26E9162-C02D-1373-6699-85E6B82D733A}"/>
                    </a:ext>
                  </a:extLst>
                </p14:cNvPr>
                <p14:cNvContentPartPr/>
                <p14:nvPr/>
              </p14:nvContentPartPr>
              <p14:xfrm>
                <a:off x="11684608" y="2628441"/>
                <a:ext cx="210240" cy="18468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E26E9162-C02D-1373-6699-85E6B82D733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678488" y="2622321"/>
                  <a:ext cx="222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78AE51CB-7B99-CB22-7371-B11E94F44166}"/>
                    </a:ext>
                  </a:extLst>
                </p14:cNvPr>
                <p14:cNvContentPartPr/>
                <p14:nvPr/>
              </p14:nvContentPartPr>
              <p14:xfrm>
                <a:off x="11929048" y="2722041"/>
                <a:ext cx="268200" cy="11412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78AE51CB-7B99-CB22-7371-B11E94F4416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922928" y="2715921"/>
                  <a:ext cx="2804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FCDB9D4C-D7D5-D90B-97DE-1894E31BB1F1}"/>
                    </a:ext>
                  </a:extLst>
                </p14:cNvPr>
                <p14:cNvContentPartPr/>
                <p14:nvPr/>
              </p14:nvContentPartPr>
              <p14:xfrm>
                <a:off x="11569408" y="2441601"/>
                <a:ext cx="453960" cy="37764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FCDB9D4C-D7D5-D90B-97DE-1894E31BB1F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563288" y="2435481"/>
                  <a:ext cx="466200" cy="38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55D4E466-B1DF-CDAD-F251-50ECED001A8C}"/>
              </a:ext>
            </a:extLst>
          </p:cNvPr>
          <p:cNvGrpSpPr/>
          <p:nvPr/>
        </p:nvGrpSpPr>
        <p:grpSpPr>
          <a:xfrm>
            <a:off x="10402288" y="2996721"/>
            <a:ext cx="2425320" cy="738360"/>
            <a:chOff x="10402288" y="2996721"/>
            <a:chExt cx="2425320" cy="73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B705615D-4DD6-4AC6-7245-D50E8654476E}"/>
                    </a:ext>
                  </a:extLst>
                </p14:cNvPr>
                <p14:cNvContentPartPr/>
                <p14:nvPr/>
              </p14:nvContentPartPr>
              <p14:xfrm>
                <a:off x="10682728" y="3138201"/>
                <a:ext cx="209880" cy="21780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B705615D-4DD6-4AC6-7245-D50E8654476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676608" y="3132081"/>
                  <a:ext cx="222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F0F50E31-D11F-2D27-198C-D9F2AA04281F}"/>
                    </a:ext>
                  </a:extLst>
                </p14:cNvPr>
                <p14:cNvContentPartPr/>
                <p14:nvPr/>
              </p14:nvContentPartPr>
              <p14:xfrm>
                <a:off x="10706848" y="3365001"/>
                <a:ext cx="393480" cy="3060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F0F50E31-D11F-2D27-198C-D9F2AA04281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700728" y="3358881"/>
                  <a:ext cx="405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D3440AEB-832E-75D1-1D33-1CB8B84005BC}"/>
                    </a:ext>
                  </a:extLst>
                </p14:cNvPr>
                <p14:cNvContentPartPr/>
                <p14:nvPr/>
              </p14:nvContentPartPr>
              <p14:xfrm>
                <a:off x="10850128" y="3463281"/>
                <a:ext cx="334080" cy="18324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D3440AEB-832E-75D1-1D33-1CB8B84005B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844008" y="3457161"/>
                  <a:ext cx="346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B6D77728-4403-0382-EB48-567D8BDE7CEC}"/>
                    </a:ext>
                  </a:extLst>
                </p14:cNvPr>
                <p14:cNvContentPartPr/>
                <p14:nvPr/>
              </p14:nvContentPartPr>
              <p14:xfrm>
                <a:off x="11357728" y="3327201"/>
                <a:ext cx="351000" cy="10656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B6D77728-4403-0382-EB48-567D8BDE7CE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351608" y="3321081"/>
                  <a:ext cx="363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83003C43-A55B-64FD-6FE3-E7DF6F43EED8}"/>
                    </a:ext>
                  </a:extLst>
                </p14:cNvPr>
                <p14:cNvContentPartPr/>
                <p14:nvPr/>
              </p14:nvContentPartPr>
              <p14:xfrm>
                <a:off x="11999248" y="3257361"/>
                <a:ext cx="233280" cy="13932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83003C43-A55B-64FD-6FE3-E7DF6F43EED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993128" y="3251241"/>
                  <a:ext cx="2455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494CC2EE-C57F-BBFF-2785-E9E5F7BF8CCD}"/>
                    </a:ext>
                  </a:extLst>
                </p14:cNvPr>
                <p14:cNvContentPartPr/>
                <p14:nvPr/>
              </p14:nvContentPartPr>
              <p14:xfrm>
                <a:off x="12011488" y="3234681"/>
                <a:ext cx="477720" cy="13644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494CC2EE-C57F-BBFF-2785-E9E5F7BF8CC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2005368" y="3228561"/>
                  <a:ext cx="4899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33648898-CD61-532E-CB74-24DB7AC5261D}"/>
                    </a:ext>
                  </a:extLst>
                </p14:cNvPr>
                <p14:cNvContentPartPr/>
                <p14:nvPr/>
              </p14:nvContentPartPr>
              <p14:xfrm>
                <a:off x="10402288" y="3076281"/>
                <a:ext cx="245880" cy="65880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33648898-CD61-532E-CB74-24DB7AC5261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396168" y="3070161"/>
                  <a:ext cx="25812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D7B3A204-0DE9-6B09-22B7-CD734498FB8E}"/>
                    </a:ext>
                  </a:extLst>
                </p14:cNvPr>
                <p14:cNvContentPartPr/>
                <p14:nvPr/>
              </p14:nvContentPartPr>
              <p14:xfrm>
                <a:off x="10459888" y="2996721"/>
                <a:ext cx="2367720" cy="66024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D7B3A204-0DE9-6B09-22B7-CD734498FB8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453768" y="2990601"/>
                  <a:ext cx="2379960" cy="67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E55E068C-9D92-DE16-9004-F32DEF50F866}"/>
              </a:ext>
            </a:extLst>
          </p:cNvPr>
          <p:cNvGrpSpPr/>
          <p:nvPr/>
        </p:nvGrpSpPr>
        <p:grpSpPr>
          <a:xfrm>
            <a:off x="4829128" y="4050441"/>
            <a:ext cx="1002960" cy="359280"/>
            <a:chOff x="4829128" y="4050441"/>
            <a:chExt cx="1002960" cy="3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5663552D-1A10-4959-F99B-648366BAF0B1}"/>
                    </a:ext>
                  </a:extLst>
                </p14:cNvPr>
                <p14:cNvContentPartPr/>
                <p14:nvPr/>
              </p14:nvContentPartPr>
              <p14:xfrm>
                <a:off x="5179408" y="4145841"/>
                <a:ext cx="292680" cy="22320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5663552D-1A10-4959-F99B-648366BAF0B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173288" y="4139721"/>
                  <a:ext cx="3049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05A929E2-ABED-8C17-7297-7ED31C9ACB91}"/>
                    </a:ext>
                  </a:extLst>
                </p14:cNvPr>
                <p14:cNvContentPartPr/>
                <p14:nvPr/>
              </p14:nvContentPartPr>
              <p14:xfrm>
                <a:off x="4829128" y="4050441"/>
                <a:ext cx="1002960" cy="35928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05A929E2-ABED-8C17-7297-7ED31C9ACB9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823008" y="4044321"/>
                  <a:ext cx="1015200" cy="37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60" name="Tinta 159">
                <a:extLst>
                  <a:ext uri="{FF2B5EF4-FFF2-40B4-BE49-F238E27FC236}">
                    <a16:creationId xmlns:a16="http://schemas.microsoft.com/office/drawing/2014/main" id="{CCCE9E1F-C708-6553-F6E5-B7026A2D839D}"/>
                  </a:ext>
                </a:extLst>
              </p14:cNvPr>
              <p14:cNvContentPartPr/>
              <p14:nvPr/>
            </p14:nvContentPartPr>
            <p14:xfrm>
              <a:off x="10344688" y="4396041"/>
              <a:ext cx="430920" cy="452880"/>
            </p14:xfrm>
          </p:contentPart>
        </mc:Choice>
        <mc:Fallback>
          <p:pic>
            <p:nvPicPr>
              <p:cNvPr id="160" name="Tinta 159">
                <a:extLst>
                  <a:ext uri="{FF2B5EF4-FFF2-40B4-BE49-F238E27FC236}">
                    <a16:creationId xmlns:a16="http://schemas.microsoft.com/office/drawing/2014/main" id="{CCCE9E1F-C708-6553-F6E5-B7026A2D839D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0338568" y="4389921"/>
                <a:ext cx="443160" cy="46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Agrupar 173">
            <a:extLst>
              <a:ext uri="{FF2B5EF4-FFF2-40B4-BE49-F238E27FC236}">
                <a16:creationId xmlns:a16="http://schemas.microsoft.com/office/drawing/2014/main" id="{BAD721C8-8FFF-B0B0-47CE-1036CA8082E9}"/>
              </a:ext>
            </a:extLst>
          </p:cNvPr>
          <p:cNvGrpSpPr/>
          <p:nvPr/>
        </p:nvGrpSpPr>
        <p:grpSpPr>
          <a:xfrm>
            <a:off x="6121888" y="4209921"/>
            <a:ext cx="5807520" cy="2176920"/>
            <a:chOff x="6121888" y="4209921"/>
            <a:chExt cx="5807520" cy="21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835F6431-2D24-117E-C7C5-C0FCD052C2EA}"/>
                    </a:ext>
                  </a:extLst>
                </p14:cNvPr>
                <p14:cNvContentPartPr/>
                <p14:nvPr/>
              </p14:nvContentPartPr>
              <p14:xfrm>
                <a:off x="6274888" y="4257801"/>
                <a:ext cx="174600" cy="17172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835F6431-2D24-117E-C7C5-C0FCD052C2E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268768" y="4251681"/>
                  <a:ext cx="1868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E8F1EC30-ECE3-A571-2186-BFD85A6FDC2E}"/>
                    </a:ext>
                  </a:extLst>
                </p14:cNvPr>
                <p14:cNvContentPartPr/>
                <p14:nvPr/>
              </p14:nvContentPartPr>
              <p14:xfrm>
                <a:off x="6228088" y="4287681"/>
                <a:ext cx="397800" cy="13644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E8F1EC30-ECE3-A571-2186-BFD85A6FDC2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221968" y="4281561"/>
                  <a:ext cx="410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745E7734-B4A9-5E62-EC3E-5D9F6F6E3FF3}"/>
                    </a:ext>
                  </a:extLst>
                </p14:cNvPr>
                <p14:cNvContentPartPr/>
                <p14:nvPr/>
              </p14:nvContentPartPr>
              <p14:xfrm>
                <a:off x="6697528" y="4409001"/>
                <a:ext cx="299880" cy="2736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745E7734-B4A9-5E62-EC3E-5D9F6F6E3FF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691408" y="4402881"/>
                  <a:ext cx="312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0C1B3FB9-4814-3768-7530-89412459B517}"/>
                    </a:ext>
                  </a:extLst>
                </p14:cNvPr>
                <p14:cNvContentPartPr/>
                <p14:nvPr/>
              </p14:nvContentPartPr>
              <p14:xfrm>
                <a:off x="6881848" y="4312521"/>
                <a:ext cx="12240" cy="14184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0C1B3FB9-4814-3768-7530-89412459B51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875728" y="4306401"/>
                  <a:ext cx="24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13BFD3D1-1062-974C-AECC-06B5918D3EF9}"/>
                    </a:ext>
                  </a:extLst>
                </p14:cNvPr>
                <p14:cNvContentPartPr/>
                <p14:nvPr/>
              </p14:nvContentPartPr>
              <p14:xfrm>
                <a:off x="7173448" y="4283721"/>
                <a:ext cx="303480" cy="15804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13BFD3D1-1062-974C-AECC-06B5918D3EF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167328" y="4277601"/>
                  <a:ext cx="315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2F5B39FE-D8EF-5DCA-9EA0-85092C31354A}"/>
                    </a:ext>
                  </a:extLst>
                </p14:cNvPr>
                <p14:cNvContentPartPr/>
                <p14:nvPr/>
              </p14:nvContentPartPr>
              <p14:xfrm>
                <a:off x="7582048" y="4372281"/>
                <a:ext cx="360360" cy="20772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2F5B39FE-D8EF-5DCA-9EA0-85092C31354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575928" y="4366161"/>
                  <a:ext cx="3726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5F28FD38-C3DD-CD2F-C451-936804A050F9}"/>
                    </a:ext>
                  </a:extLst>
                </p14:cNvPr>
                <p14:cNvContentPartPr/>
                <p14:nvPr/>
              </p14:nvContentPartPr>
              <p14:xfrm>
                <a:off x="8096488" y="4500801"/>
                <a:ext cx="299880" cy="1800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5F28FD38-C3DD-CD2F-C451-936804A050F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090368" y="4494681"/>
                  <a:ext cx="312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65A74C6D-D363-D381-DE36-59F200819654}"/>
                    </a:ext>
                  </a:extLst>
                </p14:cNvPr>
                <p14:cNvContentPartPr/>
                <p14:nvPr/>
              </p14:nvContentPartPr>
              <p14:xfrm>
                <a:off x="8665648" y="4354281"/>
                <a:ext cx="269280" cy="14688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65A74C6D-D363-D381-DE36-59F20081965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659528" y="4348161"/>
                  <a:ext cx="281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3E22AC30-3BF0-C87C-207E-C8BDBA87AA2F}"/>
                    </a:ext>
                  </a:extLst>
                </p14:cNvPr>
                <p14:cNvContentPartPr/>
                <p14:nvPr/>
              </p14:nvContentPartPr>
              <p14:xfrm>
                <a:off x="8687248" y="4359681"/>
                <a:ext cx="282600" cy="14940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3E22AC30-3BF0-C87C-207E-C8BDBA87AA2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681128" y="4353561"/>
                  <a:ext cx="294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01478A43-62F6-24AC-0EC3-14AB6CD07637}"/>
                    </a:ext>
                  </a:extLst>
                </p14:cNvPr>
                <p14:cNvContentPartPr/>
                <p14:nvPr/>
              </p14:nvContentPartPr>
              <p14:xfrm>
                <a:off x="9158488" y="4446441"/>
                <a:ext cx="403560" cy="3024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01478A43-62F6-24AC-0EC3-14AB6CD0763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152368" y="4440321"/>
                  <a:ext cx="415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CD149C79-4E52-1002-C343-D4294EE81457}"/>
                    </a:ext>
                  </a:extLst>
                </p14:cNvPr>
                <p14:cNvContentPartPr/>
                <p14:nvPr/>
              </p14:nvContentPartPr>
              <p14:xfrm>
                <a:off x="9281968" y="4344561"/>
                <a:ext cx="47520" cy="25344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CD149C79-4E52-1002-C343-D4294EE8145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275848" y="4338441"/>
                  <a:ext cx="597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4D8E1ABA-6267-E139-5E67-62B7E93D1D4F}"/>
                    </a:ext>
                  </a:extLst>
                </p14:cNvPr>
                <p14:cNvContentPartPr/>
                <p14:nvPr/>
              </p14:nvContentPartPr>
              <p14:xfrm>
                <a:off x="9540808" y="4302801"/>
                <a:ext cx="336960" cy="17460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4D8E1ABA-6267-E139-5E67-62B7E93D1D4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534688" y="4296681"/>
                  <a:ext cx="349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A6041064-1618-BA33-2C9A-B702F9630DCF}"/>
                    </a:ext>
                  </a:extLst>
                </p14:cNvPr>
                <p14:cNvContentPartPr/>
                <p14:nvPr/>
              </p14:nvContentPartPr>
              <p14:xfrm>
                <a:off x="8070928" y="4209921"/>
                <a:ext cx="978840" cy="42624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A6041064-1618-BA33-2C9A-B702F9630DC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064808" y="4203801"/>
                  <a:ext cx="99108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F2B93BA3-2E67-71EE-74C5-A5515BFC8CC0}"/>
                    </a:ext>
                  </a:extLst>
                </p14:cNvPr>
                <p14:cNvContentPartPr/>
                <p14:nvPr/>
              </p14:nvContentPartPr>
              <p14:xfrm>
                <a:off x="7848088" y="4580361"/>
                <a:ext cx="736200" cy="18000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F2B93BA3-2E67-71EE-74C5-A5515BFC8CC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841968" y="4574241"/>
                  <a:ext cx="748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65B08D38-2CE7-9F5A-8277-D54AA36873CF}"/>
                    </a:ext>
                  </a:extLst>
                </p14:cNvPr>
                <p14:cNvContentPartPr/>
                <p14:nvPr/>
              </p14:nvContentPartPr>
              <p14:xfrm>
                <a:off x="6121888" y="5009481"/>
                <a:ext cx="233640" cy="17856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65B08D38-2CE7-9F5A-8277-D54AA36873C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115768" y="5003361"/>
                  <a:ext cx="245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158CF3E8-3EEB-B024-A3D9-7554F2EDCE5B}"/>
                    </a:ext>
                  </a:extLst>
                </p14:cNvPr>
                <p14:cNvContentPartPr/>
                <p14:nvPr/>
              </p14:nvContentPartPr>
              <p14:xfrm>
                <a:off x="6204688" y="5098401"/>
                <a:ext cx="256680" cy="7668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158CF3E8-3EEB-B024-A3D9-7554F2EDCE5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198568" y="5092281"/>
                  <a:ext cx="2689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C755E8B9-FD88-93EB-CA03-10140DACB93E}"/>
                    </a:ext>
                  </a:extLst>
                </p14:cNvPr>
                <p14:cNvContentPartPr/>
                <p14:nvPr/>
              </p14:nvContentPartPr>
              <p14:xfrm>
                <a:off x="6637408" y="5157081"/>
                <a:ext cx="174240" cy="1044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C755E8B9-FD88-93EB-CA03-10140DACB93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631288" y="5150961"/>
                  <a:ext cx="1864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64E76254-EC95-D145-F620-8F5262FDDCA3}"/>
                    </a:ext>
                  </a:extLst>
                </p14:cNvPr>
                <p14:cNvContentPartPr/>
                <p14:nvPr/>
              </p14:nvContentPartPr>
              <p14:xfrm>
                <a:off x="6693568" y="5102721"/>
                <a:ext cx="12240" cy="10224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64E76254-EC95-D145-F620-8F5262FDDCA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687448" y="5096601"/>
                  <a:ext cx="24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7EF6B6BA-EC23-E733-587C-81A4FD0D9BCD}"/>
                    </a:ext>
                  </a:extLst>
                </p14:cNvPr>
                <p14:cNvContentPartPr/>
                <p14:nvPr/>
              </p14:nvContentPartPr>
              <p14:xfrm>
                <a:off x="6917128" y="5085801"/>
                <a:ext cx="115560" cy="13644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7EF6B6BA-EC23-E733-587C-81A4FD0D9BC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911008" y="5079681"/>
                  <a:ext cx="1278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6BA1C6A2-A4E4-61F1-8734-2AD6917BC32D}"/>
                    </a:ext>
                  </a:extLst>
                </p14:cNvPr>
                <p14:cNvContentPartPr/>
                <p14:nvPr/>
              </p14:nvContentPartPr>
              <p14:xfrm>
                <a:off x="6917128" y="5149881"/>
                <a:ext cx="174240" cy="6768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6BA1C6A2-A4E4-61F1-8734-2AD6917BC32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911008" y="5143761"/>
                  <a:ext cx="186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57B617EA-84AF-5D24-26CF-D757D918E65D}"/>
                    </a:ext>
                  </a:extLst>
                </p14:cNvPr>
                <p14:cNvContentPartPr/>
                <p14:nvPr/>
              </p14:nvContentPartPr>
              <p14:xfrm>
                <a:off x="7241488" y="5120001"/>
                <a:ext cx="247320" cy="10440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57B617EA-84AF-5D24-26CF-D757D918E65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235368" y="5113881"/>
                  <a:ext cx="259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AEF6E615-C03C-C8C9-712F-135079E464E4}"/>
                    </a:ext>
                  </a:extLst>
                </p14:cNvPr>
                <p14:cNvContentPartPr/>
                <p14:nvPr/>
              </p14:nvContentPartPr>
              <p14:xfrm>
                <a:off x="7708408" y="5058801"/>
                <a:ext cx="222480" cy="18972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AEF6E615-C03C-C8C9-712F-135079E464E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702288" y="5052681"/>
                  <a:ext cx="2347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EE4D18AD-BC79-2DE5-133C-33F7467E4462}"/>
                    </a:ext>
                  </a:extLst>
                </p14:cNvPr>
                <p14:cNvContentPartPr/>
                <p14:nvPr/>
              </p14:nvContentPartPr>
              <p14:xfrm>
                <a:off x="8303488" y="5149161"/>
                <a:ext cx="339480" cy="15984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EE4D18AD-BC79-2DE5-133C-33F7467E446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297368" y="5143041"/>
                  <a:ext cx="351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F498E3C6-6119-62F5-4F3C-F12224C5678A}"/>
                    </a:ext>
                  </a:extLst>
                </p14:cNvPr>
                <p14:cNvContentPartPr/>
                <p14:nvPr/>
              </p14:nvContentPartPr>
              <p14:xfrm>
                <a:off x="8745928" y="5018841"/>
                <a:ext cx="421920" cy="25632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F498E3C6-6119-62F5-4F3C-F12224C5678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739808" y="5012721"/>
                  <a:ext cx="4341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9052E538-B27B-FA3A-34DF-0DC03014C2D3}"/>
                    </a:ext>
                  </a:extLst>
                </p14:cNvPr>
                <p14:cNvContentPartPr/>
                <p14:nvPr/>
              </p14:nvContentPartPr>
              <p14:xfrm>
                <a:off x="6544528" y="5560641"/>
                <a:ext cx="268560" cy="28404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9052E538-B27B-FA3A-34DF-0DC03014C2D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538408" y="5554521"/>
                  <a:ext cx="2808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6E26E9CE-E984-A950-3892-F090907D571A}"/>
                    </a:ext>
                  </a:extLst>
                </p14:cNvPr>
                <p14:cNvContentPartPr/>
                <p14:nvPr/>
              </p14:nvContentPartPr>
              <p14:xfrm>
                <a:off x="6918928" y="5737401"/>
                <a:ext cx="137160" cy="11196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6E26E9CE-E984-A950-3892-F090907D571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912808" y="5731281"/>
                  <a:ext cx="1494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942A156B-8F8E-46FB-F35A-850DD6D0A0E5}"/>
                    </a:ext>
                  </a:extLst>
                </p14:cNvPr>
                <p14:cNvContentPartPr/>
                <p14:nvPr/>
              </p14:nvContentPartPr>
              <p14:xfrm>
                <a:off x="6917128" y="5760081"/>
                <a:ext cx="209520" cy="10872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942A156B-8F8E-46FB-F35A-850DD6D0A0E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911008" y="5753961"/>
                  <a:ext cx="2217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1D8106B7-76DF-E590-8CA5-C3117D0C1E89}"/>
                    </a:ext>
                  </a:extLst>
                </p14:cNvPr>
                <p14:cNvContentPartPr/>
                <p14:nvPr/>
              </p14:nvContentPartPr>
              <p14:xfrm>
                <a:off x="7382608" y="5744601"/>
                <a:ext cx="209520" cy="540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1D8106B7-76DF-E590-8CA5-C3117D0C1E8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376488" y="5738481"/>
                  <a:ext cx="2217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37D4FAFF-1E27-E0C2-BB31-F4F3A145224A}"/>
                    </a:ext>
                  </a:extLst>
                </p14:cNvPr>
                <p14:cNvContentPartPr/>
                <p14:nvPr/>
              </p14:nvContentPartPr>
              <p14:xfrm>
                <a:off x="7406008" y="5673321"/>
                <a:ext cx="70920" cy="10872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37D4FAFF-1E27-E0C2-BB31-F4F3A145224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399888" y="5667201"/>
                  <a:ext cx="83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EA08524B-BF06-F264-67DA-9FD950F61AB4}"/>
                    </a:ext>
                  </a:extLst>
                </p14:cNvPr>
                <p14:cNvContentPartPr/>
                <p14:nvPr/>
              </p14:nvContentPartPr>
              <p14:xfrm>
                <a:off x="7720288" y="5644161"/>
                <a:ext cx="245520" cy="19548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EA08524B-BF06-F264-67DA-9FD950F61AB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714168" y="5638041"/>
                  <a:ext cx="2577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81C3C795-6797-D2E1-FEBC-E42D2C8C7446}"/>
                    </a:ext>
                  </a:extLst>
                </p14:cNvPr>
                <p14:cNvContentPartPr/>
                <p14:nvPr/>
              </p14:nvContentPartPr>
              <p14:xfrm>
                <a:off x="8327248" y="5720481"/>
                <a:ext cx="257040" cy="17280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81C3C795-6797-D2E1-FEBC-E42D2C8C744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321128" y="5714361"/>
                  <a:ext cx="269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BAA72ED9-069C-6DB2-FFA9-7B1DC5CDA82A}"/>
                    </a:ext>
                  </a:extLst>
                </p14:cNvPr>
                <p14:cNvContentPartPr/>
                <p14:nvPr/>
              </p14:nvContentPartPr>
              <p14:xfrm>
                <a:off x="8804968" y="5667921"/>
                <a:ext cx="327240" cy="20592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BAA72ED9-069C-6DB2-FFA9-7B1DC5CDA82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798848" y="5661801"/>
                  <a:ext cx="339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8E10C0DA-1D2D-9F3F-876E-9F22C9553CEC}"/>
                    </a:ext>
                  </a:extLst>
                </p14:cNvPr>
                <p14:cNvContentPartPr/>
                <p14:nvPr/>
              </p14:nvContentPartPr>
              <p14:xfrm>
                <a:off x="7240768" y="5479281"/>
                <a:ext cx="876600" cy="50112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8E10C0DA-1D2D-9F3F-876E-9F22C9553CE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234648" y="5473161"/>
                  <a:ext cx="88884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FB2915A1-E655-A424-F18A-B3325FF0F724}"/>
                    </a:ext>
                  </a:extLst>
                </p14:cNvPr>
                <p14:cNvContentPartPr/>
                <p14:nvPr/>
              </p14:nvContentPartPr>
              <p14:xfrm>
                <a:off x="7859968" y="5474961"/>
                <a:ext cx="1016280" cy="6552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FB2915A1-E655-A424-F18A-B3325FF0F72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853848" y="5468841"/>
                  <a:ext cx="10285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D8EB3A8F-8500-9FE3-BB1D-C1BE49E34EE5}"/>
                    </a:ext>
                  </a:extLst>
                </p14:cNvPr>
                <p14:cNvContentPartPr/>
                <p14:nvPr/>
              </p14:nvContentPartPr>
              <p14:xfrm>
                <a:off x="8793088" y="5522121"/>
                <a:ext cx="153000" cy="2736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D8EB3A8F-8500-9FE3-BB1D-C1BE49E34EE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786968" y="5516001"/>
                  <a:ext cx="165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992F9E27-7235-4A4B-060A-3B0769061857}"/>
                    </a:ext>
                  </a:extLst>
                </p14:cNvPr>
                <p14:cNvContentPartPr/>
                <p14:nvPr/>
              </p14:nvContentPartPr>
              <p14:xfrm>
                <a:off x="7008928" y="5980041"/>
                <a:ext cx="246240" cy="36288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992F9E27-7235-4A4B-060A-3B076906185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002808" y="5973921"/>
                  <a:ext cx="2584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90C88882-DCD5-9F4E-F195-4F38E532E63A}"/>
                    </a:ext>
                  </a:extLst>
                </p14:cNvPr>
                <p14:cNvContentPartPr/>
                <p14:nvPr/>
              </p14:nvContentPartPr>
              <p14:xfrm>
                <a:off x="7323928" y="6197841"/>
                <a:ext cx="291960" cy="16200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90C88882-DCD5-9F4E-F195-4F38E532E63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317808" y="6191721"/>
                  <a:ext cx="304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D6DFDE1C-6D6C-FD0B-F0F0-DFD0992F74E7}"/>
                    </a:ext>
                  </a:extLst>
                </p14:cNvPr>
                <p14:cNvContentPartPr/>
                <p14:nvPr/>
              </p14:nvContentPartPr>
              <p14:xfrm>
                <a:off x="7883008" y="6212241"/>
                <a:ext cx="292320" cy="15516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D6DFDE1C-6D6C-FD0B-F0F0-DFD0992F74E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876888" y="6206121"/>
                  <a:ext cx="3045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9156123B-0C46-A226-EAFA-31C83E9CA9A8}"/>
                    </a:ext>
                  </a:extLst>
                </p14:cNvPr>
                <p14:cNvContentPartPr/>
                <p14:nvPr/>
              </p14:nvContentPartPr>
              <p14:xfrm>
                <a:off x="8281888" y="6146721"/>
                <a:ext cx="303120" cy="23436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9156123B-0C46-A226-EAFA-31C83E9CA9A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275768" y="6140601"/>
                  <a:ext cx="3153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4D54E3F5-D2B0-57BE-DE03-046C8685C5C2}"/>
                    </a:ext>
                  </a:extLst>
                </p14:cNvPr>
                <p14:cNvContentPartPr/>
                <p14:nvPr/>
              </p14:nvContentPartPr>
              <p14:xfrm>
                <a:off x="8734408" y="6280281"/>
                <a:ext cx="303480" cy="3240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4D54E3F5-D2B0-57BE-DE03-046C8685C5C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728288" y="6274161"/>
                  <a:ext cx="315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B5C13021-BF63-A5D2-6768-CE605871D748}"/>
                    </a:ext>
                  </a:extLst>
                </p14:cNvPr>
                <p14:cNvContentPartPr/>
                <p14:nvPr/>
              </p14:nvContentPartPr>
              <p14:xfrm>
                <a:off x="9143368" y="6151041"/>
                <a:ext cx="348840" cy="23580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B5C13021-BF63-A5D2-6768-CE605871D74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137248" y="6144921"/>
                  <a:ext cx="3610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12F87210-F8F4-64CC-A838-99A6C054270C}"/>
                    </a:ext>
                  </a:extLst>
                </p14:cNvPr>
                <p14:cNvContentPartPr/>
                <p14:nvPr/>
              </p14:nvContentPartPr>
              <p14:xfrm>
                <a:off x="9831688" y="4776561"/>
                <a:ext cx="372240" cy="129888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12F87210-F8F4-64CC-A838-99A6C054270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825568" y="4770441"/>
                  <a:ext cx="384480" cy="13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D5CDB030-8F6F-1CE3-38BB-BE25EC1A144C}"/>
                    </a:ext>
                  </a:extLst>
                </p14:cNvPr>
                <p14:cNvContentPartPr/>
                <p14:nvPr/>
              </p14:nvContentPartPr>
              <p14:xfrm>
                <a:off x="10144888" y="4860441"/>
                <a:ext cx="82800" cy="7668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D5CDB030-8F6F-1CE3-38BB-BE25EC1A144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138768" y="4854321"/>
                  <a:ext cx="950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15028AC2-0719-1E56-45DA-6205CCBE77B3}"/>
                    </a:ext>
                  </a:extLst>
                </p14:cNvPr>
                <p14:cNvContentPartPr/>
                <p14:nvPr/>
              </p14:nvContentPartPr>
              <p14:xfrm>
                <a:off x="10379968" y="4590081"/>
                <a:ext cx="268560" cy="20736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15028AC2-0719-1E56-45DA-6205CCBE77B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373848" y="4583961"/>
                  <a:ext cx="2808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363C89C9-25B1-F129-2532-48556E8DD362}"/>
                    </a:ext>
                  </a:extLst>
                </p14:cNvPr>
                <p14:cNvContentPartPr/>
                <p14:nvPr/>
              </p14:nvContentPartPr>
              <p14:xfrm>
                <a:off x="10739608" y="4707081"/>
                <a:ext cx="129600" cy="11124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363C89C9-25B1-F129-2532-48556E8DD36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733488" y="4700961"/>
                  <a:ext cx="1418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73D416D2-DF86-290B-2EC6-2AE21E780064}"/>
                    </a:ext>
                  </a:extLst>
                </p14:cNvPr>
                <p14:cNvContentPartPr/>
                <p14:nvPr/>
              </p14:nvContentPartPr>
              <p14:xfrm>
                <a:off x="10718368" y="4748841"/>
                <a:ext cx="256680" cy="9684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73D416D2-DF86-290B-2EC6-2AE21E780064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712248" y="4742721"/>
                  <a:ext cx="268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03073196-E8E9-19BE-C7CA-B41A7F1827A8}"/>
                    </a:ext>
                  </a:extLst>
                </p14:cNvPr>
                <p14:cNvContentPartPr/>
                <p14:nvPr/>
              </p14:nvContentPartPr>
              <p14:xfrm>
                <a:off x="10953088" y="4751001"/>
                <a:ext cx="243000" cy="11196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03073196-E8E9-19BE-C7CA-B41A7F1827A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946968" y="4744881"/>
                  <a:ext cx="255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760ED9D3-CF0C-682D-AFFF-6D0C90C31347}"/>
                    </a:ext>
                  </a:extLst>
                </p14:cNvPr>
                <p14:cNvContentPartPr/>
                <p14:nvPr/>
              </p14:nvContentPartPr>
              <p14:xfrm>
                <a:off x="11393368" y="4588281"/>
                <a:ext cx="328320" cy="22968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760ED9D3-CF0C-682D-AFFF-6D0C90C3134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387248" y="4582161"/>
                  <a:ext cx="3405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AF047C5E-4CB5-B2AD-3D80-656099621BD6}"/>
                    </a:ext>
                  </a:extLst>
                </p14:cNvPr>
                <p14:cNvContentPartPr/>
                <p14:nvPr/>
              </p14:nvContentPartPr>
              <p14:xfrm>
                <a:off x="10414888" y="5239521"/>
                <a:ext cx="268560" cy="21636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AF047C5E-4CB5-B2AD-3D80-656099621BD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408768" y="5233401"/>
                  <a:ext cx="2808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10679C4F-38DD-2AFB-B44C-E41855A7F5DF}"/>
                    </a:ext>
                  </a:extLst>
                </p14:cNvPr>
                <p14:cNvContentPartPr/>
                <p14:nvPr/>
              </p14:nvContentPartPr>
              <p14:xfrm>
                <a:off x="10426048" y="5346801"/>
                <a:ext cx="234000" cy="8640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10679C4F-38DD-2AFB-B44C-E41855A7F5D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419928" y="5340681"/>
                  <a:ext cx="2462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22FC5E9E-2B84-4AAB-8463-058F231BF536}"/>
                    </a:ext>
                  </a:extLst>
                </p14:cNvPr>
                <p14:cNvContentPartPr/>
                <p14:nvPr/>
              </p14:nvContentPartPr>
              <p14:xfrm>
                <a:off x="10880728" y="5357961"/>
                <a:ext cx="327240" cy="14184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22FC5E9E-2B84-4AAB-8463-058F231BF53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874608" y="5351841"/>
                  <a:ext cx="339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49F24C93-10B9-A2DD-A838-EF1833CF1084}"/>
                    </a:ext>
                  </a:extLst>
                </p14:cNvPr>
                <p14:cNvContentPartPr/>
                <p14:nvPr/>
              </p14:nvContentPartPr>
              <p14:xfrm>
                <a:off x="11381488" y="5174721"/>
                <a:ext cx="311040" cy="20376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49F24C93-10B9-A2DD-A838-EF1833CF108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1375368" y="5168601"/>
                  <a:ext cx="3232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369BBD0A-6775-75ED-6C17-2E716A6BE662}"/>
                    </a:ext>
                  </a:extLst>
                </p14:cNvPr>
                <p14:cNvContentPartPr/>
                <p14:nvPr/>
              </p14:nvContentPartPr>
              <p14:xfrm>
                <a:off x="11404888" y="5407641"/>
                <a:ext cx="397800" cy="8496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369BBD0A-6775-75ED-6C17-2E716A6BE66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1398768" y="5401521"/>
                  <a:ext cx="4100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9CE0CBB5-CB0C-ACD8-9200-2F0DC9E26340}"/>
                    </a:ext>
                  </a:extLst>
                </p14:cNvPr>
                <p14:cNvContentPartPr/>
                <p14:nvPr/>
              </p14:nvContentPartPr>
              <p14:xfrm>
                <a:off x="11310568" y="5556321"/>
                <a:ext cx="409680" cy="12564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9CE0CBB5-CB0C-ACD8-9200-2F0DC9E26340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304448" y="5550201"/>
                  <a:ext cx="4219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BD953C4A-A28E-68B8-CA0B-7E5198643C66}"/>
                    </a:ext>
                  </a:extLst>
                </p14:cNvPr>
                <p14:cNvContentPartPr/>
                <p14:nvPr/>
              </p14:nvContentPartPr>
              <p14:xfrm>
                <a:off x="10238848" y="4958721"/>
                <a:ext cx="1690560" cy="90144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BD953C4A-A28E-68B8-CA0B-7E5198643C6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232728" y="4952601"/>
                  <a:ext cx="1702800" cy="9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1598C7CC-4D3F-F952-9E1F-B0FBAEC7779C}"/>
                    </a:ext>
                  </a:extLst>
                </p14:cNvPr>
                <p14:cNvContentPartPr/>
                <p14:nvPr/>
              </p14:nvContentPartPr>
              <p14:xfrm>
                <a:off x="11346208" y="4424121"/>
                <a:ext cx="23760" cy="28044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1598C7CC-4D3F-F952-9E1F-B0FBAEC7779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340088" y="4418001"/>
                  <a:ext cx="36000" cy="29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Agrupar 188">
            <a:extLst>
              <a:ext uri="{FF2B5EF4-FFF2-40B4-BE49-F238E27FC236}">
                <a16:creationId xmlns:a16="http://schemas.microsoft.com/office/drawing/2014/main" id="{16838054-6FC5-886A-F4DB-08C031B3E1CA}"/>
              </a:ext>
            </a:extLst>
          </p:cNvPr>
          <p:cNvGrpSpPr/>
          <p:nvPr/>
        </p:nvGrpSpPr>
        <p:grpSpPr>
          <a:xfrm>
            <a:off x="386368" y="3145401"/>
            <a:ext cx="3743640" cy="749520"/>
            <a:chOff x="386368" y="3145401"/>
            <a:chExt cx="3743640" cy="74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525B4034-39EE-3B1E-7B96-A3FC56CB0D30}"/>
                    </a:ext>
                  </a:extLst>
                </p14:cNvPr>
                <p14:cNvContentPartPr/>
                <p14:nvPr/>
              </p14:nvContentPartPr>
              <p14:xfrm>
                <a:off x="386368" y="3243681"/>
                <a:ext cx="209520" cy="16452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525B4034-39EE-3B1E-7B96-A3FC56CB0D3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80248" y="3237561"/>
                  <a:ext cx="221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6EACA29B-3118-F2AD-F652-62B626482D15}"/>
                    </a:ext>
                  </a:extLst>
                </p14:cNvPr>
                <p14:cNvContentPartPr/>
                <p14:nvPr/>
              </p14:nvContentPartPr>
              <p14:xfrm>
                <a:off x="515608" y="3185361"/>
                <a:ext cx="278640" cy="25452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6EACA29B-3118-F2AD-F652-62B626482D15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09488" y="3179241"/>
                  <a:ext cx="2908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4118FA64-86C6-EF01-3C7F-A147195D1180}"/>
                    </a:ext>
                  </a:extLst>
                </p14:cNvPr>
                <p14:cNvContentPartPr/>
                <p14:nvPr/>
              </p14:nvContentPartPr>
              <p14:xfrm>
                <a:off x="1213648" y="3237201"/>
                <a:ext cx="210600" cy="16884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4118FA64-86C6-EF01-3C7F-A147195D1180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207528" y="3231081"/>
                  <a:ext cx="2228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F840479F-195C-03EF-A8A5-5AD49588BF57}"/>
                    </a:ext>
                  </a:extLst>
                </p14:cNvPr>
                <p14:cNvContentPartPr/>
                <p14:nvPr/>
              </p14:nvContentPartPr>
              <p14:xfrm>
                <a:off x="1190248" y="3425481"/>
                <a:ext cx="513000" cy="2736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F840479F-195C-03EF-A8A5-5AD49588BF5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84128" y="3419361"/>
                  <a:ext cx="525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851ADD66-66D6-1125-60D5-FB669E76464C}"/>
                    </a:ext>
                  </a:extLst>
                </p14:cNvPr>
                <p14:cNvContentPartPr/>
                <p14:nvPr/>
              </p14:nvContentPartPr>
              <p14:xfrm>
                <a:off x="1236688" y="3578121"/>
                <a:ext cx="245520" cy="11844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851ADD66-66D6-1125-60D5-FB669E76464C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230568" y="3572001"/>
                  <a:ext cx="2577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927CC76A-6CDB-0795-F6CE-B492615FAB43}"/>
                    </a:ext>
                  </a:extLst>
                </p14:cNvPr>
                <p14:cNvContentPartPr/>
                <p14:nvPr/>
              </p14:nvContentPartPr>
              <p14:xfrm>
                <a:off x="1926088" y="3395601"/>
                <a:ext cx="299520" cy="12924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927CC76A-6CDB-0795-F6CE-B492615FAB4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919968" y="3389481"/>
                  <a:ext cx="3117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506A6F9C-B736-90F1-DB74-989E7EB9E712}"/>
                    </a:ext>
                  </a:extLst>
                </p14:cNvPr>
                <p14:cNvContentPartPr/>
                <p14:nvPr/>
              </p14:nvContentPartPr>
              <p14:xfrm>
                <a:off x="2403448" y="3410721"/>
                <a:ext cx="198000" cy="8928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506A6F9C-B736-90F1-DB74-989E7EB9E71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397328" y="3404601"/>
                  <a:ext cx="2102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18A3D70C-670D-2D6F-75EB-0F53D24032C5}"/>
                    </a:ext>
                  </a:extLst>
                </p14:cNvPr>
                <p14:cNvContentPartPr/>
                <p14:nvPr/>
              </p14:nvContentPartPr>
              <p14:xfrm>
                <a:off x="2368168" y="3385881"/>
                <a:ext cx="362520" cy="14940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18A3D70C-670D-2D6F-75EB-0F53D24032C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362048" y="3379761"/>
                  <a:ext cx="3747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12BAF9BB-9109-3965-CFE4-960ECC11D79E}"/>
                    </a:ext>
                  </a:extLst>
                </p14:cNvPr>
                <p14:cNvContentPartPr/>
                <p14:nvPr/>
              </p14:nvContentPartPr>
              <p14:xfrm>
                <a:off x="2927608" y="3437721"/>
                <a:ext cx="264600" cy="13716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12BAF9BB-9109-3965-CFE4-960ECC11D79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921488" y="3431601"/>
                  <a:ext cx="2768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02C53F96-6F82-AF58-2879-7492F432B48D}"/>
                    </a:ext>
                  </a:extLst>
                </p14:cNvPr>
                <p14:cNvContentPartPr/>
                <p14:nvPr/>
              </p14:nvContentPartPr>
              <p14:xfrm>
                <a:off x="3557608" y="3314961"/>
                <a:ext cx="267840" cy="10872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02C53F96-6F82-AF58-2879-7492F432B48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551488" y="3308841"/>
                  <a:ext cx="2800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B9B6E790-4628-8705-0A0A-5BE30B0000B3}"/>
                    </a:ext>
                  </a:extLst>
                </p14:cNvPr>
                <p14:cNvContentPartPr/>
                <p14:nvPr/>
              </p14:nvContentPartPr>
              <p14:xfrm>
                <a:off x="3510448" y="3516921"/>
                <a:ext cx="338760" cy="2808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B9B6E790-4628-8705-0A0A-5BE30B0000B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504328" y="3510801"/>
                  <a:ext cx="351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95250019-AC16-3761-A737-E5E3CA27258A}"/>
                    </a:ext>
                  </a:extLst>
                </p14:cNvPr>
                <p14:cNvContentPartPr/>
                <p14:nvPr/>
              </p14:nvContentPartPr>
              <p14:xfrm>
                <a:off x="3603688" y="3596481"/>
                <a:ext cx="327960" cy="12312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95250019-AC16-3761-A737-E5E3CA27258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597568" y="3590361"/>
                  <a:ext cx="3402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45A681DB-E8F2-10BD-D33E-E0D6A08AACEA}"/>
                    </a:ext>
                  </a:extLst>
                </p14:cNvPr>
                <p14:cNvContentPartPr/>
                <p14:nvPr/>
              </p14:nvContentPartPr>
              <p14:xfrm>
                <a:off x="969568" y="3145401"/>
                <a:ext cx="3160440" cy="74952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45A681DB-E8F2-10BD-D33E-E0D6A08AACE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63448" y="3139281"/>
                  <a:ext cx="3172680" cy="761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25097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454AD-2CC2-6A58-90C1-196665B3D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31B16F56-7CB0-EDF3-BCD5-48CF6DE4BF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694" y="1850770"/>
            <a:ext cx="4046571" cy="1165961"/>
          </a:xfr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8C8198CC-0BE6-52EF-769B-FD3BD9CEBF87}"/>
              </a:ext>
            </a:extLst>
          </p:cNvPr>
          <p:cNvGrpSpPr/>
          <p:nvPr/>
        </p:nvGrpSpPr>
        <p:grpSpPr>
          <a:xfrm>
            <a:off x="5072488" y="1828881"/>
            <a:ext cx="700560" cy="420480"/>
            <a:chOff x="5072488" y="1828881"/>
            <a:chExt cx="700560" cy="42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52DA2082-3321-11B2-8710-20F0F3472482}"/>
                    </a:ext>
                  </a:extLst>
                </p14:cNvPr>
                <p14:cNvContentPartPr/>
                <p14:nvPr/>
              </p14:nvContentPartPr>
              <p14:xfrm>
                <a:off x="5459488" y="1981161"/>
                <a:ext cx="104040" cy="14580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52DA2082-3321-11B2-8710-20F0F347248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453368" y="1975041"/>
                  <a:ext cx="1162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98C82BCA-41D5-A08C-1B80-944D1757A758}"/>
                    </a:ext>
                  </a:extLst>
                </p14:cNvPr>
                <p14:cNvContentPartPr/>
                <p14:nvPr/>
              </p14:nvContentPartPr>
              <p14:xfrm>
                <a:off x="5072488" y="1828881"/>
                <a:ext cx="700560" cy="42048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98C82BCA-41D5-A08C-1B80-944D1757A75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66368" y="1822761"/>
                  <a:ext cx="712800" cy="43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590A6F53-9FE8-0026-BFE5-21F0F7D2E615}"/>
              </a:ext>
            </a:extLst>
          </p:cNvPr>
          <p:cNvGrpSpPr/>
          <p:nvPr/>
        </p:nvGrpSpPr>
        <p:grpSpPr>
          <a:xfrm>
            <a:off x="6018568" y="1936161"/>
            <a:ext cx="1966680" cy="287640"/>
            <a:chOff x="6018568" y="1936161"/>
            <a:chExt cx="196668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B5167192-1725-5E8A-93BE-53CE1F03673E}"/>
                    </a:ext>
                  </a:extLst>
                </p14:cNvPr>
                <p14:cNvContentPartPr/>
                <p14:nvPr/>
              </p14:nvContentPartPr>
              <p14:xfrm>
                <a:off x="6018568" y="2085201"/>
                <a:ext cx="442800" cy="9180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B5167192-1725-5E8A-93BE-53CE1F03673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12448" y="2079081"/>
                  <a:ext cx="455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BB9B4215-846B-2A5F-DABB-BEB8145F6107}"/>
                    </a:ext>
                  </a:extLst>
                </p14:cNvPr>
                <p14:cNvContentPartPr/>
                <p14:nvPr/>
              </p14:nvContentPartPr>
              <p14:xfrm>
                <a:off x="6717328" y="1936161"/>
                <a:ext cx="244800" cy="23796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BB9B4215-846B-2A5F-DABB-BEB8145F610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11208" y="1930041"/>
                  <a:ext cx="2570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D8D31574-CFF3-A24F-BF12-D66B54387A6F}"/>
                    </a:ext>
                  </a:extLst>
                </p14:cNvPr>
                <p14:cNvContentPartPr/>
                <p14:nvPr/>
              </p14:nvContentPartPr>
              <p14:xfrm>
                <a:off x="7114408" y="2087361"/>
                <a:ext cx="115560" cy="13644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D8D31574-CFF3-A24F-BF12-D66B54387A6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08288" y="2081241"/>
                  <a:ext cx="1278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60A77EF6-3FA7-BA2E-1229-1FAB5A6C404B}"/>
                    </a:ext>
                  </a:extLst>
                </p14:cNvPr>
                <p14:cNvContentPartPr/>
                <p14:nvPr/>
              </p14:nvContentPartPr>
              <p14:xfrm>
                <a:off x="6997048" y="2067921"/>
                <a:ext cx="291960" cy="14868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60A77EF6-3FA7-BA2E-1229-1FAB5A6C404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90928" y="2061801"/>
                  <a:ext cx="3042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0A8F2698-5060-4557-8484-5A216E076B62}"/>
                    </a:ext>
                  </a:extLst>
                </p14:cNvPr>
                <p14:cNvContentPartPr/>
                <p14:nvPr/>
              </p14:nvContentPartPr>
              <p14:xfrm>
                <a:off x="7673848" y="1993041"/>
                <a:ext cx="311400" cy="16668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0A8F2698-5060-4557-8484-5A216E076B6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67728" y="1986921"/>
                  <a:ext cx="3236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CC83BB51-C838-1226-259C-C795FCD44444}"/>
                    </a:ext>
                  </a:extLst>
                </p14:cNvPr>
                <p14:cNvContentPartPr/>
                <p14:nvPr/>
              </p14:nvContentPartPr>
              <p14:xfrm>
                <a:off x="7579888" y="2107521"/>
                <a:ext cx="338760" cy="9900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CC83BB51-C838-1226-259C-C795FCD4444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573768" y="2101401"/>
                  <a:ext cx="35100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AD90580C-D5DB-E9AA-1A99-D5DBC07768AB}"/>
              </a:ext>
            </a:extLst>
          </p:cNvPr>
          <p:cNvGrpSpPr/>
          <p:nvPr/>
        </p:nvGrpSpPr>
        <p:grpSpPr>
          <a:xfrm>
            <a:off x="8710648" y="1851921"/>
            <a:ext cx="965520" cy="409320"/>
            <a:chOff x="8710648" y="1851921"/>
            <a:chExt cx="965520" cy="40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E120A951-C3FB-5B80-CA3C-B74F93E26562}"/>
                    </a:ext>
                  </a:extLst>
                </p14:cNvPr>
                <p14:cNvContentPartPr/>
                <p14:nvPr/>
              </p14:nvContentPartPr>
              <p14:xfrm>
                <a:off x="8710648" y="1975761"/>
                <a:ext cx="174600" cy="16668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E120A951-C3FB-5B80-CA3C-B74F93E2656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704528" y="1969641"/>
                  <a:ext cx="1868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92CF8273-D2B7-A41A-B7B9-370C1403F24B}"/>
                    </a:ext>
                  </a:extLst>
                </p14:cNvPr>
                <p14:cNvContentPartPr/>
                <p14:nvPr/>
              </p14:nvContentPartPr>
              <p14:xfrm>
                <a:off x="8922328" y="2042721"/>
                <a:ext cx="232920" cy="1296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92CF8273-D2B7-A41A-B7B9-370C1403F24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16208" y="2036601"/>
                  <a:ext cx="2451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35C50EB7-D350-8DBD-A22C-7AD9F5179E9D}"/>
                    </a:ext>
                  </a:extLst>
                </p14:cNvPr>
                <p14:cNvContentPartPr/>
                <p14:nvPr/>
              </p14:nvContentPartPr>
              <p14:xfrm>
                <a:off x="9213928" y="1996281"/>
                <a:ext cx="291960" cy="17316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35C50EB7-D350-8DBD-A22C-7AD9F5179E9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207808" y="1990161"/>
                  <a:ext cx="3042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47574A97-3B72-C9E0-6A1C-94FA58A35A83}"/>
                    </a:ext>
                  </a:extLst>
                </p14:cNvPr>
                <p14:cNvContentPartPr/>
                <p14:nvPr/>
              </p14:nvContentPartPr>
              <p14:xfrm>
                <a:off x="8808928" y="1851921"/>
                <a:ext cx="867240" cy="40932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47574A97-3B72-C9E0-6A1C-94FA58A35A8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802808" y="1845801"/>
                  <a:ext cx="879480" cy="42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858B2231-491C-DD78-36AF-67AE0827B733}"/>
                  </a:ext>
                </a:extLst>
              </p14:cNvPr>
              <p14:cNvContentPartPr/>
              <p14:nvPr/>
            </p14:nvContentPartPr>
            <p14:xfrm>
              <a:off x="5772328" y="2890521"/>
              <a:ext cx="270720" cy="42120"/>
            </p14:xfrm>
          </p:contentPart>
        </mc:Choice>
        <mc:Fallback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858B2231-491C-DD78-36AF-67AE0827B73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766208" y="2884401"/>
                <a:ext cx="28296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Agrupar 31">
            <a:extLst>
              <a:ext uri="{FF2B5EF4-FFF2-40B4-BE49-F238E27FC236}">
                <a16:creationId xmlns:a16="http://schemas.microsoft.com/office/drawing/2014/main" id="{CA04E8C1-983C-9A31-AA40-799BB7DA544E}"/>
              </a:ext>
            </a:extLst>
          </p:cNvPr>
          <p:cNvGrpSpPr/>
          <p:nvPr/>
        </p:nvGrpSpPr>
        <p:grpSpPr>
          <a:xfrm>
            <a:off x="6354808" y="2673081"/>
            <a:ext cx="1049400" cy="252000"/>
            <a:chOff x="6354808" y="2673081"/>
            <a:chExt cx="1049400" cy="25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C877EE39-D7CB-FEB0-C692-0B84451BFA5C}"/>
                    </a:ext>
                  </a:extLst>
                </p14:cNvPr>
                <p14:cNvContentPartPr/>
                <p14:nvPr/>
              </p14:nvContentPartPr>
              <p14:xfrm>
                <a:off x="6354808" y="2673081"/>
                <a:ext cx="246960" cy="22752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C877EE39-D7CB-FEB0-C692-0B84451BFA5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48688" y="2666961"/>
                  <a:ext cx="2592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0FB4701D-B78F-2668-0A2B-ED91E6AC8B42}"/>
                    </a:ext>
                  </a:extLst>
                </p14:cNvPr>
                <p14:cNvContentPartPr/>
                <p14:nvPr/>
              </p14:nvContentPartPr>
              <p14:xfrm>
                <a:off x="6682048" y="2810601"/>
                <a:ext cx="70560" cy="11448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0FB4701D-B78F-2668-0A2B-ED91E6AC8B4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75928" y="2804481"/>
                  <a:ext cx="82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2B48406C-DF27-2BC6-F67F-4B367B3B891D}"/>
                    </a:ext>
                  </a:extLst>
                </p14:cNvPr>
                <p14:cNvContentPartPr/>
                <p14:nvPr/>
              </p14:nvContentPartPr>
              <p14:xfrm>
                <a:off x="6658648" y="2845521"/>
                <a:ext cx="153000" cy="6768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2B48406C-DF27-2BC6-F67F-4B367B3B891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52528" y="2839401"/>
                  <a:ext cx="1652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9B2D5C3F-D913-424F-4796-B657D282F582}"/>
                    </a:ext>
                  </a:extLst>
                </p14:cNvPr>
                <p14:cNvContentPartPr/>
                <p14:nvPr/>
              </p14:nvContentPartPr>
              <p14:xfrm>
                <a:off x="7031608" y="2724201"/>
                <a:ext cx="372600" cy="18360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9B2D5C3F-D913-424F-4796-B657D282F58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025488" y="2718081"/>
                  <a:ext cx="38484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92607FA6-8C17-6D99-4195-88930FBBDE32}"/>
              </a:ext>
            </a:extLst>
          </p:cNvPr>
          <p:cNvGrpSpPr/>
          <p:nvPr/>
        </p:nvGrpSpPr>
        <p:grpSpPr>
          <a:xfrm>
            <a:off x="7858888" y="2696841"/>
            <a:ext cx="1099440" cy="265680"/>
            <a:chOff x="7858888" y="2696841"/>
            <a:chExt cx="109944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2F5C5E99-1092-DA88-BB8A-0B7D9C0D5BF2}"/>
                    </a:ext>
                  </a:extLst>
                </p14:cNvPr>
                <p14:cNvContentPartPr/>
                <p14:nvPr/>
              </p14:nvContentPartPr>
              <p14:xfrm>
                <a:off x="7858888" y="2696841"/>
                <a:ext cx="268200" cy="16668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2F5C5E99-1092-DA88-BB8A-0B7D9C0D5BF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852768" y="2690721"/>
                  <a:ext cx="280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D7316856-B434-69E0-1423-D92EF90FE388}"/>
                    </a:ext>
                  </a:extLst>
                </p14:cNvPr>
                <p14:cNvContentPartPr/>
                <p14:nvPr/>
              </p14:nvContentPartPr>
              <p14:xfrm>
                <a:off x="8095768" y="2719161"/>
                <a:ext cx="289080" cy="17064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D7316856-B434-69E0-1423-D92EF90FE38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089648" y="2713041"/>
                  <a:ext cx="301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8D0AB648-8BA6-AE69-C082-605CD4059835}"/>
                    </a:ext>
                  </a:extLst>
                </p14:cNvPr>
                <p14:cNvContentPartPr/>
                <p14:nvPr/>
              </p14:nvContentPartPr>
              <p14:xfrm>
                <a:off x="8698768" y="2772801"/>
                <a:ext cx="259560" cy="12780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8D0AB648-8BA6-AE69-C082-605CD405983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692648" y="2766681"/>
                  <a:ext cx="271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338A4427-5BC8-B2E1-BDAA-F5CE0881E22C}"/>
                    </a:ext>
                  </a:extLst>
                </p14:cNvPr>
                <p14:cNvContentPartPr/>
                <p14:nvPr/>
              </p14:nvContentPartPr>
              <p14:xfrm>
                <a:off x="8595448" y="2855241"/>
                <a:ext cx="338760" cy="10728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338A4427-5BC8-B2E1-BDAA-F5CE0881E22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89328" y="2849121"/>
                  <a:ext cx="35100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2330BBF6-D141-AC51-0D90-60D83ED0E06E}"/>
              </a:ext>
            </a:extLst>
          </p:cNvPr>
          <p:cNvGrpSpPr/>
          <p:nvPr/>
        </p:nvGrpSpPr>
        <p:grpSpPr>
          <a:xfrm>
            <a:off x="8386288" y="1864161"/>
            <a:ext cx="146880" cy="181800"/>
            <a:chOff x="8386288" y="1864161"/>
            <a:chExt cx="14688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3BC4DE68-D9D9-BE7D-C128-6634208CFF40}"/>
                    </a:ext>
                  </a:extLst>
                </p14:cNvPr>
                <p14:cNvContentPartPr/>
                <p14:nvPr/>
              </p14:nvContentPartPr>
              <p14:xfrm>
                <a:off x="8395648" y="1936161"/>
                <a:ext cx="94320" cy="1548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3BC4DE68-D9D9-BE7D-C128-6634208CFF4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389528" y="1930041"/>
                  <a:ext cx="1065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835FA9CF-6447-63BE-05A0-68FDC46D725A}"/>
                    </a:ext>
                  </a:extLst>
                </p14:cNvPr>
                <p14:cNvContentPartPr/>
                <p14:nvPr/>
              </p14:nvContentPartPr>
              <p14:xfrm>
                <a:off x="8386288" y="1864161"/>
                <a:ext cx="146880" cy="18180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835FA9CF-6447-63BE-05A0-68FDC46D725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380168" y="1858041"/>
                  <a:ext cx="159120" cy="19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2370AC83-C055-C5F8-F675-3A3D628BDC99}"/>
                  </a:ext>
                </a:extLst>
              </p14:cNvPr>
              <p14:cNvContentPartPr/>
              <p14:nvPr/>
            </p14:nvContentPartPr>
            <p14:xfrm>
              <a:off x="9293848" y="2579121"/>
              <a:ext cx="200160" cy="237600"/>
            </p14:xfrm>
          </p:contentPart>
        </mc:Choice>
        <mc:Fallback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2370AC83-C055-C5F8-F675-3A3D628BDC9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287728" y="2573001"/>
                <a:ext cx="212400" cy="24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Agrupar 42">
            <a:extLst>
              <a:ext uri="{FF2B5EF4-FFF2-40B4-BE49-F238E27FC236}">
                <a16:creationId xmlns:a16="http://schemas.microsoft.com/office/drawing/2014/main" id="{BB70CFF8-E288-561A-8B60-7CB71A51C67F}"/>
              </a:ext>
            </a:extLst>
          </p:cNvPr>
          <p:cNvGrpSpPr/>
          <p:nvPr/>
        </p:nvGrpSpPr>
        <p:grpSpPr>
          <a:xfrm>
            <a:off x="7906768" y="3432321"/>
            <a:ext cx="345960" cy="164160"/>
            <a:chOff x="7906768" y="3432321"/>
            <a:chExt cx="345960" cy="16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D171F232-54B2-074C-9493-A25351F95A88}"/>
                    </a:ext>
                  </a:extLst>
                </p14:cNvPr>
                <p14:cNvContentPartPr/>
                <p14:nvPr/>
              </p14:nvContentPartPr>
              <p14:xfrm>
                <a:off x="7906768" y="3432321"/>
                <a:ext cx="345960" cy="13284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D171F232-54B2-074C-9493-A25351F95A8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900648" y="3426201"/>
                  <a:ext cx="3582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66708CD6-609A-720B-4523-2E1D08E8CD63}"/>
                    </a:ext>
                  </a:extLst>
                </p14:cNvPr>
                <p14:cNvContentPartPr/>
                <p14:nvPr/>
              </p14:nvContentPartPr>
              <p14:xfrm>
                <a:off x="7906768" y="3556521"/>
                <a:ext cx="291960" cy="3996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66708CD6-609A-720B-4523-2E1D08E8CD6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900648" y="3550401"/>
                  <a:ext cx="304200" cy="5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BEC5D517-02E1-AAF6-3CE7-961E62FC9007}"/>
                  </a:ext>
                </a:extLst>
              </p14:cNvPr>
              <p14:cNvContentPartPr/>
              <p14:nvPr/>
            </p14:nvContentPartPr>
            <p14:xfrm>
              <a:off x="8875168" y="3385881"/>
              <a:ext cx="162720" cy="225720"/>
            </p14:xfrm>
          </p:contentPart>
        </mc:Choice>
        <mc:Fallback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BEC5D517-02E1-AAF6-3CE7-961E62FC900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869048" y="3379761"/>
                <a:ext cx="174960" cy="23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Agrupar 45">
            <a:extLst>
              <a:ext uri="{FF2B5EF4-FFF2-40B4-BE49-F238E27FC236}">
                <a16:creationId xmlns:a16="http://schemas.microsoft.com/office/drawing/2014/main" id="{B631B3C5-8928-F3EF-5A8A-52621682F299}"/>
              </a:ext>
            </a:extLst>
          </p:cNvPr>
          <p:cNvGrpSpPr/>
          <p:nvPr/>
        </p:nvGrpSpPr>
        <p:grpSpPr>
          <a:xfrm>
            <a:off x="6448048" y="3106161"/>
            <a:ext cx="969840" cy="476640"/>
            <a:chOff x="6448048" y="3106161"/>
            <a:chExt cx="969840" cy="47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EE0EE062-5773-A9CB-24C9-F9F8CFC827C2}"/>
                    </a:ext>
                  </a:extLst>
                </p14:cNvPr>
                <p14:cNvContentPartPr/>
                <p14:nvPr/>
              </p14:nvContentPartPr>
              <p14:xfrm>
                <a:off x="6589888" y="3401001"/>
                <a:ext cx="264600" cy="5724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EE0EE062-5773-A9CB-24C9-F9F8CFC827C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583768" y="3394881"/>
                  <a:ext cx="2768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937E69ED-9C53-47BC-2521-9B68B77D0A8D}"/>
                    </a:ext>
                  </a:extLst>
                </p14:cNvPr>
                <p14:cNvContentPartPr/>
                <p14:nvPr/>
              </p14:nvContentPartPr>
              <p14:xfrm>
                <a:off x="7091008" y="3371121"/>
                <a:ext cx="174240" cy="11700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937E69ED-9C53-47BC-2521-9B68B77D0A8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084888" y="3365001"/>
                  <a:ext cx="1864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9A4A54A8-6562-65DF-8FD4-DC55F1B3966A}"/>
                    </a:ext>
                  </a:extLst>
                </p14:cNvPr>
                <p14:cNvContentPartPr/>
                <p14:nvPr/>
              </p14:nvContentPartPr>
              <p14:xfrm>
                <a:off x="7031968" y="3433041"/>
                <a:ext cx="385920" cy="11484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9A4A54A8-6562-65DF-8FD4-DC55F1B3966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025848" y="3426921"/>
                  <a:ext cx="3981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4A054A67-E3B6-A37A-5B4C-81E6C1E3B96D}"/>
                    </a:ext>
                  </a:extLst>
                </p14:cNvPr>
                <p14:cNvContentPartPr/>
                <p14:nvPr/>
              </p14:nvContentPartPr>
              <p14:xfrm>
                <a:off x="6448048" y="3106161"/>
                <a:ext cx="667080" cy="47664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4A054A67-E3B6-A37A-5B4C-81E6C1E3B96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41928" y="3100041"/>
                  <a:ext cx="679320" cy="48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Agrupar 75">
            <a:extLst>
              <a:ext uri="{FF2B5EF4-FFF2-40B4-BE49-F238E27FC236}">
                <a16:creationId xmlns:a16="http://schemas.microsoft.com/office/drawing/2014/main" id="{C9F6605B-EDCF-63F5-3B9F-1D30415BDB8C}"/>
              </a:ext>
            </a:extLst>
          </p:cNvPr>
          <p:cNvGrpSpPr/>
          <p:nvPr/>
        </p:nvGrpSpPr>
        <p:grpSpPr>
          <a:xfrm>
            <a:off x="5622208" y="3811041"/>
            <a:ext cx="4711320" cy="1260000"/>
            <a:chOff x="5622208" y="3811041"/>
            <a:chExt cx="4711320" cy="126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577F39CE-F851-BBB0-820D-EC9D5CC18D47}"/>
                    </a:ext>
                  </a:extLst>
                </p14:cNvPr>
                <p14:cNvContentPartPr/>
                <p14:nvPr/>
              </p14:nvContentPartPr>
              <p14:xfrm>
                <a:off x="5622208" y="3911841"/>
                <a:ext cx="173880" cy="25452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577F39CE-F851-BBB0-820D-EC9D5CC18D4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616088" y="3905721"/>
                  <a:ext cx="1861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B20D15B7-6F72-2E54-F1D0-95337B1D0243}"/>
                    </a:ext>
                  </a:extLst>
                </p14:cNvPr>
                <p14:cNvContentPartPr/>
                <p14:nvPr/>
              </p14:nvContentPartPr>
              <p14:xfrm>
                <a:off x="5842888" y="4010121"/>
                <a:ext cx="200160" cy="1008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B20D15B7-6F72-2E54-F1D0-95337B1D024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836768" y="4004001"/>
                  <a:ext cx="212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E69565D2-2DD7-0CC0-71A2-6CBA764B974F}"/>
                    </a:ext>
                  </a:extLst>
                </p14:cNvPr>
                <p14:cNvContentPartPr/>
                <p14:nvPr/>
              </p14:nvContentPartPr>
              <p14:xfrm>
                <a:off x="6098848" y="3926241"/>
                <a:ext cx="94320" cy="9900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E69565D2-2DD7-0CC0-71A2-6CBA764B974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092728" y="3920121"/>
                  <a:ext cx="1065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B58F4228-8C3B-3CDE-ACB8-F2A6677BA2A4}"/>
                    </a:ext>
                  </a:extLst>
                </p14:cNvPr>
                <p14:cNvContentPartPr/>
                <p14:nvPr/>
              </p14:nvContentPartPr>
              <p14:xfrm>
                <a:off x="6228088" y="3811041"/>
                <a:ext cx="221400" cy="30276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B58F4228-8C3B-3CDE-ACB8-F2A6677BA2A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221968" y="3804921"/>
                  <a:ext cx="2336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B90516EA-2C42-FB01-0870-8588C99AE8A0}"/>
                    </a:ext>
                  </a:extLst>
                </p14:cNvPr>
                <p14:cNvContentPartPr/>
                <p14:nvPr/>
              </p14:nvContentPartPr>
              <p14:xfrm>
                <a:off x="7008928" y="4064841"/>
                <a:ext cx="153360" cy="5472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B90516EA-2C42-FB01-0870-8588C99AE8A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002808" y="4058721"/>
                  <a:ext cx="165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0C74E7A8-B5D1-594B-5612-1C3462319DD0}"/>
                    </a:ext>
                  </a:extLst>
                </p14:cNvPr>
                <p14:cNvContentPartPr/>
                <p14:nvPr/>
              </p14:nvContentPartPr>
              <p14:xfrm>
                <a:off x="7276768" y="3965841"/>
                <a:ext cx="397800" cy="20556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0C74E7A8-B5D1-594B-5612-1C3462319DD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270648" y="3959721"/>
                  <a:ext cx="410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6142DACA-4FFF-872D-76CB-8EEF8DFC9762}"/>
                    </a:ext>
                  </a:extLst>
                </p14:cNvPr>
                <p14:cNvContentPartPr/>
                <p14:nvPr/>
              </p14:nvContentPartPr>
              <p14:xfrm>
                <a:off x="10135168" y="3982041"/>
                <a:ext cx="198360" cy="26100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6142DACA-4FFF-872D-76CB-8EEF8DFC976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129048" y="3975921"/>
                  <a:ext cx="2106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C6FB46E1-D6FA-0538-D145-FF06CA42B236}"/>
                    </a:ext>
                  </a:extLst>
                </p14:cNvPr>
                <p14:cNvContentPartPr/>
                <p14:nvPr/>
              </p14:nvContentPartPr>
              <p14:xfrm>
                <a:off x="6531568" y="4697001"/>
                <a:ext cx="291960" cy="18468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C6FB46E1-D6FA-0538-D145-FF06CA42B23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525448" y="4690881"/>
                  <a:ext cx="3042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C9327EF0-66BA-A31D-7077-C4924C9BAFB7}"/>
                    </a:ext>
                  </a:extLst>
                </p14:cNvPr>
                <p14:cNvContentPartPr/>
                <p14:nvPr/>
              </p14:nvContentPartPr>
              <p14:xfrm>
                <a:off x="6590248" y="4751001"/>
                <a:ext cx="221400" cy="774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C9327EF0-66BA-A31D-7077-C4924C9BAFB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584128" y="4744881"/>
                  <a:ext cx="233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5DFB28AD-1C06-05F1-6DB1-A2791A64BECC}"/>
                    </a:ext>
                  </a:extLst>
                </p14:cNvPr>
                <p14:cNvContentPartPr/>
                <p14:nvPr/>
              </p14:nvContentPartPr>
              <p14:xfrm>
                <a:off x="9026008" y="4696641"/>
                <a:ext cx="385920" cy="3996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5DFB28AD-1C06-05F1-6DB1-A2791A64BEC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019888" y="4690521"/>
                  <a:ext cx="3981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D3BBEDB2-0257-68CD-3A28-1E2B3919E949}"/>
                    </a:ext>
                  </a:extLst>
                </p14:cNvPr>
                <p14:cNvContentPartPr/>
                <p14:nvPr/>
              </p14:nvContentPartPr>
              <p14:xfrm>
                <a:off x="9702088" y="4496121"/>
                <a:ext cx="316080" cy="42732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D3BBEDB2-0257-68CD-3A28-1E2B3919E94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695968" y="4490001"/>
                  <a:ext cx="32832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90CFB56D-B724-0B9D-F68C-0B34A24A9B6C}"/>
                    </a:ext>
                  </a:extLst>
                </p14:cNvPr>
                <p14:cNvContentPartPr/>
                <p14:nvPr/>
              </p14:nvContentPartPr>
              <p14:xfrm>
                <a:off x="8094688" y="4032441"/>
                <a:ext cx="325080" cy="9936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90CFB56D-B724-0B9D-F68C-0B34A24A9B6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088568" y="4026321"/>
                  <a:ext cx="3373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E76E034B-DD1D-F46C-75DC-E10A55318406}"/>
                    </a:ext>
                  </a:extLst>
                </p14:cNvPr>
                <p14:cNvContentPartPr/>
                <p14:nvPr/>
              </p14:nvContentPartPr>
              <p14:xfrm>
                <a:off x="8024488" y="4173921"/>
                <a:ext cx="327240" cy="4968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E76E034B-DD1D-F46C-75DC-E10A5531840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018368" y="4167801"/>
                  <a:ext cx="339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FDB91D1C-6DE7-63D9-F6B8-920BBCB36680}"/>
                    </a:ext>
                  </a:extLst>
                </p14:cNvPr>
                <p14:cNvContentPartPr/>
                <p14:nvPr/>
              </p14:nvContentPartPr>
              <p14:xfrm>
                <a:off x="8793448" y="3976281"/>
                <a:ext cx="220680" cy="24372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FDB91D1C-6DE7-63D9-F6B8-920BBCB3668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787328" y="3970161"/>
                  <a:ext cx="2329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FE7A7AB8-B60E-72D1-8786-D387621C2A92}"/>
                    </a:ext>
                  </a:extLst>
                </p14:cNvPr>
                <p14:cNvContentPartPr/>
                <p14:nvPr/>
              </p14:nvContentPartPr>
              <p14:xfrm>
                <a:off x="9155248" y="3938481"/>
                <a:ext cx="302760" cy="30492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FE7A7AB8-B60E-72D1-8786-D387621C2A9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149128" y="3932361"/>
                  <a:ext cx="3150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17A9CB60-2A60-A308-F1B8-9365D24C4894}"/>
                    </a:ext>
                  </a:extLst>
                </p14:cNvPr>
                <p14:cNvContentPartPr/>
                <p14:nvPr/>
              </p14:nvContentPartPr>
              <p14:xfrm>
                <a:off x="9691288" y="4106601"/>
                <a:ext cx="162720" cy="8496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17A9CB60-2A60-A308-F1B8-9365D24C489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685168" y="4100481"/>
                  <a:ext cx="174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83E28A6F-6F93-E84B-3070-40628CD679AB}"/>
                    </a:ext>
                  </a:extLst>
                </p14:cNvPr>
                <p14:cNvContentPartPr/>
                <p14:nvPr/>
              </p14:nvContentPartPr>
              <p14:xfrm>
                <a:off x="9620728" y="4042521"/>
                <a:ext cx="223560" cy="18360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83E28A6F-6F93-E84B-3070-40628CD679A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614608" y="4036401"/>
                  <a:ext cx="235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E4491794-565E-FD20-4780-F45E82AA3276}"/>
                    </a:ext>
                  </a:extLst>
                </p14:cNvPr>
                <p14:cNvContentPartPr/>
                <p14:nvPr/>
              </p14:nvContentPartPr>
              <p14:xfrm>
                <a:off x="9015928" y="4088241"/>
                <a:ext cx="139320" cy="3348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E4491794-565E-FD20-4780-F45E82AA327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009808" y="4082121"/>
                  <a:ext cx="151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516BD227-2B42-D1C8-9F6F-3CE69A80D03A}"/>
                    </a:ext>
                  </a:extLst>
                </p14:cNvPr>
                <p14:cNvContentPartPr/>
                <p14:nvPr/>
              </p14:nvContentPartPr>
              <p14:xfrm>
                <a:off x="7977328" y="3866121"/>
                <a:ext cx="700920" cy="41508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516BD227-2B42-D1C8-9F6F-3CE69A80D03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971208" y="3860001"/>
                  <a:ext cx="71316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12078B46-0AB8-A066-C863-BCE466250E26}"/>
                    </a:ext>
                  </a:extLst>
                </p14:cNvPr>
                <p14:cNvContentPartPr/>
                <p14:nvPr/>
              </p14:nvContentPartPr>
              <p14:xfrm>
                <a:off x="7791568" y="4535721"/>
                <a:ext cx="383400" cy="15804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12078B46-0AB8-A066-C863-BCE466250E2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785448" y="4529601"/>
                  <a:ext cx="395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6ADA8AA0-9A99-36CE-A707-D2A6D82C7D3D}"/>
                    </a:ext>
                  </a:extLst>
                </p14:cNvPr>
                <p14:cNvContentPartPr/>
                <p14:nvPr/>
              </p14:nvContentPartPr>
              <p14:xfrm>
                <a:off x="7871488" y="4763961"/>
                <a:ext cx="303840" cy="2016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6ADA8AA0-9A99-36CE-A707-D2A6D82C7D3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865368" y="4757841"/>
                  <a:ext cx="3160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428679EC-315F-6D63-C177-B97062EF205A}"/>
                    </a:ext>
                  </a:extLst>
                </p14:cNvPr>
                <p14:cNvContentPartPr/>
                <p14:nvPr/>
              </p14:nvContentPartPr>
              <p14:xfrm>
                <a:off x="6507088" y="4361841"/>
                <a:ext cx="3661560" cy="70920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428679EC-315F-6D63-C177-B97062EF205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500968" y="4355721"/>
                  <a:ext cx="3673800" cy="72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8830A87E-B747-6E3E-3406-E1721C79505B}"/>
              </a:ext>
            </a:extLst>
          </p:cNvPr>
          <p:cNvGrpSpPr/>
          <p:nvPr/>
        </p:nvGrpSpPr>
        <p:grpSpPr>
          <a:xfrm>
            <a:off x="117448" y="3133161"/>
            <a:ext cx="654120" cy="409680"/>
            <a:chOff x="117448" y="3133161"/>
            <a:chExt cx="654120" cy="40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1B3A9C42-8D09-C724-A978-E2B85A5A7F3A}"/>
                    </a:ext>
                  </a:extLst>
                </p14:cNvPr>
                <p14:cNvContentPartPr/>
                <p14:nvPr/>
              </p14:nvContentPartPr>
              <p14:xfrm>
                <a:off x="303928" y="3248001"/>
                <a:ext cx="189000" cy="21816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1B3A9C42-8D09-C724-A978-E2B85A5A7F3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97808" y="3241881"/>
                  <a:ext cx="2012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76B9F72C-296C-D69D-55F8-9AC1B243BFE2}"/>
                    </a:ext>
                  </a:extLst>
                </p14:cNvPr>
                <p14:cNvContentPartPr/>
                <p14:nvPr/>
              </p14:nvContentPartPr>
              <p14:xfrm>
                <a:off x="117448" y="3133161"/>
                <a:ext cx="654120" cy="4096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76B9F72C-296C-D69D-55F8-9AC1B243BFE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1328" y="3127041"/>
                  <a:ext cx="666360" cy="42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Agrupar 83">
            <a:extLst>
              <a:ext uri="{FF2B5EF4-FFF2-40B4-BE49-F238E27FC236}">
                <a16:creationId xmlns:a16="http://schemas.microsoft.com/office/drawing/2014/main" id="{B7FC74BB-65E6-FBBD-EA7E-3A7AE88C74F5}"/>
              </a:ext>
            </a:extLst>
          </p:cNvPr>
          <p:cNvGrpSpPr/>
          <p:nvPr/>
        </p:nvGrpSpPr>
        <p:grpSpPr>
          <a:xfrm>
            <a:off x="1090528" y="3271041"/>
            <a:ext cx="718560" cy="192240"/>
            <a:chOff x="1090528" y="3271041"/>
            <a:chExt cx="71856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D4001DC2-8212-4B57-D8AE-9A7C3102BFDB}"/>
                    </a:ext>
                  </a:extLst>
                </p14:cNvPr>
                <p14:cNvContentPartPr/>
                <p14:nvPr/>
              </p14:nvContentPartPr>
              <p14:xfrm>
                <a:off x="1090528" y="3271041"/>
                <a:ext cx="112320" cy="14004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D4001DC2-8212-4B57-D8AE-9A7C3102BFD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84408" y="3264921"/>
                  <a:ext cx="124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8A5858D7-D6D0-8611-7777-1790CFF2B03E}"/>
                    </a:ext>
                  </a:extLst>
                </p14:cNvPr>
                <p14:cNvContentPartPr/>
                <p14:nvPr/>
              </p14:nvContentPartPr>
              <p14:xfrm>
                <a:off x="1330648" y="3351681"/>
                <a:ext cx="128160" cy="1692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8A5858D7-D6D0-8611-7777-1790CFF2B03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324528" y="3345561"/>
                  <a:ext cx="140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CD9236E8-7F69-AB48-31DF-0267354C8466}"/>
                    </a:ext>
                  </a:extLst>
                </p14:cNvPr>
                <p14:cNvContentPartPr/>
                <p14:nvPr/>
              </p14:nvContentPartPr>
              <p14:xfrm>
                <a:off x="1611088" y="3329001"/>
                <a:ext cx="138960" cy="13140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CD9236E8-7F69-AB48-31DF-0267354C846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604968" y="3322881"/>
                  <a:ext cx="1512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2AA7331D-CE56-2E4D-FA0E-4DC5DA3C4D37}"/>
                    </a:ext>
                  </a:extLst>
                </p14:cNvPr>
                <p14:cNvContentPartPr/>
                <p14:nvPr/>
              </p14:nvContentPartPr>
              <p14:xfrm>
                <a:off x="1622968" y="3378321"/>
                <a:ext cx="186120" cy="8496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2AA7331D-CE56-2E4D-FA0E-4DC5DA3C4D3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616848" y="3372201"/>
                  <a:ext cx="19836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839D768A-8209-5EAB-4A58-5A0E21A60BBC}"/>
              </a:ext>
            </a:extLst>
          </p:cNvPr>
          <p:cNvGrpSpPr/>
          <p:nvPr/>
        </p:nvGrpSpPr>
        <p:grpSpPr>
          <a:xfrm>
            <a:off x="2297248" y="3250521"/>
            <a:ext cx="2206080" cy="387000"/>
            <a:chOff x="2297248" y="3250521"/>
            <a:chExt cx="2206080" cy="38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B17C1407-6272-7B45-B336-C87DA6EC2287}"/>
                    </a:ext>
                  </a:extLst>
                </p14:cNvPr>
                <p14:cNvContentPartPr/>
                <p14:nvPr/>
              </p14:nvContentPartPr>
              <p14:xfrm>
                <a:off x="2297248" y="3373281"/>
                <a:ext cx="200880" cy="13212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B17C1407-6272-7B45-B336-C87DA6EC228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291128" y="3367161"/>
                  <a:ext cx="2131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1A297258-65DF-C1E1-8837-49F52C525BEE}"/>
                    </a:ext>
                  </a:extLst>
                </p14:cNvPr>
                <p14:cNvContentPartPr/>
                <p14:nvPr/>
              </p14:nvContentPartPr>
              <p14:xfrm>
                <a:off x="2297608" y="3487761"/>
                <a:ext cx="247320" cy="7452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1A297258-65DF-C1E1-8837-49F52C525BE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291488" y="3481641"/>
                  <a:ext cx="2595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AB69562A-6F69-5F46-567E-B258F3E130A5}"/>
                    </a:ext>
                  </a:extLst>
                </p14:cNvPr>
                <p14:cNvContentPartPr/>
                <p14:nvPr/>
              </p14:nvContentPartPr>
              <p14:xfrm>
                <a:off x="2799808" y="3484881"/>
                <a:ext cx="280800" cy="1836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AB69562A-6F69-5F46-567E-B258F3E130A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793688" y="3478761"/>
                  <a:ext cx="2930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EFDB18CC-D208-FFE3-D545-8708A824F7BA}"/>
                    </a:ext>
                  </a:extLst>
                </p14:cNvPr>
                <p14:cNvContentPartPr/>
                <p14:nvPr/>
              </p14:nvContentPartPr>
              <p14:xfrm>
                <a:off x="3021568" y="3412521"/>
                <a:ext cx="263520" cy="12960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EFDB18CC-D208-FFE3-D545-8708A824F7B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015448" y="3406401"/>
                  <a:ext cx="2757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E09FE288-C168-4F4D-B0FB-6C9CC43BD576}"/>
                    </a:ext>
                  </a:extLst>
                </p14:cNvPr>
                <p14:cNvContentPartPr/>
                <p14:nvPr/>
              </p14:nvContentPartPr>
              <p14:xfrm>
                <a:off x="3301288" y="3462921"/>
                <a:ext cx="174240" cy="6696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E09FE288-C168-4F4D-B0FB-6C9CC43BD57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295168" y="3456801"/>
                  <a:ext cx="186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612EFCFA-1B7E-9F3D-26D7-57A6C6C1CE02}"/>
                    </a:ext>
                  </a:extLst>
                </p14:cNvPr>
                <p14:cNvContentPartPr/>
                <p14:nvPr/>
              </p14:nvContentPartPr>
              <p14:xfrm>
                <a:off x="3336568" y="3475161"/>
                <a:ext cx="162720" cy="5508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612EFCFA-1B7E-9F3D-26D7-57A6C6C1CE0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330448" y="3469041"/>
                  <a:ext cx="1749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E1FFC758-2F7E-9BF1-FC5D-01B134D10095}"/>
                    </a:ext>
                  </a:extLst>
                </p14:cNvPr>
                <p14:cNvContentPartPr/>
                <p14:nvPr/>
              </p14:nvContentPartPr>
              <p14:xfrm>
                <a:off x="3919408" y="3474441"/>
                <a:ext cx="256680" cy="1584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E1FFC758-2F7E-9BF1-FC5D-01B134D1009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913288" y="3468321"/>
                  <a:ext cx="268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EE6785FD-1091-0C2E-B79B-4F94E2CD8339}"/>
                    </a:ext>
                  </a:extLst>
                </p14:cNvPr>
                <p14:cNvContentPartPr/>
                <p14:nvPr/>
              </p14:nvContentPartPr>
              <p14:xfrm>
                <a:off x="3978448" y="3412881"/>
                <a:ext cx="35640" cy="16416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EE6785FD-1091-0C2E-B79B-4F94E2CD833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972328" y="3406761"/>
                  <a:ext cx="478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4005717B-B30E-8DCA-7797-D7DBF3271D14}"/>
                    </a:ext>
                  </a:extLst>
                </p14:cNvPr>
                <p14:cNvContentPartPr/>
                <p14:nvPr/>
              </p14:nvContentPartPr>
              <p14:xfrm>
                <a:off x="4175728" y="3340881"/>
                <a:ext cx="327600" cy="21528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4005717B-B30E-8DCA-7797-D7DBF3271D1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169608" y="3334761"/>
                  <a:ext cx="3398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93A8C8CC-A591-0D40-1D4D-A95A6B4DE2B3}"/>
                    </a:ext>
                  </a:extLst>
                </p14:cNvPr>
                <p14:cNvContentPartPr/>
                <p14:nvPr/>
              </p14:nvContentPartPr>
              <p14:xfrm>
                <a:off x="2753368" y="3250521"/>
                <a:ext cx="957600" cy="38700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93A8C8CC-A591-0D40-1D4D-A95A6B4DE2B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747248" y="3244401"/>
                  <a:ext cx="969840" cy="39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106D9669-9CD1-4254-5DE6-9DFA546D1ED0}"/>
              </a:ext>
            </a:extLst>
          </p:cNvPr>
          <p:cNvGrpSpPr/>
          <p:nvPr/>
        </p:nvGrpSpPr>
        <p:grpSpPr>
          <a:xfrm>
            <a:off x="3348448" y="3981321"/>
            <a:ext cx="512640" cy="212400"/>
            <a:chOff x="3348448" y="3981321"/>
            <a:chExt cx="512640" cy="21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B28990FE-4A3B-C96F-7741-339DD951E9A9}"/>
                    </a:ext>
                  </a:extLst>
                </p14:cNvPr>
                <p14:cNvContentPartPr/>
                <p14:nvPr/>
              </p14:nvContentPartPr>
              <p14:xfrm>
                <a:off x="3429448" y="3981321"/>
                <a:ext cx="431640" cy="10404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B28990FE-4A3B-C96F-7741-339DD951E9A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423328" y="3975201"/>
                  <a:ext cx="443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3E72F374-ADA4-0806-C9B5-2259C998E6ED}"/>
                    </a:ext>
                  </a:extLst>
                </p14:cNvPr>
                <p14:cNvContentPartPr/>
                <p14:nvPr/>
              </p14:nvContentPartPr>
              <p14:xfrm>
                <a:off x="3348448" y="4134321"/>
                <a:ext cx="407160" cy="5940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3E72F374-ADA4-0806-C9B5-2259C998E6E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342328" y="4128201"/>
                  <a:ext cx="419400" cy="7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96F57743-6B41-B28E-9690-85275848888C}"/>
                  </a:ext>
                </a:extLst>
              </p14:cNvPr>
              <p14:cNvContentPartPr/>
              <p14:nvPr/>
            </p14:nvContentPartPr>
            <p14:xfrm>
              <a:off x="4142248" y="3950001"/>
              <a:ext cx="408240" cy="234720"/>
            </p14:xfrm>
          </p:contentPart>
        </mc:Choice>
        <mc:Fallback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96F57743-6B41-B28E-9690-85275848888C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4136128" y="3943881"/>
                <a:ext cx="420480" cy="24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B87B50C6-1826-A5CE-3F51-F72EC7AA964E}"/>
              </a:ext>
            </a:extLst>
          </p:cNvPr>
          <p:cNvGrpSpPr/>
          <p:nvPr/>
        </p:nvGrpSpPr>
        <p:grpSpPr>
          <a:xfrm>
            <a:off x="736288" y="3801681"/>
            <a:ext cx="2076480" cy="420120"/>
            <a:chOff x="736288" y="3801681"/>
            <a:chExt cx="2076480" cy="42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C3C35D51-F11E-1E11-5761-D26EB5818C83}"/>
                    </a:ext>
                  </a:extLst>
                </p14:cNvPr>
                <p14:cNvContentPartPr/>
                <p14:nvPr/>
              </p14:nvContentPartPr>
              <p14:xfrm>
                <a:off x="877048" y="3948201"/>
                <a:ext cx="205560" cy="24372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C3C35D51-F11E-1E11-5761-D26EB5818C8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70928" y="3942081"/>
                  <a:ext cx="2178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0030B6C4-82BD-D930-2DB1-0C9BFA8303AA}"/>
                    </a:ext>
                  </a:extLst>
                </p14:cNvPr>
                <p14:cNvContentPartPr/>
                <p14:nvPr/>
              </p14:nvContentPartPr>
              <p14:xfrm>
                <a:off x="1154968" y="4082121"/>
                <a:ext cx="176760" cy="1332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0030B6C4-82BD-D930-2DB1-0C9BFA8303A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48848" y="4076001"/>
                  <a:ext cx="189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8B61D986-F4EA-CD97-1B50-8713C800C678}"/>
                    </a:ext>
                  </a:extLst>
                </p14:cNvPr>
                <p14:cNvContentPartPr/>
                <p14:nvPr/>
              </p14:nvContentPartPr>
              <p14:xfrm>
                <a:off x="1434328" y="3996801"/>
                <a:ext cx="200520" cy="17604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8B61D986-F4EA-CD97-1B50-8713C800C67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428208" y="3990681"/>
                  <a:ext cx="212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92895846-4DD7-57C9-9DC8-3B2ADBEE5547}"/>
                    </a:ext>
                  </a:extLst>
                </p14:cNvPr>
                <p14:cNvContentPartPr/>
                <p14:nvPr/>
              </p14:nvContentPartPr>
              <p14:xfrm>
                <a:off x="1890448" y="4116321"/>
                <a:ext cx="351000" cy="1332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92895846-4DD7-57C9-9DC8-3B2ADBEE554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884328" y="4110201"/>
                  <a:ext cx="3632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CAF7B014-F71D-B068-4755-748EA722343E}"/>
                    </a:ext>
                  </a:extLst>
                </p14:cNvPr>
                <p14:cNvContentPartPr/>
                <p14:nvPr/>
              </p14:nvContentPartPr>
              <p14:xfrm>
                <a:off x="1973248" y="4010121"/>
                <a:ext cx="56880" cy="17640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CAF7B014-F71D-B068-4755-748EA722343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967128" y="4004001"/>
                  <a:ext cx="691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30AF8A9C-6BE8-34F4-83ED-AA47C2EA207E}"/>
                    </a:ext>
                  </a:extLst>
                </p14:cNvPr>
                <p14:cNvContentPartPr/>
                <p14:nvPr/>
              </p14:nvContentPartPr>
              <p14:xfrm>
                <a:off x="2285368" y="4009041"/>
                <a:ext cx="208440" cy="14472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30AF8A9C-6BE8-34F4-83ED-AA47C2EA207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279248" y="4002921"/>
                  <a:ext cx="2206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29BEE649-7033-12B3-B430-1A2C46E90866}"/>
                    </a:ext>
                  </a:extLst>
                </p14:cNvPr>
                <p14:cNvContentPartPr/>
                <p14:nvPr/>
              </p14:nvContentPartPr>
              <p14:xfrm>
                <a:off x="2636008" y="4062681"/>
                <a:ext cx="176760" cy="15912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29BEE649-7033-12B3-B430-1A2C46E9086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629888" y="4056561"/>
                  <a:ext cx="1890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00C4F207-B05D-E4BC-A09C-7C4BFEEEF3FC}"/>
                    </a:ext>
                  </a:extLst>
                </p14:cNvPr>
                <p14:cNvContentPartPr/>
                <p14:nvPr/>
              </p14:nvContentPartPr>
              <p14:xfrm>
                <a:off x="736288" y="3801681"/>
                <a:ext cx="561240" cy="41184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00C4F207-B05D-E4BC-A09C-7C4BFEEEF3F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30168" y="3795561"/>
                  <a:ext cx="57348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7B948175-BBC8-4667-02DC-50EB5809280C}"/>
                    </a:ext>
                  </a:extLst>
                </p14:cNvPr>
                <p14:cNvContentPartPr/>
                <p14:nvPr/>
              </p14:nvContentPartPr>
              <p14:xfrm>
                <a:off x="898648" y="4037841"/>
                <a:ext cx="94320" cy="2520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7B948175-BBC8-4667-02DC-50EB5809280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92528" y="4031721"/>
                  <a:ext cx="10656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Agrupar 118">
            <a:extLst>
              <a:ext uri="{FF2B5EF4-FFF2-40B4-BE49-F238E27FC236}">
                <a16:creationId xmlns:a16="http://schemas.microsoft.com/office/drawing/2014/main" id="{2E00E08D-3146-7164-A238-C266C54AC871}"/>
              </a:ext>
            </a:extLst>
          </p:cNvPr>
          <p:cNvGrpSpPr/>
          <p:nvPr/>
        </p:nvGrpSpPr>
        <p:grpSpPr>
          <a:xfrm>
            <a:off x="1446568" y="4607721"/>
            <a:ext cx="559800" cy="255240"/>
            <a:chOff x="1446568" y="4607721"/>
            <a:chExt cx="55980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59FC9090-7CBA-9D00-8FCB-8FD1E7B0F8A9}"/>
                    </a:ext>
                  </a:extLst>
                </p14:cNvPr>
                <p14:cNvContentPartPr/>
                <p14:nvPr/>
              </p14:nvContentPartPr>
              <p14:xfrm>
                <a:off x="1446568" y="4607721"/>
                <a:ext cx="234720" cy="22320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59FC9090-7CBA-9D00-8FCB-8FD1E7B0F8A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440448" y="4601601"/>
                  <a:ext cx="2469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DAA24BE8-4FE6-CF96-E3D3-60E61F44C493}"/>
                    </a:ext>
                  </a:extLst>
                </p14:cNvPr>
                <p14:cNvContentPartPr/>
                <p14:nvPr/>
              </p14:nvContentPartPr>
              <p14:xfrm>
                <a:off x="1773448" y="4731201"/>
                <a:ext cx="141480" cy="10980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DAA24BE8-4FE6-CF96-E3D3-60E61F44C49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767328" y="4725081"/>
                  <a:ext cx="1537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74A646DC-FA82-1FC7-94D7-3528FEA0F027}"/>
                    </a:ext>
                  </a:extLst>
                </p14:cNvPr>
                <p14:cNvContentPartPr/>
                <p14:nvPr/>
              </p14:nvContentPartPr>
              <p14:xfrm>
                <a:off x="1796848" y="4756401"/>
                <a:ext cx="209520" cy="10656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74A646DC-FA82-1FC7-94D7-3528FEA0F02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790728" y="4750281"/>
                  <a:ext cx="22176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5E3A816F-F1AE-3E47-6414-B64BD5275B1A}"/>
              </a:ext>
            </a:extLst>
          </p:cNvPr>
          <p:cNvGrpSpPr/>
          <p:nvPr/>
        </p:nvGrpSpPr>
        <p:grpSpPr>
          <a:xfrm>
            <a:off x="2544568" y="4604841"/>
            <a:ext cx="1713960" cy="330120"/>
            <a:chOff x="2544568" y="4604841"/>
            <a:chExt cx="1713960" cy="33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FC1AF8B7-9D99-53BF-85BD-8BFF96BA745A}"/>
                    </a:ext>
                  </a:extLst>
                </p14:cNvPr>
                <p14:cNvContentPartPr/>
                <p14:nvPr/>
              </p14:nvContentPartPr>
              <p14:xfrm>
                <a:off x="2556088" y="4719321"/>
                <a:ext cx="360000" cy="15624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FC1AF8B7-9D99-53BF-85BD-8BFF96BA745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549968" y="4713201"/>
                  <a:ext cx="3722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CFCFE75D-6C28-7010-3C9C-B766EF990BBE}"/>
                    </a:ext>
                  </a:extLst>
                </p14:cNvPr>
                <p14:cNvContentPartPr/>
                <p14:nvPr/>
              </p14:nvContentPartPr>
              <p14:xfrm>
                <a:off x="2544568" y="4811121"/>
                <a:ext cx="221400" cy="12384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CFCFE75D-6C28-7010-3C9C-B766EF990BB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538448" y="4805001"/>
                  <a:ext cx="2336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04343221-01FA-CF73-C387-6517EC22B400}"/>
                    </a:ext>
                  </a:extLst>
                </p14:cNvPr>
                <p14:cNvContentPartPr/>
                <p14:nvPr/>
              </p14:nvContentPartPr>
              <p14:xfrm>
                <a:off x="3176008" y="4604841"/>
                <a:ext cx="276120" cy="24768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04343221-01FA-CF73-C387-6517EC22B40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169888" y="4598721"/>
                  <a:ext cx="2883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D93A665E-7E8D-CFAF-9D14-16711622DDB7}"/>
                    </a:ext>
                  </a:extLst>
                </p14:cNvPr>
                <p14:cNvContentPartPr/>
                <p14:nvPr/>
              </p14:nvContentPartPr>
              <p14:xfrm>
                <a:off x="3618448" y="4771161"/>
                <a:ext cx="313560" cy="2448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D93A665E-7E8D-CFAF-9D14-16711622DDB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612328" y="4765041"/>
                  <a:ext cx="3258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2F3EF854-1584-82E0-0E55-25C4F27AA681}"/>
                    </a:ext>
                  </a:extLst>
                </p14:cNvPr>
                <p14:cNvContentPartPr/>
                <p14:nvPr/>
              </p14:nvContentPartPr>
              <p14:xfrm>
                <a:off x="4046488" y="4659921"/>
                <a:ext cx="212040" cy="19080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2F3EF854-1584-82E0-0E55-25C4F27AA68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040368" y="4653801"/>
                  <a:ext cx="22428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Agrupar 141">
            <a:extLst>
              <a:ext uri="{FF2B5EF4-FFF2-40B4-BE49-F238E27FC236}">
                <a16:creationId xmlns:a16="http://schemas.microsoft.com/office/drawing/2014/main" id="{371BF9E8-7B82-C27F-4BFC-25546D5C249C}"/>
              </a:ext>
            </a:extLst>
          </p:cNvPr>
          <p:cNvGrpSpPr/>
          <p:nvPr/>
        </p:nvGrpSpPr>
        <p:grpSpPr>
          <a:xfrm>
            <a:off x="1563208" y="5127201"/>
            <a:ext cx="2974320" cy="1123200"/>
            <a:chOff x="1563208" y="5127201"/>
            <a:chExt cx="2974320" cy="112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056B1E75-2C8D-2024-7AA8-856FC1AEC078}"/>
                    </a:ext>
                  </a:extLst>
                </p14:cNvPr>
                <p14:cNvContentPartPr/>
                <p14:nvPr/>
              </p14:nvContentPartPr>
              <p14:xfrm>
                <a:off x="1563208" y="5127201"/>
                <a:ext cx="328320" cy="24876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056B1E75-2C8D-2024-7AA8-856FC1AEC07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557088" y="5121081"/>
                  <a:ext cx="3405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DF390094-CCEA-8627-6179-E6F1DF97F02B}"/>
                    </a:ext>
                  </a:extLst>
                </p14:cNvPr>
                <p14:cNvContentPartPr/>
                <p14:nvPr/>
              </p14:nvContentPartPr>
              <p14:xfrm>
                <a:off x="2006008" y="5253921"/>
                <a:ext cx="188280" cy="16668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DF390094-CCEA-8627-6179-E6F1DF97F02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999888" y="5247801"/>
                  <a:ext cx="200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8AB3AF49-5D34-29C4-A74F-CAEF3593E80A}"/>
                    </a:ext>
                  </a:extLst>
                </p14:cNvPr>
                <p14:cNvContentPartPr/>
                <p14:nvPr/>
              </p14:nvContentPartPr>
              <p14:xfrm>
                <a:off x="2635648" y="5274801"/>
                <a:ext cx="327600" cy="13320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8AB3AF49-5D34-29C4-A74F-CAEF3593E80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629528" y="5268681"/>
                  <a:ext cx="339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8A338DF6-ED84-8187-83FD-CCF809C87FD4}"/>
                    </a:ext>
                  </a:extLst>
                </p14:cNvPr>
                <p14:cNvContentPartPr/>
                <p14:nvPr/>
              </p14:nvContentPartPr>
              <p14:xfrm>
                <a:off x="2624488" y="5363361"/>
                <a:ext cx="409320" cy="8928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8A338DF6-ED84-8187-83FD-CCF809C87FD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618368" y="5357241"/>
                  <a:ext cx="421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5114C585-1D2C-4BA9-575B-EA5118041877}"/>
                    </a:ext>
                  </a:extLst>
                </p14:cNvPr>
                <p14:cNvContentPartPr/>
                <p14:nvPr/>
              </p14:nvContentPartPr>
              <p14:xfrm>
                <a:off x="3418648" y="5190201"/>
                <a:ext cx="268920" cy="25740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5114C585-1D2C-4BA9-575B-EA511804187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412528" y="5184081"/>
                  <a:ext cx="2811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0A263C5A-4B61-15DB-F4FA-649DEA7462E7}"/>
                    </a:ext>
                  </a:extLst>
                </p14:cNvPr>
                <p14:cNvContentPartPr/>
                <p14:nvPr/>
              </p14:nvContentPartPr>
              <p14:xfrm>
                <a:off x="1961368" y="5675481"/>
                <a:ext cx="256680" cy="25344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0A263C5A-4B61-15DB-F4FA-649DEA7462E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955248" y="5669361"/>
                  <a:ext cx="2689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EB766F6C-34AD-2B2A-39B6-B1777B3DC3BD}"/>
                    </a:ext>
                  </a:extLst>
                </p14:cNvPr>
                <p14:cNvContentPartPr/>
                <p14:nvPr/>
              </p14:nvContentPartPr>
              <p14:xfrm>
                <a:off x="2006008" y="5752521"/>
                <a:ext cx="315360" cy="13140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EB766F6C-34AD-2B2A-39B6-B1777B3DC3B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999888" y="5746401"/>
                  <a:ext cx="3276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3DC584F4-B4B3-320F-6F38-CF658D666189}"/>
                    </a:ext>
                  </a:extLst>
                </p14:cNvPr>
                <p14:cNvContentPartPr/>
                <p14:nvPr/>
              </p14:nvContentPartPr>
              <p14:xfrm>
                <a:off x="2720248" y="5729481"/>
                <a:ext cx="499320" cy="14940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3DC584F4-B4B3-320F-6F38-CF658D66618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714128" y="5723361"/>
                  <a:ext cx="511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23CC8BB1-0DD3-013F-6303-700698BD3AF0}"/>
                    </a:ext>
                  </a:extLst>
                </p14:cNvPr>
                <p14:cNvContentPartPr/>
                <p14:nvPr/>
              </p14:nvContentPartPr>
              <p14:xfrm>
                <a:off x="2753728" y="5900841"/>
                <a:ext cx="442440" cy="1548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23CC8BB1-0DD3-013F-6303-700698BD3AF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747608" y="5894721"/>
                  <a:ext cx="454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4777AA16-EFEC-BB4A-FDEF-FA1DD5ABA76F}"/>
                    </a:ext>
                  </a:extLst>
                </p14:cNvPr>
                <p14:cNvContentPartPr/>
                <p14:nvPr/>
              </p14:nvContentPartPr>
              <p14:xfrm>
                <a:off x="3709168" y="5681241"/>
                <a:ext cx="70200" cy="17496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4777AA16-EFEC-BB4A-FDEF-FA1DD5ABA76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703048" y="5675121"/>
                  <a:ext cx="824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6F735253-D4D4-0A75-5B30-C2B87ACD370B}"/>
                    </a:ext>
                  </a:extLst>
                </p14:cNvPr>
                <p14:cNvContentPartPr/>
                <p14:nvPr/>
              </p14:nvContentPartPr>
              <p14:xfrm>
                <a:off x="3592888" y="5878161"/>
                <a:ext cx="595440" cy="27324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6F735253-D4D4-0A75-5B30-C2B87ACD370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586768" y="5872041"/>
                  <a:ext cx="6076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1B54E82A-1F3E-A3C9-8913-A4CF296CDF90}"/>
                    </a:ext>
                  </a:extLst>
                </p14:cNvPr>
                <p14:cNvContentPartPr/>
                <p14:nvPr/>
              </p14:nvContentPartPr>
              <p14:xfrm>
                <a:off x="1761568" y="5457681"/>
                <a:ext cx="2775960" cy="79272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1B54E82A-1F3E-A3C9-8913-A4CF296CDF9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755448" y="5451561"/>
                  <a:ext cx="2788200" cy="80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Agrupar 159">
            <a:extLst>
              <a:ext uri="{FF2B5EF4-FFF2-40B4-BE49-F238E27FC236}">
                <a16:creationId xmlns:a16="http://schemas.microsoft.com/office/drawing/2014/main" id="{81CFFE5F-4908-66F8-53EE-318447613B51}"/>
              </a:ext>
            </a:extLst>
          </p:cNvPr>
          <p:cNvGrpSpPr/>
          <p:nvPr/>
        </p:nvGrpSpPr>
        <p:grpSpPr>
          <a:xfrm>
            <a:off x="5715808" y="5206761"/>
            <a:ext cx="3858120" cy="971280"/>
            <a:chOff x="5715808" y="5206761"/>
            <a:chExt cx="3858120" cy="97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58E64613-1E1C-7932-9677-FB1816DFCD04}"/>
                    </a:ext>
                  </a:extLst>
                </p14:cNvPr>
                <p14:cNvContentPartPr/>
                <p14:nvPr/>
              </p14:nvContentPartPr>
              <p14:xfrm>
                <a:off x="5889328" y="5727681"/>
                <a:ext cx="315000" cy="2916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58E64613-1E1C-7932-9677-FB1816DFCD0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883208" y="5721561"/>
                  <a:ext cx="327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26766C26-61F4-0587-9B5B-A001CFE7478D}"/>
                    </a:ext>
                  </a:extLst>
                </p14:cNvPr>
                <p14:cNvContentPartPr/>
                <p14:nvPr/>
              </p14:nvContentPartPr>
              <p14:xfrm>
                <a:off x="6508168" y="5564601"/>
                <a:ext cx="71280" cy="23760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26766C26-61F4-0587-9B5B-A001CFE7478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502048" y="5558481"/>
                  <a:ext cx="835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0B9DBD13-2257-CAC8-2F29-CBF3528F9360}"/>
                    </a:ext>
                  </a:extLst>
                </p14:cNvPr>
                <p14:cNvContentPartPr/>
                <p14:nvPr/>
              </p14:nvContentPartPr>
              <p14:xfrm>
                <a:off x="7079128" y="5590521"/>
                <a:ext cx="299160" cy="16992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0B9DBD13-2257-CAC8-2F29-CBF3528F936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073008" y="5584401"/>
                  <a:ext cx="3114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2A96FE7C-2B82-A753-39A0-7FCF2ABC6555}"/>
                    </a:ext>
                  </a:extLst>
                </p14:cNvPr>
                <p14:cNvContentPartPr/>
                <p14:nvPr/>
              </p14:nvContentPartPr>
              <p14:xfrm>
                <a:off x="7161568" y="5690241"/>
                <a:ext cx="198000" cy="8208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2A96FE7C-2B82-A753-39A0-7FCF2ABC655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155448" y="5684121"/>
                  <a:ext cx="2102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2F909FBC-016A-4AC5-D2FC-0A005EA4AA58}"/>
                    </a:ext>
                  </a:extLst>
                </p14:cNvPr>
                <p14:cNvContentPartPr/>
                <p14:nvPr/>
              </p14:nvContentPartPr>
              <p14:xfrm>
                <a:off x="7078768" y="5723361"/>
                <a:ext cx="276480" cy="13032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2F909FBC-016A-4AC5-D2FC-0A005EA4AA5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072648" y="5717241"/>
                  <a:ext cx="2887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84DD08B6-0E8C-85AA-FF8A-4F10596F5706}"/>
                    </a:ext>
                  </a:extLst>
                </p14:cNvPr>
                <p14:cNvContentPartPr/>
                <p14:nvPr/>
              </p14:nvContentPartPr>
              <p14:xfrm>
                <a:off x="7744768" y="5542641"/>
                <a:ext cx="231120" cy="17280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84DD08B6-0E8C-85AA-FF8A-4F10596F570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738648" y="5536521"/>
                  <a:ext cx="2433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A8325CBC-55FB-601E-DB11-2D7520DCE849}"/>
                    </a:ext>
                  </a:extLst>
                </p14:cNvPr>
                <p14:cNvContentPartPr/>
                <p14:nvPr/>
              </p14:nvContentPartPr>
              <p14:xfrm>
                <a:off x="7779688" y="5608881"/>
                <a:ext cx="232920" cy="11196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A8325CBC-55FB-601E-DB11-2D7520DCE84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773568" y="5602761"/>
                  <a:ext cx="245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3B019446-88E0-480D-B0A1-BD214B0B5EF4}"/>
                    </a:ext>
                  </a:extLst>
                </p14:cNvPr>
                <p14:cNvContentPartPr/>
                <p14:nvPr/>
              </p14:nvContentPartPr>
              <p14:xfrm>
                <a:off x="8233648" y="5660001"/>
                <a:ext cx="315360" cy="11700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3B019446-88E0-480D-B0A1-BD214B0B5EF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227528" y="5653881"/>
                  <a:ext cx="3276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DABE9157-5AB2-FA8A-D742-05912B0D2C20}"/>
                    </a:ext>
                  </a:extLst>
                </p14:cNvPr>
                <p14:cNvContentPartPr/>
                <p14:nvPr/>
              </p14:nvContentPartPr>
              <p14:xfrm>
                <a:off x="8186488" y="5754681"/>
                <a:ext cx="327240" cy="3780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DABE9157-5AB2-FA8A-D742-05912B0D2C2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180368" y="5748561"/>
                  <a:ext cx="3394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D5A11A54-0F91-5CA8-0DA3-44629F9CBF85}"/>
                    </a:ext>
                  </a:extLst>
                </p14:cNvPr>
                <p14:cNvContentPartPr/>
                <p14:nvPr/>
              </p14:nvContentPartPr>
              <p14:xfrm>
                <a:off x="8816488" y="5474961"/>
                <a:ext cx="198000" cy="25560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D5A11A54-0F91-5CA8-0DA3-44629F9CBF8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810368" y="5468841"/>
                  <a:ext cx="2102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B47D5B1F-789C-DE9A-33D1-20E8B251218A}"/>
                    </a:ext>
                  </a:extLst>
                </p14:cNvPr>
                <p14:cNvContentPartPr/>
                <p14:nvPr/>
              </p14:nvContentPartPr>
              <p14:xfrm>
                <a:off x="8771488" y="5702121"/>
                <a:ext cx="301680" cy="2340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B47D5B1F-789C-DE9A-33D1-20E8B251218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765368" y="5696001"/>
                  <a:ext cx="313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E9DCAEE4-C27A-517B-621A-B46EEE7B027B}"/>
                    </a:ext>
                  </a:extLst>
                </p14:cNvPr>
                <p14:cNvContentPartPr/>
                <p14:nvPr/>
              </p14:nvContentPartPr>
              <p14:xfrm>
                <a:off x="8816488" y="5855481"/>
                <a:ext cx="397800" cy="15300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E9DCAEE4-C27A-517B-621A-B46EEE7B027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810368" y="5849361"/>
                  <a:ext cx="4100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37E02F24-211D-6554-C72A-4D81BD988317}"/>
                    </a:ext>
                  </a:extLst>
                </p14:cNvPr>
                <p14:cNvContentPartPr/>
                <p14:nvPr/>
              </p14:nvContentPartPr>
              <p14:xfrm>
                <a:off x="5715808" y="5206761"/>
                <a:ext cx="3858120" cy="97128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37E02F24-211D-6554-C72A-4D81BD98831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709688" y="5200641"/>
                  <a:ext cx="3870360" cy="98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29957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0E2F9-0CFB-A7C3-8C90-6D01136D2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93E4F7-7162-9353-5968-D166076F9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0C859735-3214-91D7-B1A8-5AD8472CD05B}"/>
              </a:ext>
            </a:extLst>
          </p:cNvPr>
          <p:cNvGrpSpPr/>
          <p:nvPr/>
        </p:nvGrpSpPr>
        <p:grpSpPr>
          <a:xfrm>
            <a:off x="1166488" y="2321361"/>
            <a:ext cx="3218400" cy="615600"/>
            <a:chOff x="1166488" y="2321361"/>
            <a:chExt cx="3218400" cy="61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9895EC3C-5F93-8308-194E-1BD683349EF4}"/>
                    </a:ext>
                  </a:extLst>
                </p14:cNvPr>
                <p14:cNvContentPartPr/>
                <p14:nvPr/>
              </p14:nvContentPartPr>
              <p14:xfrm>
                <a:off x="3755248" y="2523681"/>
                <a:ext cx="247320" cy="16812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9895EC3C-5F93-8308-194E-1BD683349EF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49128" y="2517561"/>
                  <a:ext cx="259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0B790FCE-8E70-E3D0-A2FD-4D9C724C5A65}"/>
                    </a:ext>
                  </a:extLst>
                </p14:cNvPr>
                <p14:cNvContentPartPr/>
                <p14:nvPr/>
              </p14:nvContentPartPr>
              <p14:xfrm>
                <a:off x="4013008" y="2474721"/>
                <a:ext cx="371880" cy="22500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0B790FCE-8E70-E3D0-A2FD-4D9C724C5A6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06888" y="2468601"/>
                  <a:ext cx="3841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2E486E30-28AA-693A-B037-34491292B948}"/>
                    </a:ext>
                  </a:extLst>
                </p14:cNvPr>
                <p14:cNvContentPartPr/>
                <p14:nvPr/>
              </p14:nvContentPartPr>
              <p14:xfrm>
                <a:off x="1166488" y="2608641"/>
                <a:ext cx="280080" cy="19764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2E486E30-28AA-693A-B037-34491292B9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60368" y="2602521"/>
                  <a:ext cx="2923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62680251-DE77-B831-9429-1167578C810A}"/>
                    </a:ext>
                  </a:extLst>
                </p14:cNvPr>
                <p14:cNvContentPartPr/>
                <p14:nvPr/>
              </p14:nvContentPartPr>
              <p14:xfrm>
                <a:off x="1681288" y="2701881"/>
                <a:ext cx="217800" cy="1008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62680251-DE77-B831-9429-1167578C810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75168" y="2695761"/>
                  <a:ext cx="2300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CF833409-759A-5E4E-BDF0-50DA8C8ED43B}"/>
                    </a:ext>
                  </a:extLst>
                </p14:cNvPr>
                <p14:cNvContentPartPr/>
                <p14:nvPr/>
              </p14:nvContentPartPr>
              <p14:xfrm>
                <a:off x="1761568" y="2632401"/>
                <a:ext cx="23760" cy="13428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CF833409-759A-5E4E-BDF0-50DA8C8ED43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55448" y="2626281"/>
                  <a:ext cx="36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DC0D030E-8668-813D-859A-85E0CCFFD672}"/>
                    </a:ext>
                  </a:extLst>
                </p14:cNvPr>
                <p14:cNvContentPartPr/>
                <p14:nvPr/>
              </p14:nvContentPartPr>
              <p14:xfrm>
                <a:off x="2170528" y="2692161"/>
                <a:ext cx="198720" cy="10512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DC0D030E-8668-813D-859A-85E0CCFFD67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64408" y="2686041"/>
                  <a:ext cx="2109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1D60E0AF-F8DD-3056-BE8F-08C34295AD14}"/>
                    </a:ext>
                  </a:extLst>
                </p14:cNvPr>
                <p14:cNvContentPartPr/>
                <p14:nvPr/>
              </p14:nvContentPartPr>
              <p14:xfrm>
                <a:off x="2449888" y="2645001"/>
                <a:ext cx="198360" cy="13464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1D60E0AF-F8DD-3056-BE8F-08C34295AD1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43768" y="2638881"/>
                  <a:ext cx="2106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5984272C-0BF4-1D28-7655-671E16CBEE02}"/>
                    </a:ext>
                  </a:extLst>
                </p14:cNvPr>
                <p14:cNvContentPartPr/>
                <p14:nvPr/>
              </p14:nvContentPartPr>
              <p14:xfrm>
                <a:off x="2870728" y="2652561"/>
                <a:ext cx="288360" cy="15912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5984272C-0BF4-1D28-7655-671E16CBEE0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64608" y="2646441"/>
                  <a:ext cx="3006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0A04E28F-5D8F-DFFA-3855-D05E90B90616}"/>
                    </a:ext>
                  </a:extLst>
                </p14:cNvPr>
                <p14:cNvContentPartPr/>
                <p14:nvPr/>
              </p14:nvContentPartPr>
              <p14:xfrm>
                <a:off x="2356288" y="2558241"/>
                <a:ext cx="360" cy="792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0A04E28F-5D8F-DFFA-3855-D05E90B9061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50168" y="2552121"/>
                  <a:ext cx="126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C2D475C7-1382-6C0F-0B07-089337E42072}"/>
                    </a:ext>
                  </a:extLst>
                </p14:cNvPr>
                <p14:cNvContentPartPr/>
                <p14:nvPr/>
              </p14:nvContentPartPr>
              <p14:xfrm>
                <a:off x="2005288" y="2488401"/>
                <a:ext cx="830880" cy="44856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C2D475C7-1382-6C0F-0B07-089337E420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99168" y="2482281"/>
                  <a:ext cx="84312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9BD61266-CED1-B2FC-208E-CB28AE0B1378}"/>
                    </a:ext>
                  </a:extLst>
                </p14:cNvPr>
                <p14:cNvContentPartPr/>
                <p14:nvPr/>
              </p14:nvContentPartPr>
              <p14:xfrm>
                <a:off x="1401928" y="2321361"/>
                <a:ext cx="2341800" cy="30708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9BD61266-CED1-B2FC-208E-CB28AE0B137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95808" y="2315241"/>
                  <a:ext cx="23540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D035DD54-A70D-A086-E82C-E915D4FBDD94}"/>
                    </a:ext>
                  </a:extLst>
                </p14:cNvPr>
                <p14:cNvContentPartPr/>
                <p14:nvPr/>
              </p14:nvContentPartPr>
              <p14:xfrm>
                <a:off x="3522328" y="2501361"/>
                <a:ext cx="106200" cy="4752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D035DD54-A70D-A086-E82C-E915D4FBDD9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16208" y="2495241"/>
                  <a:ext cx="11844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241F3278-2679-BB8F-E212-01D455818685}"/>
              </a:ext>
            </a:extLst>
          </p:cNvPr>
          <p:cNvGrpSpPr/>
          <p:nvPr/>
        </p:nvGrpSpPr>
        <p:grpSpPr>
          <a:xfrm>
            <a:off x="807208" y="2662281"/>
            <a:ext cx="221400" cy="168840"/>
            <a:chOff x="807208" y="2662281"/>
            <a:chExt cx="221400" cy="16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25766695-9852-3775-99DA-35A76B3ABB32}"/>
                    </a:ext>
                  </a:extLst>
                </p14:cNvPr>
                <p14:cNvContentPartPr/>
                <p14:nvPr/>
              </p14:nvContentPartPr>
              <p14:xfrm>
                <a:off x="807208" y="2734281"/>
                <a:ext cx="221400" cy="1080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25766695-9852-3775-99DA-35A76B3ABB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1088" y="2728161"/>
                  <a:ext cx="2336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E53FD4EC-9DB2-F9F9-C195-AD6723A6CE80}"/>
                    </a:ext>
                  </a:extLst>
                </p14:cNvPr>
                <p14:cNvContentPartPr/>
                <p14:nvPr/>
              </p14:nvContentPartPr>
              <p14:xfrm>
                <a:off x="887128" y="2662281"/>
                <a:ext cx="47520" cy="16884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E53FD4EC-9DB2-F9F9-C195-AD6723A6CE8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81008" y="2656161"/>
                  <a:ext cx="5976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602CC2CF-4905-B2A7-15B1-6E2A79CEC4CC}"/>
              </a:ext>
            </a:extLst>
          </p:cNvPr>
          <p:cNvGrpSpPr/>
          <p:nvPr/>
        </p:nvGrpSpPr>
        <p:grpSpPr>
          <a:xfrm>
            <a:off x="6615808" y="2001681"/>
            <a:ext cx="2153520" cy="590400"/>
            <a:chOff x="6615808" y="2001681"/>
            <a:chExt cx="2153520" cy="59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77271CE0-A6DF-BC97-19C3-6E987F92E273}"/>
                    </a:ext>
                  </a:extLst>
                </p14:cNvPr>
                <p14:cNvContentPartPr/>
                <p14:nvPr/>
              </p14:nvContentPartPr>
              <p14:xfrm>
                <a:off x="6799408" y="2022921"/>
                <a:ext cx="106200" cy="6984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77271CE0-A6DF-BC97-19C3-6E987F92E27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93288" y="2016801"/>
                  <a:ext cx="1184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28A88EB7-57B8-71B8-490F-9416EDAE1106}"/>
                    </a:ext>
                  </a:extLst>
                </p14:cNvPr>
                <p14:cNvContentPartPr/>
                <p14:nvPr/>
              </p14:nvContentPartPr>
              <p14:xfrm>
                <a:off x="6625528" y="2001681"/>
                <a:ext cx="313200" cy="17172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28A88EB7-57B8-71B8-490F-9416EDAE110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19408" y="1995561"/>
                  <a:ext cx="3254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C352AC98-FB7E-7786-F249-FB4F6245253E}"/>
                    </a:ext>
                  </a:extLst>
                </p14:cNvPr>
                <p14:cNvContentPartPr/>
                <p14:nvPr/>
              </p14:nvContentPartPr>
              <p14:xfrm>
                <a:off x="6846568" y="2013201"/>
                <a:ext cx="350640" cy="21600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C352AC98-FB7E-7786-F249-FB4F6245253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840448" y="2007081"/>
                  <a:ext cx="362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A1528C44-2EF4-7CDD-3682-638900E3DAB1}"/>
                    </a:ext>
                  </a:extLst>
                </p14:cNvPr>
                <p14:cNvContentPartPr/>
                <p14:nvPr/>
              </p14:nvContentPartPr>
              <p14:xfrm>
                <a:off x="6615808" y="2273121"/>
                <a:ext cx="604800" cy="1296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A1528C44-2EF4-7CDD-3682-638900E3DAB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09688" y="2267001"/>
                  <a:ext cx="6170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29560A24-A7B4-9262-EA76-E5AD0BE1B1E2}"/>
                    </a:ext>
                  </a:extLst>
                </p14:cNvPr>
                <p14:cNvContentPartPr/>
                <p14:nvPr/>
              </p14:nvContentPartPr>
              <p14:xfrm>
                <a:off x="6670888" y="2341881"/>
                <a:ext cx="350640" cy="18720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29560A24-A7B4-9262-EA76-E5AD0BE1B1E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64768" y="2335761"/>
                  <a:ext cx="3628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984FCD0D-F556-ED1E-D1E8-A33DD427C6CC}"/>
                    </a:ext>
                  </a:extLst>
                </p14:cNvPr>
                <p14:cNvContentPartPr/>
                <p14:nvPr/>
              </p14:nvContentPartPr>
              <p14:xfrm>
                <a:off x="7441288" y="2206521"/>
                <a:ext cx="418680" cy="2268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984FCD0D-F556-ED1E-D1E8-A33DD427C6C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35168" y="2200401"/>
                  <a:ext cx="430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047353F1-9312-0A8F-30A9-1312058D5D97}"/>
                    </a:ext>
                  </a:extLst>
                </p14:cNvPr>
                <p14:cNvContentPartPr/>
                <p14:nvPr/>
              </p14:nvContentPartPr>
              <p14:xfrm>
                <a:off x="7488448" y="2263401"/>
                <a:ext cx="430560" cy="3024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047353F1-9312-0A8F-30A9-1312058D5D9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82328" y="2257281"/>
                  <a:ext cx="442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29F19EDE-AD1E-3B8D-3081-2C254C2D98B7}"/>
                    </a:ext>
                  </a:extLst>
                </p14:cNvPr>
                <p14:cNvContentPartPr/>
                <p14:nvPr/>
              </p14:nvContentPartPr>
              <p14:xfrm>
                <a:off x="8221768" y="2124801"/>
                <a:ext cx="547560" cy="18828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29F19EDE-AD1E-3B8D-3081-2C254C2D98B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15648" y="2118681"/>
                  <a:ext cx="559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A2D6534D-6292-9C27-B7D4-DF74D4C9E9CC}"/>
                    </a:ext>
                  </a:extLst>
                </p14:cNvPr>
                <p14:cNvContentPartPr/>
                <p14:nvPr/>
              </p14:nvContentPartPr>
              <p14:xfrm>
                <a:off x="6692848" y="2286801"/>
                <a:ext cx="619560" cy="25344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A2D6534D-6292-9C27-B7D4-DF74D4C9E9C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86728" y="2280681"/>
                  <a:ext cx="6318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26CEDAEF-1AAF-B87A-A30B-AC034D8A81C4}"/>
                    </a:ext>
                  </a:extLst>
                </p14:cNvPr>
                <p14:cNvContentPartPr/>
                <p14:nvPr/>
              </p14:nvContentPartPr>
              <p14:xfrm>
                <a:off x="6657208" y="2220201"/>
                <a:ext cx="504000" cy="4572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26CEDAEF-1AAF-B87A-A30B-AC034D8A81C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51088" y="2214081"/>
                  <a:ext cx="5162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FD261B7D-ADC3-13C7-D834-69A47129B7D6}"/>
                    </a:ext>
                  </a:extLst>
                </p14:cNvPr>
                <p14:cNvContentPartPr/>
                <p14:nvPr/>
              </p14:nvContentPartPr>
              <p14:xfrm>
                <a:off x="7276768" y="2431881"/>
                <a:ext cx="1284120" cy="16020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FD261B7D-ADC3-13C7-D834-69A47129B7D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270648" y="2425761"/>
                  <a:ext cx="12963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61AA36F5-ADAA-7988-7A04-39697B5F265C}"/>
                    </a:ext>
                  </a:extLst>
                </p14:cNvPr>
                <p14:cNvContentPartPr/>
                <p14:nvPr/>
              </p14:nvContentPartPr>
              <p14:xfrm>
                <a:off x="8374768" y="2461761"/>
                <a:ext cx="280080" cy="5508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61AA36F5-ADAA-7988-7A04-39697B5F265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368648" y="2455641"/>
                  <a:ext cx="2923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AD23C708-4CC2-E205-A3F1-398A7950164E}"/>
                    </a:ext>
                  </a:extLst>
                </p14:cNvPr>
                <p14:cNvContentPartPr/>
                <p14:nvPr/>
              </p14:nvContentPartPr>
              <p14:xfrm>
                <a:off x="8525248" y="2377161"/>
                <a:ext cx="70920" cy="14400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AD23C708-4CC2-E205-A3F1-398A7950164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19128" y="2371041"/>
                  <a:ext cx="8316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Agrupar 62">
            <a:extLst>
              <a:ext uri="{FF2B5EF4-FFF2-40B4-BE49-F238E27FC236}">
                <a16:creationId xmlns:a16="http://schemas.microsoft.com/office/drawing/2014/main" id="{6607F351-2605-FAB9-3503-5DC7C7E056CF}"/>
              </a:ext>
            </a:extLst>
          </p:cNvPr>
          <p:cNvGrpSpPr/>
          <p:nvPr/>
        </p:nvGrpSpPr>
        <p:grpSpPr>
          <a:xfrm>
            <a:off x="7126288" y="2862801"/>
            <a:ext cx="816480" cy="228600"/>
            <a:chOff x="7126288" y="2862801"/>
            <a:chExt cx="81648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11B65371-82B0-F5B0-F8C1-BD8A9F7AA891}"/>
                    </a:ext>
                  </a:extLst>
                </p14:cNvPr>
                <p14:cNvContentPartPr/>
                <p14:nvPr/>
              </p14:nvContentPartPr>
              <p14:xfrm>
                <a:off x="7241128" y="2862801"/>
                <a:ext cx="137520" cy="22860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11B65371-82B0-F5B0-F8C1-BD8A9F7AA89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35008" y="2856681"/>
                  <a:ext cx="149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77DF1A12-9CE1-9FA4-4D11-C994231E191D}"/>
                    </a:ext>
                  </a:extLst>
                </p14:cNvPr>
                <p14:cNvContentPartPr/>
                <p14:nvPr/>
              </p14:nvContentPartPr>
              <p14:xfrm>
                <a:off x="7126288" y="2905641"/>
                <a:ext cx="385920" cy="12384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77DF1A12-9CE1-9FA4-4D11-C994231E191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120168" y="2899521"/>
                  <a:ext cx="3981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720CB3B4-D28F-9B68-9096-6F5FC20631D3}"/>
                    </a:ext>
                  </a:extLst>
                </p14:cNvPr>
                <p14:cNvContentPartPr/>
                <p14:nvPr/>
              </p14:nvContentPartPr>
              <p14:xfrm>
                <a:off x="7709488" y="2949561"/>
                <a:ext cx="233280" cy="8208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720CB3B4-D28F-9B68-9096-6F5FC20631D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03368" y="2943441"/>
                  <a:ext cx="24552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122B032C-DEA2-E55C-9AFD-CB507A6E031E}"/>
              </a:ext>
            </a:extLst>
          </p:cNvPr>
          <p:cNvGrpSpPr/>
          <p:nvPr/>
        </p:nvGrpSpPr>
        <p:grpSpPr>
          <a:xfrm>
            <a:off x="8343448" y="2783601"/>
            <a:ext cx="1249920" cy="285120"/>
            <a:chOff x="8343448" y="2783601"/>
            <a:chExt cx="1249920" cy="28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B1EE5A8E-2EA6-EEB5-A758-944BAD6BE572}"/>
                    </a:ext>
                  </a:extLst>
                </p14:cNvPr>
                <p14:cNvContentPartPr/>
                <p14:nvPr/>
              </p14:nvContentPartPr>
              <p14:xfrm>
                <a:off x="8343448" y="2853441"/>
                <a:ext cx="146880" cy="21528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B1EE5A8E-2EA6-EEB5-A758-944BAD6BE57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37328" y="2847321"/>
                  <a:ext cx="1591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3F53C7E4-9F5B-71BE-9D45-6B8A5C03859A}"/>
                    </a:ext>
                  </a:extLst>
                </p14:cNvPr>
                <p14:cNvContentPartPr/>
                <p14:nvPr/>
              </p14:nvContentPartPr>
              <p14:xfrm>
                <a:off x="8465128" y="2860641"/>
                <a:ext cx="300240" cy="14868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3F53C7E4-9F5B-71BE-9D45-6B8A5C03859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59008" y="2854521"/>
                  <a:ext cx="3124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4ACE5710-807C-DC6E-3F27-B2A90AAE1C26}"/>
                    </a:ext>
                  </a:extLst>
                </p14:cNvPr>
                <p14:cNvContentPartPr/>
                <p14:nvPr/>
              </p14:nvContentPartPr>
              <p14:xfrm>
                <a:off x="8781208" y="2912841"/>
                <a:ext cx="256680" cy="11628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4ACE5710-807C-DC6E-3F27-B2A90AAE1C2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775088" y="2906721"/>
                  <a:ext cx="2689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7A65C8EE-2860-C755-1481-1E42D869CB6C}"/>
                    </a:ext>
                  </a:extLst>
                </p14:cNvPr>
                <p14:cNvContentPartPr/>
                <p14:nvPr/>
              </p14:nvContentPartPr>
              <p14:xfrm>
                <a:off x="9060928" y="2783601"/>
                <a:ext cx="532440" cy="24552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7A65C8EE-2860-C755-1481-1E42D869CB6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54808" y="2777481"/>
                  <a:ext cx="544680" cy="25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02B08694-35DD-00EA-954A-73C04695DD5A}"/>
              </a:ext>
            </a:extLst>
          </p:cNvPr>
          <p:cNvGrpSpPr/>
          <p:nvPr/>
        </p:nvGrpSpPr>
        <p:grpSpPr>
          <a:xfrm>
            <a:off x="7625608" y="3608001"/>
            <a:ext cx="2766600" cy="1177560"/>
            <a:chOff x="7625608" y="3608001"/>
            <a:chExt cx="2766600" cy="11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BA5F5B92-1A57-69B5-59BE-145E461AEBFF}"/>
                    </a:ext>
                  </a:extLst>
                </p14:cNvPr>
                <p14:cNvContentPartPr/>
                <p14:nvPr/>
              </p14:nvContentPartPr>
              <p14:xfrm>
                <a:off x="8978848" y="3858921"/>
                <a:ext cx="235440" cy="2268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BA5F5B92-1A57-69B5-59BE-145E461AEBF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72728" y="3852801"/>
                  <a:ext cx="2476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6B12B5DE-A529-3DC1-A2BC-389F7BCDB795}"/>
                    </a:ext>
                  </a:extLst>
                </p14:cNvPr>
                <p14:cNvContentPartPr/>
                <p14:nvPr/>
              </p14:nvContentPartPr>
              <p14:xfrm>
                <a:off x="8990728" y="3921201"/>
                <a:ext cx="258840" cy="3024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6B12B5DE-A529-3DC1-A2BC-389F7BCDB79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84608" y="3915081"/>
                  <a:ext cx="271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D6856E8A-9248-8877-C757-49AF61A353AB}"/>
                    </a:ext>
                  </a:extLst>
                </p14:cNvPr>
                <p14:cNvContentPartPr/>
                <p14:nvPr/>
              </p14:nvContentPartPr>
              <p14:xfrm>
                <a:off x="9743848" y="3782601"/>
                <a:ext cx="204120" cy="21492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D6856E8A-9248-8877-C757-49AF61A353A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737728" y="3776481"/>
                  <a:ext cx="2163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ED9D8C20-5A80-1288-3EFB-792521DF98CA}"/>
                    </a:ext>
                  </a:extLst>
                </p14:cNvPr>
                <p14:cNvContentPartPr/>
                <p14:nvPr/>
              </p14:nvContentPartPr>
              <p14:xfrm>
                <a:off x="9847168" y="3834441"/>
                <a:ext cx="545040" cy="22320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ED9D8C20-5A80-1288-3EFB-792521DF98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41048" y="3828321"/>
                  <a:ext cx="5572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BAFEF9BC-67D9-6445-1680-1C375AC11749}"/>
                    </a:ext>
                  </a:extLst>
                </p14:cNvPr>
                <p14:cNvContentPartPr/>
                <p14:nvPr/>
              </p14:nvContentPartPr>
              <p14:xfrm>
                <a:off x="7686088" y="3767481"/>
                <a:ext cx="441000" cy="24120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BAFEF9BC-67D9-6445-1680-1C375AC1174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679968" y="3761361"/>
                  <a:ext cx="4532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E391AC6B-A0C6-0B8D-EFAA-4B1DDEE03759}"/>
                    </a:ext>
                  </a:extLst>
                </p14:cNvPr>
                <p14:cNvContentPartPr/>
                <p14:nvPr/>
              </p14:nvContentPartPr>
              <p14:xfrm>
                <a:off x="8268928" y="3868641"/>
                <a:ext cx="186120" cy="11736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E391AC6B-A0C6-0B8D-EFAA-4B1DDEE0375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262808" y="3862521"/>
                  <a:ext cx="1983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AA5A7404-7007-CF67-578B-35ACA7987B15}"/>
                    </a:ext>
                  </a:extLst>
                </p14:cNvPr>
                <p14:cNvContentPartPr/>
                <p14:nvPr/>
              </p14:nvContentPartPr>
              <p14:xfrm>
                <a:off x="8245168" y="3876201"/>
                <a:ext cx="280080" cy="10980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AA5A7404-7007-CF67-578B-35ACA7987B1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39048" y="3870081"/>
                  <a:ext cx="2923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45A93908-4E30-205D-F4D9-3B65FE2278CE}"/>
                    </a:ext>
                  </a:extLst>
                </p14:cNvPr>
                <p14:cNvContentPartPr/>
                <p14:nvPr/>
              </p14:nvContentPartPr>
              <p14:xfrm>
                <a:off x="7625608" y="3608001"/>
                <a:ext cx="783000" cy="47340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45A93908-4E30-205D-F4D9-3B65FE2278C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619488" y="3601881"/>
                  <a:ext cx="79524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5E0A6B42-3C90-3A39-BF47-43AB7A54C856}"/>
                    </a:ext>
                  </a:extLst>
                </p14:cNvPr>
                <p14:cNvContentPartPr/>
                <p14:nvPr/>
              </p14:nvContentPartPr>
              <p14:xfrm>
                <a:off x="8259208" y="4310361"/>
                <a:ext cx="243000" cy="16344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5E0A6B42-3C90-3A39-BF47-43AB7A54C85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53088" y="4304241"/>
                  <a:ext cx="2552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E0E50DEC-D68D-8210-1C38-57ECC8D7D84C}"/>
                    </a:ext>
                  </a:extLst>
                </p14:cNvPr>
                <p14:cNvContentPartPr/>
                <p14:nvPr/>
              </p14:nvContentPartPr>
              <p14:xfrm>
                <a:off x="8257048" y="4302801"/>
                <a:ext cx="268200" cy="13644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E0E50DEC-D68D-8210-1C38-57ECC8D7D84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50928" y="4296681"/>
                  <a:ext cx="280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49241D5B-A9C2-5E33-C0CC-D1A980D9B717}"/>
                    </a:ext>
                  </a:extLst>
                </p14:cNvPr>
                <p14:cNvContentPartPr/>
                <p14:nvPr/>
              </p14:nvContentPartPr>
              <p14:xfrm>
                <a:off x="9119968" y="4302801"/>
                <a:ext cx="232920" cy="2268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49241D5B-A9C2-5E33-C0CC-D1A980D9B71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113848" y="4296681"/>
                  <a:ext cx="2451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42705D46-D2D6-D3F9-5BA6-1C5DAF49F441}"/>
                    </a:ext>
                  </a:extLst>
                </p14:cNvPr>
                <p14:cNvContentPartPr/>
                <p14:nvPr/>
              </p14:nvContentPartPr>
              <p14:xfrm>
                <a:off x="9072808" y="4379841"/>
                <a:ext cx="327240" cy="5184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42705D46-D2D6-D3F9-5BA6-1C5DAF49F44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66688" y="4373721"/>
                  <a:ext cx="3394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3D0BB482-3CED-9809-55E9-DC8A914A3F8D}"/>
                    </a:ext>
                  </a:extLst>
                </p14:cNvPr>
                <p14:cNvContentPartPr/>
                <p14:nvPr/>
              </p14:nvContentPartPr>
              <p14:xfrm>
                <a:off x="8059408" y="4047561"/>
                <a:ext cx="1202400" cy="22752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3D0BB482-3CED-9809-55E9-DC8A914A3F8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053288" y="4041441"/>
                  <a:ext cx="12146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79DD7B24-2EB1-96E9-6DA6-F84EF8DD8CBF}"/>
                    </a:ext>
                  </a:extLst>
                </p14:cNvPr>
                <p14:cNvContentPartPr/>
                <p14:nvPr/>
              </p14:nvContentPartPr>
              <p14:xfrm>
                <a:off x="9785248" y="4345641"/>
                <a:ext cx="139320" cy="16020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79DD7B24-2EB1-96E9-6DA6-F84EF8DD8CB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79128" y="4339521"/>
                  <a:ext cx="1515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272B9A65-A1E1-2562-395A-93CBF6A6C0E2}"/>
                    </a:ext>
                  </a:extLst>
                </p14:cNvPr>
                <p14:cNvContentPartPr/>
                <p14:nvPr/>
              </p14:nvContentPartPr>
              <p14:xfrm>
                <a:off x="9935728" y="4358241"/>
                <a:ext cx="268200" cy="12420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272B9A65-A1E1-2562-395A-93CBF6A6C0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929608" y="4352121"/>
                  <a:ext cx="280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487CD068-B187-7B32-48EE-F406EB5964BD}"/>
                    </a:ext>
                  </a:extLst>
                </p14:cNvPr>
                <p14:cNvContentPartPr/>
                <p14:nvPr/>
              </p14:nvContentPartPr>
              <p14:xfrm>
                <a:off x="9645928" y="4542921"/>
                <a:ext cx="558000" cy="1584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487CD068-B187-7B32-48EE-F406EB5964B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639808" y="4536801"/>
                  <a:ext cx="5702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9A299890-00B2-CFFF-CE83-413247C712FC}"/>
                    </a:ext>
                  </a:extLst>
                </p14:cNvPr>
                <p14:cNvContentPartPr/>
                <p14:nvPr/>
              </p14:nvContentPartPr>
              <p14:xfrm>
                <a:off x="9796768" y="4609521"/>
                <a:ext cx="327240" cy="17604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9A299890-00B2-CFFF-CE83-413247C712F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790648" y="4603401"/>
                  <a:ext cx="33948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9BAF9B7D-A9D0-969A-CE6A-8202AA364413}"/>
              </a:ext>
            </a:extLst>
          </p:cNvPr>
          <p:cNvGrpSpPr/>
          <p:nvPr/>
        </p:nvGrpSpPr>
        <p:grpSpPr>
          <a:xfrm>
            <a:off x="1260088" y="3100761"/>
            <a:ext cx="3324600" cy="646920"/>
            <a:chOff x="1260088" y="3100761"/>
            <a:chExt cx="3324600" cy="64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BD45C84B-3330-6B92-8126-F85205959FD7}"/>
                    </a:ext>
                  </a:extLst>
                </p14:cNvPr>
                <p14:cNvContentPartPr/>
                <p14:nvPr/>
              </p14:nvContentPartPr>
              <p14:xfrm>
                <a:off x="1388968" y="3284721"/>
                <a:ext cx="270720" cy="18108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BD45C84B-3330-6B92-8126-F85205959FD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82848" y="3278601"/>
                  <a:ext cx="2829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EEBBDD3F-E61A-B053-C7C3-94319103EEAB}"/>
                    </a:ext>
                  </a:extLst>
                </p14:cNvPr>
                <p14:cNvContentPartPr/>
                <p14:nvPr/>
              </p14:nvContentPartPr>
              <p14:xfrm>
                <a:off x="1563928" y="3299121"/>
                <a:ext cx="291960" cy="14940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EEBBDD3F-E61A-B053-C7C3-94319103EEA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557808" y="3293001"/>
                  <a:ext cx="304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C4F3167F-EFBD-2790-AFD4-666920E7B56E}"/>
                    </a:ext>
                  </a:extLst>
                </p14:cNvPr>
                <p14:cNvContentPartPr/>
                <p14:nvPr/>
              </p14:nvContentPartPr>
              <p14:xfrm>
                <a:off x="2184208" y="3257361"/>
                <a:ext cx="452160" cy="17460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C4F3167F-EFBD-2790-AFD4-666920E7B56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178088" y="3251241"/>
                  <a:ext cx="464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50681125-4A3B-DBFC-12B5-4DEC12703481}"/>
                    </a:ext>
                  </a:extLst>
                </p14:cNvPr>
                <p14:cNvContentPartPr/>
                <p14:nvPr/>
              </p14:nvContentPartPr>
              <p14:xfrm>
                <a:off x="3068728" y="3247641"/>
                <a:ext cx="104760" cy="16812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50681125-4A3B-DBFC-12B5-4DEC1270348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062608" y="3241521"/>
                  <a:ext cx="1170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F0B9393A-91CD-3600-C010-5FC1E0506FFA}"/>
                    </a:ext>
                  </a:extLst>
                </p14:cNvPr>
                <p14:cNvContentPartPr/>
                <p14:nvPr/>
              </p14:nvContentPartPr>
              <p14:xfrm>
                <a:off x="3218128" y="3219921"/>
                <a:ext cx="245880" cy="18540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F0B9393A-91CD-3600-C010-5FC1E0506FF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12008" y="3213801"/>
                  <a:ext cx="2581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102A2FD8-C330-D9E1-DB14-8F1C2C4351A3}"/>
                    </a:ext>
                  </a:extLst>
                </p14:cNvPr>
                <p14:cNvContentPartPr/>
                <p14:nvPr/>
              </p14:nvContentPartPr>
              <p14:xfrm>
                <a:off x="3778288" y="3353841"/>
                <a:ext cx="142200" cy="2808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102A2FD8-C330-D9E1-DB14-8F1C2C4351A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72168" y="3347721"/>
                  <a:ext cx="154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E3F27239-F509-7AAD-C696-0B36C59D0980}"/>
                    </a:ext>
                  </a:extLst>
                </p14:cNvPr>
                <p14:cNvContentPartPr/>
                <p14:nvPr/>
              </p14:nvContentPartPr>
              <p14:xfrm>
                <a:off x="4262848" y="3184641"/>
                <a:ext cx="321840" cy="24120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E3F27239-F509-7AAD-C696-0B36C59D098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256728" y="3178521"/>
                  <a:ext cx="334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0F37E862-E415-70A8-0664-B3DC29A5D30D}"/>
                    </a:ext>
                  </a:extLst>
                </p14:cNvPr>
                <p14:cNvContentPartPr/>
                <p14:nvPr/>
              </p14:nvContentPartPr>
              <p14:xfrm>
                <a:off x="1434688" y="3100761"/>
                <a:ext cx="23760" cy="1008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0F37E862-E415-70A8-0664-B3DC29A5D30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28568" y="3094641"/>
                  <a:ext cx="36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7881921D-507A-C860-BBBE-4AA48C341D95}"/>
                    </a:ext>
                  </a:extLst>
                </p14:cNvPr>
                <p14:cNvContentPartPr/>
                <p14:nvPr/>
              </p14:nvContentPartPr>
              <p14:xfrm>
                <a:off x="1260088" y="3106161"/>
                <a:ext cx="3313440" cy="64152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7881921D-507A-C860-BBBE-4AA48C341D9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253968" y="3100041"/>
                  <a:ext cx="3325680" cy="65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60D78F66-388A-D7EF-6172-EFA7AD3AE439}"/>
              </a:ext>
            </a:extLst>
          </p:cNvPr>
          <p:cNvGrpSpPr/>
          <p:nvPr/>
        </p:nvGrpSpPr>
        <p:grpSpPr>
          <a:xfrm>
            <a:off x="1284208" y="3856761"/>
            <a:ext cx="2018520" cy="691920"/>
            <a:chOff x="1284208" y="3856761"/>
            <a:chExt cx="2018520" cy="69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F610813B-A924-EF5C-F559-9C28D0A4E790}"/>
                    </a:ext>
                  </a:extLst>
                </p14:cNvPr>
                <p14:cNvContentPartPr/>
                <p14:nvPr/>
              </p14:nvContentPartPr>
              <p14:xfrm>
                <a:off x="1390048" y="4176441"/>
                <a:ext cx="186120" cy="13428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F610813B-A924-EF5C-F559-9C28D0A4E79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383928" y="4170321"/>
                  <a:ext cx="198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8441E400-A99F-0F58-5BF2-68B7E71EEEA8}"/>
                    </a:ext>
                  </a:extLst>
                </p14:cNvPr>
                <p14:cNvContentPartPr/>
                <p14:nvPr/>
              </p14:nvContentPartPr>
              <p14:xfrm>
                <a:off x="1354768" y="4191201"/>
                <a:ext cx="327240" cy="12384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8441E400-A99F-0F58-5BF2-68B7E71EEEA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348648" y="4185081"/>
                  <a:ext cx="3394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5B4515D1-0668-BDAD-187C-BB193B17BC7F}"/>
                    </a:ext>
                  </a:extLst>
                </p14:cNvPr>
                <p14:cNvContentPartPr/>
                <p14:nvPr/>
              </p14:nvContentPartPr>
              <p14:xfrm>
                <a:off x="2123368" y="4141881"/>
                <a:ext cx="374400" cy="17100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5B4515D1-0668-BDAD-187C-BB193B17BC7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117248" y="4135761"/>
                  <a:ext cx="386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627B9FAC-5AE3-F9E4-7EC2-C8E3EBC333A5}"/>
                    </a:ext>
                  </a:extLst>
                </p14:cNvPr>
                <p14:cNvContentPartPr/>
                <p14:nvPr/>
              </p14:nvContentPartPr>
              <p14:xfrm>
                <a:off x="2682808" y="4108401"/>
                <a:ext cx="245160" cy="26064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627B9FAC-5AE3-F9E4-7EC2-C8E3EBC333A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76688" y="4102281"/>
                  <a:ext cx="2574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9240C31B-27DB-E053-416B-6284C4156FCB}"/>
                    </a:ext>
                  </a:extLst>
                </p14:cNvPr>
                <p14:cNvContentPartPr/>
                <p14:nvPr/>
              </p14:nvContentPartPr>
              <p14:xfrm>
                <a:off x="2706568" y="4225761"/>
                <a:ext cx="268200" cy="7956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9240C31B-27DB-E053-416B-6284C4156FC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700448" y="4219641"/>
                  <a:ext cx="280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E465CF0F-8DF6-D98C-BC4E-D139B3B35EB0}"/>
                    </a:ext>
                  </a:extLst>
                </p14:cNvPr>
                <p14:cNvContentPartPr/>
                <p14:nvPr/>
              </p14:nvContentPartPr>
              <p14:xfrm>
                <a:off x="1284208" y="3856761"/>
                <a:ext cx="2018520" cy="69192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E465CF0F-8DF6-D98C-BC4E-D139B3B35EB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278088" y="3850641"/>
                  <a:ext cx="2030760" cy="70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01" name="Tinta 100">
                <a:extLst>
                  <a:ext uri="{FF2B5EF4-FFF2-40B4-BE49-F238E27FC236}">
                    <a16:creationId xmlns:a16="http://schemas.microsoft.com/office/drawing/2014/main" id="{63D97085-AA12-D1EC-A727-7AE91BD0D80B}"/>
                  </a:ext>
                </a:extLst>
              </p14:cNvPr>
              <p14:cNvContentPartPr/>
              <p14:nvPr/>
            </p14:nvContentPartPr>
            <p14:xfrm>
              <a:off x="724768" y="4573161"/>
              <a:ext cx="4058280" cy="162360"/>
            </p14:xfrm>
          </p:contentPart>
        </mc:Choice>
        <mc:Fallback>
          <p:pic>
            <p:nvPicPr>
              <p:cNvPr id="101" name="Tinta 100">
                <a:extLst>
                  <a:ext uri="{FF2B5EF4-FFF2-40B4-BE49-F238E27FC236}">
                    <a16:creationId xmlns:a16="http://schemas.microsoft.com/office/drawing/2014/main" id="{63D97085-AA12-D1EC-A727-7AE91BD0D80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18648" y="4567041"/>
                <a:ext cx="4070520" cy="17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Agrupar 123">
            <a:extLst>
              <a:ext uri="{FF2B5EF4-FFF2-40B4-BE49-F238E27FC236}">
                <a16:creationId xmlns:a16="http://schemas.microsoft.com/office/drawing/2014/main" id="{7436E718-29B6-C31F-2770-5E6145FE88FF}"/>
              </a:ext>
            </a:extLst>
          </p:cNvPr>
          <p:cNvGrpSpPr/>
          <p:nvPr/>
        </p:nvGrpSpPr>
        <p:grpSpPr>
          <a:xfrm>
            <a:off x="1110328" y="4924521"/>
            <a:ext cx="3917160" cy="501120"/>
            <a:chOff x="1110328" y="4924521"/>
            <a:chExt cx="3917160" cy="50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35C35810-17A7-E57E-E2FB-3D5847A5F15D}"/>
                    </a:ext>
                  </a:extLst>
                </p14:cNvPr>
                <p14:cNvContentPartPr/>
                <p14:nvPr/>
              </p14:nvContentPartPr>
              <p14:xfrm>
                <a:off x="1110328" y="5126481"/>
                <a:ext cx="393480" cy="21276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35C35810-17A7-E57E-E2FB-3D5847A5F15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04208" y="5120361"/>
                  <a:ext cx="4057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FF986DBF-0F81-D77D-B62F-AEFA63E76161}"/>
                    </a:ext>
                  </a:extLst>
                </p14:cNvPr>
                <p14:cNvContentPartPr/>
                <p14:nvPr/>
              </p14:nvContentPartPr>
              <p14:xfrm>
                <a:off x="1796488" y="5210001"/>
                <a:ext cx="198360" cy="1332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FF986DBF-0F81-D77D-B62F-AEFA63E7616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790368" y="5203881"/>
                  <a:ext cx="210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A90C8242-7F72-F55E-7666-E288D44E8CCC}"/>
                    </a:ext>
                  </a:extLst>
                </p14:cNvPr>
                <p14:cNvContentPartPr/>
                <p14:nvPr/>
              </p14:nvContentPartPr>
              <p14:xfrm>
                <a:off x="2462128" y="5120001"/>
                <a:ext cx="217440" cy="4752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A90C8242-7F72-F55E-7666-E288D44E8CC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456008" y="5113881"/>
                  <a:ext cx="2296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767C86A1-0799-FF3C-88E9-B6DDFACAB99E}"/>
                    </a:ext>
                  </a:extLst>
                </p14:cNvPr>
                <p14:cNvContentPartPr/>
                <p14:nvPr/>
              </p14:nvContentPartPr>
              <p14:xfrm>
                <a:off x="2415688" y="5082921"/>
                <a:ext cx="333360" cy="15156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767C86A1-0799-FF3C-88E9-B6DDFACAB99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09568" y="5076801"/>
                  <a:ext cx="3456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C0A8641F-DB7F-BD5F-A4E1-C0B0FB58ADC1}"/>
                    </a:ext>
                  </a:extLst>
                </p14:cNvPr>
                <p14:cNvContentPartPr/>
                <p14:nvPr/>
              </p14:nvContentPartPr>
              <p14:xfrm>
                <a:off x="2777848" y="5098041"/>
                <a:ext cx="417960" cy="15804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C0A8641F-DB7F-BD5F-A4E1-C0B0FB58ADC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771728" y="5091921"/>
                  <a:ext cx="4302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15C564A6-D755-EB8B-6F98-DC35F945E3BF}"/>
                    </a:ext>
                  </a:extLst>
                </p14:cNvPr>
                <p14:cNvContentPartPr/>
                <p14:nvPr/>
              </p14:nvContentPartPr>
              <p14:xfrm>
                <a:off x="3583168" y="5098041"/>
                <a:ext cx="452160" cy="15480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15C564A6-D755-EB8B-6F98-DC35F945E3B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577048" y="5091921"/>
                  <a:ext cx="464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E7B55A92-04F3-2BD9-36F3-24CD758E0DCB}"/>
                    </a:ext>
                  </a:extLst>
                </p14:cNvPr>
                <p14:cNvContentPartPr/>
                <p14:nvPr/>
              </p14:nvContentPartPr>
              <p14:xfrm>
                <a:off x="4478848" y="4924521"/>
                <a:ext cx="221760" cy="22248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E7B55A92-04F3-2BD9-36F3-24CD758E0DC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72728" y="4918401"/>
                  <a:ext cx="234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0A01D876-B9E7-780E-2EBC-A7BCD66C6FE1}"/>
                    </a:ext>
                  </a:extLst>
                </p14:cNvPr>
                <p14:cNvContentPartPr/>
                <p14:nvPr/>
              </p14:nvContentPartPr>
              <p14:xfrm>
                <a:off x="4724368" y="4925601"/>
                <a:ext cx="303120" cy="20556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0A01D876-B9E7-780E-2EBC-A7BCD66C6FE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18248" y="4919481"/>
                  <a:ext cx="3153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2FEDAEC4-D3D6-1843-8B77-A2D6684494E6}"/>
                    </a:ext>
                  </a:extLst>
                </p14:cNvPr>
                <p14:cNvContentPartPr/>
                <p14:nvPr/>
              </p14:nvContentPartPr>
              <p14:xfrm>
                <a:off x="1142368" y="4986441"/>
                <a:ext cx="762120" cy="43920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2FEDAEC4-D3D6-1843-8B77-A2D6684494E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36248" y="4980321"/>
                  <a:ext cx="774360" cy="45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C12B810B-091A-06A2-F6EA-CEB9D609BC9B}"/>
              </a:ext>
            </a:extLst>
          </p:cNvPr>
          <p:cNvGrpSpPr/>
          <p:nvPr/>
        </p:nvGrpSpPr>
        <p:grpSpPr>
          <a:xfrm>
            <a:off x="1788208" y="5529321"/>
            <a:ext cx="3472560" cy="331920"/>
            <a:chOff x="1788208" y="5529321"/>
            <a:chExt cx="347256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B7B6FC8C-A1C7-B916-CA28-9E4ADD2DBA10}"/>
                    </a:ext>
                  </a:extLst>
                </p14:cNvPr>
                <p14:cNvContentPartPr/>
                <p14:nvPr/>
              </p14:nvContentPartPr>
              <p14:xfrm>
                <a:off x="1788208" y="5715801"/>
                <a:ext cx="359280" cy="4932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B7B6FC8C-A1C7-B916-CA28-9E4ADD2DBA1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782088" y="5709681"/>
                  <a:ext cx="3715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50202D9E-3ADC-95FA-057D-404E684BA6B6}"/>
                    </a:ext>
                  </a:extLst>
                </p14:cNvPr>
                <p14:cNvContentPartPr/>
                <p14:nvPr/>
              </p14:nvContentPartPr>
              <p14:xfrm>
                <a:off x="2567608" y="5616081"/>
                <a:ext cx="268920" cy="16380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50202D9E-3ADC-95FA-057D-404E684BA6B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561488" y="5609961"/>
                  <a:ext cx="2811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8F82DDC5-31C6-9E55-B074-75FAD2A8F233}"/>
                    </a:ext>
                  </a:extLst>
                </p14:cNvPr>
                <p14:cNvContentPartPr/>
                <p14:nvPr/>
              </p14:nvContentPartPr>
              <p14:xfrm>
                <a:off x="2636008" y="5648481"/>
                <a:ext cx="303480" cy="13140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8F82DDC5-31C6-9E55-B074-75FAD2A8F23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629888" y="5642361"/>
                  <a:ext cx="315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21D52505-05F3-2DFF-DBA2-FE9C807AD967}"/>
                    </a:ext>
                  </a:extLst>
                </p14:cNvPr>
                <p14:cNvContentPartPr/>
                <p14:nvPr/>
              </p14:nvContentPartPr>
              <p14:xfrm>
                <a:off x="2999968" y="5662521"/>
                <a:ext cx="591120" cy="19872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21D52505-05F3-2DFF-DBA2-FE9C807AD96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993848" y="5656401"/>
                  <a:ext cx="603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7F4EA63F-6A50-3319-EEB6-C232A2A5CD06}"/>
                    </a:ext>
                  </a:extLst>
                </p14:cNvPr>
                <p14:cNvContentPartPr/>
                <p14:nvPr/>
              </p14:nvContentPartPr>
              <p14:xfrm>
                <a:off x="3992128" y="5529321"/>
                <a:ext cx="123480" cy="19980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7F4EA63F-6A50-3319-EEB6-C232A2A5CD0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986008" y="5523201"/>
                  <a:ext cx="1357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E91B0532-BC06-1AA3-4304-8BC20DD3606F}"/>
                    </a:ext>
                  </a:extLst>
                </p14:cNvPr>
                <p14:cNvContentPartPr/>
                <p14:nvPr/>
              </p14:nvContentPartPr>
              <p14:xfrm>
                <a:off x="4105888" y="5542641"/>
                <a:ext cx="290160" cy="14652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E91B0532-BC06-1AA3-4304-8BC20DD3606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099768" y="5536521"/>
                  <a:ext cx="3024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D019C430-F7D5-7D9F-8B02-C12DF70998B0}"/>
                    </a:ext>
                  </a:extLst>
                </p14:cNvPr>
                <p14:cNvContentPartPr/>
                <p14:nvPr/>
              </p14:nvContentPartPr>
              <p14:xfrm>
                <a:off x="4653088" y="5643081"/>
                <a:ext cx="189000" cy="2736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D019C430-F7D5-7D9F-8B02-C12DF70998B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646968" y="5636961"/>
                  <a:ext cx="201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AA409A5E-2D9A-7E7D-0C93-B45A71F7B1BA}"/>
                    </a:ext>
                  </a:extLst>
                </p14:cNvPr>
                <p14:cNvContentPartPr/>
                <p14:nvPr/>
              </p14:nvContentPartPr>
              <p14:xfrm>
                <a:off x="4864768" y="5539041"/>
                <a:ext cx="396000" cy="18180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AA409A5E-2D9A-7E7D-0C93-B45A71F7B1B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58648" y="5532921"/>
                  <a:ext cx="40824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57B9A287-F4E1-4443-2B87-7277EB5F2277}"/>
              </a:ext>
            </a:extLst>
          </p:cNvPr>
          <p:cNvGrpSpPr/>
          <p:nvPr/>
        </p:nvGrpSpPr>
        <p:grpSpPr>
          <a:xfrm>
            <a:off x="1902688" y="6036921"/>
            <a:ext cx="2238480" cy="482040"/>
            <a:chOff x="1902688" y="6036921"/>
            <a:chExt cx="2238480" cy="48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DC361F24-C7B5-1662-3373-4DF0743AC905}"/>
                    </a:ext>
                  </a:extLst>
                </p14:cNvPr>
                <p14:cNvContentPartPr/>
                <p14:nvPr/>
              </p14:nvContentPartPr>
              <p14:xfrm>
                <a:off x="2076568" y="6337161"/>
                <a:ext cx="316080" cy="4752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DC361F24-C7B5-1662-3373-4DF0743AC90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070448" y="6331041"/>
                  <a:ext cx="3283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DEF93ACB-2AF3-741B-5D42-859E8A3FF540}"/>
                    </a:ext>
                  </a:extLst>
                </p14:cNvPr>
                <p14:cNvContentPartPr/>
                <p14:nvPr/>
              </p14:nvContentPartPr>
              <p14:xfrm>
                <a:off x="2683168" y="6250041"/>
                <a:ext cx="268560" cy="8460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DEF93ACB-2AF3-741B-5D42-859E8A3FF54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677048" y="6243921"/>
                  <a:ext cx="280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BA6D2B0C-7A0E-6A80-A571-37CAE618EB8A}"/>
                    </a:ext>
                  </a:extLst>
                </p14:cNvPr>
                <p14:cNvContentPartPr/>
                <p14:nvPr/>
              </p14:nvContentPartPr>
              <p14:xfrm>
                <a:off x="2729968" y="6284601"/>
                <a:ext cx="221400" cy="7524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BA6D2B0C-7A0E-6A80-A571-37CAE618EB8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723848" y="6278481"/>
                  <a:ext cx="2336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03EDE7F1-5879-399B-D678-3E2F7F58D1FE}"/>
                    </a:ext>
                  </a:extLst>
                </p14:cNvPr>
                <p14:cNvContentPartPr/>
                <p14:nvPr/>
              </p14:nvContentPartPr>
              <p14:xfrm>
                <a:off x="3195448" y="6294321"/>
                <a:ext cx="372240" cy="11628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03EDE7F1-5879-399B-D678-3E2F7F58D1F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189328" y="6288201"/>
                  <a:ext cx="3844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4722A6DB-0060-8358-33F1-881F2EF8A4E2}"/>
                    </a:ext>
                  </a:extLst>
                </p14:cNvPr>
                <p14:cNvContentPartPr/>
                <p14:nvPr/>
              </p14:nvContentPartPr>
              <p14:xfrm>
                <a:off x="3884488" y="6267321"/>
                <a:ext cx="256680" cy="13320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4722A6DB-0060-8358-33F1-881F2EF8A4E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878368" y="6261201"/>
                  <a:ext cx="268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97F9418D-B585-1F0E-F229-D472DA8829C2}"/>
                    </a:ext>
                  </a:extLst>
                </p14:cNvPr>
                <p14:cNvContentPartPr/>
                <p14:nvPr/>
              </p14:nvContentPartPr>
              <p14:xfrm>
                <a:off x="1902688" y="6036921"/>
                <a:ext cx="722880" cy="48204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97F9418D-B585-1F0E-F229-D472DA8829C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896568" y="6030801"/>
                  <a:ext cx="735120" cy="49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Agrupar 137">
            <a:extLst>
              <a:ext uri="{FF2B5EF4-FFF2-40B4-BE49-F238E27FC236}">
                <a16:creationId xmlns:a16="http://schemas.microsoft.com/office/drawing/2014/main" id="{1B72A699-C776-9206-84DE-5C42F2A5268C}"/>
              </a:ext>
            </a:extLst>
          </p:cNvPr>
          <p:cNvGrpSpPr/>
          <p:nvPr/>
        </p:nvGrpSpPr>
        <p:grpSpPr>
          <a:xfrm>
            <a:off x="4447168" y="6210441"/>
            <a:ext cx="895320" cy="160200"/>
            <a:chOff x="4447168" y="6210441"/>
            <a:chExt cx="895320" cy="16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B26BE32A-CFA3-1966-D31A-1D571F906F03}"/>
                    </a:ext>
                  </a:extLst>
                </p14:cNvPr>
                <p14:cNvContentPartPr/>
                <p14:nvPr/>
              </p14:nvContentPartPr>
              <p14:xfrm>
                <a:off x="4447168" y="6217641"/>
                <a:ext cx="777600" cy="11412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B26BE32A-CFA3-1966-D31A-1D571F906F0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441048" y="6211521"/>
                  <a:ext cx="7898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F9D1B3FD-80AD-773F-0B13-99C4EE6D7610}"/>
                    </a:ext>
                  </a:extLst>
                </p14:cNvPr>
                <p14:cNvContentPartPr/>
                <p14:nvPr/>
              </p14:nvContentPartPr>
              <p14:xfrm>
                <a:off x="5342128" y="6310161"/>
                <a:ext cx="360" cy="3708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F9D1B3FD-80AD-773F-0B13-99C4EE6D761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336008" y="6304041"/>
                  <a:ext cx="126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401739BC-4CB7-C90B-46FB-829AEF439B03}"/>
                    </a:ext>
                  </a:extLst>
                </p14:cNvPr>
                <p14:cNvContentPartPr/>
                <p14:nvPr/>
              </p14:nvContentPartPr>
              <p14:xfrm>
                <a:off x="4960168" y="6295041"/>
                <a:ext cx="219600" cy="7560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401739BC-4CB7-C90B-46FB-829AEF439B0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954048" y="6288921"/>
                  <a:ext cx="2318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0FE25F45-E11A-EC0A-AB5B-6D534FFE48EB}"/>
                    </a:ext>
                  </a:extLst>
                </p14:cNvPr>
                <p14:cNvContentPartPr/>
                <p14:nvPr/>
              </p14:nvContentPartPr>
              <p14:xfrm>
                <a:off x="5144488" y="6210441"/>
                <a:ext cx="35640" cy="11124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0FE25F45-E11A-EC0A-AB5B-6D534FFE48E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138368" y="6204321"/>
                  <a:ext cx="4788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Agrupar 173">
            <a:extLst>
              <a:ext uri="{FF2B5EF4-FFF2-40B4-BE49-F238E27FC236}">
                <a16:creationId xmlns:a16="http://schemas.microsoft.com/office/drawing/2014/main" id="{48E23F2D-8279-6FEA-7D04-1CB546AEB9EA}"/>
              </a:ext>
            </a:extLst>
          </p:cNvPr>
          <p:cNvGrpSpPr/>
          <p:nvPr/>
        </p:nvGrpSpPr>
        <p:grpSpPr>
          <a:xfrm>
            <a:off x="6263368" y="5896881"/>
            <a:ext cx="4699800" cy="1126800"/>
            <a:chOff x="6263368" y="5896881"/>
            <a:chExt cx="4699800" cy="11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C7ECFF87-614C-17A8-1D3E-DCFA65A8D878}"/>
                    </a:ext>
                  </a:extLst>
                </p14:cNvPr>
                <p14:cNvContentPartPr/>
                <p14:nvPr/>
              </p14:nvContentPartPr>
              <p14:xfrm>
                <a:off x="6413848" y="6208281"/>
                <a:ext cx="303480" cy="3060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C7ECFF87-614C-17A8-1D3E-DCFA65A8D87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407728" y="6202161"/>
                  <a:ext cx="315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4BD2F3F1-7268-D5EF-D59F-F80DC00C1088}"/>
                    </a:ext>
                  </a:extLst>
                </p14:cNvPr>
                <p14:cNvContentPartPr/>
                <p14:nvPr/>
              </p14:nvContentPartPr>
              <p14:xfrm>
                <a:off x="6811288" y="6181641"/>
                <a:ext cx="47520" cy="13104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4BD2F3F1-7268-D5EF-D59F-F80DC00C108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805168" y="6175521"/>
                  <a:ext cx="597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8F703195-57FC-A3BC-44D8-16399A016B45}"/>
                    </a:ext>
                  </a:extLst>
                </p14:cNvPr>
                <p14:cNvContentPartPr/>
                <p14:nvPr/>
              </p14:nvContentPartPr>
              <p14:xfrm>
                <a:off x="6263368" y="6025041"/>
                <a:ext cx="922320" cy="33516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8F703195-57FC-A3BC-44D8-16399A016B4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257248" y="6018921"/>
                  <a:ext cx="9345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9CE58AF5-509B-D9FA-90B5-291A400F8249}"/>
                    </a:ext>
                  </a:extLst>
                </p14:cNvPr>
                <p14:cNvContentPartPr/>
                <p14:nvPr/>
              </p14:nvContentPartPr>
              <p14:xfrm>
                <a:off x="7276768" y="6123681"/>
                <a:ext cx="164880" cy="13968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9CE58AF5-509B-D9FA-90B5-291A400F824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270648" y="6117561"/>
                  <a:ext cx="1771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D66BCBB8-C615-6900-1179-FE90801CCBB9}"/>
                    </a:ext>
                  </a:extLst>
                </p14:cNvPr>
                <p14:cNvContentPartPr/>
                <p14:nvPr/>
              </p14:nvContentPartPr>
              <p14:xfrm>
                <a:off x="7323928" y="6195681"/>
                <a:ext cx="106200" cy="6768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D66BCBB8-C615-6900-1179-FE90801CCBB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317808" y="6189561"/>
                  <a:ext cx="1184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6D84DC08-A30E-D3F3-F3AA-6907DA9E475D}"/>
                    </a:ext>
                  </a:extLst>
                </p14:cNvPr>
                <p14:cNvContentPartPr/>
                <p14:nvPr/>
              </p14:nvContentPartPr>
              <p14:xfrm>
                <a:off x="7579888" y="6049521"/>
                <a:ext cx="433080" cy="27072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6D84DC08-A30E-D3F3-F3AA-6907DA9E475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573768" y="6043401"/>
                  <a:ext cx="4453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22E4C876-6C3F-5B15-8EF6-9DE79AA85CF3}"/>
                    </a:ext>
                  </a:extLst>
                </p14:cNvPr>
                <p14:cNvContentPartPr/>
                <p14:nvPr/>
              </p14:nvContentPartPr>
              <p14:xfrm>
                <a:off x="8047888" y="6121521"/>
                <a:ext cx="291960" cy="18360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22E4C876-6C3F-5B15-8EF6-9DE79AA85CF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041768" y="6115401"/>
                  <a:ext cx="304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9A2F31E9-6607-690A-B8F2-DED17AD93A91}"/>
                    </a:ext>
                  </a:extLst>
                </p14:cNvPr>
                <p14:cNvContentPartPr/>
                <p14:nvPr/>
              </p14:nvContentPartPr>
              <p14:xfrm>
                <a:off x="8351008" y="5995161"/>
                <a:ext cx="150840" cy="31752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9A2F31E9-6607-690A-B8F2-DED17AD93A9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344888" y="5989041"/>
                  <a:ext cx="1630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B8CBFA83-BAA6-C353-0B07-83DC1E52DFF1}"/>
                    </a:ext>
                  </a:extLst>
                </p14:cNvPr>
                <p14:cNvContentPartPr/>
                <p14:nvPr/>
              </p14:nvContentPartPr>
              <p14:xfrm>
                <a:off x="7312048" y="6086961"/>
                <a:ext cx="47520" cy="21060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B8CBFA83-BAA6-C353-0B07-83DC1E52DFF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305928" y="6080841"/>
                  <a:ext cx="59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7B08CCB5-E4FC-EC6A-95DB-D82D10417B7C}"/>
                    </a:ext>
                  </a:extLst>
                </p14:cNvPr>
                <p14:cNvContentPartPr/>
                <p14:nvPr/>
              </p14:nvContentPartPr>
              <p14:xfrm>
                <a:off x="7253368" y="6200721"/>
                <a:ext cx="327240" cy="5508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7B08CCB5-E4FC-EC6A-95DB-D82D10417B7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247248" y="6194601"/>
                  <a:ext cx="339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0304C862-4C91-0849-7838-6E9626FFAD0B}"/>
                    </a:ext>
                  </a:extLst>
                </p14:cNvPr>
                <p14:cNvContentPartPr/>
                <p14:nvPr/>
              </p14:nvContentPartPr>
              <p14:xfrm>
                <a:off x="8608048" y="6084081"/>
                <a:ext cx="392760" cy="22356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0304C862-4C91-0849-7838-6E9626FFAD0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601928" y="6077961"/>
                  <a:ext cx="405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2E9DEC6A-5B3A-324A-32A6-ACA38EE31DEC}"/>
                    </a:ext>
                  </a:extLst>
                </p14:cNvPr>
                <p14:cNvContentPartPr/>
                <p14:nvPr/>
              </p14:nvContentPartPr>
              <p14:xfrm>
                <a:off x="9481768" y="6054921"/>
                <a:ext cx="35640" cy="1476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2E9DEC6A-5B3A-324A-32A6-ACA38EE31DE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475648" y="6048801"/>
                  <a:ext cx="478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939A061A-A3C1-D1FC-46B2-7A1279AB5489}"/>
                    </a:ext>
                  </a:extLst>
                </p14:cNvPr>
                <p14:cNvContentPartPr/>
                <p14:nvPr/>
              </p14:nvContentPartPr>
              <p14:xfrm>
                <a:off x="9352888" y="5987601"/>
                <a:ext cx="232560" cy="21564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939A061A-A3C1-D1FC-46B2-7A1279AB548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346768" y="5981481"/>
                  <a:ext cx="2448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EC39BE84-F905-40B0-48D8-8DA3FABDD8DB}"/>
                    </a:ext>
                  </a:extLst>
                </p14:cNvPr>
                <p14:cNvContentPartPr/>
                <p14:nvPr/>
              </p14:nvContentPartPr>
              <p14:xfrm>
                <a:off x="9596968" y="6104241"/>
                <a:ext cx="280080" cy="1224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EC39BE84-F905-40B0-48D8-8DA3FABDD8D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590848" y="6098121"/>
                  <a:ext cx="292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2E9AD129-8C18-7FC5-DC31-C52FD5493210}"/>
                    </a:ext>
                  </a:extLst>
                </p14:cNvPr>
                <p14:cNvContentPartPr/>
                <p14:nvPr/>
              </p14:nvContentPartPr>
              <p14:xfrm>
                <a:off x="9911608" y="5982921"/>
                <a:ext cx="255960" cy="26748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2E9AD129-8C18-7FC5-DC31-C52FD549321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905488" y="5976801"/>
                  <a:ext cx="2682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BFA45FA7-F3B3-59C3-DC75-D1C013B4B5A7}"/>
                    </a:ext>
                  </a:extLst>
                </p14:cNvPr>
                <p14:cNvContentPartPr/>
                <p14:nvPr/>
              </p14:nvContentPartPr>
              <p14:xfrm>
                <a:off x="10332808" y="6007401"/>
                <a:ext cx="338760" cy="15408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BFA45FA7-F3B3-59C3-DC75-D1C013B4B5A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326688" y="6001281"/>
                  <a:ext cx="351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204AF46F-051C-D2E0-4AE7-69E7D5A7994E}"/>
                    </a:ext>
                  </a:extLst>
                </p14:cNvPr>
                <p14:cNvContentPartPr/>
                <p14:nvPr/>
              </p14:nvContentPartPr>
              <p14:xfrm>
                <a:off x="10448008" y="5950161"/>
                <a:ext cx="70920" cy="15912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204AF46F-051C-D2E0-4AE7-69E7D5A7994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441888" y="5944041"/>
                  <a:ext cx="831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8EF9F4B8-C3D4-F564-1997-75CE517F802E}"/>
                    </a:ext>
                  </a:extLst>
                </p14:cNvPr>
                <p14:cNvContentPartPr/>
                <p14:nvPr/>
              </p14:nvContentPartPr>
              <p14:xfrm>
                <a:off x="10309408" y="6049521"/>
                <a:ext cx="374040" cy="1764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8EF9F4B8-C3D4-F564-1997-75CE517F802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303288" y="6043401"/>
                  <a:ext cx="3862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A620841B-1A08-C550-71E4-971B9096448E}"/>
                    </a:ext>
                  </a:extLst>
                </p14:cNvPr>
                <p14:cNvContentPartPr/>
                <p14:nvPr/>
              </p14:nvContentPartPr>
              <p14:xfrm>
                <a:off x="10683088" y="6003801"/>
                <a:ext cx="280080" cy="14292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A620841B-1A08-C550-71E4-971B9096448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676968" y="5997681"/>
                  <a:ext cx="2923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137B3DCE-D8D4-BA85-604F-2885A4054335}"/>
                    </a:ext>
                  </a:extLst>
                </p14:cNvPr>
                <p14:cNvContentPartPr/>
                <p14:nvPr/>
              </p14:nvContentPartPr>
              <p14:xfrm>
                <a:off x="8466208" y="5896881"/>
                <a:ext cx="839880" cy="50868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137B3DCE-D8D4-BA85-604F-2885A405433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460088" y="5890761"/>
                  <a:ext cx="85212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ED254252-73A4-79A4-38C6-248CA8058FA4}"/>
                    </a:ext>
                  </a:extLst>
                </p14:cNvPr>
                <p14:cNvContentPartPr/>
                <p14:nvPr/>
              </p14:nvContentPartPr>
              <p14:xfrm>
                <a:off x="7323568" y="6550281"/>
                <a:ext cx="198000" cy="15372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ED254252-73A4-79A4-38C6-248CA8058FA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317448" y="6544161"/>
                  <a:ext cx="210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DD7053DA-0713-98E0-EA6C-C3E272254F2F}"/>
                    </a:ext>
                  </a:extLst>
                </p14:cNvPr>
                <p14:cNvContentPartPr/>
                <p14:nvPr/>
              </p14:nvContentPartPr>
              <p14:xfrm>
                <a:off x="7324288" y="6582681"/>
                <a:ext cx="279720" cy="14616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DD7053DA-0713-98E0-EA6C-C3E272254F2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318168" y="6576561"/>
                  <a:ext cx="2919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D5A6B919-BC77-CA0B-B3BF-77BBD146F67F}"/>
                    </a:ext>
                  </a:extLst>
                </p14:cNvPr>
                <p14:cNvContentPartPr/>
                <p14:nvPr/>
              </p14:nvContentPartPr>
              <p14:xfrm>
                <a:off x="7743328" y="6639561"/>
                <a:ext cx="352080" cy="12672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D5A6B919-BC77-CA0B-B3BF-77BBD146F67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737208" y="6633441"/>
                  <a:ext cx="3643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AFD91DB4-1CDD-2C34-EBDE-69C24B5DF2BB}"/>
                    </a:ext>
                  </a:extLst>
                </p14:cNvPr>
                <p14:cNvContentPartPr/>
                <p14:nvPr/>
              </p14:nvContentPartPr>
              <p14:xfrm>
                <a:off x="8583928" y="6683481"/>
                <a:ext cx="198000" cy="4428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AFD91DB4-1CDD-2C34-EBDE-69C24B5DF2B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577808" y="6677361"/>
                  <a:ext cx="210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A4271F9B-D57D-178E-1190-FBAB6784BE0C}"/>
                    </a:ext>
                  </a:extLst>
                </p14:cNvPr>
                <p14:cNvContentPartPr/>
                <p14:nvPr/>
              </p14:nvContentPartPr>
              <p14:xfrm>
                <a:off x="8714608" y="6691041"/>
                <a:ext cx="487800" cy="14364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A4271F9B-D57D-178E-1190-FBAB6784BE0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708488" y="6684921"/>
                  <a:ext cx="5000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3AC2E115-AB3B-183F-6484-961EEF4BFC38}"/>
                    </a:ext>
                  </a:extLst>
                </p14:cNvPr>
                <p14:cNvContentPartPr/>
                <p14:nvPr/>
              </p14:nvContentPartPr>
              <p14:xfrm>
                <a:off x="6961768" y="6387921"/>
                <a:ext cx="2531880" cy="63576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3AC2E115-AB3B-183F-6484-961EEF4BFC3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955648" y="6381801"/>
                  <a:ext cx="2544120" cy="64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24869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0A0F1-A3F3-DEC2-1D30-47D01AB2C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89DF650-0E8D-5F7D-4217-84FA4574C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82" y="1793076"/>
            <a:ext cx="6236942" cy="1901847"/>
          </a:xfrm>
        </p:spPr>
      </p:pic>
      <p:grpSp>
        <p:nvGrpSpPr>
          <p:cNvPr id="11" name="Agrupar 10">
            <a:extLst>
              <a:ext uri="{FF2B5EF4-FFF2-40B4-BE49-F238E27FC236}">
                <a16:creationId xmlns:a16="http://schemas.microsoft.com/office/drawing/2014/main" id="{9AE46AF2-59CA-DB6B-46E5-7431AD5950D9}"/>
              </a:ext>
            </a:extLst>
          </p:cNvPr>
          <p:cNvGrpSpPr/>
          <p:nvPr/>
        </p:nvGrpSpPr>
        <p:grpSpPr>
          <a:xfrm>
            <a:off x="5563528" y="2399481"/>
            <a:ext cx="385200" cy="300600"/>
            <a:chOff x="5563528" y="2399481"/>
            <a:chExt cx="38520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408B0747-857B-AF11-9F3B-EA72CF2A3DF7}"/>
                    </a:ext>
                  </a:extLst>
                </p14:cNvPr>
                <p14:cNvContentPartPr/>
                <p14:nvPr/>
              </p14:nvContentPartPr>
              <p14:xfrm>
                <a:off x="5574688" y="2461401"/>
                <a:ext cx="60120" cy="23868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408B0747-857B-AF11-9F3B-EA72CF2A3DF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68568" y="2455281"/>
                  <a:ext cx="723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7E1EC0F4-3B1D-AE46-9412-E03E3F8BE706}"/>
                    </a:ext>
                  </a:extLst>
                </p14:cNvPr>
                <p14:cNvContentPartPr/>
                <p14:nvPr/>
              </p14:nvContentPartPr>
              <p14:xfrm>
                <a:off x="5621848" y="2399481"/>
                <a:ext cx="12240" cy="324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7E1EC0F4-3B1D-AE46-9412-E03E3F8BE70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15728" y="2393361"/>
                  <a:ext cx="244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9D6B58A8-2B46-C520-7AF9-6F3924B9C20F}"/>
                    </a:ext>
                  </a:extLst>
                </p14:cNvPr>
                <p14:cNvContentPartPr/>
                <p14:nvPr/>
              </p14:nvContentPartPr>
              <p14:xfrm>
                <a:off x="5563528" y="2421801"/>
                <a:ext cx="46800" cy="10044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9D6B58A8-2B46-C520-7AF9-6F3924B9C2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57408" y="2415681"/>
                  <a:ext cx="59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C4009541-A730-0EF8-91AE-05A740459DDE}"/>
                    </a:ext>
                  </a:extLst>
                </p14:cNvPr>
                <p14:cNvContentPartPr/>
                <p14:nvPr/>
              </p14:nvContentPartPr>
              <p14:xfrm>
                <a:off x="5586568" y="2402361"/>
                <a:ext cx="127800" cy="11340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C4009541-A730-0EF8-91AE-05A740459DD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80448" y="2396241"/>
                  <a:ext cx="1400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75422AAB-3C80-B336-4CA2-0B12CE5F60A0}"/>
                    </a:ext>
                  </a:extLst>
                </p14:cNvPr>
                <p14:cNvContentPartPr/>
                <p14:nvPr/>
              </p14:nvContentPartPr>
              <p14:xfrm>
                <a:off x="5762608" y="2471481"/>
                <a:ext cx="186120" cy="2268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75422AAB-3C80-B336-4CA2-0B12CE5F60A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56488" y="2465361"/>
                  <a:ext cx="1983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0CF9EFED-BC15-A6A4-DF57-D55D46CE8283}"/>
                    </a:ext>
                  </a:extLst>
                </p14:cNvPr>
                <p14:cNvContentPartPr/>
                <p14:nvPr/>
              </p14:nvContentPartPr>
              <p14:xfrm>
                <a:off x="5831008" y="2474361"/>
                <a:ext cx="35640" cy="12924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0CF9EFED-BC15-A6A4-DF57-D55D46CE828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24888" y="2468241"/>
                  <a:ext cx="4788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B317BB3-A575-280D-7810-875B495455FF}"/>
              </a:ext>
            </a:extLst>
          </p:cNvPr>
          <p:cNvGrpSpPr/>
          <p:nvPr/>
        </p:nvGrpSpPr>
        <p:grpSpPr>
          <a:xfrm>
            <a:off x="4466968" y="2000961"/>
            <a:ext cx="572040" cy="165960"/>
            <a:chOff x="4466968" y="2000961"/>
            <a:chExt cx="572040" cy="16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F330787F-AE8B-0287-15E4-82EB2B3AC908}"/>
                    </a:ext>
                  </a:extLst>
                </p14:cNvPr>
                <p14:cNvContentPartPr/>
                <p14:nvPr/>
              </p14:nvContentPartPr>
              <p14:xfrm>
                <a:off x="4466968" y="2083761"/>
                <a:ext cx="292320" cy="7344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F330787F-AE8B-0287-15E4-82EB2B3AC90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60848" y="2077641"/>
                  <a:ext cx="3045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4C8B8AAD-1A1D-8210-64BB-CAFD7917B479}"/>
                    </a:ext>
                  </a:extLst>
                </p14:cNvPr>
                <p14:cNvContentPartPr/>
                <p14:nvPr/>
              </p14:nvContentPartPr>
              <p14:xfrm>
                <a:off x="4664968" y="2119761"/>
                <a:ext cx="141480" cy="4716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4C8B8AAD-1A1D-8210-64BB-CAFD7917B47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658848" y="2113641"/>
                  <a:ext cx="153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A6BCA6F1-7B78-2D5F-BECD-A909E3070F95}"/>
                    </a:ext>
                  </a:extLst>
                </p14:cNvPr>
                <p14:cNvContentPartPr/>
                <p14:nvPr/>
              </p14:nvContentPartPr>
              <p14:xfrm>
                <a:off x="4796008" y="2000961"/>
                <a:ext cx="243000" cy="5256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A6BCA6F1-7B78-2D5F-BECD-A909E3070F9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789888" y="1994841"/>
                  <a:ext cx="2552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F1340F4F-68CC-8789-5408-98F51DA31799}"/>
                    </a:ext>
                  </a:extLst>
                </p14:cNvPr>
                <p14:cNvContentPartPr/>
                <p14:nvPr/>
              </p14:nvContentPartPr>
              <p14:xfrm>
                <a:off x="4888168" y="2006001"/>
                <a:ext cx="33120" cy="15588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F1340F4F-68CC-8789-5408-98F51DA3179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82048" y="1999881"/>
                  <a:ext cx="4536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F16BB1C8-236B-BA5B-E9BF-78308D9B2605}"/>
              </a:ext>
            </a:extLst>
          </p:cNvPr>
          <p:cNvGrpSpPr/>
          <p:nvPr/>
        </p:nvGrpSpPr>
        <p:grpSpPr>
          <a:xfrm>
            <a:off x="4176088" y="2332881"/>
            <a:ext cx="653760" cy="534600"/>
            <a:chOff x="4176088" y="2332881"/>
            <a:chExt cx="653760" cy="53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997E2516-2548-40EA-8532-7CEB423640E0}"/>
                    </a:ext>
                  </a:extLst>
                </p14:cNvPr>
                <p14:cNvContentPartPr/>
                <p14:nvPr/>
              </p14:nvContentPartPr>
              <p14:xfrm>
                <a:off x="4176088" y="2332881"/>
                <a:ext cx="118800" cy="32688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997E2516-2548-40EA-8532-7CEB423640E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169968" y="2326761"/>
                  <a:ext cx="1310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6B6DE846-8052-CE24-3EFE-52757911374D}"/>
                    </a:ext>
                  </a:extLst>
                </p14:cNvPr>
                <p14:cNvContentPartPr/>
                <p14:nvPr/>
              </p14:nvContentPartPr>
              <p14:xfrm>
                <a:off x="4305328" y="2553561"/>
                <a:ext cx="80280" cy="8640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6B6DE846-8052-CE24-3EFE-52757911374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299208" y="2547441"/>
                  <a:ext cx="925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EFB941E8-4C36-D183-9760-B52463C6F483}"/>
                    </a:ext>
                  </a:extLst>
                </p14:cNvPr>
                <p14:cNvContentPartPr/>
                <p14:nvPr/>
              </p14:nvContentPartPr>
              <p14:xfrm>
                <a:off x="4466608" y="2557161"/>
                <a:ext cx="95400" cy="21456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EFB941E8-4C36-D183-9760-B52463C6F48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60488" y="2551041"/>
                  <a:ext cx="1076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6B1FDFCB-37CA-71EA-600C-59306C03A657}"/>
                    </a:ext>
                  </a:extLst>
                </p14:cNvPr>
                <p14:cNvContentPartPr/>
                <p14:nvPr/>
              </p14:nvContentPartPr>
              <p14:xfrm>
                <a:off x="4455808" y="2585961"/>
                <a:ext cx="163800" cy="9396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6B1FDFCB-37CA-71EA-600C-59306C03A65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449688" y="2579841"/>
                  <a:ext cx="1760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68CBDB01-88CE-8EB1-045E-4D19C80B0198}"/>
                    </a:ext>
                  </a:extLst>
                </p14:cNvPr>
                <p14:cNvContentPartPr/>
                <p14:nvPr/>
              </p14:nvContentPartPr>
              <p14:xfrm>
                <a:off x="4537888" y="2776041"/>
                <a:ext cx="115200" cy="9000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68CBDB01-88CE-8EB1-045E-4D19C80B019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531768" y="2769921"/>
                  <a:ext cx="127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88531610-D29F-C285-EBEB-CB740751760C}"/>
                    </a:ext>
                  </a:extLst>
                </p14:cNvPr>
                <p14:cNvContentPartPr/>
                <p14:nvPr/>
              </p14:nvContentPartPr>
              <p14:xfrm>
                <a:off x="4537528" y="2744361"/>
                <a:ext cx="163080" cy="12312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88531610-D29F-C285-EBEB-CB740751760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531408" y="2738241"/>
                  <a:ext cx="175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754FF6DE-624E-27D4-12C7-F6F396132337}"/>
                    </a:ext>
                  </a:extLst>
                </p14:cNvPr>
                <p14:cNvContentPartPr/>
                <p14:nvPr/>
              </p14:nvContentPartPr>
              <p14:xfrm>
                <a:off x="4561648" y="2788641"/>
                <a:ext cx="268200" cy="5940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754FF6DE-624E-27D4-12C7-F6F39613233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55528" y="2782521"/>
                  <a:ext cx="280440" cy="7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5D405BC7-2324-E0C4-2DB0-FD92F8327476}"/>
                  </a:ext>
                </a:extLst>
              </p14:cNvPr>
              <p14:cNvContentPartPr/>
              <p14:nvPr/>
            </p14:nvContentPartPr>
            <p14:xfrm>
              <a:off x="9013408" y="2425761"/>
              <a:ext cx="539640" cy="349920"/>
            </p14:xfrm>
          </p:contentPart>
        </mc:Choice>
        <mc:Fallback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5D405BC7-2324-E0C4-2DB0-FD92F832747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007288" y="2419641"/>
                <a:ext cx="55188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08" name="Tinta 107">
                <a:extLst>
                  <a:ext uri="{FF2B5EF4-FFF2-40B4-BE49-F238E27FC236}">
                    <a16:creationId xmlns:a16="http://schemas.microsoft.com/office/drawing/2014/main" id="{9B03FDCC-4A6E-588B-3000-A287F66ACE2B}"/>
                  </a:ext>
                </a:extLst>
              </p14:cNvPr>
              <p14:cNvContentPartPr/>
              <p14:nvPr/>
            </p14:nvContentPartPr>
            <p14:xfrm>
              <a:off x="7264168" y="2214441"/>
              <a:ext cx="83520" cy="45360"/>
            </p14:xfrm>
          </p:contentPart>
        </mc:Choice>
        <mc:Fallback>
          <p:pic>
            <p:nvPicPr>
              <p:cNvPr id="108" name="Tinta 107">
                <a:extLst>
                  <a:ext uri="{FF2B5EF4-FFF2-40B4-BE49-F238E27FC236}">
                    <a16:creationId xmlns:a16="http://schemas.microsoft.com/office/drawing/2014/main" id="{9B03FDCC-4A6E-588B-3000-A287F66ACE2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258048" y="2208321"/>
                <a:ext cx="957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3" name="Tinta 32">
                <a:extLst>
                  <a:ext uri="{FF2B5EF4-FFF2-40B4-BE49-F238E27FC236}">
                    <a16:creationId xmlns:a16="http://schemas.microsoft.com/office/drawing/2014/main" id="{3308A74D-A974-1307-A357-6CFA13FF947B}"/>
                  </a:ext>
                </a:extLst>
              </p14:cNvPr>
              <p14:cNvContentPartPr/>
              <p14:nvPr/>
            </p14:nvContentPartPr>
            <p14:xfrm>
              <a:off x="6822808" y="1876401"/>
              <a:ext cx="290160" cy="223560"/>
            </p14:xfrm>
          </p:contentPart>
        </mc:Choice>
        <mc:Fallback>
          <p:pic>
            <p:nvPicPr>
              <p:cNvPr id="33" name="Tinta 32">
                <a:extLst>
                  <a:ext uri="{FF2B5EF4-FFF2-40B4-BE49-F238E27FC236}">
                    <a16:creationId xmlns:a16="http://schemas.microsoft.com/office/drawing/2014/main" id="{3308A74D-A974-1307-A357-6CFA13FF947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816688" y="1870281"/>
                <a:ext cx="3024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2A4E07B5-F442-8627-57D2-2A725D8E727C}"/>
                  </a:ext>
                </a:extLst>
              </p14:cNvPr>
              <p14:cNvContentPartPr/>
              <p14:nvPr/>
            </p14:nvContentPartPr>
            <p14:xfrm>
              <a:off x="6949528" y="1938681"/>
              <a:ext cx="177120" cy="12600"/>
            </p14:xfrm>
          </p:contentPart>
        </mc:Choice>
        <mc:Fallback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2A4E07B5-F442-8627-57D2-2A725D8E727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943408" y="1932561"/>
                <a:ext cx="18936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20600C87-3EE7-173E-4EDD-8EEE1EA32297}"/>
                  </a:ext>
                </a:extLst>
              </p14:cNvPr>
              <p14:cNvContentPartPr/>
              <p14:nvPr/>
            </p14:nvContentPartPr>
            <p14:xfrm>
              <a:off x="7207648" y="2038041"/>
              <a:ext cx="175320" cy="69840"/>
            </p14:xfrm>
          </p:contentPart>
        </mc:Choice>
        <mc:Fallback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20600C87-3EE7-173E-4EDD-8EEE1EA3229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201528" y="2031921"/>
                <a:ext cx="18756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AD198060-D558-8E02-FE61-2648B1ABBE53}"/>
                  </a:ext>
                </a:extLst>
              </p14:cNvPr>
              <p14:cNvContentPartPr/>
              <p14:nvPr/>
            </p14:nvContentPartPr>
            <p14:xfrm>
              <a:off x="7476568" y="1966041"/>
              <a:ext cx="80280" cy="34920"/>
            </p14:xfrm>
          </p:contentPart>
        </mc:Choice>
        <mc:Fallback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AD198060-D558-8E02-FE61-2648B1ABBE5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470448" y="1959921"/>
                <a:ext cx="925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ADFE3CD4-B160-0DD2-FD17-ABADDF04506E}"/>
                  </a:ext>
                </a:extLst>
              </p14:cNvPr>
              <p14:cNvContentPartPr/>
              <p14:nvPr/>
            </p14:nvContentPartPr>
            <p14:xfrm>
              <a:off x="7511848" y="2060361"/>
              <a:ext cx="221400" cy="69120"/>
            </p14:xfrm>
          </p:contentPart>
        </mc:Choice>
        <mc:Fallback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ADFE3CD4-B160-0DD2-FD17-ABADDF04506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505728" y="2054241"/>
                <a:ext cx="2336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44B03C9C-FB6E-63C0-04DE-39B1956E63EE}"/>
                  </a:ext>
                </a:extLst>
              </p14:cNvPr>
              <p14:cNvContentPartPr/>
              <p14:nvPr/>
            </p14:nvContentPartPr>
            <p14:xfrm>
              <a:off x="7942048" y="2036241"/>
              <a:ext cx="173880" cy="75960"/>
            </p14:xfrm>
          </p:contentPart>
        </mc:Choice>
        <mc:Fallback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44B03C9C-FB6E-63C0-04DE-39B1956E63E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935928" y="2030121"/>
                <a:ext cx="18612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F2F6B6C0-5605-2730-EB3F-AF5CE6298978}"/>
                  </a:ext>
                </a:extLst>
              </p14:cNvPr>
              <p14:cNvContentPartPr/>
              <p14:nvPr/>
            </p14:nvContentPartPr>
            <p14:xfrm>
              <a:off x="8139688" y="2049921"/>
              <a:ext cx="118080" cy="67680"/>
            </p14:xfrm>
          </p:contentPart>
        </mc:Choice>
        <mc:Fallback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F2F6B6C0-5605-2730-EB3F-AF5CE629897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133568" y="2043801"/>
                <a:ext cx="13032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A20D84BC-4306-92F1-2D27-2E349ED51502}"/>
                  </a:ext>
                </a:extLst>
              </p14:cNvPr>
              <p14:cNvContentPartPr/>
              <p14:nvPr/>
            </p14:nvContentPartPr>
            <p14:xfrm>
              <a:off x="8317888" y="1870281"/>
              <a:ext cx="172440" cy="280080"/>
            </p14:xfrm>
          </p:contentPart>
        </mc:Choice>
        <mc:Fallback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A20D84BC-4306-92F1-2D27-2E349ED5150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311768" y="1864161"/>
                <a:ext cx="18468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4" name="Tinta 43">
                <a:extLst>
                  <a:ext uri="{FF2B5EF4-FFF2-40B4-BE49-F238E27FC236}">
                    <a16:creationId xmlns:a16="http://schemas.microsoft.com/office/drawing/2014/main" id="{9DD583C6-38B0-06FA-9EF3-7A11A8B3E80D}"/>
                  </a:ext>
                </a:extLst>
              </p14:cNvPr>
              <p14:cNvContentPartPr/>
              <p14:nvPr/>
            </p14:nvContentPartPr>
            <p14:xfrm>
              <a:off x="8489608" y="1988361"/>
              <a:ext cx="153360" cy="164160"/>
            </p14:xfrm>
          </p:contentPart>
        </mc:Choice>
        <mc:Fallback>
          <p:pic>
            <p:nvPicPr>
              <p:cNvPr id="44" name="Tinta 43">
                <a:extLst>
                  <a:ext uri="{FF2B5EF4-FFF2-40B4-BE49-F238E27FC236}">
                    <a16:creationId xmlns:a16="http://schemas.microsoft.com/office/drawing/2014/main" id="{9DD583C6-38B0-06FA-9EF3-7A11A8B3E80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483488" y="1982241"/>
                <a:ext cx="1656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5" name="Tinta 44">
                <a:extLst>
                  <a:ext uri="{FF2B5EF4-FFF2-40B4-BE49-F238E27FC236}">
                    <a16:creationId xmlns:a16="http://schemas.microsoft.com/office/drawing/2014/main" id="{2BCE6A7C-1098-374F-9C87-23C3572CB365}"/>
                  </a:ext>
                </a:extLst>
              </p14:cNvPr>
              <p14:cNvContentPartPr/>
              <p14:nvPr/>
            </p14:nvContentPartPr>
            <p14:xfrm>
              <a:off x="8478088" y="2013561"/>
              <a:ext cx="395640" cy="146160"/>
            </p14:xfrm>
          </p:contentPart>
        </mc:Choice>
        <mc:Fallback>
          <p:pic>
            <p:nvPicPr>
              <p:cNvPr id="45" name="Tinta 44">
                <a:extLst>
                  <a:ext uri="{FF2B5EF4-FFF2-40B4-BE49-F238E27FC236}">
                    <a16:creationId xmlns:a16="http://schemas.microsoft.com/office/drawing/2014/main" id="{2BCE6A7C-1098-374F-9C87-23C3572CB36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471968" y="2007441"/>
                <a:ext cx="4078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3BCC6476-5D0C-5A67-3C7D-E70A25198A2A}"/>
                  </a:ext>
                </a:extLst>
              </p14:cNvPr>
              <p14:cNvContentPartPr/>
              <p14:nvPr/>
            </p14:nvContentPartPr>
            <p14:xfrm>
              <a:off x="6916768" y="2176641"/>
              <a:ext cx="2175840" cy="111240"/>
            </p14:xfrm>
          </p:contentPart>
        </mc:Choice>
        <mc:Fallback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3BCC6476-5D0C-5A67-3C7D-E70A25198A2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910648" y="2170521"/>
                <a:ext cx="218808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9D39316E-E572-0402-A6AB-4945DC6813EA}"/>
                  </a:ext>
                </a:extLst>
              </p14:cNvPr>
              <p14:cNvContentPartPr/>
              <p14:nvPr/>
            </p14:nvContentPartPr>
            <p14:xfrm>
              <a:off x="7223488" y="2201841"/>
              <a:ext cx="2562120" cy="629280"/>
            </p14:xfrm>
          </p:contentPart>
        </mc:Choice>
        <mc:Fallback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9D39316E-E572-0402-A6AB-4945DC6813E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217368" y="2195721"/>
                <a:ext cx="2574360" cy="64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11" name="Tinta 110">
                <a:extLst>
                  <a:ext uri="{FF2B5EF4-FFF2-40B4-BE49-F238E27FC236}">
                    <a16:creationId xmlns:a16="http://schemas.microsoft.com/office/drawing/2014/main" id="{B05A41CE-877B-65E1-3D21-F4A80E326463}"/>
                  </a:ext>
                </a:extLst>
              </p14:cNvPr>
              <p14:cNvContentPartPr/>
              <p14:nvPr/>
            </p14:nvContentPartPr>
            <p14:xfrm>
              <a:off x="8173888" y="2718081"/>
              <a:ext cx="2274480" cy="588960"/>
            </p14:xfrm>
          </p:contentPart>
        </mc:Choice>
        <mc:Fallback>
          <p:pic>
            <p:nvPicPr>
              <p:cNvPr id="111" name="Tinta 110">
                <a:extLst>
                  <a:ext uri="{FF2B5EF4-FFF2-40B4-BE49-F238E27FC236}">
                    <a16:creationId xmlns:a16="http://schemas.microsoft.com/office/drawing/2014/main" id="{B05A41CE-877B-65E1-3D21-F4A80E32646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167768" y="2711961"/>
                <a:ext cx="2286720" cy="60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13" name="Tinta 112">
                <a:extLst>
                  <a:ext uri="{FF2B5EF4-FFF2-40B4-BE49-F238E27FC236}">
                    <a16:creationId xmlns:a16="http://schemas.microsoft.com/office/drawing/2014/main" id="{DEFC4D37-FFEA-40BF-F769-B2D69EB42E6F}"/>
                  </a:ext>
                </a:extLst>
              </p14:cNvPr>
              <p14:cNvContentPartPr/>
              <p14:nvPr/>
            </p14:nvContentPartPr>
            <p14:xfrm>
              <a:off x="9248848" y="2885481"/>
              <a:ext cx="605160" cy="303840"/>
            </p14:xfrm>
          </p:contentPart>
        </mc:Choice>
        <mc:Fallback>
          <p:pic>
            <p:nvPicPr>
              <p:cNvPr id="113" name="Tinta 112">
                <a:extLst>
                  <a:ext uri="{FF2B5EF4-FFF2-40B4-BE49-F238E27FC236}">
                    <a16:creationId xmlns:a16="http://schemas.microsoft.com/office/drawing/2014/main" id="{DEFC4D37-FFEA-40BF-F769-B2D69EB42E6F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242728" y="2879361"/>
                <a:ext cx="61740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14" name="Tinta 113">
                <a:extLst>
                  <a:ext uri="{FF2B5EF4-FFF2-40B4-BE49-F238E27FC236}">
                    <a16:creationId xmlns:a16="http://schemas.microsoft.com/office/drawing/2014/main" id="{429C147B-432C-996D-7947-3F1483F8846A}"/>
                  </a:ext>
                </a:extLst>
              </p14:cNvPr>
              <p14:cNvContentPartPr/>
              <p14:nvPr/>
            </p14:nvContentPartPr>
            <p14:xfrm>
              <a:off x="10041208" y="2849481"/>
              <a:ext cx="387000" cy="333360"/>
            </p14:xfrm>
          </p:contentPart>
        </mc:Choice>
        <mc:Fallback>
          <p:pic>
            <p:nvPicPr>
              <p:cNvPr id="114" name="Tinta 113">
                <a:extLst>
                  <a:ext uri="{FF2B5EF4-FFF2-40B4-BE49-F238E27FC236}">
                    <a16:creationId xmlns:a16="http://schemas.microsoft.com/office/drawing/2014/main" id="{429C147B-432C-996D-7947-3F1483F8846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035088" y="2843361"/>
                <a:ext cx="39924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17" name="Tinta 116">
                <a:extLst>
                  <a:ext uri="{FF2B5EF4-FFF2-40B4-BE49-F238E27FC236}">
                    <a16:creationId xmlns:a16="http://schemas.microsoft.com/office/drawing/2014/main" id="{29947C68-F874-5999-4E77-FABF8AF5F8AB}"/>
                  </a:ext>
                </a:extLst>
              </p14:cNvPr>
              <p14:cNvContentPartPr/>
              <p14:nvPr/>
            </p14:nvContentPartPr>
            <p14:xfrm>
              <a:off x="164968" y="2880441"/>
              <a:ext cx="793800" cy="213480"/>
            </p14:xfrm>
          </p:contentPart>
        </mc:Choice>
        <mc:Fallback>
          <p:pic>
            <p:nvPicPr>
              <p:cNvPr id="117" name="Tinta 116">
                <a:extLst>
                  <a:ext uri="{FF2B5EF4-FFF2-40B4-BE49-F238E27FC236}">
                    <a16:creationId xmlns:a16="http://schemas.microsoft.com/office/drawing/2014/main" id="{29947C68-F874-5999-4E77-FABF8AF5F8A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58848" y="2874321"/>
                <a:ext cx="80604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18" name="Tinta 117">
                <a:extLst>
                  <a:ext uri="{FF2B5EF4-FFF2-40B4-BE49-F238E27FC236}">
                    <a16:creationId xmlns:a16="http://schemas.microsoft.com/office/drawing/2014/main" id="{2BD96DC3-2662-1D79-784F-1874CF4CE445}"/>
                  </a:ext>
                </a:extLst>
              </p14:cNvPr>
              <p14:cNvContentPartPr/>
              <p14:nvPr/>
            </p14:nvContentPartPr>
            <p14:xfrm>
              <a:off x="8329408" y="3743721"/>
              <a:ext cx="4018680" cy="135720"/>
            </p14:xfrm>
          </p:contentPart>
        </mc:Choice>
        <mc:Fallback>
          <p:pic>
            <p:nvPicPr>
              <p:cNvPr id="118" name="Tinta 117">
                <a:extLst>
                  <a:ext uri="{FF2B5EF4-FFF2-40B4-BE49-F238E27FC236}">
                    <a16:creationId xmlns:a16="http://schemas.microsoft.com/office/drawing/2014/main" id="{2BD96DC3-2662-1D79-784F-1874CF4CE44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323288" y="3737601"/>
                <a:ext cx="403092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19" name="Tinta 118">
                <a:extLst>
                  <a:ext uri="{FF2B5EF4-FFF2-40B4-BE49-F238E27FC236}">
                    <a16:creationId xmlns:a16="http://schemas.microsoft.com/office/drawing/2014/main" id="{C630C109-FA86-5D97-74F0-E6831063CF00}"/>
                  </a:ext>
                </a:extLst>
              </p14:cNvPr>
              <p14:cNvContentPartPr/>
              <p14:nvPr/>
            </p14:nvContentPartPr>
            <p14:xfrm>
              <a:off x="11546008" y="3294081"/>
              <a:ext cx="257040" cy="218880"/>
            </p14:xfrm>
          </p:contentPart>
        </mc:Choice>
        <mc:Fallback>
          <p:pic>
            <p:nvPicPr>
              <p:cNvPr id="119" name="Tinta 118">
                <a:extLst>
                  <a:ext uri="{FF2B5EF4-FFF2-40B4-BE49-F238E27FC236}">
                    <a16:creationId xmlns:a16="http://schemas.microsoft.com/office/drawing/2014/main" id="{C630C109-FA86-5D97-74F0-E6831063CF00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1539888" y="3287961"/>
                <a:ext cx="269280" cy="23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EE015723-12C1-B43C-86F8-4719A95CA34C}"/>
              </a:ext>
            </a:extLst>
          </p:cNvPr>
          <p:cNvGrpSpPr/>
          <p:nvPr/>
        </p:nvGrpSpPr>
        <p:grpSpPr>
          <a:xfrm>
            <a:off x="5189128" y="3082401"/>
            <a:ext cx="748080" cy="448200"/>
            <a:chOff x="5189128" y="3082401"/>
            <a:chExt cx="748080" cy="44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B0CF73E2-91F2-7B8D-FB33-F107384B9D37}"/>
                    </a:ext>
                  </a:extLst>
                </p14:cNvPr>
                <p14:cNvContentPartPr/>
                <p14:nvPr/>
              </p14:nvContentPartPr>
              <p14:xfrm>
                <a:off x="5412328" y="3177441"/>
                <a:ext cx="221400" cy="30564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B0CF73E2-91F2-7B8D-FB33-F107384B9D3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406208" y="3171321"/>
                  <a:ext cx="2336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AE4DFE15-1459-594A-1F4C-5D3D9FDB7C7D}"/>
                    </a:ext>
                  </a:extLst>
                </p14:cNvPr>
                <p14:cNvContentPartPr/>
                <p14:nvPr/>
              </p14:nvContentPartPr>
              <p14:xfrm>
                <a:off x="5621848" y="3371121"/>
                <a:ext cx="141480" cy="9252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AE4DFE15-1459-594A-1F4C-5D3D9FDB7C7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615728" y="3365001"/>
                  <a:ext cx="1537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DE7430E9-152E-0A3C-DA17-D90E4E68E5D9}"/>
                    </a:ext>
                  </a:extLst>
                </p14:cNvPr>
                <p14:cNvContentPartPr/>
                <p14:nvPr/>
              </p14:nvContentPartPr>
              <p14:xfrm>
                <a:off x="5212528" y="3262401"/>
                <a:ext cx="47520" cy="14904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DE7430E9-152E-0A3C-DA17-D90E4E68E5D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206408" y="3256281"/>
                  <a:ext cx="597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A3008EAC-7507-6B04-88E7-3C07595BF4D7}"/>
                    </a:ext>
                  </a:extLst>
                </p14:cNvPr>
                <p14:cNvContentPartPr/>
                <p14:nvPr/>
              </p14:nvContentPartPr>
              <p14:xfrm>
                <a:off x="5271568" y="3245841"/>
                <a:ext cx="118080" cy="7992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A3008EAC-7507-6B04-88E7-3C07595BF4D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265448" y="3239721"/>
                  <a:ext cx="1303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38EE4D96-3972-74C6-2F6B-7F4ABD519966}"/>
                    </a:ext>
                  </a:extLst>
                </p14:cNvPr>
                <p14:cNvContentPartPr/>
                <p14:nvPr/>
              </p14:nvContentPartPr>
              <p14:xfrm>
                <a:off x="5294968" y="3440601"/>
                <a:ext cx="164160" cy="9000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38EE4D96-3972-74C6-2F6B-7F4ABD51996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288848" y="3434481"/>
                  <a:ext cx="1764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DDE5633B-4FE0-1CF1-60C0-02D30648BB21}"/>
                    </a:ext>
                  </a:extLst>
                </p14:cNvPr>
                <p14:cNvContentPartPr/>
                <p14:nvPr/>
              </p14:nvContentPartPr>
              <p14:xfrm>
                <a:off x="5189128" y="3082401"/>
                <a:ext cx="748080" cy="44244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DDE5633B-4FE0-1CF1-60C0-02D30648BB2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183008" y="3076281"/>
                  <a:ext cx="760320" cy="45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DE44E5E2-DAB0-0FEE-9290-0453D04A8E8D}"/>
              </a:ext>
            </a:extLst>
          </p:cNvPr>
          <p:cNvGrpSpPr/>
          <p:nvPr/>
        </p:nvGrpSpPr>
        <p:grpSpPr>
          <a:xfrm>
            <a:off x="456568" y="3928761"/>
            <a:ext cx="478080" cy="357120"/>
            <a:chOff x="456568" y="3928761"/>
            <a:chExt cx="478080" cy="35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73A20E6B-BFF2-96D7-0052-6BCDCAB63619}"/>
                    </a:ext>
                  </a:extLst>
                </p14:cNvPr>
                <p14:cNvContentPartPr/>
                <p14:nvPr/>
              </p14:nvContentPartPr>
              <p14:xfrm>
                <a:off x="456568" y="4009041"/>
                <a:ext cx="198000" cy="22464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73A20E6B-BFF2-96D7-0052-6BCDCAB6361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50448" y="4002921"/>
                  <a:ext cx="210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E1CC9C5E-F7B3-D197-2F30-79D398DA944C}"/>
                    </a:ext>
                  </a:extLst>
                </p14:cNvPr>
                <p14:cNvContentPartPr/>
                <p14:nvPr/>
              </p14:nvContentPartPr>
              <p14:xfrm>
                <a:off x="630808" y="3928761"/>
                <a:ext cx="303840" cy="35712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E1CC9C5E-F7B3-D197-2F30-79D398DA944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24688" y="3922641"/>
                  <a:ext cx="316080" cy="36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Agrupar 144">
            <a:extLst>
              <a:ext uri="{FF2B5EF4-FFF2-40B4-BE49-F238E27FC236}">
                <a16:creationId xmlns:a16="http://schemas.microsoft.com/office/drawing/2014/main" id="{C8425CF5-FA41-5825-6E58-F5B479187EF1}"/>
              </a:ext>
            </a:extLst>
          </p:cNvPr>
          <p:cNvGrpSpPr/>
          <p:nvPr/>
        </p:nvGrpSpPr>
        <p:grpSpPr>
          <a:xfrm>
            <a:off x="2040568" y="3705201"/>
            <a:ext cx="2754000" cy="752400"/>
            <a:chOff x="2040568" y="3705201"/>
            <a:chExt cx="2754000" cy="75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CEE8607D-D385-73A7-8E3C-1C95605BE435}"/>
                    </a:ext>
                  </a:extLst>
                </p14:cNvPr>
                <p14:cNvContentPartPr/>
                <p14:nvPr/>
              </p14:nvContentPartPr>
              <p14:xfrm>
                <a:off x="2040568" y="3967281"/>
                <a:ext cx="119160" cy="44928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CEE8607D-D385-73A7-8E3C-1C95605BE43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034448" y="3961161"/>
                  <a:ext cx="13140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083245AE-973D-A2D3-BED9-CA9A493419C8}"/>
                    </a:ext>
                  </a:extLst>
                </p14:cNvPr>
                <p14:cNvContentPartPr/>
                <p14:nvPr/>
              </p14:nvContentPartPr>
              <p14:xfrm>
                <a:off x="2194288" y="3930561"/>
                <a:ext cx="584640" cy="49608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083245AE-973D-A2D3-BED9-CA9A493419C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188168" y="3924441"/>
                  <a:ext cx="59688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76CF72F1-9542-119A-FF4E-F9889641BE59}"/>
                    </a:ext>
                  </a:extLst>
                </p14:cNvPr>
                <p14:cNvContentPartPr/>
                <p14:nvPr/>
              </p14:nvContentPartPr>
              <p14:xfrm>
                <a:off x="2041288" y="4392441"/>
                <a:ext cx="689760" cy="5976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76CF72F1-9542-119A-FF4E-F9889641BE5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035168" y="4386321"/>
                  <a:ext cx="70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5CC9CFE3-0ACA-D7F1-8F02-3D01427E1841}"/>
                    </a:ext>
                  </a:extLst>
                </p14:cNvPr>
                <p14:cNvContentPartPr/>
                <p14:nvPr/>
              </p14:nvContentPartPr>
              <p14:xfrm>
                <a:off x="2309128" y="4153761"/>
                <a:ext cx="236520" cy="16128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5CC9CFE3-0ACA-D7F1-8F02-3D01427E184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303008" y="4147641"/>
                  <a:ext cx="2487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AE090052-2C39-EEC3-00B9-24D200C5A95B}"/>
                    </a:ext>
                  </a:extLst>
                </p14:cNvPr>
                <p14:cNvContentPartPr/>
                <p14:nvPr/>
              </p14:nvContentPartPr>
              <p14:xfrm>
                <a:off x="2426848" y="4168881"/>
                <a:ext cx="162720" cy="3996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AE090052-2C39-EEC3-00B9-24D200C5A95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420728" y="4162761"/>
                  <a:ext cx="174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AEB43668-68CE-ECA6-BE0E-3BD96B90B322}"/>
                    </a:ext>
                  </a:extLst>
                </p14:cNvPr>
                <p14:cNvContentPartPr/>
                <p14:nvPr/>
              </p14:nvContentPartPr>
              <p14:xfrm>
                <a:off x="2777128" y="3768561"/>
                <a:ext cx="921600" cy="66996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AEB43668-68CE-ECA6-BE0E-3BD96B90B32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771008" y="3762441"/>
                  <a:ext cx="933840" cy="6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3FE48442-FC2F-A2FF-7E5B-B6CDCEEDB398}"/>
                    </a:ext>
                  </a:extLst>
                </p14:cNvPr>
                <p14:cNvContentPartPr/>
                <p14:nvPr/>
              </p14:nvContentPartPr>
              <p14:xfrm>
                <a:off x="2880088" y="4406481"/>
                <a:ext cx="930240" cy="5112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3FE48442-FC2F-A2FF-7E5B-B6CDCEEDB39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873968" y="4400361"/>
                  <a:ext cx="9424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A8FE1142-33F5-B55D-8A17-9B5FCFD34389}"/>
                    </a:ext>
                  </a:extLst>
                </p14:cNvPr>
                <p14:cNvContentPartPr/>
                <p14:nvPr/>
              </p14:nvContentPartPr>
              <p14:xfrm>
                <a:off x="3044248" y="4025601"/>
                <a:ext cx="443160" cy="20016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A8FE1142-33F5-B55D-8A17-9B5FCFD3438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038128" y="4019481"/>
                  <a:ext cx="4554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6B92134C-DDEF-D536-E559-B24486B8CBC5}"/>
                    </a:ext>
                  </a:extLst>
                </p14:cNvPr>
                <p14:cNvContentPartPr/>
                <p14:nvPr/>
              </p14:nvContentPartPr>
              <p14:xfrm>
                <a:off x="3686848" y="4042521"/>
                <a:ext cx="745560" cy="8928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6B92134C-DDEF-D536-E559-B24486B8CBC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680728" y="4036401"/>
                  <a:ext cx="7578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D3963A39-D697-B85D-13DB-A2188395C80C}"/>
                    </a:ext>
                  </a:extLst>
                </p14:cNvPr>
                <p14:cNvContentPartPr/>
                <p14:nvPr/>
              </p14:nvContentPartPr>
              <p14:xfrm>
                <a:off x="4338088" y="4112001"/>
                <a:ext cx="164880" cy="12672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D3963A39-D697-B85D-13DB-A2188395C80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331968" y="4105881"/>
                  <a:ext cx="1771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610A6953-02DA-B93B-25B5-1F404B3452A8}"/>
                    </a:ext>
                  </a:extLst>
                </p14:cNvPr>
                <p14:cNvContentPartPr/>
                <p14:nvPr/>
              </p14:nvContentPartPr>
              <p14:xfrm>
                <a:off x="4164208" y="3845241"/>
                <a:ext cx="47880" cy="16668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610A6953-02DA-B93B-25B5-1F404B3452A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158088" y="3839121"/>
                  <a:ext cx="601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7F7B5CF5-5FF9-045D-5819-F50BDA924D37}"/>
                    </a:ext>
                  </a:extLst>
                </p14:cNvPr>
                <p14:cNvContentPartPr/>
                <p14:nvPr/>
              </p14:nvContentPartPr>
              <p14:xfrm>
                <a:off x="4199488" y="3832281"/>
                <a:ext cx="162720" cy="6660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7F7B5CF5-5FF9-045D-5819-F50BDA924D3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193368" y="3826161"/>
                  <a:ext cx="174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0A1E4925-2A93-6704-B84D-DF36FB202AD2}"/>
                    </a:ext>
                  </a:extLst>
                </p14:cNvPr>
                <p14:cNvContentPartPr/>
                <p14:nvPr/>
              </p14:nvContentPartPr>
              <p14:xfrm>
                <a:off x="4338088" y="3942081"/>
                <a:ext cx="212760" cy="7380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0A1E4925-2A93-6704-B84D-DF36FB202AD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331968" y="3935961"/>
                  <a:ext cx="2250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B6168331-573F-3532-A95F-E7F387D1C638}"/>
                    </a:ext>
                  </a:extLst>
                </p14:cNvPr>
                <p14:cNvContentPartPr/>
                <p14:nvPr/>
              </p14:nvContentPartPr>
              <p14:xfrm>
                <a:off x="2102128" y="4157361"/>
                <a:ext cx="33840" cy="1188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B6168331-573F-3532-A95F-E7F387D1C63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096008" y="4151241"/>
                  <a:ext cx="460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CFC269B6-69E0-09BC-1221-302996C359C1}"/>
                    </a:ext>
                  </a:extLst>
                </p14:cNvPr>
                <p14:cNvContentPartPr/>
                <p14:nvPr/>
              </p14:nvContentPartPr>
              <p14:xfrm>
                <a:off x="4001848" y="3705201"/>
                <a:ext cx="792720" cy="40212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CFC269B6-69E0-09BC-1221-302996C359C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995728" y="3699081"/>
                  <a:ext cx="804960" cy="41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52" name="Tinta 151">
                <a:extLst>
                  <a:ext uri="{FF2B5EF4-FFF2-40B4-BE49-F238E27FC236}">
                    <a16:creationId xmlns:a16="http://schemas.microsoft.com/office/drawing/2014/main" id="{F3F74E1D-2FDC-7176-62CA-65080A298D9C}"/>
                  </a:ext>
                </a:extLst>
              </p14:cNvPr>
              <p14:cNvContentPartPr/>
              <p14:nvPr/>
            </p14:nvContentPartPr>
            <p14:xfrm>
              <a:off x="6928288" y="4274361"/>
              <a:ext cx="313560" cy="115200"/>
            </p14:xfrm>
          </p:contentPart>
        </mc:Choice>
        <mc:Fallback>
          <p:pic>
            <p:nvPicPr>
              <p:cNvPr id="152" name="Tinta 151">
                <a:extLst>
                  <a:ext uri="{FF2B5EF4-FFF2-40B4-BE49-F238E27FC236}">
                    <a16:creationId xmlns:a16="http://schemas.microsoft.com/office/drawing/2014/main" id="{F3F74E1D-2FDC-7176-62CA-65080A298D9C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6922168" y="4268241"/>
                <a:ext cx="32580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169" name="Tinta 168">
                <a:extLst>
                  <a:ext uri="{FF2B5EF4-FFF2-40B4-BE49-F238E27FC236}">
                    <a16:creationId xmlns:a16="http://schemas.microsoft.com/office/drawing/2014/main" id="{1D8E84E1-CEBE-744F-DF94-9BD5FBF81E93}"/>
                  </a:ext>
                </a:extLst>
              </p14:cNvPr>
              <p14:cNvContentPartPr/>
              <p14:nvPr/>
            </p14:nvContentPartPr>
            <p14:xfrm>
              <a:off x="7290448" y="4489281"/>
              <a:ext cx="243720" cy="134640"/>
            </p14:xfrm>
          </p:contentPart>
        </mc:Choice>
        <mc:Fallback>
          <p:pic>
            <p:nvPicPr>
              <p:cNvPr id="169" name="Tinta 168">
                <a:extLst>
                  <a:ext uri="{FF2B5EF4-FFF2-40B4-BE49-F238E27FC236}">
                    <a16:creationId xmlns:a16="http://schemas.microsoft.com/office/drawing/2014/main" id="{1D8E84E1-CEBE-744F-DF94-9BD5FBF81E93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7284328" y="4483161"/>
                <a:ext cx="25596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70" name="Tinta 169">
                <a:extLst>
                  <a:ext uri="{FF2B5EF4-FFF2-40B4-BE49-F238E27FC236}">
                    <a16:creationId xmlns:a16="http://schemas.microsoft.com/office/drawing/2014/main" id="{9B8E898F-C1CA-241A-DBBD-46835211B68F}"/>
                  </a:ext>
                </a:extLst>
              </p14:cNvPr>
              <p14:cNvContentPartPr/>
              <p14:nvPr/>
            </p14:nvContentPartPr>
            <p14:xfrm>
              <a:off x="7697608" y="4418721"/>
              <a:ext cx="280080" cy="33120"/>
            </p14:xfrm>
          </p:contentPart>
        </mc:Choice>
        <mc:Fallback>
          <p:pic>
            <p:nvPicPr>
              <p:cNvPr id="170" name="Tinta 169">
                <a:extLst>
                  <a:ext uri="{FF2B5EF4-FFF2-40B4-BE49-F238E27FC236}">
                    <a16:creationId xmlns:a16="http://schemas.microsoft.com/office/drawing/2014/main" id="{9B8E898F-C1CA-241A-DBBD-46835211B68F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7691488" y="4412601"/>
                <a:ext cx="2923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171" name="Tinta 170">
                <a:extLst>
                  <a:ext uri="{FF2B5EF4-FFF2-40B4-BE49-F238E27FC236}">
                    <a16:creationId xmlns:a16="http://schemas.microsoft.com/office/drawing/2014/main" id="{89138EEE-1033-6754-8CDC-8D2D7A1823E7}"/>
                  </a:ext>
                </a:extLst>
              </p14:cNvPr>
              <p14:cNvContentPartPr/>
              <p14:nvPr/>
            </p14:nvContentPartPr>
            <p14:xfrm>
              <a:off x="7812808" y="4374801"/>
              <a:ext cx="23760" cy="159120"/>
            </p14:xfrm>
          </p:contentPart>
        </mc:Choice>
        <mc:Fallback>
          <p:pic>
            <p:nvPicPr>
              <p:cNvPr id="171" name="Tinta 170">
                <a:extLst>
                  <a:ext uri="{FF2B5EF4-FFF2-40B4-BE49-F238E27FC236}">
                    <a16:creationId xmlns:a16="http://schemas.microsoft.com/office/drawing/2014/main" id="{89138EEE-1033-6754-8CDC-8D2D7A1823E7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7806688" y="4368681"/>
                <a:ext cx="3600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72" name="Tinta 171">
                <a:extLst>
                  <a:ext uri="{FF2B5EF4-FFF2-40B4-BE49-F238E27FC236}">
                    <a16:creationId xmlns:a16="http://schemas.microsoft.com/office/drawing/2014/main" id="{4870786E-8C53-24C1-8FA0-7F2ED6438D06}"/>
                  </a:ext>
                </a:extLst>
              </p14:cNvPr>
              <p14:cNvContentPartPr/>
              <p14:nvPr/>
            </p14:nvContentPartPr>
            <p14:xfrm>
              <a:off x="8303848" y="4332321"/>
              <a:ext cx="419040" cy="161640"/>
            </p14:xfrm>
          </p:contentPart>
        </mc:Choice>
        <mc:Fallback>
          <p:pic>
            <p:nvPicPr>
              <p:cNvPr id="172" name="Tinta 171">
                <a:extLst>
                  <a:ext uri="{FF2B5EF4-FFF2-40B4-BE49-F238E27FC236}">
                    <a16:creationId xmlns:a16="http://schemas.microsoft.com/office/drawing/2014/main" id="{4870786E-8C53-24C1-8FA0-7F2ED6438D06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8297728" y="4326201"/>
                <a:ext cx="43128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73" name="Tinta 172">
                <a:extLst>
                  <a:ext uri="{FF2B5EF4-FFF2-40B4-BE49-F238E27FC236}">
                    <a16:creationId xmlns:a16="http://schemas.microsoft.com/office/drawing/2014/main" id="{7AB14049-BD25-1B56-41BD-06BCBACA302C}"/>
                  </a:ext>
                </a:extLst>
              </p14:cNvPr>
              <p14:cNvContentPartPr/>
              <p14:nvPr/>
            </p14:nvContentPartPr>
            <p14:xfrm>
              <a:off x="8793088" y="4421601"/>
              <a:ext cx="141840" cy="189000"/>
            </p14:xfrm>
          </p:contentPart>
        </mc:Choice>
        <mc:Fallback>
          <p:pic>
            <p:nvPicPr>
              <p:cNvPr id="173" name="Tinta 172">
                <a:extLst>
                  <a:ext uri="{FF2B5EF4-FFF2-40B4-BE49-F238E27FC236}">
                    <a16:creationId xmlns:a16="http://schemas.microsoft.com/office/drawing/2014/main" id="{7AB14049-BD25-1B56-41BD-06BCBACA302C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786968" y="4415481"/>
                <a:ext cx="1540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74" name="Tinta 173">
                <a:extLst>
                  <a:ext uri="{FF2B5EF4-FFF2-40B4-BE49-F238E27FC236}">
                    <a16:creationId xmlns:a16="http://schemas.microsoft.com/office/drawing/2014/main" id="{2975F54D-45CC-1743-AF85-DE7A2E4532A1}"/>
                  </a:ext>
                </a:extLst>
              </p14:cNvPr>
              <p14:cNvContentPartPr/>
              <p14:nvPr/>
            </p14:nvContentPartPr>
            <p14:xfrm>
              <a:off x="9060928" y="4535721"/>
              <a:ext cx="360" cy="360"/>
            </p14:xfrm>
          </p:contentPart>
        </mc:Choice>
        <mc:Fallback>
          <p:pic>
            <p:nvPicPr>
              <p:cNvPr id="174" name="Tinta 173">
                <a:extLst>
                  <a:ext uri="{FF2B5EF4-FFF2-40B4-BE49-F238E27FC236}">
                    <a16:creationId xmlns:a16="http://schemas.microsoft.com/office/drawing/2014/main" id="{2975F54D-45CC-1743-AF85-DE7A2E4532A1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9054808" y="452960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75" name="Tinta 174">
                <a:extLst>
                  <a:ext uri="{FF2B5EF4-FFF2-40B4-BE49-F238E27FC236}">
                    <a16:creationId xmlns:a16="http://schemas.microsoft.com/office/drawing/2014/main" id="{D4F74B06-9EEC-89F6-657A-46E1A32D14FC}"/>
                  </a:ext>
                </a:extLst>
              </p14:cNvPr>
              <p14:cNvContentPartPr/>
              <p14:nvPr/>
            </p14:nvContentPartPr>
            <p14:xfrm>
              <a:off x="6859168" y="4057281"/>
              <a:ext cx="197640" cy="270720"/>
            </p14:xfrm>
          </p:contentPart>
        </mc:Choice>
        <mc:Fallback>
          <p:pic>
            <p:nvPicPr>
              <p:cNvPr id="175" name="Tinta 174">
                <a:extLst>
                  <a:ext uri="{FF2B5EF4-FFF2-40B4-BE49-F238E27FC236}">
                    <a16:creationId xmlns:a16="http://schemas.microsoft.com/office/drawing/2014/main" id="{D4F74B06-9EEC-89F6-657A-46E1A32D14FC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6853048" y="4051161"/>
                <a:ext cx="20988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77" name="Tinta 176">
                <a:extLst>
                  <a:ext uri="{FF2B5EF4-FFF2-40B4-BE49-F238E27FC236}">
                    <a16:creationId xmlns:a16="http://schemas.microsoft.com/office/drawing/2014/main" id="{01233328-B45E-B2E4-DABC-E67261F371FD}"/>
                  </a:ext>
                </a:extLst>
              </p14:cNvPr>
              <p14:cNvContentPartPr/>
              <p14:nvPr/>
            </p14:nvContentPartPr>
            <p14:xfrm>
              <a:off x="9060928" y="4111641"/>
              <a:ext cx="165240" cy="471600"/>
            </p14:xfrm>
          </p:contentPart>
        </mc:Choice>
        <mc:Fallback>
          <p:pic>
            <p:nvPicPr>
              <p:cNvPr id="177" name="Tinta 176">
                <a:extLst>
                  <a:ext uri="{FF2B5EF4-FFF2-40B4-BE49-F238E27FC236}">
                    <a16:creationId xmlns:a16="http://schemas.microsoft.com/office/drawing/2014/main" id="{01233328-B45E-B2E4-DABC-E67261F371FD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9054808" y="4105521"/>
                <a:ext cx="177480" cy="48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79" name="Tinta 178">
                <a:extLst>
                  <a:ext uri="{FF2B5EF4-FFF2-40B4-BE49-F238E27FC236}">
                    <a16:creationId xmlns:a16="http://schemas.microsoft.com/office/drawing/2014/main" id="{D9630814-27D1-8ECA-EEEF-0F4A6B3AE0DE}"/>
                  </a:ext>
                </a:extLst>
              </p14:cNvPr>
              <p14:cNvContentPartPr/>
              <p14:nvPr/>
            </p14:nvContentPartPr>
            <p14:xfrm>
              <a:off x="8757808" y="4590081"/>
              <a:ext cx="327240" cy="86400"/>
            </p14:xfrm>
          </p:contentPart>
        </mc:Choice>
        <mc:Fallback>
          <p:pic>
            <p:nvPicPr>
              <p:cNvPr id="179" name="Tinta 178">
                <a:extLst>
                  <a:ext uri="{FF2B5EF4-FFF2-40B4-BE49-F238E27FC236}">
                    <a16:creationId xmlns:a16="http://schemas.microsoft.com/office/drawing/2014/main" id="{D9630814-27D1-8ECA-EEEF-0F4A6B3AE0DE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8751688" y="4583961"/>
                <a:ext cx="33948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81" name="Tinta 180">
                <a:extLst>
                  <a:ext uri="{FF2B5EF4-FFF2-40B4-BE49-F238E27FC236}">
                    <a16:creationId xmlns:a16="http://schemas.microsoft.com/office/drawing/2014/main" id="{17902054-1210-C1A3-AF12-60439BFEC6AF}"/>
                  </a:ext>
                </a:extLst>
              </p14:cNvPr>
              <p14:cNvContentPartPr/>
              <p14:nvPr/>
            </p14:nvContentPartPr>
            <p14:xfrm>
              <a:off x="8595448" y="4490721"/>
              <a:ext cx="315720" cy="178920"/>
            </p14:xfrm>
          </p:contentPart>
        </mc:Choice>
        <mc:Fallback>
          <p:pic>
            <p:nvPicPr>
              <p:cNvPr id="181" name="Tinta 180">
                <a:extLst>
                  <a:ext uri="{FF2B5EF4-FFF2-40B4-BE49-F238E27FC236}">
                    <a16:creationId xmlns:a16="http://schemas.microsoft.com/office/drawing/2014/main" id="{17902054-1210-C1A3-AF12-60439BFEC6AF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8589328" y="4484601"/>
                <a:ext cx="3279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82" name="Tinta 181">
                <a:extLst>
                  <a:ext uri="{FF2B5EF4-FFF2-40B4-BE49-F238E27FC236}">
                    <a16:creationId xmlns:a16="http://schemas.microsoft.com/office/drawing/2014/main" id="{32C5A69D-7F3A-279A-CCFA-34B50E5654D7}"/>
                  </a:ext>
                </a:extLst>
              </p14:cNvPr>
              <p14:cNvContentPartPr/>
              <p14:nvPr/>
            </p14:nvContentPartPr>
            <p14:xfrm>
              <a:off x="8946088" y="4589721"/>
              <a:ext cx="57240" cy="151920"/>
            </p14:xfrm>
          </p:contentPart>
        </mc:Choice>
        <mc:Fallback>
          <p:pic>
            <p:nvPicPr>
              <p:cNvPr id="182" name="Tinta 181">
                <a:extLst>
                  <a:ext uri="{FF2B5EF4-FFF2-40B4-BE49-F238E27FC236}">
                    <a16:creationId xmlns:a16="http://schemas.microsoft.com/office/drawing/2014/main" id="{32C5A69D-7F3A-279A-CCFA-34B50E5654D7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8939968" y="4583601"/>
                <a:ext cx="6948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84" name="Tinta 183">
                <a:extLst>
                  <a:ext uri="{FF2B5EF4-FFF2-40B4-BE49-F238E27FC236}">
                    <a16:creationId xmlns:a16="http://schemas.microsoft.com/office/drawing/2014/main" id="{65DC41DA-68A3-CFFB-78BC-D6706F202384}"/>
                  </a:ext>
                </a:extLst>
              </p14:cNvPr>
              <p14:cNvContentPartPr/>
              <p14:nvPr/>
            </p14:nvContentPartPr>
            <p14:xfrm>
              <a:off x="9346048" y="4441401"/>
              <a:ext cx="89280" cy="29880"/>
            </p14:xfrm>
          </p:contentPart>
        </mc:Choice>
        <mc:Fallback>
          <p:pic>
            <p:nvPicPr>
              <p:cNvPr id="184" name="Tinta 183">
                <a:extLst>
                  <a:ext uri="{FF2B5EF4-FFF2-40B4-BE49-F238E27FC236}">
                    <a16:creationId xmlns:a16="http://schemas.microsoft.com/office/drawing/2014/main" id="{65DC41DA-68A3-CFFB-78BC-D6706F202384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9339928" y="4435281"/>
                <a:ext cx="1015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86" name="Tinta 185">
                <a:extLst>
                  <a:ext uri="{FF2B5EF4-FFF2-40B4-BE49-F238E27FC236}">
                    <a16:creationId xmlns:a16="http://schemas.microsoft.com/office/drawing/2014/main" id="{3068FA8C-6F86-6071-7FAF-34D3D109676B}"/>
                  </a:ext>
                </a:extLst>
              </p14:cNvPr>
              <p14:cNvContentPartPr/>
              <p14:nvPr/>
            </p14:nvContentPartPr>
            <p14:xfrm>
              <a:off x="9667528" y="4397121"/>
              <a:ext cx="198000" cy="135000"/>
            </p14:xfrm>
          </p:contentPart>
        </mc:Choice>
        <mc:Fallback>
          <p:pic>
            <p:nvPicPr>
              <p:cNvPr id="186" name="Tinta 185">
                <a:extLst>
                  <a:ext uri="{FF2B5EF4-FFF2-40B4-BE49-F238E27FC236}">
                    <a16:creationId xmlns:a16="http://schemas.microsoft.com/office/drawing/2014/main" id="{3068FA8C-6F86-6071-7FAF-34D3D109676B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9661408" y="4391001"/>
                <a:ext cx="2102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87" name="Tinta 186">
                <a:extLst>
                  <a:ext uri="{FF2B5EF4-FFF2-40B4-BE49-F238E27FC236}">
                    <a16:creationId xmlns:a16="http://schemas.microsoft.com/office/drawing/2014/main" id="{7F4849E5-EEEA-C099-9A52-21ACE000AAE5}"/>
                  </a:ext>
                </a:extLst>
              </p14:cNvPr>
              <p14:cNvContentPartPr/>
              <p14:nvPr/>
            </p14:nvContentPartPr>
            <p14:xfrm>
              <a:off x="5901568" y="3951081"/>
              <a:ext cx="360" cy="360"/>
            </p14:xfrm>
          </p:contentPart>
        </mc:Choice>
        <mc:Fallback>
          <p:pic>
            <p:nvPicPr>
              <p:cNvPr id="187" name="Tinta 186">
                <a:extLst>
                  <a:ext uri="{FF2B5EF4-FFF2-40B4-BE49-F238E27FC236}">
                    <a16:creationId xmlns:a16="http://schemas.microsoft.com/office/drawing/2014/main" id="{7F4849E5-EEEA-C099-9A52-21ACE000AAE5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5895448" y="3944961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Agrupar 188">
            <a:extLst>
              <a:ext uri="{FF2B5EF4-FFF2-40B4-BE49-F238E27FC236}">
                <a16:creationId xmlns:a16="http://schemas.microsoft.com/office/drawing/2014/main" id="{B48C7D80-1A2E-235E-3F99-BC054799420D}"/>
              </a:ext>
            </a:extLst>
          </p:cNvPr>
          <p:cNvGrpSpPr/>
          <p:nvPr/>
        </p:nvGrpSpPr>
        <p:grpSpPr>
          <a:xfrm>
            <a:off x="5609248" y="4033161"/>
            <a:ext cx="922680" cy="448560"/>
            <a:chOff x="5609248" y="4033161"/>
            <a:chExt cx="922680" cy="44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BFA3B818-70BA-061A-21D4-D75BCE706F04}"/>
                    </a:ext>
                  </a:extLst>
                </p14:cNvPr>
                <p14:cNvContentPartPr/>
                <p14:nvPr/>
              </p14:nvContentPartPr>
              <p14:xfrm>
                <a:off x="5679808" y="4033161"/>
                <a:ext cx="126000" cy="26244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BFA3B818-70BA-061A-21D4-D75BCE706F0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673688" y="4027041"/>
                  <a:ext cx="1382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E95478F3-DAD9-4CFA-EF59-E2AD173D9F7E}"/>
                    </a:ext>
                  </a:extLst>
                </p14:cNvPr>
                <p14:cNvContentPartPr/>
                <p14:nvPr/>
              </p14:nvContentPartPr>
              <p14:xfrm>
                <a:off x="5762608" y="4049361"/>
                <a:ext cx="209880" cy="10368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E95478F3-DAD9-4CFA-EF59-E2AD173D9F7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56488" y="4043241"/>
                  <a:ext cx="2221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74CC2A54-12E3-D316-3118-AF0EDFEC9E5E}"/>
                    </a:ext>
                  </a:extLst>
                </p14:cNvPr>
                <p14:cNvContentPartPr/>
                <p14:nvPr/>
              </p14:nvContentPartPr>
              <p14:xfrm>
                <a:off x="5900488" y="4361841"/>
                <a:ext cx="258480" cy="11988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74CC2A54-12E3-D316-3118-AF0EDFEC9E5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894368" y="4355721"/>
                  <a:ext cx="2707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0B38C29D-4AE7-F1A5-1E19-E582BA859E98}"/>
                    </a:ext>
                  </a:extLst>
                </p14:cNvPr>
                <p14:cNvContentPartPr/>
                <p14:nvPr/>
              </p14:nvContentPartPr>
              <p14:xfrm>
                <a:off x="6301888" y="4295241"/>
                <a:ext cx="230040" cy="792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0B38C29D-4AE7-F1A5-1E19-E582BA859E9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95768" y="4289121"/>
                  <a:ext cx="2422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A590CDEF-AC9D-6F23-35C9-1BEE39DDEF1D}"/>
                    </a:ext>
                  </a:extLst>
                </p14:cNvPr>
                <p14:cNvContentPartPr/>
                <p14:nvPr/>
              </p14:nvContentPartPr>
              <p14:xfrm>
                <a:off x="6287128" y="4342401"/>
                <a:ext cx="232920" cy="1008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A590CDEF-AC9D-6F23-35C9-1BEE39DDEF1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81008" y="4336281"/>
                  <a:ext cx="2451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7662C363-E0A0-681D-0167-F38447F6EF3A}"/>
                    </a:ext>
                  </a:extLst>
                </p14:cNvPr>
                <p14:cNvContentPartPr/>
                <p14:nvPr/>
              </p14:nvContentPartPr>
              <p14:xfrm>
                <a:off x="5609248" y="4082481"/>
                <a:ext cx="500760" cy="35892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7662C363-E0A0-681D-0167-F38447F6EF3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603128" y="4076361"/>
                  <a:ext cx="513000" cy="37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Agrupar 200">
            <a:extLst>
              <a:ext uri="{FF2B5EF4-FFF2-40B4-BE49-F238E27FC236}">
                <a16:creationId xmlns:a16="http://schemas.microsoft.com/office/drawing/2014/main" id="{338DE37B-0191-5CD6-7076-DF6D85AA2AE1}"/>
              </a:ext>
            </a:extLst>
          </p:cNvPr>
          <p:cNvGrpSpPr/>
          <p:nvPr/>
        </p:nvGrpSpPr>
        <p:grpSpPr>
          <a:xfrm>
            <a:off x="433168" y="4716441"/>
            <a:ext cx="465840" cy="426240"/>
            <a:chOff x="433168" y="4716441"/>
            <a:chExt cx="465840" cy="42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753CD312-FCA4-C5B9-60A9-AB89715062EC}"/>
                    </a:ext>
                  </a:extLst>
                </p14:cNvPr>
                <p14:cNvContentPartPr/>
                <p14:nvPr/>
              </p14:nvContentPartPr>
              <p14:xfrm>
                <a:off x="433168" y="4721481"/>
                <a:ext cx="134280" cy="29844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753CD312-FCA4-C5B9-60A9-AB89715062E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27048" y="4715361"/>
                  <a:ext cx="1465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240BFA3D-D7FF-D981-81E0-03878FD4FC2B}"/>
                    </a:ext>
                  </a:extLst>
                </p14:cNvPr>
                <p14:cNvContentPartPr/>
                <p14:nvPr/>
              </p14:nvContentPartPr>
              <p14:xfrm>
                <a:off x="491848" y="4716441"/>
                <a:ext cx="256680" cy="9684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240BFA3D-D7FF-D981-81E0-03878FD4FC2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85728" y="4710321"/>
                  <a:ext cx="268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C6EE12C9-6671-23AA-A1AE-8E0A85FEA7FE}"/>
                    </a:ext>
                  </a:extLst>
                </p14:cNvPr>
                <p14:cNvContentPartPr/>
                <p14:nvPr/>
              </p14:nvContentPartPr>
              <p14:xfrm>
                <a:off x="705328" y="4999041"/>
                <a:ext cx="193680" cy="14364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C6EE12C9-6671-23AA-A1AE-8E0A85FEA7F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9208" y="4992921"/>
                  <a:ext cx="2059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Agrupar 202">
            <a:extLst>
              <a:ext uri="{FF2B5EF4-FFF2-40B4-BE49-F238E27FC236}">
                <a16:creationId xmlns:a16="http://schemas.microsoft.com/office/drawing/2014/main" id="{54AFB174-B54D-AE61-1E4D-01E9A2A5536A}"/>
              </a:ext>
            </a:extLst>
          </p:cNvPr>
          <p:cNvGrpSpPr/>
          <p:nvPr/>
        </p:nvGrpSpPr>
        <p:grpSpPr>
          <a:xfrm>
            <a:off x="6728848" y="2269881"/>
            <a:ext cx="5537160" cy="1553760"/>
            <a:chOff x="6728848" y="2269881"/>
            <a:chExt cx="5537160" cy="155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5D361F21-CB3A-CC7F-A66B-45CAF4CEC4F7}"/>
                    </a:ext>
                  </a:extLst>
                </p14:cNvPr>
                <p14:cNvContentPartPr/>
                <p14:nvPr/>
              </p14:nvContentPartPr>
              <p14:xfrm>
                <a:off x="6973288" y="3020481"/>
                <a:ext cx="236160" cy="14364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5D361F21-CB3A-CC7F-A66B-45CAF4CEC4F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967168" y="3014361"/>
                  <a:ext cx="2484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AC8E0BB8-0FCD-39D0-2319-AEE88B6A1F1D}"/>
                    </a:ext>
                  </a:extLst>
                </p14:cNvPr>
                <p14:cNvContentPartPr/>
                <p14:nvPr/>
              </p14:nvContentPartPr>
              <p14:xfrm>
                <a:off x="6869608" y="2947401"/>
                <a:ext cx="648720" cy="31356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AC8E0BB8-0FCD-39D0-2319-AEE88B6A1F1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863488" y="2941281"/>
                  <a:ext cx="6609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AFA2D4AE-E4EB-9C7A-AC6C-385DA6376E75}"/>
                    </a:ext>
                  </a:extLst>
                </p14:cNvPr>
                <p14:cNvContentPartPr/>
                <p14:nvPr/>
              </p14:nvContentPartPr>
              <p14:xfrm>
                <a:off x="7020448" y="3353121"/>
                <a:ext cx="397800" cy="2152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AFA2D4AE-E4EB-9C7A-AC6C-385DA6376E7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014328" y="3347001"/>
                  <a:ext cx="4100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AEA89E88-3E1E-5ED8-326E-633DF03A3DB9}"/>
                    </a:ext>
                  </a:extLst>
                </p14:cNvPr>
                <p14:cNvContentPartPr/>
                <p14:nvPr/>
              </p14:nvContentPartPr>
              <p14:xfrm>
                <a:off x="6973288" y="3280761"/>
                <a:ext cx="748080" cy="32328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AEA89E88-3E1E-5ED8-326E-633DF03A3DB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967168" y="3274641"/>
                  <a:ext cx="7603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323EC68F-7570-AF5A-005B-03AC540C01A7}"/>
                    </a:ext>
                  </a:extLst>
                </p14:cNvPr>
                <p14:cNvContentPartPr/>
                <p14:nvPr/>
              </p14:nvContentPartPr>
              <p14:xfrm>
                <a:off x="6834688" y="2504961"/>
                <a:ext cx="95400" cy="12996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323EC68F-7570-AF5A-005B-03AC540C01A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828568" y="2498841"/>
                  <a:ext cx="1076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98DC71D9-12EA-D274-FCA2-14EFC0653461}"/>
                    </a:ext>
                  </a:extLst>
                </p14:cNvPr>
                <p14:cNvContentPartPr/>
                <p14:nvPr/>
              </p14:nvContentPartPr>
              <p14:xfrm>
                <a:off x="6728848" y="2422161"/>
                <a:ext cx="466920" cy="33048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98DC71D9-12EA-D274-FCA2-14EFC065346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722728" y="2416041"/>
                  <a:ext cx="4791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46DC72A3-8799-005F-B10F-73FE4261D09A}"/>
                    </a:ext>
                  </a:extLst>
                </p14:cNvPr>
                <p14:cNvContentPartPr/>
                <p14:nvPr/>
              </p14:nvContentPartPr>
              <p14:xfrm>
                <a:off x="7406008" y="2384361"/>
                <a:ext cx="465840" cy="26640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46DC72A3-8799-005F-B10F-73FE4261D09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399888" y="2378241"/>
                  <a:ext cx="4780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23C9EF8A-F337-2DF4-E985-4A810EECAE9B}"/>
                    </a:ext>
                  </a:extLst>
                </p14:cNvPr>
                <p14:cNvContentPartPr/>
                <p14:nvPr/>
              </p14:nvContentPartPr>
              <p14:xfrm>
                <a:off x="8025208" y="2323521"/>
                <a:ext cx="244080" cy="35172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23C9EF8A-F337-2DF4-E985-4A810EECAE9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19088" y="2317401"/>
                  <a:ext cx="2563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0900BD90-2A44-12F5-14A4-23738EED7319}"/>
                    </a:ext>
                  </a:extLst>
                </p14:cNvPr>
                <p14:cNvContentPartPr/>
                <p14:nvPr/>
              </p14:nvContentPartPr>
              <p14:xfrm>
                <a:off x="8071288" y="2452041"/>
                <a:ext cx="186120" cy="1224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0900BD90-2A44-12F5-14A4-23738EED731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65168" y="2445921"/>
                  <a:ext cx="198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C250E08F-8C69-7705-2BF6-4D86EF5C4EE2}"/>
                    </a:ext>
                  </a:extLst>
                </p14:cNvPr>
                <p14:cNvContentPartPr/>
                <p14:nvPr/>
              </p14:nvContentPartPr>
              <p14:xfrm>
                <a:off x="8489968" y="2533401"/>
                <a:ext cx="115920" cy="1548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C250E08F-8C69-7705-2BF6-4D86EF5C4EE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483848" y="2527281"/>
                  <a:ext cx="128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86F6B5B3-1BA7-2257-1D3B-54AFBB571C28}"/>
                    </a:ext>
                  </a:extLst>
                </p14:cNvPr>
                <p14:cNvContentPartPr/>
                <p14:nvPr/>
              </p14:nvContentPartPr>
              <p14:xfrm>
                <a:off x="8351008" y="2570841"/>
                <a:ext cx="209520" cy="1980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86F6B5B3-1BA7-2257-1D3B-54AFBB571C2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344888" y="2564721"/>
                  <a:ext cx="2217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A380A70F-5A2D-F190-10E1-9DAD585FA59E}"/>
                    </a:ext>
                  </a:extLst>
                </p14:cNvPr>
                <p14:cNvContentPartPr/>
                <p14:nvPr/>
              </p14:nvContentPartPr>
              <p14:xfrm>
                <a:off x="7345888" y="2269881"/>
                <a:ext cx="650520" cy="42804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A380A70F-5A2D-F190-10E1-9DAD585FA59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339768" y="2263761"/>
                  <a:ext cx="66276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772629BD-81DC-A590-4504-EA9E9D6A45AD}"/>
                    </a:ext>
                  </a:extLst>
                </p14:cNvPr>
                <p14:cNvContentPartPr/>
                <p14:nvPr/>
              </p14:nvContentPartPr>
              <p14:xfrm>
                <a:off x="8850688" y="2538441"/>
                <a:ext cx="199440" cy="15408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772629BD-81DC-A590-4504-EA9E9D6A45A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844568" y="2532321"/>
                  <a:ext cx="2116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F23A4CD6-30C7-62DB-67CA-B2A264FC4CEA}"/>
                    </a:ext>
                  </a:extLst>
                </p14:cNvPr>
                <p14:cNvContentPartPr/>
                <p14:nvPr/>
              </p14:nvContentPartPr>
              <p14:xfrm>
                <a:off x="9132208" y="2513241"/>
                <a:ext cx="267840" cy="18684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F23A4CD6-30C7-62DB-67CA-B2A264FC4CE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126088" y="2507121"/>
                  <a:ext cx="280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61391920-419D-C16D-474E-73D25EE9871A}"/>
                    </a:ext>
                  </a:extLst>
                </p14:cNvPr>
                <p14:cNvContentPartPr/>
                <p14:nvPr/>
              </p14:nvContentPartPr>
              <p14:xfrm>
                <a:off x="8344528" y="2954601"/>
                <a:ext cx="146520" cy="1944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61391920-419D-C16D-474E-73D25EE9871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338408" y="2948481"/>
                  <a:ext cx="1587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21B22ECF-A1B1-A696-287A-7BDFE44EBCE7}"/>
                    </a:ext>
                  </a:extLst>
                </p14:cNvPr>
                <p14:cNvContentPartPr/>
                <p14:nvPr/>
              </p14:nvContentPartPr>
              <p14:xfrm>
                <a:off x="8419408" y="2970441"/>
                <a:ext cx="235080" cy="11988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21B22ECF-A1B1-A696-287A-7BDFE44EBCE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413288" y="2964321"/>
                  <a:ext cx="2473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36F7623F-0CD5-86CF-4702-1DA47AD6A9A8}"/>
                    </a:ext>
                  </a:extLst>
                </p14:cNvPr>
                <p14:cNvContentPartPr/>
                <p14:nvPr/>
              </p14:nvContentPartPr>
              <p14:xfrm>
                <a:off x="8769688" y="3049281"/>
                <a:ext cx="117360" cy="2520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36F7623F-0CD5-86CF-4702-1DA47AD6A9A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763568" y="3043161"/>
                  <a:ext cx="129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C4E59D95-33F5-631D-6395-CCAFA02E74D4}"/>
                    </a:ext>
                  </a:extLst>
                </p14:cNvPr>
                <p14:cNvContentPartPr/>
                <p14:nvPr/>
              </p14:nvContentPartPr>
              <p14:xfrm>
                <a:off x="8642608" y="3123441"/>
                <a:ext cx="221400" cy="2520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C4E59D95-33F5-631D-6395-CCAFA02E74D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636488" y="3117321"/>
                  <a:ext cx="233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F49AECBB-E9B7-6598-AEC6-473E088E89CD}"/>
                    </a:ext>
                  </a:extLst>
                </p14:cNvPr>
                <p14:cNvContentPartPr/>
                <p14:nvPr/>
              </p14:nvContentPartPr>
              <p14:xfrm>
                <a:off x="8233648" y="3327921"/>
                <a:ext cx="398160" cy="12564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F49AECBB-E9B7-6598-AEC6-473E088E89C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227528" y="3321801"/>
                  <a:ext cx="4104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5E3DADFF-CB92-8F9B-CA7B-50908EE92CFC}"/>
                    </a:ext>
                  </a:extLst>
                </p14:cNvPr>
                <p14:cNvContentPartPr/>
                <p14:nvPr/>
              </p14:nvContentPartPr>
              <p14:xfrm>
                <a:off x="8792728" y="3380481"/>
                <a:ext cx="165600" cy="2808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5E3DADFF-CB92-8F9B-CA7B-50908EE92CF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786608" y="3374361"/>
                  <a:ext cx="177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B39A270C-8314-99D5-3088-834177D728EB}"/>
                    </a:ext>
                  </a:extLst>
                </p14:cNvPr>
                <p14:cNvContentPartPr/>
                <p14:nvPr/>
              </p14:nvContentPartPr>
              <p14:xfrm>
                <a:off x="8749528" y="3433041"/>
                <a:ext cx="156960" cy="1800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B39A270C-8314-99D5-3088-834177D728E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743408" y="3426921"/>
                  <a:ext cx="1692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2E1BC0A1-4DE2-4B85-DBCE-48F5715E86EA}"/>
                    </a:ext>
                  </a:extLst>
                </p14:cNvPr>
                <p14:cNvContentPartPr/>
                <p14:nvPr/>
              </p14:nvContentPartPr>
              <p14:xfrm>
                <a:off x="9363328" y="3010041"/>
                <a:ext cx="256680" cy="9288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2E1BC0A1-4DE2-4B85-DBCE-48F5715E86E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357208" y="3003921"/>
                  <a:ext cx="2689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B0C1040E-E309-07BC-5E9A-5F91FBE5A304}"/>
                    </a:ext>
                  </a:extLst>
                </p14:cNvPr>
                <p14:cNvContentPartPr/>
                <p14:nvPr/>
              </p14:nvContentPartPr>
              <p14:xfrm>
                <a:off x="9853288" y="3038481"/>
                <a:ext cx="94680" cy="7992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B0C1040E-E309-07BC-5E9A-5F91FBE5A30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847168" y="3032361"/>
                  <a:ext cx="1069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65B15699-B34F-AE2C-1C08-D2D9C8A8440A}"/>
                    </a:ext>
                  </a:extLst>
                </p14:cNvPr>
                <p14:cNvContentPartPr/>
                <p14:nvPr/>
              </p14:nvContentPartPr>
              <p14:xfrm>
                <a:off x="9761848" y="2959281"/>
                <a:ext cx="232920" cy="16416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65B15699-B34F-AE2C-1C08-D2D9C8A8440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755728" y="2953161"/>
                  <a:ext cx="245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A695F4B9-B08C-D372-2DCE-A21C51F7D278}"/>
                    </a:ext>
                  </a:extLst>
                </p14:cNvPr>
                <p14:cNvContentPartPr/>
                <p14:nvPr/>
              </p14:nvContentPartPr>
              <p14:xfrm>
                <a:off x="10144888" y="3034161"/>
                <a:ext cx="47520" cy="1008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A695F4B9-B08C-D372-2DCE-A21C51F7D27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138768" y="3028041"/>
                  <a:ext cx="597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E87E535B-7BB3-9FD5-64C8-213261A068F8}"/>
                    </a:ext>
                  </a:extLst>
                </p14:cNvPr>
                <p14:cNvContentPartPr/>
                <p14:nvPr/>
              </p14:nvContentPartPr>
              <p14:xfrm>
                <a:off x="10088008" y="3003921"/>
                <a:ext cx="174600" cy="11988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E87E535B-7BB3-9FD5-64C8-213261A068F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081888" y="2997801"/>
                  <a:ext cx="1868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28861658-8544-C87C-C682-C50AB1221691}"/>
                    </a:ext>
                  </a:extLst>
                </p14:cNvPr>
                <p14:cNvContentPartPr/>
                <p14:nvPr/>
              </p14:nvContentPartPr>
              <p14:xfrm>
                <a:off x="9328768" y="3217401"/>
                <a:ext cx="327600" cy="14868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28861658-8544-C87C-C682-C50AB122169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322648" y="3211281"/>
                  <a:ext cx="3398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30FD4E60-CE1D-C28A-0148-550A98AF392E}"/>
                    </a:ext>
                  </a:extLst>
                </p14:cNvPr>
                <p14:cNvContentPartPr/>
                <p14:nvPr/>
              </p14:nvContentPartPr>
              <p14:xfrm>
                <a:off x="9571768" y="3311721"/>
                <a:ext cx="155520" cy="7704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30FD4E60-CE1D-C28A-0148-550A98AF392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565648" y="3305601"/>
                  <a:ext cx="1677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4305DAB5-E61E-97A5-DE7E-0AC2E872F325}"/>
                    </a:ext>
                  </a:extLst>
                </p14:cNvPr>
                <p14:cNvContentPartPr/>
                <p14:nvPr/>
              </p14:nvContentPartPr>
              <p14:xfrm>
                <a:off x="9865168" y="3326121"/>
                <a:ext cx="106200" cy="360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4305DAB5-E61E-97A5-DE7E-0AC2E872F32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859048" y="3320001"/>
                  <a:ext cx="1184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82EB823E-D0D5-8592-F44D-24F80B798989}"/>
                    </a:ext>
                  </a:extLst>
                </p14:cNvPr>
                <p14:cNvContentPartPr/>
                <p14:nvPr/>
              </p14:nvContentPartPr>
              <p14:xfrm>
                <a:off x="9877048" y="3267081"/>
                <a:ext cx="59040" cy="6696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82EB823E-D0D5-8592-F44D-24F80B79898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870928" y="3260961"/>
                  <a:ext cx="712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DE3C5DBA-0A06-DF25-BCC1-EE770A74DB24}"/>
                    </a:ext>
                  </a:extLst>
                </p14:cNvPr>
                <p14:cNvContentPartPr/>
                <p14:nvPr/>
              </p14:nvContentPartPr>
              <p14:xfrm>
                <a:off x="10252528" y="3247281"/>
                <a:ext cx="372240" cy="15840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DE3C5DBA-0A06-DF25-BCC1-EE770A74DB2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246408" y="3241161"/>
                  <a:ext cx="3844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9DCAAA81-18C5-EF81-F18F-00D50FF00F81}"/>
                    </a:ext>
                  </a:extLst>
                </p14:cNvPr>
                <p14:cNvContentPartPr/>
                <p14:nvPr/>
              </p14:nvContentPartPr>
              <p14:xfrm>
                <a:off x="10576888" y="3331161"/>
                <a:ext cx="147600" cy="11520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9DCAAA81-18C5-EF81-F18F-00D50FF00F8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570768" y="3325041"/>
                  <a:ext cx="1598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FB717552-E4B5-E3E2-29F3-86A2802FBD04}"/>
                    </a:ext>
                  </a:extLst>
                </p14:cNvPr>
                <p14:cNvContentPartPr/>
                <p14:nvPr/>
              </p14:nvContentPartPr>
              <p14:xfrm>
                <a:off x="10986568" y="3185001"/>
                <a:ext cx="45720" cy="20808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FB717552-E4B5-E3E2-29F3-86A2802FBD0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80448" y="3178881"/>
                  <a:ext cx="579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5E220BA7-812E-4DAD-5029-B63C1FA691FE}"/>
                    </a:ext>
                  </a:extLst>
                </p14:cNvPr>
                <p14:cNvContentPartPr/>
                <p14:nvPr/>
              </p14:nvContentPartPr>
              <p14:xfrm>
                <a:off x="10880728" y="3284361"/>
                <a:ext cx="244800" cy="3564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5E220BA7-812E-4DAD-5029-B63C1FA691F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874608" y="3278241"/>
                  <a:ext cx="257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A1492D0E-738F-C70E-5023-8A6E3BFD4223}"/>
                    </a:ext>
                  </a:extLst>
                </p14:cNvPr>
                <p14:cNvContentPartPr/>
                <p14:nvPr/>
              </p14:nvContentPartPr>
              <p14:xfrm>
                <a:off x="11207248" y="3376161"/>
                <a:ext cx="241200" cy="2520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A1492D0E-738F-C70E-5023-8A6E3BFD422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201128" y="3370041"/>
                  <a:ext cx="253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9132531C-25D7-094B-D338-6075ED66B1BB}"/>
                    </a:ext>
                  </a:extLst>
                </p14:cNvPr>
                <p14:cNvContentPartPr/>
                <p14:nvPr/>
              </p14:nvContentPartPr>
              <p14:xfrm>
                <a:off x="11310928" y="3333681"/>
                <a:ext cx="59040" cy="14688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9132531C-25D7-094B-D338-6075ED66B1B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304808" y="3327561"/>
                  <a:ext cx="712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ED82CB3A-9432-DD55-F02C-2C97213C9C00}"/>
                    </a:ext>
                  </a:extLst>
                </p14:cNvPr>
                <p14:cNvContentPartPr/>
                <p14:nvPr/>
              </p14:nvContentPartPr>
              <p14:xfrm>
                <a:off x="11594608" y="3348441"/>
                <a:ext cx="196560" cy="10728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ED82CB3A-9432-DD55-F02C-2C97213C9C0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588488" y="3342321"/>
                  <a:ext cx="2088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DEDA2C64-D5AE-96BB-1341-95B9DABCFC87}"/>
                    </a:ext>
                  </a:extLst>
                </p14:cNvPr>
                <p14:cNvContentPartPr/>
                <p14:nvPr/>
              </p14:nvContentPartPr>
              <p14:xfrm>
                <a:off x="11794048" y="3214521"/>
                <a:ext cx="159120" cy="23832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DEDA2C64-D5AE-96BB-1341-95B9DABCFC8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787928" y="3208401"/>
                  <a:ext cx="1713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0B5E0C1A-6EB6-1572-F740-3739C35B2C70}"/>
                    </a:ext>
                  </a:extLst>
                </p14:cNvPr>
                <p14:cNvContentPartPr/>
                <p14:nvPr/>
              </p14:nvContentPartPr>
              <p14:xfrm>
                <a:off x="11975848" y="3118401"/>
                <a:ext cx="290160" cy="16056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0B5E0C1A-6EB6-1572-F740-3739C35B2C7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969728" y="3112281"/>
                  <a:ext cx="3024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89C9B990-59FD-F9CB-1750-D1CF396FF49A}"/>
                    </a:ext>
                  </a:extLst>
                </p14:cNvPr>
                <p14:cNvContentPartPr/>
                <p14:nvPr/>
              </p14:nvContentPartPr>
              <p14:xfrm>
                <a:off x="11546008" y="3512601"/>
                <a:ext cx="560160" cy="8424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89C9B990-59FD-F9CB-1750-D1CF396FF49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539888" y="3506481"/>
                  <a:ext cx="5724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11A6095D-2ED3-7BE3-AC4A-E30640545646}"/>
                    </a:ext>
                  </a:extLst>
                </p14:cNvPr>
                <p14:cNvContentPartPr/>
                <p14:nvPr/>
              </p14:nvContentPartPr>
              <p14:xfrm>
                <a:off x="11696128" y="3667041"/>
                <a:ext cx="480240" cy="15660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11A6095D-2ED3-7BE3-AC4A-E3064054564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690008" y="3660921"/>
                  <a:ext cx="4924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07A472A8-87FD-85C2-C947-03ECD92EFFDD}"/>
                    </a:ext>
                  </a:extLst>
                </p14:cNvPr>
                <p14:cNvContentPartPr/>
                <p14:nvPr/>
              </p14:nvContentPartPr>
              <p14:xfrm>
                <a:off x="6787888" y="2656521"/>
                <a:ext cx="3988800" cy="58680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07A472A8-87FD-85C2-C947-03ECD92EFFD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781768" y="2650401"/>
                  <a:ext cx="4001040" cy="59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Agrupar 208">
            <a:extLst>
              <a:ext uri="{FF2B5EF4-FFF2-40B4-BE49-F238E27FC236}">
                <a16:creationId xmlns:a16="http://schemas.microsoft.com/office/drawing/2014/main" id="{99F27035-B124-6A63-EFCD-12F24018F542}"/>
              </a:ext>
            </a:extLst>
          </p:cNvPr>
          <p:cNvGrpSpPr/>
          <p:nvPr/>
        </p:nvGrpSpPr>
        <p:grpSpPr>
          <a:xfrm>
            <a:off x="1354768" y="4782321"/>
            <a:ext cx="256680" cy="105120"/>
            <a:chOff x="1354768" y="4782321"/>
            <a:chExt cx="256680" cy="10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28B4624D-4F22-4BD9-8987-712F99FF2476}"/>
                    </a:ext>
                  </a:extLst>
                </p14:cNvPr>
                <p14:cNvContentPartPr/>
                <p14:nvPr/>
              </p14:nvContentPartPr>
              <p14:xfrm>
                <a:off x="1368448" y="4782321"/>
                <a:ext cx="207720" cy="16560"/>
              </p14:xfrm>
            </p:contentPart>
          </mc:Choice>
          <mc:Fallback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28B4624D-4F22-4BD9-8987-712F99FF247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362328" y="4776201"/>
                  <a:ext cx="219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6A7FAC0D-D4AF-9E1F-457C-2FB62A755AA6}"/>
                    </a:ext>
                  </a:extLst>
                </p14:cNvPr>
                <p14:cNvContentPartPr/>
                <p14:nvPr/>
              </p14:nvContentPartPr>
              <p14:xfrm>
                <a:off x="1354768" y="4855041"/>
                <a:ext cx="256680" cy="32400"/>
              </p14:xfrm>
            </p:contentPart>
          </mc:Choice>
          <mc:Fallback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6A7FAC0D-D4AF-9E1F-457C-2FB62A755AA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348648" y="4848921"/>
                  <a:ext cx="26892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Agrupar 213">
            <a:extLst>
              <a:ext uri="{FF2B5EF4-FFF2-40B4-BE49-F238E27FC236}">
                <a16:creationId xmlns:a16="http://schemas.microsoft.com/office/drawing/2014/main" id="{F53987FA-A32B-B7A5-FF71-A2701F0D8F2C}"/>
              </a:ext>
            </a:extLst>
          </p:cNvPr>
          <p:cNvGrpSpPr/>
          <p:nvPr/>
        </p:nvGrpSpPr>
        <p:grpSpPr>
          <a:xfrm>
            <a:off x="2123008" y="4796001"/>
            <a:ext cx="1608840" cy="419040"/>
            <a:chOff x="2123008" y="4796001"/>
            <a:chExt cx="1608840" cy="41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D697C7DA-29AA-0D7C-3FCE-030A27F75218}"/>
                    </a:ext>
                  </a:extLst>
                </p14:cNvPr>
                <p14:cNvContentPartPr/>
                <p14:nvPr/>
              </p14:nvContentPartPr>
              <p14:xfrm>
                <a:off x="2123008" y="4881681"/>
                <a:ext cx="386640" cy="17964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D697C7DA-29AA-0D7C-3FCE-030A27F7521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116888" y="4875561"/>
                  <a:ext cx="3988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24F756B4-24B3-2F6C-B2B0-5CF31F5F3C60}"/>
                    </a:ext>
                  </a:extLst>
                </p14:cNvPr>
                <p14:cNvContentPartPr/>
                <p14:nvPr/>
              </p14:nvContentPartPr>
              <p14:xfrm>
                <a:off x="2565088" y="4949361"/>
                <a:ext cx="165240" cy="20124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24F756B4-24B3-2F6C-B2B0-5CF31F5F3C6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558968" y="4943241"/>
                  <a:ext cx="177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05300138-2435-1A94-7661-B84A5077FFFA}"/>
                    </a:ext>
                  </a:extLst>
                </p14:cNvPr>
                <p14:cNvContentPartPr/>
                <p14:nvPr/>
              </p14:nvContentPartPr>
              <p14:xfrm>
                <a:off x="2892328" y="4875201"/>
                <a:ext cx="176760" cy="17100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05300138-2435-1A94-7661-B84A5077FFF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886208" y="4869081"/>
                  <a:ext cx="1890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49E42D08-7FAF-4C1C-C04A-BA80010F1D4D}"/>
                    </a:ext>
                  </a:extLst>
                </p14:cNvPr>
                <p14:cNvContentPartPr/>
                <p14:nvPr/>
              </p14:nvContentPartPr>
              <p14:xfrm>
                <a:off x="2927608" y="4929201"/>
                <a:ext cx="176760" cy="7740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49E42D08-7FAF-4C1C-C04A-BA80010F1D4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921488" y="4923081"/>
                  <a:ext cx="189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46BFCD50-41E0-DBA9-2881-D8AD662F6648}"/>
                    </a:ext>
                  </a:extLst>
                </p14:cNvPr>
                <p14:cNvContentPartPr/>
                <p14:nvPr/>
              </p14:nvContentPartPr>
              <p14:xfrm>
                <a:off x="3196888" y="4877361"/>
                <a:ext cx="243720" cy="180720"/>
              </p14:xfrm>
            </p:contentPart>
          </mc:Choice>
          <mc:Fallback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46BFCD50-41E0-DBA9-2881-D8AD662F664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190768" y="4871241"/>
                  <a:ext cx="2559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03B03C5D-96DE-4D5B-3703-41F36147EA5C}"/>
                    </a:ext>
                  </a:extLst>
                </p14:cNvPr>
                <p14:cNvContentPartPr/>
                <p14:nvPr/>
              </p14:nvContentPartPr>
              <p14:xfrm>
                <a:off x="3131368" y="4796001"/>
                <a:ext cx="600480" cy="41904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03B03C5D-96DE-4D5B-3703-41F36147EA5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125248" y="4789881"/>
                  <a:ext cx="612720" cy="43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Agrupar 219">
            <a:extLst>
              <a:ext uri="{FF2B5EF4-FFF2-40B4-BE49-F238E27FC236}">
                <a16:creationId xmlns:a16="http://schemas.microsoft.com/office/drawing/2014/main" id="{AAC18331-5105-77E4-EC78-BD5CEB6DF770}"/>
              </a:ext>
            </a:extLst>
          </p:cNvPr>
          <p:cNvGrpSpPr/>
          <p:nvPr/>
        </p:nvGrpSpPr>
        <p:grpSpPr>
          <a:xfrm>
            <a:off x="536848" y="5374161"/>
            <a:ext cx="1027800" cy="365760"/>
            <a:chOff x="536848" y="5374161"/>
            <a:chExt cx="1027800" cy="36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E7FF6D3A-B5F5-2351-027E-DB9FCF13481F}"/>
                    </a:ext>
                  </a:extLst>
                </p14:cNvPr>
                <p14:cNvContentPartPr/>
                <p14:nvPr/>
              </p14:nvContentPartPr>
              <p14:xfrm>
                <a:off x="536848" y="5382801"/>
                <a:ext cx="59040" cy="26820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E7FF6D3A-B5F5-2351-027E-DB9FCF13481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30728" y="5376681"/>
                  <a:ext cx="712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91450588-6CD2-BAF6-57AB-3B52C98AB891}"/>
                    </a:ext>
                  </a:extLst>
                </p14:cNvPr>
                <p14:cNvContentPartPr/>
                <p14:nvPr/>
              </p14:nvContentPartPr>
              <p14:xfrm>
                <a:off x="571768" y="5374161"/>
                <a:ext cx="280440" cy="13212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91450588-6CD2-BAF6-57AB-3B52C98AB89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65648" y="5368041"/>
                  <a:ext cx="2926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CA9F6461-0103-1197-6840-894225981230}"/>
                    </a:ext>
                  </a:extLst>
                </p14:cNvPr>
                <p14:cNvContentPartPr/>
                <p14:nvPr/>
              </p14:nvContentPartPr>
              <p14:xfrm>
                <a:off x="874528" y="5596641"/>
                <a:ext cx="223920" cy="14328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CA9F6461-0103-1197-6840-89422598123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68408" y="5590521"/>
                  <a:ext cx="236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B8043831-8FF6-4D50-B28B-D10062C74DB9}"/>
                    </a:ext>
                  </a:extLst>
                </p14:cNvPr>
                <p14:cNvContentPartPr/>
                <p14:nvPr/>
              </p14:nvContentPartPr>
              <p14:xfrm>
                <a:off x="1237408" y="5581161"/>
                <a:ext cx="327240" cy="7236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B8043831-8FF6-4D50-B28B-D10062C74DB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231288" y="5575041"/>
                  <a:ext cx="33948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Agrupar 229">
            <a:extLst>
              <a:ext uri="{FF2B5EF4-FFF2-40B4-BE49-F238E27FC236}">
                <a16:creationId xmlns:a16="http://schemas.microsoft.com/office/drawing/2014/main" id="{D6BCC11E-A70F-5FF4-B817-13B61E1C5647}"/>
              </a:ext>
            </a:extLst>
          </p:cNvPr>
          <p:cNvGrpSpPr/>
          <p:nvPr/>
        </p:nvGrpSpPr>
        <p:grpSpPr>
          <a:xfrm>
            <a:off x="2217688" y="5268681"/>
            <a:ext cx="605880" cy="411120"/>
            <a:chOff x="2217688" y="5268681"/>
            <a:chExt cx="605880" cy="41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E3F20881-A89D-EEF2-8A41-EA6D2AF6FA92}"/>
                    </a:ext>
                  </a:extLst>
                </p14:cNvPr>
                <p14:cNvContentPartPr/>
                <p14:nvPr/>
              </p14:nvContentPartPr>
              <p14:xfrm>
                <a:off x="2217688" y="5268681"/>
                <a:ext cx="233640" cy="40176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E3F20881-A89D-EEF2-8A41-EA6D2AF6FA9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211568" y="5262561"/>
                  <a:ext cx="24588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FFACC027-BAEF-20D7-C205-864B6EEEC302}"/>
                    </a:ext>
                  </a:extLst>
                </p14:cNvPr>
                <p14:cNvContentPartPr/>
                <p14:nvPr/>
              </p14:nvContentPartPr>
              <p14:xfrm>
                <a:off x="2555728" y="5385321"/>
                <a:ext cx="267840" cy="294480"/>
              </p14:xfrm>
            </p:contentPart>
          </mc:Choice>
          <mc:Fallback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FFACC027-BAEF-20D7-C205-864B6EEEC30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549608" y="5379201"/>
                  <a:ext cx="280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2EB58240-9F1A-678F-0DF7-FA6E88F896E7}"/>
                    </a:ext>
                  </a:extLst>
                </p14:cNvPr>
                <p14:cNvContentPartPr/>
                <p14:nvPr/>
              </p14:nvContentPartPr>
              <p14:xfrm>
                <a:off x="2555008" y="5323761"/>
                <a:ext cx="140760" cy="242280"/>
              </p14:xfrm>
            </p:contentPart>
          </mc:Choice>
          <mc:Fallback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2EB58240-9F1A-678F-0DF7-FA6E88F896E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548888" y="5317641"/>
                  <a:ext cx="15300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Agrupar 228">
            <a:extLst>
              <a:ext uri="{FF2B5EF4-FFF2-40B4-BE49-F238E27FC236}">
                <a16:creationId xmlns:a16="http://schemas.microsoft.com/office/drawing/2014/main" id="{7C7CE882-1293-F05E-8301-C3105614C291}"/>
              </a:ext>
            </a:extLst>
          </p:cNvPr>
          <p:cNvGrpSpPr/>
          <p:nvPr/>
        </p:nvGrpSpPr>
        <p:grpSpPr>
          <a:xfrm>
            <a:off x="3139288" y="5391441"/>
            <a:ext cx="703800" cy="251640"/>
            <a:chOff x="3139288" y="5391441"/>
            <a:chExt cx="70380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BE2260A0-74E8-4921-C348-79F93BF62067}"/>
                    </a:ext>
                  </a:extLst>
                </p14:cNvPr>
                <p14:cNvContentPartPr/>
                <p14:nvPr/>
              </p14:nvContentPartPr>
              <p14:xfrm>
                <a:off x="3160168" y="5457681"/>
                <a:ext cx="92520" cy="14832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BE2260A0-74E8-4921-C348-79F93BF6206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154048" y="5451561"/>
                  <a:ext cx="1047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90240005-CFA9-DEC7-F2AB-1C9F2BDE49FB}"/>
                    </a:ext>
                  </a:extLst>
                </p14:cNvPr>
                <p14:cNvContentPartPr/>
                <p14:nvPr/>
              </p14:nvContentPartPr>
              <p14:xfrm>
                <a:off x="3139288" y="5452281"/>
                <a:ext cx="232920" cy="15912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90240005-CFA9-DEC7-F2AB-1C9F2BDE49F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133168" y="5446161"/>
                  <a:ext cx="2451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30D2C3D9-137A-DCEA-2D55-5264CF624BD7}"/>
                    </a:ext>
                  </a:extLst>
                </p14:cNvPr>
                <p14:cNvContentPartPr/>
                <p14:nvPr/>
              </p14:nvContentPartPr>
              <p14:xfrm>
                <a:off x="3485608" y="5391441"/>
                <a:ext cx="60480" cy="251640"/>
              </p14:xfrm>
            </p:contentPart>
          </mc:Choice>
          <mc:Fallback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30D2C3D9-137A-DCEA-2D55-5264CF624BD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479488" y="5385321"/>
                  <a:ext cx="727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6B7CCC88-42D6-2B06-C33A-FDA582CBE3A3}"/>
                    </a:ext>
                  </a:extLst>
                </p14:cNvPr>
                <p14:cNvContentPartPr/>
                <p14:nvPr/>
              </p14:nvContentPartPr>
              <p14:xfrm>
                <a:off x="3639688" y="5416281"/>
                <a:ext cx="203400" cy="16308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6B7CCC88-42D6-2B06-C33A-FDA582CBE3A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633568" y="5410161"/>
                  <a:ext cx="21564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Agrupar 233">
            <a:extLst>
              <a:ext uri="{FF2B5EF4-FFF2-40B4-BE49-F238E27FC236}">
                <a16:creationId xmlns:a16="http://schemas.microsoft.com/office/drawing/2014/main" id="{0B8338C7-EABA-4486-5FAE-A2346DCAE0D6}"/>
              </a:ext>
            </a:extLst>
          </p:cNvPr>
          <p:cNvGrpSpPr/>
          <p:nvPr/>
        </p:nvGrpSpPr>
        <p:grpSpPr>
          <a:xfrm>
            <a:off x="1296088" y="5942961"/>
            <a:ext cx="374040" cy="144360"/>
            <a:chOff x="1296088" y="5942961"/>
            <a:chExt cx="374040" cy="1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97A2977F-76B8-4438-34A9-2BF73EE7EE9B}"/>
                    </a:ext>
                  </a:extLst>
                </p14:cNvPr>
                <p14:cNvContentPartPr/>
                <p14:nvPr/>
              </p14:nvContentPartPr>
              <p14:xfrm>
                <a:off x="1296088" y="5942961"/>
                <a:ext cx="244800" cy="32760"/>
              </p14:xfrm>
            </p:contentPart>
          </mc:Choice>
          <mc:Fallback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97A2977F-76B8-4438-34A9-2BF73EE7EE9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289968" y="5936841"/>
                  <a:ext cx="257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F5CE04DC-AC6E-ED63-473B-35671EB5490C}"/>
                    </a:ext>
                  </a:extLst>
                </p14:cNvPr>
                <p14:cNvContentPartPr/>
                <p14:nvPr/>
              </p14:nvContentPartPr>
              <p14:xfrm>
                <a:off x="1354768" y="6059241"/>
                <a:ext cx="315360" cy="28080"/>
              </p14:xfrm>
            </p:contentPart>
          </mc:Choice>
          <mc:Fallback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F5CE04DC-AC6E-ED63-473B-35671EB5490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348648" y="6053121"/>
                  <a:ext cx="32760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Agrupar 237">
            <a:extLst>
              <a:ext uri="{FF2B5EF4-FFF2-40B4-BE49-F238E27FC236}">
                <a16:creationId xmlns:a16="http://schemas.microsoft.com/office/drawing/2014/main" id="{61307FC0-E362-5F21-D09A-4F03B9EEC2B1}"/>
              </a:ext>
            </a:extLst>
          </p:cNvPr>
          <p:cNvGrpSpPr/>
          <p:nvPr/>
        </p:nvGrpSpPr>
        <p:grpSpPr>
          <a:xfrm>
            <a:off x="2344408" y="5907681"/>
            <a:ext cx="1552320" cy="267840"/>
            <a:chOff x="2344408" y="5907681"/>
            <a:chExt cx="155232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9CB9A1C9-2E8A-A08B-5627-8CF994145626}"/>
                    </a:ext>
                  </a:extLst>
                </p14:cNvPr>
                <p14:cNvContentPartPr/>
                <p14:nvPr/>
              </p14:nvContentPartPr>
              <p14:xfrm>
                <a:off x="2344408" y="5908401"/>
                <a:ext cx="256680" cy="26712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9CB9A1C9-2E8A-A08B-5627-8CF99414562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338288" y="5902281"/>
                  <a:ext cx="2689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9DBBB121-6383-8FA9-39E7-65D075FB451A}"/>
                    </a:ext>
                  </a:extLst>
                </p14:cNvPr>
                <p14:cNvContentPartPr/>
                <p14:nvPr/>
              </p14:nvContentPartPr>
              <p14:xfrm>
                <a:off x="2683528" y="5964921"/>
                <a:ext cx="216720" cy="161640"/>
              </p14:xfrm>
            </p:contentPart>
          </mc:Choice>
          <mc:Fallback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9DBBB121-6383-8FA9-39E7-65D075FB451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677408" y="5958801"/>
                  <a:ext cx="2289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4A446A68-F677-C75B-630C-64384F473E66}"/>
                    </a:ext>
                  </a:extLst>
                </p14:cNvPr>
                <p14:cNvContentPartPr/>
                <p14:nvPr/>
              </p14:nvContentPartPr>
              <p14:xfrm>
                <a:off x="2940928" y="5949081"/>
                <a:ext cx="250920" cy="179280"/>
              </p14:xfrm>
            </p:contentPart>
          </mc:Choice>
          <mc:Fallback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4A446A68-F677-C75B-630C-64384F473E6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934808" y="5942961"/>
                  <a:ext cx="2631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EC7DA13F-11FA-BDBE-5055-083CCA0A8C69}"/>
                    </a:ext>
                  </a:extLst>
                </p14:cNvPr>
                <p14:cNvContentPartPr/>
                <p14:nvPr/>
              </p14:nvContentPartPr>
              <p14:xfrm>
                <a:off x="3451048" y="5907681"/>
                <a:ext cx="445680" cy="236520"/>
              </p14:xfrm>
            </p:contentPart>
          </mc:Choice>
          <mc:Fallback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EC7DA13F-11FA-BDBE-5055-083CCA0A8C6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444928" y="5901561"/>
                  <a:ext cx="45792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Agrupar 243">
            <a:extLst>
              <a:ext uri="{FF2B5EF4-FFF2-40B4-BE49-F238E27FC236}">
                <a16:creationId xmlns:a16="http://schemas.microsoft.com/office/drawing/2014/main" id="{08B65ECD-9D03-6CC5-BEB6-D805445D8C94}"/>
              </a:ext>
            </a:extLst>
          </p:cNvPr>
          <p:cNvGrpSpPr/>
          <p:nvPr/>
        </p:nvGrpSpPr>
        <p:grpSpPr>
          <a:xfrm>
            <a:off x="5341768" y="4623921"/>
            <a:ext cx="1305360" cy="546840"/>
            <a:chOff x="5341768" y="4623921"/>
            <a:chExt cx="1305360" cy="54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96D4660E-21A1-64FE-1B1B-1585A29259FB}"/>
                    </a:ext>
                  </a:extLst>
                </p14:cNvPr>
                <p14:cNvContentPartPr/>
                <p14:nvPr/>
              </p14:nvContentPartPr>
              <p14:xfrm>
                <a:off x="6366688" y="4844241"/>
                <a:ext cx="200520" cy="3600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96D4660E-21A1-64FE-1B1B-1585A29259F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360568" y="4838121"/>
                  <a:ext cx="212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7BA9F263-5082-7C3A-CBE5-83DEF696B024}"/>
                    </a:ext>
                  </a:extLst>
                </p14:cNvPr>
                <p14:cNvContentPartPr/>
                <p14:nvPr/>
              </p14:nvContentPartPr>
              <p14:xfrm>
                <a:off x="6355168" y="4936761"/>
                <a:ext cx="291960" cy="2052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7BA9F263-5082-7C3A-CBE5-83DEF696B02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349048" y="4930641"/>
                  <a:ext cx="304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007A52B1-B2AC-8147-3C36-51283C57DEEB}"/>
                    </a:ext>
                  </a:extLst>
                </p14:cNvPr>
                <p14:cNvContentPartPr/>
                <p14:nvPr/>
              </p14:nvContentPartPr>
              <p14:xfrm>
                <a:off x="5585128" y="4749921"/>
                <a:ext cx="253080" cy="26964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007A52B1-B2AC-8147-3C36-51283C57DEE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579008" y="4743801"/>
                  <a:ext cx="2653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D9497525-F828-0A3C-89DA-DD8DD2876547}"/>
                    </a:ext>
                  </a:extLst>
                </p14:cNvPr>
                <p14:cNvContentPartPr/>
                <p14:nvPr/>
              </p14:nvContentPartPr>
              <p14:xfrm>
                <a:off x="5657128" y="4803561"/>
                <a:ext cx="127440" cy="2520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D9497525-F828-0A3C-89DA-DD8DD287654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651008" y="4797441"/>
                  <a:ext cx="139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AA420235-C475-432E-218F-8619339F38C9}"/>
                    </a:ext>
                  </a:extLst>
                </p14:cNvPr>
                <p14:cNvContentPartPr/>
                <p14:nvPr/>
              </p14:nvContentPartPr>
              <p14:xfrm>
                <a:off x="5795728" y="4957281"/>
                <a:ext cx="164880" cy="15588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AA420235-C475-432E-218F-8619339F38C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789608" y="4951161"/>
                  <a:ext cx="177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4FAEA7A9-AE24-B46C-59D6-5519E247A0D3}"/>
                    </a:ext>
                  </a:extLst>
                </p14:cNvPr>
                <p14:cNvContentPartPr/>
                <p14:nvPr/>
              </p14:nvContentPartPr>
              <p14:xfrm>
                <a:off x="5645248" y="4840281"/>
                <a:ext cx="360" cy="36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4FAEA7A9-AE24-B46C-59D6-5519E247A0D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639128" y="483416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8996EA28-0F7E-07F3-BDD3-0F02CAADEDCE}"/>
                    </a:ext>
                  </a:extLst>
                </p14:cNvPr>
                <p14:cNvContentPartPr/>
                <p14:nvPr/>
              </p14:nvContentPartPr>
              <p14:xfrm>
                <a:off x="5389648" y="4623921"/>
                <a:ext cx="197280" cy="120240"/>
              </p14:xfrm>
            </p:contentPart>
          </mc:Choice>
          <mc:Fallback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8996EA28-0F7E-07F3-BDD3-0F02CAADEDC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5383528" y="4617801"/>
                  <a:ext cx="2095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BD3FEE19-8322-134A-7605-35BE9192785E}"/>
                    </a:ext>
                  </a:extLst>
                </p14:cNvPr>
                <p14:cNvContentPartPr/>
                <p14:nvPr/>
              </p14:nvContentPartPr>
              <p14:xfrm>
                <a:off x="5341768" y="4636881"/>
                <a:ext cx="934920" cy="53388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BD3FEE19-8322-134A-7605-35BE9192785E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5335648" y="4630761"/>
                  <a:ext cx="947160" cy="54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Agrupar 247">
            <a:extLst>
              <a:ext uri="{FF2B5EF4-FFF2-40B4-BE49-F238E27FC236}">
                <a16:creationId xmlns:a16="http://schemas.microsoft.com/office/drawing/2014/main" id="{2CA1E877-8840-B717-CC58-6B6162037D45}"/>
              </a:ext>
            </a:extLst>
          </p:cNvPr>
          <p:cNvGrpSpPr/>
          <p:nvPr/>
        </p:nvGrpSpPr>
        <p:grpSpPr>
          <a:xfrm>
            <a:off x="5471008" y="5480361"/>
            <a:ext cx="646920" cy="291240"/>
            <a:chOff x="5471008" y="5480361"/>
            <a:chExt cx="64692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4CB8F263-FE61-43D5-D290-5527E251983F}"/>
                    </a:ext>
                  </a:extLst>
                </p14:cNvPr>
                <p14:cNvContentPartPr/>
                <p14:nvPr/>
              </p14:nvContentPartPr>
              <p14:xfrm>
                <a:off x="5471008" y="5480361"/>
                <a:ext cx="221760" cy="291240"/>
              </p14:xfrm>
            </p:contentPart>
          </mc:Choice>
          <mc:Fallback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4CB8F263-FE61-43D5-D290-5527E251983F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464888" y="5474241"/>
                  <a:ext cx="2340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28232F64-8BE3-9694-65F0-E23F82E09599}"/>
                    </a:ext>
                  </a:extLst>
                </p14:cNvPr>
                <p14:cNvContentPartPr/>
                <p14:nvPr/>
              </p14:nvContentPartPr>
              <p14:xfrm>
                <a:off x="5697088" y="5568921"/>
                <a:ext cx="168840" cy="164520"/>
              </p14:xfrm>
            </p:contentPart>
          </mc:Choice>
          <mc:Fallback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28232F64-8BE3-9694-65F0-E23F82E09599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690968" y="5562801"/>
                  <a:ext cx="181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A81F74CE-4904-E181-F0DB-BBBE2D7D8409}"/>
                    </a:ext>
                  </a:extLst>
                </p14:cNvPr>
                <p14:cNvContentPartPr/>
                <p14:nvPr/>
              </p14:nvContentPartPr>
              <p14:xfrm>
                <a:off x="5900488" y="5593761"/>
                <a:ext cx="217440" cy="138240"/>
              </p14:xfrm>
            </p:contentPart>
          </mc:Choice>
          <mc:Fallback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A81F74CE-4904-E181-F0DB-BBBE2D7D8409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894368" y="5587641"/>
                  <a:ext cx="229680" cy="15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49" name="Tinta 248">
                <a:extLst>
                  <a:ext uri="{FF2B5EF4-FFF2-40B4-BE49-F238E27FC236}">
                    <a16:creationId xmlns:a16="http://schemas.microsoft.com/office/drawing/2014/main" id="{652C881E-DDA9-B7CE-841B-B40B25F0EDAA}"/>
                  </a:ext>
                </a:extLst>
              </p14:cNvPr>
              <p14:cNvContentPartPr/>
              <p14:nvPr/>
            </p14:nvContentPartPr>
            <p14:xfrm>
              <a:off x="7020448" y="4808601"/>
              <a:ext cx="153360" cy="267840"/>
            </p14:xfrm>
          </p:contentPart>
        </mc:Choice>
        <mc:Fallback>
          <p:pic>
            <p:nvPicPr>
              <p:cNvPr id="249" name="Tinta 248">
                <a:extLst>
                  <a:ext uri="{FF2B5EF4-FFF2-40B4-BE49-F238E27FC236}">
                    <a16:creationId xmlns:a16="http://schemas.microsoft.com/office/drawing/2014/main" id="{652C881E-DDA9-B7CE-841B-B40B25F0EDAA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7014328" y="4802481"/>
                <a:ext cx="16560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4" name="Agrupar 263">
            <a:extLst>
              <a:ext uri="{FF2B5EF4-FFF2-40B4-BE49-F238E27FC236}">
                <a16:creationId xmlns:a16="http://schemas.microsoft.com/office/drawing/2014/main" id="{336F88DE-E584-FF65-C9B6-621BB018A5A0}"/>
              </a:ext>
            </a:extLst>
          </p:cNvPr>
          <p:cNvGrpSpPr/>
          <p:nvPr/>
        </p:nvGrpSpPr>
        <p:grpSpPr>
          <a:xfrm>
            <a:off x="7417888" y="4856121"/>
            <a:ext cx="2191320" cy="334800"/>
            <a:chOff x="7417888" y="4856121"/>
            <a:chExt cx="219132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A61D47D9-DC9A-5071-D97F-C44E5AB68273}"/>
                    </a:ext>
                  </a:extLst>
                </p14:cNvPr>
                <p14:cNvContentPartPr/>
                <p14:nvPr/>
              </p14:nvContentPartPr>
              <p14:xfrm>
                <a:off x="7417888" y="4866921"/>
                <a:ext cx="139320" cy="21384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A61D47D9-DC9A-5071-D97F-C44E5AB68273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411768" y="4860801"/>
                  <a:ext cx="1515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C53E2652-716C-D0D1-9B1C-A76C9244D858}"/>
                    </a:ext>
                  </a:extLst>
                </p14:cNvPr>
                <p14:cNvContentPartPr/>
                <p14:nvPr/>
              </p14:nvContentPartPr>
              <p14:xfrm>
                <a:off x="7614448" y="4861881"/>
                <a:ext cx="161640" cy="19224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C53E2652-716C-D0D1-9B1C-A76C9244D85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608328" y="4855761"/>
                  <a:ext cx="1738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2677D94E-500F-AACE-2209-042B4E7C9020}"/>
                    </a:ext>
                  </a:extLst>
                </p14:cNvPr>
                <p14:cNvContentPartPr/>
                <p14:nvPr/>
              </p14:nvContentPartPr>
              <p14:xfrm>
                <a:off x="8012608" y="4900041"/>
                <a:ext cx="327240" cy="200880"/>
              </p14:xfrm>
            </p:contentPart>
          </mc:Choice>
          <mc:Fallback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2677D94E-500F-AACE-2209-042B4E7C9020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006488" y="4893921"/>
                  <a:ext cx="3394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EC82DAAE-C5E1-68B2-4B8F-95DF102BCF56}"/>
                    </a:ext>
                  </a:extLst>
                </p14:cNvPr>
                <p14:cNvContentPartPr/>
                <p14:nvPr/>
              </p14:nvContentPartPr>
              <p14:xfrm>
                <a:off x="8430928" y="4857921"/>
                <a:ext cx="118080" cy="225000"/>
              </p14:xfrm>
            </p:contentPart>
          </mc:Choice>
          <mc:Fallback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EC82DAAE-C5E1-68B2-4B8F-95DF102BCF56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424808" y="4851801"/>
                  <a:ext cx="1303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CFC0896B-80AA-AC09-4E05-5AC9D887B6CB}"/>
                    </a:ext>
                  </a:extLst>
                </p14:cNvPr>
                <p14:cNvContentPartPr/>
                <p14:nvPr/>
              </p14:nvContentPartPr>
              <p14:xfrm>
                <a:off x="8540728" y="4860441"/>
                <a:ext cx="240840" cy="198720"/>
              </p14:xfrm>
            </p:contentPart>
          </mc:Choice>
          <mc:Fallback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CFC0896B-80AA-AC09-4E05-5AC9D887B6C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534608" y="4854321"/>
                  <a:ext cx="2530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0E115BCB-8FAA-4152-3D8C-AE76B4DA1475}"/>
                    </a:ext>
                  </a:extLst>
                </p14:cNvPr>
                <p14:cNvContentPartPr/>
                <p14:nvPr/>
              </p14:nvContentPartPr>
              <p14:xfrm>
                <a:off x="8910808" y="4856121"/>
                <a:ext cx="139680" cy="334800"/>
              </p14:xfrm>
            </p:contentPart>
          </mc:Choice>
          <mc:Fallback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0E115BCB-8FAA-4152-3D8C-AE76B4DA1475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904688" y="4850001"/>
                  <a:ext cx="1519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4DDD3440-316C-6B45-A603-EADECDF84DE8}"/>
                    </a:ext>
                  </a:extLst>
                </p14:cNvPr>
                <p14:cNvContentPartPr/>
                <p14:nvPr/>
              </p14:nvContentPartPr>
              <p14:xfrm>
                <a:off x="9299248" y="4991841"/>
                <a:ext cx="309960" cy="167400"/>
              </p14:xfrm>
            </p:contentPart>
          </mc:Choice>
          <mc:Fallback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4DDD3440-316C-6B45-A603-EADECDF84DE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293128" y="4985721"/>
                  <a:ext cx="32220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Agrupar 266">
            <a:extLst>
              <a:ext uri="{FF2B5EF4-FFF2-40B4-BE49-F238E27FC236}">
                <a16:creationId xmlns:a16="http://schemas.microsoft.com/office/drawing/2014/main" id="{89F2FD2C-664E-AF56-0017-812EFAAD8025}"/>
              </a:ext>
            </a:extLst>
          </p:cNvPr>
          <p:cNvGrpSpPr/>
          <p:nvPr/>
        </p:nvGrpSpPr>
        <p:grpSpPr>
          <a:xfrm>
            <a:off x="6531568" y="5325561"/>
            <a:ext cx="1982160" cy="548280"/>
            <a:chOff x="6531568" y="5325561"/>
            <a:chExt cx="1982160" cy="54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783E4537-0A6E-A869-D485-BC5714C2FBF2}"/>
                    </a:ext>
                  </a:extLst>
                </p14:cNvPr>
                <p14:cNvContentPartPr/>
                <p14:nvPr/>
              </p14:nvContentPartPr>
              <p14:xfrm>
                <a:off x="6531568" y="5622201"/>
                <a:ext cx="209520" cy="16200"/>
              </p14:xfrm>
            </p:contentPart>
          </mc:Choice>
          <mc:Fallback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783E4537-0A6E-A869-D485-BC5714C2FBF2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525448" y="5616081"/>
                  <a:ext cx="2217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EEA39D2D-37D8-A571-3DA4-013F4562D760}"/>
                    </a:ext>
                  </a:extLst>
                </p14:cNvPr>
                <p14:cNvContentPartPr/>
                <p14:nvPr/>
              </p14:nvContentPartPr>
              <p14:xfrm>
                <a:off x="6602128" y="5715081"/>
                <a:ext cx="209520" cy="17640"/>
              </p14:xfrm>
            </p:contentPart>
          </mc:Choice>
          <mc:Fallback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EEA39D2D-37D8-A571-3DA4-013F4562D760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6596008" y="5708961"/>
                  <a:ext cx="221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09FEFA04-AE3E-BEA4-EB46-7417F336FA94}"/>
                    </a:ext>
                  </a:extLst>
                </p14:cNvPr>
                <p14:cNvContentPartPr/>
                <p14:nvPr/>
              </p14:nvContentPartPr>
              <p14:xfrm>
                <a:off x="7229608" y="5535801"/>
                <a:ext cx="282600" cy="185400"/>
              </p14:xfrm>
            </p:contentPart>
          </mc:Choice>
          <mc:Fallback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09FEFA04-AE3E-BEA4-EB46-7417F336FA94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223488" y="5529681"/>
                  <a:ext cx="2948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82F862D0-6A70-BA45-FD28-44B511184EEA}"/>
                    </a:ext>
                  </a:extLst>
                </p14:cNvPr>
                <p14:cNvContentPartPr/>
                <p14:nvPr/>
              </p14:nvContentPartPr>
              <p14:xfrm>
                <a:off x="7475848" y="5565681"/>
                <a:ext cx="356400" cy="158040"/>
              </p14:xfrm>
            </p:contentPart>
          </mc:Choice>
          <mc:Fallback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82F862D0-6A70-BA45-FD28-44B511184EEA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7469728" y="5559561"/>
                  <a:ext cx="368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6A33F386-68A3-1C97-AB33-AA86E225B6CF}"/>
                    </a:ext>
                  </a:extLst>
                </p14:cNvPr>
                <p14:cNvContentPartPr/>
                <p14:nvPr/>
              </p14:nvContentPartPr>
              <p14:xfrm>
                <a:off x="8235448" y="5594481"/>
                <a:ext cx="278280" cy="18432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6A33F386-68A3-1C97-AB33-AA86E225B6C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229328" y="5588361"/>
                  <a:ext cx="290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F2C6D557-0FBF-05A1-F040-CC9B6088E43D}"/>
                    </a:ext>
                  </a:extLst>
                </p14:cNvPr>
                <p14:cNvContentPartPr/>
                <p14:nvPr/>
              </p14:nvContentPartPr>
              <p14:xfrm>
                <a:off x="7138168" y="5325561"/>
                <a:ext cx="803520" cy="548280"/>
              </p14:xfrm>
            </p:contentPart>
          </mc:Choice>
          <mc:Fallback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F2C6D557-0FBF-05A1-F040-CC9B6088E43D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7132048" y="5319441"/>
                  <a:ext cx="815760" cy="56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Agrupar 281">
            <a:extLst>
              <a:ext uri="{FF2B5EF4-FFF2-40B4-BE49-F238E27FC236}">
                <a16:creationId xmlns:a16="http://schemas.microsoft.com/office/drawing/2014/main" id="{F68D20F5-90E1-EB99-7DF7-233E1867E924}"/>
              </a:ext>
            </a:extLst>
          </p:cNvPr>
          <p:cNvGrpSpPr/>
          <p:nvPr/>
        </p:nvGrpSpPr>
        <p:grpSpPr>
          <a:xfrm>
            <a:off x="5854408" y="6065361"/>
            <a:ext cx="1610640" cy="601200"/>
            <a:chOff x="5854408" y="6065361"/>
            <a:chExt cx="1610640" cy="60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71C04091-3A4B-007F-5350-73DED88C756F}"/>
                    </a:ext>
                  </a:extLst>
                </p14:cNvPr>
                <p14:cNvContentPartPr/>
                <p14:nvPr/>
              </p14:nvContentPartPr>
              <p14:xfrm>
                <a:off x="5854408" y="6065361"/>
                <a:ext cx="176760" cy="284040"/>
              </p14:xfrm>
            </p:contentPart>
          </mc:Choice>
          <mc:Fallback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71C04091-3A4B-007F-5350-73DED88C756F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5848288" y="6059241"/>
                  <a:ext cx="1890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FDC34651-779F-9BBA-988E-6154D733E6E1}"/>
                    </a:ext>
                  </a:extLst>
                </p14:cNvPr>
                <p14:cNvContentPartPr/>
                <p14:nvPr/>
              </p14:nvContentPartPr>
              <p14:xfrm>
                <a:off x="6122608" y="6151401"/>
                <a:ext cx="232920" cy="191520"/>
              </p14:xfrm>
            </p:contentPart>
          </mc:Choice>
          <mc:Fallback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FDC34651-779F-9BBA-988E-6154D733E6E1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116488" y="6145281"/>
                  <a:ext cx="245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A393DF83-71FD-F400-95CB-600540AFBF77}"/>
                    </a:ext>
                  </a:extLst>
                </p14:cNvPr>
                <p14:cNvContentPartPr/>
                <p14:nvPr/>
              </p14:nvContentPartPr>
              <p14:xfrm>
                <a:off x="6390448" y="6136641"/>
                <a:ext cx="247320" cy="192960"/>
              </p14:xfrm>
            </p:contentPart>
          </mc:Choice>
          <mc:Fallback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A393DF83-71FD-F400-95CB-600540AFBF77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384328" y="6130521"/>
                  <a:ext cx="2595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FF983130-1735-C639-4952-2FFB34E23AB8}"/>
                    </a:ext>
                  </a:extLst>
                </p14:cNvPr>
                <p14:cNvContentPartPr/>
                <p14:nvPr/>
              </p14:nvContentPartPr>
              <p14:xfrm>
                <a:off x="6147808" y="6399081"/>
                <a:ext cx="478080" cy="2700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FF983130-1735-C639-4952-2FFB34E23AB8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141688" y="6392961"/>
                  <a:ext cx="490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D939D2CA-DA90-571B-05BC-86F1712501A3}"/>
                    </a:ext>
                  </a:extLst>
                </p14:cNvPr>
                <p14:cNvContentPartPr/>
                <p14:nvPr/>
              </p14:nvContentPartPr>
              <p14:xfrm>
                <a:off x="6204688" y="6503481"/>
                <a:ext cx="220680" cy="16308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D939D2CA-DA90-571B-05BC-86F1712501A3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198568" y="6497361"/>
                  <a:ext cx="2329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B7654E86-7784-CCBA-9020-886CD0D47B7F}"/>
                    </a:ext>
                  </a:extLst>
                </p14:cNvPr>
                <p14:cNvContentPartPr/>
                <p14:nvPr/>
              </p14:nvContentPartPr>
              <p14:xfrm>
                <a:off x="6401608" y="6534801"/>
                <a:ext cx="235080" cy="12924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B7654E86-7784-CCBA-9020-886CD0D47B7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6395488" y="6528681"/>
                  <a:ext cx="2473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F8F58166-F8FD-3268-5155-88397D5AAAAE}"/>
                    </a:ext>
                  </a:extLst>
                </p14:cNvPr>
                <p14:cNvContentPartPr/>
                <p14:nvPr/>
              </p14:nvContentPartPr>
              <p14:xfrm>
                <a:off x="6858448" y="6302601"/>
                <a:ext cx="146880" cy="19800"/>
              </p14:xfrm>
            </p:contentPart>
          </mc:Choice>
          <mc:Fallback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F8F58166-F8FD-3268-5155-88397D5AAAAE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852328" y="6296481"/>
                  <a:ext cx="159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0FEDD5D2-9C14-140C-E8C7-F8858258185F}"/>
                    </a:ext>
                  </a:extLst>
                </p14:cNvPr>
                <p14:cNvContentPartPr/>
                <p14:nvPr/>
              </p14:nvContentPartPr>
              <p14:xfrm>
                <a:off x="6834688" y="6346881"/>
                <a:ext cx="162720" cy="39960"/>
              </p14:xfrm>
            </p:contentPart>
          </mc:Choice>
          <mc:Fallback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0FEDD5D2-9C14-140C-E8C7-F8858258185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828568" y="6340761"/>
                  <a:ext cx="174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F2DD76B2-19FB-955E-F815-EB84CFDFA755}"/>
                    </a:ext>
                  </a:extLst>
                </p14:cNvPr>
                <p14:cNvContentPartPr/>
                <p14:nvPr/>
              </p14:nvContentPartPr>
              <p14:xfrm>
                <a:off x="7209448" y="6249681"/>
                <a:ext cx="255600" cy="194040"/>
              </p14:xfrm>
            </p:contentPart>
          </mc:Choice>
          <mc:Fallback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F2DD76B2-19FB-955E-F815-EB84CFDFA755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203328" y="6243561"/>
                  <a:ext cx="26784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Agrupar 280">
            <a:extLst>
              <a:ext uri="{FF2B5EF4-FFF2-40B4-BE49-F238E27FC236}">
                <a16:creationId xmlns:a16="http://schemas.microsoft.com/office/drawing/2014/main" id="{397D95C1-6FE1-9F07-E0F3-7EE43ACC277B}"/>
              </a:ext>
            </a:extLst>
          </p:cNvPr>
          <p:cNvGrpSpPr/>
          <p:nvPr/>
        </p:nvGrpSpPr>
        <p:grpSpPr>
          <a:xfrm>
            <a:off x="7930168" y="6210801"/>
            <a:ext cx="419040" cy="260640"/>
            <a:chOff x="7930168" y="6210801"/>
            <a:chExt cx="41904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2BAAB656-ECF3-2BDB-D342-80FF36394D45}"/>
                    </a:ext>
                  </a:extLst>
                </p14:cNvPr>
                <p14:cNvContentPartPr/>
                <p14:nvPr/>
              </p14:nvContentPartPr>
              <p14:xfrm>
                <a:off x="7930168" y="6210801"/>
                <a:ext cx="419040" cy="171360"/>
              </p14:xfrm>
            </p:contentPart>
          </mc:Choice>
          <mc:Fallback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2BAAB656-ECF3-2BDB-D342-80FF36394D45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924048" y="6204681"/>
                  <a:ext cx="4312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3ECC8B48-A057-4329-72FA-BB6DD0939CEF}"/>
                    </a:ext>
                  </a:extLst>
                </p14:cNvPr>
                <p14:cNvContentPartPr/>
                <p14:nvPr/>
              </p14:nvContentPartPr>
              <p14:xfrm>
                <a:off x="8115568" y="6272721"/>
                <a:ext cx="200520" cy="198720"/>
              </p14:xfrm>
            </p:contentPart>
          </mc:Choice>
          <mc:Fallback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3ECC8B48-A057-4329-72FA-BB6DD0939CE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109448" y="6266601"/>
                  <a:ext cx="212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820603CC-7958-D1AC-B9DA-1586EB87EA67}"/>
                    </a:ext>
                  </a:extLst>
                </p14:cNvPr>
                <p14:cNvContentPartPr/>
                <p14:nvPr/>
              </p14:nvContentPartPr>
              <p14:xfrm>
                <a:off x="8070568" y="6223761"/>
                <a:ext cx="163440" cy="146160"/>
              </p14:xfrm>
            </p:contentPart>
          </mc:Choice>
          <mc:Fallback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820603CC-7958-D1AC-B9DA-1586EB87EA67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064448" y="6217641"/>
                  <a:ext cx="17568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Agrupar 285">
            <a:extLst>
              <a:ext uri="{FF2B5EF4-FFF2-40B4-BE49-F238E27FC236}">
                <a16:creationId xmlns:a16="http://schemas.microsoft.com/office/drawing/2014/main" id="{2EAD41BC-AA47-30DE-812B-5BC3B5C6118A}"/>
              </a:ext>
            </a:extLst>
          </p:cNvPr>
          <p:cNvGrpSpPr/>
          <p:nvPr/>
        </p:nvGrpSpPr>
        <p:grpSpPr>
          <a:xfrm>
            <a:off x="8793808" y="6212601"/>
            <a:ext cx="838800" cy="249120"/>
            <a:chOff x="8793808" y="6212601"/>
            <a:chExt cx="83880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83" name="Tinta 282">
                  <a:extLst>
                    <a:ext uri="{FF2B5EF4-FFF2-40B4-BE49-F238E27FC236}">
                      <a16:creationId xmlns:a16="http://schemas.microsoft.com/office/drawing/2014/main" id="{23AD0C01-FE6F-BEE4-68AF-84AA563DC9FC}"/>
                    </a:ext>
                  </a:extLst>
                </p14:cNvPr>
                <p14:cNvContentPartPr/>
                <p14:nvPr/>
              </p14:nvContentPartPr>
              <p14:xfrm>
                <a:off x="8793808" y="6212601"/>
                <a:ext cx="325800" cy="223920"/>
              </p14:xfrm>
            </p:contentPart>
          </mc:Choice>
          <mc:Fallback>
            <p:pic>
              <p:nvPicPr>
                <p:cNvPr id="283" name="Tinta 282">
                  <a:extLst>
                    <a:ext uri="{FF2B5EF4-FFF2-40B4-BE49-F238E27FC236}">
                      <a16:creationId xmlns:a16="http://schemas.microsoft.com/office/drawing/2014/main" id="{23AD0C01-FE6F-BEE4-68AF-84AA563DC9F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787688" y="6206481"/>
                  <a:ext cx="3380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84" name="Tinta 283">
                  <a:extLst>
                    <a:ext uri="{FF2B5EF4-FFF2-40B4-BE49-F238E27FC236}">
                      <a16:creationId xmlns:a16="http://schemas.microsoft.com/office/drawing/2014/main" id="{FFAAFD8F-A095-C77B-27EF-5E7672AEF2EC}"/>
                    </a:ext>
                  </a:extLst>
                </p14:cNvPr>
                <p14:cNvContentPartPr/>
                <p14:nvPr/>
              </p14:nvContentPartPr>
              <p14:xfrm>
                <a:off x="9225808" y="6319881"/>
                <a:ext cx="256680" cy="64440"/>
              </p14:xfrm>
            </p:contentPart>
          </mc:Choice>
          <mc:Fallback>
            <p:pic>
              <p:nvPicPr>
                <p:cNvPr id="284" name="Tinta 283">
                  <a:extLst>
                    <a:ext uri="{FF2B5EF4-FFF2-40B4-BE49-F238E27FC236}">
                      <a16:creationId xmlns:a16="http://schemas.microsoft.com/office/drawing/2014/main" id="{FFAAFD8F-A095-C77B-27EF-5E7672AEF2E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219688" y="6313761"/>
                  <a:ext cx="2689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72F6C687-1B8B-CD60-13B9-A96C1E306F49}"/>
                    </a:ext>
                  </a:extLst>
                </p14:cNvPr>
                <p14:cNvContentPartPr/>
                <p14:nvPr/>
              </p14:nvContentPartPr>
              <p14:xfrm>
                <a:off x="9237328" y="6408801"/>
                <a:ext cx="395280" cy="52920"/>
              </p14:xfrm>
            </p:contentPart>
          </mc:Choice>
          <mc:Fallback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72F6C687-1B8B-CD60-13B9-A96C1E306F49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231208" y="6402681"/>
                  <a:ext cx="40752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Agrupar 291">
            <a:extLst>
              <a:ext uri="{FF2B5EF4-FFF2-40B4-BE49-F238E27FC236}">
                <a16:creationId xmlns:a16="http://schemas.microsoft.com/office/drawing/2014/main" id="{9DE206A1-DB70-A11C-3875-E2CE02B13AAE}"/>
              </a:ext>
            </a:extLst>
          </p:cNvPr>
          <p:cNvGrpSpPr/>
          <p:nvPr/>
        </p:nvGrpSpPr>
        <p:grpSpPr>
          <a:xfrm>
            <a:off x="9994408" y="6040161"/>
            <a:ext cx="1843200" cy="505440"/>
            <a:chOff x="9994408" y="6040161"/>
            <a:chExt cx="1843200" cy="50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C66FFECA-EF18-36A9-014A-AC5A601A7AFB}"/>
                    </a:ext>
                  </a:extLst>
                </p14:cNvPr>
                <p14:cNvContentPartPr/>
                <p14:nvPr/>
              </p14:nvContentPartPr>
              <p14:xfrm>
                <a:off x="9994408" y="6176241"/>
                <a:ext cx="280080" cy="248400"/>
              </p14:xfrm>
            </p:contentPart>
          </mc:Choice>
          <mc:Fallback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C66FFECA-EF18-36A9-014A-AC5A601A7AF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988288" y="6170121"/>
                  <a:ext cx="2923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2B2047D5-926D-AA70-474A-6E7945B9F9B5}"/>
                    </a:ext>
                  </a:extLst>
                </p14:cNvPr>
                <p14:cNvContentPartPr/>
                <p14:nvPr/>
              </p14:nvContentPartPr>
              <p14:xfrm>
                <a:off x="10541248" y="6306201"/>
                <a:ext cx="398520" cy="126360"/>
              </p14:xfrm>
            </p:contentPart>
          </mc:Choice>
          <mc:Fallback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2B2047D5-926D-AA70-474A-6E7945B9F9B5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535128" y="6300081"/>
                  <a:ext cx="4107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A7EC81FF-3984-A78E-CA92-0F56696D2D5E}"/>
                    </a:ext>
                  </a:extLst>
                </p14:cNvPr>
                <p14:cNvContentPartPr/>
                <p14:nvPr/>
              </p14:nvContentPartPr>
              <p14:xfrm>
                <a:off x="11171968" y="6113961"/>
                <a:ext cx="83160" cy="431640"/>
              </p14:xfrm>
            </p:contentPart>
          </mc:Choice>
          <mc:Fallback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A7EC81FF-3984-A78E-CA92-0F56696D2D5E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1165848" y="6107841"/>
                  <a:ext cx="9540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738083CE-553D-FE36-BAEF-531D3ADA95E2}"/>
                    </a:ext>
                  </a:extLst>
                </p14:cNvPr>
                <p14:cNvContentPartPr/>
                <p14:nvPr/>
              </p14:nvContentPartPr>
              <p14:xfrm>
                <a:off x="11278528" y="6314481"/>
                <a:ext cx="233640" cy="168120"/>
              </p14:xfrm>
            </p:contentPart>
          </mc:Choice>
          <mc:Fallback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738083CE-553D-FE36-BAEF-531D3ADA95E2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272408" y="6308361"/>
                  <a:ext cx="2458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E2957987-6109-E548-1503-9A7F8CF200E0}"/>
                    </a:ext>
                  </a:extLst>
                </p14:cNvPr>
                <p14:cNvContentPartPr/>
                <p14:nvPr/>
              </p14:nvContentPartPr>
              <p14:xfrm>
                <a:off x="11444848" y="6040161"/>
                <a:ext cx="392760" cy="222840"/>
              </p14:xfrm>
            </p:contentPart>
          </mc:Choice>
          <mc:Fallback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E2957987-6109-E548-1503-9A7F8CF200E0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1438728" y="6034041"/>
                  <a:ext cx="405000" cy="235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82788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C662F-DE23-A355-352E-5A695DA5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CFC4D0DC-C9E5-09EC-A2E7-21470FF119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64" y="1919945"/>
            <a:ext cx="6797040" cy="2072640"/>
          </a:xfrm>
        </p:spPr>
      </p:pic>
      <p:grpSp>
        <p:nvGrpSpPr>
          <p:cNvPr id="17" name="Agrupar 16">
            <a:extLst>
              <a:ext uri="{FF2B5EF4-FFF2-40B4-BE49-F238E27FC236}">
                <a16:creationId xmlns:a16="http://schemas.microsoft.com/office/drawing/2014/main" id="{988D5061-3404-79DD-810C-92F0C9561435}"/>
              </a:ext>
            </a:extLst>
          </p:cNvPr>
          <p:cNvGrpSpPr/>
          <p:nvPr/>
        </p:nvGrpSpPr>
        <p:grpSpPr>
          <a:xfrm>
            <a:off x="397888" y="4261041"/>
            <a:ext cx="712080" cy="297360"/>
            <a:chOff x="397888" y="4261041"/>
            <a:chExt cx="71208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07CA438C-EBDB-FBAA-EEC4-F2082C5BCC24}"/>
                    </a:ext>
                  </a:extLst>
                </p14:cNvPr>
                <p14:cNvContentPartPr/>
                <p14:nvPr/>
              </p14:nvContentPartPr>
              <p14:xfrm>
                <a:off x="397888" y="4312881"/>
                <a:ext cx="350640" cy="18360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07CA438C-EBDB-FBAA-EEC4-F2082C5BCC2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1768" y="4306761"/>
                  <a:ext cx="362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0E55EB03-FF58-E791-A8C4-7CE808CDB236}"/>
                    </a:ext>
                  </a:extLst>
                </p14:cNvPr>
                <p14:cNvContentPartPr/>
                <p14:nvPr/>
              </p14:nvContentPartPr>
              <p14:xfrm>
                <a:off x="795328" y="4261041"/>
                <a:ext cx="314640" cy="29736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0E55EB03-FF58-E791-A8C4-7CE808CDB23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89208" y="4254921"/>
                  <a:ext cx="326880" cy="30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6E33CAA9-D6F5-D428-4494-639BC3D5C8BD}"/>
              </a:ext>
            </a:extLst>
          </p:cNvPr>
          <p:cNvGrpSpPr/>
          <p:nvPr/>
        </p:nvGrpSpPr>
        <p:grpSpPr>
          <a:xfrm>
            <a:off x="6333928" y="2520801"/>
            <a:ext cx="595080" cy="429120"/>
            <a:chOff x="6333928" y="2520801"/>
            <a:chExt cx="595080" cy="42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4580D2B2-D862-DDCF-4282-F4994591DA76}"/>
                    </a:ext>
                  </a:extLst>
                </p14:cNvPr>
                <p14:cNvContentPartPr/>
                <p14:nvPr/>
              </p14:nvContentPartPr>
              <p14:xfrm>
                <a:off x="6425368" y="2739321"/>
                <a:ext cx="106560" cy="21060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4580D2B2-D862-DDCF-4282-F4994591DA7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19248" y="2733201"/>
                  <a:ext cx="1188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1C9EC0CB-7811-B3B1-EDBF-1EE8316BDDF7}"/>
                    </a:ext>
                  </a:extLst>
                </p14:cNvPr>
                <p14:cNvContentPartPr/>
                <p14:nvPr/>
              </p14:nvContentPartPr>
              <p14:xfrm>
                <a:off x="6543448" y="2583081"/>
                <a:ext cx="360" cy="324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1C9EC0CB-7811-B3B1-EDBF-1EE8316BDDF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37328" y="2576961"/>
                  <a:ext cx="126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51A456A2-7E15-E33B-6575-56DA4B2D1A87}"/>
                    </a:ext>
                  </a:extLst>
                </p14:cNvPr>
                <p14:cNvContentPartPr/>
                <p14:nvPr/>
              </p14:nvContentPartPr>
              <p14:xfrm>
                <a:off x="6333928" y="2722041"/>
                <a:ext cx="268200" cy="6912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51A456A2-7E15-E33B-6575-56DA4B2D1A8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27808" y="2715921"/>
                  <a:ext cx="2804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44CDF654-C51B-ADC2-8E57-DFC8D8C9A095}"/>
                    </a:ext>
                  </a:extLst>
                </p14:cNvPr>
                <p14:cNvContentPartPr/>
                <p14:nvPr/>
              </p14:nvContentPartPr>
              <p14:xfrm>
                <a:off x="6554968" y="2764161"/>
                <a:ext cx="47520" cy="8712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44CDF654-C51B-ADC2-8E57-DFC8D8C9A09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548848" y="2758041"/>
                  <a:ext cx="59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43BC6BD9-7B30-342D-C09D-9DE2B695E716}"/>
                    </a:ext>
                  </a:extLst>
                </p14:cNvPr>
                <p14:cNvContentPartPr/>
                <p14:nvPr/>
              </p14:nvContentPartPr>
              <p14:xfrm>
                <a:off x="6740728" y="2520801"/>
                <a:ext cx="188280" cy="23616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43BC6BD9-7B30-342D-C09D-9DE2B695E7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34608" y="2514681"/>
                  <a:ext cx="200520" cy="24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5830CFE9-B124-558C-FAB5-173392ACB665}"/>
                  </a:ext>
                </a:extLst>
              </p14:cNvPr>
              <p14:cNvContentPartPr/>
              <p14:nvPr/>
            </p14:nvContentPartPr>
            <p14:xfrm>
              <a:off x="3277888" y="3953241"/>
              <a:ext cx="23760" cy="10080"/>
            </p14:xfrm>
          </p:contentPart>
        </mc:Choice>
        <mc:Fallback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5830CFE9-B124-558C-FAB5-173392ACB66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71768" y="3947121"/>
                <a:ext cx="3600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Agrupar 53">
            <a:extLst>
              <a:ext uri="{FF2B5EF4-FFF2-40B4-BE49-F238E27FC236}">
                <a16:creationId xmlns:a16="http://schemas.microsoft.com/office/drawing/2014/main" id="{C62EF3EC-66D9-AE5D-C1DD-5F704188652C}"/>
              </a:ext>
            </a:extLst>
          </p:cNvPr>
          <p:cNvGrpSpPr/>
          <p:nvPr/>
        </p:nvGrpSpPr>
        <p:grpSpPr>
          <a:xfrm>
            <a:off x="1878928" y="4079601"/>
            <a:ext cx="1095840" cy="1490040"/>
            <a:chOff x="1878928" y="4079601"/>
            <a:chExt cx="1095840" cy="149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70287FEE-086C-96F7-4660-B7A12D10BF66}"/>
                    </a:ext>
                  </a:extLst>
                </p14:cNvPr>
                <p14:cNvContentPartPr/>
                <p14:nvPr/>
              </p14:nvContentPartPr>
              <p14:xfrm>
                <a:off x="1878928" y="4498641"/>
                <a:ext cx="209880" cy="48420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70287FEE-086C-96F7-4660-B7A12D10BF6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72808" y="4492521"/>
                  <a:ext cx="22212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F5A1EE4E-ADCA-01E7-BA1C-C33C345EB075}"/>
                    </a:ext>
                  </a:extLst>
                </p14:cNvPr>
                <p14:cNvContentPartPr/>
                <p14:nvPr/>
              </p14:nvContentPartPr>
              <p14:xfrm>
                <a:off x="2099968" y="4465881"/>
                <a:ext cx="746640" cy="6156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F5A1EE4E-ADCA-01E7-BA1C-C33C345EB07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93848" y="4459761"/>
                  <a:ext cx="758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9604080B-89BA-6E1F-4FF1-C5F2FF846564}"/>
                    </a:ext>
                  </a:extLst>
                </p14:cNvPr>
                <p14:cNvContentPartPr/>
                <p14:nvPr/>
              </p14:nvContentPartPr>
              <p14:xfrm>
                <a:off x="1878928" y="4994721"/>
                <a:ext cx="921240" cy="10116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9604080B-89BA-6E1F-4FF1-C5F2FF84656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72808" y="4988601"/>
                  <a:ext cx="9334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A30D821E-06CE-99DA-415A-5F5C87472365}"/>
                    </a:ext>
                  </a:extLst>
                </p14:cNvPr>
                <p14:cNvContentPartPr/>
                <p14:nvPr/>
              </p14:nvContentPartPr>
              <p14:xfrm>
                <a:off x="2835808" y="4451841"/>
                <a:ext cx="138960" cy="35532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A30D821E-06CE-99DA-415A-5F5C8747236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829688" y="4445721"/>
                  <a:ext cx="1512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AD6C6D54-DEAC-B5B6-2CE1-C2BEF1030278}"/>
                    </a:ext>
                  </a:extLst>
                </p14:cNvPr>
                <p14:cNvContentPartPr/>
                <p14:nvPr/>
              </p14:nvContentPartPr>
              <p14:xfrm>
                <a:off x="2279608" y="4567041"/>
                <a:ext cx="387360" cy="19728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AD6C6D54-DEAC-B5B6-2CE1-C2BEF103027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273488" y="4560921"/>
                  <a:ext cx="3996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9515AE37-4DD1-E146-4037-E1E91A629BDB}"/>
                    </a:ext>
                  </a:extLst>
                </p14:cNvPr>
                <p14:cNvContentPartPr/>
                <p14:nvPr/>
              </p14:nvContentPartPr>
              <p14:xfrm>
                <a:off x="2171608" y="4966641"/>
                <a:ext cx="221040" cy="37440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9515AE37-4DD1-E146-4037-E1E91A629BD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65488" y="4960521"/>
                  <a:ext cx="2332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E5FC3DE2-6836-FC19-8355-7A237099D762}"/>
                    </a:ext>
                  </a:extLst>
                </p14:cNvPr>
                <p14:cNvContentPartPr/>
                <p14:nvPr/>
              </p14:nvContentPartPr>
              <p14:xfrm>
                <a:off x="2356288" y="5237001"/>
                <a:ext cx="94320" cy="12456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E5FC3DE2-6836-FC19-8355-7A237099D76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50168" y="5230881"/>
                  <a:ext cx="1065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67CAADEE-A030-634D-626C-E39E28C05DE0}"/>
                    </a:ext>
                  </a:extLst>
                </p14:cNvPr>
                <p14:cNvContentPartPr/>
                <p14:nvPr/>
              </p14:nvContentPartPr>
              <p14:xfrm>
                <a:off x="2636008" y="5227281"/>
                <a:ext cx="82800" cy="15912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67CAADEE-A030-634D-626C-E39E28C05DE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29888" y="5221161"/>
                  <a:ext cx="950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81DDC133-548E-0D38-706A-2047264D9470}"/>
                    </a:ext>
                  </a:extLst>
                </p14:cNvPr>
                <p14:cNvContentPartPr/>
                <p14:nvPr/>
              </p14:nvContentPartPr>
              <p14:xfrm>
                <a:off x="2718448" y="5162841"/>
                <a:ext cx="135720" cy="10116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81DDC133-548E-0D38-706A-2047264D947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12328" y="5156721"/>
                  <a:ext cx="1479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FA4937C2-A09A-6FB8-3673-E27FE94831E0}"/>
                    </a:ext>
                  </a:extLst>
                </p14:cNvPr>
                <p14:cNvContentPartPr/>
                <p14:nvPr/>
              </p14:nvContentPartPr>
              <p14:xfrm>
                <a:off x="2729968" y="5371281"/>
                <a:ext cx="163800" cy="19836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FA4937C2-A09A-6FB8-3673-E27FE94831E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723848" y="5365161"/>
                  <a:ext cx="1760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5E23045A-731F-5BAB-7F86-90C7F9A28F74}"/>
                    </a:ext>
                  </a:extLst>
                </p14:cNvPr>
                <p14:cNvContentPartPr/>
                <p14:nvPr/>
              </p14:nvContentPartPr>
              <p14:xfrm>
                <a:off x="2485528" y="4555881"/>
                <a:ext cx="59400" cy="3204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5E23045A-731F-5BAB-7F86-90C7F9A28F7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79408" y="4549761"/>
                  <a:ext cx="716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E39D8C07-5942-F47D-B3F0-0470989CD4C0}"/>
                    </a:ext>
                  </a:extLst>
                </p14:cNvPr>
                <p14:cNvContentPartPr/>
                <p14:nvPr/>
              </p14:nvContentPartPr>
              <p14:xfrm>
                <a:off x="2438728" y="4091841"/>
                <a:ext cx="118080" cy="42696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E39D8C07-5942-F47D-B3F0-0470989CD4C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32608" y="4085721"/>
                  <a:ext cx="13032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526E54A3-3BE1-B0E3-EE7B-078A9D0AF0AE}"/>
                    </a:ext>
                  </a:extLst>
                </p14:cNvPr>
                <p14:cNvContentPartPr/>
                <p14:nvPr/>
              </p14:nvContentPartPr>
              <p14:xfrm>
                <a:off x="2600728" y="4117041"/>
                <a:ext cx="12240" cy="720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526E54A3-3BE1-B0E3-EE7B-078A9D0AF0A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594608" y="4110921"/>
                  <a:ext cx="244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06377A58-0E74-59EF-BE8B-00486495F782}"/>
                    </a:ext>
                  </a:extLst>
                </p14:cNvPr>
                <p14:cNvContentPartPr/>
                <p14:nvPr/>
              </p14:nvContentPartPr>
              <p14:xfrm>
                <a:off x="2391568" y="4091481"/>
                <a:ext cx="141480" cy="7092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06377A58-0E74-59EF-BE8B-00486495F78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385448" y="4085361"/>
                  <a:ext cx="1537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C5505549-2349-69B9-6762-9FA2D02D76ED}"/>
                    </a:ext>
                  </a:extLst>
                </p14:cNvPr>
                <p14:cNvContentPartPr/>
                <p14:nvPr/>
              </p14:nvContentPartPr>
              <p14:xfrm>
                <a:off x="2418928" y="4079601"/>
                <a:ext cx="276480" cy="10476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C5505549-2349-69B9-6762-9FA2D02D76E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412808" y="4073481"/>
                  <a:ext cx="28872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0FCF5F99-5811-C3E9-7DFB-08E87239BBE1}"/>
              </a:ext>
            </a:extLst>
          </p:cNvPr>
          <p:cNvGrpSpPr/>
          <p:nvPr/>
        </p:nvGrpSpPr>
        <p:grpSpPr>
          <a:xfrm>
            <a:off x="8524168" y="707481"/>
            <a:ext cx="1494000" cy="307800"/>
            <a:chOff x="8524168" y="707481"/>
            <a:chExt cx="1494000" cy="30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B0F3C359-1D3F-649B-507E-7CB2DC186097}"/>
                    </a:ext>
                  </a:extLst>
                </p14:cNvPr>
                <p14:cNvContentPartPr/>
                <p14:nvPr/>
              </p14:nvContentPartPr>
              <p14:xfrm>
                <a:off x="8524168" y="794241"/>
                <a:ext cx="535680" cy="15372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B0F3C359-1D3F-649B-507E-7CB2DC18609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518048" y="788121"/>
                  <a:ext cx="5479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912696A9-CD3B-737F-7954-1B5E11D660E7}"/>
                    </a:ext>
                  </a:extLst>
                </p14:cNvPr>
                <p14:cNvContentPartPr/>
                <p14:nvPr/>
              </p14:nvContentPartPr>
              <p14:xfrm>
                <a:off x="9270448" y="707481"/>
                <a:ext cx="374040" cy="28764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912696A9-CD3B-737F-7954-1B5E11D660E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264328" y="701361"/>
                  <a:ext cx="38628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F38D6C2E-1918-947B-8713-61B9E7EEBF7E}"/>
                    </a:ext>
                  </a:extLst>
                </p14:cNvPr>
                <p14:cNvContentPartPr/>
                <p14:nvPr/>
              </p14:nvContentPartPr>
              <p14:xfrm>
                <a:off x="9399688" y="784521"/>
                <a:ext cx="186120" cy="2196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F38D6C2E-1918-947B-8713-61B9E7EEBF7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393568" y="778401"/>
                  <a:ext cx="198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FC1FFD76-4EAF-6B61-063A-75015D1BE489}"/>
                    </a:ext>
                  </a:extLst>
                </p14:cNvPr>
                <p14:cNvContentPartPr/>
                <p14:nvPr/>
              </p14:nvContentPartPr>
              <p14:xfrm>
                <a:off x="9865168" y="955161"/>
                <a:ext cx="153000" cy="1764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FC1FFD76-4EAF-6B61-063A-75015D1BE48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859048" y="949041"/>
                  <a:ext cx="1652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A25613FA-A8F8-1233-A037-715CB733C91F}"/>
                    </a:ext>
                  </a:extLst>
                </p14:cNvPr>
                <p14:cNvContentPartPr/>
                <p14:nvPr/>
              </p14:nvContentPartPr>
              <p14:xfrm>
                <a:off x="9714688" y="989361"/>
                <a:ext cx="291960" cy="2592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A25613FA-A8F8-1233-A037-715CB733C91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708568" y="983241"/>
                  <a:ext cx="30420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B64F19F7-0562-3957-75C5-AA7401F53B90}"/>
              </a:ext>
            </a:extLst>
          </p:cNvPr>
          <p:cNvGrpSpPr/>
          <p:nvPr/>
        </p:nvGrpSpPr>
        <p:grpSpPr>
          <a:xfrm>
            <a:off x="10360528" y="854001"/>
            <a:ext cx="800280" cy="175680"/>
            <a:chOff x="10360528" y="854001"/>
            <a:chExt cx="800280" cy="17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4FAC67AA-C0E9-8550-0720-10F416B440D9}"/>
                    </a:ext>
                  </a:extLst>
                </p14:cNvPr>
                <p14:cNvContentPartPr/>
                <p14:nvPr/>
              </p14:nvContentPartPr>
              <p14:xfrm>
                <a:off x="10360528" y="880641"/>
                <a:ext cx="311400" cy="9720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4FAC67AA-C0E9-8550-0720-10F416B440D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354408" y="874521"/>
                  <a:ext cx="323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E6B6DCB5-8EFC-FD11-877F-001D86559FA3}"/>
                    </a:ext>
                  </a:extLst>
                </p14:cNvPr>
                <p14:cNvContentPartPr/>
                <p14:nvPr/>
              </p14:nvContentPartPr>
              <p14:xfrm>
                <a:off x="10846168" y="854001"/>
                <a:ext cx="314640" cy="17568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E6B6DCB5-8EFC-FD11-877F-001D86559FA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840048" y="847881"/>
                  <a:ext cx="32688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Agrupar 86">
            <a:extLst>
              <a:ext uri="{FF2B5EF4-FFF2-40B4-BE49-F238E27FC236}">
                <a16:creationId xmlns:a16="http://schemas.microsoft.com/office/drawing/2014/main" id="{70B2ADBD-15AB-7835-CD86-A59B636A24BD}"/>
              </a:ext>
            </a:extLst>
          </p:cNvPr>
          <p:cNvGrpSpPr/>
          <p:nvPr/>
        </p:nvGrpSpPr>
        <p:grpSpPr>
          <a:xfrm>
            <a:off x="7816768" y="2007441"/>
            <a:ext cx="3706200" cy="685080"/>
            <a:chOff x="7816768" y="2007441"/>
            <a:chExt cx="3706200" cy="68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B92692B6-03F8-41A0-A632-EF016F744021}"/>
                    </a:ext>
                  </a:extLst>
                </p14:cNvPr>
                <p14:cNvContentPartPr/>
                <p14:nvPr/>
              </p14:nvContentPartPr>
              <p14:xfrm>
                <a:off x="8104048" y="2198961"/>
                <a:ext cx="224640" cy="26748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B92692B6-03F8-41A0-A632-EF016F74402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097928" y="2192841"/>
                  <a:ext cx="2368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C6E381A7-1C7F-5EC4-3B31-A18FA80BF004}"/>
                    </a:ext>
                  </a:extLst>
                </p14:cNvPr>
                <p14:cNvContentPartPr/>
                <p14:nvPr/>
              </p14:nvContentPartPr>
              <p14:xfrm>
                <a:off x="8525248" y="2318121"/>
                <a:ext cx="218160" cy="1296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C6E381A7-1C7F-5EC4-3B31-A18FA80BF00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519128" y="2312001"/>
                  <a:ext cx="2304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2A04CB59-58C6-DDAD-F1D4-3F3123FB71E1}"/>
                    </a:ext>
                  </a:extLst>
                </p14:cNvPr>
                <p14:cNvContentPartPr/>
                <p14:nvPr/>
              </p14:nvContentPartPr>
              <p14:xfrm>
                <a:off x="8478088" y="2402361"/>
                <a:ext cx="256680" cy="1476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2A04CB59-58C6-DDAD-F1D4-3F3123FB71E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471968" y="2396241"/>
                  <a:ext cx="268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23A1D1E1-16EF-51D2-6247-B13226988D0F}"/>
                    </a:ext>
                  </a:extLst>
                </p14:cNvPr>
                <p14:cNvContentPartPr/>
                <p14:nvPr/>
              </p14:nvContentPartPr>
              <p14:xfrm>
                <a:off x="9387808" y="2169441"/>
                <a:ext cx="209520" cy="26964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23A1D1E1-16EF-51D2-6247-B13226988D0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381688" y="2163321"/>
                  <a:ext cx="2217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1BCF22B4-2196-5C64-E1A7-4501B0FB49EF}"/>
                    </a:ext>
                  </a:extLst>
                </p14:cNvPr>
                <p14:cNvContentPartPr/>
                <p14:nvPr/>
              </p14:nvContentPartPr>
              <p14:xfrm>
                <a:off x="9738088" y="2342961"/>
                <a:ext cx="501120" cy="9684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1BCF22B4-2196-5C64-E1A7-4501B0FB49E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731968" y="2336841"/>
                  <a:ext cx="513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CED3E428-AFE5-E1CD-AD71-929619BEA918}"/>
                    </a:ext>
                  </a:extLst>
                </p14:cNvPr>
                <p14:cNvContentPartPr/>
                <p14:nvPr/>
              </p14:nvContentPartPr>
              <p14:xfrm>
                <a:off x="10495168" y="2240721"/>
                <a:ext cx="188280" cy="21132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CED3E428-AFE5-E1CD-AD71-929619BEA91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489048" y="2234601"/>
                  <a:ext cx="2005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B8DDE122-9563-0E7F-DC69-57E8D551967B}"/>
                    </a:ext>
                  </a:extLst>
                </p14:cNvPr>
                <p14:cNvContentPartPr/>
                <p14:nvPr/>
              </p14:nvContentPartPr>
              <p14:xfrm>
                <a:off x="10751848" y="2348361"/>
                <a:ext cx="212040" cy="6912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B8DDE122-9563-0E7F-DC69-57E8D551967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745728" y="2342241"/>
                  <a:ext cx="2242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CDEDD358-D3A5-8445-4F9B-A83EE8700243}"/>
                    </a:ext>
                  </a:extLst>
                </p14:cNvPr>
                <p14:cNvContentPartPr/>
                <p14:nvPr/>
              </p14:nvContentPartPr>
              <p14:xfrm>
                <a:off x="11065768" y="2208321"/>
                <a:ext cx="153720" cy="10476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CDEDD358-D3A5-8445-4F9B-A83EE870024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059648" y="2202201"/>
                  <a:ext cx="1659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EF4F4AF6-2855-BC16-E0B6-A37A7CB3196C}"/>
                    </a:ext>
                  </a:extLst>
                </p14:cNvPr>
                <p14:cNvContentPartPr/>
                <p14:nvPr/>
              </p14:nvContentPartPr>
              <p14:xfrm>
                <a:off x="7816768" y="2007441"/>
                <a:ext cx="3706200" cy="68508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EF4F4AF6-2855-BC16-E0B6-A37A7CB3196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810648" y="2001321"/>
                  <a:ext cx="3718440" cy="69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Agrupar 172">
            <a:extLst>
              <a:ext uri="{FF2B5EF4-FFF2-40B4-BE49-F238E27FC236}">
                <a16:creationId xmlns:a16="http://schemas.microsoft.com/office/drawing/2014/main" id="{D57A368E-3B4C-6132-AC7C-7C42B65B0D20}"/>
              </a:ext>
            </a:extLst>
          </p:cNvPr>
          <p:cNvGrpSpPr/>
          <p:nvPr/>
        </p:nvGrpSpPr>
        <p:grpSpPr>
          <a:xfrm>
            <a:off x="4093288" y="3341241"/>
            <a:ext cx="7791840" cy="3300480"/>
            <a:chOff x="4093288" y="3341241"/>
            <a:chExt cx="7791840" cy="330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FA465F0E-96A9-4CB3-C461-65B4E854A689}"/>
                    </a:ext>
                  </a:extLst>
                </p14:cNvPr>
                <p14:cNvContentPartPr/>
                <p14:nvPr/>
              </p14:nvContentPartPr>
              <p14:xfrm>
                <a:off x="6275248" y="3353841"/>
                <a:ext cx="12240" cy="1764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FA465F0E-96A9-4CB3-C461-65B4E854A68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269128" y="3347721"/>
                  <a:ext cx="244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50695B52-013C-826F-FB4A-0785703FD9A2}"/>
                    </a:ext>
                  </a:extLst>
                </p14:cNvPr>
                <p14:cNvContentPartPr/>
                <p14:nvPr/>
              </p14:nvContentPartPr>
              <p14:xfrm>
                <a:off x="6203968" y="3341241"/>
                <a:ext cx="95400" cy="34272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50695B52-013C-826F-FB4A-0785703FD9A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197848" y="3335121"/>
                  <a:ext cx="1076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88185800-9CE3-B42F-137A-516066D39C37}"/>
                    </a:ext>
                  </a:extLst>
                </p14:cNvPr>
                <p14:cNvContentPartPr/>
                <p14:nvPr/>
              </p14:nvContentPartPr>
              <p14:xfrm>
                <a:off x="6122608" y="3616641"/>
                <a:ext cx="129600" cy="5724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88185800-9CE3-B42F-137A-516066D39C3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116488" y="3610521"/>
                  <a:ext cx="1418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0E717BC5-7D4D-B406-9FAD-97D14D4DD50E}"/>
                    </a:ext>
                  </a:extLst>
                </p14:cNvPr>
                <p14:cNvContentPartPr/>
                <p14:nvPr/>
              </p14:nvContentPartPr>
              <p14:xfrm>
                <a:off x="6298648" y="3584241"/>
                <a:ext cx="127440" cy="5940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0E717BC5-7D4D-B406-9FAD-97D14D4DD50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292528" y="3578121"/>
                  <a:ext cx="1396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21FFF799-5387-0884-87A7-0D3413711D4D}"/>
                    </a:ext>
                  </a:extLst>
                </p14:cNvPr>
                <p14:cNvContentPartPr/>
                <p14:nvPr/>
              </p14:nvContentPartPr>
              <p14:xfrm>
                <a:off x="6508168" y="3462921"/>
                <a:ext cx="23760" cy="6264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21FFF799-5387-0884-87A7-0D3413711D4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502048" y="3456801"/>
                  <a:ext cx="360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244B7D41-0889-BA2B-BA6D-8DA46ED68E79}"/>
                    </a:ext>
                  </a:extLst>
                </p14:cNvPr>
                <p14:cNvContentPartPr/>
                <p14:nvPr/>
              </p14:nvContentPartPr>
              <p14:xfrm>
                <a:off x="6543448" y="3401001"/>
                <a:ext cx="103680" cy="5724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244B7D41-0889-BA2B-BA6D-8DA46ED68E7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537328" y="3394881"/>
                  <a:ext cx="1159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AB7D35F6-B5D5-D1CB-7BE6-BAC68296B4D1}"/>
                    </a:ext>
                  </a:extLst>
                </p14:cNvPr>
                <p14:cNvContentPartPr/>
                <p14:nvPr/>
              </p14:nvContentPartPr>
              <p14:xfrm>
                <a:off x="6728848" y="3490641"/>
                <a:ext cx="106200" cy="10044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AB7D35F6-B5D5-D1CB-7BE6-BAC68296B4D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722728" y="3484521"/>
                  <a:ext cx="1184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315B738D-3C08-D366-3DE6-6A9B75C91ECC}"/>
                    </a:ext>
                  </a:extLst>
                </p14:cNvPr>
                <p14:cNvContentPartPr/>
                <p14:nvPr/>
              </p14:nvContentPartPr>
              <p14:xfrm>
                <a:off x="4093288" y="4235121"/>
                <a:ext cx="1411560" cy="62316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315B738D-3C08-D366-3DE6-6A9B75C91EC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087168" y="4229001"/>
                  <a:ext cx="142380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9191B435-C36F-1520-5BF2-35E511C7B908}"/>
                    </a:ext>
                  </a:extLst>
                </p14:cNvPr>
                <p14:cNvContentPartPr/>
                <p14:nvPr/>
              </p14:nvContentPartPr>
              <p14:xfrm>
                <a:off x="5783488" y="4480641"/>
                <a:ext cx="245880" cy="5508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9191B435-C36F-1520-5BF2-35E511C7B90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777368" y="4474521"/>
                  <a:ext cx="2581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7A5DFD68-0DF8-3A87-15FE-5B3D5ED779AA}"/>
                    </a:ext>
                  </a:extLst>
                </p14:cNvPr>
                <p14:cNvContentPartPr/>
                <p14:nvPr/>
              </p14:nvContentPartPr>
              <p14:xfrm>
                <a:off x="5809408" y="4580361"/>
                <a:ext cx="278280" cy="2592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7A5DFD68-0DF8-3A87-15FE-5B3D5ED779A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803288" y="4574241"/>
                  <a:ext cx="2905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D31685C5-1B62-9A42-8B02-8735AB06582B}"/>
                    </a:ext>
                  </a:extLst>
                </p14:cNvPr>
                <p14:cNvContentPartPr/>
                <p14:nvPr/>
              </p14:nvContentPartPr>
              <p14:xfrm>
                <a:off x="4164208" y="4254921"/>
                <a:ext cx="654840" cy="55368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D31685C5-1B62-9A42-8B02-8735AB06582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158088" y="4248801"/>
                  <a:ext cx="66708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673571AB-DC9C-44B0-F519-DEF7259A2994}"/>
                    </a:ext>
                  </a:extLst>
                </p14:cNvPr>
                <p14:cNvContentPartPr/>
                <p14:nvPr/>
              </p14:nvContentPartPr>
              <p14:xfrm>
                <a:off x="6669808" y="4499001"/>
                <a:ext cx="351360" cy="13104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673571AB-DC9C-44B0-F519-DEF7259A299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663688" y="4492881"/>
                  <a:ext cx="3636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4E840CB1-46F8-0E23-4F8B-0AF1D34D5AFA}"/>
                    </a:ext>
                  </a:extLst>
                </p14:cNvPr>
                <p14:cNvContentPartPr/>
                <p14:nvPr/>
              </p14:nvContentPartPr>
              <p14:xfrm>
                <a:off x="6973648" y="4598001"/>
                <a:ext cx="165240" cy="14364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4E840CB1-46F8-0E23-4F8B-0AF1D34D5AF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967528" y="4591881"/>
                  <a:ext cx="1774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B9D85B6F-4C1C-CC47-8CCC-DFC00205DE20}"/>
                    </a:ext>
                  </a:extLst>
                </p14:cNvPr>
                <p14:cNvContentPartPr/>
                <p14:nvPr/>
              </p14:nvContentPartPr>
              <p14:xfrm>
                <a:off x="7370728" y="4465881"/>
                <a:ext cx="118080" cy="10440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B9D85B6F-4C1C-CC47-8CCC-DFC00205DE2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364608" y="4459761"/>
                  <a:ext cx="1303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35BA5899-DB63-E181-CFC1-FB5C2B9D1DBF}"/>
                    </a:ext>
                  </a:extLst>
                </p14:cNvPr>
                <p14:cNvContentPartPr/>
                <p14:nvPr/>
              </p14:nvContentPartPr>
              <p14:xfrm>
                <a:off x="7264888" y="4528161"/>
                <a:ext cx="153000" cy="6480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35BA5899-DB63-E181-CFC1-FB5C2B9D1DB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258768" y="4522041"/>
                  <a:ext cx="1652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C0449197-68DC-161C-D00A-463FC4367007}"/>
                    </a:ext>
                  </a:extLst>
                </p14:cNvPr>
                <p14:cNvContentPartPr/>
                <p14:nvPr/>
              </p14:nvContentPartPr>
              <p14:xfrm>
                <a:off x="7382608" y="4465881"/>
                <a:ext cx="35640" cy="12996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C0449197-68DC-161C-D00A-463FC436700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376488" y="4459761"/>
                  <a:ext cx="478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DBB9F1D1-4B21-634D-A236-187A688ABD5E}"/>
                    </a:ext>
                  </a:extLst>
                </p14:cNvPr>
                <p14:cNvContentPartPr/>
                <p14:nvPr/>
              </p14:nvContentPartPr>
              <p14:xfrm>
                <a:off x="7323928" y="4508721"/>
                <a:ext cx="198000" cy="1548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DBB9F1D1-4B21-634D-A236-187A688ABD5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317808" y="4502601"/>
                  <a:ext cx="210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C5059AE3-55CB-C78A-7243-14D9A9AF2F12}"/>
                    </a:ext>
                  </a:extLst>
                </p14:cNvPr>
                <p14:cNvContentPartPr/>
                <p14:nvPr/>
              </p14:nvContentPartPr>
              <p14:xfrm>
                <a:off x="7667008" y="4390281"/>
                <a:ext cx="230040" cy="18648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C5059AE3-55CB-C78A-7243-14D9A9AF2F1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660888" y="4384161"/>
                  <a:ext cx="2422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F5FDFEFE-BAEE-846D-8030-A613222C351E}"/>
                    </a:ext>
                  </a:extLst>
                </p14:cNvPr>
                <p14:cNvContentPartPr/>
                <p14:nvPr/>
              </p14:nvContentPartPr>
              <p14:xfrm>
                <a:off x="6670168" y="4418361"/>
                <a:ext cx="528120" cy="42804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F5FDFEFE-BAEE-846D-8030-A613222C351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664048" y="4412241"/>
                  <a:ext cx="54036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0E3652D0-CD7D-89F1-8E64-DD8291906C01}"/>
                    </a:ext>
                  </a:extLst>
                </p14:cNvPr>
                <p14:cNvContentPartPr/>
                <p14:nvPr/>
              </p14:nvContentPartPr>
              <p14:xfrm>
                <a:off x="4305328" y="4439241"/>
                <a:ext cx="128160" cy="18072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0E3652D0-CD7D-89F1-8E64-DD8291906C0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299208" y="4433121"/>
                  <a:ext cx="1404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FD9F4AC3-BD84-6349-E75D-7E1E27B87ED2}"/>
                    </a:ext>
                  </a:extLst>
                </p14:cNvPr>
                <p14:cNvContentPartPr/>
                <p14:nvPr/>
              </p14:nvContentPartPr>
              <p14:xfrm>
                <a:off x="4455808" y="4398921"/>
                <a:ext cx="117000" cy="5544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FD9F4AC3-BD84-6349-E75D-7E1E27B87ED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449688" y="4392801"/>
                  <a:ext cx="1292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737307DF-EAF1-44F8-5DF6-F7B18F4FEC1E}"/>
                    </a:ext>
                  </a:extLst>
                </p14:cNvPr>
                <p14:cNvContentPartPr/>
                <p14:nvPr/>
              </p14:nvContentPartPr>
              <p14:xfrm>
                <a:off x="4514128" y="4610961"/>
                <a:ext cx="150120" cy="12456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737307DF-EAF1-44F8-5DF6-F7B18F4FEC1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508008" y="4604841"/>
                  <a:ext cx="1623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E31C2A02-5C4A-7865-E07F-B322ACA10B90}"/>
                    </a:ext>
                  </a:extLst>
                </p14:cNvPr>
                <p14:cNvContentPartPr/>
                <p14:nvPr/>
              </p14:nvContentPartPr>
              <p14:xfrm>
                <a:off x="4794208" y="4595481"/>
                <a:ext cx="150840" cy="720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E31C2A02-5C4A-7865-E07F-B322ACA10B9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788088" y="4589361"/>
                  <a:ext cx="1630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FA953009-D55F-2586-4DC7-2C8C66EA3B69}"/>
                    </a:ext>
                  </a:extLst>
                </p14:cNvPr>
                <p14:cNvContentPartPr/>
                <p14:nvPr/>
              </p14:nvContentPartPr>
              <p14:xfrm>
                <a:off x="5042248" y="4418721"/>
                <a:ext cx="323640" cy="1944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FA953009-D55F-2586-4DC7-2C8C66EA3B6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036128" y="4412601"/>
                  <a:ext cx="335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03DD894F-B5C1-D185-E29A-F9A7C3FA6564}"/>
                    </a:ext>
                  </a:extLst>
                </p14:cNvPr>
                <p14:cNvContentPartPr/>
                <p14:nvPr/>
              </p14:nvContentPartPr>
              <p14:xfrm>
                <a:off x="5144488" y="4416561"/>
                <a:ext cx="23760" cy="32292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03DD894F-B5C1-D185-E29A-F9A7C3FA656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138368" y="4410441"/>
                  <a:ext cx="360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DAF34C47-9FFC-E2B1-1D9A-8F00048D3EA3}"/>
                    </a:ext>
                  </a:extLst>
                </p14:cNvPr>
                <p14:cNvContentPartPr/>
                <p14:nvPr/>
              </p14:nvContentPartPr>
              <p14:xfrm>
                <a:off x="4712488" y="4299561"/>
                <a:ext cx="790920" cy="40932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DAF34C47-9FFC-E2B1-1D9A-8F00048D3EA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706368" y="4293441"/>
                  <a:ext cx="80316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0E43D440-36E5-9DE3-CEAC-C32551ADEBAC}"/>
                    </a:ext>
                  </a:extLst>
                </p14:cNvPr>
                <p14:cNvContentPartPr/>
                <p14:nvPr/>
              </p14:nvContentPartPr>
              <p14:xfrm>
                <a:off x="4117048" y="5083281"/>
                <a:ext cx="152640" cy="21744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0E43D440-36E5-9DE3-CEAC-C32551ADEBA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110928" y="5077161"/>
                  <a:ext cx="1648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65E7D2B1-3361-F484-B5EC-7F7C04D60BEC}"/>
                    </a:ext>
                  </a:extLst>
                </p14:cNvPr>
                <p14:cNvContentPartPr/>
                <p14:nvPr/>
              </p14:nvContentPartPr>
              <p14:xfrm>
                <a:off x="4338088" y="5168961"/>
                <a:ext cx="106920" cy="9288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65E7D2B1-3361-F484-B5EC-7F7C04D60BE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331968" y="5162841"/>
                  <a:ext cx="1191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74ADE78D-1BE9-5B86-F99E-685164CF535D}"/>
                    </a:ext>
                  </a:extLst>
                </p14:cNvPr>
                <p14:cNvContentPartPr/>
                <p14:nvPr/>
              </p14:nvContentPartPr>
              <p14:xfrm>
                <a:off x="4596568" y="5170401"/>
                <a:ext cx="115560" cy="11628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74ADE78D-1BE9-5B86-F99E-685164CF535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590448" y="5164281"/>
                  <a:ext cx="1278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44C39672-065A-9A72-21A9-6260835ECE1C}"/>
                    </a:ext>
                  </a:extLst>
                </p14:cNvPr>
                <p14:cNvContentPartPr/>
                <p14:nvPr/>
              </p14:nvContentPartPr>
              <p14:xfrm>
                <a:off x="4573168" y="5174721"/>
                <a:ext cx="174240" cy="7740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44C39672-065A-9A72-21A9-6260835ECE1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567048" y="5168601"/>
                  <a:ext cx="186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192195AB-4F07-6874-AD8D-B95258C5B397}"/>
                    </a:ext>
                  </a:extLst>
                </p14:cNvPr>
                <p14:cNvContentPartPr/>
                <p14:nvPr/>
              </p14:nvContentPartPr>
              <p14:xfrm>
                <a:off x="4944688" y="5138001"/>
                <a:ext cx="82800" cy="14400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192195AB-4F07-6874-AD8D-B95258C5B39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938568" y="5131881"/>
                  <a:ext cx="950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89256B88-4699-A72E-D842-B10BF5837349}"/>
                    </a:ext>
                  </a:extLst>
                </p14:cNvPr>
                <p14:cNvContentPartPr/>
                <p14:nvPr/>
              </p14:nvContentPartPr>
              <p14:xfrm>
                <a:off x="5026768" y="5098401"/>
                <a:ext cx="141840" cy="15372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89256B88-4699-A72E-D842-B10BF583734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020648" y="5092281"/>
                  <a:ext cx="154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A465052F-F9B7-C4C7-8582-7EDD021082D7}"/>
                    </a:ext>
                  </a:extLst>
                </p14:cNvPr>
                <p14:cNvContentPartPr/>
                <p14:nvPr/>
              </p14:nvContentPartPr>
              <p14:xfrm>
                <a:off x="5320528" y="5210001"/>
                <a:ext cx="250200" cy="4140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A465052F-F9B7-C4C7-8582-7EDD021082D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314408" y="5203881"/>
                  <a:ext cx="2624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722049FC-0876-7B8A-7110-E63813CE5F90}"/>
                    </a:ext>
                  </a:extLst>
                </p14:cNvPr>
                <p14:cNvContentPartPr/>
                <p14:nvPr/>
              </p14:nvContentPartPr>
              <p14:xfrm>
                <a:off x="6054208" y="5076801"/>
                <a:ext cx="324720" cy="1512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722049FC-0876-7B8A-7110-E63813CE5F9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048088" y="5070681"/>
                  <a:ext cx="3369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CBE93080-45D7-6EEA-B76E-4D4429E9D322}"/>
                    </a:ext>
                  </a:extLst>
                </p14:cNvPr>
                <p14:cNvContentPartPr/>
                <p14:nvPr/>
              </p14:nvContentPartPr>
              <p14:xfrm>
                <a:off x="6157888" y="5063121"/>
                <a:ext cx="47520" cy="21132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CBE93080-45D7-6EEA-B76E-4D4429E9D32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151768" y="5057001"/>
                  <a:ext cx="597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19305D72-2FFF-3FF6-4D31-9A4E9CC28E1F}"/>
                    </a:ext>
                  </a:extLst>
                </p14:cNvPr>
                <p14:cNvContentPartPr/>
                <p14:nvPr/>
              </p14:nvContentPartPr>
              <p14:xfrm>
                <a:off x="6810928" y="5111721"/>
                <a:ext cx="186480" cy="1944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19305D72-2FFF-3FF6-4D31-9A4E9CC28E1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804808" y="5105601"/>
                  <a:ext cx="198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1561E446-2971-B0FE-FB6F-571D2D250ABD}"/>
                    </a:ext>
                  </a:extLst>
                </p14:cNvPr>
                <p14:cNvContentPartPr/>
                <p14:nvPr/>
              </p14:nvContentPartPr>
              <p14:xfrm>
                <a:off x="6787888" y="5157441"/>
                <a:ext cx="244800" cy="2808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1561E446-2971-B0FE-FB6F-571D2D250AB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781768" y="5151321"/>
                  <a:ext cx="257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390FA1C0-FE11-9CB0-933F-C9992F80FF57}"/>
                    </a:ext>
                  </a:extLst>
                </p14:cNvPr>
                <p14:cNvContentPartPr/>
                <p14:nvPr/>
              </p14:nvContentPartPr>
              <p14:xfrm>
                <a:off x="7323208" y="4991481"/>
                <a:ext cx="154800" cy="17604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390FA1C0-FE11-9CB0-933F-C9992F80FF5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317088" y="4985361"/>
                  <a:ext cx="1670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1A45E96E-3A19-CDF3-B3F6-05970B615BEF}"/>
                    </a:ext>
                  </a:extLst>
                </p14:cNvPr>
                <p14:cNvContentPartPr/>
                <p14:nvPr/>
              </p14:nvContentPartPr>
              <p14:xfrm>
                <a:off x="7532368" y="5023881"/>
                <a:ext cx="236880" cy="14904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1A45E96E-3A19-CDF3-B3F6-05970B615BE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526248" y="5017761"/>
                  <a:ext cx="249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8C1182E7-3145-7398-0CC8-CC943BAB7B55}"/>
                    </a:ext>
                  </a:extLst>
                </p14:cNvPr>
                <p14:cNvContentPartPr/>
                <p14:nvPr/>
              </p14:nvContentPartPr>
              <p14:xfrm>
                <a:off x="8104048" y="5004081"/>
                <a:ext cx="106560" cy="13896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8C1182E7-3145-7398-0CC8-CC943BAB7B5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097928" y="4997961"/>
                  <a:ext cx="1188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6E0F5EF3-90F2-7BA7-B6DA-0F647A1779DB}"/>
                    </a:ext>
                  </a:extLst>
                </p14:cNvPr>
                <p14:cNvContentPartPr/>
                <p14:nvPr/>
              </p14:nvContentPartPr>
              <p14:xfrm>
                <a:off x="8000728" y="5095521"/>
                <a:ext cx="338760" cy="9684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6E0F5EF3-90F2-7BA7-B6DA-0F647A1779D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994608" y="5089401"/>
                  <a:ext cx="3510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680D9B6C-4AFD-AD98-7764-6B69A587CFAA}"/>
                    </a:ext>
                  </a:extLst>
                </p14:cNvPr>
                <p14:cNvContentPartPr/>
                <p14:nvPr/>
              </p14:nvContentPartPr>
              <p14:xfrm>
                <a:off x="8221408" y="5075001"/>
                <a:ext cx="72360" cy="14004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680D9B6C-4AFD-AD98-7764-6B69A587CFA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215288" y="5068881"/>
                  <a:ext cx="846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81772B59-6D52-3727-F5BA-B405D0C703C2}"/>
                    </a:ext>
                  </a:extLst>
                </p14:cNvPr>
                <p14:cNvContentPartPr/>
                <p14:nvPr/>
              </p14:nvContentPartPr>
              <p14:xfrm>
                <a:off x="8186488" y="5110281"/>
                <a:ext cx="35640" cy="11952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81772B59-6D52-3727-F5BA-B405D0C703C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80368" y="5104161"/>
                  <a:ext cx="478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E1C8F1DB-AD11-B618-5492-916ABF7757A2}"/>
                    </a:ext>
                  </a:extLst>
                </p14:cNvPr>
                <p14:cNvContentPartPr/>
                <p14:nvPr/>
              </p14:nvContentPartPr>
              <p14:xfrm>
                <a:off x="8036008" y="5105961"/>
                <a:ext cx="395280" cy="4680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E1C8F1DB-AD11-B618-5492-916ABF7757A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029888" y="5099841"/>
                  <a:ext cx="4075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4F97209B-1414-B9C3-FAAB-DFAD7F9CC5A1}"/>
                    </a:ext>
                  </a:extLst>
                </p14:cNvPr>
                <p14:cNvContentPartPr/>
                <p14:nvPr/>
              </p14:nvContentPartPr>
              <p14:xfrm>
                <a:off x="8525248" y="4935321"/>
                <a:ext cx="465840" cy="26784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4F97209B-1414-B9C3-FAAB-DFAD7F9CC5A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519128" y="4929201"/>
                  <a:ext cx="4780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3904345C-B941-EC1A-8043-97A42D8269F6}"/>
                    </a:ext>
                  </a:extLst>
                </p14:cNvPr>
                <p14:cNvContentPartPr/>
                <p14:nvPr/>
              </p14:nvContentPartPr>
              <p14:xfrm>
                <a:off x="4432048" y="5595921"/>
                <a:ext cx="209520" cy="24264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3904345C-B941-EC1A-8043-97A42D8269F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425928" y="5589801"/>
                  <a:ext cx="2217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52714AE9-0551-B352-48C6-A28C50345DC3}"/>
                    </a:ext>
                  </a:extLst>
                </p14:cNvPr>
                <p14:cNvContentPartPr/>
                <p14:nvPr/>
              </p14:nvContentPartPr>
              <p14:xfrm>
                <a:off x="4746328" y="5688801"/>
                <a:ext cx="130680" cy="12024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52714AE9-0551-B352-48C6-A28C50345DC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740208" y="5682681"/>
                  <a:ext cx="142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6E8D976C-56DB-0675-4D4D-EDCA45974CBE}"/>
                    </a:ext>
                  </a:extLst>
                </p14:cNvPr>
                <p14:cNvContentPartPr/>
                <p14:nvPr/>
              </p14:nvContentPartPr>
              <p14:xfrm>
                <a:off x="4932808" y="5656761"/>
                <a:ext cx="189000" cy="16812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6E8D976C-56DB-0675-4D4D-EDCA45974CB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926688" y="5650641"/>
                  <a:ext cx="2012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FB733993-4464-47BF-678B-B135D72ECB8E}"/>
                    </a:ext>
                  </a:extLst>
                </p14:cNvPr>
                <p14:cNvContentPartPr/>
                <p14:nvPr/>
              </p14:nvContentPartPr>
              <p14:xfrm>
                <a:off x="5400808" y="5702481"/>
                <a:ext cx="186120" cy="4320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FB733993-4464-47BF-678B-B135D72ECB8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94688" y="5696361"/>
                  <a:ext cx="1983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6EB88F5F-DC02-F1B1-696B-9D4CAB908DAA}"/>
                    </a:ext>
                  </a:extLst>
                </p14:cNvPr>
                <p14:cNvContentPartPr/>
                <p14:nvPr/>
              </p14:nvContentPartPr>
              <p14:xfrm>
                <a:off x="5877808" y="5531841"/>
                <a:ext cx="244800" cy="3492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6EB88F5F-DC02-F1B1-696B-9D4CAB908DA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871688" y="5525721"/>
                  <a:ext cx="2570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680A3B1F-2476-226B-B6D3-AAB49230345C}"/>
                    </a:ext>
                  </a:extLst>
                </p14:cNvPr>
                <p14:cNvContentPartPr/>
                <p14:nvPr/>
              </p14:nvContentPartPr>
              <p14:xfrm>
                <a:off x="6063568" y="5566041"/>
                <a:ext cx="35640" cy="30060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680A3B1F-2476-226B-B6D3-AAB49230345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057448" y="5559921"/>
                  <a:ext cx="4788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18766626-B6D3-B7B7-9516-56EA0B8F9460}"/>
                    </a:ext>
                  </a:extLst>
                </p14:cNvPr>
                <p14:cNvContentPartPr/>
                <p14:nvPr/>
              </p14:nvContentPartPr>
              <p14:xfrm>
                <a:off x="6650368" y="5613201"/>
                <a:ext cx="288000" cy="2052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18766626-B6D3-B7B7-9516-56EA0B8F946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644248" y="5607081"/>
                  <a:ext cx="300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6EE2F7D0-3C89-5D74-B021-EF040E605030}"/>
                    </a:ext>
                  </a:extLst>
                </p14:cNvPr>
                <p14:cNvContentPartPr/>
                <p14:nvPr/>
              </p14:nvContentPartPr>
              <p14:xfrm>
                <a:off x="6566848" y="5652801"/>
                <a:ext cx="350640" cy="2016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6EE2F7D0-3C89-5D74-B021-EF040E60503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560728" y="5646681"/>
                  <a:ext cx="362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D0E1AF02-9F9F-EF2B-D619-E2CA116B8A44}"/>
                    </a:ext>
                  </a:extLst>
                </p14:cNvPr>
                <p14:cNvContentPartPr/>
                <p14:nvPr/>
              </p14:nvContentPartPr>
              <p14:xfrm>
                <a:off x="7370728" y="5538321"/>
                <a:ext cx="291960" cy="23724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D0E1AF02-9F9F-EF2B-D619-E2CA116B8A4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364608" y="5532201"/>
                  <a:ext cx="3042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51CF7E53-9C96-8BF8-FC6F-A2588AB1C42F}"/>
                    </a:ext>
                  </a:extLst>
                </p14:cNvPr>
                <p14:cNvContentPartPr/>
                <p14:nvPr/>
              </p14:nvContentPartPr>
              <p14:xfrm>
                <a:off x="7732528" y="5507721"/>
                <a:ext cx="233640" cy="24372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51CF7E53-9C96-8BF8-FC6F-A2588AB1C42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726408" y="5501601"/>
                  <a:ext cx="2458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8B4CE821-FF71-3B80-ABFB-A2E03BFCE99E}"/>
                    </a:ext>
                  </a:extLst>
                </p14:cNvPr>
                <p14:cNvContentPartPr/>
                <p14:nvPr/>
              </p14:nvContentPartPr>
              <p14:xfrm>
                <a:off x="7941328" y="5579001"/>
                <a:ext cx="375840" cy="23760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8B4CE821-FF71-3B80-ABFB-A2E03BFCE99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935208" y="5572881"/>
                  <a:ext cx="3880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2EE8DA8C-8765-513A-7D17-1062E5EDB46D}"/>
                    </a:ext>
                  </a:extLst>
                </p14:cNvPr>
                <p14:cNvContentPartPr/>
                <p14:nvPr/>
              </p14:nvContentPartPr>
              <p14:xfrm>
                <a:off x="5282728" y="6044481"/>
                <a:ext cx="339480" cy="3780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2EE8DA8C-8765-513A-7D17-1062E5EDB46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276608" y="6038361"/>
                  <a:ext cx="3517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FD813E9D-3F4E-D8A0-2A04-6F4DC4124D1B}"/>
                    </a:ext>
                  </a:extLst>
                </p14:cNvPr>
                <p14:cNvContentPartPr/>
                <p14:nvPr/>
              </p14:nvContentPartPr>
              <p14:xfrm>
                <a:off x="5703568" y="5988321"/>
                <a:ext cx="315720" cy="2952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FD813E9D-3F4E-D8A0-2A04-6F4DC4124D1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697448" y="5982201"/>
                  <a:ext cx="3279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BFD7BC28-1AEB-5C45-0CC5-3709CDAC4B19}"/>
                    </a:ext>
                  </a:extLst>
                </p14:cNvPr>
                <p14:cNvContentPartPr/>
                <p14:nvPr/>
              </p14:nvContentPartPr>
              <p14:xfrm>
                <a:off x="5835688" y="5953041"/>
                <a:ext cx="77760" cy="22284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BFD7BC28-1AEB-5C45-0CC5-3709CDAC4B1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829568" y="5946921"/>
                  <a:ext cx="90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D6E11502-9463-E10F-55AB-46B14D834283}"/>
                    </a:ext>
                  </a:extLst>
                </p14:cNvPr>
                <p14:cNvContentPartPr/>
                <p14:nvPr/>
              </p14:nvContentPartPr>
              <p14:xfrm>
                <a:off x="6180928" y="6049521"/>
                <a:ext cx="315720" cy="3276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D6E11502-9463-E10F-55AB-46B14D83428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174808" y="6043401"/>
                  <a:ext cx="327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05554A74-7636-CEE6-ACD1-94761F0217C5}"/>
                    </a:ext>
                  </a:extLst>
                </p14:cNvPr>
                <p14:cNvContentPartPr/>
                <p14:nvPr/>
              </p14:nvContentPartPr>
              <p14:xfrm>
                <a:off x="6218368" y="6129081"/>
                <a:ext cx="289800" cy="2736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05554A74-7636-CEE6-ACD1-94761F0217C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212248" y="6122961"/>
                  <a:ext cx="3020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395BEE37-0FB7-F682-AE47-2083B7D02A71}"/>
                    </a:ext>
                  </a:extLst>
                </p14:cNvPr>
                <p14:cNvContentPartPr/>
                <p14:nvPr/>
              </p14:nvContentPartPr>
              <p14:xfrm>
                <a:off x="6740728" y="5971761"/>
                <a:ext cx="198720" cy="12960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395BEE37-0FB7-F682-AE47-2083B7D02A7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734608" y="5965641"/>
                  <a:ext cx="2109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40985218-56EB-9845-1C7F-B748F14A9813}"/>
                    </a:ext>
                  </a:extLst>
                </p14:cNvPr>
                <p14:cNvContentPartPr/>
                <p14:nvPr/>
              </p14:nvContentPartPr>
              <p14:xfrm>
                <a:off x="7019368" y="5938641"/>
                <a:ext cx="201240" cy="15084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40985218-56EB-9845-1C7F-B748F14A981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013248" y="5932521"/>
                  <a:ext cx="2134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FEED31A1-8F59-321D-46E5-05DD3E106169}"/>
                    </a:ext>
                  </a:extLst>
                </p14:cNvPr>
                <p14:cNvContentPartPr/>
                <p14:nvPr/>
              </p14:nvContentPartPr>
              <p14:xfrm>
                <a:off x="7196128" y="5953041"/>
                <a:ext cx="152280" cy="12168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FEED31A1-8F59-321D-46E5-05DD3E10616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190008" y="5946921"/>
                  <a:ext cx="164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29645560-B96D-83A6-9B2A-733CDF8EAB04}"/>
                    </a:ext>
                  </a:extLst>
                </p14:cNvPr>
                <p14:cNvContentPartPr/>
                <p14:nvPr/>
              </p14:nvContentPartPr>
              <p14:xfrm>
                <a:off x="7568368" y="6007761"/>
                <a:ext cx="280080" cy="3996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29645560-B96D-83A6-9B2A-733CDF8EAB0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562248" y="6001641"/>
                  <a:ext cx="292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363C2512-7BE3-9C26-489D-D74B08971D56}"/>
                    </a:ext>
                  </a:extLst>
                </p14:cNvPr>
                <p14:cNvContentPartPr/>
                <p14:nvPr/>
              </p14:nvContentPartPr>
              <p14:xfrm>
                <a:off x="8000368" y="5915241"/>
                <a:ext cx="139680" cy="17964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363C2512-7BE3-9C26-489D-D74B08971D5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994248" y="5909121"/>
                  <a:ext cx="1519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BE0755B6-2E8D-BC02-611D-28616A10C31C}"/>
                    </a:ext>
                  </a:extLst>
                </p14:cNvPr>
                <p14:cNvContentPartPr/>
                <p14:nvPr/>
              </p14:nvContentPartPr>
              <p14:xfrm>
                <a:off x="8127088" y="5969601"/>
                <a:ext cx="142560" cy="11952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BE0755B6-2E8D-BC02-611D-28616A10C31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120968" y="5963481"/>
                  <a:ext cx="1548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0CAC18B9-AFBD-5080-4E0D-58C00BABD61B}"/>
                    </a:ext>
                  </a:extLst>
                </p14:cNvPr>
                <p14:cNvContentPartPr/>
                <p14:nvPr/>
              </p14:nvContentPartPr>
              <p14:xfrm>
                <a:off x="8257048" y="5948361"/>
                <a:ext cx="275400" cy="14256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0CAC18B9-AFBD-5080-4E0D-58C00BABD61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250928" y="5942241"/>
                  <a:ext cx="287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739A6761-7D9E-A939-81A7-96E31CC1A938}"/>
                    </a:ext>
                  </a:extLst>
                </p14:cNvPr>
                <p14:cNvContentPartPr/>
                <p14:nvPr/>
              </p14:nvContentPartPr>
              <p14:xfrm>
                <a:off x="5482528" y="6459201"/>
                <a:ext cx="198360" cy="1224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739A6761-7D9E-A939-81A7-96E31CC1A93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476408" y="6453081"/>
                  <a:ext cx="2106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1155BD1C-CA25-8ED2-5706-B58839816A34}"/>
                    </a:ext>
                  </a:extLst>
                </p14:cNvPr>
                <p14:cNvContentPartPr/>
                <p14:nvPr/>
              </p14:nvContentPartPr>
              <p14:xfrm>
                <a:off x="5750728" y="6367041"/>
                <a:ext cx="268920" cy="4032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1155BD1C-CA25-8ED2-5706-B58839816A3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744608" y="6360921"/>
                  <a:ext cx="281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48E958B1-D270-1462-6C4D-C1B1F76A92EE}"/>
                    </a:ext>
                  </a:extLst>
                </p14:cNvPr>
                <p14:cNvContentPartPr/>
                <p14:nvPr/>
              </p14:nvContentPartPr>
              <p14:xfrm>
                <a:off x="5842888" y="6381801"/>
                <a:ext cx="59040" cy="25992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48E958B1-D270-1462-6C4D-C1B1F76A92E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836768" y="6375681"/>
                  <a:ext cx="712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51638587-9192-AB02-6447-A25A55A374D0}"/>
                    </a:ext>
                  </a:extLst>
                </p14:cNvPr>
                <p14:cNvContentPartPr/>
                <p14:nvPr/>
              </p14:nvContentPartPr>
              <p14:xfrm>
                <a:off x="6134128" y="6458121"/>
                <a:ext cx="280080" cy="8208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51638587-9192-AB02-6447-A25A55A374D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128008" y="6452001"/>
                  <a:ext cx="2923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64C17F65-92BF-D709-7854-DFEF8FF02C88}"/>
                    </a:ext>
                  </a:extLst>
                </p14:cNvPr>
                <p14:cNvContentPartPr/>
                <p14:nvPr/>
              </p14:nvContentPartPr>
              <p14:xfrm>
                <a:off x="6813088" y="6448401"/>
                <a:ext cx="219240" cy="1260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64C17F65-92BF-D709-7854-DFEF8FF02C8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806968" y="6442281"/>
                  <a:ext cx="231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B124E1C1-E772-0300-8DA6-6F71823B1038}"/>
                    </a:ext>
                  </a:extLst>
                </p14:cNvPr>
                <p14:cNvContentPartPr/>
                <p14:nvPr/>
              </p14:nvContentPartPr>
              <p14:xfrm>
                <a:off x="7220248" y="6314481"/>
                <a:ext cx="210240" cy="19152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B124E1C1-E772-0300-8DA6-6F71823B1038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214128" y="6308361"/>
                  <a:ext cx="222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1D4477BA-7431-E404-8EF8-6E7D35A14004}"/>
                    </a:ext>
                  </a:extLst>
                </p14:cNvPr>
                <p14:cNvContentPartPr/>
                <p14:nvPr/>
              </p14:nvContentPartPr>
              <p14:xfrm>
                <a:off x="7428328" y="6272721"/>
                <a:ext cx="247320" cy="20556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1D4477BA-7431-E404-8EF8-6E7D35A14004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422208" y="6266601"/>
                  <a:ext cx="2595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9498C950-6D85-411C-7B71-2E25809A058D}"/>
                    </a:ext>
                  </a:extLst>
                </p14:cNvPr>
                <p14:cNvContentPartPr/>
                <p14:nvPr/>
              </p14:nvContentPartPr>
              <p14:xfrm>
                <a:off x="7835848" y="4198761"/>
                <a:ext cx="1249200" cy="231660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9498C950-6D85-411C-7B71-2E25809A058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829728" y="4192641"/>
                  <a:ext cx="1261440" cy="23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C87CB4E0-C4E7-24D7-1930-04572F120936}"/>
                    </a:ext>
                  </a:extLst>
                </p14:cNvPr>
                <p14:cNvContentPartPr/>
                <p14:nvPr/>
              </p14:nvContentPartPr>
              <p14:xfrm>
                <a:off x="8900728" y="4210641"/>
                <a:ext cx="196200" cy="17136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C87CB4E0-C4E7-24D7-1930-04572F120936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894608" y="4204521"/>
                  <a:ext cx="208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608C9BA1-D07D-32B4-C9D9-410353692ACB}"/>
                    </a:ext>
                  </a:extLst>
                </p14:cNvPr>
                <p14:cNvContentPartPr/>
                <p14:nvPr/>
              </p14:nvContentPartPr>
              <p14:xfrm>
                <a:off x="9399688" y="4117041"/>
                <a:ext cx="280080" cy="4860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608C9BA1-D07D-32B4-C9D9-410353692ACB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393568" y="4110921"/>
                  <a:ext cx="2923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E187D17F-03C0-752B-DA0E-EBC5C3790DE5}"/>
                    </a:ext>
                  </a:extLst>
                </p14:cNvPr>
                <p14:cNvContentPartPr/>
                <p14:nvPr/>
              </p14:nvContentPartPr>
              <p14:xfrm>
                <a:off x="9485728" y="4146201"/>
                <a:ext cx="99720" cy="21780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E187D17F-03C0-752B-DA0E-EBC5C3790DE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479608" y="4140081"/>
                  <a:ext cx="1119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C12E7168-8379-34BC-5841-3F3878D4D15A}"/>
                    </a:ext>
                  </a:extLst>
                </p14:cNvPr>
                <p14:cNvContentPartPr/>
                <p14:nvPr/>
              </p14:nvContentPartPr>
              <p14:xfrm>
                <a:off x="9855448" y="4250241"/>
                <a:ext cx="209880" cy="2808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C12E7168-8379-34BC-5841-3F3878D4D15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849328" y="4244121"/>
                  <a:ext cx="222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4776DF2E-2641-2D1B-1F45-F8AB37ADD779}"/>
                    </a:ext>
                  </a:extLst>
                </p14:cNvPr>
                <p14:cNvContentPartPr/>
                <p14:nvPr/>
              </p14:nvContentPartPr>
              <p14:xfrm>
                <a:off x="9832048" y="4304961"/>
                <a:ext cx="244800" cy="576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4776DF2E-2641-2D1B-1F45-F8AB37ADD779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825928" y="4298841"/>
                  <a:ext cx="257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81D7597F-725B-A03C-7236-6B22F45FF02D}"/>
                    </a:ext>
                  </a:extLst>
                </p14:cNvPr>
                <p14:cNvContentPartPr/>
                <p14:nvPr/>
              </p14:nvContentPartPr>
              <p14:xfrm>
                <a:off x="10321648" y="4106601"/>
                <a:ext cx="322200" cy="22824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81D7597F-725B-A03C-7236-6B22F45FF02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315528" y="4100481"/>
                  <a:ext cx="3344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FFB6A187-D2C5-8C13-300C-F3B06E34FDF8}"/>
                    </a:ext>
                  </a:extLst>
                </p14:cNvPr>
                <p14:cNvContentPartPr/>
                <p14:nvPr/>
              </p14:nvContentPartPr>
              <p14:xfrm>
                <a:off x="10565368" y="4169601"/>
                <a:ext cx="257400" cy="12852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FFB6A187-D2C5-8C13-300C-F3B06E34FDF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559248" y="4163481"/>
                  <a:ext cx="269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BC6285CC-F96E-CBAE-CA0B-3DE3511CE4B1}"/>
                    </a:ext>
                  </a:extLst>
                </p14:cNvPr>
                <p14:cNvContentPartPr/>
                <p14:nvPr/>
              </p14:nvContentPartPr>
              <p14:xfrm>
                <a:off x="11148568" y="4112001"/>
                <a:ext cx="524520" cy="26100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BC6285CC-F96E-CBAE-CA0B-3DE3511CE4B1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142448" y="4105881"/>
                  <a:ext cx="5367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07A49C0F-08AA-1CF5-B148-318414814889}"/>
                    </a:ext>
                  </a:extLst>
                </p14:cNvPr>
                <p14:cNvContentPartPr/>
                <p14:nvPr/>
              </p14:nvContentPartPr>
              <p14:xfrm>
                <a:off x="9248128" y="3692961"/>
                <a:ext cx="2637000" cy="89568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07A49C0F-08AA-1CF5-B148-31841481488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242008" y="3686841"/>
                  <a:ext cx="2649240" cy="907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94443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74ABD-E7FB-E2D1-CC7A-F7CA3E85F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F04D25FB-8EAB-3642-F3F8-F911B3FFA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15" y="1845300"/>
            <a:ext cx="6797040" cy="207264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108CDC84-22B1-E01C-0785-3C5903C870F1}"/>
                  </a:ext>
                </a:extLst>
              </p14:cNvPr>
              <p14:cNvContentPartPr/>
              <p14:nvPr/>
            </p14:nvContentPartPr>
            <p14:xfrm>
              <a:off x="1750048" y="3638961"/>
              <a:ext cx="468000" cy="69120"/>
            </p14:xfrm>
          </p:contentPart>
        </mc:Choice>
        <mc:Fallback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108CDC84-22B1-E01C-0785-3C5903C870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43928" y="3632841"/>
                <a:ext cx="4802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C4C4093-D39C-F2A2-DBEA-18D9A5289892}"/>
                  </a:ext>
                </a:extLst>
              </p14:cNvPr>
              <p14:cNvContentPartPr/>
              <p14:nvPr/>
            </p14:nvContentPartPr>
            <p14:xfrm>
              <a:off x="7710208" y="1996641"/>
              <a:ext cx="361440" cy="19548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C4C4093-D39C-F2A2-DBEA-18D9A528989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04088" y="1990521"/>
                <a:ext cx="37368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F5265CBC-8043-6ED9-0E05-6BC045048C79}"/>
                  </a:ext>
                </a:extLst>
              </p14:cNvPr>
              <p14:cNvContentPartPr/>
              <p14:nvPr/>
            </p14:nvContentPartPr>
            <p14:xfrm>
              <a:off x="8247328" y="2095281"/>
              <a:ext cx="231120" cy="1512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F5265CBC-8043-6ED9-0E05-6BC045048C7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41208" y="2089161"/>
                <a:ext cx="2433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7E3EFED3-6992-4F7A-5ED3-BDF3A4B3032E}"/>
                  </a:ext>
                </a:extLst>
              </p14:cNvPr>
              <p14:cNvContentPartPr/>
              <p14:nvPr/>
            </p14:nvContentPartPr>
            <p14:xfrm>
              <a:off x="8202328" y="2124801"/>
              <a:ext cx="172800" cy="5112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7E3EFED3-6992-4F7A-5ED3-BDF3A4B3032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96208" y="2118681"/>
                <a:ext cx="18504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2CE2E4DF-3523-D35E-520B-F70BA9CB0F4A}"/>
                  </a:ext>
                </a:extLst>
              </p14:cNvPr>
              <p14:cNvContentPartPr/>
              <p14:nvPr/>
            </p14:nvContentPartPr>
            <p14:xfrm>
              <a:off x="7579888" y="2503161"/>
              <a:ext cx="421560" cy="28440"/>
            </p14:xfrm>
          </p:contentPart>
        </mc:Choice>
        <mc:Fallback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2CE2E4DF-3523-D35E-520B-F70BA9CB0F4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573768" y="2497041"/>
                <a:ext cx="4338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1EDF6DCC-0961-3BA9-7732-4AD2B6642C96}"/>
                  </a:ext>
                </a:extLst>
              </p14:cNvPr>
              <p14:cNvContentPartPr/>
              <p14:nvPr/>
            </p14:nvContentPartPr>
            <p14:xfrm>
              <a:off x="8933848" y="2417121"/>
              <a:ext cx="475920" cy="90000"/>
            </p14:xfrm>
          </p:contentPart>
        </mc:Choice>
        <mc:Fallback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1EDF6DCC-0961-3BA9-7732-4AD2B6642C9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927728" y="2411001"/>
                <a:ext cx="48816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1A494931-2244-0238-BBDD-20019B34BD71}"/>
                  </a:ext>
                </a:extLst>
              </p14:cNvPr>
              <p14:cNvContentPartPr/>
              <p14:nvPr/>
            </p14:nvContentPartPr>
            <p14:xfrm>
              <a:off x="8710648" y="1975041"/>
              <a:ext cx="1058760" cy="643320"/>
            </p14:xfrm>
          </p:contentPart>
        </mc:Choice>
        <mc:Fallback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1A494931-2244-0238-BBDD-20019B34BD7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704528" y="1968921"/>
                <a:ext cx="1071000" cy="65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Agrupar 43">
            <a:extLst>
              <a:ext uri="{FF2B5EF4-FFF2-40B4-BE49-F238E27FC236}">
                <a16:creationId xmlns:a16="http://schemas.microsoft.com/office/drawing/2014/main" id="{971F36C9-267F-6360-67CA-DCAED9A5ADF6}"/>
              </a:ext>
            </a:extLst>
          </p:cNvPr>
          <p:cNvGrpSpPr/>
          <p:nvPr/>
        </p:nvGrpSpPr>
        <p:grpSpPr>
          <a:xfrm>
            <a:off x="8957608" y="1329561"/>
            <a:ext cx="4070880" cy="1240920"/>
            <a:chOff x="8957608" y="1329561"/>
            <a:chExt cx="4070880" cy="12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B2888B27-84B2-8B35-5B6C-9C52D39342A1}"/>
                    </a:ext>
                  </a:extLst>
                </p14:cNvPr>
                <p14:cNvContentPartPr/>
                <p14:nvPr/>
              </p14:nvContentPartPr>
              <p14:xfrm>
                <a:off x="9423448" y="1494081"/>
                <a:ext cx="303480" cy="14760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B2888B27-84B2-8B35-5B6C-9C52D39342A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17328" y="1487961"/>
                  <a:ext cx="3157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1A83BBB4-0738-C8A1-31B1-65B1E3CB31F6}"/>
                    </a:ext>
                  </a:extLst>
                </p14:cNvPr>
                <p14:cNvContentPartPr/>
                <p14:nvPr/>
              </p14:nvContentPartPr>
              <p14:xfrm>
                <a:off x="8957608" y="2005281"/>
                <a:ext cx="312840" cy="17892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1A83BBB4-0738-C8A1-31B1-65B1E3CB31F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51488" y="1999161"/>
                  <a:ext cx="3250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3E1B2E92-BF61-B284-8DD4-D2C45D538145}"/>
                    </a:ext>
                  </a:extLst>
                </p14:cNvPr>
                <p14:cNvContentPartPr/>
                <p14:nvPr/>
              </p14:nvContentPartPr>
              <p14:xfrm>
                <a:off x="9340648" y="2100321"/>
                <a:ext cx="212760" cy="8928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3E1B2E92-BF61-B284-8DD4-D2C45D53814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334528" y="2094201"/>
                  <a:ext cx="2250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7DE4619E-5599-7776-F8B0-151247FC213F}"/>
                    </a:ext>
                  </a:extLst>
                </p14:cNvPr>
                <p14:cNvContentPartPr/>
                <p14:nvPr/>
              </p14:nvContentPartPr>
              <p14:xfrm>
                <a:off x="9808648" y="2097081"/>
                <a:ext cx="256680" cy="4752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7DE4619E-5599-7776-F8B0-151247FC213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802528" y="2090961"/>
                  <a:ext cx="268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3E36C25E-D77A-DF30-8F33-0C3690BD8630}"/>
                    </a:ext>
                  </a:extLst>
                </p14:cNvPr>
                <p14:cNvContentPartPr/>
                <p14:nvPr/>
              </p14:nvContentPartPr>
              <p14:xfrm>
                <a:off x="9832048" y="2038041"/>
                <a:ext cx="92160" cy="17100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3E36C25E-D77A-DF30-8F33-0C3690BD863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825928" y="2031921"/>
                  <a:ext cx="1044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5EAF1B97-9274-8004-2EA0-14455A963FE1}"/>
                    </a:ext>
                  </a:extLst>
                </p14:cNvPr>
                <p14:cNvContentPartPr/>
                <p14:nvPr/>
              </p14:nvContentPartPr>
              <p14:xfrm>
                <a:off x="10274128" y="2007801"/>
                <a:ext cx="385920" cy="14940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5EAF1B97-9274-8004-2EA0-14455A963FE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268008" y="2001681"/>
                  <a:ext cx="3981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4307C748-F6FE-CC26-5467-CE14E4652C25}"/>
                    </a:ext>
                  </a:extLst>
                </p14:cNvPr>
                <p14:cNvContentPartPr/>
                <p14:nvPr/>
              </p14:nvContentPartPr>
              <p14:xfrm>
                <a:off x="10671208" y="2060361"/>
                <a:ext cx="139320" cy="9360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4307C748-F6FE-CC26-5467-CE14E4652C2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665088" y="2054241"/>
                  <a:ext cx="151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38A55170-3457-AE3A-CAB2-7E813CC0C6BA}"/>
                    </a:ext>
                  </a:extLst>
                </p14:cNvPr>
                <p14:cNvContentPartPr/>
                <p14:nvPr/>
              </p14:nvContentPartPr>
              <p14:xfrm>
                <a:off x="10962808" y="1911681"/>
                <a:ext cx="244800" cy="23796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38A55170-3457-AE3A-CAB2-7E813CC0C6B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956688" y="1905561"/>
                  <a:ext cx="2570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EFD9F5E1-E5FA-E853-4782-A6FF7DAE4273}"/>
                    </a:ext>
                  </a:extLst>
                </p14:cNvPr>
                <p14:cNvContentPartPr/>
                <p14:nvPr/>
              </p14:nvContentPartPr>
              <p14:xfrm>
                <a:off x="11440168" y="2107521"/>
                <a:ext cx="303480" cy="1476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EFD9F5E1-E5FA-E853-4782-A6FF7DAE427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434048" y="2101401"/>
                  <a:ext cx="315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7061135A-F2B1-D373-9924-9532EB4975E4}"/>
                    </a:ext>
                  </a:extLst>
                </p14:cNvPr>
                <p14:cNvContentPartPr/>
                <p14:nvPr/>
              </p14:nvContentPartPr>
              <p14:xfrm>
                <a:off x="11546008" y="2017881"/>
                <a:ext cx="56880" cy="12996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7061135A-F2B1-D373-9924-9532EB4975E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539888" y="2011761"/>
                  <a:ext cx="691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E50B11E2-26AA-5BCB-2B18-E51A457AB446}"/>
                    </a:ext>
                  </a:extLst>
                </p14:cNvPr>
                <p14:cNvContentPartPr/>
                <p14:nvPr/>
              </p14:nvContentPartPr>
              <p14:xfrm>
                <a:off x="11801968" y="2035881"/>
                <a:ext cx="222120" cy="14580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E50B11E2-26AA-5BCB-2B18-E51A457AB44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795848" y="2029761"/>
                  <a:ext cx="2343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B3C0742D-DE9B-EDF9-5C38-237EF8399A19}"/>
                    </a:ext>
                  </a:extLst>
                </p14:cNvPr>
                <p14:cNvContentPartPr/>
                <p14:nvPr/>
              </p14:nvContentPartPr>
              <p14:xfrm>
                <a:off x="12220648" y="1851921"/>
                <a:ext cx="223920" cy="25272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B3C0742D-DE9B-EDF9-5C38-237EF8399A1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2214528" y="1845801"/>
                  <a:ext cx="2361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29BFCFED-D5C7-6BAC-79AB-5395B59CBBD6}"/>
                    </a:ext>
                  </a:extLst>
                </p14:cNvPr>
                <p14:cNvContentPartPr/>
                <p14:nvPr/>
              </p14:nvContentPartPr>
              <p14:xfrm>
                <a:off x="12570568" y="1806201"/>
                <a:ext cx="189000" cy="22968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29BFCFED-D5C7-6BAC-79AB-5395B59CBBD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564448" y="1800081"/>
                  <a:ext cx="2012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28549CBD-ACEE-2EDB-FE25-BB26151FC78C}"/>
                    </a:ext>
                  </a:extLst>
                </p14:cNvPr>
                <p14:cNvContentPartPr/>
                <p14:nvPr/>
              </p14:nvContentPartPr>
              <p14:xfrm>
                <a:off x="11649328" y="2293281"/>
                <a:ext cx="806760" cy="5724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28549CBD-ACEE-2EDB-FE25-BB26151FC78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643208" y="2287161"/>
                  <a:ext cx="819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4090930F-B0F8-3F1C-D7CE-19F665741AC3}"/>
                    </a:ext>
                  </a:extLst>
                </p14:cNvPr>
                <p14:cNvContentPartPr/>
                <p14:nvPr/>
              </p14:nvContentPartPr>
              <p14:xfrm>
                <a:off x="11790088" y="2413881"/>
                <a:ext cx="233280" cy="15660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4090930F-B0F8-3F1C-D7CE-19F665741AC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783968" y="2407761"/>
                  <a:ext cx="2455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59391F30-ADE2-9AFF-6CDB-2FEC3B0B71DC}"/>
                    </a:ext>
                  </a:extLst>
                </p14:cNvPr>
                <p14:cNvContentPartPr/>
                <p14:nvPr/>
              </p14:nvContentPartPr>
              <p14:xfrm>
                <a:off x="10383208" y="2304801"/>
                <a:ext cx="487080" cy="11124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59391F30-ADE2-9AFF-6CDB-2FEC3B0B71D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377088" y="2298681"/>
                  <a:ext cx="4993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83FD0C9C-246B-CF52-0611-B1B842514A63}"/>
                    </a:ext>
                  </a:extLst>
                </p14:cNvPr>
                <p14:cNvContentPartPr/>
                <p14:nvPr/>
              </p14:nvContentPartPr>
              <p14:xfrm>
                <a:off x="10273768" y="1760481"/>
                <a:ext cx="828360" cy="61704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83FD0C9C-246B-CF52-0611-B1B842514A6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267648" y="1754361"/>
                  <a:ext cx="84060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24BBECCC-90BB-57C8-31AD-50C167412B81}"/>
                    </a:ext>
                  </a:extLst>
                </p14:cNvPr>
                <p14:cNvContentPartPr/>
                <p14:nvPr/>
              </p14:nvContentPartPr>
              <p14:xfrm>
                <a:off x="10756168" y="1725921"/>
                <a:ext cx="334080" cy="12384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24BBECCC-90BB-57C8-31AD-50C167412B8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750048" y="1719801"/>
                  <a:ext cx="3463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B0F5A324-AB37-B56E-11F9-F1669AB16D89}"/>
                    </a:ext>
                  </a:extLst>
                </p14:cNvPr>
                <p14:cNvContentPartPr/>
                <p14:nvPr/>
              </p14:nvContentPartPr>
              <p14:xfrm>
                <a:off x="11195728" y="1733481"/>
                <a:ext cx="35640" cy="9180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B0F5A324-AB37-B56E-11F9-F1669AB16D8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189608" y="1727361"/>
                  <a:ext cx="478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2C481F42-5839-0E2A-432F-B72B550C7BDE}"/>
                    </a:ext>
                  </a:extLst>
                </p14:cNvPr>
                <p14:cNvContentPartPr/>
                <p14:nvPr/>
              </p14:nvContentPartPr>
              <p14:xfrm>
                <a:off x="10815208" y="1329561"/>
                <a:ext cx="434880" cy="22284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2C481F42-5839-0E2A-432F-B72B550C7BD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809088" y="1323441"/>
                  <a:ext cx="4471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465BB436-A3FA-B4B2-A640-EBBE0587E3C6}"/>
                    </a:ext>
                  </a:extLst>
                </p14:cNvPr>
                <p14:cNvContentPartPr/>
                <p14:nvPr/>
              </p14:nvContentPartPr>
              <p14:xfrm>
                <a:off x="11625928" y="1921041"/>
                <a:ext cx="596520" cy="29268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465BB436-A3FA-B4B2-A640-EBBE0587E3C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619808" y="1914921"/>
                  <a:ext cx="6087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90E2B230-1C5B-23E3-70E6-CF3768240BC3}"/>
                    </a:ext>
                  </a:extLst>
                </p14:cNvPr>
                <p14:cNvContentPartPr/>
                <p14:nvPr/>
              </p14:nvContentPartPr>
              <p14:xfrm>
                <a:off x="12057568" y="1663281"/>
                <a:ext cx="970920" cy="56628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90E2B230-1C5B-23E3-70E6-CF3768240BC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2051448" y="1657161"/>
                  <a:ext cx="983160" cy="57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16152A52-FEEF-57CD-5456-3B25D46699CD}"/>
              </a:ext>
            </a:extLst>
          </p:cNvPr>
          <p:cNvGrpSpPr/>
          <p:nvPr/>
        </p:nvGrpSpPr>
        <p:grpSpPr>
          <a:xfrm>
            <a:off x="7602928" y="3410721"/>
            <a:ext cx="1084680" cy="332640"/>
            <a:chOff x="7602928" y="3410721"/>
            <a:chExt cx="1084680" cy="3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DEE00E5E-59F5-0B07-0DAB-4E3823D47DC6}"/>
                    </a:ext>
                  </a:extLst>
                </p14:cNvPr>
                <p14:cNvContentPartPr/>
                <p14:nvPr/>
              </p14:nvContentPartPr>
              <p14:xfrm>
                <a:off x="7602928" y="3442761"/>
                <a:ext cx="370440" cy="14976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DEE00E5E-59F5-0B07-0DAB-4E3823D47DC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596808" y="3436641"/>
                  <a:ext cx="3826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5E360735-50B5-1A42-BDA8-60FC07A012B8}"/>
                    </a:ext>
                  </a:extLst>
                </p14:cNvPr>
                <p14:cNvContentPartPr/>
                <p14:nvPr/>
              </p14:nvContentPartPr>
              <p14:xfrm>
                <a:off x="8095048" y="3574521"/>
                <a:ext cx="45000" cy="16884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5E360735-50B5-1A42-BDA8-60FC07A012B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088928" y="3568401"/>
                  <a:ext cx="57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63197346-F014-E260-5006-712E5386ECC5}"/>
                    </a:ext>
                  </a:extLst>
                </p14:cNvPr>
                <p14:cNvContentPartPr/>
                <p14:nvPr/>
              </p14:nvContentPartPr>
              <p14:xfrm>
                <a:off x="8327248" y="3440961"/>
                <a:ext cx="163080" cy="8316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63197346-F014-E260-5006-712E5386ECC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321128" y="3434841"/>
                  <a:ext cx="1753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46E46DC7-86EE-729D-E39B-C49FBF234B0D}"/>
                    </a:ext>
                  </a:extLst>
                </p14:cNvPr>
                <p14:cNvContentPartPr/>
                <p14:nvPr/>
              </p14:nvContentPartPr>
              <p14:xfrm>
                <a:off x="8537128" y="3410721"/>
                <a:ext cx="150480" cy="16524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46E46DC7-86EE-729D-E39B-C49FBF234B0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531008" y="3404601"/>
                  <a:ext cx="162720" cy="17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92AE3386-C50E-05C7-3FED-343E55C542DB}"/>
                  </a:ext>
                </a:extLst>
              </p14:cNvPr>
              <p14:cNvContentPartPr/>
              <p14:nvPr/>
            </p14:nvContentPartPr>
            <p14:xfrm>
              <a:off x="6367408" y="3272481"/>
              <a:ext cx="222120" cy="82080"/>
            </p14:xfrm>
          </p:contentPart>
        </mc:Choice>
        <mc:Fallback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92AE3386-C50E-05C7-3FED-343E55C542D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361288" y="3266361"/>
                <a:ext cx="234360" cy="9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Agrupar 54">
            <a:extLst>
              <a:ext uri="{FF2B5EF4-FFF2-40B4-BE49-F238E27FC236}">
                <a16:creationId xmlns:a16="http://schemas.microsoft.com/office/drawing/2014/main" id="{8EB1CF42-16C2-1E0C-B333-1C0D9522D211}"/>
              </a:ext>
            </a:extLst>
          </p:cNvPr>
          <p:cNvGrpSpPr/>
          <p:nvPr/>
        </p:nvGrpSpPr>
        <p:grpSpPr>
          <a:xfrm>
            <a:off x="9084688" y="3415761"/>
            <a:ext cx="699840" cy="176400"/>
            <a:chOff x="9084688" y="3415761"/>
            <a:chExt cx="69984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17A91101-4062-95C3-F616-B211F01F49E4}"/>
                    </a:ext>
                  </a:extLst>
                </p14:cNvPr>
                <p14:cNvContentPartPr/>
                <p14:nvPr/>
              </p14:nvContentPartPr>
              <p14:xfrm>
                <a:off x="9096208" y="3457881"/>
                <a:ext cx="174240" cy="1224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17A91101-4062-95C3-F616-B211F01F49E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090088" y="3451761"/>
                  <a:ext cx="186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2D941EC3-3E1F-3E3E-AA51-B964E3DA3B9F}"/>
                    </a:ext>
                  </a:extLst>
                </p14:cNvPr>
                <p14:cNvContentPartPr/>
                <p14:nvPr/>
              </p14:nvContentPartPr>
              <p14:xfrm>
                <a:off x="9084688" y="3505041"/>
                <a:ext cx="153000" cy="4752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2D941EC3-3E1F-3E3E-AA51-B964E3DA3B9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078568" y="3498921"/>
                  <a:ext cx="1652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2142A875-7171-5203-5360-1A4360191325}"/>
                    </a:ext>
                  </a:extLst>
                </p14:cNvPr>
                <p14:cNvContentPartPr/>
                <p14:nvPr/>
              </p14:nvContentPartPr>
              <p14:xfrm>
                <a:off x="9446488" y="3415761"/>
                <a:ext cx="338040" cy="17640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2142A875-7171-5203-5360-1A436019132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440368" y="3409641"/>
                  <a:ext cx="350280" cy="18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64" name="Tinta 63">
                <a:extLst>
                  <a:ext uri="{FF2B5EF4-FFF2-40B4-BE49-F238E27FC236}">
                    <a16:creationId xmlns:a16="http://schemas.microsoft.com/office/drawing/2014/main" id="{577E75E2-9F55-FFBB-C180-FD85DAA87800}"/>
                  </a:ext>
                </a:extLst>
              </p14:cNvPr>
              <p14:cNvContentPartPr/>
              <p14:nvPr/>
            </p14:nvContentPartPr>
            <p14:xfrm>
              <a:off x="11369248" y="3834441"/>
              <a:ext cx="233640" cy="221040"/>
            </p14:xfrm>
          </p:contentPart>
        </mc:Choice>
        <mc:Fallback>
          <p:pic>
            <p:nvPicPr>
              <p:cNvPr id="64" name="Tinta 63">
                <a:extLst>
                  <a:ext uri="{FF2B5EF4-FFF2-40B4-BE49-F238E27FC236}">
                    <a16:creationId xmlns:a16="http://schemas.microsoft.com/office/drawing/2014/main" id="{577E75E2-9F55-FFBB-C180-FD85DAA87800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1363128" y="3828321"/>
                <a:ext cx="245880" cy="23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Agrupar 74">
            <a:extLst>
              <a:ext uri="{FF2B5EF4-FFF2-40B4-BE49-F238E27FC236}">
                <a16:creationId xmlns:a16="http://schemas.microsoft.com/office/drawing/2014/main" id="{C28E98BA-8982-1687-5A24-A635713E780C}"/>
              </a:ext>
            </a:extLst>
          </p:cNvPr>
          <p:cNvGrpSpPr/>
          <p:nvPr/>
        </p:nvGrpSpPr>
        <p:grpSpPr>
          <a:xfrm>
            <a:off x="9997648" y="3168441"/>
            <a:ext cx="2911680" cy="556920"/>
            <a:chOff x="9997648" y="3168441"/>
            <a:chExt cx="2911680" cy="55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D02C444B-A100-562D-DDAA-1693D6C8394F}"/>
                    </a:ext>
                  </a:extLst>
                </p14:cNvPr>
                <p14:cNvContentPartPr/>
                <p14:nvPr/>
              </p14:nvContentPartPr>
              <p14:xfrm>
                <a:off x="9997648" y="3495321"/>
                <a:ext cx="312840" cy="2736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D02C444B-A100-562D-DDAA-1693D6C8394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991528" y="3489201"/>
                  <a:ext cx="325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D05BFB06-9BB8-B30E-D823-B8CFB221462E}"/>
                    </a:ext>
                  </a:extLst>
                </p14:cNvPr>
                <p14:cNvContentPartPr/>
                <p14:nvPr/>
              </p14:nvContentPartPr>
              <p14:xfrm>
                <a:off x="10156768" y="3502881"/>
                <a:ext cx="82800" cy="16560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D05BFB06-9BB8-B30E-D823-B8CFB221462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150648" y="3496761"/>
                  <a:ext cx="95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2C114331-7331-08F1-794D-48276D82DB0C}"/>
                    </a:ext>
                  </a:extLst>
                </p14:cNvPr>
                <p14:cNvContentPartPr/>
                <p14:nvPr/>
              </p14:nvContentPartPr>
              <p14:xfrm>
                <a:off x="10484368" y="3474441"/>
                <a:ext cx="235080" cy="12528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2C114331-7331-08F1-794D-48276D82DB0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478248" y="3468321"/>
                  <a:ext cx="2473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0B8B36D2-F74E-6461-AA75-6C10A2DF9F65}"/>
                    </a:ext>
                  </a:extLst>
                </p14:cNvPr>
                <p14:cNvContentPartPr/>
                <p14:nvPr/>
              </p14:nvContentPartPr>
              <p14:xfrm>
                <a:off x="10998088" y="3548961"/>
                <a:ext cx="256680" cy="3564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0B8B36D2-F74E-6461-AA75-6C10A2DF9F6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991968" y="3542841"/>
                  <a:ext cx="2689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7BA7AF02-AA7F-0982-2CAF-B76586A02458}"/>
                    </a:ext>
                  </a:extLst>
                </p14:cNvPr>
                <p14:cNvContentPartPr/>
                <p14:nvPr/>
              </p14:nvContentPartPr>
              <p14:xfrm>
                <a:off x="11066128" y="3518361"/>
                <a:ext cx="59400" cy="13824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7BA7AF02-AA7F-0982-2CAF-B76586A0245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060008" y="3512241"/>
                  <a:ext cx="71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C7730A07-37EB-281B-4937-3A4413FA317F}"/>
                    </a:ext>
                  </a:extLst>
                </p14:cNvPr>
                <p14:cNvContentPartPr/>
                <p14:nvPr/>
              </p14:nvContentPartPr>
              <p14:xfrm>
                <a:off x="11498848" y="3442761"/>
                <a:ext cx="221760" cy="15408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C7730A07-37EB-281B-4937-3A4413FA317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492728" y="3436641"/>
                  <a:ext cx="234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748292D4-1BFA-CF67-04BD-879B30D57E6D}"/>
                    </a:ext>
                  </a:extLst>
                </p14:cNvPr>
                <p14:cNvContentPartPr/>
                <p14:nvPr/>
              </p14:nvContentPartPr>
              <p14:xfrm>
                <a:off x="11301568" y="3691521"/>
                <a:ext cx="336600" cy="3384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748292D4-1BFA-CF67-04BD-879B30D57E6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295448" y="3685401"/>
                  <a:ext cx="3488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37004918-EC6B-6236-4699-50515F03BAC3}"/>
                    </a:ext>
                  </a:extLst>
                </p14:cNvPr>
                <p14:cNvContentPartPr/>
                <p14:nvPr/>
              </p14:nvContentPartPr>
              <p14:xfrm>
                <a:off x="11999608" y="3492081"/>
                <a:ext cx="59040" cy="108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37004918-EC6B-6236-4699-50515F03BAC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993488" y="3485961"/>
                  <a:ext cx="71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80098380-FDCC-A44E-B827-A76AD63F35DD}"/>
                    </a:ext>
                  </a:extLst>
                </p14:cNvPr>
                <p14:cNvContentPartPr/>
                <p14:nvPr/>
              </p14:nvContentPartPr>
              <p14:xfrm>
                <a:off x="11802328" y="3566961"/>
                <a:ext cx="127440" cy="12384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80098380-FDCC-A44E-B827-A76AD63F35D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796208" y="3560841"/>
                  <a:ext cx="1396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57430FCA-2964-88B5-1657-8541D30515FE}"/>
                    </a:ext>
                  </a:extLst>
                </p14:cNvPr>
                <p14:cNvContentPartPr/>
                <p14:nvPr/>
              </p14:nvContentPartPr>
              <p14:xfrm>
                <a:off x="11825728" y="3561921"/>
                <a:ext cx="256680" cy="10224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57430FCA-2964-88B5-1657-8541D30515F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819608" y="3555801"/>
                  <a:ext cx="2689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C9916CE5-182F-50D4-BE52-11FB594D00ED}"/>
                    </a:ext>
                  </a:extLst>
                </p14:cNvPr>
                <p14:cNvContentPartPr/>
                <p14:nvPr/>
              </p14:nvContentPartPr>
              <p14:xfrm>
                <a:off x="12255928" y="3346281"/>
                <a:ext cx="257040" cy="31392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C9916CE5-182F-50D4-BE52-11FB594D00E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2249808" y="3340161"/>
                  <a:ext cx="2692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67BBEDBF-9E44-711C-09C6-A5874DF150BA}"/>
                    </a:ext>
                  </a:extLst>
                </p14:cNvPr>
                <p14:cNvContentPartPr/>
                <p14:nvPr/>
              </p14:nvContentPartPr>
              <p14:xfrm>
                <a:off x="12676408" y="3168441"/>
                <a:ext cx="232920" cy="21780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67BBEDBF-9E44-711C-09C6-A5874DF150B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2670288" y="3162321"/>
                  <a:ext cx="2451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2A5F9F45-DBB9-836F-8AC5-463740E3EE46}"/>
                    </a:ext>
                  </a:extLst>
                </p14:cNvPr>
                <p14:cNvContentPartPr/>
                <p14:nvPr/>
              </p14:nvContentPartPr>
              <p14:xfrm>
                <a:off x="12023368" y="3616641"/>
                <a:ext cx="23760" cy="5940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2A5F9F45-DBB9-836F-8AC5-463740E3EE4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2017248" y="3610521"/>
                  <a:ext cx="360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6C30A373-3ADC-6581-E97A-584CB6EE99E4}"/>
                    </a:ext>
                  </a:extLst>
                </p14:cNvPr>
                <p14:cNvContentPartPr/>
                <p14:nvPr/>
              </p14:nvContentPartPr>
              <p14:xfrm>
                <a:off x="11872888" y="3499641"/>
                <a:ext cx="186120" cy="20664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6C30A373-3ADC-6581-E97A-584CB6EE99E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866768" y="3493521"/>
                  <a:ext cx="198360" cy="21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F02F062D-5C72-506E-C6DA-5FA8BCEE6958}"/>
                  </a:ext>
                </a:extLst>
              </p14:cNvPr>
              <p14:cNvContentPartPr/>
              <p14:nvPr/>
            </p14:nvContentPartPr>
            <p14:xfrm>
              <a:off x="11804128" y="3831921"/>
              <a:ext cx="428760" cy="37080"/>
            </p14:xfrm>
          </p:contentPart>
        </mc:Choice>
        <mc:Fallback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F02F062D-5C72-506E-C6DA-5FA8BCEE6958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1798008" y="3825801"/>
                <a:ext cx="44100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Agrupar 79">
            <a:extLst>
              <a:ext uri="{FF2B5EF4-FFF2-40B4-BE49-F238E27FC236}">
                <a16:creationId xmlns:a16="http://schemas.microsoft.com/office/drawing/2014/main" id="{820AD54A-ED3F-90A0-2100-5BB871857CD4}"/>
              </a:ext>
            </a:extLst>
          </p:cNvPr>
          <p:cNvGrpSpPr/>
          <p:nvPr/>
        </p:nvGrpSpPr>
        <p:grpSpPr>
          <a:xfrm>
            <a:off x="772648" y="4257441"/>
            <a:ext cx="1200960" cy="207000"/>
            <a:chOff x="772648" y="4257441"/>
            <a:chExt cx="1200960" cy="20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A77632B0-4B5A-0A8A-96B7-D55DAC2585E6}"/>
                    </a:ext>
                  </a:extLst>
                </p14:cNvPr>
                <p14:cNvContentPartPr/>
                <p14:nvPr/>
              </p14:nvContentPartPr>
              <p14:xfrm>
                <a:off x="772648" y="4275801"/>
                <a:ext cx="395280" cy="18864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A77632B0-4B5A-0A8A-96B7-D55DAC2585E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66528" y="4269681"/>
                  <a:ext cx="407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CFE20A12-4C69-4E47-7B74-30FEECCFD415}"/>
                    </a:ext>
                  </a:extLst>
                </p14:cNvPr>
                <p14:cNvContentPartPr/>
                <p14:nvPr/>
              </p14:nvContentPartPr>
              <p14:xfrm>
                <a:off x="1331368" y="4344561"/>
                <a:ext cx="70920" cy="11700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CFE20A12-4C69-4E47-7B74-30FEECCFD41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325248" y="4338441"/>
                  <a:ext cx="831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D22417AD-9324-19CA-2E93-ED6611BDBEF7}"/>
                    </a:ext>
                  </a:extLst>
                </p14:cNvPr>
                <p14:cNvContentPartPr/>
                <p14:nvPr/>
              </p14:nvContentPartPr>
              <p14:xfrm>
                <a:off x="1563928" y="4280841"/>
                <a:ext cx="210240" cy="1432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D22417AD-9324-19CA-2E93-ED6611BDBEF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557808" y="4274721"/>
                  <a:ext cx="222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B7EB7272-4C12-3C31-D728-200A56E266D4}"/>
                    </a:ext>
                  </a:extLst>
                </p14:cNvPr>
                <p14:cNvContentPartPr/>
                <p14:nvPr/>
              </p14:nvContentPartPr>
              <p14:xfrm>
                <a:off x="1773448" y="4257441"/>
                <a:ext cx="200160" cy="13572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B7EB7272-4C12-3C31-D728-200A56E266D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767328" y="4251321"/>
                  <a:ext cx="21240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9B108571-3C60-0274-61D2-8F6DC250594C}"/>
              </a:ext>
            </a:extLst>
          </p:cNvPr>
          <p:cNvGrpSpPr/>
          <p:nvPr/>
        </p:nvGrpSpPr>
        <p:grpSpPr>
          <a:xfrm>
            <a:off x="2428648" y="4344561"/>
            <a:ext cx="289800" cy="87480"/>
            <a:chOff x="2428648" y="4344561"/>
            <a:chExt cx="289800" cy="8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474A1E8A-3904-E40E-4B92-EBA40A0246F6}"/>
                    </a:ext>
                  </a:extLst>
                </p14:cNvPr>
                <p14:cNvContentPartPr/>
                <p14:nvPr/>
              </p14:nvContentPartPr>
              <p14:xfrm>
                <a:off x="2428648" y="4344561"/>
                <a:ext cx="231120" cy="1764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474A1E8A-3904-E40E-4B92-EBA40A0246F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422528" y="4338441"/>
                  <a:ext cx="2433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FCA2EE1C-903A-DEB8-A7F8-AF0024D8EDA0}"/>
                    </a:ext>
                  </a:extLst>
                </p14:cNvPr>
                <p14:cNvContentPartPr/>
                <p14:nvPr/>
              </p14:nvContentPartPr>
              <p14:xfrm>
                <a:off x="2450248" y="4406841"/>
                <a:ext cx="268200" cy="2520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FCA2EE1C-903A-DEB8-A7F8-AF0024D8EDA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444128" y="4400721"/>
                  <a:ext cx="28044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87" name="Tinta 86">
                <a:extLst>
                  <a:ext uri="{FF2B5EF4-FFF2-40B4-BE49-F238E27FC236}">
                    <a16:creationId xmlns:a16="http://schemas.microsoft.com/office/drawing/2014/main" id="{457DCB20-481F-5DD6-E981-9A213A524C29}"/>
                  </a:ext>
                </a:extLst>
              </p14:cNvPr>
              <p14:cNvContentPartPr/>
              <p14:nvPr/>
            </p14:nvContentPartPr>
            <p14:xfrm>
              <a:off x="4467328" y="4044321"/>
              <a:ext cx="186120" cy="213120"/>
            </p14:xfrm>
          </p:contentPart>
        </mc:Choice>
        <mc:Fallback>
          <p:pic>
            <p:nvPicPr>
              <p:cNvPr id="87" name="Tinta 86">
                <a:extLst>
                  <a:ext uri="{FF2B5EF4-FFF2-40B4-BE49-F238E27FC236}">
                    <a16:creationId xmlns:a16="http://schemas.microsoft.com/office/drawing/2014/main" id="{457DCB20-481F-5DD6-E981-9A213A524C29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4461208" y="4038201"/>
                <a:ext cx="198360" cy="22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Agrupar 89">
            <a:extLst>
              <a:ext uri="{FF2B5EF4-FFF2-40B4-BE49-F238E27FC236}">
                <a16:creationId xmlns:a16="http://schemas.microsoft.com/office/drawing/2014/main" id="{44378E55-28EA-A17E-963F-1B8D7D46E402}"/>
              </a:ext>
            </a:extLst>
          </p:cNvPr>
          <p:cNvGrpSpPr/>
          <p:nvPr/>
        </p:nvGrpSpPr>
        <p:grpSpPr>
          <a:xfrm>
            <a:off x="3359248" y="4094721"/>
            <a:ext cx="793440" cy="466560"/>
            <a:chOff x="3359248" y="4094721"/>
            <a:chExt cx="79344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795BF909-E4E8-2BB6-E3B0-0EEC9F0FFFDC}"/>
                    </a:ext>
                  </a:extLst>
                </p14:cNvPr>
                <p14:cNvContentPartPr/>
                <p14:nvPr/>
              </p14:nvContentPartPr>
              <p14:xfrm>
                <a:off x="3430168" y="4220001"/>
                <a:ext cx="292320" cy="27252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795BF909-E4E8-2BB6-E3B0-0EEC9F0FFFD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424048" y="4213881"/>
                  <a:ext cx="3045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18E472BC-6BF8-1C37-3D03-A99BE76DDCBB}"/>
                    </a:ext>
                  </a:extLst>
                </p14:cNvPr>
                <p14:cNvContentPartPr/>
                <p14:nvPr/>
              </p14:nvContentPartPr>
              <p14:xfrm>
                <a:off x="4023088" y="4136481"/>
                <a:ext cx="82800" cy="29808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18E472BC-6BF8-1C37-3D03-A99BE76DDCB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016968" y="4130361"/>
                  <a:ext cx="950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3DF621AF-171C-F181-DD8E-42CF0DE00D90}"/>
                    </a:ext>
                  </a:extLst>
                </p14:cNvPr>
                <p14:cNvContentPartPr/>
                <p14:nvPr/>
              </p14:nvContentPartPr>
              <p14:xfrm>
                <a:off x="3966568" y="4302801"/>
                <a:ext cx="186120" cy="3996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3DF621AF-171C-F181-DD8E-42CF0DE00D9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960448" y="4296681"/>
                  <a:ext cx="198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8FDEF166-CDA9-A32B-669F-F9E9F663DD00}"/>
                    </a:ext>
                  </a:extLst>
                </p14:cNvPr>
                <p14:cNvContentPartPr/>
                <p14:nvPr/>
              </p14:nvContentPartPr>
              <p14:xfrm>
                <a:off x="3359248" y="4094721"/>
                <a:ext cx="466920" cy="46656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8FDEF166-CDA9-A32B-669F-F9E9F663DD0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353128" y="4088601"/>
                  <a:ext cx="479160" cy="47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01" name="Tinta 100">
                <a:extLst>
                  <a:ext uri="{FF2B5EF4-FFF2-40B4-BE49-F238E27FC236}">
                    <a16:creationId xmlns:a16="http://schemas.microsoft.com/office/drawing/2014/main" id="{ADCC0941-0479-88AD-B469-25A7C4BA5803}"/>
                  </a:ext>
                </a:extLst>
              </p14:cNvPr>
              <p14:cNvContentPartPr/>
              <p14:nvPr/>
            </p14:nvContentPartPr>
            <p14:xfrm>
              <a:off x="3241888" y="4720041"/>
              <a:ext cx="264960" cy="159840"/>
            </p14:xfrm>
          </p:contentPart>
        </mc:Choice>
        <mc:Fallback>
          <p:pic>
            <p:nvPicPr>
              <p:cNvPr id="101" name="Tinta 100">
                <a:extLst>
                  <a:ext uri="{FF2B5EF4-FFF2-40B4-BE49-F238E27FC236}">
                    <a16:creationId xmlns:a16="http://schemas.microsoft.com/office/drawing/2014/main" id="{ADCC0941-0479-88AD-B469-25A7C4BA5803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3235768" y="4713921"/>
                <a:ext cx="277200" cy="1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B9480150-14E4-CE32-CA17-359234790AA1}"/>
              </a:ext>
            </a:extLst>
          </p:cNvPr>
          <p:cNvGrpSpPr/>
          <p:nvPr/>
        </p:nvGrpSpPr>
        <p:grpSpPr>
          <a:xfrm>
            <a:off x="736648" y="4847481"/>
            <a:ext cx="2099520" cy="1509120"/>
            <a:chOff x="736648" y="4847481"/>
            <a:chExt cx="2099520" cy="150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6BD22C41-37EB-CA65-8AE2-9CFEDAB6A6CC}"/>
                    </a:ext>
                  </a:extLst>
                </p14:cNvPr>
                <p14:cNvContentPartPr/>
                <p14:nvPr/>
              </p14:nvContentPartPr>
              <p14:xfrm>
                <a:off x="891088" y="4947201"/>
                <a:ext cx="322200" cy="15408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6BD22C41-37EB-CA65-8AE2-9CFEDAB6A6C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84968" y="4941081"/>
                  <a:ext cx="3344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F66B6882-281D-CBDC-0E4D-71F954DDFAF3}"/>
                    </a:ext>
                  </a:extLst>
                </p14:cNvPr>
                <p14:cNvContentPartPr/>
                <p14:nvPr/>
              </p14:nvContentPartPr>
              <p14:xfrm>
                <a:off x="1378528" y="5015961"/>
                <a:ext cx="12240" cy="11484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F66B6882-281D-CBDC-0E4D-71F954DDFAF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372408" y="5009841"/>
                  <a:ext cx="24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07852E4F-629F-95A2-1B18-DA2E418767E9}"/>
                    </a:ext>
                  </a:extLst>
                </p14:cNvPr>
                <p14:cNvContentPartPr/>
                <p14:nvPr/>
              </p14:nvContentPartPr>
              <p14:xfrm>
                <a:off x="1540168" y="4917321"/>
                <a:ext cx="106560" cy="14256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07852E4F-629F-95A2-1B18-DA2E418767E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534048" y="4911201"/>
                  <a:ext cx="1188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10FFB573-94C3-FC15-857F-78C3A7656552}"/>
                    </a:ext>
                  </a:extLst>
                </p14:cNvPr>
                <p14:cNvContentPartPr/>
                <p14:nvPr/>
              </p14:nvContentPartPr>
              <p14:xfrm>
                <a:off x="1650328" y="4875201"/>
                <a:ext cx="182160" cy="16164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10FFB573-94C3-FC15-857F-78C3A765655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644208" y="4869081"/>
                  <a:ext cx="1944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70E2262C-0667-ECAF-89D2-647D4A19AD1F}"/>
                    </a:ext>
                  </a:extLst>
                </p14:cNvPr>
                <p14:cNvContentPartPr/>
                <p14:nvPr/>
              </p14:nvContentPartPr>
              <p14:xfrm>
                <a:off x="1102048" y="5167161"/>
                <a:ext cx="707040" cy="1404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70E2262C-0667-ECAF-89D2-647D4A19AD1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95928" y="5161041"/>
                  <a:ext cx="719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BA23EBEE-0488-F0AB-41E5-9E1856109325}"/>
                    </a:ext>
                  </a:extLst>
                </p14:cNvPr>
                <p14:cNvContentPartPr/>
                <p14:nvPr/>
              </p14:nvContentPartPr>
              <p14:xfrm>
                <a:off x="1422088" y="5246361"/>
                <a:ext cx="190080" cy="14580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BA23EBEE-0488-F0AB-41E5-9E185610932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415968" y="5240241"/>
                  <a:ext cx="2023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FDA104D4-CA93-78F8-8E44-2AB1BACE8603}"/>
                    </a:ext>
                  </a:extLst>
                </p14:cNvPr>
                <p14:cNvContentPartPr/>
                <p14:nvPr/>
              </p14:nvContentPartPr>
              <p14:xfrm>
                <a:off x="2147128" y="5078241"/>
                <a:ext cx="150840" cy="2052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FDA104D4-CA93-78F8-8E44-2AB1BACE860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141008" y="5072121"/>
                  <a:ext cx="163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FEBF8CFF-8230-500C-0C9C-02430E103679}"/>
                    </a:ext>
                  </a:extLst>
                </p14:cNvPr>
                <p14:cNvContentPartPr/>
                <p14:nvPr/>
              </p14:nvContentPartPr>
              <p14:xfrm>
                <a:off x="2064688" y="5120001"/>
                <a:ext cx="245160" cy="3024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FEBF8CFF-8230-500C-0C9C-02430E10367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058568" y="5113881"/>
                  <a:ext cx="257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02569CB5-3123-1222-E944-BC2A9C16E7C8}"/>
                    </a:ext>
                  </a:extLst>
                </p14:cNvPr>
                <p14:cNvContentPartPr/>
                <p14:nvPr/>
              </p14:nvContentPartPr>
              <p14:xfrm>
                <a:off x="2636008" y="4847481"/>
                <a:ext cx="200160" cy="28548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02569CB5-3123-1222-E944-BC2A9C16E7C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629888" y="4841361"/>
                  <a:ext cx="2124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F66838BC-6C19-2733-9141-4B153DA408E7}"/>
                    </a:ext>
                  </a:extLst>
                </p14:cNvPr>
                <p14:cNvContentPartPr/>
                <p14:nvPr/>
              </p14:nvContentPartPr>
              <p14:xfrm>
                <a:off x="874888" y="5632641"/>
                <a:ext cx="323280" cy="15624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F66838BC-6C19-2733-9141-4B153DA408E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68768" y="5626521"/>
                  <a:ext cx="3355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74F56FF1-6652-45C0-B602-01C16D6E10D5}"/>
                    </a:ext>
                  </a:extLst>
                </p14:cNvPr>
                <p14:cNvContentPartPr/>
                <p14:nvPr/>
              </p14:nvContentPartPr>
              <p14:xfrm>
                <a:off x="1318768" y="5566761"/>
                <a:ext cx="128520" cy="22284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74F56FF1-6652-45C0-B602-01C16D6E10D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312648" y="5560641"/>
                  <a:ext cx="1407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0B8AE00E-E0C8-4A5C-8184-3630B0539FC1}"/>
                    </a:ext>
                  </a:extLst>
                </p14:cNvPr>
                <p14:cNvContentPartPr/>
                <p14:nvPr/>
              </p14:nvContentPartPr>
              <p14:xfrm>
                <a:off x="1610368" y="5541921"/>
                <a:ext cx="151920" cy="21816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0B8AE00E-E0C8-4A5C-8184-3630B0539FC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604248" y="5535801"/>
                  <a:ext cx="1641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4A2366CE-26DE-6462-6B05-21E9C0A45466}"/>
                    </a:ext>
                  </a:extLst>
                </p14:cNvPr>
                <p14:cNvContentPartPr/>
                <p14:nvPr/>
              </p14:nvContentPartPr>
              <p14:xfrm>
                <a:off x="1867408" y="5587641"/>
                <a:ext cx="94320" cy="9324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4A2366CE-26DE-6462-6B05-21E9C0A4546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861288" y="5581521"/>
                  <a:ext cx="106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488D6B41-DC24-49A8-909A-8ADF7461267B}"/>
                    </a:ext>
                  </a:extLst>
                </p14:cNvPr>
                <p14:cNvContentPartPr/>
                <p14:nvPr/>
              </p14:nvContentPartPr>
              <p14:xfrm>
                <a:off x="2029408" y="5536881"/>
                <a:ext cx="153360" cy="18108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488D6B41-DC24-49A8-909A-8ADF7461267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023288" y="5530761"/>
                  <a:ext cx="1656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82B7B1D9-37A5-9F30-21F3-54D660034627}"/>
                    </a:ext>
                  </a:extLst>
                </p14:cNvPr>
                <p14:cNvContentPartPr/>
                <p14:nvPr/>
              </p14:nvContentPartPr>
              <p14:xfrm>
                <a:off x="2159008" y="5562801"/>
                <a:ext cx="197280" cy="12852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82B7B1D9-37A5-9F30-21F3-54D66003462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152888" y="5556681"/>
                  <a:ext cx="2095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0AD451D8-A87D-FE82-A1FC-407ED9A2A5A6}"/>
                    </a:ext>
                  </a:extLst>
                </p14:cNvPr>
                <p14:cNvContentPartPr/>
                <p14:nvPr/>
              </p14:nvContentPartPr>
              <p14:xfrm>
                <a:off x="839608" y="5908041"/>
                <a:ext cx="1611360" cy="6948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0AD451D8-A87D-FE82-A1FC-407ED9A2A5A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33488" y="5901921"/>
                  <a:ext cx="1623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34A6F21F-1A32-41A2-E9DD-B280E94FF751}"/>
                    </a:ext>
                  </a:extLst>
                </p14:cNvPr>
                <p14:cNvContentPartPr/>
                <p14:nvPr/>
              </p14:nvContentPartPr>
              <p14:xfrm>
                <a:off x="1644928" y="6044481"/>
                <a:ext cx="269640" cy="19872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34A6F21F-1A32-41A2-E9DD-B280E94FF75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638808" y="6038361"/>
                  <a:ext cx="2818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8E937384-E94F-8AD5-F335-004B4D858BEC}"/>
                    </a:ext>
                  </a:extLst>
                </p14:cNvPr>
                <p14:cNvContentPartPr/>
                <p14:nvPr/>
              </p14:nvContentPartPr>
              <p14:xfrm>
                <a:off x="736648" y="5274441"/>
                <a:ext cx="1562040" cy="108216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8E937384-E94F-8AD5-F335-004B4D858BE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30528" y="5268321"/>
                  <a:ext cx="1574280" cy="109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16" name="Tinta 115">
                <a:extLst>
                  <a:ext uri="{FF2B5EF4-FFF2-40B4-BE49-F238E27FC236}">
                    <a16:creationId xmlns:a16="http://schemas.microsoft.com/office/drawing/2014/main" id="{EDA6626F-8070-BBE2-8963-DA0345655F15}"/>
                  </a:ext>
                </a:extLst>
              </p14:cNvPr>
              <p14:cNvContentPartPr/>
              <p14:nvPr/>
            </p14:nvContentPartPr>
            <p14:xfrm>
              <a:off x="1109248" y="6486201"/>
              <a:ext cx="187200" cy="242640"/>
            </p14:xfrm>
          </p:contentPart>
        </mc:Choice>
        <mc:Fallback>
          <p:pic>
            <p:nvPicPr>
              <p:cNvPr id="116" name="Tinta 115">
                <a:extLst>
                  <a:ext uri="{FF2B5EF4-FFF2-40B4-BE49-F238E27FC236}">
                    <a16:creationId xmlns:a16="http://schemas.microsoft.com/office/drawing/2014/main" id="{EDA6626F-8070-BBE2-8963-DA0345655F15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1103128" y="6480081"/>
                <a:ext cx="199440" cy="25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462DF9E8-DC3E-A4EA-D23E-68EAEC759DA2}"/>
              </a:ext>
            </a:extLst>
          </p:cNvPr>
          <p:cNvGrpSpPr/>
          <p:nvPr/>
        </p:nvGrpSpPr>
        <p:grpSpPr>
          <a:xfrm>
            <a:off x="1517848" y="6363441"/>
            <a:ext cx="864000" cy="330840"/>
            <a:chOff x="1517848" y="6363441"/>
            <a:chExt cx="86400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13CCB5BD-6EC3-006E-F29F-96E2E7E4E881}"/>
                    </a:ext>
                  </a:extLst>
                </p14:cNvPr>
                <p14:cNvContentPartPr/>
                <p14:nvPr/>
              </p14:nvContentPartPr>
              <p14:xfrm>
                <a:off x="1517848" y="6363441"/>
                <a:ext cx="129600" cy="33084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13CCB5BD-6EC3-006E-F29F-96E2E7E4E88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511728" y="6357321"/>
                  <a:ext cx="1418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4636D1BC-B95A-2F6E-8BC2-E259E476C80C}"/>
                    </a:ext>
                  </a:extLst>
                </p14:cNvPr>
                <p14:cNvContentPartPr/>
                <p14:nvPr/>
              </p14:nvContentPartPr>
              <p14:xfrm>
                <a:off x="1831768" y="6448401"/>
                <a:ext cx="129960" cy="18252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4636D1BC-B95A-2F6E-8BC2-E259E476C80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825648" y="6442281"/>
                  <a:ext cx="142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C887CF46-3CA2-9D5B-0CDF-4D20938CE4E1}"/>
                    </a:ext>
                  </a:extLst>
                </p14:cNvPr>
                <p14:cNvContentPartPr/>
                <p14:nvPr/>
              </p14:nvContentPartPr>
              <p14:xfrm>
                <a:off x="1994128" y="6520401"/>
                <a:ext cx="135720" cy="15264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C887CF46-3CA2-9D5B-0CDF-4D20938CE4E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988008" y="6514281"/>
                  <a:ext cx="1479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6785C1EF-F059-6EA6-515F-4FC1B061CC47}"/>
                    </a:ext>
                  </a:extLst>
                </p14:cNvPr>
                <p14:cNvContentPartPr/>
                <p14:nvPr/>
              </p14:nvContentPartPr>
              <p14:xfrm>
                <a:off x="2171608" y="6444441"/>
                <a:ext cx="210240" cy="24408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6785C1EF-F059-6EA6-515F-4FC1B061CC4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165488" y="6438321"/>
                  <a:ext cx="22248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4F60028A-4700-6287-CD21-BE87468C981F}"/>
              </a:ext>
            </a:extLst>
          </p:cNvPr>
          <p:cNvGrpSpPr/>
          <p:nvPr/>
        </p:nvGrpSpPr>
        <p:grpSpPr>
          <a:xfrm>
            <a:off x="2612608" y="5650641"/>
            <a:ext cx="315360" cy="141840"/>
            <a:chOff x="2612608" y="5650641"/>
            <a:chExt cx="315360" cy="14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D769AEA7-A22A-DA6E-C6B1-5139594E0869}"/>
                    </a:ext>
                  </a:extLst>
                </p14:cNvPr>
                <p14:cNvContentPartPr/>
                <p14:nvPr/>
              </p14:nvContentPartPr>
              <p14:xfrm>
                <a:off x="2729248" y="5650641"/>
                <a:ext cx="198720" cy="4464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D769AEA7-A22A-DA6E-C6B1-5139594E086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723128" y="5644521"/>
                  <a:ext cx="2109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C998DE54-D3E0-68D3-94DA-78B3B2EE5172}"/>
                    </a:ext>
                  </a:extLst>
                </p14:cNvPr>
                <p14:cNvContentPartPr/>
                <p14:nvPr/>
              </p14:nvContentPartPr>
              <p14:xfrm>
                <a:off x="2612608" y="5784561"/>
                <a:ext cx="212040" cy="792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C998DE54-D3E0-68D3-94DA-78B3B2EE517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606488" y="5778441"/>
                  <a:ext cx="22428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Agrupar 129">
            <a:extLst>
              <a:ext uri="{FF2B5EF4-FFF2-40B4-BE49-F238E27FC236}">
                <a16:creationId xmlns:a16="http://schemas.microsoft.com/office/drawing/2014/main" id="{179ECB6E-124B-DBC4-272E-6991E36C0CFE}"/>
              </a:ext>
            </a:extLst>
          </p:cNvPr>
          <p:cNvGrpSpPr/>
          <p:nvPr/>
        </p:nvGrpSpPr>
        <p:grpSpPr>
          <a:xfrm>
            <a:off x="2706568" y="6441201"/>
            <a:ext cx="291960" cy="129240"/>
            <a:chOff x="2706568" y="6441201"/>
            <a:chExt cx="291960" cy="12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C769E1F3-F49B-598B-59AD-E1ABC986CEAA}"/>
                    </a:ext>
                  </a:extLst>
                </p14:cNvPr>
                <p14:cNvContentPartPr/>
                <p14:nvPr/>
              </p14:nvContentPartPr>
              <p14:xfrm>
                <a:off x="2741488" y="6441201"/>
                <a:ext cx="257040" cy="5724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C769E1F3-F49B-598B-59AD-E1ABC986CEA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735368" y="6435081"/>
                  <a:ext cx="2692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6BB3D715-40D1-293D-840C-57AEC19D5429}"/>
                    </a:ext>
                  </a:extLst>
                </p14:cNvPr>
                <p14:cNvContentPartPr/>
                <p14:nvPr/>
              </p14:nvContentPartPr>
              <p14:xfrm>
                <a:off x="2706568" y="6488361"/>
                <a:ext cx="280080" cy="8208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6BB3D715-40D1-293D-840C-57AEC19D542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700448" y="6482241"/>
                  <a:ext cx="29232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58D7B37D-95BB-6654-C27D-2B9E6B125246}"/>
              </a:ext>
            </a:extLst>
          </p:cNvPr>
          <p:cNvGrpSpPr/>
          <p:nvPr/>
        </p:nvGrpSpPr>
        <p:grpSpPr>
          <a:xfrm>
            <a:off x="3498928" y="6010641"/>
            <a:ext cx="628560" cy="525240"/>
            <a:chOff x="3498928" y="6010641"/>
            <a:chExt cx="628560" cy="52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1EAFFE9F-A416-ADC8-DF4D-E06921AC6E2F}"/>
                    </a:ext>
                  </a:extLst>
                </p14:cNvPr>
                <p14:cNvContentPartPr/>
                <p14:nvPr/>
              </p14:nvContentPartPr>
              <p14:xfrm>
                <a:off x="3592528" y="6251121"/>
                <a:ext cx="71280" cy="28476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1EAFFE9F-A416-ADC8-DF4D-E06921AC6E2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586408" y="6245001"/>
                  <a:ext cx="835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76785A04-99F8-04AB-DD4D-FE7AF48C10AD}"/>
                    </a:ext>
                  </a:extLst>
                </p14:cNvPr>
                <p14:cNvContentPartPr/>
                <p14:nvPr/>
              </p14:nvContentPartPr>
              <p14:xfrm>
                <a:off x="3498928" y="6403761"/>
                <a:ext cx="176760" cy="4536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76785A04-99F8-04AB-DD4D-FE7AF48C10A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492808" y="6397641"/>
                  <a:ext cx="1890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7CE1B7CF-FEFC-75C4-6A39-722F65EC4601}"/>
                    </a:ext>
                  </a:extLst>
                </p14:cNvPr>
                <p14:cNvContentPartPr/>
                <p14:nvPr/>
              </p14:nvContentPartPr>
              <p14:xfrm>
                <a:off x="3849208" y="6010641"/>
                <a:ext cx="278280" cy="30384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7CE1B7CF-FEFC-75C4-6A39-722F65EC460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843088" y="6004521"/>
                  <a:ext cx="290520" cy="31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Agrupar 135">
            <a:extLst>
              <a:ext uri="{FF2B5EF4-FFF2-40B4-BE49-F238E27FC236}">
                <a16:creationId xmlns:a16="http://schemas.microsoft.com/office/drawing/2014/main" id="{BD4FEF06-F161-D2B6-ABE4-F6F72D27FB55}"/>
              </a:ext>
            </a:extLst>
          </p:cNvPr>
          <p:cNvGrpSpPr/>
          <p:nvPr/>
        </p:nvGrpSpPr>
        <p:grpSpPr>
          <a:xfrm>
            <a:off x="4573168" y="4227201"/>
            <a:ext cx="1352880" cy="1897200"/>
            <a:chOff x="4573168" y="4227201"/>
            <a:chExt cx="1352880" cy="189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BD814327-52F6-91F8-0AB4-D7BB014F0665}"/>
                    </a:ext>
                  </a:extLst>
                </p14:cNvPr>
                <p14:cNvContentPartPr/>
                <p14:nvPr/>
              </p14:nvContentPartPr>
              <p14:xfrm>
                <a:off x="4573168" y="4244481"/>
                <a:ext cx="1256040" cy="187992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BD814327-52F6-91F8-0AB4-D7BB014F066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567048" y="4238361"/>
                  <a:ext cx="1268280" cy="18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302CB6B6-86ED-E813-AA07-4E46F676A76E}"/>
                    </a:ext>
                  </a:extLst>
                </p14:cNvPr>
                <p14:cNvContentPartPr/>
                <p14:nvPr/>
              </p14:nvContentPartPr>
              <p14:xfrm>
                <a:off x="5586928" y="4295241"/>
                <a:ext cx="339120" cy="12456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302CB6B6-86ED-E813-AA07-4E46F676A76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580808" y="4289121"/>
                  <a:ext cx="3513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21521C7B-386D-D614-42B3-0479900B6CDD}"/>
                    </a:ext>
                  </a:extLst>
                </p14:cNvPr>
                <p14:cNvContentPartPr/>
                <p14:nvPr/>
              </p14:nvContentPartPr>
              <p14:xfrm>
                <a:off x="5684488" y="4227201"/>
                <a:ext cx="84960" cy="17028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21521C7B-386D-D614-42B3-0479900B6CD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678368" y="4221081"/>
                  <a:ext cx="9720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Agrupar 147">
            <a:extLst>
              <a:ext uri="{FF2B5EF4-FFF2-40B4-BE49-F238E27FC236}">
                <a16:creationId xmlns:a16="http://schemas.microsoft.com/office/drawing/2014/main" id="{7FCECB74-6AC0-07A8-061F-6FC1E35CCA8C}"/>
              </a:ext>
            </a:extLst>
          </p:cNvPr>
          <p:cNvGrpSpPr/>
          <p:nvPr/>
        </p:nvGrpSpPr>
        <p:grpSpPr>
          <a:xfrm>
            <a:off x="7685728" y="4184361"/>
            <a:ext cx="829800" cy="614160"/>
            <a:chOff x="7685728" y="4184361"/>
            <a:chExt cx="829800" cy="61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685A0137-C0D1-341C-450A-6BB3B8DD33F5}"/>
                    </a:ext>
                  </a:extLst>
                </p14:cNvPr>
                <p14:cNvContentPartPr/>
                <p14:nvPr/>
              </p14:nvContentPartPr>
              <p14:xfrm>
                <a:off x="7952848" y="4184361"/>
                <a:ext cx="327960" cy="22284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685A0137-C0D1-341C-450A-6BB3B8DD33F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946728" y="4178241"/>
                  <a:ext cx="3402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9B6B9401-E9B7-C197-F2CD-E482A6F4D319}"/>
                    </a:ext>
                  </a:extLst>
                </p14:cNvPr>
                <p14:cNvContentPartPr/>
                <p14:nvPr/>
              </p14:nvContentPartPr>
              <p14:xfrm>
                <a:off x="7685728" y="4472361"/>
                <a:ext cx="803520" cy="3060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9B6B9401-E9B7-C197-F2CD-E482A6F4D319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679608" y="4466241"/>
                  <a:ext cx="8157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B414B964-E489-B14C-8C07-59684EF82F6C}"/>
                    </a:ext>
                  </a:extLst>
                </p14:cNvPr>
                <p14:cNvContentPartPr/>
                <p14:nvPr/>
              </p14:nvContentPartPr>
              <p14:xfrm>
                <a:off x="7883728" y="4542921"/>
                <a:ext cx="176040" cy="25560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B414B964-E489-B14C-8C07-59684EF82F6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877608" y="4536801"/>
                  <a:ext cx="1882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5A4D4DFE-E024-FEFA-8AC5-152B34F10D07}"/>
                    </a:ext>
                  </a:extLst>
                </p14:cNvPr>
                <p14:cNvContentPartPr/>
                <p14:nvPr/>
              </p14:nvContentPartPr>
              <p14:xfrm>
                <a:off x="8002888" y="4652361"/>
                <a:ext cx="172440" cy="12024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5A4D4DFE-E024-FEFA-8AC5-152B34F10D0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996768" y="4646241"/>
                  <a:ext cx="1846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7054B22F-B4DE-CAAE-1140-BE6C8B68435D}"/>
                    </a:ext>
                  </a:extLst>
                </p14:cNvPr>
                <p14:cNvContentPartPr/>
                <p14:nvPr/>
              </p14:nvContentPartPr>
              <p14:xfrm>
                <a:off x="8246608" y="4578561"/>
                <a:ext cx="268920" cy="19980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7054B22F-B4DE-CAAE-1140-BE6C8B68435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240488" y="4572441"/>
                  <a:ext cx="28116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Agrupar 152">
            <a:extLst>
              <a:ext uri="{FF2B5EF4-FFF2-40B4-BE49-F238E27FC236}">
                <a16:creationId xmlns:a16="http://schemas.microsoft.com/office/drawing/2014/main" id="{F1FF5937-9563-195F-5CC1-1BB388B40D79}"/>
              </a:ext>
            </a:extLst>
          </p:cNvPr>
          <p:cNvGrpSpPr/>
          <p:nvPr/>
        </p:nvGrpSpPr>
        <p:grpSpPr>
          <a:xfrm>
            <a:off x="6390448" y="4045761"/>
            <a:ext cx="980640" cy="438120"/>
            <a:chOff x="6390448" y="4045761"/>
            <a:chExt cx="980640" cy="43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ADD34DE4-39B1-4DA2-9D1C-1C7870641568}"/>
                    </a:ext>
                  </a:extLst>
                </p14:cNvPr>
                <p14:cNvContentPartPr/>
                <p14:nvPr/>
              </p14:nvContentPartPr>
              <p14:xfrm>
                <a:off x="6472528" y="4155921"/>
                <a:ext cx="101160" cy="21672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ADD34DE4-39B1-4DA2-9D1C-1C787064156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466408" y="4149801"/>
                  <a:ext cx="1134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8230F1FD-4345-E362-4876-6B2526AEB49F}"/>
                    </a:ext>
                  </a:extLst>
                </p14:cNvPr>
                <p14:cNvContentPartPr/>
                <p14:nvPr/>
              </p14:nvContentPartPr>
              <p14:xfrm>
                <a:off x="6390448" y="4337361"/>
                <a:ext cx="256680" cy="2052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8230F1FD-4345-E362-4876-6B2526AEB49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384328" y="4331241"/>
                  <a:ext cx="2689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482270FD-1392-E6AF-79DF-B0CEAED55BE5}"/>
                    </a:ext>
                  </a:extLst>
                </p14:cNvPr>
                <p14:cNvContentPartPr/>
                <p14:nvPr/>
              </p14:nvContentPartPr>
              <p14:xfrm>
                <a:off x="6811288" y="4164201"/>
                <a:ext cx="127440" cy="11412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482270FD-1392-E6AF-79DF-B0CEAED55BE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805168" y="4158081"/>
                  <a:ext cx="1396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CEFE6773-A841-C8C9-8432-79D39F60BB27}"/>
                    </a:ext>
                  </a:extLst>
                </p14:cNvPr>
                <p14:cNvContentPartPr/>
                <p14:nvPr/>
              </p14:nvContentPartPr>
              <p14:xfrm>
                <a:off x="7231768" y="4349961"/>
                <a:ext cx="139320" cy="1764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CEFE6773-A841-C8C9-8432-79D39F60BB2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225648" y="4343841"/>
                  <a:ext cx="151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DF9CC831-B60A-E236-938C-CD84A6694BC1}"/>
                    </a:ext>
                  </a:extLst>
                </p14:cNvPr>
                <p14:cNvContentPartPr/>
                <p14:nvPr/>
              </p14:nvContentPartPr>
              <p14:xfrm>
                <a:off x="6985168" y="4391721"/>
                <a:ext cx="303480" cy="1764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DF9CC831-B60A-E236-938C-CD84A6694BC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979048" y="4385601"/>
                  <a:ext cx="315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69E7AE0D-9E23-6AC2-8F06-A26913B86C83}"/>
                    </a:ext>
                  </a:extLst>
                </p14:cNvPr>
                <p14:cNvContentPartPr/>
                <p14:nvPr/>
              </p14:nvContentPartPr>
              <p14:xfrm>
                <a:off x="6507808" y="4344561"/>
                <a:ext cx="47520" cy="13932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69E7AE0D-9E23-6AC2-8F06-A26913B86C8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501688" y="4338441"/>
                  <a:ext cx="597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B4AAA1D0-E825-5540-BD56-9CBD6024ADCA}"/>
                    </a:ext>
                  </a:extLst>
                </p14:cNvPr>
                <p14:cNvContentPartPr/>
                <p14:nvPr/>
              </p14:nvContentPartPr>
              <p14:xfrm>
                <a:off x="6728848" y="4045761"/>
                <a:ext cx="512280" cy="30960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B4AAA1D0-E825-5540-BD56-9CBD6024ADC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722728" y="4039641"/>
                  <a:ext cx="524520" cy="32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70" name="Tinta 169">
                <a:extLst>
                  <a:ext uri="{FF2B5EF4-FFF2-40B4-BE49-F238E27FC236}">
                    <a16:creationId xmlns:a16="http://schemas.microsoft.com/office/drawing/2014/main" id="{9E3CDF29-9A87-44D5-C25B-5D750BBB4111}"/>
                  </a:ext>
                </a:extLst>
              </p14:cNvPr>
              <p14:cNvContentPartPr/>
              <p14:nvPr/>
            </p14:nvContentPartPr>
            <p14:xfrm>
              <a:off x="6063568" y="4932081"/>
              <a:ext cx="360" cy="2520"/>
            </p14:xfrm>
          </p:contentPart>
        </mc:Choice>
        <mc:Fallback>
          <p:pic>
            <p:nvPicPr>
              <p:cNvPr id="170" name="Tinta 169">
                <a:extLst>
                  <a:ext uri="{FF2B5EF4-FFF2-40B4-BE49-F238E27FC236}">
                    <a16:creationId xmlns:a16="http://schemas.microsoft.com/office/drawing/2014/main" id="{9E3CDF29-9A87-44D5-C25B-5D750BBB4111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6057448" y="4925961"/>
                <a:ext cx="12600" cy="1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Agrupar 172">
            <a:extLst>
              <a:ext uri="{FF2B5EF4-FFF2-40B4-BE49-F238E27FC236}">
                <a16:creationId xmlns:a16="http://schemas.microsoft.com/office/drawing/2014/main" id="{1A1856F4-EF56-70A0-2C90-5498DF2675EE}"/>
              </a:ext>
            </a:extLst>
          </p:cNvPr>
          <p:cNvGrpSpPr/>
          <p:nvPr/>
        </p:nvGrpSpPr>
        <p:grpSpPr>
          <a:xfrm>
            <a:off x="6378568" y="5923161"/>
            <a:ext cx="350640" cy="223560"/>
            <a:chOff x="6378568" y="5923161"/>
            <a:chExt cx="350640" cy="2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1B24DE65-DB15-0D34-4708-2BCCD5929E27}"/>
                    </a:ext>
                  </a:extLst>
                </p14:cNvPr>
                <p14:cNvContentPartPr/>
                <p14:nvPr/>
              </p14:nvContentPartPr>
              <p14:xfrm>
                <a:off x="6472888" y="5923161"/>
                <a:ext cx="23760" cy="22356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1B24DE65-DB15-0D34-4708-2BCCD5929E2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466768" y="5917041"/>
                  <a:ext cx="36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950F4202-8BE5-89E1-FE8C-EA5DA527E16C}"/>
                    </a:ext>
                  </a:extLst>
                </p14:cNvPr>
                <p14:cNvContentPartPr/>
                <p14:nvPr/>
              </p14:nvContentPartPr>
              <p14:xfrm>
                <a:off x="6378568" y="6034761"/>
                <a:ext cx="350640" cy="4752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950F4202-8BE5-89E1-FE8C-EA5DA527E16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372448" y="6028641"/>
                  <a:ext cx="36288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Agrupar 174">
            <a:extLst>
              <a:ext uri="{FF2B5EF4-FFF2-40B4-BE49-F238E27FC236}">
                <a16:creationId xmlns:a16="http://schemas.microsoft.com/office/drawing/2014/main" id="{D3E16A1D-4E02-5083-D413-480B4C3E537F}"/>
              </a:ext>
            </a:extLst>
          </p:cNvPr>
          <p:cNvGrpSpPr/>
          <p:nvPr/>
        </p:nvGrpSpPr>
        <p:grpSpPr>
          <a:xfrm>
            <a:off x="6030808" y="4790601"/>
            <a:ext cx="1537920" cy="612720"/>
            <a:chOff x="6030808" y="4790601"/>
            <a:chExt cx="1537920" cy="61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2D94F547-DDD9-898A-91A7-D632DB69B11B}"/>
                    </a:ext>
                  </a:extLst>
                </p14:cNvPr>
                <p14:cNvContentPartPr/>
                <p14:nvPr/>
              </p14:nvContentPartPr>
              <p14:xfrm>
                <a:off x="6401608" y="5093001"/>
                <a:ext cx="48240" cy="31032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2D94F547-DDD9-898A-91A7-D632DB69B11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395488" y="5086881"/>
                  <a:ext cx="604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4F849D8E-46FC-A135-B5B0-3137C635A9A2}"/>
                    </a:ext>
                  </a:extLst>
                </p14:cNvPr>
                <p14:cNvContentPartPr/>
                <p14:nvPr/>
              </p14:nvContentPartPr>
              <p14:xfrm>
                <a:off x="6239968" y="5227281"/>
                <a:ext cx="407160" cy="3996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4F849D8E-46FC-A135-B5B0-3137C635A9A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233848" y="5221161"/>
                  <a:ext cx="4194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BDC395B7-ECBC-2A22-35B0-E6436F91F2DB}"/>
                    </a:ext>
                  </a:extLst>
                </p14:cNvPr>
                <p14:cNvContentPartPr/>
                <p14:nvPr/>
              </p14:nvContentPartPr>
              <p14:xfrm>
                <a:off x="6728848" y="4892841"/>
                <a:ext cx="187920" cy="23724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BDC395B7-ECBC-2A22-35B0-E6436F91F2D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722728" y="4886721"/>
                  <a:ext cx="2001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60FD170D-5906-29EB-E8C4-179B8E0703F3}"/>
                    </a:ext>
                  </a:extLst>
                </p14:cNvPr>
                <p14:cNvContentPartPr/>
                <p14:nvPr/>
              </p14:nvContentPartPr>
              <p14:xfrm>
                <a:off x="6030808" y="4840641"/>
                <a:ext cx="1084320" cy="53028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60FD170D-5906-29EB-E8C4-179B8E0703F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024688" y="4834521"/>
                  <a:ext cx="109656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ED272305-4D34-4AD1-8805-9E4C4C43F1DF}"/>
                    </a:ext>
                  </a:extLst>
                </p14:cNvPr>
                <p14:cNvContentPartPr/>
                <p14:nvPr/>
              </p14:nvContentPartPr>
              <p14:xfrm>
                <a:off x="7325728" y="5122881"/>
                <a:ext cx="207720" cy="3276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ED272305-4D34-4AD1-8805-9E4C4C43F1D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319608" y="5116761"/>
                  <a:ext cx="219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98920A74-DDA6-A6D0-C546-A8AB2D2A13EC}"/>
                    </a:ext>
                  </a:extLst>
                </p14:cNvPr>
                <p14:cNvContentPartPr/>
                <p14:nvPr/>
              </p14:nvContentPartPr>
              <p14:xfrm>
                <a:off x="7253368" y="5199561"/>
                <a:ext cx="315360" cy="2808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98920A74-DDA6-A6D0-C546-A8AB2D2A13EC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247248" y="5193441"/>
                  <a:ext cx="327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2CF2B173-95CC-FFD6-9EBF-E4434E22FA7B}"/>
                    </a:ext>
                  </a:extLst>
                </p14:cNvPr>
                <p14:cNvContentPartPr/>
                <p14:nvPr/>
              </p14:nvContentPartPr>
              <p14:xfrm>
                <a:off x="6694288" y="4790601"/>
                <a:ext cx="326880" cy="28584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2CF2B173-95CC-FFD6-9EBF-E4434E22FA7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688168" y="4784481"/>
                  <a:ext cx="339120" cy="29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Agrupar 177">
            <a:extLst>
              <a:ext uri="{FF2B5EF4-FFF2-40B4-BE49-F238E27FC236}">
                <a16:creationId xmlns:a16="http://schemas.microsoft.com/office/drawing/2014/main" id="{4B700B3D-5481-72A0-1C8E-F5FCB5C3AEBC}"/>
              </a:ext>
            </a:extLst>
          </p:cNvPr>
          <p:cNvGrpSpPr/>
          <p:nvPr/>
        </p:nvGrpSpPr>
        <p:grpSpPr>
          <a:xfrm>
            <a:off x="7149688" y="5962761"/>
            <a:ext cx="395280" cy="96120"/>
            <a:chOff x="7149688" y="5962761"/>
            <a:chExt cx="395280" cy="9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85A1CA90-7E4F-7934-BBED-1C284FDBBCE7}"/>
                    </a:ext>
                  </a:extLst>
                </p14:cNvPr>
                <p14:cNvContentPartPr/>
                <p14:nvPr/>
              </p14:nvContentPartPr>
              <p14:xfrm>
                <a:off x="7255168" y="5962761"/>
                <a:ext cx="289800" cy="6012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85A1CA90-7E4F-7934-BBED-1C284FDBBCE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249048" y="5956641"/>
                  <a:ext cx="302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764D01C0-EA22-2ED8-8202-673882CE7ED3}"/>
                    </a:ext>
                  </a:extLst>
                </p14:cNvPr>
                <p14:cNvContentPartPr/>
                <p14:nvPr/>
              </p14:nvContentPartPr>
              <p14:xfrm>
                <a:off x="7149688" y="6019641"/>
                <a:ext cx="383400" cy="3924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764D01C0-EA22-2ED8-8202-673882CE7ED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143568" y="6013521"/>
                  <a:ext cx="39564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79" name="Tinta 178">
                <a:extLst>
                  <a:ext uri="{FF2B5EF4-FFF2-40B4-BE49-F238E27FC236}">
                    <a16:creationId xmlns:a16="http://schemas.microsoft.com/office/drawing/2014/main" id="{C34704E1-BA1A-A3AB-C969-6123B6C7D366}"/>
                  </a:ext>
                </a:extLst>
              </p14:cNvPr>
              <p14:cNvContentPartPr/>
              <p14:nvPr/>
            </p14:nvContentPartPr>
            <p14:xfrm>
              <a:off x="8922328" y="4696641"/>
              <a:ext cx="23760" cy="7920"/>
            </p14:xfrm>
          </p:contentPart>
        </mc:Choice>
        <mc:Fallback>
          <p:pic>
            <p:nvPicPr>
              <p:cNvPr id="179" name="Tinta 178">
                <a:extLst>
                  <a:ext uri="{FF2B5EF4-FFF2-40B4-BE49-F238E27FC236}">
                    <a16:creationId xmlns:a16="http://schemas.microsoft.com/office/drawing/2014/main" id="{C34704E1-BA1A-A3AB-C969-6123B6C7D366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8916208" y="4690521"/>
                <a:ext cx="3600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D4985552-7B0A-F6E3-4000-C5A82A62C5AA}"/>
              </a:ext>
            </a:extLst>
          </p:cNvPr>
          <p:cNvGrpSpPr/>
          <p:nvPr/>
        </p:nvGrpSpPr>
        <p:grpSpPr>
          <a:xfrm>
            <a:off x="7909648" y="5048361"/>
            <a:ext cx="4637520" cy="1447920"/>
            <a:chOff x="7909648" y="5048361"/>
            <a:chExt cx="4637520" cy="144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130EC8DA-864A-B0D2-63D6-6794BF4E29E9}"/>
                    </a:ext>
                  </a:extLst>
                </p14:cNvPr>
                <p14:cNvContentPartPr/>
                <p14:nvPr/>
              </p14:nvContentPartPr>
              <p14:xfrm>
                <a:off x="8071288" y="5048361"/>
                <a:ext cx="851400" cy="40572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130EC8DA-864A-B0D2-63D6-6794BF4E29E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065168" y="5042241"/>
                  <a:ext cx="86364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73549B2A-0C69-2B66-D9BF-FC6B58AC32D1}"/>
                    </a:ext>
                  </a:extLst>
                </p14:cNvPr>
                <p14:cNvContentPartPr/>
                <p14:nvPr/>
              </p14:nvContentPartPr>
              <p14:xfrm>
                <a:off x="8390968" y="5123241"/>
                <a:ext cx="252360" cy="15336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73549B2A-0C69-2B66-D9BF-FC6B58AC32D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384848" y="5117121"/>
                  <a:ext cx="2646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3D680CD3-5472-5159-529F-4428AA5A93DD}"/>
                    </a:ext>
                  </a:extLst>
                </p14:cNvPr>
                <p14:cNvContentPartPr/>
                <p14:nvPr/>
              </p14:nvContentPartPr>
              <p14:xfrm>
                <a:off x="8407528" y="5333481"/>
                <a:ext cx="527040" cy="5724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3D680CD3-5472-5159-529F-4428AA5A93D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401408" y="5327361"/>
                  <a:ext cx="5392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8C992485-A5D6-6FF9-7540-6BBDBC6BBB49}"/>
                    </a:ext>
                  </a:extLst>
                </p14:cNvPr>
                <p14:cNvContentPartPr/>
                <p14:nvPr/>
              </p14:nvContentPartPr>
              <p14:xfrm>
                <a:off x="8387368" y="5435001"/>
                <a:ext cx="149760" cy="12852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8C992485-A5D6-6FF9-7540-6BBDBC6BBB49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381248" y="5428881"/>
                  <a:ext cx="1620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34BB56C2-C2E9-98D6-C9E5-B36A25089DEE}"/>
                    </a:ext>
                  </a:extLst>
                </p14:cNvPr>
                <p14:cNvContentPartPr/>
                <p14:nvPr/>
              </p14:nvContentPartPr>
              <p14:xfrm>
                <a:off x="8524888" y="5462001"/>
                <a:ext cx="246240" cy="13356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34BB56C2-C2E9-98D6-C9E5-B36A25089DE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518768" y="5455881"/>
                  <a:ext cx="258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BDC6EF07-B6F0-D1A4-70F7-568EC1229511}"/>
                    </a:ext>
                  </a:extLst>
                </p14:cNvPr>
                <p14:cNvContentPartPr/>
                <p14:nvPr/>
              </p14:nvContentPartPr>
              <p14:xfrm>
                <a:off x="8768968" y="5488641"/>
                <a:ext cx="279720" cy="9144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BDC6EF07-B6F0-D1A4-70F7-568EC122951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762848" y="5482521"/>
                  <a:ext cx="2919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8599E86B-0D37-B3CC-A90B-28C1CBEA6447}"/>
                    </a:ext>
                  </a:extLst>
                </p14:cNvPr>
                <p14:cNvContentPartPr/>
                <p14:nvPr/>
              </p14:nvContentPartPr>
              <p14:xfrm>
                <a:off x="8059768" y="5764401"/>
                <a:ext cx="465480" cy="32976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8599E86B-0D37-B3CC-A90B-28C1CBEA644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053648" y="5758281"/>
                  <a:ext cx="4777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74FA01BB-8917-7E1A-C484-252A496A3D9B}"/>
                    </a:ext>
                  </a:extLst>
                </p14:cNvPr>
                <p14:cNvContentPartPr/>
                <p14:nvPr/>
              </p14:nvContentPartPr>
              <p14:xfrm>
                <a:off x="8327608" y="5911281"/>
                <a:ext cx="138960" cy="21816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74FA01BB-8917-7E1A-C484-252A496A3D9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321488" y="5905161"/>
                  <a:ext cx="1512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45F9AE45-60C2-22B2-1F2F-896F37C5B6D2}"/>
                    </a:ext>
                  </a:extLst>
                </p14:cNvPr>
                <p14:cNvContentPartPr/>
                <p14:nvPr/>
              </p14:nvContentPartPr>
              <p14:xfrm>
                <a:off x="7909648" y="6089481"/>
                <a:ext cx="789480" cy="5436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45F9AE45-60C2-22B2-1F2F-896F37C5B6D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903528" y="6083361"/>
                  <a:ext cx="8017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67B65C51-7ADD-B84C-90E2-309C2BE24E56}"/>
                    </a:ext>
                  </a:extLst>
                </p14:cNvPr>
                <p14:cNvContentPartPr/>
                <p14:nvPr/>
              </p14:nvContentPartPr>
              <p14:xfrm>
                <a:off x="8060128" y="6178401"/>
                <a:ext cx="547560" cy="21564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67B65C51-7ADD-B84C-90E2-309C2BE24E5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054008" y="6172281"/>
                  <a:ext cx="5598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D214D209-5C79-34B1-F595-EFB6DC93A63B}"/>
                    </a:ext>
                  </a:extLst>
                </p14:cNvPr>
                <p14:cNvContentPartPr/>
                <p14:nvPr/>
              </p14:nvContentPartPr>
              <p14:xfrm>
                <a:off x="8329408" y="6215481"/>
                <a:ext cx="183960" cy="22392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D214D209-5C79-34B1-F595-EFB6DC93A63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323288" y="6209361"/>
                  <a:ext cx="1962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7DD581B3-4904-42A3-D4E7-4EC3B104670D}"/>
                    </a:ext>
                  </a:extLst>
                </p14:cNvPr>
                <p14:cNvContentPartPr/>
                <p14:nvPr/>
              </p14:nvContentPartPr>
              <p14:xfrm>
                <a:off x="8571328" y="6206481"/>
                <a:ext cx="152280" cy="15048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7DD581B3-4904-42A3-D4E7-4EC3B104670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565208" y="6200361"/>
                  <a:ext cx="1645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DCC2F829-5557-B66C-48BE-DF1928C6B721}"/>
                    </a:ext>
                  </a:extLst>
                </p14:cNvPr>
                <p14:cNvContentPartPr/>
                <p14:nvPr/>
              </p14:nvContentPartPr>
              <p14:xfrm>
                <a:off x="8723248" y="6242841"/>
                <a:ext cx="176040" cy="12492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DCC2F829-5557-B66C-48BE-DF1928C6B72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717128" y="6236721"/>
                  <a:ext cx="1882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529D0237-FDBA-64DC-AC72-9978243A0A41}"/>
                    </a:ext>
                  </a:extLst>
                </p14:cNvPr>
                <p14:cNvContentPartPr/>
                <p14:nvPr/>
              </p14:nvContentPartPr>
              <p14:xfrm>
                <a:off x="9168928" y="6080121"/>
                <a:ext cx="137160" cy="3384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529D0237-FDBA-64DC-AC72-9978243A0A4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162808" y="6074001"/>
                  <a:ext cx="149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C57605EB-1375-D3B2-D464-ACE7D7F4E2AA}"/>
                    </a:ext>
                  </a:extLst>
                </p14:cNvPr>
                <p14:cNvContentPartPr/>
                <p14:nvPr/>
              </p14:nvContentPartPr>
              <p14:xfrm>
                <a:off x="9108088" y="6143841"/>
                <a:ext cx="232920" cy="3492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C57605EB-1375-D3B2-D464-ACE7D7F4E2AA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101968" y="6137721"/>
                  <a:ext cx="245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A0356379-0C1F-70F9-F61A-138AECA10F71}"/>
                    </a:ext>
                  </a:extLst>
                </p14:cNvPr>
                <p14:cNvContentPartPr/>
                <p14:nvPr/>
              </p14:nvContentPartPr>
              <p14:xfrm>
                <a:off x="9868408" y="5764041"/>
                <a:ext cx="307080" cy="15660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A0356379-0C1F-70F9-F61A-138AECA10F7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862288" y="5757921"/>
                  <a:ext cx="319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C2078176-EEDD-D853-7145-9802940E4177}"/>
                    </a:ext>
                  </a:extLst>
                </p14:cNvPr>
                <p14:cNvContentPartPr/>
                <p14:nvPr/>
              </p14:nvContentPartPr>
              <p14:xfrm>
                <a:off x="9620728" y="6089481"/>
                <a:ext cx="689040" cy="5688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C2078176-EEDD-D853-7145-9802940E4177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614608" y="6083361"/>
                  <a:ext cx="7012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BED0DD94-CDEF-F7E6-B7E3-45818BC886C7}"/>
                    </a:ext>
                  </a:extLst>
                </p14:cNvPr>
                <p14:cNvContentPartPr/>
                <p14:nvPr/>
              </p14:nvContentPartPr>
              <p14:xfrm>
                <a:off x="9888568" y="6263001"/>
                <a:ext cx="288000" cy="23328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BED0DD94-CDEF-F7E6-B7E3-45818BC886C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882448" y="6256881"/>
                  <a:ext cx="3002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1CEDB01D-E062-79CA-DD31-7895BDFB32FE}"/>
                    </a:ext>
                  </a:extLst>
                </p14:cNvPr>
                <p14:cNvContentPartPr/>
                <p14:nvPr/>
              </p14:nvContentPartPr>
              <p14:xfrm>
                <a:off x="10179808" y="6302601"/>
                <a:ext cx="199440" cy="16092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1CEDB01D-E062-79CA-DD31-7895BDFB32F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173688" y="6296481"/>
                  <a:ext cx="211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4C04BED4-2C38-A697-7C86-41EA9151C004}"/>
                    </a:ext>
                  </a:extLst>
                </p14:cNvPr>
                <p14:cNvContentPartPr/>
                <p14:nvPr/>
              </p14:nvContentPartPr>
              <p14:xfrm>
                <a:off x="10553848" y="5975721"/>
                <a:ext cx="253080" cy="1476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4C04BED4-2C38-A697-7C86-41EA9151C00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547728" y="5969601"/>
                  <a:ext cx="2653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E8DBDB92-7313-A47F-D12B-9A00095EA682}"/>
                    </a:ext>
                  </a:extLst>
                </p14:cNvPr>
                <p14:cNvContentPartPr/>
                <p14:nvPr/>
              </p14:nvContentPartPr>
              <p14:xfrm>
                <a:off x="10520728" y="6052041"/>
                <a:ext cx="289800" cy="5256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E8DBDB92-7313-A47F-D12B-9A00095EA68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514608" y="6045921"/>
                  <a:ext cx="3020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2756068D-A043-700B-59B1-E601EFA1238D}"/>
                    </a:ext>
                  </a:extLst>
                </p14:cNvPr>
                <p14:cNvContentPartPr/>
                <p14:nvPr/>
              </p14:nvContentPartPr>
              <p14:xfrm>
                <a:off x="11019328" y="5800041"/>
                <a:ext cx="335160" cy="31104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2756068D-A043-700B-59B1-E601EFA1238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013208" y="5793921"/>
                  <a:ext cx="3474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8E7C5DCD-682F-EECC-80F3-FE8B64E086CA}"/>
                    </a:ext>
                  </a:extLst>
                </p14:cNvPr>
                <p14:cNvContentPartPr/>
                <p14:nvPr/>
              </p14:nvContentPartPr>
              <p14:xfrm>
                <a:off x="11463568" y="5987601"/>
                <a:ext cx="70920" cy="21132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8E7C5DCD-682F-EECC-80F3-FE8B64E086CA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1457448" y="5981481"/>
                  <a:ext cx="831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3A3B2F08-DCF7-12DF-D930-61E02168D974}"/>
                    </a:ext>
                  </a:extLst>
                </p14:cNvPr>
                <p14:cNvContentPartPr/>
                <p14:nvPr/>
              </p14:nvContentPartPr>
              <p14:xfrm>
                <a:off x="11431168" y="5897961"/>
                <a:ext cx="325080" cy="12240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3A3B2F08-DCF7-12DF-D930-61E02168D97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1425048" y="5891841"/>
                  <a:ext cx="3373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A3DF9821-FFC1-8256-3BC4-395F73F20703}"/>
                    </a:ext>
                  </a:extLst>
                </p14:cNvPr>
                <p14:cNvContentPartPr/>
                <p14:nvPr/>
              </p14:nvContentPartPr>
              <p14:xfrm>
                <a:off x="11719888" y="5841801"/>
                <a:ext cx="537120" cy="16056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A3DF9821-FFC1-8256-3BC4-395F73F2070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713768" y="5835681"/>
                  <a:ext cx="5493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C656D32E-C954-174D-9B9E-86493D242C79}"/>
                    </a:ext>
                  </a:extLst>
                </p14:cNvPr>
                <p14:cNvContentPartPr/>
                <p14:nvPr/>
              </p14:nvContentPartPr>
              <p14:xfrm>
                <a:off x="10831408" y="5483241"/>
                <a:ext cx="1715760" cy="72936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C656D32E-C954-174D-9B9E-86493D242C79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825288" y="5477121"/>
                  <a:ext cx="1728000" cy="741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01484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39D89-A4CC-D685-EC6D-4EC86C3F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DDF3DA-FCC7-F8CA-B611-FA6AB90AA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454A6F16-7570-02CD-C74E-CFAC81A546A4}"/>
              </a:ext>
            </a:extLst>
          </p:cNvPr>
          <p:cNvGrpSpPr/>
          <p:nvPr/>
        </p:nvGrpSpPr>
        <p:grpSpPr>
          <a:xfrm>
            <a:off x="2544208" y="3649041"/>
            <a:ext cx="686880" cy="228240"/>
            <a:chOff x="2544208" y="3649041"/>
            <a:chExt cx="68688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9D0B3244-76A8-346B-1178-F9AB50A747BC}"/>
                    </a:ext>
                  </a:extLst>
                </p14:cNvPr>
                <p14:cNvContentPartPr/>
                <p14:nvPr/>
              </p14:nvContentPartPr>
              <p14:xfrm>
                <a:off x="2544208" y="3649041"/>
                <a:ext cx="337680" cy="11592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9D0B3244-76A8-346B-1178-F9AB50A747B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38088" y="3642921"/>
                  <a:ext cx="3499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66157114-4B5D-48F5-1F94-D21B84919734}"/>
                    </a:ext>
                  </a:extLst>
                </p14:cNvPr>
                <p14:cNvContentPartPr/>
                <p14:nvPr/>
              </p14:nvContentPartPr>
              <p14:xfrm>
                <a:off x="2920048" y="3727881"/>
                <a:ext cx="311040" cy="14940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66157114-4B5D-48F5-1F94-D21B8491973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13928" y="3721761"/>
                  <a:ext cx="32328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EDBCC6A8-DC2C-7C75-6796-F08B5FD3A660}"/>
              </a:ext>
            </a:extLst>
          </p:cNvPr>
          <p:cNvGrpSpPr/>
          <p:nvPr/>
        </p:nvGrpSpPr>
        <p:grpSpPr>
          <a:xfrm>
            <a:off x="1669768" y="2739321"/>
            <a:ext cx="2203200" cy="761400"/>
            <a:chOff x="1669768" y="2739321"/>
            <a:chExt cx="2203200" cy="76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EE0E7C2D-EF4B-A887-D014-FD284616141A}"/>
                    </a:ext>
                  </a:extLst>
                </p14:cNvPr>
                <p14:cNvContentPartPr/>
                <p14:nvPr/>
              </p14:nvContentPartPr>
              <p14:xfrm>
                <a:off x="2344048" y="2930121"/>
                <a:ext cx="165600" cy="51984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EE0E7C2D-EF4B-A887-D014-FD284616141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37928" y="2924001"/>
                  <a:ext cx="17784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EEB1B905-C439-9F9E-7D25-03932F8FF7B2}"/>
                    </a:ext>
                  </a:extLst>
                </p14:cNvPr>
                <p14:cNvContentPartPr/>
                <p14:nvPr/>
              </p14:nvContentPartPr>
              <p14:xfrm>
                <a:off x="2462128" y="2897001"/>
                <a:ext cx="711000" cy="50940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EEB1B905-C439-9F9E-7D25-03932F8FF7B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56008" y="2890881"/>
                  <a:ext cx="72324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2FCD1488-23CF-DCFF-03D0-97E6AA02F0B5}"/>
                    </a:ext>
                  </a:extLst>
                </p14:cNvPr>
                <p14:cNvContentPartPr/>
                <p14:nvPr/>
              </p14:nvContentPartPr>
              <p14:xfrm>
                <a:off x="2337208" y="3437721"/>
                <a:ext cx="929520" cy="6300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2FCD1488-23CF-DCFF-03D0-97E6AA02F0B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31088" y="3431601"/>
                  <a:ext cx="9417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2840DB8D-05A6-15FF-AC2E-770B63821195}"/>
                    </a:ext>
                  </a:extLst>
                </p14:cNvPr>
                <p14:cNvContentPartPr/>
                <p14:nvPr/>
              </p14:nvContentPartPr>
              <p14:xfrm>
                <a:off x="3068728" y="3316401"/>
                <a:ext cx="24840" cy="13896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2840DB8D-05A6-15FF-AC2E-770B638211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62608" y="3310281"/>
                  <a:ext cx="370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041682DA-D9BC-BBD5-5258-045C2243DBB8}"/>
                    </a:ext>
                  </a:extLst>
                </p14:cNvPr>
                <p14:cNvContentPartPr/>
                <p14:nvPr/>
              </p14:nvContentPartPr>
              <p14:xfrm>
                <a:off x="2741848" y="3110841"/>
                <a:ext cx="181800" cy="19368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041682DA-D9BC-BBD5-5258-045C2243DBB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35728" y="3104721"/>
                  <a:ext cx="1940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AF35CA7E-C9C8-4F7A-8E9B-DCC32D995F40}"/>
                    </a:ext>
                  </a:extLst>
                </p14:cNvPr>
                <p14:cNvContentPartPr/>
                <p14:nvPr/>
              </p14:nvContentPartPr>
              <p14:xfrm>
                <a:off x="2847688" y="3249801"/>
                <a:ext cx="209520" cy="1764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AF35CA7E-C9C8-4F7A-8E9B-DCC32D995F4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41568" y="3243681"/>
                  <a:ext cx="221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5659A6AD-FF51-3E7D-7373-2A7AC5389508}"/>
                    </a:ext>
                  </a:extLst>
                </p14:cNvPr>
                <p14:cNvContentPartPr/>
                <p14:nvPr/>
              </p14:nvContentPartPr>
              <p14:xfrm>
                <a:off x="2777128" y="3212361"/>
                <a:ext cx="127800" cy="4212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5659A6AD-FF51-3E7D-7373-2A7AC538950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71008" y="3206241"/>
                  <a:ext cx="1400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08AAA439-A7FE-8F99-BBF9-E416F00E19CF}"/>
                    </a:ext>
                  </a:extLst>
                </p14:cNvPr>
                <p14:cNvContentPartPr/>
                <p14:nvPr/>
              </p14:nvContentPartPr>
              <p14:xfrm>
                <a:off x="3033088" y="3190401"/>
                <a:ext cx="769680" cy="8964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08AAA439-A7FE-8F99-BBF9-E416F00E19C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26968" y="3184281"/>
                  <a:ext cx="7819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53AC7CA0-A0B7-2C37-47FB-F5419D2261A3}"/>
                    </a:ext>
                  </a:extLst>
                </p14:cNvPr>
                <p14:cNvContentPartPr/>
                <p14:nvPr/>
              </p14:nvContentPartPr>
              <p14:xfrm>
                <a:off x="3628168" y="3257721"/>
                <a:ext cx="244800" cy="8028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53AC7CA0-A0B7-2C37-47FB-F5419D2261A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22048" y="3251601"/>
                  <a:ext cx="2570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3E7268BB-F169-8DA7-354F-E992ECF5EB4E}"/>
                    </a:ext>
                  </a:extLst>
                </p14:cNvPr>
                <p14:cNvContentPartPr/>
                <p14:nvPr/>
              </p14:nvContentPartPr>
              <p14:xfrm>
                <a:off x="3451408" y="2818521"/>
                <a:ext cx="292320" cy="24084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3E7268BB-F169-8DA7-354F-E992ECF5EB4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45288" y="2812401"/>
                  <a:ext cx="3045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A4293BC5-027A-68E4-8DD4-6555ACCB4D71}"/>
                    </a:ext>
                  </a:extLst>
                </p14:cNvPr>
                <p14:cNvContentPartPr/>
                <p14:nvPr/>
              </p14:nvContentPartPr>
              <p14:xfrm>
                <a:off x="3581008" y="2826081"/>
                <a:ext cx="162720" cy="1224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A4293BC5-027A-68E4-8DD4-6555ACCB4D7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74888" y="2819961"/>
                  <a:ext cx="174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5AB88E56-A74C-3C17-F4E0-3849312F0C5C}"/>
                    </a:ext>
                  </a:extLst>
                </p14:cNvPr>
                <p14:cNvContentPartPr/>
                <p14:nvPr/>
              </p14:nvContentPartPr>
              <p14:xfrm>
                <a:off x="3557608" y="2927241"/>
                <a:ext cx="23760" cy="1332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5AB88E56-A74C-3C17-F4E0-3849312F0C5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51488" y="2921121"/>
                  <a:ext cx="36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837B06BD-B225-0492-ADB0-DB27A36EF993}"/>
                    </a:ext>
                  </a:extLst>
                </p14:cNvPr>
                <p14:cNvContentPartPr/>
                <p14:nvPr/>
              </p14:nvContentPartPr>
              <p14:xfrm>
                <a:off x="3581008" y="2909961"/>
                <a:ext cx="94320" cy="1512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837B06BD-B225-0492-ADB0-DB27A36EF9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74888" y="2903841"/>
                  <a:ext cx="106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8D86DC47-3F27-D902-E23E-BE23DD9F3292}"/>
                    </a:ext>
                  </a:extLst>
                </p14:cNvPr>
                <p14:cNvContentPartPr/>
                <p14:nvPr/>
              </p14:nvContentPartPr>
              <p14:xfrm>
                <a:off x="3731488" y="2981961"/>
                <a:ext cx="59400" cy="16308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8D86DC47-3F27-D902-E23E-BE23DD9F329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25368" y="2975841"/>
                  <a:ext cx="716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220569CA-25D1-A735-AE65-98A644C8138A}"/>
                    </a:ext>
                  </a:extLst>
                </p14:cNvPr>
                <p14:cNvContentPartPr/>
                <p14:nvPr/>
              </p14:nvContentPartPr>
              <p14:xfrm>
                <a:off x="1726288" y="3116961"/>
                <a:ext cx="709560" cy="5616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220569CA-25D1-A735-AE65-98A644C8138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720168" y="3110841"/>
                  <a:ext cx="7218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C6C44990-B3A9-CC08-C6B7-2140C84822AB}"/>
                    </a:ext>
                  </a:extLst>
                </p14:cNvPr>
                <p14:cNvContentPartPr/>
                <p14:nvPr/>
              </p14:nvContentPartPr>
              <p14:xfrm>
                <a:off x="1913488" y="2739321"/>
                <a:ext cx="149760" cy="28044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C6C44990-B3A9-CC08-C6B7-2140C84822A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07368" y="2733201"/>
                  <a:ext cx="1620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5976B406-2733-87D6-DCA9-53D816430531}"/>
                    </a:ext>
                  </a:extLst>
                </p14:cNvPr>
                <p14:cNvContentPartPr/>
                <p14:nvPr/>
              </p14:nvContentPartPr>
              <p14:xfrm>
                <a:off x="1994128" y="2841201"/>
                <a:ext cx="118080" cy="2196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5976B406-2733-87D6-DCA9-53D81643053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88008" y="2835081"/>
                  <a:ext cx="130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D1B28571-1156-DDD1-4A7E-B124FD52B2F4}"/>
                    </a:ext>
                  </a:extLst>
                </p14:cNvPr>
                <p14:cNvContentPartPr/>
                <p14:nvPr/>
              </p14:nvContentPartPr>
              <p14:xfrm>
                <a:off x="2052448" y="2944161"/>
                <a:ext cx="106920" cy="8640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D1B28571-1156-DDD1-4A7E-B124FD52B2F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046328" y="2938041"/>
                  <a:ext cx="119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CD31764D-02C0-B8A0-6556-DE2C0582C7C9}"/>
                    </a:ext>
                  </a:extLst>
                </p14:cNvPr>
                <p14:cNvContentPartPr/>
                <p14:nvPr/>
              </p14:nvContentPartPr>
              <p14:xfrm>
                <a:off x="1669768" y="3049281"/>
                <a:ext cx="219240" cy="20304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CD31764D-02C0-B8A0-6556-DE2C0582C7C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663648" y="3043161"/>
                  <a:ext cx="231480" cy="21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DA9408AB-2E91-6F87-5F3B-860A1BC87910}"/>
                  </a:ext>
                </a:extLst>
              </p14:cNvPr>
              <p14:cNvContentPartPr/>
              <p14:nvPr/>
            </p14:nvContentPartPr>
            <p14:xfrm>
              <a:off x="5188768" y="2132001"/>
              <a:ext cx="5679720" cy="1095480"/>
            </p14:xfrm>
          </p:contentPart>
        </mc:Choice>
        <mc:Fallback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DA9408AB-2E91-6F87-5F3B-860A1BC8791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182648" y="2125881"/>
                <a:ext cx="5691960" cy="110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Agrupar 60">
            <a:extLst>
              <a:ext uri="{FF2B5EF4-FFF2-40B4-BE49-F238E27FC236}">
                <a16:creationId xmlns:a16="http://schemas.microsoft.com/office/drawing/2014/main" id="{8047B07A-4C11-485A-06EF-8D1AD9F34704}"/>
              </a:ext>
            </a:extLst>
          </p:cNvPr>
          <p:cNvGrpSpPr/>
          <p:nvPr/>
        </p:nvGrpSpPr>
        <p:grpSpPr>
          <a:xfrm>
            <a:off x="5179408" y="2231001"/>
            <a:ext cx="5257440" cy="983880"/>
            <a:chOff x="5179408" y="2231001"/>
            <a:chExt cx="5257440" cy="98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148D88F3-018A-2FFA-72CD-2400656D8F3A}"/>
                    </a:ext>
                  </a:extLst>
                </p14:cNvPr>
                <p14:cNvContentPartPr/>
                <p14:nvPr/>
              </p14:nvContentPartPr>
              <p14:xfrm>
                <a:off x="8035648" y="2770281"/>
                <a:ext cx="579960" cy="14760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148D88F3-018A-2FFA-72CD-2400656D8F3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29528" y="2764161"/>
                  <a:ext cx="5922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F7AE2401-5EBF-BA62-8747-65806E2AEE1C}"/>
                    </a:ext>
                  </a:extLst>
                </p14:cNvPr>
                <p14:cNvContentPartPr/>
                <p14:nvPr/>
              </p14:nvContentPartPr>
              <p14:xfrm>
                <a:off x="8654488" y="2877201"/>
                <a:ext cx="268200" cy="12276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F7AE2401-5EBF-BA62-8747-65806E2AEE1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648368" y="2871081"/>
                  <a:ext cx="280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96B029D0-5F97-B631-71F1-F124253995DF}"/>
                    </a:ext>
                  </a:extLst>
                </p14:cNvPr>
                <p14:cNvContentPartPr/>
                <p14:nvPr/>
              </p14:nvContentPartPr>
              <p14:xfrm>
                <a:off x="9190888" y="2769921"/>
                <a:ext cx="559440" cy="14364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96B029D0-5F97-B631-71F1-F124253995D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184768" y="2763801"/>
                  <a:ext cx="571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56C8825F-D469-E4AE-1B88-161252DF0826}"/>
                    </a:ext>
                  </a:extLst>
                </p14:cNvPr>
                <p14:cNvContentPartPr/>
                <p14:nvPr/>
              </p14:nvContentPartPr>
              <p14:xfrm>
                <a:off x="9911968" y="2924361"/>
                <a:ext cx="303480" cy="18180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56C8825F-D469-E4AE-1B88-161252DF082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905848" y="2918241"/>
                  <a:ext cx="315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C96DDB52-4B61-39E2-0BA6-CFD287EBAE6D}"/>
                    </a:ext>
                  </a:extLst>
                </p14:cNvPr>
                <p14:cNvContentPartPr/>
                <p14:nvPr/>
              </p14:nvContentPartPr>
              <p14:xfrm>
                <a:off x="5449768" y="2399481"/>
                <a:ext cx="389160" cy="36936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C96DDB52-4B61-39E2-0BA6-CFD287EBAE6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43648" y="2393361"/>
                  <a:ext cx="4014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16DD4AE6-498C-5BB1-7AF7-A060EFF263B7}"/>
                    </a:ext>
                  </a:extLst>
                </p14:cNvPr>
                <p14:cNvContentPartPr/>
                <p14:nvPr/>
              </p14:nvContentPartPr>
              <p14:xfrm>
                <a:off x="5609968" y="2474361"/>
                <a:ext cx="232920" cy="3492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16DD4AE6-498C-5BB1-7AF7-A060EFF263B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03848" y="2468241"/>
                  <a:ext cx="245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4E73167F-5923-A55B-0309-BA8940E2C6AA}"/>
                    </a:ext>
                  </a:extLst>
                </p14:cNvPr>
                <p14:cNvContentPartPr/>
                <p14:nvPr/>
              </p14:nvContentPartPr>
              <p14:xfrm>
                <a:off x="5762608" y="2679201"/>
                <a:ext cx="139320" cy="12672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4E73167F-5923-A55B-0309-BA8940E2C6A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56488" y="2673081"/>
                  <a:ext cx="151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169B1472-7521-E378-6086-EFFDB0534A41}"/>
                    </a:ext>
                  </a:extLst>
                </p14:cNvPr>
                <p14:cNvContentPartPr/>
                <p14:nvPr/>
              </p14:nvContentPartPr>
              <p14:xfrm>
                <a:off x="6239608" y="2672001"/>
                <a:ext cx="233280" cy="237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169B1472-7521-E378-6086-EFFDB0534A4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33488" y="2665881"/>
                  <a:ext cx="245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C86B1C07-8FD1-E82F-E7F2-DCAC671A4DCF}"/>
                    </a:ext>
                  </a:extLst>
                </p14:cNvPr>
                <p14:cNvContentPartPr/>
                <p14:nvPr/>
              </p14:nvContentPartPr>
              <p14:xfrm>
                <a:off x="6799408" y="2555721"/>
                <a:ext cx="186480" cy="26028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C86B1C07-8FD1-E82F-E7F2-DCAC671A4DC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793288" y="2549601"/>
                  <a:ext cx="1987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C148895E-8EAA-BC52-DC6C-4A89710A44D3}"/>
                    </a:ext>
                  </a:extLst>
                </p14:cNvPr>
                <p14:cNvContentPartPr/>
                <p14:nvPr/>
              </p14:nvContentPartPr>
              <p14:xfrm>
                <a:off x="6846568" y="2632401"/>
                <a:ext cx="115560" cy="3780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C148895E-8EAA-BC52-DC6C-4A89710A44D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40448" y="2626281"/>
                  <a:ext cx="127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98E093A1-41BA-B912-FF5C-958AC3DB8FE8}"/>
                    </a:ext>
                  </a:extLst>
                </p14:cNvPr>
                <p14:cNvContentPartPr/>
                <p14:nvPr/>
              </p14:nvContentPartPr>
              <p14:xfrm>
                <a:off x="6997048" y="2736081"/>
                <a:ext cx="200880" cy="11232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98E093A1-41BA-B912-FF5C-958AC3DB8F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990928" y="2729961"/>
                  <a:ext cx="2131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EF0217AA-533F-70CA-4CB8-2A72259C82AB}"/>
                    </a:ext>
                  </a:extLst>
                </p14:cNvPr>
                <p14:cNvContentPartPr/>
                <p14:nvPr/>
              </p14:nvContentPartPr>
              <p14:xfrm>
                <a:off x="7406008" y="2764161"/>
                <a:ext cx="47520" cy="5724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EF0217AA-533F-70CA-4CB8-2A72259C82A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399888" y="2758041"/>
                  <a:ext cx="597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7239E1E0-EDF7-97C9-05CC-E8298C8A7EC8}"/>
                    </a:ext>
                  </a:extLst>
                </p14:cNvPr>
                <p14:cNvContentPartPr/>
                <p14:nvPr/>
              </p14:nvContentPartPr>
              <p14:xfrm>
                <a:off x="7358848" y="2692161"/>
                <a:ext cx="268560" cy="1188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7239E1E0-EDF7-97C9-05CC-E8298C8A7EC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52728" y="2686041"/>
                  <a:ext cx="2808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A5542683-44E7-D12D-B45D-11E856CE43B2}"/>
                    </a:ext>
                  </a:extLst>
                </p14:cNvPr>
                <p14:cNvContentPartPr/>
                <p14:nvPr/>
              </p14:nvContentPartPr>
              <p14:xfrm>
                <a:off x="7359208" y="2801241"/>
                <a:ext cx="267840" cy="4680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A5542683-44E7-D12D-B45D-11E856CE43B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53088" y="2795121"/>
                  <a:ext cx="280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FDC80D26-C18F-E721-95C0-4C2A8DFA13BD}"/>
                    </a:ext>
                  </a:extLst>
                </p14:cNvPr>
                <p14:cNvContentPartPr/>
                <p14:nvPr/>
              </p14:nvContentPartPr>
              <p14:xfrm>
                <a:off x="5179408" y="2231001"/>
                <a:ext cx="2097720" cy="63792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FDC80D26-C18F-E721-95C0-4C2A8DFA13B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73288" y="2224881"/>
                  <a:ext cx="2109960" cy="65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D4F94C4D-0509-EB29-3F7C-B232CBFB5582}"/>
                    </a:ext>
                  </a:extLst>
                </p14:cNvPr>
                <p14:cNvContentPartPr/>
                <p14:nvPr/>
              </p14:nvContentPartPr>
              <p14:xfrm>
                <a:off x="7871488" y="2443041"/>
                <a:ext cx="479880" cy="43812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D4F94C4D-0509-EB29-3F7C-B232CBFB558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65368" y="2436921"/>
                  <a:ext cx="49212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A6DF3D27-2653-FBFD-07BD-323B3BFC7558}"/>
                    </a:ext>
                  </a:extLst>
                </p14:cNvPr>
                <p14:cNvContentPartPr/>
                <p14:nvPr/>
              </p14:nvContentPartPr>
              <p14:xfrm>
                <a:off x="7852408" y="2556081"/>
                <a:ext cx="2584440" cy="65880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A6DF3D27-2653-FBFD-07BD-323B3BFC755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46288" y="2549961"/>
                  <a:ext cx="2596680" cy="67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Agrupar 66">
            <a:extLst>
              <a:ext uri="{FF2B5EF4-FFF2-40B4-BE49-F238E27FC236}">
                <a16:creationId xmlns:a16="http://schemas.microsoft.com/office/drawing/2014/main" id="{57B2EA32-E004-934D-A4BB-9303E6838E3E}"/>
              </a:ext>
            </a:extLst>
          </p:cNvPr>
          <p:cNvGrpSpPr/>
          <p:nvPr/>
        </p:nvGrpSpPr>
        <p:grpSpPr>
          <a:xfrm>
            <a:off x="1098448" y="3912921"/>
            <a:ext cx="757440" cy="312480"/>
            <a:chOff x="1098448" y="3912921"/>
            <a:chExt cx="757440" cy="3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80217349-04BA-0BDA-5613-0DFB8E82CA89}"/>
                    </a:ext>
                  </a:extLst>
                </p14:cNvPr>
                <p14:cNvContentPartPr/>
                <p14:nvPr/>
              </p14:nvContentPartPr>
              <p14:xfrm>
                <a:off x="1098448" y="3912921"/>
                <a:ext cx="233280" cy="26136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80217349-04BA-0BDA-5613-0DFB8E82CA8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92328" y="3906801"/>
                  <a:ext cx="2455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3C3A763F-C578-AF74-CD6E-F456C6C1C6D4}"/>
                    </a:ext>
                  </a:extLst>
                </p14:cNvPr>
                <p14:cNvContentPartPr/>
                <p14:nvPr/>
              </p14:nvContentPartPr>
              <p14:xfrm>
                <a:off x="1248928" y="3958641"/>
                <a:ext cx="162720" cy="2520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3C3A763F-C578-AF74-CD6E-F456C6C1C6D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42808" y="3952521"/>
                  <a:ext cx="174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4AAB38D2-81F1-7044-EBCE-567475A3F4A1}"/>
                    </a:ext>
                  </a:extLst>
                </p14:cNvPr>
                <p14:cNvContentPartPr/>
                <p14:nvPr/>
              </p14:nvContentPartPr>
              <p14:xfrm>
                <a:off x="1390048" y="4104441"/>
                <a:ext cx="68760" cy="12096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4AAB38D2-81F1-7044-EBCE-567475A3F4A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83928" y="4098321"/>
                  <a:ext cx="810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F1D37FD4-5716-7266-749E-349C97F43D8D}"/>
                    </a:ext>
                  </a:extLst>
                </p14:cNvPr>
                <p14:cNvContentPartPr/>
                <p14:nvPr/>
              </p14:nvContentPartPr>
              <p14:xfrm>
                <a:off x="1599208" y="4032441"/>
                <a:ext cx="256680" cy="10980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F1D37FD4-5716-7266-749E-349C97F43D8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593088" y="4026321"/>
                  <a:ext cx="26892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Agrupar 74">
            <a:extLst>
              <a:ext uri="{FF2B5EF4-FFF2-40B4-BE49-F238E27FC236}">
                <a16:creationId xmlns:a16="http://schemas.microsoft.com/office/drawing/2014/main" id="{45B2E600-5881-5DC9-D99C-EF3CBD9961B7}"/>
              </a:ext>
            </a:extLst>
          </p:cNvPr>
          <p:cNvGrpSpPr/>
          <p:nvPr/>
        </p:nvGrpSpPr>
        <p:grpSpPr>
          <a:xfrm>
            <a:off x="2241088" y="4037841"/>
            <a:ext cx="359280" cy="151560"/>
            <a:chOff x="2241088" y="4037841"/>
            <a:chExt cx="359280" cy="15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E561140E-D823-68C1-6EF8-37D4E8F5DBD5}"/>
                    </a:ext>
                  </a:extLst>
                </p14:cNvPr>
                <p14:cNvContentPartPr/>
                <p14:nvPr/>
              </p14:nvContentPartPr>
              <p14:xfrm>
                <a:off x="2241088" y="4040001"/>
                <a:ext cx="68400" cy="1332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E561140E-D823-68C1-6EF8-37D4E8F5DBD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34968" y="4033881"/>
                  <a:ext cx="80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94051403-2A11-DFC7-AB63-4D30102733B0}"/>
                    </a:ext>
                  </a:extLst>
                </p14:cNvPr>
                <p14:cNvContentPartPr/>
                <p14:nvPr/>
              </p14:nvContentPartPr>
              <p14:xfrm>
                <a:off x="2285728" y="4037841"/>
                <a:ext cx="314640" cy="15156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94051403-2A11-DFC7-AB63-4D30102733B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279608" y="4031721"/>
                  <a:ext cx="32688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DFC41DB0-D8B5-DB3E-E546-5FB78D6EB635}"/>
              </a:ext>
            </a:extLst>
          </p:cNvPr>
          <p:cNvGrpSpPr/>
          <p:nvPr/>
        </p:nvGrpSpPr>
        <p:grpSpPr>
          <a:xfrm>
            <a:off x="1201408" y="4409001"/>
            <a:ext cx="1214280" cy="259200"/>
            <a:chOff x="1201408" y="4409001"/>
            <a:chExt cx="1214280" cy="25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9554F178-889A-D9CB-A329-00640B78230C}"/>
                    </a:ext>
                  </a:extLst>
                </p14:cNvPr>
                <p14:cNvContentPartPr/>
                <p14:nvPr/>
              </p14:nvContentPartPr>
              <p14:xfrm>
                <a:off x="1201408" y="4411881"/>
                <a:ext cx="207360" cy="16596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9554F178-889A-D9CB-A329-00640B78230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95288" y="4405761"/>
                  <a:ext cx="219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53FC77DE-98B8-9A8D-694A-7F019605D76D}"/>
                    </a:ext>
                  </a:extLst>
                </p14:cNvPr>
                <p14:cNvContentPartPr/>
                <p14:nvPr/>
              </p14:nvContentPartPr>
              <p14:xfrm>
                <a:off x="1272688" y="4463721"/>
                <a:ext cx="150840" cy="1548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53FC77DE-98B8-9A8D-694A-7F019605D76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266568" y="4457601"/>
                  <a:ext cx="1630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6FC04246-E691-6EC9-664D-D7C4E12CF2F6}"/>
                    </a:ext>
                  </a:extLst>
                </p14:cNvPr>
                <p14:cNvContentPartPr/>
                <p14:nvPr/>
              </p14:nvContentPartPr>
              <p14:xfrm>
                <a:off x="1400848" y="4567761"/>
                <a:ext cx="210600" cy="10044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6FC04246-E691-6EC9-664D-D7C4E12CF2F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94728" y="4561641"/>
                  <a:ext cx="2228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E75F29CB-8F53-7B85-313C-499713D36E35}"/>
                    </a:ext>
                  </a:extLst>
                </p14:cNvPr>
                <p14:cNvContentPartPr/>
                <p14:nvPr/>
              </p14:nvContentPartPr>
              <p14:xfrm>
                <a:off x="1693528" y="4584681"/>
                <a:ext cx="174240" cy="5544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E75F29CB-8F53-7B85-313C-499713D36E3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687408" y="4578561"/>
                  <a:ext cx="1864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7978FABD-6896-2F0E-6631-4BB70A83CF16}"/>
                    </a:ext>
                  </a:extLst>
                </p14:cNvPr>
                <p14:cNvContentPartPr/>
                <p14:nvPr/>
              </p14:nvContentPartPr>
              <p14:xfrm>
                <a:off x="2088448" y="4409001"/>
                <a:ext cx="327240" cy="21780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7978FABD-6896-2F0E-6631-4BB70A83CF1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82328" y="4402881"/>
                  <a:ext cx="33948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Agrupar 81">
            <a:extLst>
              <a:ext uri="{FF2B5EF4-FFF2-40B4-BE49-F238E27FC236}">
                <a16:creationId xmlns:a16="http://schemas.microsoft.com/office/drawing/2014/main" id="{2CDFDD71-A120-FC1B-A7F7-F055F7038D02}"/>
              </a:ext>
            </a:extLst>
          </p:cNvPr>
          <p:cNvGrpSpPr/>
          <p:nvPr/>
        </p:nvGrpSpPr>
        <p:grpSpPr>
          <a:xfrm>
            <a:off x="992968" y="4911921"/>
            <a:ext cx="1143000" cy="293040"/>
            <a:chOff x="992968" y="4911921"/>
            <a:chExt cx="114300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ED5D777E-4B27-F9EB-C1CB-DFD403F3FE43}"/>
                    </a:ext>
                  </a:extLst>
                </p14:cNvPr>
                <p14:cNvContentPartPr/>
                <p14:nvPr/>
              </p14:nvContentPartPr>
              <p14:xfrm>
                <a:off x="992968" y="4911921"/>
                <a:ext cx="489240" cy="17928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ED5D777E-4B27-F9EB-C1CB-DFD403F3FE4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86848" y="4905801"/>
                  <a:ext cx="5014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8E852530-84F1-102B-AC49-5C83F9A8F4FB}"/>
                    </a:ext>
                  </a:extLst>
                </p14:cNvPr>
                <p14:cNvContentPartPr/>
                <p14:nvPr/>
              </p14:nvContentPartPr>
              <p14:xfrm>
                <a:off x="1515688" y="5040441"/>
                <a:ext cx="177840" cy="13428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8E852530-84F1-102B-AC49-5C83F9A8F4F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09568" y="5034321"/>
                  <a:ext cx="1900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E57AC788-1C8B-D6C4-EFBF-164899D06E62}"/>
                    </a:ext>
                  </a:extLst>
                </p14:cNvPr>
                <p14:cNvContentPartPr/>
                <p14:nvPr/>
              </p14:nvContentPartPr>
              <p14:xfrm>
                <a:off x="1882888" y="5045841"/>
                <a:ext cx="217800" cy="154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E57AC788-1C8B-D6C4-EFBF-164899D06E6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876768" y="5039721"/>
                  <a:ext cx="2300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4931736A-1304-76DF-37D9-1BEC78D2CBD5}"/>
                    </a:ext>
                  </a:extLst>
                </p14:cNvPr>
                <p14:cNvContentPartPr/>
                <p14:nvPr/>
              </p14:nvContentPartPr>
              <p14:xfrm>
                <a:off x="1540168" y="5009481"/>
                <a:ext cx="209160" cy="19548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4931736A-1304-76DF-37D9-1BEC78D2CBD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534048" y="5003361"/>
                  <a:ext cx="2214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08CF7ECC-BB6A-B517-BFE6-8A3189317A33}"/>
                    </a:ext>
                  </a:extLst>
                </p14:cNvPr>
                <p14:cNvContentPartPr/>
                <p14:nvPr/>
              </p14:nvContentPartPr>
              <p14:xfrm>
                <a:off x="1575808" y="5093001"/>
                <a:ext cx="221400" cy="4752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08CF7ECC-BB6A-B517-BFE6-8A3189317A3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569688" y="5086881"/>
                  <a:ext cx="2336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7ED189A3-A5DC-10E7-EC63-4F4E0B25067F}"/>
                    </a:ext>
                  </a:extLst>
                </p14:cNvPr>
                <p14:cNvContentPartPr/>
                <p14:nvPr/>
              </p14:nvContentPartPr>
              <p14:xfrm>
                <a:off x="1937968" y="5155281"/>
                <a:ext cx="198000" cy="1548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7ED189A3-A5DC-10E7-EC63-4F4E0B25067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931848" y="5149161"/>
                  <a:ext cx="21024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1CDAD4A2-BAD7-7150-DC2E-3EAE9CA67A01}"/>
                  </a:ext>
                </a:extLst>
              </p14:cNvPr>
              <p14:cNvContentPartPr/>
              <p14:nvPr/>
            </p14:nvContentPartPr>
            <p14:xfrm>
              <a:off x="2544568" y="4864041"/>
              <a:ext cx="268560" cy="187920"/>
            </p14:xfrm>
          </p:contentPart>
        </mc:Choice>
        <mc:Fallback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1CDAD4A2-BAD7-7150-DC2E-3EAE9CA67A0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538448" y="4857921"/>
                <a:ext cx="280800" cy="20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Agrupar 87">
            <a:extLst>
              <a:ext uri="{FF2B5EF4-FFF2-40B4-BE49-F238E27FC236}">
                <a16:creationId xmlns:a16="http://schemas.microsoft.com/office/drawing/2014/main" id="{9882DD91-1DEB-A3AD-FACB-B7DD068A5249}"/>
              </a:ext>
            </a:extLst>
          </p:cNvPr>
          <p:cNvGrpSpPr/>
          <p:nvPr/>
        </p:nvGrpSpPr>
        <p:grpSpPr>
          <a:xfrm>
            <a:off x="3219208" y="4709241"/>
            <a:ext cx="456480" cy="337680"/>
            <a:chOff x="3219208" y="4709241"/>
            <a:chExt cx="45648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023FBF12-E4AC-9BDD-92D8-0941CCDFFD44}"/>
                    </a:ext>
                  </a:extLst>
                </p14:cNvPr>
                <p14:cNvContentPartPr/>
                <p14:nvPr/>
              </p14:nvContentPartPr>
              <p14:xfrm>
                <a:off x="3219208" y="4709241"/>
                <a:ext cx="59040" cy="15912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023FBF12-E4AC-9BDD-92D8-0941CCDFFD4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213088" y="4703121"/>
                  <a:ext cx="712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2C6796B6-F9F1-2816-8D38-A9CAB7739D45}"/>
                    </a:ext>
                  </a:extLst>
                </p14:cNvPr>
                <p14:cNvContentPartPr/>
                <p14:nvPr/>
              </p14:nvContentPartPr>
              <p14:xfrm>
                <a:off x="3254488" y="4751001"/>
                <a:ext cx="129600" cy="7956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2C6796B6-F9F1-2816-8D38-A9CAB7739D4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48368" y="4744881"/>
                  <a:ext cx="141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06059FFE-3E1D-6999-E452-E6CF6F16E054}"/>
                    </a:ext>
                  </a:extLst>
                </p14:cNvPr>
                <p14:cNvContentPartPr/>
                <p14:nvPr/>
              </p14:nvContentPartPr>
              <p14:xfrm>
                <a:off x="3230728" y="4828041"/>
                <a:ext cx="153000" cy="5184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06059FFE-3E1D-6999-E452-E6CF6F16E05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224608" y="4821921"/>
                  <a:ext cx="1652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F74774EB-CB06-D54C-2CD2-3EAD57A405A0}"/>
                    </a:ext>
                  </a:extLst>
                </p14:cNvPr>
                <p14:cNvContentPartPr/>
                <p14:nvPr/>
              </p14:nvContentPartPr>
              <p14:xfrm>
                <a:off x="3488128" y="4804281"/>
                <a:ext cx="187560" cy="24264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F74774EB-CB06-D54C-2CD2-3EAD57A405A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482008" y="4798161"/>
                  <a:ext cx="199800" cy="25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9" name="Tinta 88">
                <a:extLst>
                  <a:ext uri="{FF2B5EF4-FFF2-40B4-BE49-F238E27FC236}">
                    <a16:creationId xmlns:a16="http://schemas.microsoft.com/office/drawing/2014/main" id="{DE3E2C27-3A59-9CCC-6DF3-0293986E10E6}"/>
                  </a:ext>
                </a:extLst>
              </p14:cNvPr>
              <p14:cNvContentPartPr/>
              <p14:nvPr/>
            </p14:nvContentPartPr>
            <p14:xfrm>
              <a:off x="2718448" y="4418721"/>
              <a:ext cx="268200" cy="159120"/>
            </p14:xfrm>
          </p:contentPart>
        </mc:Choice>
        <mc:Fallback>
          <p:pic>
            <p:nvPicPr>
              <p:cNvPr id="89" name="Tinta 88">
                <a:extLst>
                  <a:ext uri="{FF2B5EF4-FFF2-40B4-BE49-F238E27FC236}">
                    <a16:creationId xmlns:a16="http://schemas.microsoft.com/office/drawing/2014/main" id="{DE3E2C27-3A59-9CCC-6DF3-0293986E10E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712328" y="4412601"/>
                <a:ext cx="28044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90" name="Tinta 89">
                <a:extLst>
                  <a:ext uri="{FF2B5EF4-FFF2-40B4-BE49-F238E27FC236}">
                    <a16:creationId xmlns:a16="http://schemas.microsoft.com/office/drawing/2014/main" id="{B0379DFA-C796-BB49-0D25-31154C56FFFC}"/>
                  </a:ext>
                </a:extLst>
              </p14:cNvPr>
              <p14:cNvContentPartPr/>
              <p14:nvPr/>
            </p14:nvContentPartPr>
            <p14:xfrm>
              <a:off x="2857048" y="4133601"/>
              <a:ext cx="444600" cy="149400"/>
            </p14:xfrm>
          </p:contentPart>
        </mc:Choice>
        <mc:Fallback>
          <p:pic>
            <p:nvPicPr>
              <p:cNvPr id="90" name="Tinta 89">
                <a:extLst>
                  <a:ext uri="{FF2B5EF4-FFF2-40B4-BE49-F238E27FC236}">
                    <a16:creationId xmlns:a16="http://schemas.microsoft.com/office/drawing/2014/main" id="{B0379DFA-C796-BB49-0D25-31154C56FFF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850928" y="4127481"/>
                <a:ext cx="456840" cy="16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5849FCDB-4676-8B43-0AF9-FD0C5FDEC4A7}"/>
              </a:ext>
            </a:extLst>
          </p:cNvPr>
          <p:cNvGrpSpPr/>
          <p:nvPr/>
        </p:nvGrpSpPr>
        <p:grpSpPr>
          <a:xfrm>
            <a:off x="5400448" y="5008401"/>
            <a:ext cx="3322440" cy="381240"/>
            <a:chOff x="5400448" y="5008401"/>
            <a:chExt cx="332244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C46DF37D-08C6-3F69-96A2-FA85693390B2}"/>
                    </a:ext>
                  </a:extLst>
                </p14:cNvPr>
                <p14:cNvContentPartPr/>
                <p14:nvPr/>
              </p14:nvContentPartPr>
              <p14:xfrm>
                <a:off x="5400448" y="5152041"/>
                <a:ext cx="268560" cy="23760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C46DF37D-08C6-3F69-96A2-FA85693390B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394328" y="5145921"/>
                  <a:ext cx="2808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E1163620-CB86-B7B5-BB09-C6587EC5B2AF}"/>
                    </a:ext>
                  </a:extLst>
                </p14:cNvPr>
                <p14:cNvContentPartPr/>
                <p14:nvPr/>
              </p14:nvContentPartPr>
              <p14:xfrm>
                <a:off x="5750008" y="5194881"/>
                <a:ext cx="171360" cy="17244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E1163620-CB86-B7B5-BB09-C6587EC5B2A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743888" y="5188761"/>
                  <a:ext cx="183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C1414423-C7DC-52BF-EC23-F362868D9B75}"/>
                    </a:ext>
                  </a:extLst>
                </p14:cNvPr>
                <p14:cNvContentPartPr/>
                <p14:nvPr/>
              </p14:nvContentPartPr>
              <p14:xfrm>
                <a:off x="6087328" y="5258961"/>
                <a:ext cx="209880" cy="2520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C1414423-C7DC-52BF-EC23-F362868D9B7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81208" y="5252841"/>
                  <a:ext cx="222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F7E0D964-8489-0A55-AE40-DD61F4E86C67}"/>
                    </a:ext>
                  </a:extLst>
                </p14:cNvPr>
                <p14:cNvContentPartPr/>
                <p14:nvPr/>
              </p14:nvContentPartPr>
              <p14:xfrm>
                <a:off x="6530488" y="5031081"/>
                <a:ext cx="222840" cy="16200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F7E0D964-8489-0A55-AE40-DD61F4E86C6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524368" y="5024961"/>
                  <a:ext cx="2350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D1958E37-101F-F9B5-164C-5F6A13BEA895}"/>
                    </a:ext>
                  </a:extLst>
                </p14:cNvPr>
                <p14:cNvContentPartPr/>
                <p14:nvPr/>
              </p14:nvContentPartPr>
              <p14:xfrm>
                <a:off x="6940168" y="5115321"/>
                <a:ext cx="125640" cy="828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D1958E37-101F-F9B5-164C-5F6A13BEA89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934048" y="5109201"/>
                  <a:ext cx="1378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07935B2B-118C-F2C6-1646-5F0E31CF08C1}"/>
                    </a:ext>
                  </a:extLst>
                </p14:cNvPr>
                <p14:cNvContentPartPr/>
                <p14:nvPr/>
              </p14:nvContentPartPr>
              <p14:xfrm>
                <a:off x="6834688" y="5170401"/>
                <a:ext cx="315360" cy="1764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07935B2B-118C-F2C6-1646-5F0E31CF08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828568" y="5164281"/>
                  <a:ext cx="327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BB199EDB-ABAD-C6EC-FF61-2D58A914EC16}"/>
                    </a:ext>
                  </a:extLst>
                </p14:cNvPr>
                <p14:cNvContentPartPr/>
                <p14:nvPr/>
              </p14:nvContentPartPr>
              <p14:xfrm>
                <a:off x="7481248" y="5008401"/>
                <a:ext cx="241200" cy="21924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BB199EDB-ABAD-C6EC-FF61-2D58A914EC1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475128" y="5002281"/>
                  <a:ext cx="2534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37BF6770-A719-EE8D-4849-C3261CA65DB1}"/>
                    </a:ext>
                  </a:extLst>
                </p14:cNvPr>
                <p14:cNvContentPartPr/>
                <p14:nvPr/>
              </p14:nvContentPartPr>
              <p14:xfrm>
                <a:off x="8046808" y="5095161"/>
                <a:ext cx="210600" cy="15336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37BF6770-A719-EE8D-4849-C3261CA65DB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40688" y="5089041"/>
                  <a:ext cx="222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439BBE8C-8F82-D81B-9411-780DA0F45FD8}"/>
                    </a:ext>
                  </a:extLst>
                </p14:cNvPr>
                <p14:cNvContentPartPr/>
                <p14:nvPr/>
              </p14:nvContentPartPr>
              <p14:xfrm>
                <a:off x="8419048" y="5187321"/>
                <a:ext cx="303840" cy="14472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439BBE8C-8F82-D81B-9411-780DA0F45FD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12928" y="5181201"/>
                  <a:ext cx="31608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Agrupar 117">
            <a:extLst>
              <a:ext uri="{FF2B5EF4-FFF2-40B4-BE49-F238E27FC236}">
                <a16:creationId xmlns:a16="http://schemas.microsoft.com/office/drawing/2014/main" id="{3E80E4DF-4CF2-F338-C3EC-64157B536934}"/>
              </a:ext>
            </a:extLst>
          </p:cNvPr>
          <p:cNvGrpSpPr/>
          <p:nvPr/>
        </p:nvGrpSpPr>
        <p:grpSpPr>
          <a:xfrm>
            <a:off x="6018568" y="5650641"/>
            <a:ext cx="2577240" cy="983880"/>
            <a:chOff x="6018568" y="5650641"/>
            <a:chExt cx="2577240" cy="98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30D8BA67-69D3-C3E9-3E58-ABDD34525445}"/>
                    </a:ext>
                  </a:extLst>
                </p14:cNvPr>
                <p14:cNvContentPartPr/>
                <p14:nvPr/>
              </p14:nvContentPartPr>
              <p14:xfrm>
                <a:off x="6355168" y="5650641"/>
                <a:ext cx="360" cy="36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30D8BA67-69D3-C3E9-3E58-ABDD3452544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49048" y="564452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60F08B9A-712C-EA79-6394-D886DFEBBB38}"/>
                    </a:ext>
                  </a:extLst>
                </p14:cNvPr>
                <p14:cNvContentPartPr/>
                <p14:nvPr/>
              </p14:nvContentPartPr>
              <p14:xfrm>
                <a:off x="6075448" y="5692401"/>
                <a:ext cx="247320" cy="13968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60F08B9A-712C-EA79-6394-D886DFEBBB3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069328" y="5686281"/>
                  <a:ext cx="2595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D9706FFB-7366-ACE2-024E-9F5CA53A9276}"/>
                    </a:ext>
                  </a:extLst>
                </p14:cNvPr>
                <p14:cNvContentPartPr/>
                <p14:nvPr/>
              </p14:nvContentPartPr>
              <p14:xfrm>
                <a:off x="6625528" y="5699961"/>
                <a:ext cx="303480" cy="1764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D9706FFB-7366-ACE2-024E-9F5CA53A927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619408" y="5693841"/>
                  <a:ext cx="315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2274CFBB-E563-C98A-A5DD-7C6004318B84}"/>
                    </a:ext>
                  </a:extLst>
                </p14:cNvPr>
                <p14:cNvContentPartPr/>
                <p14:nvPr/>
              </p14:nvContentPartPr>
              <p14:xfrm>
                <a:off x="6658648" y="5764401"/>
                <a:ext cx="303480" cy="4752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2274CFBB-E563-C98A-A5DD-7C6004318B8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52528" y="5758281"/>
                  <a:ext cx="3157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8D1CB6A4-B957-C4EC-C68E-10B2D8D4E5BD}"/>
                    </a:ext>
                  </a:extLst>
                </p14:cNvPr>
                <p14:cNvContentPartPr/>
                <p14:nvPr/>
              </p14:nvContentPartPr>
              <p14:xfrm>
                <a:off x="7394848" y="5660361"/>
                <a:ext cx="350280" cy="22248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8D1CB6A4-B957-C4EC-C68E-10B2D8D4E5B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388728" y="5654241"/>
                  <a:ext cx="3625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D5E26DB3-1A2C-F88B-B37E-BE116DBC07F6}"/>
                    </a:ext>
                  </a:extLst>
                </p14:cNvPr>
                <p14:cNvContentPartPr/>
                <p14:nvPr/>
              </p14:nvContentPartPr>
              <p14:xfrm>
                <a:off x="7922968" y="5709681"/>
                <a:ext cx="205200" cy="11808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D5E26DB3-1A2C-F88B-B37E-BE116DBC07F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916848" y="5703561"/>
                  <a:ext cx="2174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18BA579C-2C73-9748-6441-18F666AC0343}"/>
                    </a:ext>
                  </a:extLst>
                </p14:cNvPr>
                <p14:cNvContentPartPr/>
                <p14:nvPr/>
              </p14:nvContentPartPr>
              <p14:xfrm>
                <a:off x="8234368" y="5731641"/>
                <a:ext cx="361440" cy="15444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18BA579C-2C73-9748-6441-18F666AC034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228248" y="5725521"/>
                  <a:ext cx="3736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19637A9C-899F-4051-0B4C-4B87DB768D45}"/>
                    </a:ext>
                  </a:extLst>
                </p14:cNvPr>
                <p14:cNvContentPartPr/>
                <p14:nvPr/>
              </p14:nvContentPartPr>
              <p14:xfrm>
                <a:off x="6110008" y="6219801"/>
                <a:ext cx="386640" cy="17712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19637A9C-899F-4051-0B4C-4B87DB768D4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103888" y="6213681"/>
                  <a:ext cx="398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445FFDEE-00A0-1A2E-6A80-4F5304BA69D9}"/>
                    </a:ext>
                  </a:extLst>
                </p14:cNvPr>
                <p14:cNvContentPartPr/>
                <p14:nvPr/>
              </p14:nvContentPartPr>
              <p14:xfrm>
                <a:off x="6542728" y="6282441"/>
                <a:ext cx="466560" cy="15372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445FFDEE-00A0-1A2E-6A80-4F5304BA69D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36608" y="6276321"/>
                  <a:ext cx="4788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94A79A9A-2393-F0BE-EDE5-CED96886E606}"/>
                    </a:ext>
                  </a:extLst>
                </p14:cNvPr>
                <p14:cNvContentPartPr/>
                <p14:nvPr/>
              </p14:nvContentPartPr>
              <p14:xfrm>
                <a:off x="6929008" y="6272721"/>
                <a:ext cx="324720" cy="2520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94A79A9A-2393-F0BE-EDE5-CED96886E60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922888" y="6266601"/>
                  <a:ext cx="336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937569FA-EBD9-FE15-79A4-36FF544E12AA}"/>
                    </a:ext>
                  </a:extLst>
                </p14:cNvPr>
                <p14:cNvContentPartPr/>
                <p14:nvPr/>
              </p14:nvContentPartPr>
              <p14:xfrm>
                <a:off x="7044208" y="6356601"/>
                <a:ext cx="268200" cy="1296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937569FA-EBD9-FE15-79A4-36FF544E12A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38088" y="6350481"/>
                  <a:ext cx="280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5166DEC3-3F0F-AC35-C947-1FED9625EEBB}"/>
                    </a:ext>
                  </a:extLst>
                </p14:cNvPr>
                <p14:cNvContentPartPr/>
                <p14:nvPr/>
              </p14:nvContentPartPr>
              <p14:xfrm>
                <a:off x="7791568" y="6116121"/>
                <a:ext cx="127440" cy="30708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5166DEC3-3F0F-AC35-C947-1FED9625EEB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785448" y="6110001"/>
                  <a:ext cx="1396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E6493AC7-DD0C-EC4D-89B4-FAF5DB28FD0F}"/>
                    </a:ext>
                  </a:extLst>
                </p14:cNvPr>
                <p14:cNvContentPartPr/>
                <p14:nvPr/>
              </p14:nvContentPartPr>
              <p14:xfrm>
                <a:off x="6018568" y="6068961"/>
                <a:ext cx="2133360" cy="56556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E6493AC7-DD0C-EC4D-89B4-FAF5DB28FD0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012448" y="6062841"/>
                  <a:ext cx="214560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D0AD6940-CB39-2D11-094F-348181D8E442}"/>
                    </a:ext>
                  </a:extLst>
                </p14:cNvPr>
                <p14:cNvContentPartPr/>
                <p14:nvPr/>
              </p14:nvContentPartPr>
              <p14:xfrm>
                <a:off x="6034048" y="5975721"/>
                <a:ext cx="2266560" cy="54720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D0AD6940-CB39-2D11-094F-348181D8E44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027928" y="5969601"/>
                  <a:ext cx="2278800" cy="55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63276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F1B4F-A659-68AA-E08B-E9635BD81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0AE230C-9EBF-F5F6-E516-22E90D8B4D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39" y="1833871"/>
            <a:ext cx="2828861" cy="1195080"/>
          </a:xfrm>
        </p:spPr>
      </p:pic>
    </p:spTree>
    <p:extLst>
      <p:ext uri="{BB962C8B-B14F-4D97-AF65-F5344CB8AC3E}">
        <p14:creationId xmlns:p14="http://schemas.microsoft.com/office/powerpoint/2010/main" val="3614138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90719-AA8F-BC5A-BCBA-01421E5DE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7C5BF78-B9CC-1565-86D5-1934E9D9A6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96" y="1690688"/>
            <a:ext cx="4260643" cy="3439256"/>
          </a:xfrm>
        </p:spPr>
      </p:pic>
      <p:grpSp>
        <p:nvGrpSpPr>
          <p:cNvPr id="17" name="Agrupar 16">
            <a:extLst>
              <a:ext uri="{FF2B5EF4-FFF2-40B4-BE49-F238E27FC236}">
                <a16:creationId xmlns:a16="http://schemas.microsoft.com/office/drawing/2014/main" id="{679D7A22-3186-E3B5-3984-8003714453E6}"/>
              </a:ext>
            </a:extLst>
          </p:cNvPr>
          <p:cNvGrpSpPr/>
          <p:nvPr/>
        </p:nvGrpSpPr>
        <p:grpSpPr>
          <a:xfrm>
            <a:off x="5026408" y="1871721"/>
            <a:ext cx="1785240" cy="441360"/>
            <a:chOff x="5026408" y="1871721"/>
            <a:chExt cx="1785240" cy="44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883397DD-DC87-A585-F7AF-22B9AA633475}"/>
                    </a:ext>
                  </a:extLst>
                </p14:cNvPr>
                <p14:cNvContentPartPr/>
                <p14:nvPr/>
              </p14:nvContentPartPr>
              <p14:xfrm>
                <a:off x="5026408" y="1871721"/>
                <a:ext cx="466560" cy="42408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883397DD-DC87-A585-F7AF-22B9AA63347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20288" y="1865601"/>
                  <a:ext cx="47880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77CFD770-8ADB-0559-C4D5-1BA1B1DC7DBF}"/>
                    </a:ext>
                  </a:extLst>
                </p14:cNvPr>
                <p14:cNvContentPartPr/>
                <p14:nvPr/>
              </p14:nvContentPartPr>
              <p14:xfrm>
                <a:off x="5121088" y="1990881"/>
                <a:ext cx="315360" cy="4212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77CFD770-8ADB-0559-C4D5-1BA1B1DC7DB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14968" y="1984761"/>
                  <a:ext cx="3276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87117E0B-42A5-DEBC-7178-42778C624AD2}"/>
                    </a:ext>
                  </a:extLst>
                </p14:cNvPr>
                <p14:cNvContentPartPr/>
                <p14:nvPr/>
              </p14:nvContentPartPr>
              <p14:xfrm>
                <a:off x="5691328" y="2153961"/>
                <a:ext cx="128880" cy="11736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87117E0B-42A5-DEBC-7178-42778C624AD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85208" y="2147841"/>
                  <a:ext cx="1411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2377CAD8-7075-A2DB-E2C6-723EFDD0AB2A}"/>
                    </a:ext>
                  </a:extLst>
                </p14:cNvPr>
                <p14:cNvContentPartPr/>
                <p14:nvPr/>
              </p14:nvContentPartPr>
              <p14:xfrm>
                <a:off x="6018928" y="2047761"/>
                <a:ext cx="80280" cy="4752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2377CAD8-7075-A2DB-E2C6-723EFDD0AB2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12808" y="2041641"/>
                  <a:ext cx="925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77BD1B75-A842-A48A-7DA9-75B0FBB311C0}"/>
                    </a:ext>
                  </a:extLst>
                </p14:cNvPr>
                <p14:cNvContentPartPr/>
                <p14:nvPr/>
              </p14:nvContentPartPr>
              <p14:xfrm>
                <a:off x="6054208" y="2189241"/>
                <a:ext cx="138960" cy="12168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77BD1B75-A842-A48A-7DA9-75B0FBB311C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48088" y="2183121"/>
                  <a:ext cx="151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56518B28-8E57-C5DA-021C-EA4C6B03F3D0}"/>
                    </a:ext>
                  </a:extLst>
                </p14:cNvPr>
                <p14:cNvContentPartPr/>
                <p14:nvPr/>
              </p14:nvContentPartPr>
              <p14:xfrm>
                <a:off x="6333568" y="2238921"/>
                <a:ext cx="281160" cy="7416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56518B28-8E57-C5DA-021C-EA4C6B03F3D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27448" y="2232801"/>
                  <a:ext cx="2934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B4A9BD01-DE78-1873-437B-D48E4497A6B8}"/>
                    </a:ext>
                  </a:extLst>
                </p14:cNvPr>
                <p14:cNvContentPartPr/>
                <p14:nvPr/>
              </p14:nvContentPartPr>
              <p14:xfrm>
                <a:off x="6693568" y="2221281"/>
                <a:ext cx="118080" cy="8208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B4A9BD01-DE78-1873-437B-D48E4497A6B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87448" y="2215161"/>
                  <a:ext cx="13032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A0985AEE-EAA1-783E-52E7-D2AAB5CBB283}"/>
              </a:ext>
            </a:extLst>
          </p:cNvPr>
          <p:cNvGrpSpPr/>
          <p:nvPr/>
        </p:nvGrpSpPr>
        <p:grpSpPr>
          <a:xfrm>
            <a:off x="7055368" y="1993041"/>
            <a:ext cx="708120" cy="273240"/>
            <a:chOff x="7055368" y="1993041"/>
            <a:chExt cx="708120" cy="27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CA225779-EC5B-585C-4912-D4E55305A8E1}"/>
                    </a:ext>
                  </a:extLst>
                </p14:cNvPr>
                <p14:cNvContentPartPr/>
                <p14:nvPr/>
              </p14:nvContentPartPr>
              <p14:xfrm>
                <a:off x="7055368" y="1993041"/>
                <a:ext cx="129960" cy="27324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CA225779-EC5B-585C-4912-D4E55305A8E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49248" y="1986921"/>
                  <a:ext cx="1422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0B1BA39C-D698-8A6D-AB3D-BE50DCFE9F84}"/>
                    </a:ext>
                  </a:extLst>
                </p14:cNvPr>
                <p14:cNvContentPartPr/>
                <p14:nvPr/>
              </p14:nvContentPartPr>
              <p14:xfrm>
                <a:off x="7202248" y="2158641"/>
                <a:ext cx="145800" cy="10548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0B1BA39C-D698-8A6D-AB3D-BE50DCFE9F8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196128" y="2152521"/>
                  <a:ext cx="1580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97A282B7-1EEC-5B15-ECDD-9C441472A05A}"/>
                    </a:ext>
                  </a:extLst>
                </p14:cNvPr>
                <p14:cNvContentPartPr/>
                <p14:nvPr/>
              </p14:nvContentPartPr>
              <p14:xfrm>
                <a:off x="7488448" y="2121561"/>
                <a:ext cx="275040" cy="11412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97A282B7-1EEC-5B15-ECDD-9C441472A05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482328" y="2115441"/>
                  <a:ext cx="287280" cy="12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74E69D39-1103-5B5C-9EFF-E25A90E46B6F}"/>
                  </a:ext>
                </a:extLst>
              </p14:cNvPr>
              <p14:cNvContentPartPr/>
              <p14:nvPr/>
            </p14:nvContentPartPr>
            <p14:xfrm>
              <a:off x="5188408" y="2747241"/>
              <a:ext cx="142920" cy="68040"/>
            </p14:xfrm>
          </p:contentPart>
        </mc:Choice>
        <mc:Fallback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74E69D39-1103-5B5C-9EFF-E25A90E46B6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182288" y="2741121"/>
                <a:ext cx="155160" cy="8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Agrupar 31">
            <a:extLst>
              <a:ext uri="{FF2B5EF4-FFF2-40B4-BE49-F238E27FC236}">
                <a16:creationId xmlns:a16="http://schemas.microsoft.com/office/drawing/2014/main" id="{B4A5FA0D-ED49-45B2-79E1-A688E826FC6A}"/>
              </a:ext>
            </a:extLst>
          </p:cNvPr>
          <p:cNvGrpSpPr/>
          <p:nvPr/>
        </p:nvGrpSpPr>
        <p:grpSpPr>
          <a:xfrm>
            <a:off x="5645968" y="2647521"/>
            <a:ext cx="1492560" cy="259200"/>
            <a:chOff x="5645968" y="2647521"/>
            <a:chExt cx="1492560" cy="25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AE9E4DF5-413F-9655-6B31-9ABE2685D355}"/>
                    </a:ext>
                  </a:extLst>
                </p14:cNvPr>
                <p14:cNvContentPartPr/>
                <p14:nvPr/>
              </p14:nvContentPartPr>
              <p14:xfrm>
                <a:off x="5645968" y="2647521"/>
                <a:ext cx="302760" cy="20196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AE9E4DF5-413F-9655-6B31-9ABE2685D35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39848" y="2641401"/>
                  <a:ext cx="315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FBB9300C-51DA-760D-46F9-4A8C59473DEB}"/>
                    </a:ext>
                  </a:extLst>
                </p14:cNvPr>
                <p14:cNvContentPartPr/>
                <p14:nvPr/>
              </p14:nvContentPartPr>
              <p14:xfrm>
                <a:off x="5994808" y="2780721"/>
                <a:ext cx="176400" cy="8316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FBB9300C-51DA-760D-46F9-4A8C59473DE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988688" y="2774601"/>
                  <a:ext cx="1886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3C37473B-1A36-536D-AE94-9FA173B5CC9B}"/>
                    </a:ext>
                  </a:extLst>
                </p14:cNvPr>
                <p14:cNvContentPartPr/>
                <p14:nvPr/>
              </p14:nvContentPartPr>
              <p14:xfrm>
                <a:off x="6345088" y="2779281"/>
                <a:ext cx="234000" cy="7164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3C37473B-1A36-536D-AE94-9FA173B5CC9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38968" y="2773161"/>
                  <a:ext cx="246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E4BFA4FC-0B55-3CBE-8C4F-3EFC30CF2250}"/>
                    </a:ext>
                  </a:extLst>
                </p14:cNvPr>
                <p14:cNvContentPartPr/>
                <p14:nvPr/>
              </p14:nvContentPartPr>
              <p14:xfrm>
                <a:off x="6682048" y="2789361"/>
                <a:ext cx="129960" cy="11088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E4BFA4FC-0B55-3CBE-8C4F-3EFC30CF225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75928" y="2783241"/>
                  <a:ext cx="1422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647A07D4-4FFB-FF37-8BE0-D46AB2A24EEB}"/>
                    </a:ext>
                  </a:extLst>
                </p14:cNvPr>
                <p14:cNvContentPartPr/>
                <p14:nvPr/>
              </p14:nvContentPartPr>
              <p14:xfrm>
                <a:off x="6847648" y="2825361"/>
                <a:ext cx="91080" cy="5796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647A07D4-4FFB-FF37-8BE0-D46AB2A24EE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841528" y="2819241"/>
                  <a:ext cx="1033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B5030029-D5A6-2E40-4BBC-F0D87D33A3A6}"/>
                    </a:ext>
                  </a:extLst>
                </p14:cNvPr>
                <p14:cNvContentPartPr/>
                <p14:nvPr/>
              </p14:nvContentPartPr>
              <p14:xfrm>
                <a:off x="7067248" y="2789001"/>
                <a:ext cx="71280" cy="11772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B5030029-D5A6-2E40-4BBC-F0D87D33A3A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061128" y="2782881"/>
                  <a:ext cx="8352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A8BB2E17-B71D-6E51-34FA-4D2B831147F1}"/>
              </a:ext>
            </a:extLst>
          </p:cNvPr>
          <p:cNvGrpSpPr/>
          <p:nvPr/>
        </p:nvGrpSpPr>
        <p:grpSpPr>
          <a:xfrm>
            <a:off x="7346248" y="2764161"/>
            <a:ext cx="1215360" cy="289800"/>
            <a:chOff x="7346248" y="2764161"/>
            <a:chExt cx="1215360" cy="2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CEF53292-631E-3A29-4A10-3E4F7E7B385B}"/>
                    </a:ext>
                  </a:extLst>
                </p14:cNvPr>
                <p14:cNvContentPartPr/>
                <p14:nvPr/>
              </p14:nvContentPartPr>
              <p14:xfrm>
                <a:off x="7346248" y="2796201"/>
                <a:ext cx="187200" cy="13896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CEF53292-631E-3A29-4A10-3E4F7E7B385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340128" y="2790081"/>
                  <a:ext cx="1994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E49248B1-D4DE-E15A-7825-4F99DEAF357E}"/>
                    </a:ext>
                  </a:extLst>
                </p14:cNvPr>
                <p14:cNvContentPartPr/>
                <p14:nvPr/>
              </p14:nvContentPartPr>
              <p14:xfrm>
                <a:off x="7709488" y="2778921"/>
                <a:ext cx="150840" cy="14076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E49248B1-D4DE-E15A-7825-4F99DEAF357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703368" y="2772801"/>
                  <a:ext cx="1630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CAD39B1A-D91D-8C05-E844-F6FC1A97B5F9}"/>
                    </a:ext>
                  </a:extLst>
                </p14:cNvPr>
                <p14:cNvContentPartPr/>
                <p14:nvPr/>
              </p14:nvContentPartPr>
              <p14:xfrm>
                <a:off x="7966168" y="2813481"/>
                <a:ext cx="185760" cy="10008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CAD39B1A-D91D-8C05-E844-F6FC1A97B5F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960048" y="2807361"/>
                  <a:ext cx="1980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0955C12B-F1B6-5F68-714B-8F368F3EC557}"/>
                    </a:ext>
                  </a:extLst>
                </p14:cNvPr>
                <p14:cNvContentPartPr/>
                <p14:nvPr/>
              </p14:nvContentPartPr>
              <p14:xfrm>
                <a:off x="7965448" y="2939841"/>
                <a:ext cx="70920" cy="11412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0955C12B-F1B6-5F68-714B-8F368F3EC55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959328" y="2933721"/>
                  <a:ext cx="831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EB5D1122-BF22-1661-F244-74F48B6CD93E}"/>
                    </a:ext>
                  </a:extLst>
                </p14:cNvPr>
                <p14:cNvContentPartPr/>
                <p14:nvPr/>
              </p14:nvContentPartPr>
              <p14:xfrm>
                <a:off x="8151208" y="2764161"/>
                <a:ext cx="164880" cy="20880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EB5D1122-BF22-1661-F244-74F48B6CD93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145088" y="2758041"/>
                  <a:ext cx="177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D0EAA762-DB2F-B7C2-9D23-D49DC96D84B4}"/>
                    </a:ext>
                  </a:extLst>
                </p14:cNvPr>
                <p14:cNvContentPartPr/>
                <p14:nvPr/>
              </p14:nvContentPartPr>
              <p14:xfrm>
                <a:off x="8351008" y="2850201"/>
                <a:ext cx="210600" cy="10332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D0EAA762-DB2F-B7C2-9D23-D49DC96D84B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344888" y="2844081"/>
                  <a:ext cx="22284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38BAFC28-6724-0FE0-EB3B-33016933DAB3}"/>
              </a:ext>
            </a:extLst>
          </p:cNvPr>
          <p:cNvGrpSpPr/>
          <p:nvPr/>
        </p:nvGrpSpPr>
        <p:grpSpPr>
          <a:xfrm>
            <a:off x="8979568" y="2587761"/>
            <a:ext cx="455760" cy="452520"/>
            <a:chOff x="8979568" y="2587761"/>
            <a:chExt cx="455760" cy="45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B215969B-57DC-764A-849C-F4DD5306B726}"/>
                    </a:ext>
                  </a:extLst>
                </p14:cNvPr>
                <p14:cNvContentPartPr/>
                <p14:nvPr/>
              </p14:nvContentPartPr>
              <p14:xfrm>
                <a:off x="8979568" y="2587761"/>
                <a:ext cx="270000" cy="45252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B215969B-57DC-764A-849C-F4DD5306B72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973448" y="2581641"/>
                  <a:ext cx="28224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8EE9E7DA-E151-752D-59EC-59042DFE3BCA}"/>
                    </a:ext>
                  </a:extLst>
                </p14:cNvPr>
                <p14:cNvContentPartPr/>
                <p14:nvPr/>
              </p14:nvContentPartPr>
              <p14:xfrm>
                <a:off x="9248488" y="2885121"/>
                <a:ext cx="186840" cy="8496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8EE9E7DA-E151-752D-59EC-59042DFE3BC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242368" y="2879001"/>
                  <a:ext cx="19908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020E68F-392F-CDA7-B48D-68D4B83214C6}"/>
              </a:ext>
            </a:extLst>
          </p:cNvPr>
          <p:cNvGrpSpPr/>
          <p:nvPr/>
        </p:nvGrpSpPr>
        <p:grpSpPr>
          <a:xfrm>
            <a:off x="9772288" y="2835801"/>
            <a:ext cx="1646280" cy="342360"/>
            <a:chOff x="9772288" y="2835801"/>
            <a:chExt cx="1646280" cy="3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27AFD2E1-1B85-8315-0559-DF671D36147C}"/>
                    </a:ext>
                  </a:extLst>
                </p14:cNvPr>
                <p14:cNvContentPartPr/>
                <p14:nvPr/>
              </p14:nvContentPartPr>
              <p14:xfrm>
                <a:off x="9772288" y="2850921"/>
                <a:ext cx="210960" cy="11412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27AFD2E1-1B85-8315-0559-DF671D36147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766168" y="2844801"/>
                  <a:ext cx="2232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7D487A4C-97E0-F54D-162F-2D0B034C9806}"/>
                    </a:ext>
                  </a:extLst>
                </p14:cNvPr>
                <p14:cNvContentPartPr/>
                <p14:nvPr/>
              </p14:nvContentPartPr>
              <p14:xfrm>
                <a:off x="10111768" y="2857761"/>
                <a:ext cx="205560" cy="8712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7D487A4C-97E0-F54D-162F-2D0B034C980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105648" y="2851641"/>
                  <a:ext cx="217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0C274108-3758-3373-553A-8CD9E13DEB33}"/>
                    </a:ext>
                  </a:extLst>
                </p14:cNvPr>
                <p14:cNvContentPartPr/>
                <p14:nvPr/>
              </p14:nvContentPartPr>
              <p14:xfrm>
                <a:off x="10360528" y="2888361"/>
                <a:ext cx="87480" cy="9684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0C274108-3758-3373-553A-8CD9E13DEB3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354408" y="2882241"/>
                  <a:ext cx="997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26297B25-F412-F912-3860-D965A4693D4C}"/>
                    </a:ext>
                  </a:extLst>
                </p14:cNvPr>
                <p14:cNvContentPartPr/>
                <p14:nvPr/>
              </p14:nvContentPartPr>
              <p14:xfrm>
                <a:off x="10448008" y="2877921"/>
                <a:ext cx="118080" cy="11952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26297B25-F412-F912-3860-D965A4693D4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441888" y="2871801"/>
                  <a:ext cx="1303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152F1598-1483-CF50-0D69-A8E9832665F0}"/>
                    </a:ext>
                  </a:extLst>
                </p14:cNvPr>
                <p14:cNvContentPartPr/>
                <p14:nvPr/>
              </p14:nvContentPartPr>
              <p14:xfrm>
                <a:off x="10613968" y="2898441"/>
                <a:ext cx="243720" cy="27972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152F1598-1483-CF50-0D69-A8E9832665F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607848" y="2892321"/>
                  <a:ext cx="2559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FAE9531D-2E0B-F8AC-2EBB-E6B61C3D6445}"/>
                    </a:ext>
                  </a:extLst>
                </p14:cNvPr>
                <p14:cNvContentPartPr/>
                <p14:nvPr/>
              </p14:nvContentPartPr>
              <p14:xfrm>
                <a:off x="10998088" y="2890521"/>
                <a:ext cx="33120" cy="13896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FAE9531D-2E0B-F8AC-2EBB-E6B61C3D644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991968" y="2884401"/>
                  <a:ext cx="453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762CCC52-2AF4-9395-7967-20D17EE93496}"/>
                    </a:ext>
                  </a:extLst>
                </p14:cNvPr>
                <p14:cNvContentPartPr/>
                <p14:nvPr/>
              </p14:nvContentPartPr>
              <p14:xfrm>
                <a:off x="11160448" y="2835801"/>
                <a:ext cx="12240" cy="3492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762CCC52-2AF4-9395-7967-20D17EE9349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154328" y="2829681"/>
                  <a:ext cx="244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A8E6DB7D-47FE-D860-2FE1-87DB7B12CA38}"/>
                    </a:ext>
                  </a:extLst>
                </p14:cNvPr>
                <p14:cNvContentPartPr/>
                <p14:nvPr/>
              </p14:nvContentPartPr>
              <p14:xfrm>
                <a:off x="11183848" y="2882241"/>
                <a:ext cx="234720" cy="20664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A8E6DB7D-47FE-D860-2FE1-87DB7B12CA3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177728" y="2876121"/>
                  <a:ext cx="246960" cy="21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767A0ED7-1AFC-6990-E711-0EDD5610073D}"/>
                  </a:ext>
                </a:extLst>
              </p14:cNvPr>
              <p14:cNvContentPartPr/>
              <p14:nvPr/>
            </p14:nvContentPartPr>
            <p14:xfrm>
              <a:off x="5795728" y="2979801"/>
              <a:ext cx="235440" cy="238680"/>
            </p14:xfrm>
          </p:contentPart>
        </mc:Choice>
        <mc:Fallback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767A0ED7-1AFC-6990-E711-0EDD5610073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789608" y="2973681"/>
                <a:ext cx="247680" cy="25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0F57A88-20E8-85E1-6D58-A5F02273E752}"/>
              </a:ext>
            </a:extLst>
          </p:cNvPr>
          <p:cNvGrpSpPr/>
          <p:nvPr/>
        </p:nvGrpSpPr>
        <p:grpSpPr>
          <a:xfrm>
            <a:off x="6496288" y="3251601"/>
            <a:ext cx="1166400" cy="516600"/>
            <a:chOff x="6496288" y="3251601"/>
            <a:chExt cx="1166400" cy="51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A5AC9674-2538-CB3C-559A-507B9DFBBE4D}"/>
                    </a:ext>
                  </a:extLst>
                </p14:cNvPr>
                <p14:cNvContentPartPr/>
                <p14:nvPr/>
              </p14:nvContentPartPr>
              <p14:xfrm>
                <a:off x="6496288" y="3251601"/>
                <a:ext cx="315360" cy="23148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A5AC9674-2538-CB3C-559A-507B9DFBBE4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490168" y="3245481"/>
                  <a:ext cx="3276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0F9DF939-43A3-A17E-E5AB-03B5ECE6754A}"/>
                    </a:ext>
                  </a:extLst>
                </p14:cNvPr>
                <p14:cNvContentPartPr/>
                <p14:nvPr/>
              </p14:nvContentPartPr>
              <p14:xfrm>
                <a:off x="7008928" y="3482361"/>
                <a:ext cx="233280" cy="5724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0F9DF939-43A3-A17E-E5AB-03B5ECE6754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002808" y="3476241"/>
                  <a:ext cx="2455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079F39AB-A680-88E2-9576-5C5D8DFF89E0}"/>
                    </a:ext>
                  </a:extLst>
                </p14:cNvPr>
                <p14:cNvContentPartPr/>
                <p14:nvPr/>
              </p14:nvContentPartPr>
              <p14:xfrm>
                <a:off x="7229608" y="3534201"/>
                <a:ext cx="141840" cy="4320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079F39AB-A680-88E2-9576-5C5D8DFF89E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223488" y="3528081"/>
                  <a:ext cx="1540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34EF1F48-D1E7-5D5B-B9B0-E99523CFC803}"/>
                    </a:ext>
                  </a:extLst>
                </p14:cNvPr>
                <p14:cNvContentPartPr/>
                <p14:nvPr/>
              </p14:nvContentPartPr>
              <p14:xfrm>
                <a:off x="7346968" y="3640761"/>
                <a:ext cx="32040" cy="864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34EF1F48-D1E7-5D5B-B9B0-E99523CFC80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340848" y="3634641"/>
                  <a:ext cx="442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E4EDB848-2372-7407-5E9B-E010D761B72F}"/>
                    </a:ext>
                  </a:extLst>
                </p14:cNvPr>
                <p14:cNvContentPartPr/>
                <p14:nvPr/>
              </p14:nvContentPartPr>
              <p14:xfrm>
                <a:off x="7347688" y="3555081"/>
                <a:ext cx="117360" cy="3960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E4EDB848-2372-7407-5E9B-E010D761B72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341568" y="3548961"/>
                  <a:ext cx="129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C973CA1E-3B29-8838-B35E-4507A52A9A78}"/>
                    </a:ext>
                  </a:extLst>
                </p14:cNvPr>
                <p14:cNvContentPartPr/>
                <p14:nvPr/>
              </p14:nvContentPartPr>
              <p14:xfrm>
                <a:off x="7417888" y="3653361"/>
                <a:ext cx="151560" cy="11484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C973CA1E-3B29-8838-B35E-4507A52A9A7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411768" y="3647241"/>
                  <a:ext cx="163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F21EE792-3373-B8D3-24DB-EE1EE5E3E1A3}"/>
                    </a:ext>
                  </a:extLst>
                </p14:cNvPr>
                <p14:cNvContentPartPr/>
                <p14:nvPr/>
              </p14:nvContentPartPr>
              <p14:xfrm>
                <a:off x="7453168" y="3695841"/>
                <a:ext cx="209520" cy="2520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F21EE792-3373-B8D3-24DB-EE1EE5E3E1A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447048" y="3689721"/>
                  <a:ext cx="22176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4199DC71-12A2-D6B9-1FA7-535BAF074E90}"/>
              </a:ext>
            </a:extLst>
          </p:cNvPr>
          <p:cNvGrpSpPr/>
          <p:nvPr/>
        </p:nvGrpSpPr>
        <p:grpSpPr>
          <a:xfrm>
            <a:off x="7894888" y="3460041"/>
            <a:ext cx="385920" cy="109800"/>
            <a:chOff x="7894888" y="3460041"/>
            <a:chExt cx="385920" cy="10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8E3D3173-5724-FBE6-EC34-3AF4F66CF048}"/>
                    </a:ext>
                  </a:extLst>
                </p14:cNvPr>
                <p14:cNvContentPartPr/>
                <p14:nvPr/>
              </p14:nvContentPartPr>
              <p14:xfrm>
                <a:off x="8061568" y="3460041"/>
                <a:ext cx="195840" cy="1764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8E3D3173-5724-FBE6-EC34-3AF4F66CF04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055448" y="3453921"/>
                  <a:ext cx="208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76170B05-1C6E-5AE0-BCF8-CA6B8248A836}"/>
                    </a:ext>
                  </a:extLst>
                </p14:cNvPr>
                <p14:cNvContentPartPr/>
                <p14:nvPr/>
              </p14:nvContentPartPr>
              <p14:xfrm>
                <a:off x="7894888" y="3544641"/>
                <a:ext cx="385920" cy="2520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76170B05-1C6E-5AE0-BCF8-CA6B8248A83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888768" y="3538521"/>
                  <a:ext cx="39816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05590C4A-3052-B7E5-0A21-154E1B633036}"/>
              </a:ext>
            </a:extLst>
          </p:cNvPr>
          <p:cNvGrpSpPr/>
          <p:nvPr/>
        </p:nvGrpSpPr>
        <p:grpSpPr>
          <a:xfrm>
            <a:off x="8686888" y="3379401"/>
            <a:ext cx="923040" cy="380880"/>
            <a:chOff x="8686888" y="3379401"/>
            <a:chExt cx="923040" cy="38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0096D2E2-6D04-06AE-E94F-22D7482A9D2A}"/>
                    </a:ext>
                  </a:extLst>
                </p14:cNvPr>
                <p14:cNvContentPartPr/>
                <p14:nvPr/>
              </p14:nvContentPartPr>
              <p14:xfrm>
                <a:off x="8686888" y="3379401"/>
                <a:ext cx="322560" cy="21996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0096D2E2-6D04-06AE-E94F-22D7482A9D2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680768" y="3373281"/>
                  <a:ext cx="3348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F618CE34-6BC2-7B71-FDDB-67B32866CEED}"/>
                    </a:ext>
                  </a:extLst>
                </p14:cNvPr>
                <p14:cNvContentPartPr/>
                <p14:nvPr/>
              </p14:nvContentPartPr>
              <p14:xfrm>
                <a:off x="9060568" y="3583881"/>
                <a:ext cx="257040" cy="8748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F618CE34-6BC2-7B71-FDDB-67B32866CEE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054448" y="3577761"/>
                  <a:ext cx="2692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5DAB9613-5391-20E5-8ED7-F40670AA27C6}"/>
                    </a:ext>
                  </a:extLst>
                </p14:cNvPr>
                <p14:cNvContentPartPr/>
                <p14:nvPr/>
              </p14:nvContentPartPr>
              <p14:xfrm>
                <a:off x="9364768" y="3605841"/>
                <a:ext cx="93960" cy="11304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5DAB9613-5391-20E5-8ED7-F40670AA27C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358648" y="3599721"/>
                  <a:ext cx="1062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7A136808-1F47-0EAC-8DFB-69B5200173A7}"/>
                    </a:ext>
                  </a:extLst>
                </p14:cNvPr>
                <p14:cNvContentPartPr/>
                <p14:nvPr/>
              </p14:nvContentPartPr>
              <p14:xfrm>
                <a:off x="9509488" y="3658761"/>
                <a:ext cx="100440" cy="10152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7A136808-1F47-0EAC-8DFB-69B5200173A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503368" y="3652641"/>
                  <a:ext cx="112680" cy="11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64" name="Tinta 63">
                <a:extLst>
                  <a:ext uri="{FF2B5EF4-FFF2-40B4-BE49-F238E27FC236}">
                    <a16:creationId xmlns:a16="http://schemas.microsoft.com/office/drawing/2014/main" id="{D6DDB981-D29A-3354-6BFA-D65CFBEAA59A}"/>
                  </a:ext>
                </a:extLst>
              </p14:cNvPr>
              <p14:cNvContentPartPr/>
              <p14:nvPr/>
            </p14:nvContentPartPr>
            <p14:xfrm>
              <a:off x="9352528" y="3891681"/>
              <a:ext cx="325800" cy="175320"/>
            </p14:xfrm>
          </p:contentPart>
        </mc:Choice>
        <mc:Fallback>
          <p:pic>
            <p:nvPicPr>
              <p:cNvPr id="64" name="Tinta 63">
                <a:extLst>
                  <a:ext uri="{FF2B5EF4-FFF2-40B4-BE49-F238E27FC236}">
                    <a16:creationId xmlns:a16="http://schemas.microsoft.com/office/drawing/2014/main" id="{D6DDB981-D29A-3354-6BFA-D65CFBEAA59A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346408" y="3885561"/>
                <a:ext cx="33804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66" name="Tinta 65">
                <a:extLst>
                  <a:ext uri="{FF2B5EF4-FFF2-40B4-BE49-F238E27FC236}">
                    <a16:creationId xmlns:a16="http://schemas.microsoft.com/office/drawing/2014/main" id="{C9AACAD8-A46C-D448-3255-5764D332D70D}"/>
                  </a:ext>
                </a:extLst>
              </p14:cNvPr>
              <p14:cNvContentPartPr/>
              <p14:nvPr/>
            </p14:nvContentPartPr>
            <p14:xfrm>
              <a:off x="5084368" y="4120641"/>
              <a:ext cx="105480" cy="100800"/>
            </p14:xfrm>
          </p:contentPart>
        </mc:Choice>
        <mc:Fallback>
          <p:pic>
            <p:nvPicPr>
              <p:cNvPr id="66" name="Tinta 65">
                <a:extLst>
                  <a:ext uri="{FF2B5EF4-FFF2-40B4-BE49-F238E27FC236}">
                    <a16:creationId xmlns:a16="http://schemas.microsoft.com/office/drawing/2014/main" id="{C9AACAD8-A46C-D448-3255-5764D332D70D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5078248" y="4114521"/>
                <a:ext cx="117720" cy="11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Agrupar 75">
            <a:extLst>
              <a:ext uri="{FF2B5EF4-FFF2-40B4-BE49-F238E27FC236}">
                <a16:creationId xmlns:a16="http://schemas.microsoft.com/office/drawing/2014/main" id="{8B51C86D-E6EA-AF1D-CC6D-95CD0F92B4F3}"/>
              </a:ext>
            </a:extLst>
          </p:cNvPr>
          <p:cNvGrpSpPr/>
          <p:nvPr/>
        </p:nvGrpSpPr>
        <p:grpSpPr>
          <a:xfrm>
            <a:off x="5621848" y="3970521"/>
            <a:ext cx="1307880" cy="448560"/>
            <a:chOff x="5621848" y="3970521"/>
            <a:chExt cx="1307880" cy="44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AD8406FF-37DF-09C4-E839-0D6DA8254423}"/>
                    </a:ext>
                  </a:extLst>
                </p14:cNvPr>
                <p14:cNvContentPartPr/>
                <p14:nvPr/>
              </p14:nvContentPartPr>
              <p14:xfrm>
                <a:off x="5621848" y="3970521"/>
                <a:ext cx="141480" cy="27576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AD8406FF-37DF-09C4-E839-0D6DA825442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615728" y="3964401"/>
                  <a:ext cx="1537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5774A0B0-0C24-7D9C-AD49-9A6D29322CEB}"/>
                    </a:ext>
                  </a:extLst>
                </p14:cNvPr>
                <p14:cNvContentPartPr/>
                <p14:nvPr/>
              </p14:nvContentPartPr>
              <p14:xfrm>
                <a:off x="5726968" y="4089321"/>
                <a:ext cx="104400" cy="1296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5774A0B0-0C24-7D9C-AD49-9A6D29322CE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720848" y="4083201"/>
                  <a:ext cx="1166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15C4EE54-A7A1-7879-2D56-F1958708C3CB}"/>
                    </a:ext>
                  </a:extLst>
                </p14:cNvPr>
                <p14:cNvContentPartPr/>
                <p14:nvPr/>
              </p14:nvContentPartPr>
              <p14:xfrm>
                <a:off x="5925328" y="4221441"/>
                <a:ext cx="173520" cy="7452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15C4EE54-A7A1-7879-2D56-F1958708C3C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919208" y="4215321"/>
                  <a:ext cx="185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EA32A6AB-E8CE-5635-B35B-17F402F26566}"/>
                    </a:ext>
                  </a:extLst>
                </p14:cNvPr>
                <p14:cNvContentPartPr/>
                <p14:nvPr/>
              </p14:nvContentPartPr>
              <p14:xfrm>
                <a:off x="6251128" y="4261041"/>
                <a:ext cx="128160" cy="5472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EA32A6AB-E8CE-5635-B35B-17F402F2656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245008" y="4254921"/>
                  <a:ext cx="140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8E679805-0971-9D75-58C3-8AB92894DEB2}"/>
                    </a:ext>
                  </a:extLst>
                </p14:cNvPr>
                <p14:cNvContentPartPr/>
                <p14:nvPr/>
              </p14:nvContentPartPr>
              <p14:xfrm>
                <a:off x="6543088" y="4257801"/>
                <a:ext cx="104040" cy="6840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8E679805-0971-9D75-58C3-8AB92894DEB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536968" y="4251681"/>
                  <a:ext cx="1162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EFE34A53-2AFD-E13B-F360-A876A9A67DAB}"/>
                    </a:ext>
                  </a:extLst>
                </p14:cNvPr>
                <p14:cNvContentPartPr/>
                <p14:nvPr/>
              </p14:nvContentPartPr>
              <p14:xfrm>
                <a:off x="6613648" y="4361841"/>
                <a:ext cx="45000" cy="5724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EFE34A53-2AFD-E13B-F360-A876A9A67DA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607528" y="4355721"/>
                  <a:ext cx="57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D60619D9-1A59-146A-C27E-05DE70A14435}"/>
                    </a:ext>
                  </a:extLst>
                </p14:cNvPr>
                <p14:cNvContentPartPr/>
                <p14:nvPr/>
              </p14:nvContentPartPr>
              <p14:xfrm>
                <a:off x="6811288" y="4293081"/>
                <a:ext cx="118440" cy="9216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D60619D9-1A59-146A-C27E-05DE70A1443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805168" y="4286961"/>
                  <a:ext cx="13068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12FAE8FB-3925-B461-4331-89813C27E875}"/>
              </a:ext>
            </a:extLst>
          </p:cNvPr>
          <p:cNvGrpSpPr/>
          <p:nvPr/>
        </p:nvGrpSpPr>
        <p:grpSpPr>
          <a:xfrm>
            <a:off x="7264888" y="4333401"/>
            <a:ext cx="492480" cy="178920"/>
            <a:chOff x="7264888" y="4333401"/>
            <a:chExt cx="492480" cy="17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243F4CF6-85DC-5E4B-F263-20491A9AFB8F}"/>
                    </a:ext>
                  </a:extLst>
                </p14:cNvPr>
                <p14:cNvContentPartPr/>
                <p14:nvPr/>
              </p14:nvContentPartPr>
              <p14:xfrm>
                <a:off x="7264888" y="4333401"/>
                <a:ext cx="153360" cy="9828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243F4CF6-85DC-5E4B-F263-20491A9AFB8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258768" y="4327281"/>
                  <a:ext cx="1656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64FDE597-C3EF-A588-6983-3B6E8C689184}"/>
                    </a:ext>
                  </a:extLst>
                </p14:cNvPr>
                <p14:cNvContentPartPr/>
                <p14:nvPr/>
              </p14:nvContentPartPr>
              <p14:xfrm>
                <a:off x="7534168" y="4360401"/>
                <a:ext cx="223200" cy="15192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64FDE597-C3EF-A588-6983-3B6E8C68918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528048" y="4354281"/>
                  <a:ext cx="23544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451003F2-C0B8-FCC8-6EC3-227550148FC1}"/>
              </a:ext>
            </a:extLst>
          </p:cNvPr>
          <p:cNvGrpSpPr/>
          <p:nvPr/>
        </p:nvGrpSpPr>
        <p:grpSpPr>
          <a:xfrm>
            <a:off x="7976248" y="4221081"/>
            <a:ext cx="1656360" cy="465840"/>
            <a:chOff x="7976248" y="4221081"/>
            <a:chExt cx="1656360" cy="46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0D500DBB-1BB6-5ED7-5D38-8E7C49C125DE}"/>
                    </a:ext>
                  </a:extLst>
                </p14:cNvPr>
                <p14:cNvContentPartPr/>
                <p14:nvPr/>
              </p14:nvContentPartPr>
              <p14:xfrm>
                <a:off x="7976248" y="4385961"/>
                <a:ext cx="281160" cy="7596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0D500DBB-1BB6-5ED7-5D38-8E7C49C125D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970128" y="4379841"/>
                  <a:ext cx="2934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30E302E0-6D4F-13F1-31F5-A149376D7E6E}"/>
                    </a:ext>
                  </a:extLst>
                </p14:cNvPr>
                <p14:cNvContentPartPr/>
                <p14:nvPr/>
              </p14:nvContentPartPr>
              <p14:xfrm>
                <a:off x="8374768" y="4221081"/>
                <a:ext cx="138960" cy="25020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30E302E0-6D4F-13F1-31F5-A149376D7E6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368648" y="4214961"/>
                  <a:ext cx="1512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33DAE709-5812-A848-7610-DB75B0A86DD2}"/>
                    </a:ext>
                  </a:extLst>
                </p14:cNvPr>
                <p14:cNvContentPartPr/>
                <p14:nvPr/>
              </p14:nvContentPartPr>
              <p14:xfrm>
                <a:off x="8641888" y="4424121"/>
                <a:ext cx="210600" cy="10908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33DAE709-5812-A848-7610-DB75B0A86DD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635768" y="4418001"/>
                  <a:ext cx="222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B38D4892-25D6-94D5-9DF3-D8AE8BD3C0BC}"/>
                    </a:ext>
                  </a:extLst>
                </p14:cNvPr>
                <p14:cNvContentPartPr/>
                <p14:nvPr/>
              </p14:nvContentPartPr>
              <p14:xfrm>
                <a:off x="8910808" y="4397121"/>
                <a:ext cx="23760" cy="15912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B38D4892-25D6-94D5-9DF3-D8AE8BD3C0B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904688" y="4391001"/>
                  <a:ext cx="360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95F3BB29-17C3-D71F-0F31-545BE4DFDB2B}"/>
                    </a:ext>
                  </a:extLst>
                </p14:cNvPr>
                <p14:cNvContentPartPr/>
                <p14:nvPr/>
              </p14:nvContentPartPr>
              <p14:xfrm>
                <a:off x="9084688" y="4399281"/>
                <a:ext cx="47520" cy="3024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95F3BB29-17C3-D71F-0F31-545BE4DFDB2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078568" y="4393161"/>
                  <a:ext cx="59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32D6A876-9DF7-D435-9AED-8910F0B4F618}"/>
                    </a:ext>
                  </a:extLst>
                </p14:cNvPr>
                <p14:cNvContentPartPr/>
                <p14:nvPr/>
              </p14:nvContentPartPr>
              <p14:xfrm>
                <a:off x="9261088" y="4458321"/>
                <a:ext cx="173520" cy="22860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32D6A876-9DF7-D435-9AED-8910F0B4F61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254968" y="4452201"/>
                  <a:ext cx="185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96B7767F-CC58-397A-67A0-19448529771C}"/>
                    </a:ext>
                  </a:extLst>
                </p14:cNvPr>
                <p14:cNvContentPartPr/>
                <p14:nvPr/>
              </p14:nvContentPartPr>
              <p14:xfrm>
                <a:off x="9469528" y="4506201"/>
                <a:ext cx="163080" cy="13176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96B7767F-CC58-397A-67A0-19448529771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463408" y="4500081"/>
                  <a:ext cx="17532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Agrupar 87">
            <a:extLst>
              <a:ext uri="{FF2B5EF4-FFF2-40B4-BE49-F238E27FC236}">
                <a16:creationId xmlns:a16="http://schemas.microsoft.com/office/drawing/2014/main" id="{F7AAE9BF-5FCC-D26B-1BAB-3A96F11E34E5}"/>
              </a:ext>
            </a:extLst>
          </p:cNvPr>
          <p:cNvGrpSpPr/>
          <p:nvPr/>
        </p:nvGrpSpPr>
        <p:grpSpPr>
          <a:xfrm>
            <a:off x="9877048" y="4293081"/>
            <a:ext cx="479880" cy="334800"/>
            <a:chOff x="9877048" y="4293081"/>
            <a:chExt cx="47988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847F8CF9-FFC0-08A0-8BD3-9CB8EE949481}"/>
                    </a:ext>
                  </a:extLst>
                </p14:cNvPr>
                <p14:cNvContentPartPr/>
                <p14:nvPr/>
              </p14:nvContentPartPr>
              <p14:xfrm>
                <a:off x="9947248" y="4293081"/>
                <a:ext cx="70920" cy="26748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847F8CF9-FFC0-08A0-8BD3-9CB8EE94948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941128" y="4286961"/>
                  <a:ext cx="831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B5FDCEDA-1A19-649C-79E9-AF83B202258F}"/>
                    </a:ext>
                  </a:extLst>
                </p14:cNvPr>
                <p14:cNvContentPartPr/>
                <p14:nvPr/>
              </p14:nvContentPartPr>
              <p14:xfrm>
                <a:off x="9877048" y="4418721"/>
                <a:ext cx="129600" cy="1836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B5FDCEDA-1A19-649C-79E9-AF83B202258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870928" y="4412601"/>
                  <a:ext cx="1418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540CF1AC-504A-B78A-63B3-7011FBDE5FFA}"/>
                    </a:ext>
                  </a:extLst>
                </p14:cNvPr>
                <p14:cNvContentPartPr/>
                <p14:nvPr/>
              </p14:nvContentPartPr>
              <p14:xfrm>
                <a:off x="10192408" y="4448601"/>
                <a:ext cx="164520" cy="17928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540CF1AC-504A-B78A-63B3-7011FBDE5FF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186288" y="4442481"/>
                  <a:ext cx="17676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Agrupar 95">
            <a:extLst>
              <a:ext uri="{FF2B5EF4-FFF2-40B4-BE49-F238E27FC236}">
                <a16:creationId xmlns:a16="http://schemas.microsoft.com/office/drawing/2014/main" id="{1564D238-9A8B-E810-4F3D-537BF41F75AC}"/>
              </a:ext>
            </a:extLst>
          </p:cNvPr>
          <p:cNvGrpSpPr/>
          <p:nvPr/>
        </p:nvGrpSpPr>
        <p:grpSpPr>
          <a:xfrm>
            <a:off x="6506728" y="4724001"/>
            <a:ext cx="818640" cy="539640"/>
            <a:chOff x="6506728" y="4724001"/>
            <a:chExt cx="818640" cy="53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65FEC97C-215E-0ADD-7E3E-57848E12A39B}"/>
                    </a:ext>
                  </a:extLst>
                </p14:cNvPr>
                <p14:cNvContentPartPr/>
                <p14:nvPr/>
              </p14:nvContentPartPr>
              <p14:xfrm>
                <a:off x="6506728" y="4724001"/>
                <a:ext cx="231480" cy="32976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65FEC97C-215E-0ADD-7E3E-57848E12A39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500608" y="4717881"/>
                  <a:ext cx="2437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90C4B3F3-CE4E-CDF9-1724-36AAE20032D3}"/>
                    </a:ext>
                  </a:extLst>
                </p14:cNvPr>
                <p14:cNvContentPartPr/>
                <p14:nvPr/>
              </p14:nvContentPartPr>
              <p14:xfrm>
                <a:off x="6590248" y="4807881"/>
                <a:ext cx="162720" cy="1548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90C4B3F3-CE4E-CDF9-1724-36AAE20032D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584128" y="4801761"/>
                  <a:ext cx="174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52C45E19-AE61-AE09-35D3-79360A5CB39F}"/>
                    </a:ext>
                  </a:extLst>
                </p14:cNvPr>
                <p14:cNvContentPartPr/>
                <p14:nvPr/>
              </p14:nvContentPartPr>
              <p14:xfrm>
                <a:off x="6740008" y="5060961"/>
                <a:ext cx="234000" cy="14832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52C45E19-AE61-AE09-35D3-79360A5CB39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733888" y="5054841"/>
                  <a:ext cx="2462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E348B20E-2E02-35BE-21BB-1D8210950E2A}"/>
                    </a:ext>
                  </a:extLst>
                </p14:cNvPr>
                <p14:cNvContentPartPr/>
                <p14:nvPr/>
              </p14:nvContentPartPr>
              <p14:xfrm>
                <a:off x="7161208" y="5121081"/>
                <a:ext cx="80640" cy="14256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E348B20E-2E02-35BE-21BB-1D8210950E2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155088" y="5114961"/>
                  <a:ext cx="928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0A3493A4-66B6-A083-32F3-3099595D0038}"/>
                    </a:ext>
                  </a:extLst>
                </p14:cNvPr>
                <p14:cNvContentPartPr/>
                <p14:nvPr/>
              </p14:nvContentPartPr>
              <p14:xfrm>
                <a:off x="7233928" y="5100561"/>
                <a:ext cx="91440" cy="9144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0A3493A4-66B6-A083-32F3-3099595D003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227808" y="5094441"/>
                  <a:ext cx="103680" cy="10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97" name="Tinta 96">
                <a:extLst>
                  <a:ext uri="{FF2B5EF4-FFF2-40B4-BE49-F238E27FC236}">
                    <a16:creationId xmlns:a16="http://schemas.microsoft.com/office/drawing/2014/main" id="{4CEA59D9-AA35-B52C-4F22-9CB486F3F419}"/>
                  </a:ext>
                </a:extLst>
              </p14:cNvPr>
              <p14:cNvContentPartPr/>
              <p14:nvPr/>
            </p14:nvContentPartPr>
            <p14:xfrm>
              <a:off x="7533088" y="5060961"/>
              <a:ext cx="291960" cy="99000"/>
            </p14:xfrm>
          </p:contentPart>
        </mc:Choice>
        <mc:Fallback>
          <p:pic>
            <p:nvPicPr>
              <p:cNvPr id="97" name="Tinta 96">
                <a:extLst>
                  <a:ext uri="{FF2B5EF4-FFF2-40B4-BE49-F238E27FC236}">
                    <a16:creationId xmlns:a16="http://schemas.microsoft.com/office/drawing/2014/main" id="{4CEA59D9-AA35-B52C-4F22-9CB486F3F419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526968" y="5054841"/>
                <a:ext cx="304200" cy="11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9AEE0CF6-367D-737C-E2BA-42A0DF50F7B0}"/>
              </a:ext>
            </a:extLst>
          </p:cNvPr>
          <p:cNvGrpSpPr/>
          <p:nvPr/>
        </p:nvGrpSpPr>
        <p:grpSpPr>
          <a:xfrm>
            <a:off x="8196928" y="5029281"/>
            <a:ext cx="698400" cy="172440"/>
            <a:chOff x="8196928" y="5029281"/>
            <a:chExt cx="698400" cy="17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3C50435E-77BB-A924-FC60-787F7C6DAD24}"/>
                    </a:ext>
                  </a:extLst>
                </p14:cNvPr>
                <p14:cNvContentPartPr/>
                <p14:nvPr/>
              </p14:nvContentPartPr>
              <p14:xfrm>
                <a:off x="8196928" y="5036481"/>
                <a:ext cx="399600" cy="16308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3C50435E-77BB-A924-FC60-787F7C6DAD2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190808" y="5030361"/>
                  <a:ext cx="4118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42F46B1C-06F7-539D-090B-73CB829029F2}"/>
                    </a:ext>
                  </a:extLst>
                </p14:cNvPr>
                <p14:cNvContentPartPr/>
                <p14:nvPr/>
              </p14:nvContentPartPr>
              <p14:xfrm>
                <a:off x="8724688" y="5029281"/>
                <a:ext cx="170640" cy="17244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42F46B1C-06F7-539D-090B-73CB829029F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718568" y="5023161"/>
                  <a:ext cx="182880" cy="18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01" name="Tinta 100">
                <a:extLst>
                  <a:ext uri="{FF2B5EF4-FFF2-40B4-BE49-F238E27FC236}">
                    <a16:creationId xmlns:a16="http://schemas.microsoft.com/office/drawing/2014/main" id="{BA1A3727-B511-3482-97BA-119FA770F805}"/>
                  </a:ext>
                </a:extLst>
              </p14:cNvPr>
              <p14:cNvContentPartPr/>
              <p14:nvPr/>
            </p14:nvContentPartPr>
            <p14:xfrm>
              <a:off x="9108088" y="4788801"/>
              <a:ext cx="280080" cy="190800"/>
            </p14:xfrm>
          </p:contentPart>
        </mc:Choice>
        <mc:Fallback>
          <p:pic>
            <p:nvPicPr>
              <p:cNvPr id="101" name="Tinta 100">
                <a:extLst>
                  <a:ext uri="{FF2B5EF4-FFF2-40B4-BE49-F238E27FC236}">
                    <a16:creationId xmlns:a16="http://schemas.microsoft.com/office/drawing/2014/main" id="{BA1A3727-B511-3482-97BA-119FA770F805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9101968" y="4782681"/>
                <a:ext cx="292320" cy="20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D8CFC4B6-9795-AF43-832D-B632067759F6}"/>
              </a:ext>
            </a:extLst>
          </p:cNvPr>
          <p:cNvGrpSpPr/>
          <p:nvPr/>
        </p:nvGrpSpPr>
        <p:grpSpPr>
          <a:xfrm>
            <a:off x="8127448" y="5303601"/>
            <a:ext cx="840600" cy="394560"/>
            <a:chOff x="8127448" y="5303601"/>
            <a:chExt cx="84060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74FB6527-6A1D-471B-78BD-AC0E486778C2}"/>
                    </a:ext>
                  </a:extLst>
                </p14:cNvPr>
                <p14:cNvContentPartPr/>
                <p14:nvPr/>
              </p14:nvContentPartPr>
              <p14:xfrm>
                <a:off x="8127448" y="5303601"/>
                <a:ext cx="840600" cy="5436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74FB6527-6A1D-471B-78BD-AC0E486778C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121328" y="5297481"/>
                  <a:ext cx="8528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90435134-1B69-CA65-14CB-C0F1B9FFB2F1}"/>
                    </a:ext>
                  </a:extLst>
                </p14:cNvPr>
                <p14:cNvContentPartPr/>
                <p14:nvPr/>
              </p14:nvContentPartPr>
              <p14:xfrm>
                <a:off x="8583928" y="5420961"/>
                <a:ext cx="374040" cy="27720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90435134-1B69-CA65-14CB-C0F1B9FFB2F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577808" y="5414841"/>
                  <a:ext cx="386280" cy="28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3401373C-FE00-68DE-7755-26E0DA2D3FDF}"/>
                  </a:ext>
                </a:extLst>
              </p14:cNvPr>
              <p14:cNvContentPartPr/>
              <p14:nvPr/>
            </p14:nvContentPartPr>
            <p14:xfrm>
              <a:off x="1937248" y="4869801"/>
              <a:ext cx="81720" cy="139320"/>
            </p14:xfrm>
          </p:contentPart>
        </mc:Choice>
        <mc:Fallback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3401373C-FE00-68DE-7755-26E0DA2D3FDF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931128" y="4863681"/>
                <a:ext cx="93960" cy="15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D610AA2C-967C-5131-FEF5-643FA3B52BDE}"/>
              </a:ext>
            </a:extLst>
          </p:cNvPr>
          <p:cNvGrpSpPr/>
          <p:nvPr/>
        </p:nvGrpSpPr>
        <p:grpSpPr>
          <a:xfrm>
            <a:off x="2391568" y="4533921"/>
            <a:ext cx="1610640" cy="378360"/>
            <a:chOff x="2391568" y="4533921"/>
            <a:chExt cx="1610640" cy="3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D790DD5C-429A-91B2-BC57-564D9BA6DD30}"/>
                    </a:ext>
                  </a:extLst>
                </p14:cNvPr>
                <p14:cNvContentPartPr/>
                <p14:nvPr/>
              </p14:nvContentPartPr>
              <p14:xfrm>
                <a:off x="2391568" y="4533921"/>
                <a:ext cx="280080" cy="30960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D790DD5C-429A-91B2-BC57-564D9BA6DD3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385448" y="4527801"/>
                  <a:ext cx="2923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574ED26D-CE1D-62AF-FCB9-756CE3F3CE3B}"/>
                    </a:ext>
                  </a:extLst>
                </p14:cNvPr>
                <p14:cNvContentPartPr/>
                <p14:nvPr/>
              </p14:nvContentPartPr>
              <p14:xfrm>
                <a:off x="2835808" y="4726161"/>
                <a:ext cx="186480" cy="7992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574ED26D-CE1D-62AF-FCB9-756CE3F3CE3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829688" y="4720041"/>
                  <a:ext cx="1987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B553B0F7-311F-3ACA-3095-1A1CB999DC0C}"/>
                    </a:ext>
                  </a:extLst>
                </p14:cNvPr>
                <p14:cNvContentPartPr/>
                <p14:nvPr/>
              </p14:nvContentPartPr>
              <p14:xfrm>
                <a:off x="3044968" y="4748481"/>
                <a:ext cx="127800" cy="8892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B553B0F7-311F-3ACA-3095-1A1CB999DC0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038848" y="4742361"/>
                  <a:ext cx="1400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E04C6E89-AC2D-6622-5BBA-B43017819F4C}"/>
                    </a:ext>
                  </a:extLst>
                </p14:cNvPr>
                <p14:cNvContentPartPr/>
                <p14:nvPr/>
              </p14:nvContentPartPr>
              <p14:xfrm>
                <a:off x="3254488" y="4740201"/>
                <a:ext cx="153000" cy="10332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E04C6E89-AC2D-6622-5BBA-B43017819F4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248368" y="4734081"/>
                  <a:ext cx="1652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43F7013B-5C7E-4E85-C6B5-571AC9D08FA2}"/>
                    </a:ext>
                  </a:extLst>
                </p14:cNvPr>
                <p14:cNvContentPartPr/>
                <p14:nvPr/>
              </p14:nvContentPartPr>
              <p14:xfrm>
                <a:off x="3388408" y="4731921"/>
                <a:ext cx="211320" cy="18036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43F7013B-5C7E-4E85-C6B5-571AC9D08FA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382288" y="4725801"/>
                  <a:ext cx="2235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991DC3B7-4C02-0C8C-2EBF-92FE2D341A53}"/>
                    </a:ext>
                  </a:extLst>
                </p14:cNvPr>
                <p14:cNvContentPartPr/>
                <p14:nvPr/>
              </p14:nvContentPartPr>
              <p14:xfrm>
                <a:off x="3686848" y="4751001"/>
                <a:ext cx="45000" cy="8928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991DC3B7-4C02-0C8C-2EBF-92FE2D341A5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680728" y="4744881"/>
                  <a:ext cx="572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626B0BD0-5276-43F1-D912-BA1592C1798A}"/>
                    </a:ext>
                  </a:extLst>
                </p14:cNvPr>
                <p14:cNvContentPartPr/>
                <p14:nvPr/>
              </p14:nvContentPartPr>
              <p14:xfrm>
                <a:off x="3826528" y="4733721"/>
                <a:ext cx="175680" cy="12168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626B0BD0-5276-43F1-D912-BA1592C1798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820408" y="4727601"/>
                  <a:ext cx="18792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Agrupar 129">
            <a:extLst>
              <a:ext uri="{FF2B5EF4-FFF2-40B4-BE49-F238E27FC236}">
                <a16:creationId xmlns:a16="http://schemas.microsoft.com/office/drawing/2014/main" id="{CB9B09AE-8E91-A769-7795-3D6E28F0EF97}"/>
              </a:ext>
            </a:extLst>
          </p:cNvPr>
          <p:cNvGrpSpPr/>
          <p:nvPr/>
        </p:nvGrpSpPr>
        <p:grpSpPr>
          <a:xfrm>
            <a:off x="2426848" y="5029281"/>
            <a:ext cx="2856600" cy="383040"/>
            <a:chOff x="2426848" y="5029281"/>
            <a:chExt cx="285660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61D5AE46-EBE9-BBEB-DAE7-135EC7FBF902}"/>
                    </a:ext>
                  </a:extLst>
                </p14:cNvPr>
                <p14:cNvContentPartPr/>
                <p14:nvPr/>
              </p14:nvContentPartPr>
              <p14:xfrm>
                <a:off x="2426848" y="5098401"/>
                <a:ext cx="442440" cy="8568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61D5AE46-EBE9-BBEB-DAE7-135EC7FBF90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420728" y="5092281"/>
                  <a:ext cx="4546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14AE5E34-AD9B-E367-F2AE-BDE90AA40B47}"/>
                    </a:ext>
                  </a:extLst>
                </p14:cNvPr>
                <p14:cNvContentPartPr/>
                <p14:nvPr/>
              </p14:nvContentPartPr>
              <p14:xfrm>
                <a:off x="2952448" y="5100201"/>
                <a:ext cx="187200" cy="7056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14AE5E34-AD9B-E367-F2AE-BDE90AA40B4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946328" y="5094081"/>
                  <a:ext cx="199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57F2A3D0-9B0D-0F2C-5670-7C302C6BC218}"/>
                    </a:ext>
                  </a:extLst>
                </p14:cNvPr>
                <p14:cNvContentPartPr/>
                <p14:nvPr/>
              </p14:nvContentPartPr>
              <p14:xfrm>
                <a:off x="3291928" y="5100561"/>
                <a:ext cx="183600" cy="8748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57F2A3D0-9B0D-0F2C-5670-7C302C6BC21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285808" y="5094441"/>
                  <a:ext cx="1958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4A8A6F51-A88D-476F-1832-28F1EB0D2177}"/>
                    </a:ext>
                  </a:extLst>
                </p14:cNvPr>
                <p14:cNvContentPartPr/>
                <p14:nvPr/>
              </p14:nvContentPartPr>
              <p14:xfrm>
                <a:off x="3534568" y="5110281"/>
                <a:ext cx="164520" cy="8208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4A8A6F51-A88D-476F-1832-28F1EB0D217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528448" y="5104161"/>
                  <a:ext cx="1767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CD2F0D9F-75CE-B6F4-B898-8DABE90CA413}"/>
                    </a:ext>
                  </a:extLst>
                </p14:cNvPr>
                <p14:cNvContentPartPr/>
                <p14:nvPr/>
              </p14:nvContentPartPr>
              <p14:xfrm>
                <a:off x="3872608" y="5136561"/>
                <a:ext cx="209520" cy="4320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CD2F0D9F-75CE-B6F4-B898-8DABE90CA41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866488" y="5130441"/>
                  <a:ext cx="221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56E7324C-FC87-3BC7-9BD4-0F5DD7D2A6C4}"/>
                    </a:ext>
                  </a:extLst>
                </p14:cNvPr>
                <p14:cNvContentPartPr/>
                <p14:nvPr/>
              </p14:nvContentPartPr>
              <p14:xfrm>
                <a:off x="4187608" y="5120001"/>
                <a:ext cx="12240" cy="5508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56E7324C-FC87-3BC7-9BD4-0F5DD7D2A6C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181488" y="5113881"/>
                  <a:ext cx="24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9F49182B-7310-7A41-8B86-D6C6FD7803A6}"/>
                    </a:ext>
                  </a:extLst>
                </p14:cNvPr>
                <p14:cNvContentPartPr/>
                <p14:nvPr/>
              </p14:nvContentPartPr>
              <p14:xfrm>
                <a:off x="4211368" y="5108121"/>
                <a:ext cx="430560" cy="12672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9F49182B-7310-7A41-8B86-D6C6FD7803A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204888" y="5102001"/>
                  <a:ext cx="4428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0ED578DF-1EF8-D5DC-AEC5-857563925A5A}"/>
                    </a:ext>
                  </a:extLst>
                </p14:cNvPr>
                <p14:cNvContentPartPr/>
                <p14:nvPr/>
              </p14:nvContentPartPr>
              <p14:xfrm>
                <a:off x="4782328" y="5029281"/>
                <a:ext cx="501120" cy="38304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0ED578DF-1EF8-D5DC-AEC5-857563925A5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776208" y="5023161"/>
                  <a:ext cx="513360" cy="39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895D736C-2C67-6AF2-6100-76D494F0595E}"/>
                  </a:ext>
                </a:extLst>
              </p14:cNvPr>
              <p14:cNvContentPartPr/>
              <p14:nvPr/>
            </p14:nvContentPartPr>
            <p14:xfrm>
              <a:off x="6145648" y="5256081"/>
              <a:ext cx="327240" cy="234360"/>
            </p14:xfrm>
          </p:contentPart>
        </mc:Choice>
        <mc:Fallback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895D736C-2C67-6AF2-6100-76D494F0595E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6139528" y="5249961"/>
                <a:ext cx="339480" cy="24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A682DDF2-A893-45D3-E3CC-5581FBBE9ED4}"/>
              </a:ext>
            </a:extLst>
          </p:cNvPr>
          <p:cNvGrpSpPr/>
          <p:nvPr/>
        </p:nvGrpSpPr>
        <p:grpSpPr>
          <a:xfrm>
            <a:off x="5376688" y="5611041"/>
            <a:ext cx="920520" cy="476280"/>
            <a:chOff x="5376688" y="5611041"/>
            <a:chExt cx="920520" cy="4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29A3D2B3-A6DE-ADCE-C562-140E340F062D}"/>
                    </a:ext>
                  </a:extLst>
                </p14:cNvPr>
                <p14:cNvContentPartPr/>
                <p14:nvPr/>
              </p14:nvContentPartPr>
              <p14:xfrm>
                <a:off x="5413048" y="5656401"/>
                <a:ext cx="417600" cy="10080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29A3D2B3-A6DE-ADCE-C562-140E340F062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406928" y="5650281"/>
                  <a:ext cx="429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032B74B0-2F58-53A9-8893-401668368082}"/>
                    </a:ext>
                  </a:extLst>
                </p14:cNvPr>
                <p14:cNvContentPartPr/>
                <p14:nvPr/>
              </p14:nvContentPartPr>
              <p14:xfrm>
                <a:off x="5877808" y="5611041"/>
                <a:ext cx="209880" cy="12672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032B74B0-2F58-53A9-8893-40166836808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871688" y="5604921"/>
                  <a:ext cx="2221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B360D5CC-D1D2-D25F-C2F1-470B19E1A400}"/>
                    </a:ext>
                  </a:extLst>
                </p14:cNvPr>
                <p14:cNvContentPartPr/>
                <p14:nvPr/>
              </p14:nvContentPartPr>
              <p14:xfrm>
                <a:off x="5376688" y="5832441"/>
                <a:ext cx="920520" cy="4464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B360D5CC-D1D2-D25F-C2F1-470B19E1A40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370568" y="5826321"/>
                  <a:ext cx="9327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2C310802-93F4-8141-746C-407B022A44B3}"/>
                    </a:ext>
                  </a:extLst>
                </p14:cNvPr>
                <p14:cNvContentPartPr/>
                <p14:nvPr/>
              </p14:nvContentPartPr>
              <p14:xfrm>
                <a:off x="5813008" y="5927481"/>
                <a:ext cx="427320" cy="15984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2C310802-93F4-8141-746C-407B022A44B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806888" y="5921361"/>
                  <a:ext cx="439560" cy="17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34" name="Tinta 133">
                <a:extLst>
                  <a:ext uri="{FF2B5EF4-FFF2-40B4-BE49-F238E27FC236}">
                    <a16:creationId xmlns:a16="http://schemas.microsoft.com/office/drawing/2014/main" id="{438523BA-C49A-361D-CF04-FD31464BDC65}"/>
                  </a:ext>
                </a:extLst>
              </p14:cNvPr>
              <p14:cNvContentPartPr/>
              <p14:nvPr/>
            </p14:nvContentPartPr>
            <p14:xfrm>
              <a:off x="1658608" y="6289641"/>
              <a:ext cx="169200" cy="79200"/>
            </p14:xfrm>
          </p:contentPart>
        </mc:Choice>
        <mc:Fallback>
          <p:pic>
            <p:nvPicPr>
              <p:cNvPr id="134" name="Tinta 133">
                <a:extLst>
                  <a:ext uri="{FF2B5EF4-FFF2-40B4-BE49-F238E27FC236}">
                    <a16:creationId xmlns:a16="http://schemas.microsoft.com/office/drawing/2014/main" id="{438523BA-C49A-361D-CF04-FD31464BDC65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1652488" y="6283521"/>
                <a:ext cx="18144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35" name="Tinta 134">
                <a:extLst>
                  <a:ext uri="{FF2B5EF4-FFF2-40B4-BE49-F238E27FC236}">
                    <a16:creationId xmlns:a16="http://schemas.microsoft.com/office/drawing/2014/main" id="{0197F7FE-B17F-F2F4-5309-2240251FE299}"/>
                  </a:ext>
                </a:extLst>
              </p14:cNvPr>
              <p14:cNvContentPartPr/>
              <p14:nvPr/>
            </p14:nvContentPartPr>
            <p14:xfrm>
              <a:off x="2299408" y="6000561"/>
              <a:ext cx="289800" cy="266040"/>
            </p14:xfrm>
          </p:contentPart>
        </mc:Choice>
        <mc:Fallback>
          <p:pic>
            <p:nvPicPr>
              <p:cNvPr id="135" name="Tinta 134">
                <a:extLst>
                  <a:ext uri="{FF2B5EF4-FFF2-40B4-BE49-F238E27FC236}">
                    <a16:creationId xmlns:a16="http://schemas.microsoft.com/office/drawing/2014/main" id="{0197F7FE-B17F-F2F4-5309-2240251FE299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2293288" y="5994441"/>
                <a:ext cx="302040" cy="27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Agrupar 150">
            <a:extLst>
              <a:ext uri="{FF2B5EF4-FFF2-40B4-BE49-F238E27FC236}">
                <a16:creationId xmlns:a16="http://schemas.microsoft.com/office/drawing/2014/main" id="{213838D8-E908-AE53-20BF-A6C9523A695B}"/>
              </a:ext>
            </a:extLst>
          </p:cNvPr>
          <p:cNvGrpSpPr/>
          <p:nvPr/>
        </p:nvGrpSpPr>
        <p:grpSpPr>
          <a:xfrm>
            <a:off x="2891608" y="6180561"/>
            <a:ext cx="1366920" cy="232560"/>
            <a:chOff x="2891608" y="6180561"/>
            <a:chExt cx="136692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FBCC533D-CF70-109C-5A16-211509628461}"/>
                    </a:ext>
                  </a:extLst>
                </p14:cNvPr>
                <p14:cNvContentPartPr/>
                <p14:nvPr/>
              </p14:nvContentPartPr>
              <p14:xfrm>
                <a:off x="2891608" y="6193161"/>
                <a:ext cx="200880" cy="12672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FBCC533D-CF70-109C-5A16-21150962846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885488" y="6187041"/>
                  <a:ext cx="2131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6468DEE4-9CC4-E0F0-2F6E-9742A9E6DE8A}"/>
                    </a:ext>
                  </a:extLst>
                </p14:cNvPr>
                <p14:cNvContentPartPr/>
                <p14:nvPr/>
              </p14:nvContentPartPr>
              <p14:xfrm>
                <a:off x="3139288" y="6227001"/>
                <a:ext cx="244800" cy="6120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6468DEE4-9CC4-E0F0-2F6E-9742A9E6DE8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133168" y="6220881"/>
                  <a:ext cx="2570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BEB4EA91-4A3F-6080-8BF2-67E35AB3389F}"/>
                    </a:ext>
                  </a:extLst>
                </p14:cNvPr>
                <p14:cNvContentPartPr/>
                <p14:nvPr/>
              </p14:nvContentPartPr>
              <p14:xfrm>
                <a:off x="3439528" y="6245361"/>
                <a:ext cx="247680" cy="6192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BEB4EA91-4A3F-6080-8BF2-67E35AB3389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433408" y="6239241"/>
                  <a:ext cx="259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A9AF5B3D-6878-87FD-963D-8B272A353FA4}"/>
                    </a:ext>
                  </a:extLst>
                </p14:cNvPr>
                <p14:cNvContentPartPr/>
                <p14:nvPr/>
              </p14:nvContentPartPr>
              <p14:xfrm>
                <a:off x="3628888" y="6180561"/>
                <a:ext cx="278640" cy="23256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A9AF5B3D-6878-87FD-963D-8B272A353FA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622768" y="6174441"/>
                  <a:ext cx="2908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858EE73F-6AAD-FCE8-FDCA-75AE18B6E83C}"/>
                    </a:ext>
                  </a:extLst>
                </p14:cNvPr>
                <p14:cNvContentPartPr/>
                <p14:nvPr/>
              </p14:nvContentPartPr>
              <p14:xfrm>
                <a:off x="3943168" y="6191001"/>
                <a:ext cx="70920" cy="12924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858EE73F-6AAD-FCE8-FDCA-75AE18B6E83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937048" y="6184881"/>
                  <a:ext cx="831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61B6C818-14AE-3D79-D333-47515D79A192}"/>
                    </a:ext>
                  </a:extLst>
                </p14:cNvPr>
                <p14:cNvContentPartPr/>
                <p14:nvPr/>
              </p14:nvContentPartPr>
              <p14:xfrm>
                <a:off x="4039648" y="6205401"/>
                <a:ext cx="218880" cy="15120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61B6C818-14AE-3D79-D333-47515D79A19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033528" y="6199281"/>
                  <a:ext cx="23112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Agrupar 170">
            <a:extLst>
              <a:ext uri="{FF2B5EF4-FFF2-40B4-BE49-F238E27FC236}">
                <a16:creationId xmlns:a16="http://schemas.microsoft.com/office/drawing/2014/main" id="{D91B3BAD-2B1A-2B54-6901-25B5B1D6A81E}"/>
              </a:ext>
            </a:extLst>
          </p:cNvPr>
          <p:cNvGrpSpPr/>
          <p:nvPr/>
        </p:nvGrpSpPr>
        <p:grpSpPr>
          <a:xfrm>
            <a:off x="4845688" y="6066801"/>
            <a:ext cx="2614680" cy="535680"/>
            <a:chOff x="4845688" y="6066801"/>
            <a:chExt cx="2614680" cy="53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4CD3C2D0-D2F5-7E3F-0A53-378B7269E31E}"/>
                    </a:ext>
                  </a:extLst>
                </p14:cNvPr>
                <p14:cNvContentPartPr/>
                <p14:nvPr/>
              </p14:nvContentPartPr>
              <p14:xfrm>
                <a:off x="4897528" y="6302601"/>
                <a:ext cx="47520" cy="24300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4CD3C2D0-D2F5-7E3F-0A53-378B7269E31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891408" y="6296481"/>
                  <a:ext cx="597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9CD1EF8D-3A0E-6AC3-AD77-AE50FAA7F538}"/>
                    </a:ext>
                  </a:extLst>
                </p14:cNvPr>
                <p14:cNvContentPartPr/>
                <p14:nvPr/>
              </p14:nvContentPartPr>
              <p14:xfrm>
                <a:off x="4845688" y="6276681"/>
                <a:ext cx="239400" cy="14004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9CD1EF8D-3A0E-6AC3-AD77-AE50FAA7F53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839568" y="6270561"/>
                  <a:ext cx="2516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8FBA129C-2134-2ACB-7D85-861E773E3704}"/>
                    </a:ext>
                  </a:extLst>
                </p14:cNvPr>
                <p14:cNvContentPartPr/>
                <p14:nvPr/>
              </p14:nvContentPartPr>
              <p14:xfrm>
                <a:off x="5109208" y="6066801"/>
                <a:ext cx="362520" cy="39168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8FBA129C-2134-2ACB-7D85-861E773E370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103088" y="6060681"/>
                  <a:ext cx="37476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1ACD177F-E863-1644-757B-CEA9FD9495E4}"/>
                    </a:ext>
                  </a:extLst>
                </p14:cNvPr>
                <p14:cNvContentPartPr/>
                <p14:nvPr/>
              </p14:nvContentPartPr>
              <p14:xfrm>
                <a:off x="5283088" y="6263001"/>
                <a:ext cx="291960" cy="2736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1ACD177F-E863-1644-757B-CEA9FD9495E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276968" y="6256881"/>
                  <a:ext cx="3042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5FF82A2C-EB10-874E-81CA-6060D17DE9E9}"/>
                    </a:ext>
                  </a:extLst>
                </p14:cNvPr>
                <p14:cNvContentPartPr/>
                <p14:nvPr/>
              </p14:nvContentPartPr>
              <p14:xfrm>
                <a:off x="5610688" y="6320241"/>
                <a:ext cx="279360" cy="17388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5FF82A2C-EB10-874E-81CA-6060D17DE9E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604568" y="6314121"/>
                  <a:ext cx="291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6DB37DB5-B287-C264-D319-9B2FA36C2A8E}"/>
                    </a:ext>
                  </a:extLst>
                </p14:cNvPr>
                <p14:cNvContentPartPr/>
                <p14:nvPr/>
              </p14:nvContentPartPr>
              <p14:xfrm>
                <a:off x="5924608" y="6343641"/>
                <a:ext cx="292320" cy="7884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6DB37DB5-B287-C264-D319-9B2FA36C2A8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918488" y="6337521"/>
                  <a:ext cx="304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B9E1332B-7E81-57AC-E360-453F47322AE8}"/>
                    </a:ext>
                  </a:extLst>
                </p14:cNvPr>
                <p14:cNvContentPartPr/>
                <p14:nvPr/>
              </p14:nvContentPartPr>
              <p14:xfrm>
                <a:off x="6239248" y="6319881"/>
                <a:ext cx="431280" cy="13032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B9E1332B-7E81-57AC-E360-453F47322AE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233128" y="6313761"/>
                  <a:ext cx="4435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3973D216-EACC-6B14-5726-866C11D8289F}"/>
                    </a:ext>
                  </a:extLst>
                </p14:cNvPr>
                <p14:cNvContentPartPr/>
                <p14:nvPr/>
              </p14:nvContentPartPr>
              <p14:xfrm>
                <a:off x="6670168" y="6328881"/>
                <a:ext cx="223920" cy="10656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3973D216-EACC-6B14-5726-866C11D8289F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664048" y="6322761"/>
                  <a:ext cx="2361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026365EB-2EBB-93DB-68FD-D38107E76CE0}"/>
                    </a:ext>
                  </a:extLst>
                </p14:cNvPr>
                <p14:cNvContentPartPr/>
                <p14:nvPr/>
              </p14:nvContentPartPr>
              <p14:xfrm>
                <a:off x="6834688" y="6089481"/>
                <a:ext cx="350640" cy="51300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026365EB-2EBB-93DB-68FD-D38107E76CE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828568" y="6083361"/>
                  <a:ext cx="36288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3C9EAA18-BCCF-E1A7-C8B6-8CAAA1F9FA62}"/>
                    </a:ext>
                  </a:extLst>
                </p14:cNvPr>
                <p14:cNvContentPartPr/>
                <p14:nvPr/>
              </p14:nvContentPartPr>
              <p14:xfrm>
                <a:off x="7172728" y="6350481"/>
                <a:ext cx="69120" cy="2880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3C9EAA18-BCCF-E1A7-C8B6-8CAAA1F9FA6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166608" y="6344361"/>
                  <a:ext cx="813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080DB499-4CCE-B60F-4522-238091E4AD20}"/>
                    </a:ext>
                  </a:extLst>
                </p14:cNvPr>
                <p14:cNvContentPartPr/>
                <p14:nvPr/>
              </p14:nvContentPartPr>
              <p14:xfrm>
                <a:off x="7288648" y="6493401"/>
                <a:ext cx="106200" cy="3240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080DB499-4CCE-B60F-4522-238091E4AD2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282528" y="6487281"/>
                  <a:ext cx="1184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CE44FD0D-86B4-9A73-84BC-7336753DD91F}"/>
                    </a:ext>
                  </a:extLst>
                </p14:cNvPr>
                <p14:cNvContentPartPr/>
                <p14:nvPr/>
              </p14:nvContentPartPr>
              <p14:xfrm>
                <a:off x="7184248" y="6287841"/>
                <a:ext cx="276120" cy="18144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CE44FD0D-86B4-9A73-84BC-7336753DD91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178128" y="6281721"/>
                  <a:ext cx="28836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Agrupar 173">
            <a:extLst>
              <a:ext uri="{FF2B5EF4-FFF2-40B4-BE49-F238E27FC236}">
                <a16:creationId xmlns:a16="http://schemas.microsoft.com/office/drawing/2014/main" id="{BF84ACFD-6741-0796-2F84-9A13A3B6A4E5}"/>
              </a:ext>
            </a:extLst>
          </p:cNvPr>
          <p:cNvGrpSpPr/>
          <p:nvPr/>
        </p:nvGrpSpPr>
        <p:grpSpPr>
          <a:xfrm>
            <a:off x="7691488" y="5940441"/>
            <a:ext cx="3307320" cy="741240"/>
            <a:chOff x="7691488" y="5940441"/>
            <a:chExt cx="3307320" cy="74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38245DAC-942C-8902-798E-29C2A469D300}"/>
                    </a:ext>
                  </a:extLst>
                </p14:cNvPr>
                <p14:cNvContentPartPr/>
                <p14:nvPr/>
              </p14:nvContentPartPr>
              <p14:xfrm>
                <a:off x="8315728" y="6331761"/>
                <a:ext cx="23760" cy="324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38245DAC-942C-8902-798E-29C2A469D30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309608" y="6325641"/>
                  <a:ext cx="360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C1D42F6C-4EB4-A656-EBA5-B920C02CEA9F}"/>
                    </a:ext>
                  </a:extLst>
                </p14:cNvPr>
                <p14:cNvContentPartPr/>
                <p14:nvPr/>
              </p14:nvContentPartPr>
              <p14:xfrm>
                <a:off x="7691488" y="6389721"/>
                <a:ext cx="391680" cy="25668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C1D42F6C-4EB4-A656-EBA5-B920C02CEA9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685368" y="6383601"/>
                  <a:ext cx="4039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C76BBCC7-2139-3D57-8B75-9ADF7FB76628}"/>
                    </a:ext>
                  </a:extLst>
                </p14:cNvPr>
                <p14:cNvContentPartPr/>
                <p14:nvPr/>
              </p14:nvContentPartPr>
              <p14:xfrm>
                <a:off x="8127808" y="6394041"/>
                <a:ext cx="212040" cy="10332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C76BBCC7-2139-3D57-8B75-9ADF7FB7662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121688" y="6387921"/>
                  <a:ext cx="2242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7BADF1DE-A268-E095-7D96-2FE5D4DFDE65}"/>
                    </a:ext>
                  </a:extLst>
                </p14:cNvPr>
                <p14:cNvContentPartPr/>
                <p14:nvPr/>
              </p14:nvContentPartPr>
              <p14:xfrm>
                <a:off x="8477008" y="6327441"/>
                <a:ext cx="138600" cy="17424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7BADF1DE-A268-E095-7D96-2FE5D4DFDE6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470888" y="6321321"/>
                  <a:ext cx="1508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A4BBEE85-F5E4-2648-F864-BB688C4247A3}"/>
                    </a:ext>
                  </a:extLst>
                </p14:cNvPr>
                <p14:cNvContentPartPr/>
                <p14:nvPr/>
              </p14:nvContentPartPr>
              <p14:xfrm>
                <a:off x="8757808" y="6334641"/>
                <a:ext cx="176760" cy="17028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A4BBEE85-F5E4-2648-F864-BB688C4247A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751688" y="6328521"/>
                  <a:ext cx="1890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0CA6D7B0-5F39-0F01-D91A-FB9DFBD2C9C8}"/>
                    </a:ext>
                  </a:extLst>
                </p14:cNvPr>
                <p14:cNvContentPartPr/>
                <p14:nvPr/>
              </p14:nvContentPartPr>
              <p14:xfrm>
                <a:off x="9014128" y="5940441"/>
                <a:ext cx="256680" cy="56016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0CA6D7B0-5F39-0F01-D91A-FB9DFBD2C9C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008008" y="5934321"/>
                  <a:ext cx="26892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8ABF1168-6331-1EFC-13C7-E3A37971AD13}"/>
                    </a:ext>
                  </a:extLst>
                </p14:cNvPr>
                <p14:cNvContentPartPr/>
                <p14:nvPr/>
              </p14:nvContentPartPr>
              <p14:xfrm>
                <a:off x="9131488" y="6314481"/>
                <a:ext cx="209520" cy="2052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8ABF1168-6331-1EFC-13C7-E3A37971AD1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125368" y="6308361"/>
                  <a:ext cx="221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747B7FBF-C458-4E83-6A94-EF39AA2A758C}"/>
                    </a:ext>
                  </a:extLst>
                </p14:cNvPr>
                <p14:cNvContentPartPr/>
                <p14:nvPr/>
              </p14:nvContentPartPr>
              <p14:xfrm>
                <a:off x="9411568" y="6399081"/>
                <a:ext cx="181080" cy="14256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747B7FBF-C458-4E83-6A94-EF39AA2A758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405448" y="6392961"/>
                  <a:ext cx="193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870C5244-3C31-2E29-AE7B-99DB2A906359}"/>
                    </a:ext>
                  </a:extLst>
                </p14:cNvPr>
                <p14:cNvContentPartPr/>
                <p14:nvPr/>
              </p14:nvContentPartPr>
              <p14:xfrm>
                <a:off x="9726928" y="6399081"/>
                <a:ext cx="338040" cy="15588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870C5244-3C31-2E29-AE7B-99DB2A90635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720808" y="6392961"/>
                  <a:ext cx="3502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1FB8C203-1A25-60DB-8DEB-F63961CE80CB}"/>
                    </a:ext>
                  </a:extLst>
                </p14:cNvPr>
                <p14:cNvContentPartPr/>
                <p14:nvPr/>
              </p14:nvContentPartPr>
              <p14:xfrm>
                <a:off x="10057048" y="6445881"/>
                <a:ext cx="135360" cy="12204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1FB8C203-1A25-60DB-8DEB-F63961CE80C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050928" y="6439761"/>
                  <a:ext cx="1476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81882973-F333-0E06-1E80-6E75412EDB8A}"/>
                    </a:ext>
                  </a:extLst>
                </p14:cNvPr>
                <p14:cNvContentPartPr/>
                <p14:nvPr/>
              </p14:nvContentPartPr>
              <p14:xfrm>
                <a:off x="10296808" y="6496641"/>
                <a:ext cx="152280" cy="9288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81882973-F333-0E06-1E80-6E75412EDB8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290688" y="6490521"/>
                  <a:ext cx="1645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35999615-F6CB-8ACE-08CA-EDD45801D485}"/>
                    </a:ext>
                  </a:extLst>
                </p14:cNvPr>
                <p14:cNvContentPartPr/>
                <p14:nvPr/>
              </p14:nvContentPartPr>
              <p14:xfrm>
                <a:off x="10507048" y="6225561"/>
                <a:ext cx="491760" cy="45612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35999615-F6CB-8ACE-08CA-EDD45801D48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500928" y="6219441"/>
                  <a:ext cx="504000" cy="46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173" name="Tinta 172">
                <a:extLst>
                  <a:ext uri="{FF2B5EF4-FFF2-40B4-BE49-F238E27FC236}">
                    <a16:creationId xmlns:a16="http://schemas.microsoft.com/office/drawing/2014/main" id="{FBC248C3-6486-F00F-6D5A-099D6B74021C}"/>
                  </a:ext>
                </a:extLst>
              </p14:cNvPr>
              <p14:cNvContentPartPr/>
              <p14:nvPr/>
            </p14:nvContentPartPr>
            <p14:xfrm>
              <a:off x="11254408" y="6410961"/>
              <a:ext cx="23760" cy="17640"/>
            </p14:xfrm>
          </p:contentPart>
        </mc:Choice>
        <mc:Fallback>
          <p:pic>
            <p:nvPicPr>
              <p:cNvPr id="173" name="Tinta 172">
                <a:extLst>
                  <a:ext uri="{FF2B5EF4-FFF2-40B4-BE49-F238E27FC236}">
                    <a16:creationId xmlns:a16="http://schemas.microsoft.com/office/drawing/2014/main" id="{FBC248C3-6486-F00F-6D5A-099D6B74021C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11248288" y="6404841"/>
                <a:ext cx="36000" cy="2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Agrupar 181">
            <a:extLst>
              <a:ext uri="{FF2B5EF4-FFF2-40B4-BE49-F238E27FC236}">
                <a16:creationId xmlns:a16="http://schemas.microsoft.com/office/drawing/2014/main" id="{1236CB6F-6840-63AC-115D-F3EE3BA15F4D}"/>
              </a:ext>
            </a:extLst>
          </p:cNvPr>
          <p:cNvGrpSpPr/>
          <p:nvPr/>
        </p:nvGrpSpPr>
        <p:grpSpPr>
          <a:xfrm>
            <a:off x="10809448" y="5115681"/>
            <a:ext cx="1727280" cy="924840"/>
            <a:chOff x="10809448" y="5115681"/>
            <a:chExt cx="1727280" cy="92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A8125BEC-9A36-6A9B-F3E9-FE176AAE6CDE}"/>
                    </a:ext>
                  </a:extLst>
                </p14:cNvPr>
                <p14:cNvContentPartPr/>
                <p14:nvPr/>
              </p14:nvContentPartPr>
              <p14:xfrm>
                <a:off x="10916728" y="5783841"/>
                <a:ext cx="453600" cy="12672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A8125BEC-9A36-6A9B-F3E9-FE176AAE6CD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910608" y="5777721"/>
                  <a:ext cx="4658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E08C8EA9-20AF-06E4-1C28-EED72676F7A9}"/>
                    </a:ext>
                  </a:extLst>
                </p14:cNvPr>
                <p14:cNvContentPartPr/>
                <p14:nvPr/>
              </p14:nvContentPartPr>
              <p14:xfrm>
                <a:off x="11393368" y="5796801"/>
                <a:ext cx="326160" cy="24372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E08C8EA9-20AF-06E4-1C28-EED72676F7A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387248" y="5790681"/>
                  <a:ext cx="338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9D9046AC-877F-0CB9-4977-CF2A645C97EC}"/>
                    </a:ext>
                  </a:extLst>
                </p14:cNvPr>
                <p14:cNvContentPartPr/>
                <p14:nvPr/>
              </p14:nvContentPartPr>
              <p14:xfrm>
                <a:off x="11637088" y="5219721"/>
                <a:ext cx="527400" cy="59760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9D9046AC-877F-0CB9-4977-CF2A645C97E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630968" y="5213601"/>
                  <a:ext cx="539640" cy="60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8D94088A-CF1D-91C7-9091-323FF3D55594}"/>
                    </a:ext>
                  </a:extLst>
                </p14:cNvPr>
                <p14:cNvContentPartPr/>
                <p14:nvPr/>
              </p14:nvContentPartPr>
              <p14:xfrm>
                <a:off x="10809448" y="5605641"/>
                <a:ext cx="862920" cy="33840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8D94088A-CF1D-91C7-9091-323FF3D5559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803328" y="5599521"/>
                  <a:ext cx="8751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C77B1898-40C4-2CB6-E628-937D0C4B63E7}"/>
                    </a:ext>
                  </a:extLst>
                </p14:cNvPr>
                <p14:cNvContentPartPr/>
                <p14:nvPr/>
              </p14:nvContentPartPr>
              <p14:xfrm>
                <a:off x="11392648" y="5784561"/>
                <a:ext cx="594720" cy="20556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C77B1898-40C4-2CB6-E628-937D0C4B63E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386528" y="5778441"/>
                  <a:ext cx="6069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AB1EBB04-376E-A24D-DB01-7554727C4612}"/>
                    </a:ext>
                  </a:extLst>
                </p14:cNvPr>
                <p14:cNvContentPartPr/>
                <p14:nvPr/>
              </p14:nvContentPartPr>
              <p14:xfrm>
                <a:off x="11440168" y="5115681"/>
                <a:ext cx="1096560" cy="75960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AB1EBB04-376E-A24D-DB01-7554727C461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434048" y="5109561"/>
                  <a:ext cx="1108800" cy="771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54261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06335-0D74-8607-89FD-04659A760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C603DCA3-ACCA-021A-F00B-834516A82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39" y="118123"/>
            <a:ext cx="5390554" cy="435133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A8BCA691-7E7B-AF17-5193-D1327FD4A126}"/>
                  </a:ext>
                </a:extLst>
              </p14:cNvPr>
              <p14:cNvContentPartPr/>
              <p14:nvPr/>
            </p14:nvContentPartPr>
            <p14:xfrm>
              <a:off x="6041968" y="2014641"/>
              <a:ext cx="128160" cy="8352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A8BCA691-7E7B-AF17-5193-D1327FD4A1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35848" y="2008521"/>
                <a:ext cx="14040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FA41241A-ADF7-8D0D-F702-61FDDCB97992}"/>
                  </a:ext>
                </a:extLst>
              </p14:cNvPr>
              <p14:cNvContentPartPr/>
              <p14:nvPr/>
            </p14:nvContentPartPr>
            <p14:xfrm>
              <a:off x="6146008" y="2102481"/>
              <a:ext cx="94320" cy="1980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FA41241A-ADF7-8D0D-F702-61FDDCB9799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39888" y="2096361"/>
                <a:ext cx="10656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2382ACB2-2CBF-887B-9D68-177E8F15227B}"/>
                  </a:ext>
                </a:extLst>
              </p14:cNvPr>
              <p14:cNvContentPartPr/>
              <p14:nvPr/>
            </p14:nvContentPartPr>
            <p14:xfrm>
              <a:off x="6263368" y="2033361"/>
              <a:ext cx="1281960" cy="157680"/>
            </p14:xfrm>
          </p:contentPart>
        </mc:Choice>
        <mc:Fallback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2382ACB2-2CBF-887B-9D68-177E8F1522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57248" y="2027241"/>
                <a:ext cx="12942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AAA5085C-550E-2923-F9F0-72F7BB09A329}"/>
                  </a:ext>
                </a:extLst>
              </p14:cNvPr>
              <p14:cNvContentPartPr/>
              <p14:nvPr/>
            </p14:nvContentPartPr>
            <p14:xfrm>
              <a:off x="7476208" y="3304521"/>
              <a:ext cx="163800" cy="108720"/>
            </p14:xfrm>
          </p:contentPart>
        </mc:Choice>
        <mc:Fallback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AAA5085C-550E-2923-F9F0-72F7BB09A32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70088" y="3298401"/>
                <a:ext cx="176040" cy="12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Agrupar 60">
            <a:extLst>
              <a:ext uri="{FF2B5EF4-FFF2-40B4-BE49-F238E27FC236}">
                <a16:creationId xmlns:a16="http://schemas.microsoft.com/office/drawing/2014/main" id="{1CA08153-CEEE-6C0A-F7F8-8BB8587BB7DA}"/>
              </a:ext>
            </a:extLst>
          </p:cNvPr>
          <p:cNvGrpSpPr/>
          <p:nvPr/>
        </p:nvGrpSpPr>
        <p:grpSpPr>
          <a:xfrm>
            <a:off x="5772328" y="1898721"/>
            <a:ext cx="4105440" cy="1699560"/>
            <a:chOff x="5772328" y="1898721"/>
            <a:chExt cx="4105440" cy="169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41589C94-5E49-A542-CF0F-DCA1D6DE277B}"/>
                    </a:ext>
                  </a:extLst>
                </p14:cNvPr>
                <p14:cNvContentPartPr/>
                <p14:nvPr/>
              </p14:nvContentPartPr>
              <p14:xfrm>
                <a:off x="6078688" y="1898721"/>
                <a:ext cx="1529280" cy="3024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41589C94-5E49-A542-CF0F-DCA1D6DE277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72568" y="1892601"/>
                  <a:ext cx="1541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522B11DE-E80A-1B5E-AD9F-AE32F0688145}"/>
                    </a:ext>
                  </a:extLst>
                </p14:cNvPr>
                <p14:cNvContentPartPr/>
                <p14:nvPr/>
              </p14:nvContentPartPr>
              <p14:xfrm>
                <a:off x="6098848" y="2305161"/>
                <a:ext cx="1024920" cy="5832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522B11DE-E80A-1B5E-AD9F-AE32F068814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092728" y="2299041"/>
                  <a:ext cx="10371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0792E663-6CAC-C373-3006-E8B0B80D9052}"/>
                    </a:ext>
                  </a:extLst>
                </p14:cNvPr>
                <p14:cNvContentPartPr/>
                <p14:nvPr/>
              </p14:nvContentPartPr>
              <p14:xfrm>
                <a:off x="7055728" y="2344761"/>
                <a:ext cx="422280" cy="2772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0792E663-6CAC-C373-3006-E8B0B80D905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049608" y="2338641"/>
                  <a:ext cx="434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C8F10312-6581-238D-5754-99328B4416BF}"/>
                    </a:ext>
                  </a:extLst>
                </p14:cNvPr>
                <p14:cNvContentPartPr/>
                <p14:nvPr/>
              </p14:nvContentPartPr>
              <p14:xfrm>
                <a:off x="7521208" y="2077641"/>
                <a:ext cx="189000" cy="10476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C8F10312-6581-238D-5754-99328B4416B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515088" y="2071521"/>
                  <a:ext cx="2012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203F059E-90B5-15A2-4278-EE1E27728DE1}"/>
                    </a:ext>
                  </a:extLst>
                </p14:cNvPr>
                <p14:cNvContentPartPr/>
                <p14:nvPr/>
              </p14:nvContentPartPr>
              <p14:xfrm>
                <a:off x="7488808" y="2240721"/>
                <a:ext cx="127080" cy="110916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203F059E-90B5-15A2-4278-EE1E27728DE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82688" y="2234601"/>
                  <a:ext cx="139320" cy="11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73FED3DF-F54E-FF73-68AD-B3D984D60AB6}"/>
                    </a:ext>
                  </a:extLst>
                </p14:cNvPr>
                <p14:cNvContentPartPr/>
                <p14:nvPr/>
              </p14:nvContentPartPr>
              <p14:xfrm>
                <a:off x="5772328" y="2069001"/>
                <a:ext cx="200520" cy="18288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73FED3DF-F54E-FF73-68AD-B3D984D60AB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766208" y="2062881"/>
                  <a:ext cx="2127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EB2D2B48-8A67-177A-4094-864C438E4650}"/>
                    </a:ext>
                  </a:extLst>
                </p14:cNvPr>
                <p14:cNvContentPartPr/>
                <p14:nvPr/>
              </p14:nvContentPartPr>
              <p14:xfrm>
                <a:off x="5807608" y="2144241"/>
                <a:ext cx="200160" cy="1764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EB2D2B48-8A67-177A-4094-864C438E465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801488" y="2138121"/>
                  <a:ext cx="2124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76CE1CD9-E172-0B50-48E3-7AAC50F27022}"/>
                    </a:ext>
                  </a:extLst>
                </p14:cNvPr>
                <p14:cNvContentPartPr/>
                <p14:nvPr/>
              </p14:nvContentPartPr>
              <p14:xfrm>
                <a:off x="7476568" y="3254121"/>
                <a:ext cx="57240" cy="13248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76CE1CD9-E172-0B50-48E3-7AAC50F2702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470448" y="3248001"/>
                  <a:ext cx="694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AE89B22A-ABAC-9A66-B0FF-564406B35091}"/>
                    </a:ext>
                  </a:extLst>
                </p14:cNvPr>
                <p14:cNvContentPartPr/>
                <p14:nvPr/>
              </p14:nvContentPartPr>
              <p14:xfrm>
                <a:off x="7531648" y="3358521"/>
                <a:ext cx="84600" cy="6660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AE89B22A-ABAC-9A66-B0FF-564406B3509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525528" y="3352401"/>
                  <a:ext cx="96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0AAB7F5A-FDD5-3238-6C12-C4104201B793}"/>
                    </a:ext>
                  </a:extLst>
                </p14:cNvPr>
                <p14:cNvContentPartPr/>
                <p14:nvPr/>
              </p14:nvContentPartPr>
              <p14:xfrm>
                <a:off x="7335448" y="2377521"/>
                <a:ext cx="165240" cy="103140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0AAB7F5A-FDD5-3238-6C12-C4104201B79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329328" y="2371401"/>
                  <a:ext cx="177480" cy="10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19BD486A-97EA-3CF1-40AB-A224DD775C05}"/>
                    </a:ext>
                  </a:extLst>
                </p14:cNvPr>
                <p14:cNvContentPartPr/>
                <p14:nvPr/>
              </p14:nvContentPartPr>
              <p14:xfrm>
                <a:off x="7709488" y="2484081"/>
                <a:ext cx="117000" cy="69408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19BD486A-97EA-3CF1-40AB-A224DD775C0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703368" y="2477961"/>
                  <a:ext cx="12924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88953794-207B-9F87-945A-E4B7FF44A8AE}"/>
                    </a:ext>
                  </a:extLst>
                </p14:cNvPr>
                <p14:cNvContentPartPr/>
                <p14:nvPr/>
              </p14:nvContentPartPr>
              <p14:xfrm>
                <a:off x="7697608" y="3098601"/>
                <a:ext cx="71280" cy="22536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88953794-207B-9F87-945A-E4B7FF44A8A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691488" y="3092481"/>
                  <a:ext cx="83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69DEEC06-AC15-10C0-1EFD-43A4515BAE75}"/>
                    </a:ext>
                  </a:extLst>
                </p14:cNvPr>
                <p14:cNvContentPartPr/>
                <p14:nvPr/>
              </p14:nvContentPartPr>
              <p14:xfrm>
                <a:off x="7721728" y="2374281"/>
                <a:ext cx="104040" cy="110304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69DEEC06-AC15-10C0-1EFD-43A4515BAE7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715608" y="2368161"/>
                  <a:ext cx="116280" cy="11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702C4AF6-09A4-4366-D871-1443D63E81D6}"/>
                    </a:ext>
                  </a:extLst>
                </p14:cNvPr>
                <p14:cNvContentPartPr/>
                <p14:nvPr/>
              </p14:nvContentPartPr>
              <p14:xfrm>
                <a:off x="6881488" y="3223161"/>
                <a:ext cx="258120" cy="25992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702C4AF6-09A4-4366-D871-1443D63E81D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875368" y="3217041"/>
                  <a:ext cx="2703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41075BB9-0F32-70C2-1C2F-6E5FCCEB7098}"/>
                    </a:ext>
                  </a:extLst>
                </p14:cNvPr>
                <p14:cNvContentPartPr/>
                <p14:nvPr/>
              </p14:nvContentPartPr>
              <p14:xfrm>
                <a:off x="8083168" y="2126961"/>
                <a:ext cx="243720" cy="3492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41075BB9-0F32-70C2-1C2F-6E5FCCEB709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077048" y="2120841"/>
                  <a:ext cx="255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C9E1CDD9-BBA5-64C9-16A5-5DF433E3A3BE}"/>
                    </a:ext>
                  </a:extLst>
                </p14:cNvPr>
                <p14:cNvContentPartPr/>
                <p14:nvPr/>
              </p14:nvContentPartPr>
              <p14:xfrm>
                <a:off x="8059768" y="3509361"/>
                <a:ext cx="548280" cy="4536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C9E1CDD9-BBA5-64C9-16A5-5DF433E3A3B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053648" y="3503241"/>
                  <a:ext cx="5605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D9BD6BD2-C703-8E1E-8834-0CD0616FE3DF}"/>
                    </a:ext>
                  </a:extLst>
                </p14:cNvPr>
                <p14:cNvContentPartPr/>
                <p14:nvPr/>
              </p14:nvContentPartPr>
              <p14:xfrm>
                <a:off x="8221768" y="2105361"/>
                <a:ext cx="548280" cy="5436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D9BD6BD2-C703-8E1E-8834-0CD0616FE3D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15648" y="2099241"/>
                  <a:ext cx="560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647ED219-9211-949B-C5FA-212476608BDA}"/>
                    </a:ext>
                  </a:extLst>
                </p14:cNvPr>
                <p14:cNvContentPartPr/>
                <p14:nvPr/>
              </p14:nvContentPartPr>
              <p14:xfrm>
                <a:off x="8571688" y="2144961"/>
                <a:ext cx="127800" cy="61524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647ED219-9211-949B-C5FA-212476608BD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565568" y="2138841"/>
                  <a:ext cx="14004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02C20C18-A1BD-0C6E-5022-E84D75C361A7}"/>
                    </a:ext>
                  </a:extLst>
                </p14:cNvPr>
                <p14:cNvContentPartPr/>
                <p14:nvPr/>
              </p14:nvContentPartPr>
              <p14:xfrm>
                <a:off x="8666008" y="2692161"/>
                <a:ext cx="103680" cy="90612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02C20C18-A1BD-0C6E-5022-E84D75C361A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59888" y="2686041"/>
                  <a:ext cx="115920" cy="9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15F43F97-F2B4-B96C-F02D-AEDEAB1DA581}"/>
                    </a:ext>
                  </a:extLst>
                </p14:cNvPr>
                <p14:cNvContentPartPr/>
                <p14:nvPr/>
              </p14:nvContentPartPr>
              <p14:xfrm>
                <a:off x="9014128" y="2669481"/>
                <a:ext cx="456480" cy="23364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15F43F97-F2B4-B96C-F02D-AEDEAB1DA58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008008" y="2663361"/>
                  <a:ext cx="4687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354CAE2E-675C-01C8-ED0E-1084AC2A9156}"/>
                    </a:ext>
                  </a:extLst>
                </p14:cNvPr>
                <p14:cNvContentPartPr/>
                <p14:nvPr/>
              </p14:nvContentPartPr>
              <p14:xfrm>
                <a:off x="6011368" y="1967121"/>
                <a:ext cx="217800" cy="16308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354CAE2E-675C-01C8-ED0E-1084AC2A915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005248" y="1961001"/>
                  <a:ext cx="230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81A23939-6075-CF11-ED7F-46759CDAC5BA}"/>
                    </a:ext>
                  </a:extLst>
                </p14:cNvPr>
                <p14:cNvContentPartPr/>
                <p14:nvPr/>
              </p14:nvContentPartPr>
              <p14:xfrm>
                <a:off x="7220248" y="3210201"/>
                <a:ext cx="536040" cy="31176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81A23939-6075-CF11-ED7F-46759CDAC5B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214128" y="3204081"/>
                  <a:ext cx="54828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DE1746BC-9557-9D5C-8EAB-252AF4DFD3EF}"/>
                    </a:ext>
                  </a:extLst>
                </p14:cNvPr>
                <p14:cNvContentPartPr/>
                <p14:nvPr/>
              </p14:nvContentPartPr>
              <p14:xfrm>
                <a:off x="8863648" y="2465721"/>
                <a:ext cx="1014120" cy="58572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DE1746BC-9557-9D5C-8EAB-252AF4DFD3E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857528" y="2459601"/>
                  <a:ext cx="1026360" cy="59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62" name="Tinta 61">
                <a:extLst>
                  <a:ext uri="{FF2B5EF4-FFF2-40B4-BE49-F238E27FC236}">
                    <a16:creationId xmlns:a16="http://schemas.microsoft.com/office/drawing/2014/main" id="{0540F283-2E2F-16CD-4621-95F695EEC0F7}"/>
                  </a:ext>
                </a:extLst>
              </p14:cNvPr>
              <p14:cNvContentPartPr/>
              <p14:nvPr/>
            </p14:nvContentPartPr>
            <p14:xfrm>
              <a:off x="8599408" y="4399281"/>
              <a:ext cx="403200" cy="416160"/>
            </p14:xfrm>
          </p:contentPart>
        </mc:Choice>
        <mc:Fallback>
          <p:pic>
            <p:nvPicPr>
              <p:cNvPr id="62" name="Tinta 61">
                <a:extLst>
                  <a:ext uri="{FF2B5EF4-FFF2-40B4-BE49-F238E27FC236}">
                    <a16:creationId xmlns:a16="http://schemas.microsoft.com/office/drawing/2014/main" id="{0540F283-2E2F-16CD-4621-95F695EEC0F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593288" y="4393161"/>
                <a:ext cx="41544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D207783A-5352-BA21-26FE-AE3B5F67527F}"/>
                  </a:ext>
                </a:extLst>
              </p14:cNvPr>
              <p14:cNvContentPartPr/>
              <p14:nvPr/>
            </p14:nvContentPartPr>
            <p14:xfrm>
              <a:off x="5924608" y="4923801"/>
              <a:ext cx="280440" cy="201600"/>
            </p14:xfrm>
          </p:contentPart>
        </mc:Choice>
        <mc:Fallback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D207783A-5352-BA21-26FE-AE3B5F67527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918488" y="4917681"/>
                <a:ext cx="29268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BC1517D7-47E9-F3CD-E869-8F25DB63A207}"/>
                  </a:ext>
                </a:extLst>
              </p14:cNvPr>
              <p14:cNvContentPartPr/>
              <p14:nvPr/>
            </p14:nvContentPartPr>
            <p14:xfrm>
              <a:off x="7114408" y="4537881"/>
              <a:ext cx="182520" cy="43560"/>
            </p14:xfrm>
          </p:contentPart>
        </mc:Choice>
        <mc:Fallback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BC1517D7-47E9-F3CD-E869-8F25DB63A20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108288" y="4531761"/>
                <a:ext cx="1947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D67A5A90-558B-1CA5-BBFE-7549173C1EFB}"/>
                  </a:ext>
                </a:extLst>
              </p14:cNvPr>
              <p14:cNvContentPartPr/>
              <p14:nvPr/>
            </p14:nvContentPartPr>
            <p14:xfrm>
              <a:off x="6949888" y="4612761"/>
              <a:ext cx="315360" cy="34920"/>
            </p14:xfrm>
          </p:contentPart>
        </mc:Choice>
        <mc:Fallback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D67A5A90-558B-1CA5-BBFE-7549173C1EF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943768" y="4606641"/>
                <a:ext cx="3276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AFE16611-BDD8-C98F-BBD8-85D7E0D288C3}"/>
                  </a:ext>
                </a:extLst>
              </p14:cNvPr>
              <p14:cNvContentPartPr/>
              <p14:nvPr/>
            </p14:nvContentPartPr>
            <p14:xfrm>
              <a:off x="7511128" y="4608441"/>
              <a:ext cx="444240" cy="192240"/>
            </p14:xfrm>
          </p:contentPart>
        </mc:Choice>
        <mc:Fallback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AFE16611-BDD8-C98F-BBD8-85D7E0D288C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505008" y="4602321"/>
                <a:ext cx="45648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2E324353-AFC3-E045-B177-A5771CAF70D3}"/>
                  </a:ext>
                </a:extLst>
              </p14:cNvPr>
              <p14:cNvContentPartPr/>
              <p14:nvPr/>
            </p14:nvContentPartPr>
            <p14:xfrm>
              <a:off x="8059408" y="4604121"/>
              <a:ext cx="419040" cy="298080"/>
            </p14:xfrm>
          </p:contentPart>
        </mc:Choice>
        <mc:Fallback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2E324353-AFC3-E045-B177-A5771CAF70D3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053288" y="4598001"/>
                <a:ext cx="43128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63" name="Tinta 62">
                <a:extLst>
                  <a:ext uri="{FF2B5EF4-FFF2-40B4-BE49-F238E27FC236}">
                    <a16:creationId xmlns:a16="http://schemas.microsoft.com/office/drawing/2014/main" id="{1D492C56-4EA2-B9CE-C7C5-B3BB8FFE6F1E}"/>
                  </a:ext>
                </a:extLst>
              </p14:cNvPr>
              <p14:cNvContentPartPr/>
              <p14:nvPr/>
            </p14:nvContentPartPr>
            <p14:xfrm>
              <a:off x="7674208" y="4297401"/>
              <a:ext cx="362520" cy="474120"/>
            </p14:xfrm>
          </p:contentPart>
        </mc:Choice>
        <mc:Fallback>
          <p:pic>
            <p:nvPicPr>
              <p:cNvPr id="63" name="Tinta 62">
                <a:extLst>
                  <a:ext uri="{FF2B5EF4-FFF2-40B4-BE49-F238E27FC236}">
                    <a16:creationId xmlns:a16="http://schemas.microsoft.com/office/drawing/2014/main" id="{1D492C56-4EA2-B9CE-C7C5-B3BB8FFE6F1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668088" y="4291281"/>
                <a:ext cx="374760" cy="48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Agrupar 65">
            <a:extLst>
              <a:ext uri="{FF2B5EF4-FFF2-40B4-BE49-F238E27FC236}">
                <a16:creationId xmlns:a16="http://schemas.microsoft.com/office/drawing/2014/main" id="{9B3EA238-1BB8-166A-1179-3D5835F9C30B}"/>
              </a:ext>
            </a:extLst>
          </p:cNvPr>
          <p:cNvGrpSpPr/>
          <p:nvPr/>
        </p:nvGrpSpPr>
        <p:grpSpPr>
          <a:xfrm>
            <a:off x="5762608" y="4101561"/>
            <a:ext cx="989640" cy="667080"/>
            <a:chOff x="5762608" y="4101561"/>
            <a:chExt cx="989640" cy="66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75B849A0-9E00-67CE-C8F4-77E9F21B3EE5}"/>
                    </a:ext>
                  </a:extLst>
                </p14:cNvPr>
                <p14:cNvContentPartPr/>
                <p14:nvPr/>
              </p14:nvContentPartPr>
              <p14:xfrm>
                <a:off x="5819848" y="4358961"/>
                <a:ext cx="279720" cy="17172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75B849A0-9E00-67CE-C8F4-77E9F21B3EE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813728" y="4352841"/>
                  <a:ext cx="2919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14F76434-752F-5CBF-71F7-6D72B16D0AE3}"/>
                    </a:ext>
                  </a:extLst>
                </p14:cNvPr>
                <p14:cNvContentPartPr/>
                <p14:nvPr/>
              </p14:nvContentPartPr>
              <p14:xfrm>
                <a:off x="6157528" y="4349961"/>
                <a:ext cx="196560" cy="10440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14F76434-752F-5CBF-71F7-6D72B16D0AE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151408" y="4343841"/>
                  <a:ext cx="208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E0A557AD-4AFD-5A5F-E8FC-2831D1AC3C92}"/>
                    </a:ext>
                  </a:extLst>
                </p14:cNvPr>
                <p14:cNvContentPartPr/>
                <p14:nvPr/>
              </p14:nvContentPartPr>
              <p14:xfrm>
                <a:off x="6322408" y="4545441"/>
                <a:ext cx="115560" cy="12816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E0A557AD-4AFD-5A5F-E8FC-2831D1AC3C9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316288" y="4539321"/>
                  <a:ext cx="127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0CA6AE73-DB1B-8D40-ADCE-EEDED45382AD}"/>
                    </a:ext>
                  </a:extLst>
                </p14:cNvPr>
                <p14:cNvContentPartPr/>
                <p14:nvPr/>
              </p14:nvContentPartPr>
              <p14:xfrm>
                <a:off x="6322048" y="4514121"/>
                <a:ext cx="33840" cy="1656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0CA6AE73-DB1B-8D40-ADCE-EEDED45382A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315928" y="4508001"/>
                  <a:ext cx="46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5110B6BA-EA5B-932A-2271-F366D98E81E5}"/>
                    </a:ext>
                  </a:extLst>
                </p14:cNvPr>
                <p14:cNvContentPartPr/>
                <p14:nvPr/>
              </p14:nvContentPartPr>
              <p14:xfrm>
                <a:off x="6310528" y="4488561"/>
                <a:ext cx="304200" cy="21384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5110B6BA-EA5B-932A-2271-F366D98E81E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304408" y="4482441"/>
                  <a:ext cx="3164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4913BCF9-4A59-D22A-722E-444B4638EFD9}"/>
                    </a:ext>
                  </a:extLst>
                </p14:cNvPr>
                <p14:cNvContentPartPr/>
                <p14:nvPr/>
              </p14:nvContentPartPr>
              <p14:xfrm>
                <a:off x="6543088" y="4101561"/>
                <a:ext cx="209160" cy="16200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4913BCF9-4A59-D22A-722E-444B4638EFD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536968" y="4095441"/>
                  <a:ext cx="2214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AE631AAA-4453-817E-C1C2-93B2DA662A57}"/>
                    </a:ext>
                  </a:extLst>
                </p14:cNvPr>
                <p14:cNvContentPartPr/>
                <p14:nvPr/>
              </p14:nvContentPartPr>
              <p14:xfrm>
                <a:off x="5842168" y="4731561"/>
                <a:ext cx="642600" cy="3708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AE631AAA-4453-817E-C1C2-93B2DA662A5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836048" y="4725441"/>
                  <a:ext cx="654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C75C4F98-B30B-3E55-59A9-6565D29FFEBF}"/>
                    </a:ext>
                  </a:extLst>
                </p14:cNvPr>
                <p14:cNvContentPartPr/>
                <p14:nvPr/>
              </p14:nvContentPartPr>
              <p14:xfrm>
                <a:off x="5762608" y="4178601"/>
                <a:ext cx="418680" cy="41040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C75C4F98-B30B-3E55-59A9-6565D29FFEB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756488" y="4172481"/>
                  <a:ext cx="430920" cy="42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67" name="Tinta 66">
                <a:extLst>
                  <a:ext uri="{FF2B5EF4-FFF2-40B4-BE49-F238E27FC236}">
                    <a16:creationId xmlns:a16="http://schemas.microsoft.com/office/drawing/2014/main" id="{6C1BB30F-1946-08B1-082C-0E0C511BF8CE}"/>
                  </a:ext>
                </a:extLst>
              </p14:cNvPr>
              <p14:cNvContentPartPr/>
              <p14:nvPr/>
            </p14:nvContentPartPr>
            <p14:xfrm>
              <a:off x="5755048" y="4749561"/>
              <a:ext cx="580680" cy="579600"/>
            </p14:xfrm>
          </p:contentPart>
        </mc:Choice>
        <mc:Fallback>
          <p:pic>
            <p:nvPicPr>
              <p:cNvPr id="67" name="Tinta 66">
                <a:extLst>
                  <a:ext uri="{FF2B5EF4-FFF2-40B4-BE49-F238E27FC236}">
                    <a16:creationId xmlns:a16="http://schemas.microsoft.com/office/drawing/2014/main" id="{6C1BB30F-1946-08B1-082C-0E0C511BF8CE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748928" y="4743441"/>
                <a:ext cx="592920" cy="59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Agrupar 77">
            <a:extLst>
              <a:ext uri="{FF2B5EF4-FFF2-40B4-BE49-F238E27FC236}">
                <a16:creationId xmlns:a16="http://schemas.microsoft.com/office/drawing/2014/main" id="{A826467B-4E1C-48CE-9480-B4EACCF973CF}"/>
              </a:ext>
            </a:extLst>
          </p:cNvPr>
          <p:cNvGrpSpPr/>
          <p:nvPr/>
        </p:nvGrpSpPr>
        <p:grpSpPr>
          <a:xfrm>
            <a:off x="7893808" y="5426721"/>
            <a:ext cx="1296720" cy="489240"/>
            <a:chOff x="7893808" y="5426721"/>
            <a:chExt cx="1296720" cy="48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8EF35EBF-38A7-DCB6-2E37-848A68EC42B4}"/>
                    </a:ext>
                  </a:extLst>
                </p14:cNvPr>
                <p14:cNvContentPartPr/>
                <p14:nvPr/>
              </p14:nvContentPartPr>
              <p14:xfrm>
                <a:off x="7893808" y="5523921"/>
                <a:ext cx="281160" cy="27828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8EF35EBF-38A7-DCB6-2E37-848A68EC42B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887688" y="5517801"/>
                  <a:ext cx="2934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5A34573A-8E98-4F74-A7EB-13E6E4A7B14D}"/>
                    </a:ext>
                  </a:extLst>
                </p14:cNvPr>
                <p14:cNvContentPartPr/>
                <p14:nvPr/>
              </p14:nvContentPartPr>
              <p14:xfrm>
                <a:off x="8261008" y="5685201"/>
                <a:ext cx="252360" cy="23076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5A34573A-8E98-4F74-A7EB-13E6E4A7B14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254888" y="5679081"/>
                  <a:ext cx="2646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EE835EF6-F68B-8B16-2DBB-071B1F3C45E3}"/>
                    </a:ext>
                  </a:extLst>
                </p14:cNvPr>
                <p14:cNvContentPartPr/>
                <p14:nvPr/>
              </p14:nvContentPartPr>
              <p14:xfrm>
                <a:off x="8817208" y="5426721"/>
                <a:ext cx="373320" cy="31212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EE835EF6-F68B-8B16-2DBB-071B1F3C45E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811088" y="5420601"/>
                  <a:ext cx="38556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Agrupar 81">
            <a:extLst>
              <a:ext uri="{FF2B5EF4-FFF2-40B4-BE49-F238E27FC236}">
                <a16:creationId xmlns:a16="http://schemas.microsoft.com/office/drawing/2014/main" id="{CC60A916-8EE7-2DAD-A8C3-CA28EFDA4E5F}"/>
              </a:ext>
            </a:extLst>
          </p:cNvPr>
          <p:cNvGrpSpPr/>
          <p:nvPr/>
        </p:nvGrpSpPr>
        <p:grpSpPr>
          <a:xfrm>
            <a:off x="6287128" y="6287841"/>
            <a:ext cx="546840" cy="252000"/>
            <a:chOff x="6287128" y="6287841"/>
            <a:chExt cx="546840" cy="25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E9C20036-5573-4B8F-7B94-078C8817E2F8}"/>
                    </a:ext>
                  </a:extLst>
                </p14:cNvPr>
                <p14:cNvContentPartPr/>
                <p14:nvPr/>
              </p14:nvContentPartPr>
              <p14:xfrm>
                <a:off x="6287128" y="6287841"/>
                <a:ext cx="350640" cy="18864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E9C20036-5573-4B8F-7B94-078C8817E2F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281008" y="6281721"/>
                  <a:ext cx="3628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C49ECE7F-D181-29A5-D400-04F49BC919BE}"/>
                    </a:ext>
                  </a:extLst>
                </p14:cNvPr>
                <p14:cNvContentPartPr/>
                <p14:nvPr/>
              </p14:nvContentPartPr>
              <p14:xfrm>
                <a:off x="6646768" y="6369201"/>
                <a:ext cx="70920" cy="1548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C49ECE7F-D181-29A5-D400-04F49BC919B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640648" y="6363081"/>
                  <a:ext cx="83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DF8FEC9E-5F5C-C8EC-415C-EA211F2900BB}"/>
                    </a:ext>
                  </a:extLst>
                </p14:cNvPr>
                <p14:cNvContentPartPr/>
                <p14:nvPr/>
              </p14:nvContentPartPr>
              <p14:xfrm>
                <a:off x="6600688" y="6346881"/>
                <a:ext cx="233280" cy="19296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DF8FEC9E-5F5C-C8EC-415C-EA211F2900B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594568" y="6340761"/>
                  <a:ext cx="24552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Agrupar 83">
            <a:extLst>
              <a:ext uri="{FF2B5EF4-FFF2-40B4-BE49-F238E27FC236}">
                <a16:creationId xmlns:a16="http://schemas.microsoft.com/office/drawing/2014/main" id="{4F23812E-3E01-90F8-5936-5ADE26AE6A8A}"/>
              </a:ext>
            </a:extLst>
          </p:cNvPr>
          <p:cNvGrpSpPr/>
          <p:nvPr/>
        </p:nvGrpSpPr>
        <p:grpSpPr>
          <a:xfrm>
            <a:off x="5924248" y="5305761"/>
            <a:ext cx="1446840" cy="691560"/>
            <a:chOff x="5924248" y="5305761"/>
            <a:chExt cx="1446840" cy="69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95861DF9-15B6-0842-5A40-18CE7CC55857}"/>
                    </a:ext>
                  </a:extLst>
                </p14:cNvPr>
                <p14:cNvContentPartPr/>
                <p14:nvPr/>
              </p14:nvContentPartPr>
              <p14:xfrm>
                <a:off x="5924248" y="5645241"/>
                <a:ext cx="234000" cy="18684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95861DF9-15B6-0842-5A40-18CE7CC5585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918128" y="5639121"/>
                  <a:ext cx="2462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4CE90D78-4068-3771-18C0-7D6B68825343}"/>
                    </a:ext>
                  </a:extLst>
                </p14:cNvPr>
                <p14:cNvContentPartPr/>
                <p14:nvPr/>
              </p14:nvContentPartPr>
              <p14:xfrm>
                <a:off x="6087328" y="5883921"/>
                <a:ext cx="301680" cy="11340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4CE90D78-4068-3771-18C0-7D6B6882534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081208" y="5877801"/>
                  <a:ext cx="3139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313517B4-29B0-8FE0-107C-1D27EFF9E495}"/>
                    </a:ext>
                  </a:extLst>
                </p14:cNvPr>
                <p14:cNvContentPartPr/>
                <p14:nvPr/>
              </p14:nvContentPartPr>
              <p14:xfrm>
                <a:off x="6355168" y="5407641"/>
                <a:ext cx="223560" cy="15732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313517B4-29B0-8FE0-107C-1D27EFF9E49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349048" y="5401521"/>
                  <a:ext cx="235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79CCE8EE-86B3-9EAF-EFED-36692D0BF54F}"/>
                    </a:ext>
                  </a:extLst>
                </p14:cNvPr>
                <p14:cNvContentPartPr/>
                <p14:nvPr/>
              </p14:nvContentPartPr>
              <p14:xfrm>
                <a:off x="7043848" y="5690241"/>
                <a:ext cx="327240" cy="3996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79CCE8EE-86B3-9EAF-EFED-36692D0BF54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037728" y="5684121"/>
                  <a:ext cx="339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B0E8B21E-64CE-9AFA-FBE7-1B01B902E918}"/>
                    </a:ext>
                  </a:extLst>
                </p14:cNvPr>
                <p14:cNvContentPartPr/>
                <p14:nvPr/>
              </p14:nvContentPartPr>
              <p14:xfrm>
                <a:off x="7032328" y="5787081"/>
                <a:ext cx="256680" cy="1980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B0E8B21E-64CE-9AFA-FBE7-1B01B902E91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026208" y="5780961"/>
                  <a:ext cx="2689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F11573A1-42BE-98F7-8838-9D21FB1DB373}"/>
                    </a:ext>
                  </a:extLst>
                </p14:cNvPr>
                <p14:cNvContentPartPr/>
                <p14:nvPr/>
              </p14:nvContentPartPr>
              <p14:xfrm>
                <a:off x="6286048" y="5305761"/>
                <a:ext cx="396000" cy="36468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F11573A1-42BE-98F7-8838-9D21FB1DB37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279928" y="5299641"/>
                  <a:ext cx="408240" cy="37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Agrupar 87">
            <a:extLst>
              <a:ext uri="{FF2B5EF4-FFF2-40B4-BE49-F238E27FC236}">
                <a16:creationId xmlns:a16="http://schemas.microsoft.com/office/drawing/2014/main" id="{E4DDA70C-944C-914F-3752-B190FB635A20}"/>
              </a:ext>
            </a:extLst>
          </p:cNvPr>
          <p:cNvGrpSpPr/>
          <p:nvPr/>
        </p:nvGrpSpPr>
        <p:grpSpPr>
          <a:xfrm>
            <a:off x="7024768" y="6408801"/>
            <a:ext cx="342720" cy="167400"/>
            <a:chOff x="7024768" y="6408801"/>
            <a:chExt cx="342720" cy="16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B6902BC2-5C43-E42F-AE3B-411A4F779F88}"/>
                    </a:ext>
                  </a:extLst>
                </p14:cNvPr>
                <p14:cNvContentPartPr/>
                <p14:nvPr/>
              </p14:nvContentPartPr>
              <p14:xfrm>
                <a:off x="7032328" y="6431481"/>
                <a:ext cx="70920" cy="1764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B6902BC2-5C43-E42F-AE3B-411A4F779F8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026208" y="6425361"/>
                  <a:ext cx="83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9CDF0309-2388-6728-31DE-33C3D51D01EB}"/>
                    </a:ext>
                  </a:extLst>
                </p14:cNvPr>
                <p14:cNvContentPartPr/>
                <p14:nvPr/>
              </p14:nvContentPartPr>
              <p14:xfrm>
                <a:off x="7024768" y="6408801"/>
                <a:ext cx="282960" cy="6696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9CDF0309-2388-6728-31DE-33C3D51D01E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018648" y="6402681"/>
                  <a:ext cx="295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6AAEBE6B-C854-BE34-EF25-FF25631E3059}"/>
                    </a:ext>
                  </a:extLst>
                </p14:cNvPr>
                <p14:cNvContentPartPr/>
                <p14:nvPr/>
              </p14:nvContentPartPr>
              <p14:xfrm>
                <a:off x="7032328" y="6520401"/>
                <a:ext cx="335160" cy="5580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6AAEBE6B-C854-BE34-EF25-FF25631E305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026208" y="6514281"/>
                  <a:ext cx="34740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Agrupar 94">
            <a:extLst>
              <a:ext uri="{FF2B5EF4-FFF2-40B4-BE49-F238E27FC236}">
                <a16:creationId xmlns:a16="http://schemas.microsoft.com/office/drawing/2014/main" id="{38CA82EB-F427-E46C-5CE6-577144FA2692}"/>
              </a:ext>
            </a:extLst>
          </p:cNvPr>
          <p:cNvGrpSpPr/>
          <p:nvPr/>
        </p:nvGrpSpPr>
        <p:grpSpPr>
          <a:xfrm>
            <a:off x="7859248" y="6171561"/>
            <a:ext cx="1771560" cy="478080"/>
            <a:chOff x="7859248" y="6171561"/>
            <a:chExt cx="1771560" cy="47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3C866B69-AE02-54CE-94A1-F12D92094866}"/>
                    </a:ext>
                  </a:extLst>
                </p14:cNvPr>
                <p14:cNvContentPartPr/>
                <p14:nvPr/>
              </p14:nvContentPartPr>
              <p14:xfrm>
                <a:off x="7859248" y="6207561"/>
                <a:ext cx="1098720" cy="40284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3C866B69-AE02-54CE-94A1-F12D9209486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853128" y="6201441"/>
                  <a:ext cx="111096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D527B9B8-1CA7-F601-9D77-FF58604365B6}"/>
                    </a:ext>
                  </a:extLst>
                </p14:cNvPr>
                <p14:cNvContentPartPr/>
                <p14:nvPr/>
              </p14:nvContentPartPr>
              <p14:xfrm>
                <a:off x="8395648" y="6435801"/>
                <a:ext cx="247320" cy="17388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D527B9B8-1CA7-F601-9D77-FF58604365B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389528" y="6429681"/>
                  <a:ext cx="2595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E27FD2FC-98A6-E979-1335-3967F651FD6B}"/>
                    </a:ext>
                  </a:extLst>
                </p14:cNvPr>
                <p14:cNvContentPartPr/>
                <p14:nvPr/>
              </p14:nvContentPartPr>
              <p14:xfrm>
                <a:off x="8758528" y="6482241"/>
                <a:ext cx="244080" cy="16740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E27FD2FC-98A6-E979-1335-3967F651FD6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752408" y="6476121"/>
                  <a:ext cx="2563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23C83192-B80D-E0CA-DFCF-C416DA5B0EBF}"/>
                    </a:ext>
                  </a:extLst>
                </p14:cNvPr>
                <p14:cNvContentPartPr/>
                <p14:nvPr/>
              </p14:nvContentPartPr>
              <p14:xfrm>
                <a:off x="9060928" y="6308001"/>
                <a:ext cx="346680" cy="29700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23C83192-B80D-E0CA-DFCF-C416DA5B0EB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054808" y="6301881"/>
                  <a:ext cx="3589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08C93E41-BF76-6839-B554-34A1ED4D8900}"/>
                    </a:ext>
                  </a:extLst>
                </p14:cNvPr>
                <p14:cNvContentPartPr/>
                <p14:nvPr/>
              </p14:nvContentPartPr>
              <p14:xfrm>
                <a:off x="8933848" y="6171561"/>
                <a:ext cx="696960" cy="11592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08C93E41-BF76-6839-B554-34A1ED4D890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927728" y="6165441"/>
                  <a:ext cx="709200" cy="128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38189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F51F4-FE5B-8F49-8BB8-C62C1145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03845910-2983-D175-6D73-2FD0D5EE9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00" y="0"/>
            <a:ext cx="5390554" cy="435133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3F5AC257-C09D-B366-780F-A76230E964C0}"/>
                  </a:ext>
                </a:extLst>
              </p14:cNvPr>
              <p14:cNvContentPartPr/>
              <p14:nvPr/>
            </p14:nvContentPartPr>
            <p14:xfrm>
              <a:off x="2438368" y="5503761"/>
              <a:ext cx="302760" cy="220680"/>
            </p14:xfrm>
          </p:contentPart>
        </mc:Choice>
        <mc:Fallback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3F5AC257-C09D-B366-780F-A76230E964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2248" y="5497641"/>
                <a:ext cx="31500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A471B443-A035-6A35-384F-048EC084451B}"/>
                  </a:ext>
                </a:extLst>
              </p14:cNvPr>
              <p14:cNvContentPartPr/>
              <p14:nvPr/>
            </p14:nvContentPartPr>
            <p14:xfrm>
              <a:off x="922408" y="4570641"/>
              <a:ext cx="1234800" cy="39600"/>
            </p14:xfrm>
          </p:contentPart>
        </mc:Choice>
        <mc:Fallback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A471B443-A035-6A35-384F-048EC084451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6288" y="4564521"/>
                <a:ext cx="1247040" cy="5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Agrupar 42">
            <a:extLst>
              <a:ext uri="{FF2B5EF4-FFF2-40B4-BE49-F238E27FC236}">
                <a16:creationId xmlns:a16="http://schemas.microsoft.com/office/drawing/2014/main" id="{03324A15-C6FA-B0B8-1833-B46A43019BD6}"/>
              </a:ext>
            </a:extLst>
          </p:cNvPr>
          <p:cNvGrpSpPr/>
          <p:nvPr/>
        </p:nvGrpSpPr>
        <p:grpSpPr>
          <a:xfrm>
            <a:off x="548368" y="4744881"/>
            <a:ext cx="1937880" cy="907920"/>
            <a:chOff x="548368" y="4744881"/>
            <a:chExt cx="1937880" cy="90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946A7D50-4744-7C2E-D40A-D666D4A690E9}"/>
                    </a:ext>
                  </a:extLst>
                </p14:cNvPr>
                <p14:cNvContentPartPr/>
                <p14:nvPr/>
              </p14:nvContentPartPr>
              <p14:xfrm>
                <a:off x="945808" y="4808961"/>
                <a:ext cx="1178280" cy="81720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946A7D50-4744-7C2E-D40A-D666D4A690E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39688" y="4802841"/>
                  <a:ext cx="1190520" cy="82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CB84AD68-85AA-617F-1047-B283E4CACF20}"/>
                    </a:ext>
                  </a:extLst>
                </p14:cNvPr>
                <p14:cNvContentPartPr/>
                <p14:nvPr/>
              </p14:nvContentPartPr>
              <p14:xfrm>
                <a:off x="875248" y="4804281"/>
                <a:ext cx="187920" cy="7128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CB84AD68-85AA-617F-1047-B283E4CACF2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69128" y="4798161"/>
                  <a:ext cx="200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411901FB-7803-4096-E512-9AD98A62AF1D}"/>
                    </a:ext>
                  </a:extLst>
                </p14:cNvPr>
                <p14:cNvContentPartPr/>
                <p14:nvPr/>
              </p14:nvContentPartPr>
              <p14:xfrm>
                <a:off x="548368" y="4754241"/>
                <a:ext cx="223200" cy="17496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411901FB-7803-4096-E512-9AD98A62AF1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2248" y="4748121"/>
                  <a:ext cx="2354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C3037488-6F8C-F794-2E5A-13484EF99260}"/>
                    </a:ext>
                  </a:extLst>
                </p14:cNvPr>
                <p14:cNvContentPartPr/>
                <p14:nvPr/>
              </p14:nvContentPartPr>
              <p14:xfrm>
                <a:off x="642688" y="4807881"/>
                <a:ext cx="153000" cy="2808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C3037488-6F8C-F794-2E5A-13484EF9926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6568" y="4801761"/>
                  <a:ext cx="1652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1F0E8582-86E6-E814-663B-95A975B71824}"/>
                    </a:ext>
                  </a:extLst>
                </p14:cNvPr>
                <p14:cNvContentPartPr/>
                <p14:nvPr/>
              </p14:nvContentPartPr>
              <p14:xfrm>
                <a:off x="2040568" y="5561721"/>
                <a:ext cx="142920" cy="8388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1F0E8582-86E6-E814-663B-95A975B7182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34448" y="5555601"/>
                  <a:ext cx="1551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628CB914-B904-CE1F-EBF1-A440A9D6647E}"/>
                    </a:ext>
                  </a:extLst>
                </p14:cNvPr>
                <p14:cNvContentPartPr/>
                <p14:nvPr/>
              </p14:nvContentPartPr>
              <p14:xfrm>
                <a:off x="1925728" y="4744881"/>
                <a:ext cx="222480" cy="7668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628CB914-B904-CE1F-EBF1-A440A9D6647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19608" y="4738761"/>
                  <a:ext cx="234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2F668DE7-6CEA-F676-37CB-6E9DF4310244}"/>
                    </a:ext>
                  </a:extLst>
                </p14:cNvPr>
                <p14:cNvContentPartPr/>
                <p14:nvPr/>
              </p14:nvContentPartPr>
              <p14:xfrm>
                <a:off x="887128" y="5093001"/>
                <a:ext cx="23760" cy="1548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2F668DE7-6CEA-F676-37CB-6E9DF431024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81008" y="5086881"/>
                  <a:ext cx="36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68E0AAEB-DFB6-41B0-F6C8-946FC1A8CC9E}"/>
                    </a:ext>
                  </a:extLst>
                </p14:cNvPr>
                <p14:cNvContentPartPr/>
                <p14:nvPr/>
              </p14:nvContentPartPr>
              <p14:xfrm>
                <a:off x="898648" y="4959081"/>
                <a:ext cx="1213920" cy="10224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68E0AAEB-DFB6-41B0-F6C8-946FC1A8CC9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2528" y="4952961"/>
                  <a:ext cx="1226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4C0837AC-1F5F-6EC3-2449-4362C73E2917}"/>
                    </a:ext>
                  </a:extLst>
                </p14:cNvPr>
                <p14:cNvContentPartPr/>
                <p14:nvPr/>
              </p14:nvContentPartPr>
              <p14:xfrm>
                <a:off x="1961368" y="4976361"/>
                <a:ext cx="174960" cy="4536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4C0837AC-1F5F-6EC3-2449-4362C73E291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955248" y="4970241"/>
                  <a:ext cx="187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61508CB8-3E22-7CF7-3B2A-4FB2971464C2}"/>
                    </a:ext>
                  </a:extLst>
                </p14:cNvPr>
                <p14:cNvContentPartPr/>
                <p14:nvPr/>
              </p14:nvContentPartPr>
              <p14:xfrm>
                <a:off x="1714408" y="4828041"/>
                <a:ext cx="188640" cy="82476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61508CB8-3E22-7CF7-3B2A-4FB2971464C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08288" y="4821921"/>
                  <a:ext cx="200880" cy="83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AA200A5F-69E3-18B2-8B85-B8788FC82AD9}"/>
                    </a:ext>
                  </a:extLst>
                </p14:cNvPr>
                <p14:cNvContentPartPr/>
                <p14:nvPr/>
              </p14:nvContentPartPr>
              <p14:xfrm>
                <a:off x="1796488" y="5556681"/>
                <a:ext cx="94680" cy="7308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AA200A5F-69E3-18B2-8B85-B8788FC82AD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790368" y="5550561"/>
                  <a:ext cx="1069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C465506F-9DBA-CE48-7152-97C783FC01CA}"/>
                    </a:ext>
                  </a:extLst>
                </p14:cNvPr>
                <p14:cNvContentPartPr/>
                <p14:nvPr/>
              </p14:nvContentPartPr>
              <p14:xfrm>
                <a:off x="2332888" y="4760721"/>
                <a:ext cx="153360" cy="87300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C465506F-9DBA-CE48-7152-97C783FC01C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26768" y="4754601"/>
                  <a:ext cx="165600" cy="8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23DC0346-672F-EEC8-FCC2-CBBF4F5108DB}"/>
                    </a:ext>
                  </a:extLst>
                </p14:cNvPr>
                <p14:cNvContentPartPr/>
                <p14:nvPr/>
              </p14:nvContentPartPr>
              <p14:xfrm>
                <a:off x="1972888" y="5571441"/>
                <a:ext cx="68400" cy="3492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23DC0346-672F-EEC8-FCC2-CBBF4F5108D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966768" y="5565321"/>
                  <a:ext cx="806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0437DCF5-3E90-0D99-285C-08D590F21C78}"/>
                    </a:ext>
                  </a:extLst>
                </p14:cNvPr>
                <p14:cNvContentPartPr/>
                <p14:nvPr/>
              </p14:nvContentPartPr>
              <p14:xfrm>
                <a:off x="2099968" y="5544441"/>
                <a:ext cx="105840" cy="5220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0437DCF5-3E90-0D99-285C-08D590F21C7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093848" y="5538321"/>
                  <a:ext cx="1180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B9B6435F-41BF-A71A-5650-566DEF027A33}"/>
                    </a:ext>
                  </a:extLst>
                </p14:cNvPr>
                <p14:cNvContentPartPr/>
                <p14:nvPr/>
              </p14:nvContentPartPr>
              <p14:xfrm>
                <a:off x="909448" y="4825881"/>
                <a:ext cx="201960" cy="9108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B9B6435F-41BF-A71A-5650-566DEF027A3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3328" y="4819761"/>
                  <a:ext cx="2142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FC9366C2-C8DF-7ED1-5253-FEF24200DC36}"/>
                    </a:ext>
                  </a:extLst>
                </p14:cNvPr>
                <p14:cNvContentPartPr/>
                <p14:nvPr/>
              </p14:nvContentPartPr>
              <p14:xfrm>
                <a:off x="2099968" y="5494761"/>
                <a:ext cx="82800" cy="3204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FC9366C2-C8DF-7ED1-5253-FEF24200DC3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093848" y="5488641"/>
                  <a:ext cx="950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EDD9256D-403E-E995-D00E-996973F048D1}"/>
                    </a:ext>
                  </a:extLst>
                </p14:cNvPr>
                <p14:cNvContentPartPr/>
                <p14:nvPr/>
              </p14:nvContentPartPr>
              <p14:xfrm>
                <a:off x="1784968" y="5127561"/>
                <a:ext cx="141480" cy="33156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EDD9256D-403E-E995-D00E-996973F048D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78848" y="5121441"/>
                  <a:ext cx="153720" cy="34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44" name="Tinta 43">
                <a:extLst>
                  <a:ext uri="{FF2B5EF4-FFF2-40B4-BE49-F238E27FC236}">
                    <a16:creationId xmlns:a16="http://schemas.microsoft.com/office/drawing/2014/main" id="{B5670460-0C74-2B36-5611-5E09573D68DB}"/>
                  </a:ext>
                </a:extLst>
              </p14:cNvPr>
              <p14:cNvContentPartPr/>
              <p14:nvPr/>
            </p14:nvContentPartPr>
            <p14:xfrm>
              <a:off x="2974768" y="5023521"/>
              <a:ext cx="315360" cy="102240"/>
            </p14:xfrm>
          </p:contentPart>
        </mc:Choice>
        <mc:Fallback>
          <p:pic>
            <p:nvPicPr>
              <p:cNvPr id="44" name="Tinta 43">
                <a:extLst>
                  <a:ext uri="{FF2B5EF4-FFF2-40B4-BE49-F238E27FC236}">
                    <a16:creationId xmlns:a16="http://schemas.microsoft.com/office/drawing/2014/main" id="{B5670460-0C74-2B36-5611-5E09573D68D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968648" y="5017401"/>
                <a:ext cx="32760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45" name="Tinta 44">
                <a:extLst>
                  <a:ext uri="{FF2B5EF4-FFF2-40B4-BE49-F238E27FC236}">
                    <a16:creationId xmlns:a16="http://schemas.microsoft.com/office/drawing/2014/main" id="{1C81D10A-9AAD-8A0C-FD12-57BB39D067EC}"/>
                  </a:ext>
                </a:extLst>
              </p14:cNvPr>
              <p14:cNvContentPartPr/>
              <p14:nvPr/>
            </p14:nvContentPartPr>
            <p14:xfrm>
              <a:off x="3254488" y="5140161"/>
              <a:ext cx="118080" cy="89280"/>
            </p14:xfrm>
          </p:contentPart>
        </mc:Choice>
        <mc:Fallback>
          <p:pic>
            <p:nvPicPr>
              <p:cNvPr id="45" name="Tinta 44">
                <a:extLst>
                  <a:ext uri="{FF2B5EF4-FFF2-40B4-BE49-F238E27FC236}">
                    <a16:creationId xmlns:a16="http://schemas.microsoft.com/office/drawing/2014/main" id="{1C81D10A-9AAD-8A0C-FD12-57BB39D067E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248368" y="5134041"/>
                <a:ext cx="130320" cy="1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Agrupar 90">
            <a:extLst>
              <a:ext uri="{FF2B5EF4-FFF2-40B4-BE49-F238E27FC236}">
                <a16:creationId xmlns:a16="http://schemas.microsoft.com/office/drawing/2014/main" id="{86785AB8-1A95-687B-1FD5-3032AA3A6947}"/>
              </a:ext>
            </a:extLst>
          </p:cNvPr>
          <p:cNvGrpSpPr/>
          <p:nvPr/>
        </p:nvGrpSpPr>
        <p:grpSpPr>
          <a:xfrm>
            <a:off x="4246288" y="4223601"/>
            <a:ext cx="1406520" cy="1416600"/>
            <a:chOff x="4246288" y="4223601"/>
            <a:chExt cx="1406520" cy="141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864C2B9A-4FA6-8BD1-BB33-FD0969D507F7}"/>
                    </a:ext>
                  </a:extLst>
                </p14:cNvPr>
                <p14:cNvContentPartPr/>
                <p14:nvPr/>
              </p14:nvContentPartPr>
              <p14:xfrm>
                <a:off x="4246288" y="4917681"/>
                <a:ext cx="643320" cy="43020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864C2B9A-4FA6-8BD1-BB33-FD0969D507F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240168" y="4911561"/>
                  <a:ext cx="65556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E266C865-399D-53B6-B82E-5164F1C18299}"/>
                    </a:ext>
                  </a:extLst>
                </p14:cNvPr>
                <p14:cNvContentPartPr/>
                <p14:nvPr/>
              </p14:nvContentPartPr>
              <p14:xfrm>
                <a:off x="4384888" y="4872321"/>
                <a:ext cx="572400" cy="44748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E266C865-399D-53B6-B82E-5164F1C1829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378768" y="4866201"/>
                  <a:ext cx="58464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E9E8C396-7407-064B-E8D1-06F47210F0DB}"/>
                    </a:ext>
                  </a:extLst>
                </p14:cNvPr>
                <p14:cNvContentPartPr/>
                <p14:nvPr/>
              </p14:nvContentPartPr>
              <p14:xfrm>
                <a:off x="4537528" y="5117841"/>
                <a:ext cx="104760" cy="52236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E9E8C396-7407-064B-E8D1-06F47210F0D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531408" y="5111721"/>
                  <a:ext cx="11700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7BB627CB-591A-16EC-8FCD-6B4A926B29FE}"/>
                    </a:ext>
                  </a:extLst>
                </p14:cNvPr>
                <p14:cNvContentPartPr/>
                <p14:nvPr/>
              </p14:nvContentPartPr>
              <p14:xfrm>
                <a:off x="4711768" y="5534001"/>
                <a:ext cx="197280" cy="6012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7BB627CB-591A-16EC-8FCD-6B4A926B29F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705648" y="5527881"/>
                  <a:ext cx="209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77251DFA-322E-261F-9B13-58F6DD1A5F0D}"/>
                    </a:ext>
                  </a:extLst>
                </p14:cNvPr>
                <p14:cNvContentPartPr/>
                <p14:nvPr/>
              </p14:nvContentPartPr>
              <p14:xfrm>
                <a:off x="4606288" y="5558841"/>
                <a:ext cx="315360" cy="4752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77251DFA-322E-261F-9B13-58F6DD1A5F0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600168" y="5552721"/>
                  <a:ext cx="3276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CF2751CF-DD69-FFE1-C2F7-F47C9A21FF8C}"/>
                    </a:ext>
                  </a:extLst>
                </p14:cNvPr>
                <p14:cNvContentPartPr/>
                <p14:nvPr/>
              </p14:nvContentPartPr>
              <p14:xfrm>
                <a:off x="5247808" y="5259321"/>
                <a:ext cx="57240" cy="23400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CF2751CF-DD69-FFE1-C2F7-F47C9A21FF8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241688" y="5253201"/>
                  <a:ext cx="69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EFF38078-187D-5A15-3F97-66D9D5473095}"/>
                    </a:ext>
                  </a:extLst>
                </p14:cNvPr>
                <p14:cNvContentPartPr/>
                <p14:nvPr/>
              </p14:nvContentPartPr>
              <p14:xfrm>
                <a:off x="5271568" y="5303601"/>
                <a:ext cx="159480" cy="8676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EFF38078-187D-5A15-3F97-66D9D547309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265448" y="5297481"/>
                  <a:ext cx="1717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6FF87CD0-55CC-70AB-3F27-4E1F62ABEC42}"/>
                    </a:ext>
                  </a:extLst>
                </p14:cNvPr>
                <p14:cNvContentPartPr/>
                <p14:nvPr/>
              </p14:nvContentPartPr>
              <p14:xfrm>
                <a:off x="5480008" y="5527161"/>
                <a:ext cx="172800" cy="8892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6FF87CD0-55CC-70AB-3F27-4E1F62ABEC4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473888" y="5521041"/>
                  <a:ext cx="1850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87AC102D-75B9-4A2E-8E13-92FF05631942}"/>
                    </a:ext>
                  </a:extLst>
                </p14:cNvPr>
                <p14:cNvContentPartPr/>
                <p14:nvPr/>
              </p14:nvContentPartPr>
              <p14:xfrm>
                <a:off x="4355008" y="4223601"/>
                <a:ext cx="90360" cy="66708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87AC102D-75B9-4A2E-8E13-92FF0563194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348888" y="4217481"/>
                  <a:ext cx="10260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3D1913A6-FA14-97F2-1755-154C62CD217F}"/>
                    </a:ext>
                  </a:extLst>
                </p14:cNvPr>
                <p14:cNvContentPartPr/>
                <p14:nvPr/>
              </p14:nvContentPartPr>
              <p14:xfrm>
                <a:off x="4314328" y="4223601"/>
                <a:ext cx="177120" cy="8424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3D1913A6-FA14-97F2-1755-154C62CD217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308208" y="4217481"/>
                  <a:ext cx="1893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9B646D52-6183-3F76-C7AA-E17A5F76E1A2}"/>
                    </a:ext>
                  </a:extLst>
                </p14:cNvPr>
                <p14:cNvContentPartPr/>
                <p14:nvPr/>
              </p14:nvContentPartPr>
              <p14:xfrm>
                <a:off x="4297408" y="4230441"/>
                <a:ext cx="309240" cy="9756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9B646D52-6183-3F76-C7AA-E17A5F76E1A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291288" y="4224321"/>
                  <a:ext cx="321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5BFEF5F7-4FBA-F969-B5B3-F6C04803AF55}"/>
                    </a:ext>
                  </a:extLst>
                </p14:cNvPr>
                <p14:cNvContentPartPr/>
                <p14:nvPr/>
              </p14:nvContentPartPr>
              <p14:xfrm>
                <a:off x="4549768" y="4498281"/>
                <a:ext cx="170280" cy="2268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5BFEF5F7-4FBA-F969-B5B3-F6C04803AF5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543648" y="4492161"/>
                  <a:ext cx="1825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9A00FB95-035B-DCC3-0C8F-D15CC8D8DB20}"/>
                    </a:ext>
                  </a:extLst>
                </p14:cNvPr>
                <p14:cNvContentPartPr/>
                <p14:nvPr/>
              </p14:nvContentPartPr>
              <p14:xfrm>
                <a:off x="4585048" y="4481001"/>
                <a:ext cx="360" cy="14940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9A00FB95-035B-DCC3-0C8F-D15CC8D8DB2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578928" y="4474881"/>
                  <a:ext cx="126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03485E69-645C-B22A-122D-E869952CDF54}"/>
                    </a:ext>
                  </a:extLst>
                </p14:cNvPr>
                <p14:cNvContentPartPr/>
                <p14:nvPr/>
              </p14:nvContentPartPr>
              <p14:xfrm>
                <a:off x="4852888" y="4245921"/>
                <a:ext cx="103680" cy="63864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03485E69-645C-B22A-122D-E869952CDF5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846768" y="4239801"/>
                  <a:ext cx="11592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8FB3CDDE-E001-9756-2368-E8B3020C2A38}"/>
                    </a:ext>
                  </a:extLst>
                </p14:cNvPr>
                <p14:cNvContentPartPr/>
                <p14:nvPr/>
              </p14:nvContentPartPr>
              <p14:xfrm>
                <a:off x="4921288" y="4263201"/>
                <a:ext cx="106200" cy="7956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8FB3CDDE-E001-9756-2368-E8B3020C2A3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915168" y="4257081"/>
                  <a:ext cx="118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CBFB0D41-A374-87C4-F408-55DE0E1DE655}"/>
                    </a:ext>
                  </a:extLst>
                </p14:cNvPr>
                <p14:cNvContentPartPr/>
                <p14:nvPr/>
              </p14:nvContentPartPr>
              <p14:xfrm>
                <a:off x="5134768" y="4573161"/>
                <a:ext cx="313560" cy="3240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CBFB0D41-A374-87C4-F408-55DE0E1DE65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128648" y="4567041"/>
                  <a:ext cx="3258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82AA9E1B-70DB-26C3-D2EA-9C6677BE7315}"/>
                    </a:ext>
                  </a:extLst>
                </p14:cNvPr>
                <p14:cNvContentPartPr/>
                <p14:nvPr/>
              </p14:nvContentPartPr>
              <p14:xfrm>
                <a:off x="5201008" y="4550481"/>
                <a:ext cx="35640" cy="26748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82AA9E1B-70DB-26C3-D2EA-9C6677BE731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194888" y="4544361"/>
                  <a:ext cx="47880" cy="27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101" name="Tinta 100">
                <a:extLst>
                  <a:ext uri="{FF2B5EF4-FFF2-40B4-BE49-F238E27FC236}">
                    <a16:creationId xmlns:a16="http://schemas.microsoft.com/office/drawing/2014/main" id="{B1BF8D47-8946-EFBB-4AD8-BB05C7C9512B}"/>
                  </a:ext>
                </a:extLst>
              </p14:cNvPr>
              <p14:cNvContentPartPr/>
              <p14:nvPr/>
            </p14:nvContentPartPr>
            <p14:xfrm>
              <a:off x="1914208" y="4664241"/>
              <a:ext cx="292320" cy="168840"/>
            </p14:xfrm>
          </p:contentPart>
        </mc:Choice>
        <mc:Fallback>
          <p:pic>
            <p:nvPicPr>
              <p:cNvPr id="101" name="Tinta 100">
                <a:extLst>
                  <a:ext uri="{FF2B5EF4-FFF2-40B4-BE49-F238E27FC236}">
                    <a16:creationId xmlns:a16="http://schemas.microsoft.com/office/drawing/2014/main" id="{B1BF8D47-8946-EFBB-4AD8-BB05C7C9512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908088" y="4658121"/>
                <a:ext cx="30456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9BA2DDB1-B33A-AEC7-6487-E3BB200A23D6}"/>
                  </a:ext>
                </a:extLst>
              </p14:cNvPr>
              <p14:cNvContentPartPr/>
              <p14:nvPr/>
            </p14:nvContentPartPr>
            <p14:xfrm>
              <a:off x="5902288" y="2726361"/>
              <a:ext cx="2926800" cy="955440"/>
            </p14:xfrm>
          </p:contentPart>
        </mc:Choice>
        <mc:Fallback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9BA2DDB1-B33A-AEC7-6487-E3BB200A23D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896168" y="2720241"/>
                <a:ext cx="2939040" cy="9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9914C9EB-C10A-4853-7717-180461CCCCAA}"/>
              </a:ext>
            </a:extLst>
          </p:cNvPr>
          <p:cNvGrpSpPr/>
          <p:nvPr/>
        </p:nvGrpSpPr>
        <p:grpSpPr>
          <a:xfrm>
            <a:off x="6321328" y="1773081"/>
            <a:ext cx="991080" cy="420840"/>
            <a:chOff x="6321328" y="1773081"/>
            <a:chExt cx="991080" cy="42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D7FC79BB-C756-5708-5A72-D5244F05AABF}"/>
                    </a:ext>
                  </a:extLst>
                </p14:cNvPr>
                <p14:cNvContentPartPr/>
                <p14:nvPr/>
              </p14:nvContentPartPr>
              <p14:xfrm>
                <a:off x="6338968" y="1874241"/>
                <a:ext cx="402120" cy="22536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D7FC79BB-C756-5708-5A72-D5244F05AAB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332848" y="1868121"/>
                  <a:ext cx="4143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408CBEAF-2D4C-1FF2-439F-9BB40919B24B}"/>
                    </a:ext>
                  </a:extLst>
                </p14:cNvPr>
                <p14:cNvContentPartPr/>
                <p14:nvPr/>
              </p14:nvContentPartPr>
              <p14:xfrm>
                <a:off x="6811288" y="2072961"/>
                <a:ext cx="208800" cy="12096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408CBEAF-2D4C-1FF2-439F-9BB40919B24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805168" y="2066841"/>
                  <a:ext cx="221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654BBC36-A0C8-C2A2-9B08-9F270F1176FD}"/>
                    </a:ext>
                  </a:extLst>
                </p14:cNvPr>
                <p14:cNvContentPartPr/>
                <p14:nvPr/>
              </p14:nvContentPartPr>
              <p14:xfrm>
                <a:off x="7196848" y="2008881"/>
                <a:ext cx="115560" cy="3924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654BBC36-A0C8-C2A2-9B08-9F270F1176F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190728" y="2002761"/>
                  <a:ext cx="1278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FF239355-6F28-A293-7DFA-07F263D43E3C}"/>
                    </a:ext>
                  </a:extLst>
                </p14:cNvPr>
                <p14:cNvContentPartPr/>
                <p14:nvPr/>
              </p14:nvContentPartPr>
              <p14:xfrm>
                <a:off x="7093168" y="2102481"/>
                <a:ext cx="203760" cy="1296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FF239355-6F28-A293-7DFA-07F263D43E3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087048" y="2096361"/>
                  <a:ext cx="216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4DD57014-742F-88B4-12F2-2063E58E6713}"/>
                    </a:ext>
                  </a:extLst>
                </p14:cNvPr>
                <p14:cNvContentPartPr/>
                <p14:nvPr/>
              </p14:nvContentPartPr>
              <p14:xfrm>
                <a:off x="6321328" y="1773081"/>
                <a:ext cx="695520" cy="41436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4DD57014-742F-88B4-12F2-2063E58E671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315208" y="1766961"/>
                  <a:ext cx="707760" cy="42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15" name="Tinta 114">
                <a:extLst>
                  <a:ext uri="{FF2B5EF4-FFF2-40B4-BE49-F238E27FC236}">
                    <a16:creationId xmlns:a16="http://schemas.microsoft.com/office/drawing/2014/main" id="{DAC566D4-4F59-DE50-FDFB-D5AB12B5CA34}"/>
                  </a:ext>
                </a:extLst>
              </p14:cNvPr>
              <p14:cNvContentPartPr/>
              <p14:nvPr/>
            </p14:nvContentPartPr>
            <p14:xfrm>
              <a:off x="10017808" y="4421961"/>
              <a:ext cx="12240" cy="10080"/>
            </p14:xfrm>
          </p:contentPart>
        </mc:Choice>
        <mc:Fallback>
          <p:pic>
            <p:nvPicPr>
              <p:cNvPr id="115" name="Tinta 114">
                <a:extLst>
                  <a:ext uri="{FF2B5EF4-FFF2-40B4-BE49-F238E27FC236}">
                    <a16:creationId xmlns:a16="http://schemas.microsoft.com/office/drawing/2014/main" id="{DAC566D4-4F59-DE50-FDFB-D5AB12B5CA34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011688" y="4415841"/>
                <a:ext cx="244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16" name="Tinta 115">
                <a:extLst>
                  <a:ext uri="{FF2B5EF4-FFF2-40B4-BE49-F238E27FC236}">
                    <a16:creationId xmlns:a16="http://schemas.microsoft.com/office/drawing/2014/main" id="{809BF18E-B607-4D2F-0EC9-298E308D5C94}"/>
                  </a:ext>
                </a:extLst>
              </p14:cNvPr>
              <p14:cNvContentPartPr/>
              <p14:nvPr/>
            </p14:nvContentPartPr>
            <p14:xfrm>
              <a:off x="10448008" y="4153761"/>
              <a:ext cx="527040" cy="304920"/>
            </p14:xfrm>
          </p:contentPart>
        </mc:Choice>
        <mc:Fallback>
          <p:pic>
            <p:nvPicPr>
              <p:cNvPr id="116" name="Tinta 115">
                <a:extLst>
                  <a:ext uri="{FF2B5EF4-FFF2-40B4-BE49-F238E27FC236}">
                    <a16:creationId xmlns:a16="http://schemas.microsoft.com/office/drawing/2014/main" id="{809BF18E-B607-4D2F-0EC9-298E308D5C94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441888" y="4147641"/>
                <a:ext cx="53928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17" name="Tinta 116">
                <a:extLst>
                  <a:ext uri="{FF2B5EF4-FFF2-40B4-BE49-F238E27FC236}">
                    <a16:creationId xmlns:a16="http://schemas.microsoft.com/office/drawing/2014/main" id="{951F9B38-9977-7400-AB7D-86EE8A7E7766}"/>
                  </a:ext>
                </a:extLst>
              </p14:cNvPr>
              <p14:cNvContentPartPr/>
              <p14:nvPr/>
            </p14:nvContentPartPr>
            <p14:xfrm>
              <a:off x="7812808" y="1382121"/>
              <a:ext cx="1879560" cy="903600"/>
            </p14:xfrm>
          </p:contentPart>
        </mc:Choice>
        <mc:Fallback>
          <p:pic>
            <p:nvPicPr>
              <p:cNvPr id="117" name="Tinta 116">
                <a:extLst>
                  <a:ext uri="{FF2B5EF4-FFF2-40B4-BE49-F238E27FC236}">
                    <a16:creationId xmlns:a16="http://schemas.microsoft.com/office/drawing/2014/main" id="{951F9B38-9977-7400-AB7D-86EE8A7E7766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806688" y="1376001"/>
                <a:ext cx="1891800" cy="91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DCFBFC73-BE54-CE5B-5C74-A2F970464795}"/>
              </a:ext>
            </a:extLst>
          </p:cNvPr>
          <p:cNvGrpSpPr/>
          <p:nvPr/>
        </p:nvGrpSpPr>
        <p:grpSpPr>
          <a:xfrm>
            <a:off x="7965448" y="1730961"/>
            <a:ext cx="1516680" cy="612360"/>
            <a:chOff x="7965448" y="1730961"/>
            <a:chExt cx="1516680" cy="61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646326B6-6170-B1DC-9C88-99A69BB1A59E}"/>
                    </a:ext>
                  </a:extLst>
                </p14:cNvPr>
                <p14:cNvContentPartPr/>
                <p14:nvPr/>
              </p14:nvContentPartPr>
              <p14:xfrm>
                <a:off x="7965448" y="1730961"/>
                <a:ext cx="980640" cy="41580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646326B6-6170-B1DC-9C88-99A69BB1A59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959328" y="1724841"/>
                  <a:ext cx="9928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CD3EE925-BA3D-6C74-DC4A-F0BACC5FF90B}"/>
                    </a:ext>
                  </a:extLst>
                </p14:cNvPr>
                <p14:cNvContentPartPr/>
                <p14:nvPr/>
              </p14:nvContentPartPr>
              <p14:xfrm>
                <a:off x="8419408" y="1922841"/>
                <a:ext cx="149400" cy="24948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CD3EE925-BA3D-6C74-DC4A-F0BACC5FF90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413288" y="1916721"/>
                  <a:ext cx="1616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B69A7302-9F1C-41C5-6301-70E9F6AE792C}"/>
                    </a:ext>
                  </a:extLst>
                </p14:cNvPr>
                <p14:cNvContentPartPr/>
                <p14:nvPr/>
              </p14:nvContentPartPr>
              <p14:xfrm>
                <a:off x="8648728" y="2062521"/>
                <a:ext cx="249480" cy="21564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B69A7302-9F1C-41C5-6301-70E9F6AE792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642608" y="2056401"/>
                  <a:ext cx="261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80452E28-C65E-9189-40A6-0DCD609A9620}"/>
                    </a:ext>
                  </a:extLst>
                </p14:cNvPr>
                <p14:cNvContentPartPr/>
                <p14:nvPr/>
              </p14:nvContentPartPr>
              <p14:xfrm>
                <a:off x="9060928" y="1981161"/>
                <a:ext cx="189000" cy="23976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80452E28-C65E-9189-40A6-0DCD609A962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054808" y="1975041"/>
                  <a:ext cx="2012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5E78D660-A2FD-7BDD-28AA-1D6E4B0AD640}"/>
                    </a:ext>
                  </a:extLst>
                </p14:cNvPr>
                <p14:cNvContentPartPr/>
                <p14:nvPr/>
              </p14:nvContentPartPr>
              <p14:xfrm>
                <a:off x="8865448" y="1787481"/>
                <a:ext cx="616680" cy="15300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5E78D660-A2FD-7BDD-28AA-1D6E4B0AD64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859328" y="1781361"/>
                  <a:ext cx="6289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AACEFB6F-D67F-327D-D35F-A3AE95BABFE8}"/>
                    </a:ext>
                  </a:extLst>
                </p14:cNvPr>
                <p14:cNvContentPartPr/>
                <p14:nvPr/>
              </p14:nvContentPartPr>
              <p14:xfrm>
                <a:off x="8292328" y="1820241"/>
                <a:ext cx="1096920" cy="52308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AACEFB6F-D67F-327D-D35F-A3AE95BABFE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86208" y="1814121"/>
                  <a:ext cx="1109160" cy="53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92" name="Tinta 91">
                <a:extLst>
                  <a:ext uri="{FF2B5EF4-FFF2-40B4-BE49-F238E27FC236}">
                    <a16:creationId xmlns:a16="http://schemas.microsoft.com/office/drawing/2014/main" id="{89274456-DE51-9883-3371-F66A2369E303}"/>
                  </a:ext>
                </a:extLst>
              </p14:cNvPr>
              <p14:cNvContentPartPr/>
              <p14:nvPr/>
            </p14:nvContentPartPr>
            <p14:xfrm>
              <a:off x="6042688" y="3065841"/>
              <a:ext cx="478440" cy="348480"/>
            </p14:xfrm>
          </p:contentPart>
        </mc:Choice>
        <mc:Fallback>
          <p:pic>
            <p:nvPicPr>
              <p:cNvPr id="92" name="Tinta 91">
                <a:extLst>
                  <a:ext uri="{FF2B5EF4-FFF2-40B4-BE49-F238E27FC236}">
                    <a16:creationId xmlns:a16="http://schemas.microsoft.com/office/drawing/2014/main" id="{89274456-DE51-9883-3371-F66A2369E303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6036568" y="3059721"/>
                <a:ext cx="49068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212B9198-48FC-A864-367C-1310670A9965}"/>
                  </a:ext>
                </a:extLst>
              </p14:cNvPr>
              <p14:cNvContentPartPr/>
              <p14:nvPr/>
            </p14:nvContentPartPr>
            <p14:xfrm>
              <a:off x="6625528" y="3049281"/>
              <a:ext cx="371880" cy="49680"/>
            </p14:xfrm>
          </p:contentPart>
        </mc:Choice>
        <mc:Fallback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212B9198-48FC-A864-367C-1310670A9965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6619408" y="3043161"/>
                <a:ext cx="3841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94" name="Tinta 93">
                <a:extLst>
                  <a:ext uri="{FF2B5EF4-FFF2-40B4-BE49-F238E27FC236}">
                    <a16:creationId xmlns:a16="http://schemas.microsoft.com/office/drawing/2014/main" id="{4A0678F3-285B-0C1F-3F26-69E2B3EC7D1E}"/>
                  </a:ext>
                </a:extLst>
              </p14:cNvPr>
              <p14:cNvContentPartPr/>
              <p14:nvPr/>
            </p14:nvContentPartPr>
            <p14:xfrm>
              <a:off x="6752608" y="3083481"/>
              <a:ext cx="70920" cy="275040"/>
            </p14:xfrm>
          </p:contentPart>
        </mc:Choice>
        <mc:Fallback>
          <p:pic>
            <p:nvPicPr>
              <p:cNvPr id="94" name="Tinta 93">
                <a:extLst>
                  <a:ext uri="{FF2B5EF4-FFF2-40B4-BE49-F238E27FC236}">
                    <a16:creationId xmlns:a16="http://schemas.microsoft.com/office/drawing/2014/main" id="{4A0678F3-285B-0C1F-3F26-69E2B3EC7D1E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6746488" y="3077361"/>
                <a:ext cx="8316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96" name="Tinta 95">
                <a:extLst>
                  <a:ext uri="{FF2B5EF4-FFF2-40B4-BE49-F238E27FC236}">
                    <a16:creationId xmlns:a16="http://schemas.microsoft.com/office/drawing/2014/main" id="{F53B46D9-BFE6-2B58-B6CF-EE9463B34284}"/>
                  </a:ext>
                </a:extLst>
              </p14:cNvPr>
              <p14:cNvContentPartPr/>
              <p14:nvPr/>
            </p14:nvContentPartPr>
            <p14:xfrm>
              <a:off x="7140688" y="3368961"/>
              <a:ext cx="285480" cy="22320"/>
            </p14:xfrm>
          </p:contentPart>
        </mc:Choice>
        <mc:Fallback>
          <p:pic>
            <p:nvPicPr>
              <p:cNvPr id="96" name="Tinta 95">
                <a:extLst>
                  <a:ext uri="{FF2B5EF4-FFF2-40B4-BE49-F238E27FC236}">
                    <a16:creationId xmlns:a16="http://schemas.microsoft.com/office/drawing/2014/main" id="{F53B46D9-BFE6-2B58-B6CF-EE9463B34284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7134568" y="3362841"/>
                <a:ext cx="29772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97" name="Tinta 96">
                <a:extLst>
                  <a:ext uri="{FF2B5EF4-FFF2-40B4-BE49-F238E27FC236}">
                    <a16:creationId xmlns:a16="http://schemas.microsoft.com/office/drawing/2014/main" id="{79E6C97D-B2FA-07E5-B73C-46CDBCB2AFB4}"/>
                  </a:ext>
                </a:extLst>
              </p14:cNvPr>
              <p14:cNvContentPartPr/>
              <p14:nvPr/>
            </p14:nvContentPartPr>
            <p14:xfrm>
              <a:off x="8071288" y="3155121"/>
              <a:ext cx="34560" cy="289800"/>
            </p14:xfrm>
          </p:contentPart>
        </mc:Choice>
        <mc:Fallback>
          <p:pic>
            <p:nvPicPr>
              <p:cNvPr id="97" name="Tinta 96">
                <a:extLst>
                  <a:ext uri="{FF2B5EF4-FFF2-40B4-BE49-F238E27FC236}">
                    <a16:creationId xmlns:a16="http://schemas.microsoft.com/office/drawing/2014/main" id="{79E6C97D-B2FA-07E5-B73C-46CDBCB2AFB4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065168" y="3149001"/>
                <a:ext cx="4680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7C0206F8-6436-A2A4-2D86-F6DA25A6F5C5}"/>
                  </a:ext>
                </a:extLst>
              </p14:cNvPr>
              <p14:cNvContentPartPr/>
              <p14:nvPr/>
            </p14:nvContentPartPr>
            <p14:xfrm>
              <a:off x="8024488" y="3118041"/>
              <a:ext cx="311040" cy="124560"/>
            </p14:xfrm>
          </p:contentPart>
        </mc:Choice>
        <mc:Fallback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7C0206F8-6436-A2A4-2D86-F6DA25A6F5C5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018368" y="3111921"/>
                <a:ext cx="3232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99" name="Tinta 98">
                <a:extLst>
                  <a:ext uri="{FF2B5EF4-FFF2-40B4-BE49-F238E27FC236}">
                    <a16:creationId xmlns:a16="http://schemas.microsoft.com/office/drawing/2014/main" id="{6FA01A5F-5318-90A1-A10F-79DD78B3F02B}"/>
                  </a:ext>
                </a:extLst>
              </p14:cNvPr>
              <p14:cNvContentPartPr/>
              <p14:nvPr/>
            </p14:nvContentPartPr>
            <p14:xfrm>
              <a:off x="8174608" y="3426921"/>
              <a:ext cx="392760" cy="149040"/>
            </p14:xfrm>
          </p:contentPart>
        </mc:Choice>
        <mc:Fallback>
          <p:pic>
            <p:nvPicPr>
              <p:cNvPr id="99" name="Tinta 98">
                <a:extLst>
                  <a:ext uri="{FF2B5EF4-FFF2-40B4-BE49-F238E27FC236}">
                    <a16:creationId xmlns:a16="http://schemas.microsoft.com/office/drawing/2014/main" id="{6FA01A5F-5318-90A1-A10F-79DD78B3F02B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8168488" y="3420801"/>
                <a:ext cx="4050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104" name="Tinta 103">
                <a:extLst>
                  <a:ext uri="{FF2B5EF4-FFF2-40B4-BE49-F238E27FC236}">
                    <a16:creationId xmlns:a16="http://schemas.microsoft.com/office/drawing/2014/main" id="{BB678040-AD00-CA7B-5EE0-30A4CFEA922A}"/>
                  </a:ext>
                </a:extLst>
              </p14:cNvPr>
              <p14:cNvContentPartPr/>
              <p14:nvPr/>
            </p14:nvContentPartPr>
            <p14:xfrm>
              <a:off x="9107728" y="3376161"/>
              <a:ext cx="241200" cy="59400"/>
            </p14:xfrm>
          </p:contentPart>
        </mc:Choice>
        <mc:Fallback>
          <p:pic>
            <p:nvPicPr>
              <p:cNvPr id="104" name="Tinta 103">
                <a:extLst>
                  <a:ext uri="{FF2B5EF4-FFF2-40B4-BE49-F238E27FC236}">
                    <a16:creationId xmlns:a16="http://schemas.microsoft.com/office/drawing/2014/main" id="{BB678040-AD00-CA7B-5EE0-30A4CFEA922A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9101608" y="3370041"/>
                <a:ext cx="25344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49531AC8-62E7-A0C6-FA22-7066F4998A49}"/>
                  </a:ext>
                </a:extLst>
              </p14:cNvPr>
              <p14:cNvContentPartPr/>
              <p14:nvPr/>
            </p14:nvContentPartPr>
            <p14:xfrm>
              <a:off x="9051208" y="3571641"/>
              <a:ext cx="278280" cy="20520"/>
            </p14:xfrm>
          </p:contentPart>
        </mc:Choice>
        <mc:Fallback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49531AC8-62E7-A0C6-FA22-7066F4998A49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9045088" y="3565521"/>
                <a:ext cx="29052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112" name="Tinta 111">
                <a:extLst>
                  <a:ext uri="{FF2B5EF4-FFF2-40B4-BE49-F238E27FC236}">
                    <a16:creationId xmlns:a16="http://schemas.microsoft.com/office/drawing/2014/main" id="{29AA63B8-699A-289E-55D1-1A2274C7E8C3}"/>
                  </a:ext>
                </a:extLst>
              </p14:cNvPr>
              <p14:cNvContentPartPr/>
              <p14:nvPr/>
            </p14:nvContentPartPr>
            <p14:xfrm>
              <a:off x="11147848" y="2913201"/>
              <a:ext cx="228960" cy="298800"/>
            </p14:xfrm>
          </p:contentPart>
        </mc:Choice>
        <mc:Fallback>
          <p:pic>
            <p:nvPicPr>
              <p:cNvPr id="112" name="Tinta 111">
                <a:extLst>
                  <a:ext uri="{FF2B5EF4-FFF2-40B4-BE49-F238E27FC236}">
                    <a16:creationId xmlns:a16="http://schemas.microsoft.com/office/drawing/2014/main" id="{29AA63B8-699A-289E-55D1-1A2274C7E8C3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1141728" y="2907081"/>
                <a:ext cx="24120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CECE2D35-96A8-FF0C-7A46-6349890D8E76}"/>
                  </a:ext>
                </a:extLst>
              </p14:cNvPr>
              <p14:cNvContentPartPr/>
              <p14:nvPr/>
            </p14:nvContentPartPr>
            <p14:xfrm>
              <a:off x="9911608" y="3460401"/>
              <a:ext cx="410040" cy="178920"/>
            </p14:xfrm>
          </p:contentPart>
        </mc:Choice>
        <mc:Fallback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CECE2D35-96A8-FF0C-7A46-6349890D8E76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9905488" y="3454281"/>
                <a:ext cx="42228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07" name="Tinta 106">
                <a:extLst>
                  <a:ext uri="{FF2B5EF4-FFF2-40B4-BE49-F238E27FC236}">
                    <a16:creationId xmlns:a16="http://schemas.microsoft.com/office/drawing/2014/main" id="{38696A60-A3AA-BA32-4C6D-D0A27A65439E}"/>
                  </a:ext>
                </a:extLst>
              </p14:cNvPr>
              <p14:cNvContentPartPr/>
              <p14:nvPr/>
            </p14:nvContentPartPr>
            <p14:xfrm>
              <a:off x="10622968" y="3371121"/>
              <a:ext cx="360000" cy="242640"/>
            </p14:xfrm>
          </p:contentPart>
        </mc:Choice>
        <mc:Fallback>
          <p:pic>
            <p:nvPicPr>
              <p:cNvPr id="107" name="Tinta 106">
                <a:extLst>
                  <a:ext uri="{FF2B5EF4-FFF2-40B4-BE49-F238E27FC236}">
                    <a16:creationId xmlns:a16="http://schemas.microsoft.com/office/drawing/2014/main" id="{38696A60-A3AA-BA32-4C6D-D0A27A65439E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0616848" y="3365001"/>
                <a:ext cx="37224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11" name="Tinta 110">
                <a:extLst>
                  <a:ext uri="{FF2B5EF4-FFF2-40B4-BE49-F238E27FC236}">
                    <a16:creationId xmlns:a16="http://schemas.microsoft.com/office/drawing/2014/main" id="{0D3DF858-D69A-DE5B-A75D-0F918B6B12FC}"/>
                  </a:ext>
                </a:extLst>
              </p14:cNvPr>
              <p14:cNvContentPartPr/>
              <p14:nvPr/>
            </p14:nvContentPartPr>
            <p14:xfrm>
              <a:off x="10774888" y="3705561"/>
              <a:ext cx="408960" cy="161280"/>
            </p14:xfrm>
          </p:contentPart>
        </mc:Choice>
        <mc:Fallback>
          <p:pic>
            <p:nvPicPr>
              <p:cNvPr id="111" name="Tinta 110">
                <a:extLst>
                  <a:ext uri="{FF2B5EF4-FFF2-40B4-BE49-F238E27FC236}">
                    <a16:creationId xmlns:a16="http://schemas.microsoft.com/office/drawing/2014/main" id="{0D3DF858-D69A-DE5B-A75D-0F918B6B12FC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0768768" y="3699441"/>
                <a:ext cx="4212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13" name="Tinta 112">
                <a:extLst>
                  <a:ext uri="{FF2B5EF4-FFF2-40B4-BE49-F238E27FC236}">
                    <a16:creationId xmlns:a16="http://schemas.microsoft.com/office/drawing/2014/main" id="{212E3876-349D-F24C-074D-EDBF85302688}"/>
                  </a:ext>
                </a:extLst>
              </p14:cNvPr>
              <p14:cNvContentPartPr/>
              <p14:nvPr/>
            </p14:nvContentPartPr>
            <p14:xfrm>
              <a:off x="9949408" y="3891321"/>
              <a:ext cx="1135800" cy="139680"/>
            </p14:xfrm>
          </p:contentPart>
        </mc:Choice>
        <mc:Fallback>
          <p:pic>
            <p:nvPicPr>
              <p:cNvPr id="113" name="Tinta 112">
                <a:extLst>
                  <a:ext uri="{FF2B5EF4-FFF2-40B4-BE49-F238E27FC236}">
                    <a16:creationId xmlns:a16="http://schemas.microsoft.com/office/drawing/2014/main" id="{212E3876-349D-F24C-074D-EDBF85302688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9943288" y="3885201"/>
                <a:ext cx="11480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19" name="Tinta 118">
                <a:extLst>
                  <a:ext uri="{FF2B5EF4-FFF2-40B4-BE49-F238E27FC236}">
                    <a16:creationId xmlns:a16="http://schemas.microsoft.com/office/drawing/2014/main" id="{AEB3E17F-F3DC-2442-B94B-CD21590FDEE8}"/>
                  </a:ext>
                </a:extLst>
              </p14:cNvPr>
              <p14:cNvContentPartPr/>
              <p14:nvPr/>
            </p14:nvContentPartPr>
            <p14:xfrm>
              <a:off x="6321688" y="4104441"/>
              <a:ext cx="359640" cy="344880"/>
            </p14:xfrm>
          </p:contentPart>
        </mc:Choice>
        <mc:Fallback>
          <p:pic>
            <p:nvPicPr>
              <p:cNvPr id="119" name="Tinta 118">
                <a:extLst>
                  <a:ext uri="{FF2B5EF4-FFF2-40B4-BE49-F238E27FC236}">
                    <a16:creationId xmlns:a16="http://schemas.microsoft.com/office/drawing/2014/main" id="{AEB3E17F-F3DC-2442-B94B-CD21590FDEE8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6315568" y="4098321"/>
                <a:ext cx="37188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20" name="Tinta 119">
                <a:extLst>
                  <a:ext uri="{FF2B5EF4-FFF2-40B4-BE49-F238E27FC236}">
                    <a16:creationId xmlns:a16="http://schemas.microsoft.com/office/drawing/2014/main" id="{42FFE524-FA76-3E9E-7B40-9947375905DE}"/>
                  </a:ext>
                </a:extLst>
              </p14:cNvPr>
              <p14:cNvContentPartPr/>
              <p14:nvPr/>
            </p14:nvContentPartPr>
            <p14:xfrm>
              <a:off x="6778888" y="4091841"/>
              <a:ext cx="359640" cy="41760"/>
            </p14:xfrm>
          </p:contentPart>
        </mc:Choice>
        <mc:Fallback>
          <p:pic>
            <p:nvPicPr>
              <p:cNvPr id="120" name="Tinta 119">
                <a:extLst>
                  <a:ext uri="{FF2B5EF4-FFF2-40B4-BE49-F238E27FC236}">
                    <a16:creationId xmlns:a16="http://schemas.microsoft.com/office/drawing/2014/main" id="{42FFE524-FA76-3E9E-7B40-9947375905DE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772768" y="4085721"/>
                <a:ext cx="37188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21" name="Tinta 120">
                <a:extLst>
                  <a:ext uri="{FF2B5EF4-FFF2-40B4-BE49-F238E27FC236}">
                    <a16:creationId xmlns:a16="http://schemas.microsoft.com/office/drawing/2014/main" id="{C50CFA4F-93B6-E7DD-B967-97412881879D}"/>
                  </a:ext>
                </a:extLst>
              </p14:cNvPr>
              <p14:cNvContentPartPr/>
              <p14:nvPr/>
            </p14:nvContentPartPr>
            <p14:xfrm>
              <a:off x="6846568" y="4126761"/>
              <a:ext cx="92160" cy="267480"/>
            </p14:xfrm>
          </p:contentPart>
        </mc:Choice>
        <mc:Fallback>
          <p:pic>
            <p:nvPicPr>
              <p:cNvPr id="121" name="Tinta 120">
                <a:extLst>
                  <a:ext uri="{FF2B5EF4-FFF2-40B4-BE49-F238E27FC236}">
                    <a16:creationId xmlns:a16="http://schemas.microsoft.com/office/drawing/2014/main" id="{C50CFA4F-93B6-E7DD-B967-97412881879D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6840448" y="4120641"/>
                <a:ext cx="10440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22" name="Tinta 121">
                <a:extLst>
                  <a:ext uri="{FF2B5EF4-FFF2-40B4-BE49-F238E27FC236}">
                    <a16:creationId xmlns:a16="http://schemas.microsoft.com/office/drawing/2014/main" id="{67F840B0-A49A-8411-16D4-9FD301903ADD}"/>
                  </a:ext>
                </a:extLst>
              </p14:cNvPr>
              <p14:cNvContentPartPr/>
              <p14:nvPr/>
            </p14:nvContentPartPr>
            <p14:xfrm>
              <a:off x="7114408" y="4297401"/>
              <a:ext cx="315360" cy="28080"/>
            </p14:xfrm>
          </p:contentPart>
        </mc:Choice>
        <mc:Fallback>
          <p:pic>
            <p:nvPicPr>
              <p:cNvPr id="122" name="Tinta 121">
                <a:extLst>
                  <a:ext uri="{FF2B5EF4-FFF2-40B4-BE49-F238E27FC236}">
                    <a16:creationId xmlns:a16="http://schemas.microsoft.com/office/drawing/2014/main" id="{67F840B0-A49A-8411-16D4-9FD301903ADD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7108288" y="4291281"/>
                <a:ext cx="3276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24" name="Tinta 123">
                <a:extLst>
                  <a:ext uri="{FF2B5EF4-FFF2-40B4-BE49-F238E27FC236}">
                    <a16:creationId xmlns:a16="http://schemas.microsoft.com/office/drawing/2014/main" id="{0F07C851-B008-CBE2-172B-924B2118CC3C}"/>
                  </a:ext>
                </a:extLst>
              </p14:cNvPr>
              <p14:cNvContentPartPr/>
              <p14:nvPr/>
            </p14:nvContentPartPr>
            <p14:xfrm>
              <a:off x="7836208" y="3980961"/>
              <a:ext cx="164880" cy="359640"/>
            </p14:xfrm>
          </p:contentPart>
        </mc:Choice>
        <mc:Fallback>
          <p:pic>
            <p:nvPicPr>
              <p:cNvPr id="124" name="Tinta 123">
                <a:extLst>
                  <a:ext uri="{FF2B5EF4-FFF2-40B4-BE49-F238E27FC236}">
                    <a16:creationId xmlns:a16="http://schemas.microsoft.com/office/drawing/2014/main" id="{0F07C851-B008-CBE2-172B-924B2118CC3C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7830088" y="3974841"/>
                <a:ext cx="17712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25" name="Tinta 124">
                <a:extLst>
                  <a:ext uri="{FF2B5EF4-FFF2-40B4-BE49-F238E27FC236}">
                    <a16:creationId xmlns:a16="http://schemas.microsoft.com/office/drawing/2014/main" id="{55A7477C-7849-0C9F-4121-1E94E9F9CAFD}"/>
                  </a:ext>
                </a:extLst>
              </p14:cNvPr>
              <p14:cNvContentPartPr/>
              <p14:nvPr/>
            </p14:nvContentPartPr>
            <p14:xfrm>
              <a:off x="7965448" y="3998961"/>
              <a:ext cx="268560" cy="154440"/>
            </p14:xfrm>
          </p:contentPart>
        </mc:Choice>
        <mc:Fallback>
          <p:pic>
            <p:nvPicPr>
              <p:cNvPr id="125" name="Tinta 124">
                <a:extLst>
                  <a:ext uri="{FF2B5EF4-FFF2-40B4-BE49-F238E27FC236}">
                    <a16:creationId xmlns:a16="http://schemas.microsoft.com/office/drawing/2014/main" id="{55A7477C-7849-0C9F-4121-1E94E9F9CAFD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959328" y="3992841"/>
                <a:ext cx="28080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26" name="Tinta 125">
                <a:extLst>
                  <a:ext uri="{FF2B5EF4-FFF2-40B4-BE49-F238E27FC236}">
                    <a16:creationId xmlns:a16="http://schemas.microsoft.com/office/drawing/2014/main" id="{60CDE83C-497A-38F8-B41D-21C05CBA74F9}"/>
                  </a:ext>
                </a:extLst>
              </p14:cNvPr>
              <p14:cNvContentPartPr/>
              <p14:nvPr/>
            </p14:nvContentPartPr>
            <p14:xfrm>
              <a:off x="8209888" y="4344201"/>
              <a:ext cx="220680" cy="119160"/>
            </p14:xfrm>
          </p:contentPart>
        </mc:Choice>
        <mc:Fallback>
          <p:pic>
            <p:nvPicPr>
              <p:cNvPr id="126" name="Tinta 125">
                <a:extLst>
                  <a:ext uri="{FF2B5EF4-FFF2-40B4-BE49-F238E27FC236}">
                    <a16:creationId xmlns:a16="http://schemas.microsoft.com/office/drawing/2014/main" id="{60CDE83C-497A-38F8-B41D-21C05CBA74F9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8203768" y="4338081"/>
                <a:ext cx="23292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27" name="Tinta 126">
                <a:extLst>
                  <a:ext uri="{FF2B5EF4-FFF2-40B4-BE49-F238E27FC236}">
                    <a16:creationId xmlns:a16="http://schemas.microsoft.com/office/drawing/2014/main" id="{ACFCDF71-A8D6-1D5E-FEBB-A6D1D1BA927E}"/>
                  </a:ext>
                </a:extLst>
              </p14:cNvPr>
              <p14:cNvContentPartPr/>
              <p14:nvPr/>
            </p14:nvContentPartPr>
            <p14:xfrm>
              <a:off x="8619208" y="4386681"/>
              <a:ext cx="221400" cy="77400"/>
            </p14:xfrm>
          </p:contentPart>
        </mc:Choice>
        <mc:Fallback>
          <p:pic>
            <p:nvPicPr>
              <p:cNvPr id="127" name="Tinta 126">
                <a:extLst>
                  <a:ext uri="{FF2B5EF4-FFF2-40B4-BE49-F238E27FC236}">
                    <a16:creationId xmlns:a16="http://schemas.microsoft.com/office/drawing/2014/main" id="{ACFCDF71-A8D6-1D5E-FEBB-A6D1D1BA927E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8613088" y="4380561"/>
                <a:ext cx="23364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429608AF-D1A6-4307-D536-2C6FA69B7B8F}"/>
                  </a:ext>
                </a:extLst>
              </p14:cNvPr>
              <p14:cNvContentPartPr/>
              <p14:nvPr/>
            </p14:nvContentPartPr>
            <p14:xfrm>
              <a:off x="8595448" y="4446441"/>
              <a:ext cx="127440" cy="16200"/>
            </p14:xfrm>
          </p:contentPart>
        </mc:Choice>
        <mc:Fallback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429608AF-D1A6-4307-D536-2C6FA69B7B8F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589328" y="4440321"/>
                <a:ext cx="13968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Agrupar 142">
            <a:extLst>
              <a:ext uri="{FF2B5EF4-FFF2-40B4-BE49-F238E27FC236}">
                <a16:creationId xmlns:a16="http://schemas.microsoft.com/office/drawing/2014/main" id="{C72EFA32-C0F2-A2D4-893F-B3E6AFA9664D}"/>
              </a:ext>
            </a:extLst>
          </p:cNvPr>
          <p:cNvGrpSpPr/>
          <p:nvPr/>
        </p:nvGrpSpPr>
        <p:grpSpPr>
          <a:xfrm>
            <a:off x="9189088" y="4535001"/>
            <a:ext cx="2578320" cy="1149840"/>
            <a:chOff x="9189088" y="4535001"/>
            <a:chExt cx="2578320" cy="114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99F72356-8596-9D04-0AB3-FFBC5015E6E9}"/>
                    </a:ext>
                  </a:extLst>
                </p14:cNvPr>
                <p14:cNvContentPartPr/>
                <p14:nvPr/>
              </p14:nvContentPartPr>
              <p14:xfrm>
                <a:off x="9189088" y="4686561"/>
                <a:ext cx="561240" cy="23868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99F72356-8596-9D04-0AB3-FFBC5015E6E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182968" y="4680441"/>
                  <a:ext cx="5734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6587B3EB-17C8-9CD2-3BAB-AAAF1A2832BA}"/>
                    </a:ext>
                  </a:extLst>
                </p14:cNvPr>
                <p14:cNvContentPartPr/>
                <p14:nvPr/>
              </p14:nvContentPartPr>
              <p14:xfrm>
                <a:off x="10250728" y="4599081"/>
                <a:ext cx="303840" cy="30240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6587B3EB-17C8-9CD2-3BAB-AAAF1A2832B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244608" y="4592961"/>
                  <a:ext cx="3160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0EFAE4C5-520E-3700-3E91-D25F6B808C3D}"/>
                    </a:ext>
                  </a:extLst>
                </p14:cNvPr>
                <p14:cNvContentPartPr/>
                <p14:nvPr/>
              </p14:nvContentPartPr>
              <p14:xfrm>
                <a:off x="10660408" y="4760721"/>
                <a:ext cx="359640" cy="23580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0EFAE4C5-520E-3700-3E91-D25F6B808C3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654288" y="4754601"/>
                  <a:ext cx="3718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B1771EAF-8C9A-6CF2-4A9E-E5BA3BB3BD3D}"/>
                    </a:ext>
                  </a:extLst>
                </p14:cNvPr>
                <p14:cNvContentPartPr/>
                <p14:nvPr/>
              </p14:nvContentPartPr>
              <p14:xfrm>
                <a:off x="11124088" y="4535001"/>
                <a:ext cx="246240" cy="37008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B1771EAF-8C9A-6CF2-4A9E-E5BA3BB3BD3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117968" y="4528881"/>
                  <a:ext cx="2584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70418E2C-2322-436F-8125-EB3E4840CDCB}"/>
                    </a:ext>
                  </a:extLst>
                </p14:cNvPr>
                <p14:cNvContentPartPr/>
                <p14:nvPr/>
              </p14:nvContentPartPr>
              <p14:xfrm>
                <a:off x="9411568" y="5058081"/>
                <a:ext cx="1479600" cy="2988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70418E2C-2322-436F-8125-EB3E4840CDC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405448" y="5051961"/>
                  <a:ext cx="1491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16FD7EA3-D353-28E7-ACC9-3AA4995DFA81}"/>
                    </a:ext>
                  </a:extLst>
                </p14:cNvPr>
                <p14:cNvContentPartPr/>
                <p14:nvPr/>
              </p14:nvContentPartPr>
              <p14:xfrm>
                <a:off x="10123648" y="5274081"/>
                <a:ext cx="501120" cy="41076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16FD7EA3-D353-28E7-ACC9-3AA4995DFA8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117528" y="5267961"/>
                  <a:ext cx="51336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2B33AC75-0512-B207-D08E-C89205667343}"/>
                    </a:ext>
                  </a:extLst>
                </p14:cNvPr>
                <p14:cNvContentPartPr/>
                <p14:nvPr/>
              </p14:nvContentPartPr>
              <p14:xfrm>
                <a:off x="11684608" y="4766121"/>
                <a:ext cx="82800" cy="792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2B33AC75-0512-B207-D08E-C8920566734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678488" y="4760001"/>
                  <a:ext cx="95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D94B45A9-55D0-9944-4835-3D789ECCFA52}"/>
                    </a:ext>
                  </a:extLst>
                </p14:cNvPr>
                <p14:cNvContentPartPr/>
                <p14:nvPr/>
              </p14:nvContentPartPr>
              <p14:xfrm>
                <a:off x="10215448" y="5163201"/>
                <a:ext cx="654120" cy="41616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D94B45A9-55D0-9944-4835-3D789ECCFA5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209328" y="5157081"/>
                  <a:ext cx="66636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9DF90297-4D3E-247B-7D00-A2C54308585E}"/>
                    </a:ext>
                  </a:extLst>
                </p14:cNvPr>
                <p14:cNvContentPartPr/>
                <p14:nvPr/>
              </p14:nvContentPartPr>
              <p14:xfrm>
                <a:off x="11219848" y="4597281"/>
                <a:ext cx="291240" cy="30456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9DF90297-4D3E-247B-7D00-A2C54308585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213728" y="4591161"/>
                  <a:ext cx="3034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80797A0F-E857-9540-6E93-EDFD324E975A}"/>
                    </a:ext>
                  </a:extLst>
                </p14:cNvPr>
                <p14:cNvContentPartPr/>
                <p14:nvPr/>
              </p14:nvContentPartPr>
              <p14:xfrm>
                <a:off x="10427128" y="4658481"/>
                <a:ext cx="1072440" cy="88452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80797A0F-E857-9540-6E93-EDFD324E975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421008" y="4652361"/>
                  <a:ext cx="1084680" cy="89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DF597718-DFFA-7FDD-0825-DBEC34AD1DD9}"/>
              </a:ext>
            </a:extLst>
          </p:cNvPr>
          <p:cNvGrpSpPr/>
          <p:nvPr/>
        </p:nvGrpSpPr>
        <p:grpSpPr>
          <a:xfrm>
            <a:off x="6519688" y="5616801"/>
            <a:ext cx="2588760" cy="435960"/>
            <a:chOff x="6519688" y="5616801"/>
            <a:chExt cx="2588760" cy="43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FA15D768-8DD7-EFD6-F38A-EEF18121275E}"/>
                    </a:ext>
                  </a:extLst>
                </p14:cNvPr>
                <p14:cNvContentPartPr/>
                <p14:nvPr/>
              </p14:nvContentPartPr>
              <p14:xfrm>
                <a:off x="6519688" y="5616801"/>
                <a:ext cx="363960" cy="31176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FA15D768-8DD7-EFD6-F38A-EEF18121275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513568" y="5610681"/>
                  <a:ext cx="376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A85D80AF-4559-49F7-365E-8A2059EFF2C4}"/>
                    </a:ext>
                  </a:extLst>
                </p14:cNvPr>
                <p14:cNvContentPartPr/>
                <p14:nvPr/>
              </p14:nvContentPartPr>
              <p14:xfrm>
                <a:off x="6998848" y="5622921"/>
                <a:ext cx="384120" cy="4284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A85D80AF-4559-49F7-365E-8A2059EFF2C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992728" y="5616801"/>
                  <a:ext cx="3963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B2C2D428-17D2-D1DB-CD46-CF89AD3E340B}"/>
                    </a:ext>
                  </a:extLst>
                </p14:cNvPr>
                <p14:cNvContentPartPr/>
                <p14:nvPr/>
              </p14:nvContentPartPr>
              <p14:xfrm>
                <a:off x="7149688" y="5648481"/>
                <a:ext cx="47520" cy="25776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B2C2D428-17D2-D1DB-CD46-CF89AD3E340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143568" y="5642361"/>
                  <a:ext cx="597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0582BA3F-2824-B5D9-D940-CF1A043FB2EE}"/>
                    </a:ext>
                  </a:extLst>
                </p14:cNvPr>
                <p14:cNvContentPartPr/>
                <p14:nvPr/>
              </p14:nvContentPartPr>
              <p14:xfrm>
                <a:off x="7748008" y="5806521"/>
                <a:ext cx="236880" cy="7236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0582BA3F-2824-B5D9-D940-CF1A043FB2E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741888" y="5800401"/>
                  <a:ext cx="2491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C2BAA849-298D-C8B9-ED17-AC343C766A7A}"/>
                    </a:ext>
                  </a:extLst>
                </p14:cNvPr>
                <p14:cNvContentPartPr/>
                <p14:nvPr/>
              </p14:nvContentPartPr>
              <p14:xfrm>
                <a:off x="8315728" y="5626161"/>
                <a:ext cx="268200" cy="31464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C2BAA849-298D-C8B9-ED17-AC343C766A7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309608" y="5620041"/>
                  <a:ext cx="2804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0A6BC71F-A55B-16E7-13A5-24E0B5C8C81C}"/>
                    </a:ext>
                  </a:extLst>
                </p14:cNvPr>
                <p14:cNvContentPartPr/>
                <p14:nvPr/>
              </p14:nvContentPartPr>
              <p14:xfrm>
                <a:off x="8502208" y="5924241"/>
                <a:ext cx="267120" cy="12852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0A6BC71F-A55B-16E7-13A5-24E0B5C8C81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496088" y="5918121"/>
                  <a:ext cx="279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119AB9CA-1763-DBED-7C1F-79E5F4249B8A}"/>
                    </a:ext>
                  </a:extLst>
                </p14:cNvPr>
                <p14:cNvContentPartPr/>
                <p14:nvPr/>
              </p14:nvContentPartPr>
              <p14:xfrm>
                <a:off x="8926648" y="5923161"/>
                <a:ext cx="181800" cy="3960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119AB9CA-1763-DBED-7C1F-79E5F4249B8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920528" y="5917041"/>
                  <a:ext cx="1940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BE57A79C-59F2-3D73-AAC8-2BE5EF2C3EA3}"/>
                    </a:ext>
                  </a:extLst>
                </p14:cNvPr>
                <p14:cNvContentPartPr/>
                <p14:nvPr/>
              </p14:nvContentPartPr>
              <p14:xfrm>
                <a:off x="8922328" y="5995161"/>
                <a:ext cx="186120" cy="3024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BE57A79C-59F2-3D73-AAC8-2BE5EF2C3EA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916208" y="5989041"/>
                  <a:ext cx="19836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Agrupar 155">
            <a:extLst>
              <a:ext uri="{FF2B5EF4-FFF2-40B4-BE49-F238E27FC236}">
                <a16:creationId xmlns:a16="http://schemas.microsoft.com/office/drawing/2014/main" id="{D8872012-0F43-0A20-470D-643384DEF18B}"/>
              </a:ext>
            </a:extLst>
          </p:cNvPr>
          <p:cNvGrpSpPr/>
          <p:nvPr/>
        </p:nvGrpSpPr>
        <p:grpSpPr>
          <a:xfrm>
            <a:off x="9656008" y="5902281"/>
            <a:ext cx="1516680" cy="498600"/>
            <a:chOff x="9656008" y="5902281"/>
            <a:chExt cx="1516680" cy="49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D08F55BF-D270-F28B-729C-585A78214FDB}"/>
                    </a:ext>
                  </a:extLst>
                </p14:cNvPr>
                <p14:cNvContentPartPr/>
                <p14:nvPr/>
              </p14:nvContentPartPr>
              <p14:xfrm>
                <a:off x="9656008" y="5902281"/>
                <a:ext cx="362520" cy="22644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D08F55BF-D270-F28B-729C-585A78214FD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649888" y="5896161"/>
                  <a:ext cx="3747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9326A0E0-B7CF-D59F-98C1-9F7EAD92FFB0}"/>
                    </a:ext>
                  </a:extLst>
                </p14:cNvPr>
                <p14:cNvContentPartPr/>
                <p14:nvPr/>
              </p14:nvContentPartPr>
              <p14:xfrm>
                <a:off x="10203208" y="6020361"/>
                <a:ext cx="410040" cy="10908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9326A0E0-B7CF-D59F-98C1-9F7EAD92FFB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197088" y="6014241"/>
                  <a:ext cx="4222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B4E9EE00-34BD-9DFC-5CC7-4A08FA56D8E6}"/>
                    </a:ext>
                  </a:extLst>
                </p14:cNvPr>
                <p14:cNvContentPartPr/>
                <p14:nvPr/>
              </p14:nvContentPartPr>
              <p14:xfrm>
                <a:off x="10647088" y="6061761"/>
                <a:ext cx="525600" cy="33912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B4E9EE00-34BD-9DFC-5CC7-4A08FA56D8E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640968" y="6055641"/>
                  <a:ext cx="537840" cy="351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93436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0208BF-D339-3EFE-7F78-90697FC7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187FD5-F0C2-AE4E-2CEC-E3D0FFC16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CA2269D-DCF0-7953-B4EA-4430B6297638}"/>
                  </a:ext>
                </a:extLst>
              </p14:cNvPr>
              <p14:cNvContentPartPr/>
              <p14:nvPr/>
            </p14:nvContentPartPr>
            <p14:xfrm>
              <a:off x="1119688" y="2629881"/>
              <a:ext cx="492480" cy="35712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CA2269D-DCF0-7953-B4EA-4430B62976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3568" y="2623761"/>
                <a:ext cx="50472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5377A846-AE2F-844E-777F-D870BAA3B76B}"/>
                  </a:ext>
                </a:extLst>
              </p14:cNvPr>
              <p14:cNvContentPartPr/>
              <p14:nvPr/>
            </p14:nvContentPartPr>
            <p14:xfrm>
              <a:off x="2544928" y="2590641"/>
              <a:ext cx="1107000" cy="678240"/>
            </p14:xfrm>
          </p:contentPart>
        </mc:Choice>
        <mc:Fallback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5377A846-AE2F-844E-777F-D870BAA3B7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38808" y="2584521"/>
                <a:ext cx="1119240" cy="69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Agrupar 28">
            <a:extLst>
              <a:ext uri="{FF2B5EF4-FFF2-40B4-BE49-F238E27FC236}">
                <a16:creationId xmlns:a16="http://schemas.microsoft.com/office/drawing/2014/main" id="{A6DD5605-F9E4-98D6-B365-A23E802A510A}"/>
              </a:ext>
            </a:extLst>
          </p:cNvPr>
          <p:cNvGrpSpPr/>
          <p:nvPr/>
        </p:nvGrpSpPr>
        <p:grpSpPr>
          <a:xfrm>
            <a:off x="9002248" y="625761"/>
            <a:ext cx="654120" cy="327240"/>
            <a:chOff x="9002248" y="625761"/>
            <a:chExt cx="65412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F8D98738-254E-9E93-3CAF-07133E0FFD6F}"/>
                    </a:ext>
                  </a:extLst>
                </p14:cNvPr>
                <p14:cNvContentPartPr/>
                <p14:nvPr/>
              </p14:nvContentPartPr>
              <p14:xfrm>
                <a:off x="9002248" y="634761"/>
                <a:ext cx="101160" cy="31824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F8D98738-254E-9E93-3CAF-07133E0FFD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96128" y="628641"/>
                  <a:ext cx="1134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7042B869-C3AA-A072-80F9-0AA43C3ADF2E}"/>
                    </a:ext>
                  </a:extLst>
                </p14:cNvPr>
                <p14:cNvContentPartPr/>
                <p14:nvPr/>
              </p14:nvContentPartPr>
              <p14:xfrm>
                <a:off x="9119968" y="625761"/>
                <a:ext cx="268560" cy="14868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7042B869-C3AA-A072-80F9-0AA43C3ADF2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13848" y="619641"/>
                  <a:ext cx="2808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7A89C6F9-A8A1-64DF-0916-B2177EFFEB02}"/>
                    </a:ext>
                  </a:extLst>
                </p14:cNvPr>
                <p14:cNvContentPartPr/>
                <p14:nvPr/>
              </p14:nvContentPartPr>
              <p14:xfrm>
                <a:off x="9516688" y="781281"/>
                <a:ext cx="139680" cy="8496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7A89C6F9-A8A1-64DF-0916-B2177EFFEB0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10568" y="775161"/>
                  <a:ext cx="151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5773D6F3-A201-72E7-0478-2723636EFB3E}"/>
                    </a:ext>
                  </a:extLst>
                </p14:cNvPr>
                <p14:cNvContentPartPr/>
                <p14:nvPr/>
              </p14:nvContentPartPr>
              <p14:xfrm>
                <a:off x="9387808" y="875601"/>
                <a:ext cx="268200" cy="4752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5773D6F3-A201-72E7-0478-2723636EFB3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81688" y="869481"/>
                  <a:ext cx="28044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C517942F-5979-3AC7-E49E-FD3CE4892331}"/>
              </a:ext>
            </a:extLst>
          </p:cNvPr>
          <p:cNvGrpSpPr/>
          <p:nvPr/>
        </p:nvGrpSpPr>
        <p:grpSpPr>
          <a:xfrm>
            <a:off x="9994768" y="769761"/>
            <a:ext cx="921600" cy="365760"/>
            <a:chOff x="9994768" y="769761"/>
            <a:chExt cx="921600" cy="36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A4C91294-979E-AE58-CFD9-61117061973B}"/>
                    </a:ext>
                  </a:extLst>
                </p14:cNvPr>
                <p14:cNvContentPartPr/>
                <p14:nvPr/>
              </p14:nvContentPartPr>
              <p14:xfrm>
                <a:off x="9994768" y="769761"/>
                <a:ext cx="477360" cy="19116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A4C91294-979E-AE58-CFD9-61117061973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88648" y="763641"/>
                  <a:ext cx="489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E1262E4B-14E2-EA14-6C3D-387B7F68A6CE}"/>
                    </a:ext>
                  </a:extLst>
                </p14:cNvPr>
                <p14:cNvContentPartPr/>
                <p14:nvPr/>
              </p14:nvContentPartPr>
              <p14:xfrm>
                <a:off x="10541968" y="809001"/>
                <a:ext cx="374400" cy="32652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E1262E4B-14E2-EA14-6C3D-387B7F68A6C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535848" y="802881"/>
                  <a:ext cx="386640" cy="33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00C7C212-C57F-BAC4-2329-A0C9C45E35C7}"/>
                  </a:ext>
                </a:extLst>
              </p14:cNvPr>
              <p14:cNvContentPartPr/>
              <p14:nvPr/>
            </p14:nvContentPartPr>
            <p14:xfrm>
              <a:off x="1681648" y="3705201"/>
              <a:ext cx="478800" cy="564120"/>
            </p14:xfrm>
          </p:contentPart>
        </mc:Choice>
        <mc:Fallback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00C7C212-C57F-BAC4-2329-A0C9C45E35C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75528" y="3699081"/>
                <a:ext cx="491040" cy="57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2445E126-168C-1D8D-0867-E098D195762E}"/>
                  </a:ext>
                </a:extLst>
              </p14:cNvPr>
              <p14:cNvContentPartPr/>
              <p14:nvPr/>
            </p14:nvContentPartPr>
            <p14:xfrm>
              <a:off x="2659048" y="5663241"/>
              <a:ext cx="4467600" cy="811440"/>
            </p14:xfrm>
          </p:contentPart>
        </mc:Choice>
        <mc:Fallback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2445E126-168C-1D8D-0867-E098D195762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652928" y="5657121"/>
                <a:ext cx="4479840" cy="82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6256FC0A-D3F8-848E-1B9B-A8155CA629B3}"/>
              </a:ext>
            </a:extLst>
          </p:cNvPr>
          <p:cNvGrpSpPr/>
          <p:nvPr/>
        </p:nvGrpSpPr>
        <p:grpSpPr>
          <a:xfrm>
            <a:off x="11301208" y="2300841"/>
            <a:ext cx="441720" cy="311040"/>
            <a:chOff x="11301208" y="2300841"/>
            <a:chExt cx="44172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18B947CE-F98E-43F8-A6E0-D7E3C3866FCD}"/>
                    </a:ext>
                  </a:extLst>
                </p14:cNvPr>
                <p14:cNvContentPartPr/>
                <p14:nvPr/>
              </p14:nvContentPartPr>
              <p14:xfrm>
                <a:off x="11393368" y="2300841"/>
                <a:ext cx="82800" cy="2520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18B947CE-F98E-43F8-A6E0-D7E3C3866FC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387248" y="2294721"/>
                  <a:ext cx="95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66A67B51-2191-109E-C2BC-1C06B027F026}"/>
                    </a:ext>
                  </a:extLst>
                </p14:cNvPr>
                <p14:cNvContentPartPr/>
                <p14:nvPr/>
              </p14:nvContentPartPr>
              <p14:xfrm>
                <a:off x="11301208" y="2309121"/>
                <a:ext cx="151200" cy="29448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66A67B51-2191-109E-C2BC-1C06B027F02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295088" y="2303001"/>
                  <a:ext cx="1634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DADD9144-8BF0-6C4D-B773-8AB1C763C620}"/>
                    </a:ext>
                  </a:extLst>
                </p14:cNvPr>
                <p14:cNvContentPartPr/>
                <p14:nvPr/>
              </p14:nvContentPartPr>
              <p14:xfrm>
                <a:off x="11451688" y="2372481"/>
                <a:ext cx="291240" cy="23940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DADD9144-8BF0-6C4D-B773-8AB1C763C62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445568" y="2366361"/>
                  <a:ext cx="303480" cy="25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F59B63BD-E8A9-8061-A646-4D516C5C1B22}"/>
              </a:ext>
            </a:extLst>
          </p:cNvPr>
          <p:cNvGrpSpPr/>
          <p:nvPr/>
        </p:nvGrpSpPr>
        <p:grpSpPr>
          <a:xfrm>
            <a:off x="1224448" y="1999521"/>
            <a:ext cx="9680400" cy="4494960"/>
            <a:chOff x="1224448" y="1999521"/>
            <a:chExt cx="9680400" cy="449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1DFE232A-3AD8-5E28-489A-6BF054AA1908}"/>
                    </a:ext>
                  </a:extLst>
                </p14:cNvPr>
                <p14:cNvContentPartPr/>
                <p14:nvPr/>
              </p14:nvContentPartPr>
              <p14:xfrm>
                <a:off x="4804648" y="2747241"/>
                <a:ext cx="304200" cy="28944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1DFE232A-3AD8-5E28-489A-6BF054AA190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98528" y="2741121"/>
                  <a:ext cx="3164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57497179-D238-2306-69F8-77227B194353}"/>
                    </a:ext>
                  </a:extLst>
                </p14:cNvPr>
                <p14:cNvContentPartPr/>
                <p14:nvPr/>
              </p14:nvContentPartPr>
              <p14:xfrm>
                <a:off x="5271208" y="2895561"/>
                <a:ext cx="315360" cy="18288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57497179-D238-2306-69F8-77227B19435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65088" y="2889441"/>
                  <a:ext cx="3276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0535BB2A-DA07-42ED-2D81-59F2C4F854B4}"/>
                    </a:ext>
                  </a:extLst>
                </p14:cNvPr>
                <p14:cNvContentPartPr/>
                <p14:nvPr/>
              </p14:nvContentPartPr>
              <p14:xfrm>
                <a:off x="5610328" y="2868201"/>
                <a:ext cx="420840" cy="35172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0535BB2A-DA07-42ED-2D81-59F2C4F854B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04208" y="2862081"/>
                  <a:ext cx="4330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8D918D21-0A81-8226-8AFF-8DECE1B1ADE9}"/>
                    </a:ext>
                  </a:extLst>
                </p14:cNvPr>
                <p14:cNvContentPartPr/>
                <p14:nvPr/>
              </p14:nvContentPartPr>
              <p14:xfrm>
                <a:off x="1832128" y="2605041"/>
                <a:ext cx="268560" cy="5004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8D918D21-0A81-8226-8AFF-8DECE1B1ADE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26008" y="2598921"/>
                  <a:ext cx="2808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1C4ED406-A7D5-09EF-487C-69DA58D2F326}"/>
                    </a:ext>
                  </a:extLst>
                </p14:cNvPr>
                <p14:cNvContentPartPr/>
                <p14:nvPr/>
              </p14:nvContentPartPr>
              <p14:xfrm>
                <a:off x="1914208" y="2629881"/>
                <a:ext cx="35640" cy="29520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1C4ED406-A7D5-09EF-487C-69DA58D2F32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08088" y="2623761"/>
                  <a:ext cx="478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58CD995C-FA56-C92B-F4EB-5219857A2F5A}"/>
                    </a:ext>
                  </a:extLst>
                </p14:cNvPr>
                <p14:cNvContentPartPr/>
                <p14:nvPr/>
              </p14:nvContentPartPr>
              <p14:xfrm>
                <a:off x="2231368" y="2769201"/>
                <a:ext cx="146880" cy="1764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58CD995C-FA56-C92B-F4EB-5219857A2F5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25248" y="2763081"/>
                  <a:ext cx="1591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F4F41FA4-3DB4-7492-7E46-6F597DFC05A6}"/>
                    </a:ext>
                  </a:extLst>
                </p14:cNvPr>
                <p14:cNvContentPartPr/>
                <p14:nvPr/>
              </p14:nvContentPartPr>
              <p14:xfrm>
                <a:off x="2765248" y="2764521"/>
                <a:ext cx="139320" cy="35388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F4F41FA4-3DB4-7492-7E46-6F597DFC05A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59128" y="2758401"/>
                  <a:ext cx="15156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66469278-150C-C078-852F-DAF52669BA75}"/>
                    </a:ext>
                  </a:extLst>
                </p14:cNvPr>
                <p14:cNvContentPartPr/>
                <p14:nvPr/>
              </p14:nvContentPartPr>
              <p14:xfrm>
                <a:off x="2973688" y="2769201"/>
                <a:ext cx="268560" cy="11196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66469278-150C-C078-852F-DAF52669BA7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67568" y="2763081"/>
                  <a:ext cx="2808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0E80ADB4-21FE-691C-758E-A3C01CDBD711}"/>
                    </a:ext>
                  </a:extLst>
                </p14:cNvPr>
                <p14:cNvContentPartPr/>
                <p14:nvPr/>
              </p14:nvContentPartPr>
              <p14:xfrm>
                <a:off x="3312448" y="3046041"/>
                <a:ext cx="245160" cy="13320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0E80ADB4-21FE-691C-758E-A3C01CDBD71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06328" y="3039921"/>
                  <a:ext cx="2574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C0E54660-8846-CCA1-B5C0-4F50C03768CC}"/>
                    </a:ext>
                  </a:extLst>
                </p14:cNvPr>
                <p14:cNvContentPartPr/>
                <p14:nvPr/>
              </p14:nvContentPartPr>
              <p14:xfrm>
                <a:off x="3766768" y="2964681"/>
                <a:ext cx="314640" cy="5688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C0E54660-8846-CCA1-B5C0-4F50C03768C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60648" y="2958561"/>
                  <a:ext cx="3268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5645B468-E6E1-ADFA-0505-0D8C420025C5}"/>
                    </a:ext>
                  </a:extLst>
                </p14:cNvPr>
                <p14:cNvContentPartPr/>
                <p14:nvPr/>
              </p14:nvContentPartPr>
              <p14:xfrm>
                <a:off x="3755248" y="3053601"/>
                <a:ext cx="268200" cy="1764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5645B468-E6E1-ADFA-0505-0D8C420025C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49128" y="3047481"/>
                  <a:ext cx="280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FAD57AB8-4AEF-2BBE-634F-482776F0D409}"/>
                    </a:ext>
                  </a:extLst>
                </p14:cNvPr>
                <p14:cNvContentPartPr/>
                <p14:nvPr/>
              </p14:nvContentPartPr>
              <p14:xfrm>
                <a:off x="3139288" y="4040361"/>
                <a:ext cx="535680" cy="18900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FAD57AB8-4AEF-2BBE-634F-482776F0D40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33168" y="4034241"/>
                  <a:ext cx="547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8EC4E7CF-735E-484C-4211-908E902FE1A8}"/>
                    </a:ext>
                  </a:extLst>
                </p14:cNvPr>
                <p14:cNvContentPartPr/>
                <p14:nvPr/>
              </p14:nvContentPartPr>
              <p14:xfrm>
                <a:off x="3704128" y="4089321"/>
                <a:ext cx="448560" cy="37692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8EC4E7CF-735E-484C-4211-908E902FE1A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98008" y="4083201"/>
                  <a:ext cx="4608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E71B6DD4-31AA-5E06-1D1D-0ACBE0068D4D}"/>
                    </a:ext>
                  </a:extLst>
                </p14:cNvPr>
                <p14:cNvContentPartPr/>
                <p14:nvPr/>
              </p14:nvContentPartPr>
              <p14:xfrm>
                <a:off x="4483168" y="4057281"/>
                <a:ext cx="299520" cy="11952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E71B6DD4-31AA-5E06-1D1D-0ACBE0068D4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77048" y="4051161"/>
                  <a:ext cx="3117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88BE9FCB-DD92-0A71-3936-5FC69DD4AE90}"/>
                    </a:ext>
                  </a:extLst>
                </p14:cNvPr>
                <p14:cNvContentPartPr/>
                <p14:nvPr/>
              </p14:nvContentPartPr>
              <p14:xfrm>
                <a:off x="4467328" y="4171041"/>
                <a:ext cx="385920" cy="5292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88BE9FCB-DD92-0A71-3936-5FC69DD4AE9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61208" y="4164921"/>
                  <a:ext cx="398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B85F04D9-E851-BC8B-97D9-9249B06B4DAF}"/>
                    </a:ext>
                  </a:extLst>
                </p14:cNvPr>
                <p14:cNvContentPartPr/>
                <p14:nvPr/>
              </p14:nvContentPartPr>
              <p14:xfrm>
                <a:off x="5621848" y="3757761"/>
                <a:ext cx="362880" cy="34956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B85F04D9-E851-BC8B-97D9-9249B06B4DA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15728" y="3751641"/>
                  <a:ext cx="37512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37C1BA94-26C4-C3E8-D661-251A8B0C55BD}"/>
                    </a:ext>
                  </a:extLst>
                </p14:cNvPr>
                <p14:cNvContentPartPr/>
                <p14:nvPr/>
              </p14:nvContentPartPr>
              <p14:xfrm>
                <a:off x="6145288" y="3970521"/>
                <a:ext cx="545040" cy="17568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37C1BA94-26C4-C3E8-D661-251A8B0C55B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139168" y="3964401"/>
                  <a:ext cx="5572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09C72562-340A-0EFA-CDA0-4EA7FC72512A}"/>
                    </a:ext>
                  </a:extLst>
                </p14:cNvPr>
                <p14:cNvContentPartPr/>
                <p14:nvPr/>
              </p14:nvContentPartPr>
              <p14:xfrm>
                <a:off x="6823168" y="3971961"/>
                <a:ext cx="407160" cy="40428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09C72562-340A-0EFA-CDA0-4EA7FC72512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17048" y="3965841"/>
                  <a:ext cx="41940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B27B9A95-22A0-A155-F9D8-7B5239FE16A5}"/>
                    </a:ext>
                  </a:extLst>
                </p14:cNvPr>
                <p14:cNvContentPartPr/>
                <p14:nvPr/>
              </p14:nvContentPartPr>
              <p14:xfrm>
                <a:off x="1224448" y="3847761"/>
                <a:ext cx="434160" cy="36684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B27B9A95-22A0-A155-F9D8-7B5239FE16A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18328" y="3841641"/>
                  <a:ext cx="4464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7CEE105F-D363-61E7-3425-8BCA3BFFE2D4}"/>
                    </a:ext>
                  </a:extLst>
                </p14:cNvPr>
                <p14:cNvContentPartPr/>
                <p14:nvPr/>
              </p14:nvContentPartPr>
              <p14:xfrm>
                <a:off x="1784968" y="3928761"/>
                <a:ext cx="303480" cy="2520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7CEE105F-D363-61E7-3425-8BCA3BFFE2D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78848" y="3922641"/>
                  <a:ext cx="315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68E72657-B911-4820-5BD5-6485C9A0FD03}"/>
                    </a:ext>
                  </a:extLst>
                </p14:cNvPr>
                <p14:cNvContentPartPr/>
                <p14:nvPr/>
              </p14:nvContentPartPr>
              <p14:xfrm>
                <a:off x="1902688" y="3943521"/>
                <a:ext cx="47520" cy="25992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68E72657-B911-4820-5BD5-6485C9A0FD0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96568" y="3937401"/>
                  <a:ext cx="597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98D1284B-C717-9B5C-6230-636C6F2B7AD3}"/>
                    </a:ext>
                  </a:extLst>
                </p14:cNvPr>
                <p14:cNvContentPartPr/>
                <p14:nvPr/>
              </p14:nvContentPartPr>
              <p14:xfrm>
                <a:off x="2463928" y="4052241"/>
                <a:ext cx="301680" cy="1296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98D1284B-C717-9B5C-6230-636C6F2B7A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808" y="4046121"/>
                  <a:ext cx="313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C1F130C0-2F35-EAA3-82CB-6CCC3035B5F6}"/>
                    </a:ext>
                  </a:extLst>
                </p14:cNvPr>
                <p14:cNvContentPartPr/>
                <p14:nvPr/>
              </p14:nvContentPartPr>
              <p14:xfrm>
                <a:off x="1660048" y="4913361"/>
                <a:ext cx="357480" cy="24768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C1F130C0-2F35-EAA3-82CB-6CCC3035B5F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53928" y="4907241"/>
                  <a:ext cx="369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6F6E6907-C84D-6A08-338D-FF3D1EC64F60}"/>
                    </a:ext>
                  </a:extLst>
                </p14:cNvPr>
                <p14:cNvContentPartPr/>
                <p14:nvPr/>
              </p14:nvContentPartPr>
              <p14:xfrm>
                <a:off x="2111488" y="4939641"/>
                <a:ext cx="315720" cy="1260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6F6E6907-C84D-6A08-338D-FF3D1EC64F6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105368" y="4933521"/>
                  <a:ext cx="327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02E1C372-44A8-9269-2DC6-9B8EBBD54C31}"/>
                    </a:ext>
                  </a:extLst>
                </p14:cNvPr>
                <p14:cNvContentPartPr/>
                <p14:nvPr/>
              </p14:nvContentPartPr>
              <p14:xfrm>
                <a:off x="2194288" y="4922361"/>
                <a:ext cx="35640" cy="23760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02E1C372-44A8-9269-2DC6-9B8EBBD54C3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88168" y="4916241"/>
                  <a:ext cx="478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93CE3F40-5B4F-5554-9F52-3CC956D3CAAF}"/>
                    </a:ext>
                  </a:extLst>
                </p14:cNvPr>
                <p14:cNvContentPartPr/>
                <p14:nvPr/>
              </p14:nvContentPartPr>
              <p14:xfrm>
                <a:off x="2588848" y="5066361"/>
                <a:ext cx="247320" cy="2196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93CE3F40-5B4F-5554-9F52-3CC956D3CAA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582728" y="5060241"/>
                  <a:ext cx="259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BBFE31F0-71A1-6CF6-6B74-4953089F5B22}"/>
                    </a:ext>
                  </a:extLst>
                </p14:cNvPr>
                <p14:cNvContentPartPr/>
                <p14:nvPr/>
              </p14:nvContentPartPr>
              <p14:xfrm>
                <a:off x="2600728" y="5180121"/>
                <a:ext cx="247320" cy="1008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BBFE31F0-71A1-6CF6-6B74-4953089F5B2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94608" y="5174001"/>
                  <a:ext cx="259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5C81E493-EC0C-3435-2819-D0A38009C3F3}"/>
                    </a:ext>
                  </a:extLst>
                </p14:cNvPr>
                <p14:cNvContentPartPr/>
                <p14:nvPr/>
              </p14:nvContentPartPr>
              <p14:xfrm>
                <a:off x="3312808" y="4918041"/>
                <a:ext cx="315360" cy="26064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5C81E493-EC0C-3435-2819-D0A38009C3F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306688" y="4911921"/>
                  <a:ext cx="3276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F329E567-DE3A-E9A8-C193-D5036DD3F825}"/>
                    </a:ext>
                  </a:extLst>
                </p14:cNvPr>
                <p14:cNvContentPartPr/>
                <p14:nvPr/>
              </p14:nvContentPartPr>
              <p14:xfrm>
                <a:off x="3742288" y="5076441"/>
                <a:ext cx="469080" cy="11880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F329E567-DE3A-E9A8-C193-D5036DD3F82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36168" y="5070321"/>
                  <a:ext cx="4813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F45983E3-6FF2-A897-F4AB-0E9456C29FAF}"/>
                    </a:ext>
                  </a:extLst>
                </p14:cNvPr>
                <p14:cNvContentPartPr/>
                <p14:nvPr/>
              </p14:nvContentPartPr>
              <p14:xfrm>
                <a:off x="4259248" y="5070681"/>
                <a:ext cx="208440" cy="22284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F45983E3-6FF2-A897-F4AB-0E9456C29FA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53128" y="5064561"/>
                  <a:ext cx="2206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364FBBFC-999D-A801-ADDF-30935959BEE7}"/>
                    </a:ext>
                  </a:extLst>
                </p14:cNvPr>
                <p14:cNvContentPartPr/>
                <p14:nvPr/>
              </p14:nvContentPartPr>
              <p14:xfrm>
                <a:off x="4770808" y="5108121"/>
                <a:ext cx="350640" cy="2268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364FBBFC-999D-A801-ADDF-30935959BEE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764688" y="5102001"/>
                  <a:ext cx="3628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296727FC-BE35-5F82-716C-C70BAECFC84A}"/>
                    </a:ext>
                  </a:extLst>
                </p14:cNvPr>
                <p14:cNvContentPartPr/>
                <p14:nvPr/>
              </p14:nvContentPartPr>
              <p14:xfrm>
                <a:off x="4932808" y="5031081"/>
                <a:ext cx="82800" cy="15912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296727FC-BE35-5F82-716C-C70BAECFC84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926688" y="5024961"/>
                  <a:ext cx="950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CB01FDD0-2A8E-8097-5A5F-22798619B805}"/>
                    </a:ext>
                  </a:extLst>
                </p14:cNvPr>
                <p14:cNvContentPartPr/>
                <p14:nvPr/>
              </p14:nvContentPartPr>
              <p14:xfrm>
                <a:off x="5574328" y="5067441"/>
                <a:ext cx="572040" cy="11520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CB01FDD0-2A8E-8097-5A5F-22798619B80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68208" y="5061321"/>
                  <a:ext cx="5842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B2653D36-A38D-B800-C3F9-FC294255198F}"/>
                    </a:ext>
                  </a:extLst>
                </p14:cNvPr>
                <p14:cNvContentPartPr/>
                <p14:nvPr/>
              </p14:nvContentPartPr>
              <p14:xfrm>
                <a:off x="6323848" y="5070681"/>
                <a:ext cx="302400" cy="33876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B2653D36-A38D-B800-C3F9-FC294255198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317728" y="5064561"/>
                  <a:ext cx="3146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DBF142FA-FE37-AE4E-DC2F-E8B90DFB9A95}"/>
                    </a:ext>
                  </a:extLst>
                </p14:cNvPr>
                <p14:cNvContentPartPr/>
                <p14:nvPr/>
              </p14:nvContentPartPr>
              <p14:xfrm>
                <a:off x="4339888" y="6330321"/>
                <a:ext cx="489960" cy="16416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DBF142FA-FE37-AE4E-DC2F-E8B90DFB9A9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33768" y="6324201"/>
                  <a:ext cx="5022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05A5FAF7-B667-F808-9EEA-33443E6C4849}"/>
                    </a:ext>
                  </a:extLst>
                </p14:cNvPr>
                <p14:cNvContentPartPr/>
                <p14:nvPr/>
              </p14:nvContentPartPr>
              <p14:xfrm>
                <a:off x="2088448" y="5392521"/>
                <a:ext cx="269640" cy="21024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05A5FAF7-B667-F808-9EEA-33443E6C484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82328" y="5386401"/>
                  <a:ext cx="2818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DE5A4E12-528B-9BA0-F917-8E5A6118B89B}"/>
                    </a:ext>
                  </a:extLst>
                </p14:cNvPr>
                <p14:cNvContentPartPr/>
                <p14:nvPr/>
              </p14:nvContentPartPr>
              <p14:xfrm>
                <a:off x="2450248" y="5452281"/>
                <a:ext cx="244800" cy="2268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DE5A4E12-528B-9BA0-F917-8E5A6118B89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444128" y="5446161"/>
                  <a:ext cx="2570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F46FB050-D498-4D11-0E82-C00923C0A2D0}"/>
                    </a:ext>
                  </a:extLst>
                </p14:cNvPr>
                <p14:cNvContentPartPr/>
                <p14:nvPr/>
              </p14:nvContentPartPr>
              <p14:xfrm>
                <a:off x="2612608" y="5442561"/>
                <a:ext cx="409320" cy="16884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F46FB050-D498-4D11-0E82-C00923C0A2D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06488" y="5436441"/>
                  <a:ext cx="421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C68D8ACF-65E4-2112-D25D-B08CDA16EAC6}"/>
                    </a:ext>
                  </a:extLst>
                </p14:cNvPr>
                <p14:cNvContentPartPr/>
                <p14:nvPr/>
              </p14:nvContentPartPr>
              <p14:xfrm>
                <a:off x="2847688" y="5709681"/>
                <a:ext cx="198000" cy="324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C68D8ACF-65E4-2112-D25D-B08CDA16EA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841568" y="5703561"/>
                  <a:ext cx="2102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647B5676-AB54-40B6-9D83-DA4FDC803440}"/>
                    </a:ext>
                  </a:extLst>
                </p14:cNvPr>
                <p14:cNvContentPartPr/>
                <p14:nvPr/>
              </p14:nvContentPartPr>
              <p14:xfrm>
                <a:off x="3580648" y="5512041"/>
                <a:ext cx="347040" cy="27288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647B5676-AB54-40B6-9D83-DA4FDC80344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74528" y="5505921"/>
                  <a:ext cx="3592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CB800826-CCF3-1313-F253-5AE59CB33210}"/>
                    </a:ext>
                  </a:extLst>
                </p14:cNvPr>
                <p14:cNvContentPartPr/>
                <p14:nvPr/>
              </p14:nvContentPartPr>
              <p14:xfrm>
                <a:off x="4128208" y="5595201"/>
                <a:ext cx="501840" cy="11232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CB800826-CCF3-1313-F253-5AE59CB3321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22088" y="5589081"/>
                  <a:ext cx="514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249E05C3-73DE-7C28-9053-EC40A0F49602}"/>
                    </a:ext>
                  </a:extLst>
                </p14:cNvPr>
                <p14:cNvContentPartPr/>
                <p14:nvPr/>
              </p14:nvContentPartPr>
              <p14:xfrm>
                <a:off x="4711408" y="5608881"/>
                <a:ext cx="315000" cy="26388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249E05C3-73DE-7C28-9053-EC40A0F4960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705288" y="5602761"/>
                  <a:ext cx="3272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C25FBAF9-6B30-BA0A-B85D-462A49E6898D}"/>
                    </a:ext>
                  </a:extLst>
                </p14:cNvPr>
                <p14:cNvContentPartPr/>
                <p14:nvPr/>
              </p14:nvContentPartPr>
              <p14:xfrm>
                <a:off x="2718088" y="5826681"/>
                <a:ext cx="409680" cy="3996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C25FBAF9-6B30-BA0A-B85D-462A49E6898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711968" y="5820561"/>
                  <a:ext cx="4219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56A57794-2E5C-E05D-67A2-FC4CB52931E1}"/>
                    </a:ext>
                  </a:extLst>
                </p14:cNvPr>
                <p14:cNvContentPartPr/>
                <p14:nvPr/>
              </p14:nvContentPartPr>
              <p14:xfrm>
                <a:off x="2904208" y="5853681"/>
                <a:ext cx="106200" cy="27360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56A57794-2E5C-E05D-67A2-FC4CB52931E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898088" y="5847561"/>
                  <a:ext cx="118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01BDC9ED-2CC5-8473-F787-C9206CCFD39B}"/>
                    </a:ext>
                  </a:extLst>
                </p14:cNvPr>
                <p14:cNvContentPartPr/>
                <p14:nvPr/>
              </p14:nvContentPartPr>
              <p14:xfrm>
                <a:off x="3326848" y="5925321"/>
                <a:ext cx="313560" cy="5796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01BDC9ED-2CC5-8473-F787-C9206CCFD39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320728" y="5919201"/>
                  <a:ext cx="325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2C628004-03FC-4B20-46B2-9F55A332DBF7}"/>
                    </a:ext>
                  </a:extLst>
                </p14:cNvPr>
                <p14:cNvContentPartPr/>
                <p14:nvPr/>
              </p14:nvContentPartPr>
              <p14:xfrm>
                <a:off x="3336568" y="6044481"/>
                <a:ext cx="362520" cy="792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2C628004-03FC-4B20-46B2-9F55A332DBF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330448" y="6038361"/>
                  <a:ext cx="3747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75DC1F06-0C2F-8066-F793-E96AA6777F4F}"/>
                    </a:ext>
                  </a:extLst>
                </p14:cNvPr>
                <p14:cNvContentPartPr/>
                <p14:nvPr/>
              </p14:nvContentPartPr>
              <p14:xfrm>
                <a:off x="4199488" y="5955201"/>
                <a:ext cx="386640" cy="16704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75DC1F06-0C2F-8066-F793-E96AA6777F4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193368" y="5949081"/>
                  <a:ext cx="3988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A721B555-72E0-116B-AE1C-9BAC3CF732C0}"/>
                    </a:ext>
                  </a:extLst>
                </p14:cNvPr>
                <p14:cNvContentPartPr/>
                <p14:nvPr/>
              </p14:nvContentPartPr>
              <p14:xfrm>
                <a:off x="4314688" y="6138801"/>
                <a:ext cx="538560" cy="6264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A721B555-72E0-116B-AE1C-9BAC3CF732C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308568" y="6132681"/>
                  <a:ext cx="5508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D6C9307C-3623-38CD-06FA-464899BBC22A}"/>
                    </a:ext>
                  </a:extLst>
                </p14:cNvPr>
                <p14:cNvContentPartPr/>
                <p14:nvPr/>
              </p14:nvContentPartPr>
              <p14:xfrm>
                <a:off x="4956568" y="6033321"/>
                <a:ext cx="549000" cy="14364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D6C9307C-3623-38CD-06FA-464899BBC22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950448" y="6027201"/>
                  <a:ext cx="5612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F834BA4F-180B-74B0-0F23-1D8459493D21}"/>
                    </a:ext>
                  </a:extLst>
                </p14:cNvPr>
                <p14:cNvContentPartPr/>
                <p14:nvPr/>
              </p14:nvContentPartPr>
              <p14:xfrm>
                <a:off x="5843248" y="5816961"/>
                <a:ext cx="641520" cy="59364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F834BA4F-180B-74B0-0F23-1D8459493D2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37128" y="5810841"/>
                  <a:ext cx="653760" cy="6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01850109-5CB1-F64D-60E0-FDD8F78FFCF7}"/>
                    </a:ext>
                  </a:extLst>
                </p14:cNvPr>
                <p14:cNvContentPartPr/>
                <p14:nvPr/>
              </p14:nvContentPartPr>
              <p14:xfrm>
                <a:off x="4920928" y="5816241"/>
                <a:ext cx="690120" cy="52632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01850109-5CB1-F64D-60E0-FDD8F78FFCF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914808" y="5810121"/>
                  <a:ext cx="70236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1F1057AD-97F4-722E-F1BB-FC05F222DF3D}"/>
                    </a:ext>
                  </a:extLst>
                </p14:cNvPr>
                <p14:cNvContentPartPr/>
                <p14:nvPr/>
              </p14:nvContentPartPr>
              <p14:xfrm>
                <a:off x="5795728" y="5888961"/>
                <a:ext cx="958680" cy="53460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1F1057AD-97F4-722E-F1BB-FC05F222DF3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789608" y="5882841"/>
                  <a:ext cx="97092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EEA6F081-3B0A-5048-E1E6-FD2FB2A91ABC}"/>
                    </a:ext>
                  </a:extLst>
                </p14:cNvPr>
                <p14:cNvContentPartPr/>
                <p14:nvPr/>
              </p14:nvContentPartPr>
              <p14:xfrm>
                <a:off x="6670168" y="2011401"/>
                <a:ext cx="591120" cy="388224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EEA6F081-3B0A-5048-E1E6-FD2FB2A91AB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664048" y="2005281"/>
                  <a:ext cx="603360" cy="38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F8FC8BFD-E5D5-BF5B-0E3B-E7E26139ACBD}"/>
                    </a:ext>
                  </a:extLst>
                </p14:cNvPr>
                <p14:cNvContentPartPr/>
                <p14:nvPr/>
              </p14:nvContentPartPr>
              <p14:xfrm>
                <a:off x="6961408" y="2136681"/>
                <a:ext cx="385920" cy="15372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F8FC8BFD-E5D5-BF5B-0E3B-E7E26139ACB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55288" y="2130561"/>
                  <a:ext cx="3981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5259DC63-0147-1E9B-2336-049F6140DAF3}"/>
                    </a:ext>
                  </a:extLst>
                </p14:cNvPr>
                <p14:cNvContentPartPr/>
                <p14:nvPr/>
              </p14:nvContentPartPr>
              <p14:xfrm>
                <a:off x="7020448" y="1999521"/>
                <a:ext cx="243000" cy="26280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5259DC63-0147-1E9B-2336-049F6140DAF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14328" y="1993401"/>
                  <a:ext cx="2552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BD7F70CE-EEB4-2FC4-384A-BCE436D36208}"/>
                    </a:ext>
                  </a:extLst>
                </p14:cNvPr>
                <p14:cNvContentPartPr/>
                <p14:nvPr/>
              </p14:nvContentPartPr>
              <p14:xfrm>
                <a:off x="7615168" y="2104641"/>
                <a:ext cx="409320" cy="2484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BD7F70CE-EEB4-2FC4-384A-BCE436D3620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609048" y="2098521"/>
                  <a:ext cx="421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DAAD3495-6818-1DFC-6BE1-FF475D585087}"/>
                    </a:ext>
                  </a:extLst>
                </p14:cNvPr>
                <p14:cNvContentPartPr/>
                <p14:nvPr/>
              </p14:nvContentPartPr>
              <p14:xfrm>
                <a:off x="7744768" y="2149641"/>
                <a:ext cx="92160" cy="19332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DAAD3495-6818-1DFC-6BE1-FF475D58508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38648" y="2143521"/>
                  <a:ext cx="1044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6D53D9E6-308A-285F-650E-868A7DED741D}"/>
                    </a:ext>
                  </a:extLst>
                </p14:cNvPr>
                <p14:cNvContentPartPr/>
                <p14:nvPr/>
              </p14:nvContentPartPr>
              <p14:xfrm>
                <a:off x="8260648" y="2219121"/>
                <a:ext cx="135720" cy="1476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6D53D9E6-308A-285F-650E-868A7DED741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254528" y="2213001"/>
                  <a:ext cx="1479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F0B98653-6044-E4B6-43D3-3B0F26721684}"/>
                    </a:ext>
                  </a:extLst>
                </p14:cNvPr>
                <p14:cNvContentPartPr/>
                <p14:nvPr/>
              </p14:nvContentPartPr>
              <p14:xfrm>
                <a:off x="8095048" y="2280681"/>
                <a:ext cx="383400" cy="7740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F0B98653-6044-E4B6-43D3-3B0F2672168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088928" y="2274561"/>
                  <a:ext cx="395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07FB438F-A9BE-D05D-E8C4-57A17FE9A64C}"/>
                    </a:ext>
                  </a:extLst>
                </p14:cNvPr>
                <p14:cNvContentPartPr/>
                <p14:nvPr/>
              </p14:nvContentPartPr>
              <p14:xfrm>
                <a:off x="8957248" y="2192841"/>
                <a:ext cx="252360" cy="12600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07FB438F-A9BE-D05D-E8C4-57A17FE9A64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951128" y="2186721"/>
                  <a:ext cx="2646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5A7DD4CF-C136-D64E-5DFC-675CE3B5251A}"/>
                    </a:ext>
                  </a:extLst>
                </p14:cNvPr>
                <p14:cNvContentPartPr/>
                <p14:nvPr/>
              </p14:nvContentPartPr>
              <p14:xfrm>
                <a:off x="8898928" y="2419641"/>
                <a:ext cx="315360" cy="2268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5A7DD4CF-C136-D64E-5DFC-675CE3B5251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892808" y="2413521"/>
                  <a:ext cx="3276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693E47D9-4BAF-06C8-C139-452959E7F4DB}"/>
                    </a:ext>
                  </a:extLst>
                </p14:cNvPr>
                <p14:cNvContentPartPr/>
                <p14:nvPr/>
              </p14:nvContentPartPr>
              <p14:xfrm>
                <a:off x="8877328" y="2518641"/>
                <a:ext cx="290520" cy="14112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693E47D9-4BAF-06C8-C139-452959E7F4D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871208" y="2512521"/>
                  <a:ext cx="302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80F330EA-B95F-8256-46FC-8AE116C8AC28}"/>
                    </a:ext>
                  </a:extLst>
                </p14:cNvPr>
                <p14:cNvContentPartPr/>
                <p14:nvPr/>
              </p14:nvContentPartPr>
              <p14:xfrm>
                <a:off x="9352528" y="2508921"/>
                <a:ext cx="153720" cy="8388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80F330EA-B95F-8256-46FC-8AE116C8AC2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346408" y="2502801"/>
                  <a:ext cx="1659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FB707A08-2818-E8BD-4AB0-B0ACF2947104}"/>
                    </a:ext>
                  </a:extLst>
                </p14:cNvPr>
                <p14:cNvContentPartPr/>
                <p14:nvPr/>
              </p14:nvContentPartPr>
              <p14:xfrm>
                <a:off x="9341008" y="2538801"/>
                <a:ext cx="141480" cy="6912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FB707A08-2818-E8BD-4AB0-B0ACF294710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334888" y="2532681"/>
                  <a:ext cx="1537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2B7ECD63-C745-68D2-FA03-D821575C1CD5}"/>
                    </a:ext>
                  </a:extLst>
                </p14:cNvPr>
                <p14:cNvContentPartPr/>
                <p14:nvPr/>
              </p14:nvContentPartPr>
              <p14:xfrm>
                <a:off x="9981448" y="2320281"/>
                <a:ext cx="187560" cy="13212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2B7ECD63-C745-68D2-FA03-D821575C1CD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975328" y="2314161"/>
                  <a:ext cx="199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A718D64E-E9C9-1EF8-1B31-B1931FB53D7B}"/>
                    </a:ext>
                  </a:extLst>
                </p14:cNvPr>
                <p14:cNvContentPartPr/>
                <p14:nvPr/>
              </p14:nvContentPartPr>
              <p14:xfrm>
                <a:off x="10180168" y="2272041"/>
                <a:ext cx="235440" cy="42804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A718D64E-E9C9-1EF8-1B31-B1931FB53D7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174048" y="2265921"/>
                  <a:ext cx="24768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F3CCCCFE-BCC9-D963-5396-63B3533F6679}"/>
                    </a:ext>
                  </a:extLst>
                </p14:cNvPr>
                <p14:cNvContentPartPr/>
                <p14:nvPr/>
              </p14:nvContentPartPr>
              <p14:xfrm>
                <a:off x="10612528" y="2502081"/>
                <a:ext cx="187200" cy="9828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F3CCCCFE-BCC9-D963-5396-63B3533F667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606408" y="2495961"/>
                  <a:ext cx="1994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346568A3-2E3D-B521-4F9F-BFA6697C7957}"/>
                    </a:ext>
                  </a:extLst>
                </p14:cNvPr>
                <p14:cNvContentPartPr/>
                <p14:nvPr/>
              </p14:nvContentPartPr>
              <p14:xfrm>
                <a:off x="10636288" y="2573001"/>
                <a:ext cx="174240" cy="2520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346568A3-2E3D-B521-4F9F-BFA6697C795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630168" y="2566881"/>
                  <a:ext cx="186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C1BEF067-9A15-017E-7B77-F8DF5E5CC367}"/>
                    </a:ext>
                  </a:extLst>
                </p14:cNvPr>
                <p14:cNvContentPartPr/>
                <p14:nvPr/>
              </p14:nvContentPartPr>
              <p14:xfrm>
                <a:off x="7756288" y="2917521"/>
                <a:ext cx="327240" cy="2340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C1BEF067-9A15-017E-7B77-F8DF5E5CC36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750168" y="2911401"/>
                  <a:ext cx="3394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91CDB289-6926-36A7-2D65-CBFA7FBFBC63}"/>
                    </a:ext>
                  </a:extLst>
                </p14:cNvPr>
                <p14:cNvContentPartPr/>
                <p14:nvPr/>
              </p14:nvContentPartPr>
              <p14:xfrm>
                <a:off x="7828288" y="2937681"/>
                <a:ext cx="78840" cy="30888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91CDB289-6926-36A7-2D65-CBFA7FBFBC6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22168" y="2931561"/>
                  <a:ext cx="910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2F63190B-6CAB-A141-1270-7467025FBBB0}"/>
                    </a:ext>
                  </a:extLst>
                </p14:cNvPr>
                <p14:cNvContentPartPr/>
                <p14:nvPr/>
              </p14:nvContentPartPr>
              <p14:xfrm>
                <a:off x="8163088" y="3116241"/>
                <a:ext cx="212400" cy="5004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2F63190B-6CAB-A141-1270-7467025FBBB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156968" y="3110121"/>
                  <a:ext cx="2246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B265C10C-F181-CCE4-5085-DFD6C1DEACDC}"/>
                    </a:ext>
                  </a:extLst>
                </p14:cNvPr>
                <p14:cNvContentPartPr/>
                <p14:nvPr/>
              </p14:nvContentPartPr>
              <p14:xfrm>
                <a:off x="8036008" y="3219921"/>
                <a:ext cx="327240" cy="2808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B265C10C-F181-CCE4-5085-DFD6C1DEACD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029888" y="3213801"/>
                  <a:ext cx="339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57DF4BEA-3205-8467-C5D9-B6DBBC447F71}"/>
                    </a:ext>
                  </a:extLst>
                </p14:cNvPr>
                <p14:cNvContentPartPr/>
                <p14:nvPr/>
              </p14:nvContentPartPr>
              <p14:xfrm>
                <a:off x="8804968" y="3007161"/>
                <a:ext cx="476640" cy="25560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57DF4BEA-3205-8467-C5D9-B6DBBC447F7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798848" y="3001041"/>
                  <a:ext cx="4888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66BB824A-0BF7-11F9-360D-54C8FE4B164F}"/>
                    </a:ext>
                  </a:extLst>
                </p14:cNvPr>
                <p14:cNvContentPartPr/>
                <p14:nvPr/>
              </p14:nvContentPartPr>
              <p14:xfrm>
                <a:off x="9293848" y="3093201"/>
                <a:ext cx="257040" cy="27360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66BB824A-0BF7-11F9-360D-54C8FE4B164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287728" y="3087081"/>
                  <a:ext cx="2692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F6DEF773-9535-F0B1-682D-42720E131ABD}"/>
                    </a:ext>
                  </a:extLst>
                </p14:cNvPr>
                <p14:cNvContentPartPr/>
                <p14:nvPr/>
              </p14:nvContentPartPr>
              <p14:xfrm>
                <a:off x="9584368" y="3168081"/>
                <a:ext cx="276480" cy="18504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F6DEF773-9535-F0B1-682D-42720E131AB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578248" y="3161961"/>
                  <a:ext cx="2887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0E1A75BB-14D7-E824-5A55-6109B55380A9}"/>
                    </a:ext>
                  </a:extLst>
                </p14:cNvPr>
                <p14:cNvContentPartPr/>
                <p14:nvPr/>
              </p14:nvContentPartPr>
              <p14:xfrm>
                <a:off x="10099528" y="3150081"/>
                <a:ext cx="246240" cy="22572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0E1A75BB-14D7-E824-5A55-6109B55380A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093408" y="3143961"/>
                  <a:ext cx="2584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E9873D0D-6BFC-EFC7-37EB-FEEC6DA68A55}"/>
                    </a:ext>
                  </a:extLst>
                </p14:cNvPr>
                <p14:cNvContentPartPr/>
                <p14:nvPr/>
              </p14:nvContentPartPr>
              <p14:xfrm>
                <a:off x="7568008" y="2699721"/>
                <a:ext cx="3336840" cy="86076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E9873D0D-6BFC-EFC7-37EB-FEEC6DA68A5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61888" y="2693601"/>
                  <a:ext cx="3349080" cy="87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CEE9BC48-7C72-C878-C27D-E9048549EA89}"/>
              </a:ext>
            </a:extLst>
          </p:cNvPr>
          <p:cNvGrpSpPr/>
          <p:nvPr/>
        </p:nvGrpSpPr>
        <p:grpSpPr>
          <a:xfrm>
            <a:off x="7812808" y="4381641"/>
            <a:ext cx="1028160" cy="266400"/>
            <a:chOff x="7812808" y="4381641"/>
            <a:chExt cx="1028160" cy="2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BCA54BD4-877A-923D-C9D2-3CA45A79D7C5}"/>
                    </a:ext>
                  </a:extLst>
                </p14:cNvPr>
                <p14:cNvContentPartPr/>
                <p14:nvPr/>
              </p14:nvContentPartPr>
              <p14:xfrm>
                <a:off x="7812808" y="4396761"/>
                <a:ext cx="404640" cy="23544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BCA54BD4-877A-923D-C9D2-3CA45A79D7C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06688" y="4390641"/>
                  <a:ext cx="416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F83D625A-0289-51D0-0518-7DECFFB5297F}"/>
                    </a:ext>
                  </a:extLst>
                </p14:cNvPr>
                <p14:cNvContentPartPr/>
                <p14:nvPr/>
              </p14:nvContentPartPr>
              <p14:xfrm>
                <a:off x="8258488" y="4381641"/>
                <a:ext cx="185040" cy="26640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F83D625A-0289-51D0-0518-7DECFFB5297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252368" y="4375521"/>
                  <a:ext cx="197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AD99C9F4-AD9B-ECBE-F57A-62DEAD369D0E}"/>
                    </a:ext>
                  </a:extLst>
                </p14:cNvPr>
                <p14:cNvContentPartPr/>
                <p14:nvPr/>
              </p14:nvContentPartPr>
              <p14:xfrm>
                <a:off x="8583928" y="4456161"/>
                <a:ext cx="257040" cy="16884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AD99C9F4-AD9B-ECBE-F57A-62DEAD369D0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577808" y="4450041"/>
                  <a:ext cx="269280" cy="18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32" name="Tinta 131">
                <a:extLst>
                  <a:ext uri="{FF2B5EF4-FFF2-40B4-BE49-F238E27FC236}">
                    <a16:creationId xmlns:a16="http://schemas.microsoft.com/office/drawing/2014/main" id="{C4C68358-4732-D2CE-C797-C15A7A45B68D}"/>
                  </a:ext>
                </a:extLst>
              </p14:cNvPr>
              <p14:cNvContentPartPr/>
              <p14:nvPr/>
            </p14:nvContentPartPr>
            <p14:xfrm>
              <a:off x="9037528" y="4455801"/>
              <a:ext cx="291960" cy="137160"/>
            </p14:xfrm>
          </p:contentPart>
        </mc:Choice>
        <mc:Fallback>
          <p:pic>
            <p:nvPicPr>
              <p:cNvPr id="132" name="Tinta 131">
                <a:extLst>
                  <a:ext uri="{FF2B5EF4-FFF2-40B4-BE49-F238E27FC236}">
                    <a16:creationId xmlns:a16="http://schemas.microsoft.com/office/drawing/2014/main" id="{C4C68358-4732-D2CE-C797-C15A7A45B68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031408" y="4449681"/>
                <a:ext cx="30420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33" name="Tinta 132">
                <a:extLst>
                  <a:ext uri="{FF2B5EF4-FFF2-40B4-BE49-F238E27FC236}">
                    <a16:creationId xmlns:a16="http://schemas.microsoft.com/office/drawing/2014/main" id="{B34CA812-97B9-A986-B510-95F6FE5C25AD}"/>
                  </a:ext>
                </a:extLst>
              </p14:cNvPr>
              <p14:cNvContentPartPr/>
              <p14:nvPr/>
            </p14:nvContentPartPr>
            <p14:xfrm>
              <a:off x="9131488" y="4481001"/>
              <a:ext cx="280080" cy="94680"/>
            </p14:xfrm>
          </p:contentPart>
        </mc:Choice>
        <mc:Fallback>
          <p:pic>
            <p:nvPicPr>
              <p:cNvPr id="133" name="Tinta 132">
                <a:extLst>
                  <a:ext uri="{FF2B5EF4-FFF2-40B4-BE49-F238E27FC236}">
                    <a16:creationId xmlns:a16="http://schemas.microsoft.com/office/drawing/2014/main" id="{B34CA812-97B9-A986-B510-95F6FE5C25A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125368" y="4474881"/>
                <a:ext cx="292320" cy="10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Agrupar 146">
            <a:extLst>
              <a:ext uri="{FF2B5EF4-FFF2-40B4-BE49-F238E27FC236}">
                <a16:creationId xmlns:a16="http://schemas.microsoft.com/office/drawing/2014/main" id="{4F6AF4E0-BE81-7D34-BB37-3A0FA1525542}"/>
              </a:ext>
            </a:extLst>
          </p:cNvPr>
          <p:cNvGrpSpPr/>
          <p:nvPr/>
        </p:nvGrpSpPr>
        <p:grpSpPr>
          <a:xfrm>
            <a:off x="9773368" y="4359681"/>
            <a:ext cx="2467440" cy="648720"/>
            <a:chOff x="9773368" y="4359681"/>
            <a:chExt cx="2467440" cy="64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C293E502-D2E2-EF74-79E7-1BC4B90BBAE3}"/>
                    </a:ext>
                  </a:extLst>
                </p14:cNvPr>
                <p14:cNvContentPartPr/>
                <p14:nvPr/>
              </p14:nvContentPartPr>
              <p14:xfrm>
                <a:off x="9773368" y="4418721"/>
                <a:ext cx="221400" cy="24120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C293E502-D2E2-EF74-79E7-1BC4B90BBAE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767248" y="4412601"/>
                  <a:ext cx="2336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FA72D0C4-3A03-91D6-F2E7-477630597359}"/>
                    </a:ext>
                  </a:extLst>
                </p14:cNvPr>
                <p14:cNvContentPartPr/>
                <p14:nvPr/>
              </p14:nvContentPartPr>
              <p14:xfrm>
                <a:off x="9982528" y="4441401"/>
                <a:ext cx="162720" cy="13824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FA72D0C4-3A03-91D6-F2E7-47763059735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976408" y="4435281"/>
                  <a:ext cx="1749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CC408AAA-C273-D429-DA46-F3D74E8F5642}"/>
                    </a:ext>
                  </a:extLst>
                </p14:cNvPr>
                <p14:cNvContentPartPr/>
                <p14:nvPr/>
              </p14:nvContentPartPr>
              <p14:xfrm>
                <a:off x="10308328" y="4518441"/>
                <a:ext cx="222480" cy="6264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CC408AAA-C273-D429-DA46-F3D74E8F564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302208" y="4512321"/>
                  <a:ext cx="2347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3562A260-F53A-AE67-D3FC-69EAEC8E62FD}"/>
                    </a:ext>
                  </a:extLst>
                </p14:cNvPr>
                <p14:cNvContentPartPr/>
                <p14:nvPr/>
              </p14:nvContentPartPr>
              <p14:xfrm>
                <a:off x="10379968" y="4426281"/>
                <a:ext cx="92160" cy="19584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3562A260-F53A-AE67-D3FC-69EAEC8E62F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373848" y="4420161"/>
                  <a:ext cx="1044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AEFEB4A5-7CF9-67C3-8451-F7B38FDAFD8F}"/>
                    </a:ext>
                  </a:extLst>
                </p14:cNvPr>
                <p14:cNvContentPartPr/>
                <p14:nvPr/>
              </p14:nvContentPartPr>
              <p14:xfrm>
                <a:off x="10727728" y="4387041"/>
                <a:ext cx="374400" cy="16884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AEFEB4A5-7CF9-67C3-8451-F7B38FDAFD8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721608" y="4380921"/>
                  <a:ext cx="386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D711CDB3-40DE-85DF-3400-93FEADE112E6}"/>
                    </a:ext>
                  </a:extLst>
                </p14:cNvPr>
                <p14:cNvContentPartPr/>
                <p14:nvPr/>
              </p14:nvContentPartPr>
              <p14:xfrm>
                <a:off x="11137048" y="4381641"/>
                <a:ext cx="279720" cy="15156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D711CDB3-40DE-85DF-3400-93FEADE112E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130928" y="4375521"/>
                  <a:ext cx="291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04C92E70-BEBA-3720-3055-60716D66FA37}"/>
                    </a:ext>
                  </a:extLst>
                </p14:cNvPr>
                <p14:cNvContentPartPr/>
                <p14:nvPr/>
              </p14:nvContentPartPr>
              <p14:xfrm>
                <a:off x="10822048" y="4612761"/>
                <a:ext cx="666000" cy="11952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04C92E70-BEBA-3720-3055-60716D66FA3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815928" y="4606641"/>
                  <a:ext cx="6782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57F6F96B-90C3-2664-2AF5-E680211AAAA9}"/>
                    </a:ext>
                  </a:extLst>
                </p14:cNvPr>
                <p14:cNvContentPartPr/>
                <p14:nvPr/>
              </p14:nvContentPartPr>
              <p14:xfrm>
                <a:off x="11033008" y="4773681"/>
                <a:ext cx="233640" cy="16488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57F6F96B-90C3-2664-2AF5-E680211AAAA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026888" y="4767561"/>
                  <a:ext cx="2458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9DA7D585-6972-F2CD-A066-75203AB5E31A}"/>
                    </a:ext>
                  </a:extLst>
                </p14:cNvPr>
                <p14:cNvContentPartPr/>
                <p14:nvPr/>
              </p14:nvContentPartPr>
              <p14:xfrm>
                <a:off x="11195368" y="4771161"/>
                <a:ext cx="269640" cy="16308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9DA7D585-6972-F2CD-A066-75203AB5E31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189248" y="4765041"/>
                  <a:ext cx="2818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F87935D9-8B2A-3780-3527-18B3D5753510}"/>
                    </a:ext>
                  </a:extLst>
                </p14:cNvPr>
                <p14:cNvContentPartPr/>
                <p14:nvPr/>
              </p14:nvContentPartPr>
              <p14:xfrm>
                <a:off x="11474008" y="4812201"/>
                <a:ext cx="223560" cy="19620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F87935D9-8B2A-3780-3527-18B3D575351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467888" y="4806081"/>
                  <a:ext cx="2358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DE625B77-C354-8513-1B56-88EA4D5927B1}"/>
                    </a:ext>
                  </a:extLst>
                </p14:cNvPr>
                <p14:cNvContentPartPr/>
                <p14:nvPr/>
              </p14:nvContentPartPr>
              <p14:xfrm>
                <a:off x="11888728" y="4359681"/>
                <a:ext cx="352080" cy="58788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DE625B77-C354-8513-1B56-88EA4D5927B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882608" y="4353561"/>
                  <a:ext cx="364320" cy="60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Agrupar 157">
            <a:extLst>
              <a:ext uri="{FF2B5EF4-FFF2-40B4-BE49-F238E27FC236}">
                <a16:creationId xmlns:a16="http://schemas.microsoft.com/office/drawing/2014/main" id="{E5F35179-3106-4C55-99A4-3288340218D6}"/>
              </a:ext>
            </a:extLst>
          </p:cNvPr>
          <p:cNvGrpSpPr/>
          <p:nvPr/>
        </p:nvGrpSpPr>
        <p:grpSpPr>
          <a:xfrm>
            <a:off x="8014768" y="5365521"/>
            <a:ext cx="1479240" cy="308160"/>
            <a:chOff x="8014768" y="5365521"/>
            <a:chExt cx="147924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446D22DA-32C2-2E8D-6191-6E8A52180E21}"/>
                    </a:ext>
                  </a:extLst>
                </p14:cNvPr>
                <p14:cNvContentPartPr/>
                <p14:nvPr/>
              </p14:nvContentPartPr>
              <p14:xfrm>
                <a:off x="8014768" y="5422041"/>
                <a:ext cx="381240" cy="20052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446D22DA-32C2-2E8D-6191-6E8A52180E2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008648" y="5415921"/>
                  <a:ext cx="3934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AFC72DF6-0233-E26C-3FDB-48BC24CB8802}"/>
                    </a:ext>
                  </a:extLst>
                </p14:cNvPr>
                <p14:cNvContentPartPr/>
                <p14:nvPr/>
              </p14:nvContentPartPr>
              <p14:xfrm>
                <a:off x="8548288" y="5365521"/>
                <a:ext cx="198720" cy="30816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AFC72DF6-0233-E26C-3FDB-48BC24CB880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542168" y="5359401"/>
                  <a:ext cx="2109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FA5AE5D2-EBB0-077C-A305-0A7256AC8209}"/>
                    </a:ext>
                  </a:extLst>
                </p14:cNvPr>
                <p14:cNvContentPartPr/>
                <p14:nvPr/>
              </p14:nvContentPartPr>
              <p14:xfrm>
                <a:off x="8850688" y="5447601"/>
                <a:ext cx="246960" cy="19728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FA5AE5D2-EBB0-077C-A305-0A7256AC820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844568" y="5441481"/>
                  <a:ext cx="259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5A663723-60E6-2A51-9E3B-D6EA37A27223}"/>
                    </a:ext>
                  </a:extLst>
                </p14:cNvPr>
                <p14:cNvContentPartPr/>
                <p14:nvPr/>
              </p14:nvContentPartPr>
              <p14:xfrm>
                <a:off x="9248848" y="5474241"/>
                <a:ext cx="245160" cy="14616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5A663723-60E6-2A51-9E3B-D6EA37A2722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242728" y="5468121"/>
                  <a:ext cx="2574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C686A5FB-C4CF-5C17-683B-DBFDE2C2F24B}"/>
                    </a:ext>
                  </a:extLst>
                </p14:cNvPr>
                <p14:cNvContentPartPr/>
                <p14:nvPr/>
              </p14:nvContentPartPr>
              <p14:xfrm>
                <a:off x="9249208" y="5482161"/>
                <a:ext cx="198000" cy="15372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C686A5FB-C4CF-5C17-683B-DBFDE2C2F24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243088" y="5476041"/>
                  <a:ext cx="21024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B7197ADE-28EA-2354-09EF-2A53A5F35217}"/>
              </a:ext>
            </a:extLst>
          </p:cNvPr>
          <p:cNvGrpSpPr/>
          <p:nvPr/>
        </p:nvGrpSpPr>
        <p:grpSpPr>
          <a:xfrm>
            <a:off x="10123648" y="5341041"/>
            <a:ext cx="1292760" cy="478440"/>
            <a:chOff x="10123648" y="5341041"/>
            <a:chExt cx="1292760" cy="47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1C75C096-1058-C005-D140-DFDA4BC1CADB}"/>
                    </a:ext>
                  </a:extLst>
                </p14:cNvPr>
                <p14:cNvContentPartPr/>
                <p14:nvPr/>
              </p14:nvContentPartPr>
              <p14:xfrm>
                <a:off x="10123648" y="5341041"/>
                <a:ext cx="56880" cy="31248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1C75C096-1058-C005-D140-DFDA4BC1CAD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117528" y="5334921"/>
                  <a:ext cx="691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F410B65F-4385-6D4F-C810-945C4F9462E1}"/>
                    </a:ext>
                  </a:extLst>
                </p14:cNvPr>
                <p14:cNvContentPartPr/>
                <p14:nvPr/>
              </p14:nvContentPartPr>
              <p14:xfrm>
                <a:off x="10192048" y="5630481"/>
                <a:ext cx="106200" cy="14688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F410B65F-4385-6D4F-C810-945C4F9462E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185928" y="5624361"/>
                  <a:ext cx="1184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7F286302-8754-43D7-928A-BDC88FE82415}"/>
                    </a:ext>
                  </a:extLst>
                </p14:cNvPr>
                <p14:cNvContentPartPr/>
                <p14:nvPr/>
              </p14:nvContentPartPr>
              <p14:xfrm>
                <a:off x="10544128" y="5419881"/>
                <a:ext cx="408240" cy="33444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7F286302-8754-43D7-928A-BDC88FE8241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538008" y="5413761"/>
                  <a:ext cx="4204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92212386-5FE0-A8BB-BE79-E12A1E21C9BC}"/>
                    </a:ext>
                  </a:extLst>
                </p14:cNvPr>
                <p14:cNvContentPartPr/>
                <p14:nvPr/>
              </p14:nvContentPartPr>
              <p14:xfrm>
                <a:off x="10845448" y="5469561"/>
                <a:ext cx="570960" cy="34992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92212386-5FE0-A8BB-BE79-E12A1E21C9B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839328" y="5463441"/>
                  <a:ext cx="583200" cy="36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Agrupar 161">
            <a:extLst>
              <a:ext uri="{FF2B5EF4-FFF2-40B4-BE49-F238E27FC236}">
                <a16:creationId xmlns:a16="http://schemas.microsoft.com/office/drawing/2014/main" id="{5499D689-C8D8-9E5F-75CD-643A20FFBF79}"/>
              </a:ext>
            </a:extLst>
          </p:cNvPr>
          <p:cNvGrpSpPr/>
          <p:nvPr/>
        </p:nvGrpSpPr>
        <p:grpSpPr>
          <a:xfrm>
            <a:off x="8710288" y="6009921"/>
            <a:ext cx="1166400" cy="405000"/>
            <a:chOff x="8710288" y="6009921"/>
            <a:chExt cx="1166400" cy="40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70A0A9AE-65AE-778A-4F9C-41DFF8136AAF}"/>
                    </a:ext>
                  </a:extLst>
                </p14:cNvPr>
                <p14:cNvContentPartPr/>
                <p14:nvPr/>
              </p14:nvContentPartPr>
              <p14:xfrm>
                <a:off x="8710288" y="6009921"/>
                <a:ext cx="303840" cy="36756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70A0A9AE-65AE-778A-4F9C-41DFF8136AA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704168" y="6003801"/>
                  <a:ext cx="3160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20F27328-888D-6B9F-FD14-BC2029CF9890}"/>
                    </a:ext>
                  </a:extLst>
                </p14:cNvPr>
                <p14:cNvContentPartPr/>
                <p14:nvPr/>
              </p14:nvContentPartPr>
              <p14:xfrm>
                <a:off x="8991448" y="6074361"/>
                <a:ext cx="431280" cy="27972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20F27328-888D-6B9F-FD14-BC2029CF989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985328" y="6068241"/>
                  <a:ext cx="4435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C9AF8B10-24F9-C477-A28F-F0B3ABA261C0}"/>
                    </a:ext>
                  </a:extLst>
                </p14:cNvPr>
                <p14:cNvContentPartPr/>
                <p14:nvPr/>
              </p14:nvContentPartPr>
              <p14:xfrm>
                <a:off x="9364408" y="6096321"/>
                <a:ext cx="512280" cy="31860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C9AF8B10-24F9-C477-A28F-F0B3ABA261C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358288" y="6090201"/>
                  <a:ext cx="524520" cy="330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04673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19A58-8E97-2CD7-6D55-09145DBC0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9E22CE-DE70-72AC-3920-AFF6B3F73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1F5AD9E6-EC0C-950D-1E20-130A11B4BBD6}"/>
              </a:ext>
            </a:extLst>
          </p:cNvPr>
          <p:cNvGrpSpPr/>
          <p:nvPr/>
        </p:nvGrpSpPr>
        <p:grpSpPr>
          <a:xfrm>
            <a:off x="1917808" y="2535921"/>
            <a:ext cx="3844440" cy="994320"/>
            <a:chOff x="1917808" y="2535921"/>
            <a:chExt cx="3844440" cy="99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65F43A91-E354-FF9B-7454-478E316B0A24}"/>
                    </a:ext>
                  </a:extLst>
                </p14:cNvPr>
                <p14:cNvContentPartPr/>
                <p14:nvPr/>
              </p14:nvContentPartPr>
              <p14:xfrm>
                <a:off x="2241088" y="2920041"/>
                <a:ext cx="616320" cy="60696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65F43A91-E354-FF9B-7454-478E316B0A2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34968" y="2913921"/>
                  <a:ext cx="62856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B1587575-7106-4CFF-C239-D4FB2BC842C1}"/>
                    </a:ext>
                  </a:extLst>
                </p14:cNvPr>
                <p14:cNvContentPartPr/>
                <p14:nvPr/>
              </p14:nvContentPartPr>
              <p14:xfrm>
                <a:off x="2577328" y="3143241"/>
                <a:ext cx="360360" cy="19044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B1587575-7106-4CFF-C239-D4FB2BC842C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71208" y="3137121"/>
                  <a:ext cx="3726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F83128E9-56C8-C43C-6993-22A11959EEAE}"/>
                    </a:ext>
                  </a:extLst>
                </p14:cNvPr>
                <p14:cNvContentPartPr/>
                <p14:nvPr/>
              </p14:nvContentPartPr>
              <p14:xfrm>
                <a:off x="1917808" y="2754801"/>
                <a:ext cx="568080" cy="69516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F83128E9-56C8-C43C-6993-22A11959EE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11688" y="2748681"/>
                  <a:ext cx="580320" cy="70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3CBBA726-43C9-E36A-510A-7295243A10FC}"/>
                    </a:ext>
                  </a:extLst>
                </p14:cNvPr>
                <p14:cNvContentPartPr/>
                <p14:nvPr/>
              </p14:nvContentPartPr>
              <p14:xfrm>
                <a:off x="3219208" y="2756601"/>
                <a:ext cx="276120" cy="77364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3CBBA726-43C9-E36A-510A-7295243A10F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13088" y="2750481"/>
                  <a:ext cx="288360" cy="78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C1DB99D2-51D8-7C55-0ECD-FADC8E8C200D}"/>
                    </a:ext>
                  </a:extLst>
                </p14:cNvPr>
                <p14:cNvContentPartPr/>
                <p14:nvPr/>
              </p14:nvContentPartPr>
              <p14:xfrm>
                <a:off x="3557608" y="2600001"/>
                <a:ext cx="291960" cy="26964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C1DB99D2-51D8-7C55-0ECD-FADC8E8C200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51488" y="2593881"/>
                  <a:ext cx="3042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A64C2F4A-9059-E7B5-E1F6-26CB9CA58B6C}"/>
                    </a:ext>
                  </a:extLst>
                </p14:cNvPr>
                <p14:cNvContentPartPr/>
                <p14:nvPr/>
              </p14:nvContentPartPr>
              <p14:xfrm>
                <a:off x="4128568" y="3065841"/>
                <a:ext cx="362880" cy="2304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A64C2F4A-9059-E7B5-E1F6-26CB9CA58B6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22448" y="3059721"/>
                  <a:ext cx="375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CC54F5B2-FC0C-2671-7DF6-698FF327D04E}"/>
                    </a:ext>
                  </a:extLst>
                </p14:cNvPr>
                <p14:cNvContentPartPr/>
                <p14:nvPr/>
              </p14:nvContentPartPr>
              <p14:xfrm>
                <a:off x="4164208" y="3130641"/>
                <a:ext cx="421200" cy="1764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CC54F5B2-FC0C-2671-7DF6-698FF327D04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58088" y="3124521"/>
                  <a:ext cx="433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C71AEAEC-09AF-BA56-B742-AF34E5297F25}"/>
                    </a:ext>
                  </a:extLst>
                </p14:cNvPr>
                <p14:cNvContentPartPr/>
                <p14:nvPr/>
              </p14:nvContentPartPr>
              <p14:xfrm>
                <a:off x="2146768" y="3120921"/>
                <a:ext cx="139680" cy="16884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C71AEAEC-09AF-BA56-B742-AF34E5297F2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40648" y="3114801"/>
                  <a:ext cx="1519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BE945FC4-5DDA-8691-BD73-E229C1E5A151}"/>
                    </a:ext>
                  </a:extLst>
                </p14:cNvPr>
                <p14:cNvContentPartPr/>
                <p14:nvPr/>
              </p14:nvContentPartPr>
              <p14:xfrm>
                <a:off x="2206888" y="2952441"/>
                <a:ext cx="208440" cy="37800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BE945FC4-5DDA-8691-BD73-E229C1E5A15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00768" y="2946321"/>
                  <a:ext cx="2206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6A37E878-A0F6-3686-EB9E-C1BF0CFEA613}"/>
                    </a:ext>
                  </a:extLst>
                </p14:cNvPr>
                <p14:cNvContentPartPr/>
                <p14:nvPr/>
              </p14:nvContentPartPr>
              <p14:xfrm>
                <a:off x="3710608" y="2535921"/>
                <a:ext cx="138960" cy="26604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6A37E878-A0F6-3686-EB9E-C1BF0CFEA61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04488" y="2529801"/>
                  <a:ext cx="1512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16074F95-D131-F60A-3430-5DA7CCE2BF99}"/>
                    </a:ext>
                  </a:extLst>
                </p14:cNvPr>
                <p14:cNvContentPartPr/>
                <p14:nvPr/>
              </p14:nvContentPartPr>
              <p14:xfrm>
                <a:off x="4818688" y="2875401"/>
                <a:ext cx="513000" cy="23256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16074F95-D131-F60A-3430-5DA7CCE2BF9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12568" y="2869281"/>
                  <a:ext cx="5252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7E727CBC-8EBD-1AA6-0343-2E422AB6ABD9}"/>
                    </a:ext>
                  </a:extLst>
                </p14:cNvPr>
                <p14:cNvContentPartPr/>
                <p14:nvPr/>
              </p14:nvContentPartPr>
              <p14:xfrm>
                <a:off x="4794208" y="2723121"/>
                <a:ext cx="968040" cy="53964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7E727CBC-8EBD-1AA6-0343-2E422AB6AB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88088" y="2717001"/>
                  <a:ext cx="980280" cy="55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7FEDB4A6-1D37-A86F-02D0-DD700F8B69B7}"/>
              </a:ext>
            </a:extLst>
          </p:cNvPr>
          <p:cNvGrpSpPr/>
          <p:nvPr/>
        </p:nvGrpSpPr>
        <p:grpSpPr>
          <a:xfrm>
            <a:off x="6895528" y="2042721"/>
            <a:ext cx="1244880" cy="412200"/>
            <a:chOff x="6895528" y="2042721"/>
            <a:chExt cx="1244880" cy="41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E2052C4D-51FD-BF05-10E2-6926C61CEDC7}"/>
                    </a:ext>
                  </a:extLst>
                </p14:cNvPr>
                <p14:cNvContentPartPr/>
                <p14:nvPr/>
              </p14:nvContentPartPr>
              <p14:xfrm>
                <a:off x="6895528" y="2042721"/>
                <a:ext cx="511920" cy="36684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E2052C4D-51FD-BF05-10E2-6926C61CEDC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89408" y="2036601"/>
                  <a:ext cx="5241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7FE6044A-34BD-2B8F-4299-C799984A2246}"/>
                    </a:ext>
                  </a:extLst>
                </p14:cNvPr>
                <p14:cNvContentPartPr/>
                <p14:nvPr/>
              </p14:nvContentPartPr>
              <p14:xfrm>
                <a:off x="7627048" y="2278881"/>
                <a:ext cx="513360" cy="17604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7FE6044A-34BD-2B8F-4299-C799984A224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20928" y="2272761"/>
                  <a:ext cx="525600" cy="18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6A659803-E608-8A8E-F318-B81DA487B7F0}"/>
                  </a:ext>
                </a:extLst>
              </p14:cNvPr>
              <p14:cNvContentPartPr/>
              <p14:nvPr/>
            </p14:nvContentPartPr>
            <p14:xfrm>
              <a:off x="7276768" y="1968561"/>
              <a:ext cx="47520" cy="10080"/>
            </p14:xfrm>
          </p:contentPart>
        </mc:Choice>
        <mc:Fallback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6A659803-E608-8A8E-F318-B81DA487B7F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270648" y="1962441"/>
                <a:ext cx="5976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F1931A3E-E688-DFF3-39DB-850EB5BC7094}"/>
                  </a:ext>
                </a:extLst>
              </p14:cNvPr>
              <p14:cNvContentPartPr/>
              <p14:nvPr/>
            </p14:nvContentPartPr>
            <p14:xfrm>
              <a:off x="6972928" y="3157641"/>
              <a:ext cx="386640" cy="306360"/>
            </p14:xfrm>
          </p:contentPart>
        </mc:Choice>
        <mc:Fallback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F1931A3E-E688-DFF3-39DB-850EB5BC709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966808" y="3151521"/>
                <a:ext cx="39888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EB325277-2443-ED11-620B-E5A2BF8203AE}"/>
                  </a:ext>
                </a:extLst>
              </p14:cNvPr>
              <p14:cNvContentPartPr/>
              <p14:nvPr/>
            </p14:nvContentPartPr>
            <p14:xfrm>
              <a:off x="6881488" y="2977641"/>
              <a:ext cx="675720" cy="603720"/>
            </p14:xfrm>
          </p:contentPart>
        </mc:Choice>
        <mc:Fallback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EB325277-2443-ED11-620B-E5A2BF8203A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875368" y="2971521"/>
                <a:ext cx="687960" cy="61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Agrupar 32">
            <a:extLst>
              <a:ext uri="{FF2B5EF4-FFF2-40B4-BE49-F238E27FC236}">
                <a16:creationId xmlns:a16="http://schemas.microsoft.com/office/drawing/2014/main" id="{94533697-367A-3666-168E-799A96BEA276}"/>
              </a:ext>
            </a:extLst>
          </p:cNvPr>
          <p:cNvGrpSpPr/>
          <p:nvPr/>
        </p:nvGrpSpPr>
        <p:grpSpPr>
          <a:xfrm>
            <a:off x="7836208" y="3210201"/>
            <a:ext cx="176760" cy="227880"/>
            <a:chOff x="7836208" y="3210201"/>
            <a:chExt cx="176760" cy="2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FAAD5169-38AF-5999-F4B4-3EE6AFEB3C5C}"/>
                    </a:ext>
                  </a:extLst>
                </p14:cNvPr>
                <p14:cNvContentPartPr/>
                <p14:nvPr/>
              </p14:nvContentPartPr>
              <p14:xfrm>
                <a:off x="7836208" y="3344841"/>
                <a:ext cx="176760" cy="4356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FAAD5169-38AF-5999-F4B4-3EE6AFEB3C5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30088" y="3338721"/>
                  <a:ext cx="189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D228C98A-C86D-A0DF-36D1-A7662A2F93F7}"/>
                    </a:ext>
                  </a:extLst>
                </p14:cNvPr>
                <p14:cNvContentPartPr/>
                <p14:nvPr/>
              </p14:nvContentPartPr>
              <p14:xfrm>
                <a:off x="7953928" y="3210201"/>
                <a:ext cx="47520" cy="22788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D228C98A-C86D-A0DF-36D1-A7662A2F93F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47808" y="3204081"/>
                  <a:ext cx="59760" cy="24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5AF8FC60-22CF-B3E1-E79B-E72F76ADB265}"/>
              </a:ext>
            </a:extLst>
          </p:cNvPr>
          <p:cNvGrpSpPr/>
          <p:nvPr/>
        </p:nvGrpSpPr>
        <p:grpSpPr>
          <a:xfrm>
            <a:off x="8710648" y="3087441"/>
            <a:ext cx="1665360" cy="479520"/>
            <a:chOff x="8710648" y="3087441"/>
            <a:chExt cx="1665360" cy="47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E31D40F3-0EBA-BB27-0D6E-89AD049CB2B4}"/>
                    </a:ext>
                  </a:extLst>
                </p14:cNvPr>
                <p14:cNvContentPartPr/>
                <p14:nvPr/>
              </p14:nvContentPartPr>
              <p14:xfrm>
                <a:off x="8710648" y="3087441"/>
                <a:ext cx="293040" cy="30132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E31D40F3-0EBA-BB27-0D6E-89AD049CB2B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04528" y="3081321"/>
                  <a:ext cx="3052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9A7BBB59-DFD7-C9CA-00D8-926974D6B534}"/>
                    </a:ext>
                  </a:extLst>
                </p14:cNvPr>
                <p14:cNvContentPartPr/>
                <p14:nvPr/>
              </p14:nvContentPartPr>
              <p14:xfrm>
                <a:off x="9190168" y="3249801"/>
                <a:ext cx="205920" cy="22356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9A7BBB59-DFD7-C9CA-00D8-926974D6B53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84048" y="3243681"/>
                  <a:ext cx="2181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DCF2F5C3-0890-FC4F-FFE9-DA271A4D911B}"/>
                    </a:ext>
                  </a:extLst>
                </p14:cNvPr>
                <p14:cNvContentPartPr/>
                <p14:nvPr/>
              </p14:nvContentPartPr>
              <p14:xfrm>
                <a:off x="9190528" y="3301281"/>
                <a:ext cx="362520" cy="11952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DCF2F5C3-0890-FC4F-FFE9-DA271A4D911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184408" y="3295161"/>
                  <a:ext cx="3747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B1AE675C-963F-16BA-1E19-BBB426226BA9}"/>
                    </a:ext>
                  </a:extLst>
                </p14:cNvPr>
                <p14:cNvContentPartPr/>
                <p14:nvPr/>
              </p14:nvContentPartPr>
              <p14:xfrm>
                <a:off x="9742408" y="3147921"/>
                <a:ext cx="391320" cy="26712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B1AE675C-963F-16BA-1E19-BBB426226B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736288" y="3141801"/>
                  <a:ext cx="4035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28A8227B-A3CF-4D11-F5C1-CF33A367A02F}"/>
                    </a:ext>
                  </a:extLst>
                </p14:cNvPr>
                <p14:cNvContentPartPr/>
                <p14:nvPr/>
              </p14:nvContentPartPr>
              <p14:xfrm>
                <a:off x="9911968" y="3177081"/>
                <a:ext cx="464040" cy="21672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28A8227B-A3CF-4D11-F5C1-CF33A367A02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05848" y="3170961"/>
                  <a:ext cx="476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3D0F510A-AE1F-F834-F1B7-7FC0B239C143}"/>
                    </a:ext>
                  </a:extLst>
                </p14:cNvPr>
                <p14:cNvContentPartPr/>
                <p14:nvPr/>
              </p14:nvContentPartPr>
              <p14:xfrm>
                <a:off x="9796768" y="3480201"/>
                <a:ext cx="548640" cy="867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3D0F510A-AE1F-F834-F1B7-7FC0B239C14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90648" y="3474081"/>
                  <a:ext cx="56088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C410A04B-EA61-940D-AEC3-1E99B3184CC8}"/>
              </a:ext>
            </a:extLst>
          </p:cNvPr>
          <p:cNvGrpSpPr/>
          <p:nvPr/>
        </p:nvGrpSpPr>
        <p:grpSpPr>
          <a:xfrm>
            <a:off x="9808648" y="3700881"/>
            <a:ext cx="765360" cy="212760"/>
            <a:chOff x="9808648" y="3700881"/>
            <a:chExt cx="765360" cy="21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4FFEA6B3-224C-CBA8-6D37-80AFFD77BE53}"/>
                    </a:ext>
                  </a:extLst>
                </p14:cNvPr>
                <p14:cNvContentPartPr/>
                <p14:nvPr/>
              </p14:nvContentPartPr>
              <p14:xfrm>
                <a:off x="9808648" y="3700881"/>
                <a:ext cx="103680" cy="20556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4FFEA6B3-224C-CBA8-6D37-80AFFD77BE5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02528" y="3694761"/>
                  <a:ext cx="1159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5889F1D7-9B34-BD3D-7CEB-4B722D7EDD67}"/>
                    </a:ext>
                  </a:extLst>
                </p14:cNvPr>
                <p14:cNvContentPartPr/>
                <p14:nvPr/>
              </p14:nvContentPartPr>
              <p14:xfrm>
                <a:off x="10075768" y="3708801"/>
                <a:ext cx="170640" cy="20484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5889F1D7-9B34-BD3D-7CEB-4B722D7EDD6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69648" y="3702681"/>
                  <a:ext cx="182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21FF1D63-3CCB-42D0-7039-8931D35C7E18}"/>
                    </a:ext>
                  </a:extLst>
                </p14:cNvPr>
                <p14:cNvContentPartPr/>
                <p14:nvPr/>
              </p14:nvContentPartPr>
              <p14:xfrm>
                <a:off x="10343608" y="3760281"/>
                <a:ext cx="230400" cy="14760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21FF1D63-3CCB-42D0-7039-8931D35C7E1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37488" y="3754161"/>
                  <a:ext cx="24264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7B543302-7B68-0414-6463-692835F46C82}"/>
                  </a:ext>
                </a:extLst>
              </p14:cNvPr>
              <p14:cNvContentPartPr/>
              <p14:nvPr/>
            </p14:nvContentPartPr>
            <p14:xfrm>
              <a:off x="7417528" y="4052241"/>
              <a:ext cx="426600" cy="232560"/>
            </p14:xfrm>
          </p:contentPart>
        </mc:Choice>
        <mc:Fallback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7B543302-7B68-0414-6463-692835F46C8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411408" y="4046121"/>
                <a:ext cx="438840" cy="24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Agrupar 44">
            <a:extLst>
              <a:ext uri="{FF2B5EF4-FFF2-40B4-BE49-F238E27FC236}">
                <a16:creationId xmlns:a16="http://schemas.microsoft.com/office/drawing/2014/main" id="{DE2DE83D-3E86-366A-6A62-0270A9EB39DB}"/>
              </a:ext>
            </a:extLst>
          </p:cNvPr>
          <p:cNvGrpSpPr/>
          <p:nvPr/>
        </p:nvGrpSpPr>
        <p:grpSpPr>
          <a:xfrm>
            <a:off x="8362888" y="4007961"/>
            <a:ext cx="501120" cy="307080"/>
            <a:chOff x="8362888" y="4007961"/>
            <a:chExt cx="501120" cy="3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DFBC30A9-F0F5-E363-5707-1AD4DD7A3F7C}"/>
                    </a:ext>
                  </a:extLst>
                </p14:cNvPr>
                <p14:cNvContentPartPr/>
                <p14:nvPr/>
              </p14:nvContentPartPr>
              <p14:xfrm>
                <a:off x="8362888" y="4109841"/>
                <a:ext cx="501120" cy="2232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DFBC30A9-F0F5-E363-5707-1AD4DD7A3F7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56768" y="4103721"/>
                  <a:ext cx="5133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F7AAE596-08E2-0DC5-070B-8F4091B46598}"/>
                    </a:ext>
                  </a:extLst>
                </p14:cNvPr>
                <p14:cNvContentPartPr/>
                <p14:nvPr/>
              </p14:nvContentPartPr>
              <p14:xfrm>
                <a:off x="8572048" y="4007961"/>
                <a:ext cx="23760" cy="30708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F7AAE596-08E2-0DC5-070B-8F4091B4659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65928" y="4001841"/>
                  <a:ext cx="36000" cy="31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971F2805-DD03-0745-2A16-AD588257FAC8}"/>
                  </a:ext>
                </a:extLst>
              </p14:cNvPr>
              <p14:cNvContentPartPr/>
              <p14:nvPr/>
            </p14:nvContentPartPr>
            <p14:xfrm>
              <a:off x="9131488" y="4272921"/>
              <a:ext cx="280440" cy="206640"/>
            </p14:xfrm>
          </p:contentPart>
        </mc:Choice>
        <mc:Fallback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971F2805-DD03-0745-2A16-AD588257FAC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125368" y="4266801"/>
                <a:ext cx="292680" cy="21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Agrupar 48">
            <a:extLst>
              <a:ext uri="{FF2B5EF4-FFF2-40B4-BE49-F238E27FC236}">
                <a16:creationId xmlns:a16="http://schemas.microsoft.com/office/drawing/2014/main" id="{9CAE6995-3AA3-7AA8-4DAC-6A7666BADFED}"/>
              </a:ext>
            </a:extLst>
          </p:cNvPr>
          <p:cNvGrpSpPr/>
          <p:nvPr/>
        </p:nvGrpSpPr>
        <p:grpSpPr>
          <a:xfrm>
            <a:off x="7812808" y="4828041"/>
            <a:ext cx="1220400" cy="717840"/>
            <a:chOff x="7812808" y="4828041"/>
            <a:chExt cx="1220400" cy="71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C4499611-E8B5-96E9-B713-68FBAD9B7026}"/>
                    </a:ext>
                  </a:extLst>
                </p14:cNvPr>
                <p14:cNvContentPartPr/>
                <p14:nvPr/>
              </p14:nvContentPartPr>
              <p14:xfrm>
                <a:off x="7824688" y="5006241"/>
                <a:ext cx="571320" cy="20592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C4499611-E8B5-96E9-B713-68FBAD9B702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18568" y="5000121"/>
                  <a:ext cx="5835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FE1D65B6-1FD5-768E-77B8-5E5DE6BB8849}"/>
                    </a:ext>
                  </a:extLst>
                </p14:cNvPr>
                <p14:cNvContentPartPr/>
                <p14:nvPr/>
              </p14:nvContentPartPr>
              <p14:xfrm>
                <a:off x="7812808" y="4828041"/>
                <a:ext cx="1220400" cy="71784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FE1D65B6-1FD5-768E-77B8-5E5DE6BB884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06688" y="4821921"/>
                  <a:ext cx="1232640" cy="73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0" name="Tinta 69">
                <a:extLst>
                  <a:ext uri="{FF2B5EF4-FFF2-40B4-BE49-F238E27FC236}">
                    <a16:creationId xmlns:a16="http://schemas.microsoft.com/office/drawing/2014/main" id="{61CC8045-CD1A-F3A0-13DB-A475FA9BAF56}"/>
                  </a:ext>
                </a:extLst>
              </p14:cNvPr>
              <p14:cNvContentPartPr/>
              <p14:nvPr/>
            </p14:nvContentPartPr>
            <p14:xfrm>
              <a:off x="3002128" y="4841721"/>
              <a:ext cx="614880" cy="648360"/>
            </p14:xfrm>
          </p:contentPart>
        </mc:Choice>
        <mc:Fallback>
          <p:pic>
            <p:nvPicPr>
              <p:cNvPr id="70" name="Tinta 69">
                <a:extLst>
                  <a:ext uri="{FF2B5EF4-FFF2-40B4-BE49-F238E27FC236}">
                    <a16:creationId xmlns:a16="http://schemas.microsoft.com/office/drawing/2014/main" id="{61CC8045-CD1A-F3A0-13DB-A475FA9BAF5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996008" y="4835601"/>
                <a:ext cx="627120" cy="66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2" name="Tinta 71">
                <a:extLst>
                  <a:ext uri="{FF2B5EF4-FFF2-40B4-BE49-F238E27FC236}">
                    <a16:creationId xmlns:a16="http://schemas.microsoft.com/office/drawing/2014/main" id="{DFA33703-5D56-FFD7-6068-7FF771882980}"/>
                  </a:ext>
                </a:extLst>
              </p14:cNvPr>
              <p14:cNvContentPartPr/>
              <p14:nvPr/>
            </p14:nvContentPartPr>
            <p14:xfrm>
              <a:off x="3450688" y="4962321"/>
              <a:ext cx="1427040" cy="527400"/>
            </p14:xfrm>
          </p:contentPart>
        </mc:Choice>
        <mc:Fallback>
          <p:pic>
            <p:nvPicPr>
              <p:cNvPr id="72" name="Tinta 71">
                <a:extLst>
                  <a:ext uri="{FF2B5EF4-FFF2-40B4-BE49-F238E27FC236}">
                    <a16:creationId xmlns:a16="http://schemas.microsoft.com/office/drawing/2014/main" id="{DFA33703-5D56-FFD7-6068-7FF77188298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444568" y="4956201"/>
                <a:ext cx="1439280" cy="5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B4F0F45D-F986-1B1B-1C58-52183804F132}"/>
                  </a:ext>
                </a:extLst>
              </p14:cNvPr>
              <p14:cNvContentPartPr/>
              <p14:nvPr/>
            </p14:nvContentPartPr>
            <p14:xfrm>
              <a:off x="3383728" y="5816961"/>
              <a:ext cx="23760" cy="4680"/>
            </p14:xfrm>
          </p:contentPart>
        </mc:Choice>
        <mc:Fallback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B4F0F45D-F986-1B1B-1C58-52183804F13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377608" y="5810841"/>
                <a:ext cx="36000" cy="1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Agrupar 76">
            <a:extLst>
              <a:ext uri="{FF2B5EF4-FFF2-40B4-BE49-F238E27FC236}">
                <a16:creationId xmlns:a16="http://schemas.microsoft.com/office/drawing/2014/main" id="{2328FBF1-B63A-185E-C404-B8194A8DE5C4}"/>
              </a:ext>
            </a:extLst>
          </p:cNvPr>
          <p:cNvGrpSpPr/>
          <p:nvPr/>
        </p:nvGrpSpPr>
        <p:grpSpPr>
          <a:xfrm>
            <a:off x="1902328" y="4917321"/>
            <a:ext cx="3545280" cy="1380240"/>
            <a:chOff x="1902328" y="4917321"/>
            <a:chExt cx="3545280" cy="138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BE78C151-A0C7-2959-EAAF-D7B75E55483F}"/>
                    </a:ext>
                  </a:extLst>
                </p14:cNvPr>
                <p14:cNvContentPartPr/>
                <p14:nvPr/>
              </p14:nvContentPartPr>
              <p14:xfrm>
                <a:off x="1902328" y="5038281"/>
                <a:ext cx="370440" cy="29988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BE78C151-A0C7-2959-EAAF-D7B75E55483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96208" y="5032161"/>
                  <a:ext cx="3826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7385B00C-E6CC-EEA0-5F19-5181175C6CAF}"/>
                    </a:ext>
                  </a:extLst>
                </p14:cNvPr>
                <p14:cNvContentPartPr/>
                <p14:nvPr/>
              </p14:nvContentPartPr>
              <p14:xfrm>
                <a:off x="2729248" y="5015961"/>
                <a:ext cx="149760" cy="32292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7385B00C-E6CC-EEA0-5F19-5181175C6CA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723128" y="5009841"/>
                  <a:ext cx="1620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7884041E-84FE-38DE-5703-6F5F4FF7D024}"/>
                    </a:ext>
                  </a:extLst>
                </p14:cNvPr>
                <p14:cNvContentPartPr/>
                <p14:nvPr/>
              </p14:nvContentPartPr>
              <p14:xfrm>
                <a:off x="3091768" y="5130441"/>
                <a:ext cx="245160" cy="29736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7884041E-84FE-38DE-5703-6F5F4FF7D02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85648" y="5124321"/>
                  <a:ext cx="2574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8E333019-9144-515D-7984-DF91D5D20B15}"/>
                    </a:ext>
                  </a:extLst>
                </p14:cNvPr>
                <p14:cNvContentPartPr/>
                <p14:nvPr/>
              </p14:nvContentPartPr>
              <p14:xfrm>
                <a:off x="3569488" y="5310801"/>
                <a:ext cx="315720" cy="3204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8E333019-9144-515D-7984-DF91D5D20B1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563368" y="5304681"/>
                  <a:ext cx="3279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7949A1DA-F139-FA4D-55A5-14192D73197F}"/>
                    </a:ext>
                  </a:extLst>
                </p14:cNvPr>
                <p14:cNvContentPartPr/>
                <p14:nvPr/>
              </p14:nvContentPartPr>
              <p14:xfrm>
                <a:off x="3604768" y="5177601"/>
                <a:ext cx="138960" cy="23760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7949A1DA-F139-FA4D-55A5-14192D73197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98648" y="5171481"/>
                  <a:ext cx="1512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8AEE01B9-8175-789E-978B-BB553B0539F8}"/>
                    </a:ext>
                  </a:extLst>
                </p14:cNvPr>
                <p14:cNvContentPartPr/>
                <p14:nvPr/>
              </p14:nvContentPartPr>
              <p14:xfrm>
                <a:off x="4211368" y="5192001"/>
                <a:ext cx="419400" cy="28332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8AEE01B9-8175-789E-978B-BB553B0539F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04888" y="5185881"/>
                  <a:ext cx="4316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6D44A436-92E0-7DAF-1E01-0B8627093E60}"/>
                    </a:ext>
                  </a:extLst>
                </p14:cNvPr>
                <p14:cNvContentPartPr/>
                <p14:nvPr/>
              </p14:nvContentPartPr>
              <p14:xfrm>
                <a:off x="4770808" y="4917321"/>
                <a:ext cx="488520" cy="62244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6D44A436-92E0-7DAF-1E01-0B8627093E6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764688" y="4911201"/>
                  <a:ext cx="50076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A7B0ABFD-FD4B-D356-85CD-D29F4EA0CD61}"/>
                    </a:ext>
                  </a:extLst>
                </p14:cNvPr>
                <p14:cNvContentPartPr/>
                <p14:nvPr/>
              </p14:nvContentPartPr>
              <p14:xfrm>
                <a:off x="2105368" y="5699961"/>
                <a:ext cx="311040" cy="24552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A7B0ABFD-FD4B-D356-85CD-D29F4EA0CD6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099248" y="5693841"/>
                  <a:ext cx="3232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D3A550AA-1424-1C52-4600-ACBCDFC68407}"/>
                    </a:ext>
                  </a:extLst>
                </p14:cNvPr>
                <p14:cNvContentPartPr/>
                <p14:nvPr/>
              </p14:nvContentPartPr>
              <p14:xfrm>
                <a:off x="2706928" y="5584041"/>
                <a:ext cx="279720" cy="33732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D3A550AA-1424-1C52-4600-ACBCDFC6840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700808" y="5577921"/>
                  <a:ext cx="2919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63F4FD62-9607-8644-3A85-131BC5ABD3C7}"/>
                    </a:ext>
                  </a:extLst>
                </p14:cNvPr>
                <p14:cNvContentPartPr/>
                <p14:nvPr/>
              </p14:nvContentPartPr>
              <p14:xfrm>
                <a:off x="3160168" y="5694921"/>
                <a:ext cx="223920" cy="21132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63F4FD62-9607-8644-3A85-131BC5ABD3C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54048" y="5688801"/>
                  <a:ext cx="2361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2CE783BD-CAE0-0DEB-73DD-23703CD8F499}"/>
                    </a:ext>
                  </a:extLst>
                </p14:cNvPr>
                <p14:cNvContentPartPr/>
                <p14:nvPr/>
              </p14:nvContentPartPr>
              <p14:xfrm>
                <a:off x="3536008" y="5754681"/>
                <a:ext cx="360360" cy="18612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2CE783BD-CAE0-0DEB-73DD-23703CD8F49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29888" y="5748561"/>
                  <a:ext cx="372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5F2080E5-3995-3950-AAA1-2D4CA87E57C8}"/>
                    </a:ext>
                  </a:extLst>
                </p14:cNvPr>
                <p14:cNvContentPartPr/>
                <p14:nvPr/>
              </p14:nvContentPartPr>
              <p14:xfrm>
                <a:off x="4164208" y="5744961"/>
                <a:ext cx="280080" cy="20844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5F2080E5-3995-3950-AAA1-2D4CA87E57C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58088" y="5738841"/>
                  <a:ext cx="2923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2E07F93D-958A-F958-7821-9AD6EB812AF9}"/>
                    </a:ext>
                  </a:extLst>
                </p14:cNvPr>
                <p14:cNvContentPartPr/>
                <p14:nvPr/>
              </p14:nvContentPartPr>
              <p14:xfrm>
                <a:off x="4491448" y="5740641"/>
                <a:ext cx="303120" cy="17676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2E07F93D-958A-F958-7821-9AD6EB812AF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485328" y="5734521"/>
                  <a:ext cx="315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BBC2A230-8C76-9A91-1034-5C26B4E61F6F}"/>
                    </a:ext>
                  </a:extLst>
                </p14:cNvPr>
                <p14:cNvContentPartPr/>
                <p14:nvPr/>
              </p14:nvContentPartPr>
              <p14:xfrm>
                <a:off x="4234768" y="6044841"/>
                <a:ext cx="520560" cy="1512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BBC2A230-8C76-9A91-1034-5C26B4E61F6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28648" y="6038721"/>
                  <a:ext cx="5328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D160478E-F490-E439-AD5C-52818E2ACC2C}"/>
                    </a:ext>
                  </a:extLst>
                </p14:cNvPr>
                <p14:cNvContentPartPr/>
                <p14:nvPr/>
              </p14:nvContentPartPr>
              <p14:xfrm>
                <a:off x="4373368" y="6119721"/>
                <a:ext cx="316080" cy="12024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D160478E-F490-E439-AD5C-52818E2ACC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67248" y="6113601"/>
                  <a:ext cx="328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F8C75A58-2C00-B3CD-F027-AE5756E4D9A4}"/>
                    </a:ext>
                  </a:extLst>
                </p14:cNvPr>
                <p14:cNvContentPartPr/>
                <p14:nvPr/>
              </p14:nvContentPartPr>
              <p14:xfrm>
                <a:off x="4751728" y="6115761"/>
                <a:ext cx="217080" cy="18180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F8C75A58-2C00-B3CD-F027-AE5756E4D9A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45608" y="6109641"/>
                  <a:ext cx="229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A7677031-99B6-F037-7C5D-ECEB18FB17A7}"/>
                    </a:ext>
                  </a:extLst>
                </p14:cNvPr>
                <p14:cNvContentPartPr/>
                <p14:nvPr/>
              </p14:nvContentPartPr>
              <p14:xfrm>
                <a:off x="5038648" y="5720481"/>
                <a:ext cx="408960" cy="49284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A7677031-99B6-F037-7C5D-ECEB18FB17A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32528" y="5714361"/>
                  <a:ext cx="421200" cy="50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Agrupar 83">
            <a:extLst>
              <a:ext uri="{FF2B5EF4-FFF2-40B4-BE49-F238E27FC236}">
                <a16:creationId xmlns:a16="http://schemas.microsoft.com/office/drawing/2014/main" id="{B7E2C4D9-7637-7065-E9D9-EC5D6758090D}"/>
              </a:ext>
            </a:extLst>
          </p:cNvPr>
          <p:cNvGrpSpPr/>
          <p:nvPr/>
        </p:nvGrpSpPr>
        <p:grpSpPr>
          <a:xfrm>
            <a:off x="2438008" y="6358761"/>
            <a:ext cx="1773000" cy="364680"/>
            <a:chOff x="2438008" y="6358761"/>
            <a:chExt cx="1773000" cy="36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05EDEA87-94D4-ABC8-0216-35DF7E77616B}"/>
                    </a:ext>
                  </a:extLst>
                </p14:cNvPr>
                <p14:cNvContentPartPr/>
                <p14:nvPr/>
              </p14:nvContentPartPr>
              <p14:xfrm>
                <a:off x="2438008" y="6358761"/>
                <a:ext cx="327600" cy="30564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05EDEA87-94D4-ABC8-0216-35DF7E77616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431888" y="6352641"/>
                  <a:ext cx="3398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3D2D99B8-70BF-BA2C-7C2E-455E0CA61861}"/>
                    </a:ext>
                  </a:extLst>
                </p14:cNvPr>
                <p14:cNvContentPartPr/>
                <p14:nvPr/>
              </p14:nvContentPartPr>
              <p14:xfrm>
                <a:off x="2962888" y="6490521"/>
                <a:ext cx="374040" cy="20628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3D2D99B8-70BF-BA2C-7C2E-455E0CA6186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956768" y="6484401"/>
                  <a:ext cx="3862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E1A88C98-419D-4722-2005-211E543DD204}"/>
                    </a:ext>
                  </a:extLst>
                </p14:cNvPr>
                <p14:cNvContentPartPr/>
                <p14:nvPr/>
              </p14:nvContentPartPr>
              <p14:xfrm>
                <a:off x="3628168" y="6435801"/>
                <a:ext cx="162720" cy="19728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E1A88C98-419D-4722-2005-211E543DD20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22048" y="6429681"/>
                  <a:ext cx="1749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B4ED8DB6-8EB0-3990-3DA7-5B591F255137}"/>
                    </a:ext>
                  </a:extLst>
                </p14:cNvPr>
                <p14:cNvContentPartPr/>
                <p14:nvPr/>
              </p14:nvContentPartPr>
              <p14:xfrm>
                <a:off x="3825808" y="6589881"/>
                <a:ext cx="118080" cy="13356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B4ED8DB6-8EB0-3990-3DA7-5B591F25513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19688" y="6583761"/>
                  <a:ext cx="1303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28C0EB22-21CF-2109-997E-217D9BBD9DB7}"/>
                    </a:ext>
                  </a:extLst>
                </p14:cNvPr>
                <p14:cNvContentPartPr/>
                <p14:nvPr/>
              </p14:nvContentPartPr>
              <p14:xfrm>
                <a:off x="3755248" y="6435441"/>
                <a:ext cx="455760" cy="20592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28C0EB22-21CF-2109-997E-217D9BBD9DB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49128" y="6429321"/>
                  <a:ext cx="46800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611F58C1-D30B-B5B6-A693-11ECD2706AB1}"/>
              </a:ext>
            </a:extLst>
          </p:cNvPr>
          <p:cNvGrpSpPr/>
          <p:nvPr/>
        </p:nvGrpSpPr>
        <p:grpSpPr>
          <a:xfrm>
            <a:off x="4864048" y="6560001"/>
            <a:ext cx="384120" cy="104760"/>
            <a:chOff x="4864048" y="6560001"/>
            <a:chExt cx="384120" cy="10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183555E1-E17A-FCE7-EC56-93103EAF326F}"/>
                    </a:ext>
                  </a:extLst>
                </p14:cNvPr>
                <p14:cNvContentPartPr/>
                <p14:nvPr/>
              </p14:nvContentPartPr>
              <p14:xfrm>
                <a:off x="4864048" y="6560001"/>
                <a:ext cx="268920" cy="1980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183555E1-E17A-FCE7-EC56-93103EAF326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857928" y="6553881"/>
                  <a:ext cx="281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BFCD1950-3975-8A41-952A-65E5FC9550AB}"/>
                    </a:ext>
                  </a:extLst>
                </p14:cNvPr>
                <p14:cNvContentPartPr/>
                <p14:nvPr/>
              </p14:nvContentPartPr>
              <p14:xfrm>
                <a:off x="4925608" y="6624441"/>
                <a:ext cx="322560" cy="4032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BFCD1950-3975-8A41-952A-65E5FC9550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919488" y="6618321"/>
                  <a:ext cx="33480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Agrupar 87">
            <a:extLst>
              <a:ext uri="{FF2B5EF4-FFF2-40B4-BE49-F238E27FC236}">
                <a16:creationId xmlns:a16="http://schemas.microsoft.com/office/drawing/2014/main" id="{37090C11-93DF-B067-D6C7-8DF514504EC8}"/>
              </a:ext>
            </a:extLst>
          </p:cNvPr>
          <p:cNvGrpSpPr/>
          <p:nvPr/>
        </p:nvGrpSpPr>
        <p:grpSpPr>
          <a:xfrm>
            <a:off x="5622568" y="6396561"/>
            <a:ext cx="810720" cy="423360"/>
            <a:chOff x="5622568" y="6396561"/>
            <a:chExt cx="810720" cy="42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B181BA75-F2D8-9CEC-6D74-2BD0BCA1BA41}"/>
                    </a:ext>
                  </a:extLst>
                </p14:cNvPr>
                <p14:cNvContentPartPr/>
                <p14:nvPr/>
              </p14:nvContentPartPr>
              <p14:xfrm>
                <a:off x="5771608" y="6539841"/>
                <a:ext cx="223200" cy="18936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B181BA75-F2D8-9CEC-6D74-2BD0BCA1BA4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765488" y="6533721"/>
                  <a:ext cx="2354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0E70C4B9-DD9E-8270-0E8C-BA3D85DEB3CE}"/>
                    </a:ext>
                  </a:extLst>
                </p14:cNvPr>
                <p14:cNvContentPartPr/>
                <p14:nvPr/>
              </p14:nvContentPartPr>
              <p14:xfrm>
                <a:off x="5622568" y="6396561"/>
                <a:ext cx="810720" cy="42336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0E70C4B9-DD9E-8270-0E8C-BA3D85DEB3C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616448" y="6390441"/>
                  <a:ext cx="822960" cy="43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21593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F76B2-726A-FEA3-DCBE-2DF1B500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EE47EF4-FBC0-ECC2-1B1A-B307510CA9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28" y="1844545"/>
            <a:ext cx="2786224" cy="2365505"/>
          </a:xfrm>
        </p:spPr>
      </p:pic>
    </p:spTree>
    <p:extLst>
      <p:ext uri="{BB962C8B-B14F-4D97-AF65-F5344CB8AC3E}">
        <p14:creationId xmlns:p14="http://schemas.microsoft.com/office/powerpoint/2010/main" val="2566212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03DE5-625D-D564-3F9D-A248CD24D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0F2E644-F997-C563-6748-E36372C37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08" y="1806575"/>
            <a:ext cx="5952542" cy="1860169"/>
          </a:xfrm>
        </p:spPr>
      </p:pic>
    </p:spTree>
    <p:extLst>
      <p:ext uri="{BB962C8B-B14F-4D97-AF65-F5344CB8AC3E}">
        <p14:creationId xmlns:p14="http://schemas.microsoft.com/office/powerpoint/2010/main" val="1726893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822CA-FB4A-5AB0-6197-18166241B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C46C219-9FB8-3FE7-EF71-9CF80D6A8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332" y="1868005"/>
            <a:ext cx="2254068" cy="1412141"/>
          </a:xfrm>
        </p:spPr>
      </p:pic>
    </p:spTree>
    <p:extLst>
      <p:ext uri="{BB962C8B-B14F-4D97-AF65-F5344CB8AC3E}">
        <p14:creationId xmlns:p14="http://schemas.microsoft.com/office/powerpoint/2010/main" val="42572871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</Words>
  <Application>Microsoft Office PowerPoint</Application>
  <PresentationFormat>Widescreen</PresentationFormat>
  <Paragraphs>1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do Office</vt:lpstr>
      <vt:lpstr>Exercícios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Gadêlha</dc:creator>
  <cp:lastModifiedBy>Luiz Gadêlha</cp:lastModifiedBy>
  <cp:revision>3</cp:revision>
  <dcterms:created xsi:type="dcterms:W3CDTF">2023-10-05T18:44:11Z</dcterms:created>
  <dcterms:modified xsi:type="dcterms:W3CDTF">2023-10-05T23:11:37Z</dcterms:modified>
</cp:coreProperties>
</file>